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306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77537-3AA3-4865-833F-10EE3861268A}" v="2" dt="2022-07-17T17:02:06.447"/>
    <p1510:client id="{2C0764D9-CE0D-477B-804F-FAB81C2D1E95}" v="1" dt="2022-07-16T16:27:45.420"/>
    <p1510:client id="{2FE04D85-E977-4D3D-B5FF-D12552AE029A}" v="1" dt="2022-06-07T04:14:12.370"/>
    <p1510:client id="{6C4E7B6C-1A56-4DD2-A8A8-8E7A79976D3E}" v="4" dt="2022-06-04T20:44:43.553"/>
    <p1510:client id="{7EA60CDC-4827-4B69-980B-AC07A52338FD}" v="1" dt="2022-06-06T17:59:19.972"/>
    <p1510:client id="{F3342499-E22E-461E-B7BB-8D30AD5DB475}" v="26" dt="2022-06-02T05:13:23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AM KUMAR JHA(BTECH10114.21@bitmesra.ac.in)" userId="S::btech10114.21@bitmesra.ac.in::e17de22c-d0d8-406f-8d8b-0fafb8b1b6a2" providerId="AD" clId="Web-{2C0764D9-CE0D-477B-804F-FAB81C2D1E95}"/>
    <pc:docChg chg="modSld">
      <pc:chgData name="GAUTAM KUMAR JHA(BTECH10114.21@bitmesra.ac.in)" userId="S::btech10114.21@bitmesra.ac.in::e17de22c-d0d8-406f-8d8b-0fafb8b1b6a2" providerId="AD" clId="Web-{2C0764D9-CE0D-477B-804F-FAB81C2D1E95}" dt="2022-07-16T16:27:45.420" v="0"/>
      <pc:docMkLst>
        <pc:docMk/>
      </pc:docMkLst>
      <pc:sldChg chg="addSp">
        <pc:chgData name="GAUTAM KUMAR JHA(BTECH10114.21@bitmesra.ac.in)" userId="S::btech10114.21@bitmesra.ac.in::e17de22c-d0d8-406f-8d8b-0fafb8b1b6a2" providerId="AD" clId="Web-{2C0764D9-CE0D-477B-804F-FAB81C2D1E95}" dt="2022-07-16T16:27:45.420" v="0"/>
        <pc:sldMkLst>
          <pc:docMk/>
          <pc:sldMk cId="2837265739" sldId="272"/>
        </pc:sldMkLst>
        <pc:spChg chg="add">
          <ac:chgData name="GAUTAM KUMAR JHA(BTECH10114.21@bitmesra.ac.in)" userId="S::btech10114.21@bitmesra.ac.in::e17de22c-d0d8-406f-8d8b-0fafb8b1b6a2" providerId="AD" clId="Web-{2C0764D9-CE0D-477B-804F-FAB81C2D1E95}" dt="2022-07-16T16:27:45.420" v="0"/>
          <ac:spMkLst>
            <pc:docMk/>
            <pc:sldMk cId="2837265739" sldId="272"/>
            <ac:spMk id="2" creationId="{91E79CB0-436F-07D6-AAF0-90F0CB2AA3A0}"/>
          </ac:spMkLst>
        </pc:spChg>
      </pc:sldChg>
    </pc:docChg>
  </pc:docChgLst>
  <pc:docChgLst>
    <pc:chgData name="MANISH KUMAR KHIRWAL(BTECH10595.21@bitmesra.ac.in)" userId="S::btech10595.21@bitmesra.ac.in::d3b53ce4-26d8-438c-9b63-16ba1c628a6a" providerId="AD" clId="Web-{04D77537-3AA3-4865-833F-10EE3861268A}"/>
    <pc:docChg chg="sldOrd">
      <pc:chgData name="MANISH KUMAR KHIRWAL(BTECH10595.21@bitmesra.ac.in)" userId="S::btech10595.21@bitmesra.ac.in::d3b53ce4-26d8-438c-9b63-16ba1c628a6a" providerId="AD" clId="Web-{04D77537-3AA3-4865-833F-10EE3861268A}" dt="2022-07-17T17:02:06.447" v="1"/>
      <pc:docMkLst>
        <pc:docMk/>
      </pc:docMkLst>
      <pc:sldChg chg="ord">
        <pc:chgData name="MANISH KUMAR KHIRWAL(BTECH10595.21@bitmesra.ac.in)" userId="S::btech10595.21@bitmesra.ac.in::d3b53ce4-26d8-438c-9b63-16ba1c628a6a" providerId="AD" clId="Web-{04D77537-3AA3-4865-833F-10EE3861268A}" dt="2022-07-17T17:01:54.588" v="0"/>
        <pc:sldMkLst>
          <pc:docMk/>
          <pc:sldMk cId="2105725197" sldId="258"/>
        </pc:sldMkLst>
      </pc:sldChg>
      <pc:sldChg chg="ord">
        <pc:chgData name="MANISH KUMAR KHIRWAL(BTECH10595.21@bitmesra.ac.in)" userId="S::btech10595.21@bitmesra.ac.in::d3b53ce4-26d8-438c-9b63-16ba1c628a6a" providerId="AD" clId="Web-{04D77537-3AA3-4865-833F-10EE3861268A}" dt="2022-07-17T17:02:06.447" v="1"/>
        <pc:sldMkLst>
          <pc:docMk/>
          <pc:sldMk cId="4214249031" sldId="259"/>
        </pc:sldMkLst>
      </pc:sldChg>
    </pc:docChg>
  </pc:docChgLst>
  <pc:docChgLst>
    <pc:chgData name="HARSH ANAND(BTECH10272.21@bitmesra.ac.in)" userId="S::btech10272.21@bitmesra.ac.in::6b888bff-e047-426e-9ea2-7be1349db1ea" providerId="AD" clId="Web-{2FE04D85-E977-4D3D-B5FF-D12552AE029A}"/>
    <pc:docChg chg="addSld">
      <pc:chgData name="HARSH ANAND(BTECH10272.21@bitmesra.ac.in)" userId="S::btech10272.21@bitmesra.ac.in::6b888bff-e047-426e-9ea2-7be1349db1ea" providerId="AD" clId="Web-{2FE04D85-E977-4D3D-B5FF-D12552AE029A}" dt="2022-06-07T04:14:12.370" v="0"/>
      <pc:docMkLst>
        <pc:docMk/>
      </pc:docMkLst>
      <pc:sldChg chg="new">
        <pc:chgData name="HARSH ANAND(BTECH10272.21@bitmesra.ac.in)" userId="S::btech10272.21@bitmesra.ac.in::6b888bff-e047-426e-9ea2-7be1349db1ea" providerId="AD" clId="Web-{2FE04D85-E977-4D3D-B5FF-D12552AE029A}" dt="2022-06-07T04:14:12.370" v="0"/>
        <pc:sldMkLst>
          <pc:docMk/>
          <pc:sldMk cId="2609148954" sldId="306"/>
        </pc:sldMkLst>
      </pc:sldChg>
    </pc:docChg>
  </pc:docChgLst>
  <pc:docChgLst>
    <pc:chgData name="RISHAV RAJ(BTECH10087.21@bitmesra.ac.in)" userId="S::btech10087.21@bitmesra.ac.in::1f93d754-2fbc-4193-89e9-fa5346f46968" providerId="AD" clId="Web-{7EA60CDC-4827-4B69-980B-AC07A52338FD}"/>
    <pc:docChg chg="modSld">
      <pc:chgData name="RISHAV RAJ(BTECH10087.21@bitmesra.ac.in)" userId="S::btech10087.21@bitmesra.ac.in::1f93d754-2fbc-4193-89e9-fa5346f46968" providerId="AD" clId="Web-{7EA60CDC-4827-4B69-980B-AC07A52338FD}" dt="2022-06-06T17:59:19.972" v="0" actId="1076"/>
      <pc:docMkLst>
        <pc:docMk/>
      </pc:docMkLst>
      <pc:sldChg chg="modSp">
        <pc:chgData name="RISHAV RAJ(BTECH10087.21@bitmesra.ac.in)" userId="S::btech10087.21@bitmesra.ac.in::1f93d754-2fbc-4193-89e9-fa5346f46968" providerId="AD" clId="Web-{7EA60CDC-4827-4B69-980B-AC07A52338FD}" dt="2022-06-06T17:59:19.972" v="0" actId="1076"/>
        <pc:sldMkLst>
          <pc:docMk/>
          <pc:sldMk cId="3988352009" sldId="270"/>
        </pc:sldMkLst>
        <pc:inkChg chg="mod">
          <ac:chgData name="RISHAV RAJ(BTECH10087.21@bitmesra.ac.in)" userId="S::btech10087.21@bitmesra.ac.in::1f93d754-2fbc-4193-89e9-fa5346f46968" providerId="AD" clId="Web-{7EA60CDC-4827-4B69-980B-AC07A52338FD}" dt="2022-06-06T17:59:19.972" v="0" actId="1076"/>
          <ac:inkMkLst>
            <pc:docMk/>
            <pc:sldMk cId="3988352009" sldId="270"/>
            <ac:inkMk id="4" creationId="{00000000-0000-0000-0000-000000000000}"/>
          </ac:inkMkLst>
        </pc:inkChg>
      </pc:sldChg>
    </pc:docChg>
  </pc:docChgLst>
  <pc:docChgLst>
    <pc:chgData name="ABHESHEK KUMAR SINGH(BTECH10120.21@bitmesra.ac.in)" userId="S::btech10120.21@bitmesra.ac.in::166a3f96-6dba-4602-ab84-0fac51711ae1" providerId="AD" clId="Web-{F3342499-E22E-461E-B7BB-8D30AD5DB475}"/>
    <pc:docChg chg="modSld">
      <pc:chgData name="ABHESHEK KUMAR SINGH(BTECH10120.21@bitmesra.ac.in)" userId="S::btech10120.21@bitmesra.ac.in::166a3f96-6dba-4602-ab84-0fac51711ae1" providerId="AD" clId="Web-{F3342499-E22E-461E-B7BB-8D30AD5DB475}" dt="2022-06-02T05:13:23.709" v="25"/>
      <pc:docMkLst>
        <pc:docMk/>
      </pc:docMkLst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2:40.723" v="0"/>
        <pc:sldMkLst>
          <pc:docMk/>
          <pc:sldMk cId="3291623090" sldId="256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2:40.723" v="0"/>
          <ac:spMkLst>
            <pc:docMk/>
            <pc:sldMk cId="3291623090" sldId="25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2:40.723" v="0"/>
          <ac:spMkLst>
            <pc:docMk/>
            <pc:sldMk cId="3291623090" sldId="25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490" v="1"/>
        <pc:sldMkLst>
          <pc:docMk/>
          <pc:sldMk cId="4201978006" sldId="257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490" v="1"/>
          <ac:spMkLst>
            <pc:docMk/>
            <pc:sldMk cId="4201978006" sldId="25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490" v="1"/>
          <ac:spMkLst>
            <pc:docMk/>
            <pc:sldMk cId="4201978006" sldId="25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552" v="2"/>
        <pc:sldMkLst>
          <pc:docMk/>
          <pc:sldMk cId="2105725197" sldId="258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552" v="2"/>
          <ac:spMkLst>
            <pc:docMk/>
            <pc:sldMk cId="2105725197" sldId="25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552" v="2"/>
          <ac:spMkLst>
            <pc:docMk/>
            <pc:sldMk cId="2105725197" sldId="25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615" v="3"/>
        <pc:sldMkLst>
          <pc:docMk/>
          <pc:sldMk cId="4214249031" sldId="259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615" v="3"/>
          <ac:spMkLst>
            <pc:docMk/>
            <pc:sldMk cId="4214249031" sldId="25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615" v="3"/>
          <ac:spMkLst>
            <pc:docMk/>
            <pc:sldMk cId="4214249031" sldId="25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662" v="4"/>
        <pc:sldMkLst>
          <pc:docMk/>
          <pc:sldMk cId="1898919004" sldId="260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662" v="4"/>
          <ac:spMkLst>
            <pc:docMk/>
            <pc:sldMk cId="1898919004" sldId="26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662" v="4"/>
          <ac:spMkLst>
            <pc:docMk/>
            <pc:sldMk cId="1898919004" sldId="26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709" v="5"/>
        <pc:sldMkLst>
          <pc:docMk/>
          <pc:sldMk cId="2415460137" sldId="261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09" v="5"/>
          <ac:spMkLst>
            <pc:docMk/>
            <pc:sldMk cId="2415460137" sldId="26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09" v="5"/>
          <ac:spMkLst>
            <pc:docMk/>
            <pc:sldMk cId="2415460137" sldId="26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740" v="6"/>
        <pc:sldMkLst>
          <pc:docMk/>
          <pc:sldMk cId="4168693476" sldId="262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40" v="6"/>
          <ac:spMkLst>
            <pc:docMk/>
            <pc:sldMk cId="4168693476" sldId="26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40" v="6"/>
          <ac:spMkLst>
            <pc:docMk/>
            <pc:sldMk cId="4168693476" sldId="26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787" v="7"/>
        <pc:sldMkLst>
          <pc:docMk/>
          <pc:sldMk cId="3479353871" sldId="263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87" v="7"/>
          <ac:spMkLst>
            <pc:docMk/>
            <pc:sldMk cId="3479353871" sldId="26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787" v="7"/>
          <ac:spMkLst>
            <pc:docMk/>
            <pc:sldMk cId="3479353871" sldId="26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849" v="8"/>
        <pc:sldMkLst>
          <pc:docMk/>
          <pc:sldMk cId="1425634334" sldId="264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849" v="8"/>
          <ac:spMkLst>
            <pc:docMk/>
            <pc:sldMk cId="1425634334" sldId="26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849" v="8"/>
          <ac:spMkLst>
            <pc:docMk/>
            <pc:sldMk cId="1425634334" sldId="26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912" v="9"/>
        <pc:sldMkLst>
          <pc:docMk/>
          <pc:sldMk cId="3670572086" sldId="265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912" v="9"/>
          <ac:spMkLst>
            <pc:docMk/>
            <pc:sldMk cId="3670572086" sldId="26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912" v="9"/>
          <ac:spMkLst>
            <pc:docMk/>
            <pc:sldMk cId="3670572086" sldId="26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2.974" v="10"/>
        <pc:sldMkLst>
          <pc:docMk/>
          <pc:sldMk cId="1665865694" sldId="266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974" v="10"/>
          <ac:spMkLst>
            <pc:docMk/>
            <pc:sldMk cId="1665865694" sldId="26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2.974" v="10"/>
          <ac:spMkLst>
            <pc:docMk/>
            <pc:sldMk cId="1665865694" sldId="26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005" v="11"/>
        <pc:sldMkLst>
          <pc:docMk/>
          <pc:sldMk cId="1175295033" sldId="267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05" v="11"/>
          <ac:spMkLst>
            <pc:docMk/>
            <pc:sldMk cId="1175295033" sldId="26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05" v="11"/>
          <ac:spMkLst>
            <pc:docMk/>
            <pc:sldMk cId="1175295033" sldId="26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037" v="12"/>
        <pc:sldMkLst>
          <pc:docMk/>
          <pc:sldMk cId="2497415458" sldId="268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37" v="12"/>
          <ac:spMkLst>
            <pc:docMk/>
            <pc:sldMk cId="2497415458" sldId="26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37" v="12"/>
          <ac:spMkLst>
            <pc:docMk/>
            <pc:sldMk cId="2497415458" sldId="26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068" v="13"/>
        <pc:sldMkLst>
          <pc:docMk/>
          <pc:sldMk cId="3164312754" sldId="269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68" v="13"/>
          <ac:spMkLst>
            <pc:docMk/>
            <pc:sldMk cId="3164312754" sldId="26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068" v="13"/>
          <ac:spMkLst>
            <pc:docMk/>
            <pc:sldMk cId="3164312754" sldId="26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146" v="14"/>
        <pc:sldMkLst>
          <pc:docMk/>
          <pc:sldMk cId="3988352009" sldId="270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146" v="14"/>
          <ac:spMkLst>
            <pc:docMk/>
            <pc:sldMk cId="3988352009" sldId="27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146" v="14"/>
          <ac:spMkLst>
            <pc:docMk/>
            <pc:sldMk cId="3988352009" sldId="270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177" v="15"/>
        <pc:sldMkLst>
          <pc:docMk/>
          <pc:sldMk cId="1914416657" sldId="271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177" v="15"/>
          <ac:spMkLst>
            <pc:docMk/>
            <pc:sldMk cId="1914416657" sldId="271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177" v="15"/>
          <ac:spMkLst>
            <pc:docMk/>
            <pc:sldMk cId="1914416657" sldId="271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240" v="16"/>
        <pc:sldMkLst>
          <pc:docMk/>
          <pc:sldMk cId="2837265739" sldId="272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240" v="16"/>
          <ac:spMkLst>
            <pc:docMk/>
            <pc:sldMk cId="2837265739" sldId="272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240" v="16"/>
          <ac:spMkLst>
            <pc:docMk/>
            <pc:sldMk cId="2837265739" sldId="272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302" v="17"/>
        <pc:sldMkLst>
          <pc:docMk/>
          <pc:sldMk cId="1678933722" sldId="273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02" v="17"/>
          <ac:spMkLst>
            <pc:docMk/>
            <pc:sldMk cId="1678933722" sldId="273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02" v="17"/>
          <ac:spMkLst>
            <pc:docMk/>
            <pc:sldMk cId="1678933722" sldId="273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334" v="18"/>
        <pc:sldMkLst>
          <pc:docMk/>
          <pc:sldMk cId="3415584752" sldId="274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34" v="18"/>
          <ac:spMkLst>
            <pc:docMk/>
            <pc:sldMk cId="3415584752" sldId="274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34" v="18"/>
          <ac:spMkLst>
            <pc:docMk/>
            <pc:sldMk cId="3415584752" sldId="274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396" v="19"/>
        <pc:sldMkLst>
          <pc:docMk/>
          <pc:sldMk cId="663011226" sldId="275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96" v="19"/>
          <ac:spMkLst>
            <pc:docMk/>
            <pc:sldMk cId="663011226" sldId="275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396" v="19"/>
          <ac:spMkLst>
            <pc:docMk/>
            <pc:sldMk cId="663011226" sldId="275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459" v="20"/>
        <pc:sldMkLst>
          <pc:docMk/>
          <pc:sldMk cId="2107254700" sldId="276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459" v="20"/>
          <ac:spMkLst>
            <pc:docMk/>
            <pc:sldMk cId="2107254700" sldId="276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459" v="20"/>
          <ac:spMkLst>
            <pc:docMk/>
            <pc:sldMk cId="2107254700" sldId="276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505" v="21"/>
        <pc:sldMkLst>
          <pc:docMk/>
          <pc:sldMk cId="4163057769" sldId="277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505" v="21"/>
          <ac:spMkLst>
            <pc:docMk/>
            <pc:sldMk cId="4163057769" sldId="277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505" v="21"/>
          <ac:spMkLst>
            <pc:docMk/>
            <pc:sldMk cId="4163057769" sldId="277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568" v="22"/>
        <pc:sldMkLst>
          <pc:docMk/>
          <pc:sldMk cId="1071089743" sldId="278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568" v="22"/>
          <ac:spMkLst>
            <pc:docMk/>
            <pc:sldMk cId="1071089743" sldId="278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568" v="22"/>
          <ac:spMkLst>
            <pc:docMk/>
            <pc:sldMk cId="1071089743" sldId="278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615" v="23"/>
        <pc:sldMkLst>
          <pc:docMk/>
          <pc:sldMk cId="3494971477" sldId="279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615" v="23"/>
          <ac:spMkLst>
            <pc:docMk/>
            <pc:sldMk cId="3494971477" sldId="279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615" v="23"/>
          <ac:spMkLst>
            <pc:docMk/>
            <pc:sldMk cId="3494971477" sldId="279"/>
            <ac:spMk id="3" creationId="{00000000-0000-0000-0000-000000000000}"/>
          </ac:spMkLst>
        </pc:spChg>
      </pc:sldChg>
      <pc:sldChg chg="delSp mod modClrScheme chgLayout">
        <pc:chgData name="ABHESHEK KUMAR SINGH(BTECH10120.21@bitmesra.ac.in)" userId="S::btech10120.21@bitmesra.ac.in::166a3f96-6dba-4602-ab84-0fac51711ae1" providerId="AD" clId="Web-{F3342499-E22E-461E-B7BB-8D30AD5DB475}" dt="2022-06-02T05:13:23.662" v="24"/>
        <pc:sldMkLst>
          <pc:docMk/>
          <pc:sldMk cId="1978667568" sldId="280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662" v="24"/>
          <ac:spMkLst>
            <pc:docMk/>
            <pc:sldMk cId="1978667568" sldId="280"/>
            <ac:spMk id="2" creationId="{00000000-0000-0000-0000-000000000000}"/>
          </ac:spMkLst>
        </pc:spChg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662" v="24"/>
          <ac:spMkLst>
            <pc:docMk/>
            <pc:sldMk cId="1978667568" sldId="280"/>
            <ac:spMk id="3" creationId="{00000000-0000-0000-0000-000000000000}"/>
          </ac:spMkLst>
        </pc:spChg>
      </pc:sldChg>
      <pc:sldChg chg="delSp modSp mod modClrScheme chgLayout">
        <pc:chgData name="ABHESHEK KUMAR SINGH(BTECH10120.21@bitmesra.ac.in)" userId="S::btech10120.21@bitmesra.ac.in::166a3f96-6dba-4602-ab84-0fac51711ae1" providerId="AD" clId="Web-{F3342499-E22E-461E-B7BB-8D30AD5DB475}" dt="2022-06-02T05:13:23.709" v="25"/>
        <pc:sldMkLst>
          <pc:docMk/>
          <pc:sldMk cId="661336712" sldId="281"/>
        </pc:sldMkLst>
        <pc:spChg chg="del">
          <ac:chgData name="ABHESHEK KUMAR SINGH(BTECH10120.21@bitmesra.ac.in)" userId="S::btech10120.21@bitmesra.ac.in::166a3f96-6dba-4602-ab84-0fac51711ae1" providerId="AD" clId="Web-{F3342499-E22E-461E-B7BB-8D30AD5DB475}" dt="2022-06-02T05:13:23.709" v="25"/>
          <ac:spMkLst>
            <pc:docMk/>
            <pc:sldMk cId="661336712" sldId="281"/>
            <ac:spMk id="2" creationId="{00000000-0000-0000-0000-000000000000}"/>
          </ac:spMkLst>
        </pc:spChg>
        <pc:picChg chg="mod ord">
          <ac:chgData name="ABHESHEK KUMAR SINGH(BTECH10120.21@bitmesra.ac.in)" userId="S::btech10120.21@bitmesra.ac.in::166a3f96-6dba-4602-ab84-0fac51711ae1" providerId="AD" clId="Web-{F3342499-E22E-461E-B7BB-8D30AD5DB475}" dt="2022-06-02T05:13:23.709" v="25"/>
          <ac:picMkLst>
            <pc:docMk/>
            <pc:sldMk cId="661336712" sldId="281"/>
            <ac:picMk id="4" creationId="{00000000-0000-0000-0000-000000000000}"/>
          </ac:picMkLst>
        </pc:picChg>
      </pc:sldChg>
    </pc:docChg>
  </pc:docChgLst>
  <pc:docChgLst>
    <pc:chgData name="RAGHUNANDAN GUPTA(BTECH10021.21@bitmesra.ac.in)" userId="S::btech10021.21@bitmesra.ac.in::356602b6-4f1d-413c-8e2d-4dab3878389d" providerId="AD" clId="Web-{6C4E7B6C-1A56-4DD2-A8A8-8E7A79976D3E}"/>
    <pc:docChg chg="modSld">
      <pc:chgData name="RAGHUNANDAN GUPTA(BTECH10021.21@bitmesra.ac.in)" userId="S::btech10021.21@bitmesra.ac.in::356602b6-4f1d-413c-8e2d-4dab3878389d" providerId="AD" clId="Web-{6C4E7B6C-1A56-4DD2-A8A8-8E7A79976D3E}" dt="2022-06-04T20:44:43.553" v="3"/>
      <pc:docMkLst>
        <pc:docMk/>
      </pc:docMkLst>
      <pc:sldChg chg="addSp delSp modSp">
        <pc:chgData name="RAGHUNANDAN GUPTA(BTECH10021.21@bitmesra.ac.in)" userId="S::btech10021.21@bitmesra.ac.in::356602b6-4f1d-413c-8e2d-4dab3878389d" providerId="AD" clId="Web-{6C4E7B6C-1A56-4DD2-A8A8-8E7A79976D3E}" dt="2022-06-04T20:44:43.553" v="3"/>
        <pc:sldMkLst>
          <pc:docMk/>
          <pc:sldMk cId="1175295033" sldId="267"/>
        </pc:sldMkLst>
        <pc:spChg chg="add del mod">
          <ac:chgData name="RAGHUNANDAN GUPTA(BTECH10021.21@bitmesra.ac.in)" userId="S::btech10021.21@bitmesra.ac.in::356602b6-4f1d-413c-8e2d-4dab3878389d" providerId="AD" clId="Web-{6C4E7B6C-1A56-4DD2-A8A8-8E7A79976D3E}" dt="2022-06-04T20:44:43.553" v="3"/>
          <ac:spMkLst>
            <pc:docMk/>
            <pc:sldMk cId="1175295033" sldId="267"/>
            <ac:spMk id="2" creationId="{71BACE5C-31E6-A992-2227-703DCC8C57D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4:57:57.5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9593 1305 144 0,'0'0'171'0,"0"0"-13"0,0-4-6 16,0 4-6-16,0 0-2 0,0 0-4 15,0-5-5-15,0 5 1 0,0 0-11 0,2-2 1 0,-2 2-3 16,0 0-5-16,2-4-2 0,-2 4 2 16,0 0-7-16,3-4-3 0,-3 4-14 0,0 0 8 0,0 0-5 15,0 0-15-15,-1-5-8 0,1 5-8 0,0 0-11 0,0 0-5 16,0 0-13-16,0 0-31 0,0 0-17 16,0 0-4-16,0 14 3 0,0-1-1 0,-2 6-1 0,0 6 8 15,0 8-3-15,0 3 5 0,-2 10 0 0,0-12-3 16,-1 15 5-16,5-3 3 15,-2-12 1-15,2 0-1 0,2 3 2 0,-2-4-4 0,0-3 6 16,3 0-1-16,-2-4-4 0,1-8 7 16,0 1-4-16,-1-7-8 0,-1 0 10 0,3-2-4 0,-2-3-5 15,-1 2 11-15,1-3 2 0,-1-2 12 0,0-4 8 16,0 7 8-16,1-4 8 0,-1-3 1 16,0 0-9-16,2 7 17 0,-2-7 7 0,0 0-8 0,0 5-3 15,0-5-5-15,0 0-3 0,0 0-5 16,0 0-17-16,0 0-30 0,0 0-27 0,0 0-33 0,0 0-36 15,1-16-45-15,0 8-55 16,3 0-79-16,-1-3-147 0,-1-1-467 0,3-5 208 0</inkml:trace>
  <inkml:trace contextRef="#ctx0" brushRef="#br0" timeOffset="753.03">9637 1264 87 0,'0'-4'276'0,"0"4"-28"15,0 0-21-15,0 0-26 0,-3-3-19 0,3 3-25 0,0 0-17 16,0 0-17-16,0 0-16 16,0 0-11-16,9 14-10 0,-5-8-9 0,1 3-6 0,-1 3-9 0,0 0-4 15,2 5-10-15,3 0 0 16,-2 0 0-16,0 7-11 0,1 0 1 0,2-2-3 0,-2-2-4 0,-2-4-4 16,4-1 2-16,-2 0-5 0,-3-3-2 0,3-3 1 15,-3-3-4-15,4 0 6 0,-4-1-3 0,1-2 0 16,4 1 9-16,2-5 8 15,0-5-2-15,0 4-1 0,4-8-2 0,3-2 5 0,-2-2-6 16,3-3-2-16,3-1 4 0,-4 0-7 0,-2 3 2 16,3-4-3-16,-2 0 3 15,-6 4-2-15,0 1 2 0,0-1 4 0,1 2 4 0,-6 6 7 16,1-2 12-16,1 3 0 0,-5 1-2 0,0-1 0 0,-1 3-9 16,0-1-3-16,1 0-6 0,-4 4-8 15,4-5-9-15,-4 5 6 0,2-4-8 0,-2 4 1 0,0 0-5 16,7-3-6-16,-7 3-2 15,0 0 4-15,2-4-3 0,-2 4 2 0,0 0-25 0,0 0 20 16,0 0-17-16,0 0 15 0,0 0-4 16,0 0-1-16,0 0 4 0,0 0-3 0,0 0-5 0,0 0 0 15,0 0-12-15,9 11 8 0,-9-3 8 16,0 0-4-16,0 1 3 0,0 5 0 0,-2 6-3 0,2-2 4 16,-3 12 0-16,0 0 1 15,1 5-1-15,-1 2 6 0,-4-5-9 0,3 16 1 0,1-14 7 16,-2 0-2-16,1 0 8 0,0-5-5 0,2 2 1 15,-2 0 1-15,0-4 1 0,3-2 1 0,0-6-4 0,0-2-1 16,3-1 1-16,-3-3-1 0,2-1 1 16,-2-3 3-16,1 0-4 0,0-4 3 0,0 3 5 0,1-3-10 15,-1-5 6-15,1 7-2 16,-1-7 4-16,0 9 0 0,0-9 7 0,0 0 0 0,0 0 4 16,2 6-4-16,-2-6 1 0,0 0 6 15,0 0 4-15,0 0-3 0,0 0 2 0,0 0-3 0,0 0-8 16,0 0-1-16,2 5-20 0,-2-5-38 15,0 0-42-15,0 0-43 0,0 0-36 0,13-13-54 0,-8 8-79 16,1 0-213-16,3-4-553 0,-2 4 244 0</inkml:trace>
  <inkml:trace contextRef="#ctx0" brushRef="#br0" timeOffset="1126.56">10450 1670 50 0,'-7'0'269'0,"7"0"-22"15,-10-3-22-15,10 3-20 0,-14 1-25 0,9 1-16 0,-3 2-19 16,-2 0-17-16,2 2-7 0,2 0-17 16,-2 2-10-16,3 3-10 0,-4-1-7 0,4 1-8 15,-1-1-7-15,3 1-6 0,-1 5-4 0,0-3-8 0,1-2-5 16,1 2 2-16,2-4-11 0,0 4 9 0,2-2-2 15,1-2-2-15,-1 0 4 0,1-1-4 0,1-2 4 16,1 0 1-16,3-4-4 0,1 2 2 0,1-4-4 16,3 0-2-16,1-2 1 0,-1-2-5 0,5-4-3 15,-4-1 0-15,4-3-5 16,-5 0 0-16,2-2-1 0,-5-4-6 0,0 1-1 16,4-5 1-16,-7 3-6 0,1 5-6 0,-4-2 8 0,-2 0-2 15,-2 3 2-15,-4 2-6 0,2 0-5 16,-2 4-3-16,-1-2-9 0,-3 4-16 0,0 2-4 0,-3 0-15 15,0 2-17-15,-1 1-18 0,0 1-41 16,2 2-50-16,-1 2-66 0,0-3-145 0,5 4-416 0,-2-2 185 16</inkml:trace>
  <inkml:trace contextRef="#ctx0" brushRef="#br0" timeOffset="1679.36">11045 1649 140 0,'-5'-3'258'0,"-5"1"-30"0,-2 0-12 16,1 1-31-16,-1-3-15 0,-1 6-14 16,2-2-17-16,-2 3-15 0,0 1-9 0,-6 0-14 15,3 5-8-15,-1-2-8 0,2 3-9 16,2 2-6-16,-5 0-13 0,8 1-1 0,-2 1-7 0,1 0-6 0,1 1-7 15,3-1-1-15,3-2-1 0,-1 0-6 16,4 3 0-16,-3-4-8 0,4 0 2 0,1-2-2 16,2-2-3-16,-2 1 0 0,4-1 2 0,-4-5-2 0,3 3 12 15,-4-5 12-15,12 0 5 0,-12 0 6 0,18-5 4 16,-9-4 8-16,4-1 9 16,-2-6 10-16,4-5 0 0,2-1-5 0,-3-4-7 0,1 0 2 15,-3-6-5-15,1 0-6 0,-3-3-7 16,3-16 1-16,-2 2-5 0,-2 14 32 0,-4-9 10 0,-1 11 19 15,-3 5-4-15,2 0 20 16,-3 3 8-16,0 7 5 0,0 1-1 0,0 4-8 0,0 3-6 0,-3 0-4 0,2 5-16 16,1-1-15-16,0 0-18 0,0 6-26 0,-2-7-40 15,2 7-57-15,0 0-8 16,0 0 4-16,0 0 3 0,-7 23 3 0,2-2 10 0,1 5 6 16,4 6 1-16,-4 4 2 0,2-2 10 0,-2-3 1 0,3 3 6 15,1 2 4-15,2-4 0 16,3-2 0-16,-5-2 4 0,5-5-8 0,-1-5 3 0,0-5 0 15,-3-1-2-15,2-3 4 0,0 0-7 16,-1-1-5-16,-1-4-12 0,2 1 15 0,-1 0-6 16,-2-5 2-16,4 5 11 0,-4-5-11 0,0 0-6 0,1 6-18 15,-1-6-63-15,0 0-65 0,0 0-61 0,0 0-52 16,12-11-350-16,-12 11-687 0,4-9 304 16</inkml:trace>
  <inkml:trace contextRef="#ctx0" brushRef="#br0" timeOffset="2294.73">11322 1613 35 0,'0'0'381'0,"0"0"-34"0,0 0-40 0,0 0-30 15,0 0-34-15,0 0-23 0,6 5-29 16,-6-5-20-16,-2 9-18 0,2-6-20 0,-1 6-10 15,0 2-25-15,-1 5 10 0,0-1-15 0,-1 1-9 0,2 1-3 16,-3 0-8-16,4-4-7 0,0 3-4 0,-1-4-13 16,1-3-5-16,1-1-5 15,-1 0-4-15,3-3-2 0,-3 1 4 0,0-6 9 0,0 6 21 16,0-6 11-16,0 0-7 0,0 0-14 16,0 0 15-16,24-13-2 0,-16 3 2 0,1 1-4 0,1-3-8 15,3-2-12-15,-2 1 4 0,3-1-9 16,0 2-6-16,-6-3 1 0,2 8 1 0,-4-3-7 0,2 6-5 0,-4-1-5 15,2 2-6-15,-1-3-6 16,-2 2-1-16,2 2-18 0,-5 2-1 0,5-2-3 0,-5 2-4 16,0 0 0-16,17 4-1 0,-12 1 0 0,0 0 0 0,2 0-2 15,3 1-13-15,-4 2 11 16,3 1 1-16,-1-1-16 0,2 2 21 0,-1-2-2 0,0-1 11 16,2-1 0-16,-3 0 6 0,-2-1-6 15,2-3 6-15,1 0-2 0,-3-1 8 0,-6-1-10 0,17-5 3 16,-9-3 2-16,-1 0 4 15,1-3-3-15,1-1 15 0,1-4-5 0,-2 0 15 0,-3-3 18 0,3-7-6 16,-1-3 1-16,-3 0 4 0,5-3 3 0,0-17-3 0,1 1-5 16,-1 2 1-16,-1 15-10 15,-1 2 16-15,-1 2 21 0,-4 8 18 0,1 1 5 0,-1 7 3 16,0 0-11-16,-2 5-10 0,1-1-16 16,-1 2-29-16,0 5-44 0,1-5-39 0,-1 5 1 0,0 0 5 15,0 0 2-15,-1 30 7 0,0-12 4 0,-3 11 7 16,-1 3 10-16,2 2-1 15,-2 12-4-15,5-12 12 0,2 11 3 0,0-11 3 0,-1-5-3 16,0 0-25-16,1-3 1 0,0-1-13 0,2-8-9 0,1 1-19 16,-2-2-25-16,1-4-24 0,2 0-31 15,0-2-38-15,-2-3-20 0,1 0-46 0,0-4-62 0,2-1-204 16,-7-2-568-16,0 0 252 16</inkml:trace>
  <inkml:trace contextRef="#ctx0" brushRef="#br0" timeOffset="2664.87">11896 1710 99 0,'0'0'219'0,"0"0"-14"0,0 0-15 16,0 0-10-16,0 0-20 0,0 0-12 0,0 7-12 0,0-7-16 0,0 0-12 15,0 0-9-15,0 0 1 16,5 2 2-16,-5-2-14 0,8 2 9 0,-3-1-6 0,-5-1-5 16,19-1-1-16,-6-1-8 0,0 0-11 15,4-2-3-15,-1 0-13 0,3-3 4 0,-1 0-3 0,1-3-6 16,7-2-5-16,-11 1-5 15,8-6-4-15,-1-1-1 0,-4 1 1 0,1-4-14 0,0 1 7 16,-8 7 13-16,-1-3 6 0,0 2 7 0,-5 2 12 0,-1-3 10 16,-2 2 4-16,1 4 1 0,-3-1-11 15,-2-1-10-15,0 6-5 0,-2-1-12 0,-2 2-4 0,-4 2-5 16,-2 2-8-16,-5 6 1 16,-2 1-5-16,-5 6-5 0,-3 2-1 0,4 2-3 0,1 4-14 15,1 1 14-15,-1 0-4 0,5 2 8 16,2 2-4-16,-1-4-2 0,5 3 3 0,5-6-1 0,2-1 0 15,3 3-4-15,2-4 4 16,4 0-3-16,3 0 5 0,4-4-7 0,4 1 0 0,9 0-10 0,2-4-31 16,6-3-38-16,3-4-58 0,3-1-54 0,0-2-94 0,-3-5-237 15,1-1-560-15,0-2 248 16</inkml:trace>
  <inkml:trace contextRef="#ctx0" brushRef="#br0" timeOffset="2944.91">12641 1705 4 0,'0'0'274'16,"0"0"-6"-16,-11 2-13 0,11-2-15 0,0 0-11 0,0 0-15 0,0 0-12 16,-8 0 4-16,8 0-10 0,0 0-21 0,0 0-8 0,0 0-20 15,0 0-10-15,0 0-12 16,0 0-14-16,29 0-14 0,-1-2-31 0,3-1-50 0,6 1-48 16,17-5-65-16,-2-1-96 0,-15 2-276 15,2 0-506-15,10-8 224 0</inkml:trace>
  <inkml:trace contextRef="#ctx0" brushRef="#br0" timeOffset="3628.56">13221 1367 240 0,'0'0'248'16,"3"-6"-10"-16,-3 6-16 0,0-5-22 0,0 5 12 15,0 0-26-15,0 0-18 0,0 0-21 0,0 0-20 16,0 0-13-16,0 0-13 0,0 0-15 0,0 15-5 16,-3-1-7-16,1 3-8 0,-1 3-4 0,-3 4-7 15,-1 4-4-15,3-2 0 0,2 0-19 0,-1 3 11 0,2-3-4 0,-3-1-8 16,8-1-21-16,-4-4-28 0,1-3-22 15,3 0-22-15,-4-6-27 0,5-1-29 0,-1-1-64 16,1-4-215-16,4-3-428 0,-4-1 190 0</inkml:trace>
  <inkml:trace contextRef="#ctx0" brushRef="#br0" timeOffset="3881.94">13541 1388 100 0,'2'-4'383'0,"-2"-1"-25"0,0 5-27 16,5-6-30-16,-3 2-36 0,-2 4-28 0,0 0-24 16,2-5-30-16,-2 5-13 15,0 0-37-15,0 0-5 0,0 0-23 0,0 0-5 16,8 20-5-16,-7-9-13 0,0 0-9 16,-1 7-8-16,2 3-7 0,0 3-12 0,-4-6 3 0,4 8-5 15,-2-6-7-15,-2-1-15 0,2 0-29 0,2 6 0 16,-2-8-14-16,0 0-23 0,0 2-11 0,0-4-22 15,0-3-13-15,-2-3-28 0,2 3-22 0,-2-4-47 16,2-1-31-16,-1-2-218 0,1-5-472 0,0 5 209 0</inkml:trace>
  <inkml:trace contextRef="#ctx0" brushRef="#br0" timeOffset="4146.52">13869 1368 307 0,'0'0'343'16,"1"-7"-31"-16,-1 7-25 0,3-5-39 0,-3 5-14 16,1-6-26-16,-1 6-33 0,0 0-13 0,0 0-20 15,0 0-15-15,0 0-17 0,-1 26-8 0,-2-14-19 0,6 5-1 0,-7 8-3 16,4 0-14-16,0 0-3 0,0-5-6 0,0 6-1 15,-1 0-3-15,1-9-39 0,1 4-6 16,-1-4-27-16,0 0-24 0,0 1-27 0,0-7-34 16,0 0-31-16,0-2-55 0,0-3-267 0,0-1-495 15,0-5 219-15</inkml:trace>
  <inkml:trace contextRef="#ctx0" brushRef="#br0" timeOffset="4513.21">13062 1242 104 0,'-3'-4'244'0,"3"4"-23"0,5-12-11 0,3 5-18 0,-2-1-17 16,4 2-20-16,4-3-12 0,4 2-15 0,3-2-8 15,9 1-15-15,6-1-16 0,3 6 1 16,18-6-5-16,-1 4 7 0,-1 4-10 0,3 0-10 0,-4 2-4 16,-2 2-7-16,-13-2-8 0,-3 2-10 0,-1 2 1 15,-3-2-5-15,-3 1-2 0,-7 2-20 0,-2-2-21 16,-1 0-20-1,-1-2-30-15,-8 5-18 0,-1-2-23 0,-1-3-17 16,-3 3-17-16,-5-2-51 0,0-3-154 0,-6 8-360 16,-2-4 159-16</inkml:trace>
  <inkml:trace contextRef="#ctx0" brushRef="#br0" timeOffset="4867.21">12954 1884 87 0,'-4'0'222'16,"4"0"-8"-16,0 0-6 0,-10 2-17 0,10-2-9 15,0 0-8-15,0 0-11 0,0 0-15 0,24 4-12 16,6-4-17-16,6 0-10 0,17-2-13 16,6 2-7-1,33-3-6-15,-27 2-13 0,32-2-3 0,-3 3-7 16,-29 3-6-16,28-7-5 0,-30 3-6 0,-6-2-5 0,-2 1-5 0,-14 3 3 16,-4-4 1-16,-5 2 3 0,-3 1-1 0,-8-2-1 15,-7 2 2-15,-3 0-1 0,2 0-5 0,-6 0-3 16,-7 0-6-16,13-2-7 0,-13 2-26 0,0 0-34 15,0 0-37-15,0 0-49 0,0 0-74 0,0 0-224 16,0 0-461-16,-56 0 205 0</inkml:trace>
  <inkml:trace contextRef="#ctx0" brushRef="#br0" timeOffset="5731.34">9940 2236 149 0,'-8'0'143'0,"8"0"-20"0,0 0-10 0,0 0-16 0,0 0-4 16,0 0-13-16,0 0-5 0,0 0-9 0,0 0-5 0,0 0-8 16,0 0 3-16,0 0-5 0,0 0 5 0,9 8-5 15,0-5-1-15,-4 1-1 0,4-1-3 0,4-1 4 16,-3 1 2-16,8 2-3 0,1-1-2 0,8-2-2 16,2-1 3-16,7-1-6 0,0 2 3 0,15-1-4 15,8-1-4-15,2-1 6 0,4-1-6 0,34 1 0 16,-5-3-5-1,-1-1 0-15,3 3-3 0,0-6 0 0,5 1-3 0,1 5-3 16,6-5 2-16,4 3-7 0,2 0-3 0,0 2 2 16,1 2-2-16,0-2 1 0,2-1-4 0,5 3-1 15,0 0-5-15,0 3 3 0,-5-3-3 16,1 4 3-16,-2-7-3 0,-2 4 0 0,7-1 0 16,-1 2 1-16,-1-11 0 0,-3 6 8 0,-5 5 3 15,-7-4 10-15,-7 1 2 0,-30 0 4 0,23-2 2 0,-30 2 8 0,2 1 1 16,-3 0 7-16,-6-4-2 0,-13 0 4 0,-3 1 0 15,-4 1 0-15,0-1-2 0,-13 2 9 0,0-2 0 16,-4 3 4-16,-4-3 7 0,-4 5 11 0,-2-5 4 16,-1 2 4-16,-5 1 6 0,12 0-6 0,-12 0-13 15,9 0 1-15,-9 0-8 0,0 0-9 0,10-3-9 16,-10 3-5 0,0 0-14-16,0 0-15 0,7 0-16 0,-7 0-24 15,0 0-24-15,0 0-25 0,6 3-27 0,-6-3-30 0,0 0-24 16,0 0-47-16,0 0-23 0,0 0-48 0,0 0-210 15,0 0-518-15,0 0 230 0</inkml:trace>
  <inkml:trace contextRef="#ctx0" brushRef="#br0" timeOffset="6871.3">2569 3511 109 0,'0'-2'313'0,"-1"-2"-13"0,1 4-26 16,-5-5-29-16,5 5-22 0,0 0-27 0,0 0-26 15,-3-2-29-15,3 2-34 0,0 0-15 0,0 0-11 16,-1 16-8-16,1 0-9 0,0 2-6 16,0 7-7-16,-1 4 0 0,-2 1-9 0,3 0-2 0,0 4-1 15,3 0-5-15,-6 0-1 0,6-3-5 0,-6 2 1 0,3-6-5 16,3 1 4-16,-2-7-7 0,0-4 2 0,2 0-4 16,-3 0 4-16,1-8-4 0,3 2-3 0,-3-4-1 15,-1 0-3-15,0-1-1 0,0-2 0 0,1-2 3 16,2 2 0-16,-3-4 2 0,0 0-23 0,0 0-45 15,0 0-47-15,0-15-44 0,0 3-52 16,0-4-233-16,0-2-463 0,0-2 206 16</inkml:trace>
  <inkml:trace contextRef="#ctx0" brushRef="#br0" timeOffset="7061.58">2600 3367 2 0,'-3'-3'316'0,"2"-1"-15"0,-1 1-22 0,-1-2-28 16,3 5-25-16,0-3-24 0,0 3-22 0,5-7-18 16,3 4-15-16,7-2-15 0,7 1-19 15,10-1-7-15,2 3-32 0,2-1-41 0,5 2-46 16,-4 2-51-16,-1 4-58 0,0-4-52 0,-4 6-185 16,-4-1-388-16,-8 0 172 0</inkml:trace>
  <inkml:trace contextRef="#ctx0" brushRef="#br0" timeOffset="7246.8">2586 3794 72 0,'-8'2'214'0,"4"1"-6"15,0-2-11-15,4-1-17 0,-1 5-10 0,1-5-20 16,0 0-10-16,17 0-14 0,6-5-15 0,10-1-36 15,18-3-52-15,4 0-71 0,0-4-75 0,0 2-127 16,-1 1-269-16,-2-2 119 0</inkml:trace>
  <inkml:trace contextRef="#ctx0" brushRef="#br0" timeOffset="7718.18">3503 3670 183 0,'-1'-3'329'0,"1"3"-16"16,-1-4-24-16,1 4-16 0,0-4-10 0,0 4-21 0,-1-6-26 0,1 6-13 0,0 0-11 0,0 0-25 15,0 0-21-15,0 0-18 0,0 0-17 16,0 0-13-16,-18 7-13 0,6-3-10 15,-2 6-10-15,0 0-8 0,0 2-4 0,0 2-9 16,1 1-4-16,1-2-10 0,1 4-8 16,2-1 2-16,-1 1-9 0,1 1 2 0,1 1-7 15,3-1-10-15,1 1-7 0,2-3 6 0,0-1-18 16,2 2 5-16,2-4 5 0,2-1 0 0,1-2 1 16,1 0 0-16,4-4 4 0,1 0-1 15,4-2 4-15,0-3 4 0,7-2-2 0,-4-3 1 0,2-1 1 0,7-8-1 0,-9 5 3 16,5-7 0-16,-1-1-5 0,-8 2 6 0,0 0-3 15,-1-2 28-15,-3-1 6 0,0-1-1 0,-3 0-2 16,-1 3 4-16,-1-1 11 0,-4 0 18 16,-1 2-15-16,4 4-2 0,-9-2-16 0,3 3 3 15,-1 1-10-15,-5-1-7 0,3 4-6 0,-4 1-14 16,-2 1-7-16,-1-1-14 16,-2 7-16-16,-3-2-22 0,4 2-29 0,1 1-29 15,-6 5-25-15,4-1-48 0,0 6-48 0,5-6-46 16,0 3-213-16,5-4-537 0,3 5 237 0</inkml:trace>
  <inkml:trace contextRef="#ctx0" brushRef="#br0" timeOffset="8144.16">3869 3653 16 0,'0'0'345'0,"0"0"-32"16,0 0-25-16,5-5-34 0,-5 5-23 16,0 0-29-16,0 0-27 0,0 0-21 0,0 0-21 15,0 0-13-15,0 0-14 0,0 0-11 0,2 16-13 0,1-7-4 0,-3 2-11 0,0 5-4 16,0 2-1-16,4 2-11 0,-3-2-3 16,-2 1-3-16,2 0-5 0,2 1-5 0,-2 0-2 15,3-3-3-15,-3-1-2 0,3 0 8 0,1-6-12 16,-1-2 0-16,-3 0 1 0,3-3-2 15,-2-1 0-15,1-1-1 0,-3-3 15 16,8 0 4-16,-8 0 2 0,12-7 4 0,-4 2 7 0,-1-3 6 16,0-1-5-16,2-1-6 0,-2-2-5 0,3-3-1 15,0 1-6-15,-2 0-3 0,-2-1-6 16,1 3 3-16,-1 5-6 0,-2-1 9 0,-1 3-3 16,1 0-2-16,0 1-9 0,-4 4-3 15,4-9-6-15,-4 9-3 0,4-3-6 0,-4 3-2 0,0 0-2 0,10-3 2 0,-10 3 12 16,10 3-14-16,-1 1-13 0,4 1-15 0,-4 2-24 15,5 1-26-15,-1 0-49 0,1 0-52 0,2 2-73 16,-1-2-299-16,-5-2-599 0,0 0 265 16</inkml:trace>
  <inkml:trace contextRef="#ctx0" brushRef="#br0" timeOffset="8682.92">4342 3661 67 0,'10'3'160'0,"0"3"-20"0,5 2-9 16,1 2-8-16,-3 1-13 0,3 3-12 0,-4 0-15 16,-1 2 1-16,4 9-8 0,-7-10-7 0,-1 2-8 15,0 3 0-15,-6-3-1 0,2 0-7 0,-3 4-1 16,-4-7 5-16,0 3 7 0,-2-5 2 15,2 1 2-15,-6-5-5 0,3 1 0 0,-1-1 0 16,1-3-2-16,-2 0 7 0,3-4 11 16,0 3 3-16,-2-4 1 0,8 0 2 0,-11-7-8 0,8 3 2 0,-1-1-13 0,4-6-11 15,2 0-13-15,2-5-15 0,4-2-12 0,5-6-6 16,10 0-14-16,0 3-15 0,3 0 3 0,1 1-4 16,4 2 1-16,-3 2-1 0,3 0 1 0,-1 2-5 15,1 2 6-15,-3 2 0 0,-1 0 1 16,-9 1 5-16,1 4 1 0,-2 0 13 0,-6 1 18 15,-3 1 20-15,1 0 23 0,-3 2 19 16,1 0 17-16,-7 1 12 0,6-2 3 0,-6 2 14 16,6-4-7-16,-6 4-9 0,0 0-17 15,7-1 0-15,-7 1-21 0,0 0-3 0,0 0-13 16,0 0-10-16,0 0-15 0,0 0-5 0,0 0-12 0,9 7-5 0,-12-2 7 0,3 1-5 16,0-6-3-16,-1 18-2 0,1-8 0 0,0 2-2 15,0 5 5-15,0 0 2 0,0 0 0 16,-1 0 5-16,2 0-6 0,-1-2-2 0,-1 1 5 15,1-4-4-15,-2-2 2 0,2 2 1 16,0-4-9-16,0-1-21 0,0-2-3 0,2 0 0 16,-1-1 2-16,-1-4 6 0,1 7 12 0,-1-7-13 15,0 0-49-15,0 0-49 0,0 0-36 16,0 0-35-16,0-32-54 0,0 15-52 0,-1-1-200 16,1 0-528-16,1-5 234 0</inkml:trace>
  <inkml:trace contextRef="#ctx0" brushRef="#br0" timeOffset="8841.19">4855 3495 169 0,'-2'-3'295'15,"2"3"-18"-15,0 0-20 0,0 0-21 0,0 0-23 16,0 0-25-16,0 0-16 0,0 0-20 16,0 0-14-16,0 0-23 0,0 0-30 0,11 0-44 15,-11 0-57-15,12 3-77 0,-5 0-84 0,-2-1-165 16,2 0-371-16,-7-2 164 0</inkml:trace>
  <inkml:trace contextRef="#ctx0" brushRef="#br0" timeOffset="9239.89">5019 3831 117 0,'-1'3'231'0,"1"-3"-15"0,0 0-9 0,0 0-20 0,0 0-23 15,21-3-13-15,-10 0-16 0,1-3-12 0,0-2-12 16,6 0-8-16,7-5-16 0,-3 1-5 0,-3 2-10 16,0-2-8-16,3-1-1 0,-4 0-8 15,-4 1 1-15,0-3 0 0,3 4-1 0,-2-4 6 16,-2 5 12-16,-4 0 4 0,0 0 13 15,-4 4-2-15,-1 0-11 0,-2 1 3 16,2-1-12-16,-3 2-6 0,-2-1-13 0,1 5-7 16,-6-4-4-16,0 4-4 0,6 0-7 0,-20 4-2 0,8 2-6 15,-4 1-1-15,1 3-2 0,-2-1 0 16,-1 4-6-16,4 2 3 0,1 2-3 0,-6 1-1 16,10-6-3-16,0 5 2 0,0-3-3 0,4 3-6 0,1-2-4 0,4-3-9 0,2 1-2 15,0-2-10-15,3-1-11 0,4 1-18 16,0-2-30-16,1-1-34 0,4-4-38 0,6-4-66 15,0 1-214-15,0-2-472 0,-2-2 209 0</inkml:trace>
  <inkml:trace contextRef="#ctx0" brushRef="#br0" timeOffset="9568.84">5437 3632 95 0,'1'-4'290'0,"-1"4"-19"15,0 0-21-15,0-3-25 0,0 3-26 0,8-2-23 0,-8 2-20 0,8 1-15 0,-8-1-15 16,12 3-13-16,-4 0-13 0,1 1-8 0,0 5-8 16,0-2-5-16,3 5-7 0,0 0-3 15,-2-2-6-15,1 5-6 0,-1 2-6 0,-3-3 3 16,-2 2-7-16,0 1-5 0,-1 0-3 16,-3-5-2-16,2 2-2 0,-3 0-3 0,-3-3-2 0,2 1 0 15,-1-4-2-15,-1 3 3 0,-2-7 3 16,0 1 2-16,1 2 4 0,0-5 18 0,-1 1 27 15,5-3 16-15,-6 1 7 0,6-1 10 16,0 0 13-16,-10-9 14 0,7 2 5 0,2 2-1 16,1-8-21-16,0 1-12 0,4-6-14 15,1 0-12-15,1 1-10 0,4-8-9 0,4 4-17 16,-1 5-20-16,0-6-23 0,2 8-35 0,-2-2-28 0,1 5-49 0,-1 1-36 0,2-1-42 0,-6 4-54 16,3 1-55-16,-1-2-80 0,-2 4-228 15,-3-1-645-15,-2 2 286 0</inkml:trace>
  <inkml:trace contextRef="#ctx0" brushRef="#br0" timeOffset="10508.97">6603 3327 2 0,'4'-2'204'0,"0"0"-19"16,-4 2-17-16,5-2-20 0,-5 2-12 0,0 0-19 16,0 0-8-16,0 0-9 0,0 0-8 0,-8 10-2 15,1-2-6-15,-6 2-7 0,3-2-5 16,-6 5 19-16,4-2-9 0,-4 3-9 0,1 0 1 16,-7 2-11-16,8-2-6 0,-8 3-8 15,7-5-5-15,4 3 0 0,-1 0-7 0,1-1-6 16,3-2 2-16,2-4-8 0,0 5-1 0,1-3-1 15,2-2-3-15,1 4 1 0,2-3-3 0,3-1-1 16,3 4-3-16,-1-3 4 0,6 1 0 0,4-2-3 0,0 3 4 0,7-3-6 0,2 3-2 16,-6-2-3-16,9 2 3 0,-2 1-2 15,-8-4-1-15,1 1 0 0,-2-2-1 0,-5 1-2 16,0-1-2-16,2 3 4 0,-4 0-1 0,-5-3 15 16,1 0 5-16,-5-2 11 0,1 4 12 15,-2-4 5-15,-4 4-2 0,-3 2-7 0,-4-4-6 16,-5 1 1-16,-2-4-3 0,-7 6-5 15,0-3-2-15,5-2-9 0,-1-2-23 0,3 1-28 16,-4-2-41-16,0 1-46 0,5-1-64 0,4 0-72 0,1-5-151 0,2 2-437 0,6-4 194 16</inkml:trace>
  <inkml:trace contextRef="#ctx0" brushRef="#br0" timeOffset="10893.98">6942 3739 146 0,'0'0'307'0,"5"-6"-31"0,-5 6-26 0,0-3-24 16,5 3-24-16,3-5-23 0,-3 3-22 0,8-4-17 0,0 2-8 0,2-5-17 0,3 1-9 0,1 0-12 15,0 1-8-15,4-4-10 0,-4 1-7 16,0 0-7-16,-2-1-6 0,2 2-7 0,4-3-5 15,-6 3-5-15,-1-1-4 0,-4-1-1 16,-3 3 11-16,0 1 15 0,-2 0 12 0,-1 3 5 16,-4-2-2-16,1 0 4 0,-2 2-14 15,-1 0-7-15,0 4-12 0,-8-5 1 0,1 5-12 16,-3-3-3-16,-3 6-5 0,0 1-2 0,-9-2-1 16,-6 5-6-16,0 5 2 0,1-1-6 15,0 3-2-15,2 0-2 0,0 3-1 0,2-1-2 0,3 0 6 0,1 4-6 0,5-6 6 16,1 10-18-16,4-7-7 0,4 0-20 0,1 0 3 15,7-1-11 1,-2-3-16-16,8-5-25 0,0 1-44 0,1-3-53 0,10-1-89 0,-3-4-225 16,4-1-531-16,-1-3 236 0</inkml:trace>
  <inkml:trace contextRef="#ctx0" brushRef="#br0" timeOffset="11418.89">7343 3575 59 0,'4'-4'241'0,"1"0"-18"0,3 3-12 16,1-2-22-16,1 3-21 0,4 0-10 0,-1 3-10 15,-2-2-15-15,7 4-13 0,1-2-10 16,-2 6-13-16,-1-1-8 0,0 1-8 0,-5-1-6 16,3 1-4-16,3 4-5 0,-8-3-6 0,-4-1-7 15,-1 4-4-15,1 5-4 0,-5 0-3 16,0-1-2-16,-4 0-4 0,-1-3-1 0,-4-1-2 15,-3 1-1-15,1-7 1 0,2 0-1 0,-1-2 0 16,1 2 0-16,0-2 2 0,3-3 16 16,-3-2-2-16,9 0 14 0,0 0 2 0,-16-2 3 15,14-4 2-15,-1-1-12 0,3-4-4 0,4-2-9 0,4-3-2 0,1-2-8 0,10 0-17 0,-1-2 11 16,5 2-5-16,0 0-4 0,0-3-12 16,1 6 10-16,-2-3-6 0,2 4 3 0,-6 4-3 15,-1-2-2-15,-1 4 0 0,-2-4 11 16,-2 7 6-16,-2-1 12 0,-5 1 17 0,3 2 4 15,-2 0 12-15,-2 1 6 0,-1-3 2 16,-1 4-12-16,-2 1-4 0,8-3-9 0,-8 3-4 16,2-1-8-16,-2 1-9 0,0 0-5 0,0 0-10 15,0 0-8-15,8 0-3 0,-8 0 5 16,0 8-8-16,5-4 1 0,-5 0-8 0,0 5 3 16,0-1-2-16,0 5 8 0,0-3-6 0,1 1 1 0,-1-1 8 0,3 3-7 0,-3-1 8 15,0 0-2-15,1-1-7 0,-1-2 14 0,0-3-10 16,0 4 4-16,0-5-9 0,0 1 4 15,0-2-1-15,3 2 11 0,-3-6-11 0,0 6 12 16,0-6-4-16,1 3 6 0,-1-3-8 0,0 0-11 16,0 0 7-16,0 0-1 0,0 0-24 15,0 0-44-15,0 0-46 0,0 0-34 0,0 0-39 16,-5-16-55-16,6 6-83 0,-5-4-257 16,7 0-625-16,-2-4 276 0</inkml:trace>
  <inkml:trace contextRef="#ctx0" brushRef="#br0" timeOffset="11589.14">7826 3315 30 0,'-2'-2'367'0,"2"2"7"15,-8-3-33-15,8 3-17 0,-2-4-26 0,2 4-26 16,-3-1-29-16,3 1-17 0,0 0-29 16,0 0-39-16,0 0-40 0,0 0-37 0,9-4-47 15,-9 4-48-15,13 3-61 0,-7-1-65 16,8 1-82-16,-9 0-214 0,5-1-471 15,2 1 208-15</inkml:trace>
  <inkml:trace contextRef="#ctx0" brushRef="#br0" timeOffset="12215.79">8023 3582 132 0,'0'0'250'0,"-1"3"1"16,1-3-14-16,0 3-12 0,0-3-12 16,0 0-12-16,0 0-10 0,10 1-15 0,-10-1-14 0,13-1-16 0,-3-2-17 0,4 3-10 15,5-5-10-15,0 0-13 0,2 0-11 0,-2-2-9 16,9 0-8-16,-1-3 0 0,-9 3-7 16,6-5-12-16,-6 2-5 0,0 0-5 0,-3 2-2 15,0 0-15-15,-3 1 12 0,-3 1-5 16,-3 1-1-16,1 0 14 0,-3 1 6 0,-2 0 4 15,2 0-10-15,-4 4-6 0,0 0-11 16,0 0 4-16,-13-5-4 0,13 5-8 0,-18 4-1 16,7 0 4-16,-3 1-10 0,4 4-2 0,-7 0-1 0,-1 2 0 0,4 1-4 0,1 0 1 15,0 1-2-15,-1 2 2 0,4-2-3 0,0 0 3 16,0 0-6-16,3-2 8 0,5 0 0 0,-1 1-15 16,-1 1 10-16,1-3 3 0,5-1 12 15,-2 1-11-15,5 0 3 0,-2-2 2 0,1-2-4 16,1 2 12-16,2-4 0 0,2 1 0 15,2 0 4-15,-1-2 9 0,-10-3-7 0,19 1 21 0,-9-2 12 16,-10 1-11-16,23-8 8 0,-10 3 0 16,5 0 6-16,0-5-5 0,-8 2 2 0,8-4-7 15,-2 0 9-15,0 1-5 0,4-9-2 0,-2 8-16 16,-5-2 8-16,5-1 10 0,-8 4 13 0,0 1 6 16,-1 0 6-16,-1 5 2 0,-3-4-2 0,2 4-3 15,-4-1-3-15,2 2-2 0,-1 0-7 0,-1 2-7 16,1 0-4-16,-3-1-10 0,1 0-8 0,-2 3-3 15,0 0-9-15,0 0-6 0,6-3-5 16,-6 3-3-16,0 0-5 0,10 6-3 0,-8-2-2 0,3 2-10 0,0-1 2 0,2 4-2 16,-1 3-3-16,2-4 3 0,-2 4-3 15,-1-2-3-15,1 1-3 0,0-1 3 0,-2 2-9 16,1-3-18-16,-1 1-3 0,-2-4-30 0,2 2-25 16,-3-3-31-16,2 0-26 0,0-1-21 0,-3-4-12 15,3 5-18-15,-3-5-86 0,0 0-370 0,0 0-722 16,0 0 319-16</inkml:trace>
  <inkml:trace contextRef="#ctx0" brushRef="#br0" timeOffset="12378.91">8833 3572 129 0,'0'0'388'0,"0"0"-7"0,9 3-1 0,-9-3-33 16,0 0-27-16,0 0-32 0,0 0-30 0,0 0-22 15,0 0-32-15,0 0-63 0,5 0-63 0,-5 0-83 16,0 0-96-16,0 0-127 0,0 0-242 0,0 0-508 16,0 0 225-16</inkml:trace>
  <inkml:trace contextRef="#ctx0" brushRef="#br0" timeOffset="13896.83">2274 4388 73 0,'0'0'128'0,"5"0"-5"0,-5 0 2 0,8-2-5 0,-1 1-2 15,-1 0-12-15,1 0-7 0,6-2-10 0,1 2-4 16,-1 0-3-16,6-2 1 0,0-1-9 0,2 4-7 0,2-3-1 16,5-1 22-16,0 3-7 0,5-1-5 0,-1-3-3 0,1 4-8 31,3 1-5-31,4-1-1 0,10-1-6 0,-10 2 2 16,14-1 1-16,-4 0-1 0,5 0 2 0,1-1-1 0,-5 0-3 0,7 2-2 0,-3-6-4 0,2 5-4 15,3-3-1-15,0 0 0 0,2 2-2 0,3-2-3 31,-1 1-5-31,-2 3-1 0,6-5-2 0,-3 0 0 0,2 2-6 16,-4 1-1-16,0-3-2 0,0 3 2 0,-3-1-2 16,2 0-3-16,1 0-1 0,0 2 1 0,-2 0-1 15,3-1-3-15,0 1 0 0,-3 1-3 0,-1-1-1 16,-1 1 1-16,2 0-1 0,-7-2-1 0,2 2 0 16,-2 0 0-16,-3 0 0 0,0-2-1 15,4 1 1-15,0-3-3 0,-3 2 4 0,3 2 2 0,-1-2 6 0,1-1 0 0,1 2 5 16,-1-2-1-16,0 0-2 0,-1-2 0 15,1 2-1-15,-2 0-4 0,6-1 5 0,-6 2-2 16,1 1 0-16,-3-3-5 0,3 3 2 0,-4-2 0 16,4 2-3-16,-3-2-5 0,1 2 1 0,2-2 2 15,-2 0-1-15,-1 0-3 0,1 0-1 0,-13 3-1 16,15-4-2-16,-15 2 3 16,13-1-8-16,1-2 9 0,-12 2 3 0,15 1-4 15,-3-1 5-15,-1 2-5 0,2-5-1 0,-4 6 0 16,5-2-2-16,-2-1 6 0,-3 2 5 0,4-2 2 15,-3 3 3-15,-13 0-5 0,13 0 1 0,-12 0-15 16,0 0 13-16,1-2-3 0,-2 4-3 0,3-2 1 16,10-2 7-16,-15 2-6 0,4 0 1 0,-2-4 3 15,1 4-4-15,1-2 0 0,16 1-1 0,-5-2 2 0,-15 5-1 0,4-4-3 16,11 1 2-16,-14 1-13 0,0-1 12 0,3 1 0 16,-2-3 3-16,0 2-4 0,3-2 0 15,-2 3 3-15,-2-2-4 0,1-1 2 0,0-1 5 16,2 3-3-16,-3-2-1 0,0 2 4 0,1-2 0 15,-1 1 1-15,0 0-1 0,3-2 1 0,-3 2 0 16,3-3-4-16,-3 1 6 0,1 2-3 0,-1-1 0 0,0 1 5 0,-4-1 2 16,1 1-12-16,-2 0 22 0,-2 0-7 0,-3 0 0 15,1 0-2-15,-6 1-1 0,0-3 6 0,-1 2-4 16,1-1-4-16,-3 1 0 0,2-1-3 0,-3 0 4 16,2 3-1-16,-1 0-7 0,0-1 1 0,-6 0 0 15,6-1 0-15,-3 0 4 0,-5 2 4 0,1-1 0 16,-2 0 9-1,-1 1 2-15,-9 0-1 0,10 0 12 0,-10 0 7 16,10-1 8-16,-10 1-1 0,0 0-2 0,10 0-6 0,-10 0 0 16,0 0-3-16,0 0 3 0,9-1-10 0,-9 1-5 15,0 0 6-15,0 0-4 0,0 0-7 16,0 0-6-16,8-1-1 0,-8 1-20 0,0 0 19 16,0 0 0-16,0 0-6 0,0 0 4 0,0 0-24 15,0 0 22-15,0 0 0 0,0 0-6 0,0 0-3 0,0 0 0 0,0 0 0 16,0 0 2-16,0 0-2 0,0 0-2 0,0 0-18 15,0 0-25-15,0 0-16 0,0 0-35 0,0 0-25 16,0 0-62-16,3-6-84 0,-3 6-101 0,0-9-260 16,-3 4-676-16,3 5 299 0</inkml:trace>
  <inkml:trace contextRef="#ctx0" brushRef="#br0" timeOffset="14297.45">9551 3442 384 0,'0'0'504'16,"0"0"-12"-16,0-4-23 15,0 4-43-15,0 0-29 0,0 0-37 0,0 0-38 16,0 0-31-16,0 0-27 0,0 0-28 0,0 0-28 16,0 0-38-16,0 0-62 0,0 0-82 0,0 0-88 15,0 0-77-15,0 0-65 0,0 0-78 0,7 10-95 16,-5-3-223-16,0 0-648 0,-1-1 288 0</inkml:trace>
  <inkml:trace contextRef="#ctx0" brushRef="#br0" timeOffset="14435.5">9541 3867 244 0,'-1'4'283'0,"-2"3"-3"0,2-5-2 0,1-2-20 15,0 3-28-15,0-3-32 0,0 0-53 0,0 0-53 16,0 0-65-16,15-16-81 16,-4 12-105-16,-2-6-145 0,6 2-329 0,-1-6 146 15</inkml:trace>
  <inkml:trace contextRef="#ctx0" brushRef="#br0" timeOffset="14620.13">10101 3680 3049 0,'0'0'330'0,"-2"4"-131"15,2-4-72-15,-2 3-34 0,2-3-18 0,0 0-23 0,0 0-16 16,0 0-8-16,19-6-8 0,-8 5-33 0,2-2-36 15,6 0-58-15,2 2-70 0,7-5-111 0,-1 1-275 16,1-2-609 0,-8 2 270-16</inkml:trace>
  <inkml:trace contextRef="#ctx0" brushRef="#br0" timeOffset="17964.09">2521 5677 222 0,'1'-11'237'0,"0"4"-1"16,1 0-5-16,0 1-14 0,-2 2-21 0,0-3-11 15,0 3-15-15,0 0-20 0,4 2-16 0,-4 2-10 16,0-5-37-16,0 5-27 0,0 0-13 0,0 0-2 0,-4 15-4 0,2-4-8 16,-2 11-2-16,-1 5-6 0,-3 2 1 0,2 5-4 15,0 2 3-15,1-2-5 0,-2 0 1 0,0 0-5 16,5-1-2-16,-5 15 3 0,5-14-4 0,-1-3 2 15,2 2-1-15,0-9-2 0,-1-5 3 0,1-1-5 16,2-2 1-16,-2-4-1 0,2-2-7 0,-1-2-5 16,-1-2 3-1,1-2 3-15,-1 2 2 0,1-4-2 0,0-2-27 0,0 0-19 16,0 0-22-16,-9-9-15 0,6-1-6 16,-4-5-11-16,4-1-5 0,-2-3-18 0,-4-7-24 15,6 0-29-15,-4-4-132 0,0-5-330 0,4-1 146 16</inkml:trace>
  <inkml:trace contextRef="#ctx0" brushRef="#br0" timeOffset="18249.87">2401 5298 163 0,'-3'-10'198'15,"2"1"-2"-15,-2 1-15 0,3 1-11 0,0 2-24 16,0 0-18-16,0 1-12 0,0 4-18 0,0-5-12 16,4 5-6-16,5 0-9 0,0 1-3 0,2 3-8 15,1 0-5-15,7 4-7 0,1 4-4 0,4 5-2 16,1 0 1-16,2 6-6 0,-3 0 0 0,-1 1-8 0,-1 2 0 0,-2 3-1 15,-1-4-1-15,-6 3-3 0,-1 0-4 0,-7 0 0 16,-4-3 1-16,-2 1 4 0,-8-2-4 16,-1 1 3-16,-6-4 7 0,-4-4 7 0,2 1 0 0,0-5 3 15,0-3 4-15,-1 2-3 0,2-3 0 16,-8 2 6-16,6-5-11 0,1 0 4 0,0 1-3 16,3-2-1-16,2-1-2 15,3-3-6-15,1 3-1 0,0-4-5 0,2 3-1 16,4-1-6-16,-4-1-18 0,2 1-45 0,1 0-40 15,4-2-12-15,-5 3-18 0,5-3-32 0,9 9-49 16,-5-7-181-16,4 1-408 0,2-3 181 0</inkml:trace>
  <inkml:trace contextRef="#ctx0" brushRef="#br0" timeOffset="18650.95">2905 6002 123 0,'0'0'213'0,"0"0"-27"0,0 0-14 0,-1 2-22 16,1-2-17-16,0 0-11 0,2 6-9 0,2-5-11 15,2 0-6-15,0-1-12 0,3 0-8 0,2-1-4 16,4-3-11-16,-2 1-2 0,5-1-8 0,0-1-3 15,3-2 2-15,-6-4-10 0,4 0-9 0,0 3-3 0,1-4 1 16,-3 0-4-16,-1-2-1 0,-1 2 0 0,-1-4-5 0,0 2 1 16,-4 0 10-16,-1 0 19 0,-2 4 11 0,-1 1 16 15,-2 2 2-15,-4 1 0 0,1 1-5 0,-2-2-9 16,1 3-7-16,-4 1-12 0,-2 1-2 0,-2 1-8 16,-3 2-5-16,-3 4-1 0,-4 2-7 0,1 2-4 15,-1 1-2-15,0 2-3 0,-2 5-4 0,4-4 1 16,-4 5-3-16,2 2-1 0,3 1 5 0,-1-1-4 0,6-1 1 0,0 5 0 15,2-5-20-15,2 6-21 0,6-7-9 0,2-1-15 16,1-1-39-16,2 0-47 0,0-5-80 16,3-3-182-16,2-3-438 0,0-2 193 0</inkml:trace>
  <inkml:trace contextRef="#ctx0" brushRef="#br0" timeOffset="19188.46">3312 5870 61 0,'0'0'316'0,"0"-5"-37"15,0 5-34-15,-2-4-25 0,2 4-27 0,0 0-19 0,0 0-18 0,0 0-16 0,21 6-16 16,-12-2-13-16,0 0-11 0,2 4-8 16,3 2-11-16,1 0-9 0,-3 2-5 0,1 0-7 15,1 4-6-15,-5-3-7 0,1 0-1 16,-2 3-7-16,-6-1-2 0,2 4-6 0,-1-2-2 15,-3-3-5-15,-3-1 2 0,-1-4-2 0,2 0 0 16,-5 2-2-16,2-7 1 0,0 3 8 16,1-1 8-16,-1-2 13 0,1-3 9 0,3 1 7 15,1-2 3-15,0 0 2 0,0 0-9 0,-13-7-8 16,13-5-5-16,3 1-13 0,3-5-6 16,7-8-24-16,5 2-10 0,-1-2-1 0,3 4-3 0,2 1 0 0,-2-1-3 0,2 0-1 15,1 3 3-15,-6 5 0 0,2 2-2 0,-3-1 5 16,1 1 0-16,-1 2-2 0,-4 3 1 0,-3-1 1 15,1 1-3-15,-4 3 5 0,0-2-2 16,-1 1 10-16,0 3-10 0,-1-1 8 0,-4 1 1 16,0 0 4-16,9-3 2 0,-9 3 0 15,5-3-5-15,-5 3 8 0,4-1-7 0,-4 1-6 16,0 0-1-16,0 0 4 0,7 4-4 0,-5 0 2 16,-1 1 0-16,-1 0 3 0,5 5-5 0,-5-1 6 0,0 1-4 0,1 2 2 0,-1 4 2 15,3-3-4-15,-3 4 2 0,1 0-2 16,-1-1 1-16,1 1 6 0,-1-6-4 0,0 5 0 15,0-3 2-15,0-2-3 0,0 1 2 0,0 0 2 16,0-3 1-16,0-1-5 0,0-3 5 0,0 0 3 16,0 0 0-16,-1-3 2 0,1-2 0 0,0 7 5 15,0-7 1-15,0 0-21 0,0 0-32 0,0 0-34 16,-9-12-39-16,4 3-42 0,0-1-57 16,0-5-73-16,-3-4-206 0,1-4-522 0,-1-2 231 15</inkml:trace>
  <inkml:trace contextRef="#ctx0" brushRef="#br0" timeOffset="19330.24">3663 5646 245 0,'0'0'294'0,"0"0"-28"15,1-7-24-15,-1 7-28 0,3-4-25 0,-3 4-18 16,0 0-28-16,1-3-21 0,-1 3-29 16,0 0-41-16,16 7-40 0,-9-3-52 0,1 1-73 15,0 1-202-15,-2 3-342 0,1-3 151 0</inkml:trace>
  <inkml:trace contextRef="#ctx0" brushRef="#br0" timeOffset="19756.84">4114 5845 143 0,'0'0'223'0,"0"0"-25"0,0 0-22 0,0 0-18 16,0 0-15-16,0 0-16 0,-9 7-10 15,7-5-14-15,-5 3-14 0,2 0-4 0,-4 2-13 16,3-2-5-16,-2 5-3 0,-1-1-11 0,0-1-1 16,0 1-5-16,0 0 1 0,2-1-12 0,-3 6-3 0,2-4-4 0,1 1-3 0,3 2-2 15,-3-2-3-15,4 0 4 0,1 1-7 0,-2-2-2 16,3 3-4-16,-1-4 1 0,2-2 1 15,0 1 11-15,2-2 12 0,-1 0 17 0,4 0 14 16,0-3 7-16,3-3 5 0,1 2-3 0,4-4 4 16,4 0-3-16,-5-5 0 0,7 0 7 0,-1-2-6 15,4-7-6-15,-7 4 12 0,0 3-11 16,1-4-3-16,-5 0-8 0,2 0 5 0,-3-2-1 16,-2 3 7-16,-4 2-20 0,1-4-3 15,-4 2-5-15,0 1-9 0,-1 0-5 0,-5 2-12 16,2-1-9-16,-4 3-17 0,-2 1-9 0,-1 2-11 15,-3 1-19-15,-2 3-22 0,-2-1-29 0,-2 2-37 0,2 2-42 0,6 1-47 0,-2-3-68 16,0 2-177-16,2-1-506 0,4 2 225 0</inkml:trace>
  <inkml:trace contextRef="#ctx0" brushRef="#br0" timeOffset="20665.55">4774 5908 198 0,'0'-8'261'0,"0"3"-14"0,-3 1-10 0,3-3-18 16,-4 2-17-16,-1 0-21 0,1 1-17 15,-6-1-14-15,-2 1-17 0,2 2-13 0,-4 2-14 16,-4 0-11-16,-3 2-12 0,-8 1-10 0,8-2-5 16,-9 5-7-16,1 2-5 0,1 1-10 0,2 0 6 15,-2-1-15-15,9 2-1 0,-1 1-9 16,4-3 1-16,0 4-5 0,5-7-5 0,0 8-2 16,5-4 1-16,-1-1 1 0,2 2-3 15,4-3 0-15,1-1 6 0,1 4-6 0,7-3-4 0,3-2 3 0,1 0-1 0,7-3 0 0,-1-1 1 16,3-1-1-16,7-5-2 0,-6 0 11 15,5-3 10-15,0-1 10 0,0-3-2 0,-2-2 12 16,-2-3 5-16,-1 2 3 0,1-2 7 16,-6-3 1-16,-2-1-2 0,3-5 4 0,-4 1-2 15,-1-2 12-15,-4-7-9 0,-3 2-11 16,5-1 14-16,-4-1 3 0,-5 2 5 0,1 1 14 16,1 5 21-16,-1 5-5 0,-6 3 3 0,3 1 6 15,3 5 5-15,-3 2-11 0,0 3-13 0,1 0-13 0,-1 4-15 0,1-3-24 0,-1 2-47 31,0 4-56-31,0 0-58 0,0 0-6 0,0 0 11 0,-2 13 11 0,-2 2 11 0,1 4 7 16,-2 10 8-16,1 0 10 0,-1 5 10 0,0 0 3 16,0-1 6-16,4-1 3 0,-3 2 6 0,4-4 7 15,-3 0 0-15,7-3 6 0,0-2-10 16,0-7 5-16,1 2-1 0,1-7 1 0,0-2 6 16,1 3 3-16,3-9 4 0,-1 5 5 15,4-7 5-15,5 2 11 0,-5-3 0 0,6-4-6 16,-3-3-6-16,6 1 7 0,-3-3 8 0,-2-2-4 15,1-3 6-15,-3 6 5 0,3-5 1 0,-2-1 8 0,-3 1 6 0,-4 2 16 0,0 0 15 16,0 1 5-16,-1-1 11 0,-3 5-1 16,0-1 11-16,0 0-3 0,-1 0-3 0,-2 2-14 15,2 0-4-15,-2 1-12 0,0 0-8 16,-2 2-6-16,0 0-17 0,4-4-18 0,-4 4-24 16,0 0-13-16,0 0 1 0,0 0 4 0,1 9 4 0,-2-2-1 15,0-2-4-15,-1 3 7 0,1 1 6 16,0 0-2-16,0 4 7 0,-1-2-3 0,1-2 2 15,0 1 0-15,-1 1-15 0,2-5-16 16,2 1-20-16,-2-1-9 0,0-4-20 0,1 1-2 16,-2 3 0-16,-1-2 0 0,2-4 0 0,0 0-39 0,0 0-68 0,0 0-64 0,0 0-70 15,-3-13-251 1,1 1-630-16,1 3 279 0</inkml:trace>
  <inkml:trace contextRef="#ctx0" brushRef="#br0" timeOffset="20798.9">5118 5625 104 0,'0'-8'281'0,"0"8"-25"16,0-3-27-16,0 3-22 0,0 0-23 0,0 0-13 15,0 0-28-15,4-2-20 0,-4 2-42 0,0 0-37 16,13 5-55-16,-8 0-68 0,1 0-92 0,1-3-90 16,-1 4-282-16,2 1 125 0</inkml:trace>
  <inkml:trace contextRef="#ctx0" brushRef="#br0" timeOffset="21230.78">5451 5791 30 0,'1'5'200'0,"-1"-5"-20"0,0 0-9 16,0 3-6-16,0-3-9 0,0 0-12 0,0 0-8 15,1 4-10 1,-1-4-4-16,5 1-6 0,-5-1-7 0,9 0-10 15,-1-1-8-15,3-3-10 0,0 1-7 0,-1 1-9 16,4-4-3-16,-2 0-1 0,4-1-14 0,-6-1-4 16,8-1-7-16,-9 1-1 0,-1 1-5 0,3 2 10 15,-6 0 20-15,3-3 14 0,-4 4 11 0,1 0 9 16,0 2-7-16,-2-2-13 0,-3 2-9 0,0 2-8 16,0 0-5-16,-17 0-12 0,7 5-2 0,-8 2-5 0,0 1-6 0,-8 4-6 15,5 4 8-15,-3 1-15 0,1 2 0 16,1-2-1-16,0 3-1 0,3-2-1 0,9-1-4 0,1-1-1 15,-3 0 1-15,7 1 3 0,1-2 2 0,4-1 3 16,3-2 4-16,2-1-2 0,1 1 15 0,7-2 1 16,-1-1 6-16,6-3 1 0,-3-2-6 0,7 1 2 15,-1-2-7 1,1-2 4-16,-3 0-3 0,3-1-2 0,-7 3 3 16,4-2 4-16,-7-2 8 0,-1 0 1 0,-3 1-1 0,-8 0-3 15,12-2-10-15,-12 2 1 0,10-1 4 0,-10 1-14 16,0 0-35-16,10-2-61 0,-10 2-86 15,0 0-99-15,0-5-339 0,0 5-648 0,-1-7 287 16</inkml:trace>
  <inkml:trace contextRef="#ctx0" brushRef="#br0" timeOffset="21969.21">6432 5678 70 0,'-3'-5'327'0,"6"-4"1"0,-3 1 0 0,0-2-5 0,0 3 3 15,0-1-13 1,0 3-13-16,-3-1-19 0,3 0-22 0,0 1-21 16,0 5-34-16,0-6-24 0,0 6-13 0,0-6-28 15,0 6-37-15,0 0-4 0,0 0-16 0,0 0-6 16,3 15-2-16,-7-2-16 0,2 4-7 0,0 4-5 15,-4 3-8-15,2 4-3 0,0-1 0 0,-2 3-1 0,1-1-7 16,0 1 0-16,-3-4-7 0,3 1 0 0,1-3 3 16,0-5-2-16,2-2-4 0,-2-1-2 0,3-6 13 0,-1-2-28 15,1 0 19-15,0-3 1 0,-3-1 4 0,4 0 21 16,0-4 53-16,-1 5 51 0,1-5 20 0,0 0-21 16,0 0-10-16,-1-14-30 0,-1 4 1 0,2-7-13 15,0 0-7-15,3-9-11 0,-1 1-13 0,2-5-9 16,0-3-15-16,2-13-12 0,2-2-7 0,-2 1-10 15,7-2 2-15,-4 0-9 16,-6 15 8-16,3 0-1 0,0 3 1 0,-2 4-3 16,0 7 2-16,-3 9 10 0,2-1 3 0,-2 1-1 15,3 5-8-15,-4-2 2 0,4 4-1 0,-4-1-9 0,0 0-3 0,3 2-15 0,1 1 2 16,3 0-12-16,3 2-13 0,4 2-17 0,-2 0-21 16,3 6-18-16,3 0-29 0,9 3-29 0,-3 4-39 15,-2 2-34-15,0 1-36 0,-1 0-42 16,-3 1-49-16,4-1-81 0,-12-4-265 15,-1-2-751-15,-1-4 332 0</inkml:trace>
  <inkml:trace contextRef="#ctx0" brushRef="#br0" timeOffset="22312.12">6375 5870 84 0,'-6'4'264'15,"3"-3"-13"-15,-1 3-12 0,4-4-16 0,-4 4-13 16,4-4-16-16,-5 3-14 0,5-3-15 0,0 0-13 16,0 2-9-16,0-2-4 0,0 0-11 15,15 3-11-15,-2-3-11 0,7-3-11 0,2 1-8 0,10-3-10 0,4 0-10 0,-3 0-1 0,2 1-12 16,-2-1-4-16,-2 2-5 0,-3 1-5 15,-7-1-4-15,-4 2-2 0,-3 0-2 0,-4-1-5 16,3 1-1-16,-8 0-4 0,1 1 12 16,-6 0 5-16,11-1 2 0,-11 1 0 0,5 0 1 0,-5 0-6 15,9-2-16-15,-9 2-12 0,4-2-24 16,-4 2-31-16,0 0-34 0,0 0-43 0,0 0-46 16,0 0-50-16,-22 2-273 0,22-2-534 15,0 0 237-15</inkml:trace>
  <inkml:trace contextRef="#ctx0" brushRef="#br0" timeOffset="23124.74">7061 5793 155 0,'0'-5'462'0,"0"-1"-22"15,0 6-19-15,0-3-23 0,0 3-19 0,0 0-36 16,0-4-38-16,0 4-32 0,0 0-28 16,0 0-29-16,0 0-24 0,0 0-26 0,0 0-27 15,0 0-14-15,0 0-17 0,0 0-10 0,0 11-10 0,0-3-15 0,0 1-5 0,0 2-4 16,0 2-7-16,-2 1-3 0,0 4-7 0,-2-2 1 16,4 0-10-16,0-4 0 0,0 0-5 15,0 0-2-15,0 0-6 0,2-4 1 0,-2 0-3 16,1-2-1-16,-1-1-13 0,1-1 13 0,4 1 4 15,-2-3 1-15,-3-2-4 0,12-2 0 16,-3-3-3-16,4-1 0 0,-4 1-2 0,6-7-3 16,1 4 1-16,-1-4 3 0,-1-1-11 15,0-1-1-15,-1 0 6 0,3-1-9 0,-3 1 3 0,0 2-2 0,0-2 1 0,-5 4-2 0,-2 2 0 16,-1-1-1-16,0 4-1 0,0 2-2 16,-1 0-5-16,0-1-9 0,-1 3-14 0,0-3-17 15,-3 4-28-15,0 0-3 0,9 0 9 0,-9 0 12 16,4 9-4-16,-1-6 10 0,-1 4-26 15,6 3 19-15,-3-3-5 0,5 3-13 0,-1 0-10 16,0-1 3-16,1 1-29 0,3 2-3 0,0 0-11 16,1-4-1-16,1 1 1 0,3-4 5 15,-2 2 5-15,0-4 4 0,3-1 10 0,-6 1 8 16,2-6 13-16,-2 1 6 0,0-1 11 0,-3-1 17 16,3-1 22-16,-4-3 24 0,1 1 23 0,-1-3 15 15,0 1 19-15,4-3 20 0,-4 3 12 0,-1-1 28 0,-2 0 9 0,0 1 3 0,-1 3 4 16,-2 1-2-16,2-2-3 0,-2 2 1 15,-1 2-19-15,-1-2-14 0,1 1-12 0,-2 4-15 16,3-5-11-16,-1 3-14 0,-2 2-4 16,0 0-12-16,0 0-12 0,0 0 2 0,0 0-4 0,5 12-4 15,-5-5 5-15,-1 1-4 0,-2 2-3 16,2 1 10-16,-1 1-2 0,-1 0-8 0,0 4-3 16,2 0-1-16,-2-4-19 0,1 0 20 15,-2 0 2-15,1 0-8 0,2-3 3 0,1-1-7 16,-1-5-1-16,1 4 4 0,-2-2 3 0,4-2 11 15,-2-3 19-15,-2 5 18 0,2-5 32 0,0 0-4 16,0 0-8-16,0 0-8 0,11-8-5 0,-7 2-8 0,2-3-6 0,3 4-4 0,-1-5-1 16,1 3-7-16,-1-4-11 0,1 2 2 15,-1 2 0-15,1 1-4 0,-1-1-3 0,-2 2-1 16,-1 1-4-16,-1 3-4 0,1-2-4 0,0 1-4 16,0-1-7-16,3 3-17 0,-8 0-12 15,10 1-10-15,-1 1-46 0,0 0-8 0,3 1-49 16,-1 1-37-16,-2 0-43 0,4 0-45 0,-3 2-61 15,4-3-84-15,-1 1-232 0,-2-3-706 0,2 2 313 16</inkml:trace>
  <inkml:trace contextRef="#ctx0" brushRef="#br0" timeOffset="24044.19">8041 5849 96 0,'-5'-2'247'0,"5"2"-24"0,-3-2-15 15,3 2-20-15,0 0-15 0,0 0-16 16,0 0-14-16,0 0-13 0,0 0-13 0,0 0-6 16,0 0-11-16,0 0-7 0,0 0-11 15,0 0-5-15,18 0-8 0,-11 0-7 0,1 0-8 16,0-2-5-16,2 0-4 0,2 1 0 0,1-2-6 16,-3 1-5-16,1-2-6 0,0 1-4 0,0 0-1 15,1-2-2-15,-3 1-1 0,-3 1-4 16,0-1 0-16,3-3 1 0,-5 2 13 0,-3 4-1 0,2-3 1 0,1 1 3 0,-3-2-2 0,-1 5-6 15,0-5-4-15,0 5-2 0,-9 0-2 0,9 0 0 16,-13 0-4-16,3 3-1 0,-3 3 1 16,-1-1-3-16,-1-1 1 0,0 5-3 0,-1 1-2 15,1 1 0-15,1-1-3 0,1 2 2 16,-1 0-1-16,4 1 1 0,1-3-2 0,0 3-1 16,1 3 4-16,3-4-1 0,1-3-3 0,4 3 2 15,3 1 5-15,-2-4-1 0,4 0-2 0,4-1 3 16,5-2-4-16,2-2 1 0,4 1 2 15,3-3 0-15,6-2-3 0,0 0-2 0,4-5 0 16,0 0 0-16,-1-4-1 0,-4-3 2 16,1 1 1-16,-5-3-2 0,0-1 10 0,-1-3 18 0,-3 0 6 0,2-3 6 0,-4-3 8 0,-3-2 11 15,2-1 7-15,-7-3 3 0,3 1 21 0,-2-2 33 16,-3-1-2-16,3 1-6 0,-2 0 3 16,-2 2 15-16,-2 10 8 0,1-1 6 0,-3 5-8 15,1 3-4-15,-2 2-9 0,-1 1-14 16,1 3-13-16,-1 0-14 0,0 3-16 0,1-2-32 0,-2 5-31 15,0-2-37-15,0 2 0 0,0 0 5 16,-2 17 1-16,1-4 2 0,0 5 4 0,-1 9 4 16,-1 1 3-16,-1 1-1 0,0 4 3 15,0-1 3-15,3-2 0 0,-2 2-2 0,1-4 3 16,3 1 1-16,-2-4 1 0,1-7 7 0,0 0-4 0,-4-3-16 0,4-3-4 0,0-5 2 16,0 4-5-16,0-6 21 0,0 0-10 0,0 1 3 15,0-4 9-15,2 2 24 0,-2-4 32 0,0 0 0 16,0 0-6-16,0 0-6 0,0 0-9 15,-12-8 5-15,6 3-14 0,-1-3-4 0,1 0-10 16,-5 0-20-16,-4-1-8 0,2 0-7 0,-2 2 6 16,3 1 2-16,2 0 1 0,-3 1-4 15,7-1 2-15,-2 3-5 0,3 1 3 0,0-1-13 16,-1 2-15-16,6 1-12 0,-7-3-1 0,7 3-8 16,-2-3 10-16,2 3 2 0,0 0-4 0,15-3 7 15,-1 1-7-15,4 0 1 0,5 1-7 16,8-3-3-16,-1 1 6 0,2-2-2 0,3 1 4 0,0 3 4 0,0-3 3 0,-2-2 3 15,0 1 9-15,-1 1 0 0,-5 2 5 0,-4-2 8 16,-5 0 25-16,0-1 15 0,-8 1 27 0,3 3 20 16,-4-3 36-16,-4 1 14 0,0 3-4 15,-1-2 12-15,2 1-5 0,-6 1-7 0,8-1-13 16,-8 1-25-16,0 0 4 0,8-1-12 0,-8 1-15 16,0 0-10-16,0 0-16 0,5 3-5 15,-5-3 1-15,0 6-7 0,4 0 3 0,-3 1 0 0,-1 2-3 16,0-3-1-16,0 6-2 0,0-2-2 0,4 0-9 15,-3 3 3-15,-1-3-4 0,0 1-24 16,0 0-16-16,0-1-14 0,3-4-26 0,-2 2-35 16,0-3-27-16,-1 2-27 0,0-2-19 15,0-2-13-15,0-3-4 0,0 0-46 0,0 0-85 0,0 0-250 16,0 0-640-16,-15-11 283 0</inkml:trace>
  <inkml:trace contextRef="#ctx0" brushRef="#br0" timeOffset="24182.05">8891 5617 45 0,'1'-9'339'0,"0"1"6"16,-1-1-5-16,0-1-5 0,3 4-22 0,-2 1-34 16,-1 0-37-16,0 1-7 0,0 4-48 0,3-4-32 15,-3 4-49-15,1-3-32 0,-1 3-46 0,0 0-36 16,14 5-48-16,-9-1-57 0,3 2-62 0,-1-1-271 16,2 1-482-16,-1 2 214 0</inkml:trace>
  <inkml:trace contextRef="#ctx0" brushRef="#br0" timeOffset="24561.03">9312 5671 70 0,'0'0'242'0,"0"0"-15"0,-20-2-15 15,12 3-17-15,-1 2-17 0,-1 1-16 16,-1 1-12-16,-1 3-15 0,-2-1-14 0,0 3-12 15,0 2-11-15,2-1-10 0,0 2-6 0,-1 2-2 0,1-3-14 16,5-3-4-16,-1 4-2 0,4-2 10 0,-2-1-5 16,-2 2-2-16,8-1-2 0,-1 0-1 0,2-4-2 0,4 3 5 15,-1-3 6-15,0 0 5 0,5 1-2 0,1-3-7 16,3-3 2-16,5 2-7 0,0-2-6 0,1-2 0 0,0-3-6 16,0-2 4-16,0 0-3 0,-1-2 9 15,-1 2 10-15,-3-5-3 0,-3 3 9 0,0-3-13 16,-1-2-5-16,-2 1-11 0,-1-3 2 0,-4-2-9 15,0-1-2-15,-1 0 7 16,-4 5-18-16,0-4-18 0,-2 5 6 0,-3-1-8 16,-2 3-12-16,-3-3-13 0,1 5-12 0,-2 1-18 15,-5 0-17-15,1 3-17 0,-2 0-24 0,6 3-28 16,-5 0-41-16,4 1-36 0,3 1-38 0,2 1-239 16,1-2-531-16,3 2 236 0</inkml:trace>
  <inkml:trace contextRef="#ctx0" brushRef="#br0" timeOffset="24983.79">9609 5671 253 0,'0'0'317'0,"0"0"-33"0,0 0-29 16,2-2-30-16,-2 2-23 0,0 0-25 15,0 0-18-15,0 0-18 0,3 9-18 0,-3-5-10 16,-1 4-13-16,1 2-7 0,-3 1-9 0,-2 2-8 0,1 1-9 16,0 2-5-16,-1 4-4 0,-1-2-3 0,-2-2-6 15,-2 0-8-15,6 0 1 0,-2-4-5 16,2-2-5-16,-1-1 0 0,1-4-6 0,0 2 2 0,4-2-2 0,-1-1 20 16,-2 0 32-16,2 0 47 0,1-4 37 0,0 0 0 15,0 0-18-15,0 0-20 0,15-12-5 0,-7 5-6 16,1-3-7-16,5 0-20 0,0-2-20 0,1-1 3 15,1 0-8-15,-1 0-1 0,-2 0-10 0,-3 7-5 16,0-3-5-16,-1 4-6 0,-5 2-1 0,3-1-5 16,-4-1-11-16,2 2-4 0,-1 0-7 0,-4 3-1 0,9 1-5 0,-9-1-2 15,9 7-6-15,-4 1-8 0,0-1 12 0,0 4 4 16,-1-2 0-16,3 3 0 0,-1-2-3 0,2 2 0 16,-3 0 6-16,1-3-8 0,-2 1-4 0,4 1-25 15,-2-3-27-15,-1 1-12 0,2-1-41 0,-4-3-26 16,1-3-36-16,-1 1-48 0,3-1-73 0,-1-2-334 15,-5 0-683-15,11-5 302 16</inkml:trace>
  <inkml:trace contextRef="#ctx0" brushRef="#br0" timeOffset="25200.6">10117 5536 288 0,'3'-4'475'0,"-3"0"-45"0,0 4-16 0,0-4-26 0,0 4-57 15,1-4-19-15,-1 4-38 0,0 0-33 0,0 0-58 16,0-4-81-16,0 4-79 0,0 0-65 0,0 0-58 16,12 9-71-1,-6 1-65-15,-2 0-250 0,1-1-526 0,-1 3 233 16</inkml:trace>
  <inkml:trace contextRef="#ctx0" brushRef="#br0" timeOffset="25347.27">10131 5891 141 0,'-1'6'245'0,"-3"0"3"0,-1 0 10 0,4-1 24 16,-2-2 16-16,2 1 15 0,1-4-6 0,0 5-8 0,-4-2-20 0,4-3-13 16,0 0-38-16,0 0-22 0,0 0-48 0,0 0-54 15,18-3-81-15,-11-2-77 0,4 1-82 0,3-1-108 16,-5-4-294-16,9 2-581 0,-1-1 258 15</inkml:trace>
  <inkml:trace contextRef="#ctx0" brushRef="#br0" timeOffset="25647.68">10626 5750 29 0,'0'0'371'16,"0"0"5"-16,0 0-9 0,0 0 2 0,-9 0-11 16,9 0-15-16,0 0-15 0,0 0-21 0,0 0-22 15,0 0-18-15,0 0-21 0,0 0-23 0,0 0-23 16,0 0-21-16,21-8-17 0,-9 7-20 0,9-2-12 16,-1-1-13-16,2 2-12 0,5-4-16 0,1 4-6 15,1-1-9-15,-11 1-4 0,1 0-21 0,-3 1 4 16,-5-1-8-16,-2 2-3 0,3-2-6 0,-5 1-5 0,1 1-5 15,-2-2-21-15,-6 2-5 0,9 0-18 0,-4 0-28 0,-5 0-34 16,0 0-62-16,5-2-74 0,-5 2-96 0,0 0-150 16,0 0-244-16,-29-4-763 0,18-1 338 0</inkml:trace>
  <inkml:trace contextRef="#ctx0" brushRef="#br0" timeOffset="42410">12306 5453 176 0,'4'-7'202'0,"-4"2"4"0,1 2-16 15,1-1-10-15,0-1-5 0,-1 0-10 0,2 1 1 0,-2 0 5 16,3 0-3-16,-4 1 1 0,1-2-11 0,2 1-2 15,-3 4 1-15,0-5-2 0,0 5-11 16,4-5-17-16,-3 2-4 0,-1 3-11 16,0 0-17-16,0 0-17 0,0-4-25 0,0 4-29 0,0 0-32 0,0 0-24 0,0 0 2 15,0 0 5-15,-5 21 2 0,-4-1 6 0,0 4-2 16,-5 4 2-16,-1 4 2 16,-7 12 1-16,3-1 2 0,-2 3 4 0,-3-2 0 0,1-3 5 0,4-8 3 15,5 0-5-15,-3-4 3 0,3-2 1 16,0 0-5-16,4-2 3 0,2-8 1 0,0 0-1 15,2-5-1-15,1-2 3 0,1-5 11 16,2 3 25-16,-1-4 32 0,1-2 41 0,2-2 3 16,-3 2-12-16,3-2-12 0,0 0-17 0,3-21-19 0,2 7-6 0,1-7-19 15,4-4-18-15,1 0-20 16,0-4-10-16,3 0-11 0,-1-5-12 0,2 0-5 16,3-11-4-16,3 4 1 0,-7 9 3 15,1 2 4-15,-1 2 6 0,0-1 3 0,0 3 6 0,-1 1 11 0,-2 1 3 0,0 7 6 16,0 2 1-16,1 1 10 0,-1-1 2 15,-2 6 1-15,0-1-4 0,-1 3 5 16,-2 0 3-16,-1 4-3 0,-1-2-4 0,1 1-6 16,-1 4 1-16,-4 0-1 0,9 4-2 0,-3-1-1 0,2 6 1 0,-3 4 1 15,2 3-1-15,0 9 1 0,1 1 1 16,-2 3 1-16,-2 3 4 0,0 0 0 16,-1 3-1-16,0-1 1 0,4 0 3 15,-6-2 2-15,3-1-1 0,-2-3 0 0,1 0 3 0,-2-9-1 0,0 1-2 0,1-4 2 16,-1-3 4-16,0-2 0 0,1-1-1 0,-2 0-2 15,0-1 4-15,0-4 0 16,1 0 1-16,-1-2 3 0,0 1 0 16,0-4-3-16,-1 5-30 0,1-5-46 0,0 0-54 0,0 0-49 0,0 0-48 0,-12-9-245 15,7 4-499-15,2 0 221 0</inkml:trace>
  <inkml:trace contextRef="#ctx0" brushRef="#br0" timeOffset="42684.71">12116 5810 45 0,'-9'1'308'0,"1"1"-8"0,-1-2-6 0,4 1-10 16,0-1-10-16,1 2-22 15,4-2-24-15,0 0-9 0,0 0-33 0,0 0-18 0,0 0-25 0,37-3-12 0,-1-2-6 16,16-4-17-16,6 3-6 0,-1-3-9 15,0 2-12-15,-7 2-15 0,-10 0-2 0,-3 1-7 16,-2-1-1-16,-3 4-10 0,-5-3 0 16,-10 4 3-16,-5-3-30 0,-2 3-11 15,-2 0-16-15,0 0-11 0,-2 0-26 0,-6 0-11 0,0 0-6 0,3 3-28 16,-3-3-38-16,-13 4-55 0,4-3-67 0,-4-1-236 16,1 0-525-16,12 0 232 0</inkml:trace>
  <inkml:trace contextRef="#ctx0" brushRef="#br0" timeOffset="44041.88">13551 5261 295 0,'0'-7'278'0,"0"2"-24"0,1 1-17 16,-1 0-26-16,3 0-27 0,-3 4-22 16,-3-6-19-16,3 6-21 0,0 0-12 15,0 0-14-15,6 11-12 0,-3 6-11 0,2 10-5 0,-7 4-9 0,4 15-6 16,-8 2-4-16,3 4-3 0,-4 4-3 16,-1 0-5-16,-4 0 15 0,7 0-6 0,0-5-4 15,-1 2-2-15,2-17-2 0,1 8-4 16,2-11-4-16,2 1-3 0,-2-3 0 0,2-5-3 0,1-7 1 0,-1-2-8 15,-1-7 1-15,0-1 0 0,1 1 7 0,-2-3 13 16,0-2 32-16,1-1 43 0,1-1 33 16,-1-3-15-16,0 0-14 0,5-12-8 0,0 4-27 0,1-1 14 0,1-5-20 15,-1-2-12-15,1-1-22 0,-3-1-14 16,1-1-9-16,-4 0-19 0,-2 1-16 16,-3-2-12-16,-1 2-13 0,-2 1 3 15,-2 0 0-15,-2 2 1 0,-2 1 2 0,-5-1 0 16,2 3 7-16,-10 2-2 0,7 1 4 0,-2 4 0 0,-7-2 4 0,9 2 4 0,-4 4-2 15,5-1 2-15,-2 0 3 16,7 1 3-16,0 1-5 0,3 1 4 16,5-2-20-16,-4 1-7 0,9 0 3 0,-5 3 3 15,5-3 5-15,0 0 4 0,23 2 8 0,-4-2-2 0,12 0 0 0,1-1 0 16,3-2 4-16,5 2 5 0,-1 0-5 16,0-4 3-16,12 2 2 0,-14 0 0 15,-4 1 0-15,2-1 0 0,-7 2 3 0,-10 1-1 0,-4 0 0 0,-1-3 3 16,-2 3 1-16,-3 0 9 0,-2 0 9 0,0-2 13 15,-6 2 9-15,8 0-4 0,-8 0-7 16,0 0-8-16,0 0-7 0,0 0-5 0,0 0-15 0,-21-2-9 0,13 4-17 16,-1-2-20-16,-1 0-25 0,2 2-29 15,-3 1-32-15,3-3-40 0,2 0-45 16,2 1-223-16,4-1-485 0,0 0 215 16</inkml:trace>
  <inkml:trace contextRef="#ctx0" brushRef="#br0" timeOffset="44807.9">14003 5641 2315 0,'2'-7'153'0,"0"2"42"0,-2 1 2 16,0 0-31-16,0 0-11 0,0 4-31 0,0-5-34 0,0 5-23 0,0 0-15 15,0-4-9-15,0 4-8 0,0 0-12 16,0 0-3-16,0 0-1 0,0 0-6 15,4 14 2-15,-4-7-3 0,0 3-5 16,2 0 3-16,-2 4-2 0,0 0 2 0,4 1 0 0,-4 2-1 0,0 2-2 16,0-1 4-16,2-2-2 0,0-2-3 15,-2-4 7-15,3 0-8 0,-1 0-1 16,0-3 8-16,0-1-9 0,-2 0 6 0,0-3-2 0,4 1 19 0,-4-1 29 0,0-3-6 16,0 0-15-16,13-5-12 0,-3 0 9 15,-4-4-7-15,3 1-1 0,0-4-4 16,0-2 6-16,4 2-3 0,-4-5-7 0,1 0-2 0,0 2 2 0,-2-2-5 15,-3 3 8-15,-1 2 9 16,0 2-3-16,0 2 8 0,-2 2 8 16,1 0 3-16,-1 2-15 0,1-1-6 0,-1 1-5 0,1 0-12 15,-2 2-30-15,-1 2-28 0,0 0 2 16,0 0 9-16,0 0 3 0,10 8 3 0,-4-2-7 0,1 0-13 0,0 2-3 16,3 1-12-16,1-1-9 0,-2 0-12 15,5 1-12-15,-1-1-12 0,3 0-7 16,1 1-15-16,0-4 0 0,2 2-3 0,0-2 1 0,-7-4 13 0,3 1 12 0,-2-2 10 15,0-3 11-15,-2-1 26 0,1-1 20 16,-1-3 35-16,-1-1 25 0,3-3 25 16,-3-1 20-16,-2 0 20 0,-2 3 23 15,2-5 17-15,-2 3 17 0,-2 1 13 0,1 0 6 0,2 4 3 0,-6 0-3 16,0 2 0-16,2 0-10 0,-2-2-13 16,3 3-15-16,-4 3-16 0,4-3-13 15,-4 4-14-15,2-4-14 0,-2 4-24 0,0 0-19 0,0 0 0 0,0 0-5 16,4 9-1-16,-4-1-1 0,3 1-1 0,-6 3 6 15,3-1-28-15,0 5 23 0,-4-1-18 16,4 3 17-16,-1 0-1 0,-4-2-7 0,5-5 8 16,-1 0 3-16,1-1 5 0,-3-2-9 15,2-3-9-15,2 2 7 0,-1-3 5 0,-1 0-1 0,1 0 38 0,0-4-9 16,0 5 28-16,0-5 17 0,0 0 7 16,0 0-13-16,0 0-6 0,11-8-7 0,-7 2-12 15,4-1-5-15,1-1 1 0,0-1-9 16,-3 1-3-16,1 1-5 0,-1 0-3 0,-2 2-5 0,2 0-2 0,-2 0-4 15,-1 1 3-15,0 2-7 0,-3 2-8 16,4-4 0-16,-4 4-14 0,4-2-22 16,-4 2 24-16,0 0-28 0,9 3-25 0,-3 1 0 0,1 0-29 0,1 2-33 0,-1 0-39 15,1 2-37-15,-1 2-47 0,1-2-66 16,1-1-77-16,-1 0-226 0,-2-2-665 16,-1 0 294-16</inkml:trace>
  <inkml:trace contextRef="#ctx0" brushRef="#br0" timeOffset="45699.11">14867 5654 8 0,'1'-2'337'0,"-1"2"-22"16,3-4-29-16,-3 4-29 0,2-2-23 0,-2 2-32 16,0 0-18-16,2-4-25 0,-2 4-15 0,0 0-14 0,0 0-13 0,0 0-5 15,0 0-19-15,13 4-15 0,-6-2-12 16,-2 1-15-16,4-3-11 0,-1 0-8 15,2 1-10-15,0-2-6 0,4-1-6 0,-2 1 1 16,-2-1-12-16,3 0-7 0,-3-1 0 16,3-4-1-16,-2 2 3 0,1 0 0 0,-4-2-1 0,-1-1 3 0,2 3 4 15,-4-3 5-15,-1 3 8 0,-1-2 14 0,2 1 11 16,-4 2-1-16,0-1 3 16,-2 1-4-16,0-2-5 0,1 6-5 0,-8-5-7 15,2 4-1-15,-2 0-2 0,-1 3-4 0,0-2-2 0,-4 5-1 16,-3 2 3-16,-2 1-7 0,3 1 2 15,-1 3-7-15,-2 1 2 0,4 0 0 0,0 1-2 0,1 0 0 16,3 3 3-16,3 0-1 0,-1-1 2 16,4 0-2-16,3-1 2 0,3-2-1 0,3 2 2 0,8-1 1 0,5-4 2 0,5 4-1 15,4-2 4-15,1-6-9 0,3 0-2 16,-1-1-7-16,2-5 0 0,0-2 1 16,1-2-3-16,1-2 2 0,-2-5 0 0,-3 0 1 15,-2-3 4-15,-2-4-3 0,1 0 3 0,-3-3 5 0,0-4 15 0,-5-1 12 16,-3-2 16-16,-2-4 21 0,1 1 13 15,-2-5 13-15,2-7 22 0,-7 8 9 16,1 5 8-16,0 3 4 0,-3 7 8 16,-1-4 20-16,-2 7 3 0,1 6 0 0,-2 2-8 0,0 3-20 0,1 0-12 0,-2 0-26 15,1 2-31-15,-1 4-52 0,0-6-57 16,0 6-21-16,0 0 12 0,-1 15 5 16,-2-3 10-16,0 6-1 0,0 8 1 0,-3 3-9 0,0 3 18 0,-2 2 5 15,1 1 2-15,2-1-1 0,-2 2 5 16,1-5-18-16,1 0-10 0,2-1 3 0,-2-4-10 15,5-9-6-15,-1 0 4 0,-2-2 3 16,2-4 6-16,0 0-5 0,1-5 3 16,0 1 9-16,0-2 18 0,-3-2 29 0,3 0 39 0,0-3 22 0,0 0-8 15,0 0-13-15,0 0-5 0,-10-6 0 0,5 0-11 16,-3-2-14-16,3-1 4 0,-4-2-6 16,1 2-7-16,-1-3-4 0,-4 0 1 0,6 3 0 0,-1 0-9 0,1 1-1 15,3 3 6-15,0-2-2 0,-1 4-13 16,4-2-5-16,-2 2-5 0,3 3-32 15,3-7 3-15,4 3-14 0,2 1-4 0,4 1-5 0,7-1-2 0,10-1-4 16,-1 3 4-16,4 1-9 0,-1 0-4 16,6-2 4-16,-3 0 2 0,3 2 5 15,1-1 7-15,-3-1 5 0,0 0 5 16,-4-1 6-16,-2-1 6 0,-2-1 3 0,-10 3 3 16,0-1 16-16,-4 1 28 0,-5 1 37 0,0-2 30 0,0-1 17 0,-3 2 28 0,-1 0 16 15,-2 1 8-15,2-1 1 0,-5 2-6 16,8-2-14-16,-6 2-15 0,-2 0-13 15,7-3-12-15,-7 3-13 0,0 0-29 0,0 0-12 0,0 0-19 0,0 0-10 16,5 5-4-16,-5-1 2 0,1 2-1 16,0-1 0-16,-2 1 2 0,1 5-8 15,1-2-14-15,-1 1-22 0,2 0-13 0,-4 0-20 0,4 3-13 0,-4-3-32 16,2 1-23-16,-1-2-21 0,0 0-30 16,-2-1-32-16,2-2-35 0,-2-2-57 15,-2 0-218-15,3-4-584 0,2 0 258 16</inkml:trace>
  <inkml:trace contextRef="#ctx0" brushRef="#br0" timeOffset="45859.63">15960 5374 174 0,'2'-8'318'0,"-2"3"-28"16,3-2-32-16,-1 4-26 0,-2 1-26 0,0 2-34 15,4-3-40-15,-4 3-36 0,7 0-36 16,-7 0-40-16,12 3-47 0,-7 2-52 0,7 0-68 0,-2 2-138 0,-1 0-307 15,1 0 136-15</inkml:trace>
  <inkml:trace contextRef="#ctx0" brushRef="#br0" timeOffset="46194.67">16335 5563 112 0,'-6'4'215'0,"-3"0"-20"15,-1 1-16-15,2 2-22 0,-1 1-16 0,-1-2-17 16,2 2-12-16,2 2-12 0,-3 2-9 0,0-4-9 16,4 1-10-16,1 0-5 0,0 1 13 0,0 0 0 15,4-1 2-15,-1 0 0 0,2-2 8 0,2 2 5 16,2-4 6-16,3 3 4 16,3-3-1-16,1-2-4 0,7 1-6 0,0-3-11 15,0-2-5-15,2-1-8 0,-3 0 4 0,3-2 0 16,-2-3 2-16,-6-1-5 0,5 2-2 0,-5-5-2 15,-3 1-6-15,3-2-6 0,-7 2-8 0,1-6-14 16,-2 1-11-16,-4 3-6 0,-1 2 15 0,0-2-18 16,-4 3-8-16,-1-2-4 0,-3 3-4 15,-1 2-4-15,-5-1-6 0,-1 2-8 0,-7 1-6 0,3 1-18 0,-4 6-22 16,4 0-28-16,-1-1-35 0,2 2-36 0,5 1-51 16,0-1-253-16,3 0-508 0,2 0 225 0</inkml:trace>
  <inkml:trace contextRef="#ctx0" brushRef="#br0" timeOffset="46542.17">16647 5617 230 0,'5'-2'386'15,"-5"2"-33"-15,0 0-36 0,7 0-32 0,-7 0-29 16,0 0-42-16,0 0-24 0,7 2-26 0,-4 1-14 15,-3-3-15-15,0 9-10 0,0 1-19 0,0 0-7 0,-3 4-9 0,-1 1-5 16,1 2-10-16,0-3-8 0,-1 3-7 0,-1-5-2 16,1-2-6-16,3 0-9 0,1-4-4 0,-3 2 2 15,2-3 5-15,1-1 7 0,-2 1 32 0,2-5 39 16,2 5-5-16,-2-5-11 0,0 0-15 0,19-14 3 16,-10 8-4-16,9-5-9 0,-8 4 4 0,6-5-2 15,-1 1-4 1,3 1-7-16,-3-1-5 0,-4 6-6 0,-3-1-1 0,0 0-11 15,-1 4-6-15,-4-1-12 0,3 3-7 0,0-1-16 16,-6 1-17-16,11 6-9 0,0 1-12 16,-1 1-23-16,1 6-40 0,3 1-54 0,-1 2-49 15,-4 1-89-15,2-3-130 0,0 0-251 0,-6-5-717 16,0-2 318-16</inkml:trace>
  <inkml:trace contextRef="#ctx0" brushRef="#br0" timeOffset="47915.05">18347 5121 291 0,'5'-17'289'0,"-3"5"-1"0,1 0-2 0,-1 1-4 16,0 1-3-16,0 1-15 0,-2 3-11 15,1-2-19-15,-1 4-12 0,2-1-33 0,-1 1-35 16,0 1-45-16,-1 3-26 0,0 0-18 0,0 0-10 0,-5 15-11 15,-4 0-4-15,-1 10-3 0,0 4-4 0,-5 5-6 16,-1 19-4-16,0 1 1 0,1 4 2 0,3-2 3 16,-5 26-4-16,8-27-5 0,5-1 0 0,-2-1-2 0,2 0 1 15,4-5-5-15,0-14 3 0,0 3-1 0,-1-6 0 16,1-5-2-16,-3-8-3 0,3 1 4 0,0-9-2 16,0 2-4-16,0-4 18 0,-1-3 10 0,1 1 15 15,-1-1 31-15,1 0 17 0,-3-4-18 0,3-1-6 16,-14-1-6-16,6-4 2 0,-2 2-8 0,-4-1-8 15,0-5-6-15,-4 1-4 0,7 1-1 0,-1-1-7 0,1 3-6 0,2-1-3 16,0 0-8-16,0 1-13 0,0-2-12 0,4 3-21 16,0-1-31-16,-2 2-30 0,1-2-45 0,2 2-55 15,2-1-71-15,0-1-66 0,2 0-307 0,0-2-681 16,4-2 303-16</inkml:trace>
  <inkml:trace contextRef="#ctx0" brushRef="#br0" timeOffset="48231.54">18087 5575 1973 0,'-11'1'145'0,"2"-1"-8"0,1 0-53 0,-1 0 12 0,9 0 5 0,-10-1-9 15,10 1-10-15,-5 1-10 0,5-1-6 0,-8 0 8 16,8 0 2-16,0 0-11 0,0 0-7 0,0 0-7 15,0 0 0-15,0 0 0 0,27 2-13 0,-6-5 6 0,13 2-14 16,4-3-2-16,12-1-2 0,-9 1 0 16,-4 2-2-16,-2 0-3 0,-3-2-2 0,-11 1-4 15,0 1 1-15,-9 1-6 16,0-1 4-16,-2 2-2 0,-5-3 3 0,3 3-11 16,-3-1-8-16,-5 1-4 0,6-1-11 0,-6 1-4 15,0 0-8-15,0 0-12 0,0 0-17 0,-24-3-6 16,14-1-31-16,5 4-30 0,-3 0-32 0,0 0-50 15,3-2-253-15,-3-1-500 0,4 0 221 0</inkml:trace>
  <inkml:trace contextRef="#ctx0" brushRef="#br0" timeOffset="48416.56">18786 5343 318 0,'1'-4'425'0,"-1"4"-25"0,0 0-37 16,0 0-42-16,4-7-36 0,-4 7-56 0,0-3-70 16,0 3-99-16,0 0-88 0,0 0-90 0,13 5-110 15,-5-3-137-15,-2 1-394 0,-2 1 174 0</inkml:trace>
  <inkml:trace contextRef="#ctx0" brushRef="#br0" timeOffset="48554.21">18703 5792 133 0,'-4'4'399'16,"0"2"7"-16,2-2 5 0,-2-1-16 0,3 1-29 15,-2-3-40-15,3-1-31 0,0 0-62 0,0 0-76 16,0 0-80-16,19-1-88 0,-10-3-97 0,4-3-136 16,-1 1-229-16,0-1-512 0,2-3 227 0</inkml:trace>
  <inkml:trace contextRef="#ctx0" brushRef="#br0" timeOffset="50422.3">19623 5286 20 0,'-1'-10'258'0,"1"3"6"0,-1-5-10 16,1 2-9-16,0 3-15 0,0-1-9 0,0 1 13 15,1 3-7-15,-1-1-16 0,0 0-11 0,0 1-30 16,0 4-21-16,0-5-22 0,0 5-32 0,0 0-17 15,0 0-4-15,0 0-16 0,-3 21-5 16,2 3-7-16,-3 8-5 0,-1 2-2 0,0 11 1 16,-3 4 4-16,-2-2-20 0,5 0 0 0,-4 0 0 15,-1-2-1-15,3-11-4 0,1 0 2 16,2-3-3-16,2-2-4 0,-1-4-1 0,-1-7-1 16,3 0 0-16,-3-4 1 0,4-4-4 15,0-2-1-15,-1 1 1 0,0-4 6 0,-2 0-3 0,3 0 39 0,0-2 20 0,0-3 14 16,-1 6 21-16,1-6 4 0,0 3-1 0,0-3-1 15,0 0-4-15,-3 4-12 0,3-4-7 16,0 0-9-16,0 0-8 0,0 0-12 0,0 0-31 16,0 0-47-16,0 0-43 0,0 0-22 0,8-12-34 15,-7 7-54-15,3 0-43 0,0-2-46 16,0-2-51-16,-2 2-274 0,5-6-636 0,-2 3 282 0</inkml:trace>
  <inkml:trace contextRef="#ctx0" brushRef="#br0" timeOffset="51108.75">19872 5187 241 0,'2'-3'285'0,"-2"0"-37"0,1-1-23 16,-1 4-23-16,1-5-26 0,-1 5-21 15,0 0-13-15,0 0-21 0,0 0-14 0,1 17-9 16,1-4-7-16,-4 4-9 0,0 9 0 0,-6 4-5 16,3 3-10-16,1 2-3 0,-5 9-3 0,-3 2-5 15,5-11-2-15,-2 13-5 0,1-15-4 0,3 2-6 0,-3-2-2 0,1-1 0 0,2 0-4 16,1-2-5-16,-2-3-2 0,1-8-1 16,2-2-5-16,1-5-1 0,0-2-2 0,0 3-1 15,-1-8-3-15,2 2 0 0,1-1 1 16,-1-2 24-16,1 0 33 0,-2-1 16 0,2-3 21 0,-1 4 25 15,1-4 20-15,0 0 10 0,0 0 0 16,-1 5 2-16,1-5-4 0,0 0-8 0,0 0-6 16,0 0-23-16,0 0-24 0,0 0-26 15,4-16-18-15,-2 8-23 0,3-4-24 0,-5-3-27 16,3-4-13-16,2-5-25 0,-1-4-25 0,-1 1-6 16,-1-2-10-16,-1-4-2 0,3 0-6 0,-4-3 7 15,0-12 7-15,0 3 7 0,-1-3 10 0,-2 17 11 0,3 2 23 0,0 0 11 0,0 2 12 16,0 8 23-16,0-1 7 0,0 6-4 15,0-2 7-15,0 3 2 0,4 3 1 0,-1-1-3 16,0 2-6-16,3 0 1 0,2 2-6 0,4 1 2 16,2-2-5-16,5 4-2 15,3 2 5-15,7 2-4 0,-1 5-3 0,-2 2 4 0,1 3-6 16,-3 2-9-16,-1 3-5 0,-3 3 1 0,-4 5-4 16,0 0 2-16,-3 5 2 0,-4-2 8 0,-5 3 1 15,-2 3-10-15,-4-2 6 0,-7 0 2 0,-4-1 2 16,-5 2 2-16,-3-4 1 0,-5-1 6 0,-2-3 3 15,-3-5 2-15,2 0 3 0,-2-3 8 0,-1-3 0 16,3-2 0-16,7-5 0 0,3 0 24 0,6-1-1 16,2 0 23-16,1-3 8 0,2 2-5 0,3-1-5 0,1-2 11 0,-2 2 9 15,6-2-9-15,-7 2-10 0,7-2-8 0,0 0-7 16,18 8-4-16,9-1-3 0,5 0-7 0,15 8-6 16,4-1-12-16,7-2-27 0,-5 3-35 0,1 1-46 15,1-1-74-15,-22 0-105 0,-3-5-441 0,0-1-770 16,-8-4 341-16</inkml:trace>
  <inkml:trace contextRef="#ctx0" brushRef="#br0" timeOffset="53379.53">20557 5575 55 0,'-9'0'204'0,"9"0"-5"0,0 0 0 0,0 0-12 16,0 0-7-16,-9 0 2 0,9 0-6 0,0 0-7 16,0 0-17-16,0 0-8 0,0 0-13 0,0 0-14 15,0 0-15 1,18-4-7-16,-3 3-13 0,12-3-7 0,4-1-8 16,3 1-7-16,2 1-8 0,0-3-5 0,3 3-1 0,-3-4-11 15,0 5 1-15,-4-2-6 0,-4 0-9 0,-7 1-6 16,-3 2-5-16,-7 0-11 0,3-1-15 0,-7 2-20 15,-1-1-25-15,-1 0-41 0,-5 1-38 16,0 0-30-16,0 0-51 0,0 0-133 0,-18-6-383 16,6 3 170-16</inkml:trace>
  <inkml:trace contextRef="#ctx0" brushRef="#br0" timeOffset="53673.18">20924 5368 177 0,'0'0'299'0,"0"0"-26"0,-1-5-30 0,1 5-25 15,0 0-25-15,0 0-18 0,0 0-21 0,0 0-16 16,16 7-12-16,-7-2-14 0,5 1-2 0,0 5-17 16,4 1-8-16,5 4-9 0,0 2-6 0,-5-6-6 15,0 8-7-15,2-4-6 0,-7 0-4 0,0 0-7 16,-3-2 2-16,-2-1-7 0,-2-1-7 0,-3-2-3 0,-1-1-2 15,-3 6-2-15,-3-8 2 0,-2 4-3 0,-2-3-1 16,-1 2-4-16,-6 2 0 0,1-3 0 0,-4-1-7 16,5 0-8-16,1-1-4 0,0-3-16 0,3 1-8 0,1-3-16 15,-2-1-15-15,5 3-43 0,-1-4-54 0,6 0-59 16,0 0-196-16,2-9-445 0,6 1 198 16</inkml:trace>
  <inkml:trace contextRef="#ctx0" brushRef="#br0" timeOffset="54841.05">21827 5228 14 0,'0'-4'310'0,"0"-1"-15"0,2 2-16 0,-2 3-20 15,0-7-28-15,0 7-19 0,0-3-25 0,0 3-18 0,0 0-19 16,0 0-16-16,0-5-18 16,0 5-14-16,0 0-13 0,0 0-12 0,0 0-8 0,0 0-6 15,2 13-9-15,-2-3-4 0,-2 1-6 0,-1 6-3 0,-1 2-4 16,-2 8-4-16,-3 2-4 0,3 1-4 16,-3 0 0-16,1 2 0 0,3-1-3 0,-3-2-2 0,0 3-2 15,2-2-2-15,0-4-4 16,2-1 1-16,-1-5 0 0,0-1 0 0,1-4-2 0,1-1 1 15,2-3-3-15,-3-1-2 0,4-3 0 16,-1 0-1-16,-2 0 3 0,5-2 0 0,-4-1 0 0,0 0 2 16,2 0 22-16,0-4 16 0,0 5 15 0,0-5 8 0,0 0 13 15,-1 2 8-15,1-2 9 0,0 0 0 16,0 0 7-16,-3 4-1 0,3-4 10 0,0 0-8 0,0 0-14 16,0 0-18-16,4-15-24 0,-2 9-17 15,-2-5-18-15,2-1-14 0,0-5-19 0,2-1-19 0,1-6-18 16,0-3-12-16,0 1-8 15,5-3-6-15,-4-2 2 0,1-2 1 0,1-1 4 0,1 0 8 16,2 1 3-16,-5 2 7 0,0 0 6 16,2 1 1-16,-5 3 7 0,3 8 4 0,-3 0 7 0,1 3 7 0,-2 0 8 15,0 6 8-15,-1 1 4 0,1-1 0 0,0 5 0 16,-2 0 0-16,3-1 1 16,-6 2-1-16,6 3 0 0,-3 1-5 0,0-7-1 0,0 7-2 15,2-4-7-15,-2 4-10 0,0 0-4 16,0-5-4-16,0 5-3 0,0 0-1 0,0 0-1 0,0 0 0 0,0 0-1 15,0 0 2-15,0 0 5 16,0 0 1-16,0 0 0 0,0 0 2 0,0 0 3 0,0 0 3 16,0 0 0-16,0 0 1 0,0 0 3 15,0 0 0-15,0 0 2 0,0 0 4 0,0 0 0 0,0 0 2 16,0 0 3-16,0 0-2 0,0 0 2 0,0 0 1 0,0 0 3 16,0 0-5-16,0 0 2 0,0 0 1 15,0 0 4-15,0 0 1 0,0 0 1 0,0 0 0 0,0 0-1 16,0 0 0-16,0 0 0 0,0 0 0 0,0 0 2 15,0 0-1-15,0 0-2 0,0 0 2 16,0 0-1-16,0 0 1 0,0 0 4 0,0 0-3 0,0 0 0 16,0 0-2-16,0 0-1 15,0 0 1-15,0 0 0 0,0 0-1 0,0 0 1 0,0 0 0 16,0 0 1-16,0 0 0 0,0 0-2 16,0 0-1-16,0 0 2 0,0 0 0 0,0 0 3 0,0 0 0 15,0 0-1-15,0 0-1 0,0 0 1 16,0 0 0-16,0 0 2 0,0 0 0 0,0 0 3 0,0 0-4 15,0 0 1-15,4-1 6 0,-4 1 10 0,0 0 6 0,0 0 5 16,0 0 3-16,0 0 0 16,0 0 5-16,0 0 0 0,0 0-5 0,0 0 2 0,0 0-9 0,0 0 4 15,0 0-7-15,0 0-4 16,0 0-2-16,0 0-5 0,7 0 1 0,0-3 0 0,2 3-3 16,1 3-3-16,-1-3 1 0,5 0-3 15,-1 4 2-15,4 2-1 0,-6 1-8 0,8-1 2 0,-5 4-4 16,3 1-3-16,-4 2-2 0,-2 2 1 0,1 0 1 0,-4-1-3 15,-1 3 1-15,-2 0 2 0,0 10-5 16,-5-8 0-16,-2 1 2 0,-6-2 3 16,1 2 3-16,-2-3-1 0,-7 3 0 0,2-6 0 15,-6 2 3-15,-3-3 4 0,5-1-6 0,-8-3 1 16,3-1 4-16,5-3-3 0,-3 2 4 0,2-5-1 16,2 2 1-16,0-2 1 0,4-1-1 0,2 0-1 0,2 1 8 0,1-2 0 15,2 0-6-15,6 0 1 0,-10 0 1 0,6 2 22 16,4-2 0-16,-4 1-3 0,4-1-3 15,0 0-2-15,-5 0-3 0,5 0-5 0,0 0 2 0,12 8-2 16,-2-5-1-16,2 1-2 0,6 3 1 16,0 0 2-16,8 3-3 0,3 2-1 0,-2-1 0 0,0 2-1 15,-2-1 2-15,-3 0-4 0,1 2 0 16,0 1 2-16,0 0-3 0,-7-4-20 0,-5 4-14 16,3-2-17-16,-5-2-24 0,-2 1-36 15,1 0-43-15,-4-2-57 0,0 0-67 0,0-3-189 0,-3-2-503 0,-1 0 222 16</inkml:trace>
  <inkml:trace contextRef="#ctx0" brushRef="#br0" timeOffset="55170.78">21810 5158 272 0,'0'-6'300'0,"0"0"-4"16,0 1-10-16,-2 2-13 0,2 3-19 0,0-7-30 0,0 7-29 15,0-5-23-15,0 5-21 0,0 0-18 16,0-5-20-16,0 5-12 0,0 0-10 0,2 17-10 0,-4-5-8 15,2 5-11-15,-1 7 0 16,-7 6-11-16,2 3-1 0,-1 4-5 0,0 12-2 0,1-3 0 16,0 1-5-16,1-1-5 0,3 0-41 15,-1-12-30-15,-1-1-38 0,2 2-51 0,-2-1-69 0,0-8-304 0,2-6-541 0,0-3 240 16</inkml:trace>
  <inkml:trace contextRef="#ctx0" brushRef="#br0" timeOffset="56450.91">21620 5233 105 0,'2'-4'184'0,"-2"4"-15"0,2-4-5 0,-2 2-12 0,0 2 5 15,4-4-15-15,-4 4-7 16,2-3-1-16,-2 3-6 0,3-3-3 0,-3 3-2 0,0 0 2 0,5-5-3 15,-5 5 2-15,0 0-4 16,0-2 2-16,0 2-4 0,0 0 1 0,0 0 0 16,0 0-3-16,0 0-3 0,0 0-3 0,0 0-8 15,0 0-4-15,0 0-10 0,0 0-10 0,0 0-9 16,0 0-5-16,0 0-5 0,0 0-4 0,0 0-11 0,5-2 10 16,-5 2-18-16,0 0-8 0,0 0-9 0,0 0 5 0,0 0 3 15,0 0 1-15,8 0-2 0,-8 0-12 0,0 0-2 16,0 0-14-16,0 0 0 0,9-1-12 0,-9 1-6 15,0 0-11-15,0 0 1 0,0 0-4 0,0 0 0 16,5-1-1-16,-5 1-6 0,0 0 4 0,5-1 1 16,-5 1 0-16,0 0 1 0,0 0 4 0,0 0 3 15,0 0 6-15,9-2-1 0,-9 2 0 0,0 0 1 0,0 0 5 0,0 0 3 16,0 0 0-16,0 0 1 0,0 0 2 16,0 0 1-16,0 0 4 0,0 0-2 0,0 0 7 15,0 0-7-15,0 0 3 0,0 0-1 16,0 0 1-16,0 0-1 0,0 0 1 15,0 0 1-15,0 0 3 0,0 0-4 16,0 0 1-16,0 0 6 0,0 0-5 0,0 0 3 0,0 0-2 16,0 0 4-16,0 0 11 0,0 0-3 15,0 0 7-15,0 0 2 0,0 0 3 0,0 0 0 0,0 0 3 0,0 0-1 0,0 0 2 16,0 0-1-16,0 0-1 0,0 0-1 0,0 0 3 16,0 0-4-16,0 0 4 0,0 0-2 15,0 0 11-15,0 0 5 0,0 0 2 16,0 0 6-16,0 0 5 0,0 0 3 15,0 0 6-15,0 0-3 0,0 0 7 0,0 0-2 0,0 0-2 0,0 0-5 0,0 0-1 16,0 0-8-16,0 0 7 0,0 0-19 16,0 0-9-16,0 0-4 0,0 0-5 15,0 0-34-15,0 0 2 0,-1 9-7 16,-2-1 3-16,2 1 5 0,-4 8-2 0,-3 7 5 0,-2 5 4 0,2 3-3 0,-2 0-3 16,1 1 6-16,2 3 1 0,-2-1 4 15,0 1-4-15,-2-3 2 0,4 0 3 16,-1-3 1-16,2 0 5 0,-1-7-3 0,2-5-1 0,3-2-2 0,-1-6 1 15,2 2 2-15,0-5-5 0,-1-1 5 16,2 1 9-16,-1-3-13 0,0 2 9 0,-1-4-1 16,2 3 6-16,0-5-7 0,-1 4 9 15,1-4-5-15,-1 5 0 0,1-5 5 0,0 0 3 16,0 3-8-16,0-3-1 0,0 0-16 0,0 0-2 0,-2 5-32 16,2-5-40-16,0 0-35 0,0 0-42 15,0 0-51-15,0 0-81 0,0 0-312 0,0 0-652 16,0 0 288-16</inkml:trace>
  <inkml:trace contextRef="#ctx0" brushRef="#br0" timeOffset="60162.87">23336 5253 216 0,'-1'-4'347'15,"0"0"-13"-15,1 4-17 0,-1-4-12 16,1 4-30-16,0-5-21 0,0 5-26 0,0 0-26 16,-2-4-24-16,2 4-23 0,0 0-13 0,0 0-26 0,0 0-26 0,0 0-6 15,0 0-13-15,-2 10-9 0,-2 1-8 16,3-1-1-16,0 8-3 0,-2 1-7 16,0 1-6-16,0-1-3 0,0-1-5 0,0-1 8 0,1 1-3 0,-2-3-11 0,-1 2-3 15,4 0-2-15,1-5 0 0,-3-2-1 16,1 1-1-16,-2-1-2 0,2-7-2 15,2 4 3-15,-1-2-3 0,0-1 2 0,0 0 0 16,1-4-1-16,-2 6 4 0,2-6-3 0,0 3-6 16,0-3 3-16,0 0-18 0,0 0-18 0,0 0-56 0,-11-6-49 15,4-1-45-15,2 0-51 0,0-4-62 0,-4-4-225 16,2-5-554-16,0 4 246 0</inkml:trace>
  <inkml:trace contextRef="#ctx0" brushRef="#br0" timeOffset="60331.98">23219 5095 58 0,'1'-5'297'0,"-1"-2"-22"0,0 2-21 15,0 1-21-15,0-1-24 0,0 5-23 0,3-6-18 16,-3 4-24-16,0 2-24 0,4-4-29 0,-4 4-30 16,6 0-32-16,-6 0-29 0,10 4-36 0,-6-2-41 15,2-1-39-15,1 3-71 0,-2-2-99 0,1 1-308 16,-1-1 137-16</inkml:trace>
  <inkml:trace contextRef="#ctx0" brushRef="#br0" timeOffset="60748.62">23791 5109 53 0,'0'0'297'0,"0"0"-23"0,0 0-28 0,0 0-24 0,0 0-28 16,0 0-20-16,0 0-18 0,0 0-18 15,4 2-13-15,-4-2-10 0,-9 9-12 0,2-8-11 16,0 6-6-16,1 1-8 0,-4-1-10 0,-1 3-6 0,1-4-9 0,-1 3-4 16,1 0-5-16,2-2-6 0,-3 0-6 0,3 1 0 15,1-1-3-15,2-2-2 0,3 2-4 0,-1 0-4 16,-1-1-4-16,3 1 0 0,-3 0-1 0,4 0 1 15,5-2-3-15,-1 1 1 0,4 2-3 0,1-1 1 16,5 3 3-16,1-2-7 0,4 3 3 0,0-1-2 16,-1-3-2-16,0 1 1 0,0 3-3 0,-3-3 2 0,0 4-1 15,-3-6-3-15,-3 3-10 0,-1-2 3 0,-3 0-6 0,1 3 1 16,-3-5 1-16,-3 2 8 0,-3 0 4 0,-2 1 1 16,-4 1 1-16,-1-4 4 0,-6 6-2 15,-3-5-3-15,0 4 3 0,-2-3 0 0,0 0-3 16,1-4-1-16,-1 4 3 0,2-2-3 0,-1 0 0 15,7-1-9-15,0 1-27 16,3-5-27-16,2 3-49 0,2-5-68 0,6 2-264 16,0 0-476-16,0 0 212 0</inkml:trace>
  <inkml:trace contextRef="#ctx0" brushRef="#br0" timeOffset="61649.6">25068 4986 195 0,'1'-7'272'0,"2"2"-15"0,-3 2-23 16,1-1-25-16,0-1-22 0,-1 5-22 0,-1-5-18 16,1 5-18-16,0 0-18 0,0 0-9 15,0 0-9-15,3 21-11 0,-3-8-11 0,-2 11-7 16,0-4-6-16,0 9 1 0,-1 3-9 0,-1 1-6 0,-4 3-5 0,3-2-4 16,-1 12 0-16,2-12-5 0,-3 4 2 0,4-4-1 15,-5-3-3-15,4-1-2 0,0-1-2 0,-1-3-3 16,0-1-1-16,0-7 0 0,0-3-2 0,0 1 2 15,0-5-3-15,1-1-14 0,0-1-14 0,0 0-18 16,-1-3-15-16,-1-1-33 0,-1-3-49 0,-2 0-69 16,-1-4-213-16,1 2-442 0,0-2 196 0</inkml:trace>
  <inkml:trace contextRef="#ctx0" brushRef="#br0" timeOffset="61934.78">24985 5259 250 0,'3'-6'277'0,"-3"6"-31"16,0-4-26-16,2 1-23 0,-2 3-19 15,10 0-20-15,-2 0-18 0,3 1-16 0,3 1-9 16,3 2-10-16,1 0-10 0,1 1-7 0,0 0-5 16,-1 2-8-16,-4 2-16 0,3-1-9 0,-3 1-5 15,-5-1-8-15,0 1-6 0,-3-2-8 0,-1 1 2 0,-2 0-3 16,-4 1-3-16,-3 0 4 0,-4-1-6 0,-7 4 3 0,-6 5-3 15,-3-5 0-15,-3-2-3 0,0-1-2 0,2-1 2 16,-1 0-3-16,-2 0 1 0,9-1-2 0,-4-5 0 16,4 3-2-16,-2-2 0 0,7-3-2 0,4 3 0 15,-4-1-16-15,6 0-12 0,-1-2-39 0,9 0-55 16,0 0-64-16,-1-10-44 0,1 10-152 0,18-10-407 16,-1 1 180-16</inkml:trace>
  <inkml:trace contextRef="#ctx0" brushRef="#br0" timeOffset="62313.13">25448 5363 24 0,'0'0'310'0,"0"0"-11"0,0 0-23 0,-17-5-23 15,17 5-27-15,0 0-24 0,0 0-21 0,-3-2-18 16,3 2-17-16,0 0-13 0,0 0-18 0,0 0-6 0,0 0-12 15,0 0-13-15,30-5-5 0,-17 3-12 16,7-6-11-16,-1 1-11 0,2 0-9 0,-2-2-4 16,7-1-7-16,0-2-4 0,-7 4-10 0,0-4 3 0,5-1-2 0,-7 3-6 15,0-2-8-15,-2-1 1 0,-6 5 5 0,1-1-5 16,-2-1 6-16,-1 1 5 0,-2 3 5 0,-1 2 16 16,-1-2 3-16,-2 2 0 0,2-1 0 0,-3 3-15 15,0 2-2-15,-13-5-3 0,8 5 0 0,-6 2 3 16,-1 1-12-16,-2 0 1 0,-4 5-1 0,-1 0-2 15,0 2-2 1,-8 3 4-16,12-2 3 0,-11 4-8 0,7 2 1 0,1 4-4 16,4-6 5-16,-1 6-1 0,7-4-1 0,-1 0 1 15,1-2-25-15,5 2-15 0,0-2-18 0,2-3-18 16,3 1-22-16,1-2-39 0,5-2-50 16,-1-1-263-16,2-1-484 0,1-2 215 0</inkml:trace>
  <inkml:trace contextRef="#ctx0" brushRef="#br0" timeOffset="62836.62">25819 5192 203 0,'4'-5'282'0,"0"2"-29"0,1-2-27 0,0 2-24 16,3 0-25-1,3 2-18-15,1-1-17 0,2 4-13 0,4-1-16 16,1 3 0-16,-2 1-15 0,3 2-16 0,-3 3-6 15,-1-1-10-15,3 3-5 0,-2-1-3 0,-3 0-4 16,-1 1-8-16,-2 5-2 0,-3-5-6 0,-3 0 0 16,-2 0-5-16,-1-2-2 0,-2 0-1 0,-2 3 3 15,-1-2 0-15,-2 1-1 0,-4-4-3 0,0 1-1 16,-1-2-2-16,1-2 9 0,-1-1-4 0,2-1 1 0,-1 1 5 0,0-3 1 16,0-1 2-16,4-2-6 0,0-2 7 0,-1-3-7 15,4 1-5-15,2-4-5 0,2-2-12 16,5-5-7-16,4 0-5 0,5-4-4 0,5 4 10 0,-1-3-10 15,8 2-2-15,-2 2 1 0,1 0-2 0,-7 3 2 16,0 4-1-16,2 0-2 0,-4 0 4 0,0 2 0 16,-4 1-2-1,1 2 1-15,-3-2-2 0,-2 5 8 0,-1-3 1 16,-3 1 5-16,0 0 4 0,0 2 0 0,-2 0-2 16,-4 1-1-16,0 0 1 0,7-2-4 0,-7 2 12 0,0 0-14 15,0 0 4-15,7 7-3 0,-6-2 2 16,-1-1 5-16,0 4-5 0,-1 1 5 0,0 0 2 15,1 2-4-15,-3 2-2 0,2-1 0 0,-1 5 8 16,0-2-9-16,-1 3-1 0,-1-3 2 0,2 1 2 0,-1 2 3 0,1-6-4 16,-2 5 1-16,1-2-1 0,1-4 0 0,-1 1 1 15,2-4-1-15,0-3-24 0,-2-1-10 0,2 3-7 16,0-5-1-16,-2 2-6 0,3-4-25 0,-9 2-47 16,9-2-61-16,-9-7-71 0,3 2-221 0,-1-3-503 15,1-4 222-15</inkml:trace>
  <inkml:trace contextRef="#ctx0" brushRef="#br0" timeOffset="62968.11">26324 5018 34 0,'1'-5'345'0,"1"-1"-14"16,-1 2-26-16,0 1-25 0,1-2-31 0,-2 5-28 16,0-4-34-16,0 4-42 15,1-3-41-15,-1 3-34 0,0 0-38 0,0 0-40 16,0 0-38-16,14 5-58 0,-9 0-45 0,-1-1-184 15,-2 0-361-15,2-1 160 0</inkml:trace>
  <inkml:trace contextRef="#ctx0" brushRef="#br0" timeOffset="63600.54">26718 5159 18 0,'0'0'210'0,"0"0"-27"15,0 0 3-15,0 0-6 0,0-2-12 0,0 2-15 16,0 0-15-16,0 0-14 0,0 0-11 0,0 0-6 0,0 0-7 0,0 0-18 16,-4-7-3-16,4 7-9 0,0 0-5 0,0 0-5 15,-8-3-7-15,4 2-6 0,4 1-3 0,0 0-5 16,-10 0-4-16,10 0-5 0,-9 0-3 0,9 0-3 16,-10 1-1-16,2-1-5 0,3 3 0 0,-3-3-2 15,3 2-1-15,-2-1-4 0,-1 3 3 0,-1-3-9 16,-1 3 3-16,0 1 1 0,-1 1-6 0,4 2 2 0,-5-2-5 15,3 3 3-15,0-3-3 0,3 3-2 0,-4 1 1 16,2 0 2-16,2 0-3 0,-1 3 3 0,2 0-4 16,3-1 3-16,-2 0-1 0,1 1 3 0,3 3 3 0,0-4 12 15,0 0-1-15,3 0 0 0,-2 0-3 0,2-2 2 16,3-1 6-16,-2 0 1 0,2-1 2 16,1 0 1-16,0-1 5 15,2-1-1-15,3-1-1 0,-3 1 0 0,3-4-3 16,-1 1 1-16,3-3-3 0,2 0 2 0,3-3 6 15,-2-1 3-15,-3-1 14 0,0 0-6 0,0-3 9 16,2-4 2-16,-4 0 2 0,0 1 0 0,0-2-2 16,-2-3-5-16,-1 0-8 0,-3-3-3 0,-1 0 1 15,1 1-4-15,-4 0 9 0,0 1-2 0,-2 1 0 16,-2 3 0-16,0 3-18 0,-4-2 1 0,2 2-4 0,-2 2-9 16,-1 0-10-16,-3 2-20 0,0 2-16 0,0 1-24 0,-4 0-29 15,1 1-28-15,-1 5-37 0,1-2-58 0,0 3-51 16,2 0-203-16,-1 1-503 0,3-2 222 0</inkml:trace>
  <inkml:trace contextRef="#ctx0" brushRef="#br0" timeOffset="64591.43">27130 5216 237 0,'2'-2'226'15,"-2"2"-7"-15,0 0-14 0,0 0-14 0,-2-7-9 16,1 3-15-16,1 4-18 0,-4-4-8 0,4 4-14 16,-5-3-12-16,3-1-11 0,-5 3-11 15,2-1-12-15,-3 2-8 0,2-2-4 0,-3 2-9 0,0 0 7 16,-2 2-11-16,-1-1-13 0,-1 3-2 0,-1 0-7 0,2-1-3 0,-5 4-5 16,3 3-1-16,-1 0-4 0,4-3-3 15,-4 3-1-15,6-1-6 0,1 4 3 0,3-2-1 16,0 2-1-16,0-4-2 0,1 1-1 0,4 2-4 15,0 0 6-15,3-6-1 0,2 3-1 0,1 0 3 16,1-1 1-16,-2-4-2 0,4 1 5 0,3-2 3 16,-1-1 3-16,3-1 6 15,-1-4 12-15,-2-1 3 0,3-1 4 0,2-5 0 16,-1 0 4-16,-2-3 6 0,3 1 7 0,-7-4-2 16,2-1 0-16,2-5-3 0,0-2-5 0,-1-1-3 15,-2 1-7-15,0-4-1 0,-1 1 0 0,-1-3-2 16,1 1 16-16,0 0 19 0,-3 1 11 0,-1 3 8 15,0-4 6-15,-3 12 7 0,0 5 8 0,-1 0 13 0,2 3 8 0,-2-1-15 16,-1 5-16-16,4-1-15 0,-4 1-17 0,1 1-32 16,-1 2-48-16,0 2-51 0,0 0-23 0,0 0 8 15,0 0 9-15,-6 17 4 0,2-3 10 0,-1 6 3 16,1 4 10-16,-2 3 1 0,2 0 0 16,-1 0 9-16,1 1 1 0,-1 1 2 0,5-6 1 15,2 5 2-15,0-2 6 0,-1-1 4 0,5-1 2 16,-2-7-1-16,1 0 5 15,-2-8-11-15,2 3 7 0,0-3 1 0,-1 2 1 0,2-6 5 16,2 0 3-16,0-1 2 0,4-4 4 0,-1 0 3 0,0-3 1 0,6-1-3 0,2-1-1 16,-4-3-2-16,3 2 14 0,-4-4-9 0,3 0 6 15,-2-2-5-15,-2 2 1 0,1-1 12 0,-1 1 17 16,-4 1 4-16,-2 1 9 0,0 1 11 16,-2 2 13-16,0 0-5 0,1 1-5 15,-3 0-9-15,3 2-4 0,-6-1-11 0,0 3-7 16,4-4-11-16,-4 4-13 0,0 0-17 0,0 0-23 15,5 0-15-15,-5 0-10 0,0 0 13 16,0 0 6-16,0 10 11 0,0-3-2 0,-2-2-1 16,0 3 13-16,1-1-15 0,-1 3 22 0,0-1-11 0,2 0 3 0,-2 2-5 0,0-5-9 15,1 2-21-15,1-1-10 0,-1-1-32 16,1 0-19-16,0-1-14 0,-1-1-14 0,-1 1-2 16,2-1-1-16,0-4 6 0,0 4-1 15,0-4-37-15,0 0-75 0,0 0-51 0,-10-12-220 16,9 7-559-16,0-7 248 0</inkml:trace>
  <inkml:trace contextRef="#ctx0" brushRef="#br0" timeOffset="64730.66">27497 5024 270 0,'0'-6'310'0,"1"3"-20"0,-1-2-24 0,0 5-33 0,0-4-18 16,0 4-23-16,0-3-22 0,0 3-36 0,0 0-36 15,0 0-25-15,4-3-35 0,-4 3-35 16,0 0-45-16,9 7-54 0,-5-5-62 0,1 3-175 15,0-2-361-15,-4 2 160 0</inkml:trace>
  <inkml:trace contextRef="#ctx0" brushRef="#br0" timeOffset="65153.75">27773 5129 116 0,'-1'5'269'0,"1"-5"-7"0,0 0-14 0,0 0-1 0,-3 4-15 0,3-4-27 16,0 0-16-16,0 0-20 0,0 0-19 16,13-2-16-16,0 1-11 0,-2-3-14 15,7 2-6-15,-1-3-11 0,1 2-12 16,-3-5-4-16,2 2-11 0,-2-2-7 0,-4 1-12 16,2 1-4-16,-4-2-2 0,0 1 0 0,0 2-10 0,-4-3-2 0,-1 2 3 15,0 2-2-15,-3 0-4 0,-1 0-6 16,0 4-1-16,-6-5-1 0,-2 4-6 15,-5 1-3-15,3 2 0 0,-8 3 5 0,-3 3-11 0,-5 1 0 0,2 3-4 0,4-3-1 16,-4 7 1-16,4 0-2 0,4-3 1 16,1 4 2-16,5-3-4 0,-1 1 5 15,4 4 0-15,5-5 3 0,2 2 6 0,6 1-4 16,1-3 11-16,6 0-5 0,4-4 5 0,6 4-5 0,5-6 3 16,4 1 3-16,5-6 8 0,1 1 0 0,-1-2 6 15,3 1-1-15,-5-3-1 0,0 0 0 16,-5 0-4-16,-10 0 2 0,-1 0-8 15,-6 1 5-15,-3-2 12 0,-2 1-2 0,-2 1 7 16,2-1-2-16,-8 0-11 0,0 0-10 0,10 0-12 0,-10 0-44 0,0 0-64 16,0 0-68-16,0 0-88 0,0 0-295 15,-15-9-599-15,11 7 265 0</inkml:trace>
  <inkml:trace contextRef="#ctx0" brushRef="#br0" timeOffset="65719.39">29236 5216 26 0,'-4'-5'365'0,"3"1"1"16,1-2 0-16,-2 1-5 0,0 0-10 0,2 1-10 0,0 1-31 0,0 3-28 16,-2-7-30-16,2 7-17 0,0-4-20 15,0 4-38-15,0 0-23 0,0 0-16 0,0 0-19 16,0 0-19-16,0 0-29 0,0 0-11 15,0 0-3-15,0 0-5 0,-7 11-10 16,7-4 2-16,-3 1-23 0,1 4 18 0,2-2-28 0,-2 2 15 0,0 0 2 0,1 0-8 16,1 2 3-16,-2 1-13 15,0-5 10-15,2 2-27 0,0 0-26 0,0-5-24 16,-2 3-15-16,0-3-19 0,2-2-13 16,0 0-5-16,-1-1-6 0,1-4 2 0,-4 3-48 0,4-3-63 0,0 0-43 0,-7-12-51 15,-1 4-185-15,2-2-542 0,2-3 239 16</inkml:trace>
  <inkml:trace contextRef="#ctx0" brushRef="#br0" timeOffset="65841.92">29156 5002 45 0,'2'-11'309'0,"-1"-2"7"15,2 6 0-15,-2-5-19 0,1 7-36 16,-1-2-19-16,2 5-22 0,-3-3-33 16,2 1-24-16,1 1-25 0,1 2-35 0,-4 1-42 0,13 0-45 0,-5 1-35 0,1 3-51 15,1 0-41-15,3 0-58 0,-3 2-216 16,3 0-415-16,-3 0 184 0</inkml:trace>
  <inkml:trace contextRef="#ctx0" brushRef="#br0" timeOffset="66234.28">29816 4743 307 0,'3'-15'331'15,"2"1"-13"-15,1 3-19 0,-3-3-9 0,0 6-21 16,0 0-8-16,-3 3-28 0,2-2-21 0,-1 3-20 0,0-1-26 0,-1 3-17 16,0 2-20-16,-1-5-23 0,1 5-26 15,0 0-22-15,0 0-3 0,0 0-9 0,-5 9-8 16,2 3-3-16,-3 10-5 16,-6 8 11-16,2 3-13 0,-5 13 1 0,-3 4 2 0,0 2-4 0,0-2-3 0,0 3-12 15,-1-4-7-15,1 2 4 0,6-6 5 16,1 4-6-16,3-14 7 0,1 0-3 15,1-4 0-15,0 3-1 0,3-7-3 0,1-2 2 16,-3-6-3-16,4-1 0 0,-2-5-3 16,3-3 2-16,-1-3-2 0,0 1 12 0,-1-3-8 0,2 0 34 0,-3-1 8 15,2 1 26-15,1-5 19 0,-3 2 3 16,3-2-6-16,-9-2-17 0,9 2-14 16,-17-5-16-16,6 0-14 0,-1 0-36 0,1 1-17 0,-1-1-40 0,2-2-29 0,-3 2-27 15,4-3-37-15,0-1-43 0,-1 4-60 16,9-7-58-16,-2 3-250 0,2 1-612 15,5-4 271-15</inkml:trace>
  <inkml:trace contextRef="#ctx0" brushRef="#br0" timeOffset="66544.23">29574 5159 109 0,'0'0'317'16,"-8"-1"-16"-16,8 1-20 0,0 0-22 15,-8 0-22-15,8 0-11 0,0 0-6 0,0 0-19 16,0 0-19-16,0 0-11 0,-5-1-18 16,5 1-2-16,0 0-24 0,23-3-13 15,-1 2-7-15,7-2-14 0,5-5-9 0,0 2-13 0,7 1-1 0,9-1-11 16,-12 2-4-16,2-1-11 0,-6 0 4 15,-3 1-11-15,-11 1-1 0,-2 1-5 0,-4 2 0 16,-4-2 5-16,-2 1-2 0,-1-1-14 16,-1 1-6-16,-1 0-13 0,-5 1-22 0,5-3-12 0,-5 3-34 0,0 0-52 0,0 0-71 15,-19 7-104-15,9-6-239 0,-2 1-578 16,12-2 257-16</inkml:trace>
  <inkml:trace contextRef="#ctx0" brushRef="#br0" timeOffset="69998.97">31012 4775 274 0,'0'-7'276'0,"-1"2"-23"0,-3 0-23 0,4 1-28 15,-1 1-24-15,1 3-26 0,0 0-17 16,0 0-14-16,0 0-14 0,-4 17-8 0,3-1-15 15,-2 9-5-15,0 4-14 0,1 1-6 0,1 3-1 0,-2 2-8 0,0 0-6 16,-1 11-4-16,1-13-5 0,0 2-3 0,-1-2-2 16,2 1-3-16,1-2-2 0,-3-2 0 0,4 1-2 15,-4-2-3-15,4-10-2 0,-2 1-2 0,-1-1 3 16,1-8-7-16,0 0 1 0,2-2 0 0,-5-2 1 16,5-2-1-16,-1 2-5 0,0-3 7 0,0 1-1 15,-1-1 2-15,2-4-2 16,-4 4-1-16,2-1-10 0,2-3-24 15,-7 0-27-15,7 0-37 0,-11-3-41 0,3-1-46 0,3 0-240 16,-1-5-447-16,1 2 198 0</inkml:trace>
  <inkml:trace contextRef="#ctx0" brushRef="#br0" timeOffset="70268.33">30679 5184 19 0,'-8'0'268'15,"5"0"-23"-15,-5 0-15 0,8 0-18 0,-7 1-11 16,7-1-13-16,0 0-20 0,0 0-17 0,0 0-6 16,0 0-21-16,0 0-14 0,43-1-12 0,-8-1-8 15,6-1-9-15,18 0-9 16,1-3-6-16,-1 3-9 0,-3-2-6 0,-1 1-9 16,-18 4-5-16,-1 0-3 0,-4-1-13 0,-12-1-12 15,-1 1-8-15,-6 1-2 0,1-1-5 0,-5 1-7 16,-4-1-9-16,-1 1-5 0,-4 0-9 0,0 0-4 15,0 0-5-15,-18-7-2 0,9 7-11 0,-5-3-11 16,3 2-4-16,-3 1-17 0,2-3-2 0,1 3-42 16,0 0-17-16,1-4-152 0,1-1-328 0,3 1 145 0</inkml:trace>
  <inkml:trace contextRef="#ctx0" brushRef="#br0" timeOffset="70898.03">31438 4920 2 0,'2'-9'368'0,"-2"1"-4"15,4 1-11-15,-4 1-4 0,0 1-21 0,3 2-39 16,-2-1-33-16,-2 0-28 0,1 4-27 0,1-4-24 16,-1 4-32-16,0 0-32 0,0 0-13 0,0 0-17 15,3 11-6-15,-2-3-6 16,0 4-8-16,-1 5-7 0,-1 1-8 0,2 5-4 15,-3 6-3-15,-2-3-4 0,1 4-1 0,-3-1-10 16,-2 2-1-16,3 0 0 0,0 1-2 0,-1-5-1 16,-1 2-2-16,0-5 2 0,4-5-5 0,1-2-6 15,0-7-16-15,0 2 13 0,-1-4-15 0,3-1 10 16,-1 0 10-16,0-2 29 0,2-3 37 0,-1-2 39 16,-1 5 28-16,1-5 16 0,0 0-19 0,0 0-14 0,11-12-14 15,-3 3-13-15,-2-1-12 0,3-7-11 0,1 4-14 16,3-1-13-16,-3 2-7 0,3 0-3 0,-5 1-8 15,-3 3-2-15,1 3-7 0,-2 0-5 0,-1-2-3 16,2 4-18-16,-3 1-15 0,-1-1-26 0,-1 3-17 16,7-2 8-16,-7 2-14 0,9 2-4 0,-9-2-11 15,11 6-3-15,-4-2-6 16,0 3-1-16,1 1-10 0,2 0-5 0,-2 1-4 16,2-1-5-16,0 0-12 0,3 1 4 0,-2 2 3 15,1-2-1-15,-3-1 7 0,0-2 6 0,5 1 3 16,-5-3 4-16,5-2 7 0,-1-2 7 0,0-1 6 15,6-3 7-15,-7 1 9 0,3-7 7 0,0 3 8 16,-3-2 6-16,-2 0 15 0,2-1 3 0,-1-2 4 16,0-2 11-16,-2 1 7 0,0 2 5 0,-4 0 19 0,0 1 11 0,-1 0-2 15,0 1 10-15,-1 0 6 0,-1 3 7 0,-1-3-3 16,-2 7-2-16,1-4-3 0,-2 1-9 0,2 5-6 16,-7-5-4-16,0 4-2 0,7 1-6 0,-16 5-4 15,2 1-2-15,1 0-2 0,1-1-1 0,-1 6-3 16,-2 0-1-16,2 3-1 0,1-2 2 0,1 1 8 15,-1 3-10-15,2-1-14 0,6 1-16 0,0 1-22 0,2 3-6 16,2-3-24-16,1-5-26 0,3 0-37 0,0-3-61 16,2 1-278-1,-1-5-519-15,3 0 231 0</inkml:trace>
  <inkml:trace contextRef="#ctx0" brushRef="#br0" timeOffset="71216.02">31989 5134 367 0,'4'-5'359'16,"-2"1"-29"-16,1 0-29 0,-1 3-27 0,1-3-42 15,-3 4-27-15,5-2-21 0,-5 2-22 0,11 4-16 16,-6-1-10-16,1 2-20 0,1 3-14 0,2 0-13 16,-4 3-9-16,0 0-7 0,3 2-5 0,-4 2-12 0,0 2-5 0,-4-1-6 15,2 1-2-15,-2 0-4 0,-2-2-4 0,-1 2 0 16,-1-1-7-16,1-6-5 0,1-2 4 0,2-1-7 15,-1-2-1-15,-2-1 5 0,2 1 14 0,1-2 19 16,0-3 33-16,-4 4 27 0,4-4 19 0,0 0-12 16,0 0-20-16,0 0-22 0,0-13-11 0,4 4-21 15,1 0-21 1,-1-4-29-16,4-3-31 0,2 1-27 0,0-2-31 16,0 1-15-16,6 2-29 0,-3 1-29 0,-1 1-34 15,1 2-33-15,2 0-30 0,1 1-23 0,2 2-222 16,-8 2-546-16,10-2 241 0</inkml:trace>
  <inkml:trace contextRef="#ctx0" brushRef="#br0" timeOffset="71601">32303 5225 68 0,'-2'4'132'0,"2"-4"13"0,-2 6 18 0,2-6 14 16,0 3 14-16,0-3 19 0,0 4 10 0,0-4 10 16,0 0-3-16,0 0-3 0,0 0-20 0,0 0-16 15,0 0-22-15,13-5-19 0,0 0-12 0,-2 1-14 16,8-4-9-16,-4 1-17 0,2-2-7 0,0 1 2 15,2-2-26-15,-1 1-3 0,1-1-14 0,-5-2 38 0,2 2-6 16,-4 3-9-16,0-2-3 0,-6 4 1 0,3-1-6 0,-4 1 11 16,-1 1 2-16,1-1-3 0,-1 3-19 0,-1-1-14 15,-3 3 11-15,0 0-23 0,0 0 14 0,0 0-4 16,-16 0-3-16,2 4-6 0,0 2-3 0,-4 3-5 16,2-1-3-16,-3 2-4 0,2 0-3 0,2 1 1 15,2 0-5-15,0 2-5 16,3 2-8-16,3-5-1 0,0 5 2 0,7 1-3 15,1 1 2-15,5 0 3 0,3 0 7 16,6-3-9-16,1-4-1 0,4 0 3 0,6 0 8 16,2-3-5-16,-1 0 2 0,1-4 8 0,0-3-2 15,-7 2-4-15,-3-1 2 0,-1 3 16 0,-4-4 6 0,-1 0 4 16,-5 1 23-16,0-1 10 0,-1 0 8 0,-6 0 0 16,10 0-10-16,-10 0-3 0,7-1-5 0,-7 1-13 0,6 1-1 15,-6-1-29-15,0 0-43 0,0 0-44 0,0 0-69 16,5-3-63-16,-5 3-59 0,0 0-92 0,0 0-318 15,0 0-734-15,0 0 324 0</inkml:trace>
  <inkml:trace contextRef="#ctx0" brushRef="#br0" timeOffset="73582.97">2366 7753 146 0,'0'0'239'0,"-9"0"-8"0,9 0-14 0,-9 0-20 0,9 0-17 0,-5-1-21 15,5 1-13-15,0 0-11 0,0 0-19 0,-8 1 0 16,8-1-2-16,0 0-13 0,0 0-5 15,0 0-9-15,0 0-5 0,0 0-9 16,13-9-4-16,5 1-8 0,1 0-8 16,6-2-5-16,3-2-3 0,1-4-3 0,0 3-9 0,2-2-3 0,1-1-4 15,-1-1-2-15,-3 1-2 0,0-1-2 0,-3-2-1 16,-2-1-4-16,-3 3 1 0,-5 4-20 16,-1-3 9-16,0 4 7 0,-5-3 3 15,0-1 11-15,-3 6 7 0,-1 1 6 0,-1-4 4 0,0 4 6 0,-1-1-1 0,-3 4 1 16,0 1-7-16,-3-1-4 0,-1-1-8 15,-1 4-8-15,-5 2-4 16,-2-2 0-16,2 6-7 0,-9-2-4 0,-1 3 0 0,0 5 1 0,0-1 0 0,-4 5-3 16,1 2-2-16,0 2 6 0,1 1-9 0,3 3-2 15,2 3-3-15,-1-3 1 0,8 2-3 16,2-4 5-16,3 1 0 0,2 6-9 16,1-8-2-16,4 0-3 0,2 0 5 15,4-2 0-15,3 1 3 0,2-5 5 0,3-3 0 0,0 0 3 0,4-2 3 16,10-2 5-16,4-4 0 0,1-3 7 0,-2-2-8 15,2-2-3-15,-6 5 2 0,2-7-1 16,-8 3-2-16,-5 1 3 0,-1-1-1 16,-5 0 4-16,-1 2 13 0,-1-2 12 0,-2 3 7 0,-2 1 3 0,-2 0 3 0,2-2 4 15,-1 2-11-15,-5 1 6 0,5-2-14 16,-5 2-12-16,5-4-14 0,-2 2-15 0,-3 2-45 16,0 0-41-16,0 0-47 0,0 0-38 0,0 0-40 0,-15-1-44 15,15 1-220-15,-10 2-523 0,10-2 232 16</inkml:trace>
  <inkml:trace contextRef="#ctx0" brushRef="#br0" timeOffset="74284.37">3428 7442 25 0,'1'-2'305'0,"-1"2"-22"0,0 0-32 0,-1-5-22 15,1 5-29-15,0 0-17 0,0 0-21 16,0 0-19-16,-22 9-15 0,13-1-14 0,-2 4-11 16,-3-1-10-16,0 4-7 0,-8 5-12 0,0 1-7 0,3 4-4 15,-1-3-7-15,-2-1-2 0,0 3-7 0,3-2-10 16,1-2-16-16,1 1-19 0,3-5-19 16,4-3-15-16,-4 0-13 0,5-4-13 15,0 0-9-15,1-6-11 0,-2 1-7 0,4-3-16 0,0-1-5 0,6 0 2 0,-13-8 14 16,10 2 13-16,-1-6 21 0,3-1 22 15,0-4 17-15,1-1 15 0,0-10 9 16,1 4 19-16,2-4 12 0,-1 1 9 16,3-1 13-16,0 4 15 0,-1 5 18 0,-1 1 17 0,-2 5 20 0,2 0 13 0,-1 4 9 15,0 2-2-15,-2 1-2 0,2-1-12 16,-2 3-24-16,3 1-12 0,-2-2-23 16,0 3-7-16,-1 2-9 0,0 0-7 15,0 0-9-15,17 5 3 0,-11-1-17 0,3 4-4 16,5 4 0-16,-1-1-3 0,7 6-1 0,-4-3-2 0,7 4-2 0,-4 2-4 15,5-1-1-15,3 3-12 0,-1-2-18 16,-2-1-8-16,3 0-24 0,0-4-20 16,-2 0-6-16,3-1-11 0,-2-1-13 0,-7-4-21 0,3-3-13 0,-2-1-10 0,1-2-8 15,-1 0-5-15,-1-6 10 0,-1 2 7 16,-4-6 17-16,-4 2 19 0,3-4 14 0,0 0 33 16,-3-2 31-16,-1-3 25 15,0 1 41-15,-4 1 33 0,3 1 25 0,-3 0 10 0,-2 1 15 0,1-1 12 0,-1 2 18 16,1-1 23-16,-3 2 18 0,0 0 9 15,1 3-9-15,-2-3-1 0,2 1-12 16,-2 4-9-16,2 0-21 0,-2 3-15 16,0-8-15-16,0 8-16 0,1-4-14 0,-1 4-10 15,0-4-14-15,0 4-13 0,0 0-24 0,0 0-21 0,0 0-26 0,0 0-6 16,0 0 3-16,0 0 4 0,2 18-9 16,-2-9 7-16,-2 3-13 0,2 0 13 15,0 0-1-15,0 5 14 0,0 0 1 0,0-1-13 0,0 1 5 0,0-3 5 0,0-3-27 16,0 2-9-16,0-5-14 0,0 3-10 15,0-5-11-15,0 2-13 0,0-4-6 0,0 0 3 16,0 0 4-16,0-4 7 0,0 5-18 16,-4-3-50-16,4-2-59 0,-9-7-56 0,-1 0-51 0,4 1-192 15,-4-7-550-15,4 1 243 0</inkml:trace>
  <inkml:trace contextRef="#ctx0" brushRef="#br0" timeOffset="74410.62">3624 7412 40 0,'-3'-5'309'0,"3"1"-8"0,-3-1-19 15,3 0-23-15,0 1-28 16,0 4-23-16,-1-4-25 0,1 4-23 16,0 0-39-16,1-7-36 0,-1 7-25 0,8 0-30 0,-8 0-31 0,10 4-44 0,-2-1-44 15,-3-2-56-15,3 3-187 0,-2-3-359 16,-1 4 159-16</inkml:trace>
  <inkml:trace contextRef="#ctx0" brushRef="#br0" timeOffset="74810.92">4037 7413 93 0,'0'0'313'16,"0"0"-23"-16,0 0-28 0,0 0-25 0,0 0-18 16,6 0-32-16,-6 0-22 15,0 0-20-15,0 0-12 0,-6 9-12 0,3-4-14 0,-3 1-13 0,-2 2-9 0,0 1-3 16,-1 2-12-16,4-1-6 0,-8 3-6 15,5-2-8-15,-1-3-4 0,3 2-6 16,-3 1-4-16,3 1-5 0,2-5-9 0,0 3-3 16,1-2-5-16,1 1-2 0,1 0-5 15,1-2 3-15,3 2 2 0,0-4-6 0,3 3 2 0,2 2 0 0,5-3 0 16,-3 1 1-16,4 2-3 0,1-1 1 16,0 2 7-16,1-3-10 0,-8-2-1 15,5 3 2-15,-4-4-4 0,-2 4-2 0,1-2-7 0,-3-2-8 0,0 3-2 0,-4-4 2 16,2 1 0-16,-3 3 6 0,-4-1 3 15,-1 1 3-15,-5-2-2 0,0 1 4 0,-2 1-3 16,1-3 5-16,-2-1-1 0,0-1 1 16,0 2-1-16,2 0 2 0,-2-3-5 0,1 0-9 0,1-2-9 0,2-2-21 15,0 0-31-15,3-1-34 0,2-4-25 16,3 0-26-16,6-3-21 0,-2 0-197 16,5-2-407-16,0-2 181 0</inkml:trace>
  <inkml:trace contextRef="#ctx0" brushRef="#br0" timeOffset="75512.75">4348 7362 214 0,'4'-9'336'0,"2"-1"6"0,-6 3-2 15,3 2-6-15,-2-1-17 0,-1 2-26 16,3-1-24-16,-2 2-35 0,0 1-26 0,-1 2-30 16,3-5-38-16,-3 5-35 0,0 0-18 15,0 0-3-15,1 14-10 0,-2-3-8 16,-1 5-9-16,0 5 1 0,2 1-9 0,-1 10-5 0,-2-4 10 0,2 3-15 15,-2-2-5-15,3 1-4 0,3 3-11 16,-3-3-12-16,1-2-9 0,-1-9-15 0,3 1-9 16,-2-4-9-16,0 1-2 0,-1-5-7 15,0 0-10-15,0-4-7 0,1-1 9 0,1 0 8 0,-2-3 21 0,-2-1 5 16,2-3 3-16,0 0-6 0,0 0 9 0,0 0-4 16,-11-10 1-16,2 3-4 15,4-3 4-15,-3 1-4 0,-2-5-5 0,0-2 2 0,-2 0 2 0,-3 4-2 0,2 0 6 16,-1 1 1-16,-1 0 1 0,-2 4 1 15,2 0 2-15,-3 1 1 0,1 1-2 16,5 1 3-16,0 1 2 0,2 3 4 0,1-1-1 16,1 0-5-16,3-1 5 0,0 1-2 15,5 1-9-15,-9-2 0 0,9 2 9 0,0 0-7 16,0 0 10-16,0 0-7 0,22-2 2 0,-1 1 0 0,7-2 2 16,10-1 2-16,14-2-2 0,2-2 3 15,2 1-1-15,1 2-2 0,1-7 5 0,-3 7-3 16,-2-4 1-16,-14 3-3 0,-1 1 2 0,-2-1 2 0,1-2-1 0,-6 5 4 15,-12-1-1-15,1-1 15 0,-4 1 26 0,-5 3 27 16,-3 0 23-16,0 0 25 0,-1 0-1 16,-7 1 9-16,8-3 10 0,-8 3-9 0,0 0-8 0,5-1-15 0,-5 1-15 15,0 0-15-15,0 0 6 0,0 0-27 16,0 0-3-16,0 0-4 0,-19-5-7 16,19 5-10-16,-14 5-6 0,7-2 2 0,-4 0-6 15,2 3-5-15,0-1-4 0,-1-1-2 16,1 0-13-16,1 3-10 0,2-3-11 0,-2 2-13 0,3 1-19 0,1-3-4 0,0 1-2 15,3-1 9-15,1 4 7 16,0-3 3-16,0 0 5 0,5 2 8 0,2 1-3 16,-1 1 7-16,7-4 7 0,1 7-3 15,1-4 5-15,0 1 4 0,3 3 4 0,0-5-1 0,0 1 7 0,-1 1-3 0,-6-1 2 16,-1 0 4-16,1 1-5 0,-4-1 2 16,1-4-2-16,-3 2 0 0,0 1 8 15,-4-2 7-15,2 0 0 0,-7 3 3 16,-5-1 6-16,0-1-4 0,-4 2 3 0,-4 0-7 0,-2-1 0 0,-1-2 3 15,-5 5-5-15,3-6-41 0,3 3-50 16,-3-1-73-16,3-4-104 0,1 0-266 16,4-1-575-16,5-2 254 0</inkml:trace>
  <inkml:trace contextRef="#ctx0" brushRef="#br0" timeOffset="78130.58">6318 7556 8 0,'2'-7'189'0,"-2"1"2"0,0 2-5 16,1 1-7-16,-2-5 0 0,1 4-4 0,0-2-8 0,-2-2 0 0,4 1-2 15,-5 1-4-15,1-1-8 0,-1 1-6 16,2 1-12-16,-2-1-9 0,1 3-14 16,-2-2-13-16,-4 1-9 0,3 1-15 0,-4 3 12 0,-1-2-8 0,-4 4-1 15,-3 1-19-15,-3 2-6 0,1 2-5 16,2 2-5-16,-1 1-3 0,1 1-7 0,1 2-5 15,-5 7-3-15,6-6 0 0,1 1-5 16,1 7 2-16,-1 2-5 0,5-7 0 16,3 0 0-16,-1 0-5 0,3-2-12 0,3-2-6 0,1 0 0 0,0-4 1 0,4 2 2 15,0-2 4-15,1-4-2 0,0 0 4 16,3-1-3-16,6-4 6 0,-4 3 2 16,8-6 3-16,-1-4 0 0,2 0 2 15,-1-3 7-15,-2-2 6 0,1-2 16 0,2-5 8 0,-2-1 5 0,-2-2 3 0,-5 5 20 16,3 1 0-16,-4-1 12 0,1 0 15 15,-1 2-15-15,0 1 23 0,-5 2 8 16,1 5 9-16,-1 0-6 0,-3 1-17 0,2 2-7 0,-2 0-11 0,2 0-12 16,-3 4-15-16,2-5-16 0,-2 5-22 15,0 0-19-15,0 0-4 0,0 0 6 16,0 0-6-16,4 13-1 0,-4-6 1 0,0 3 4 16,3-1-5-16,-2 1 3 0,-1 7-3 0,2-5 1 0,1-1-2 0,-1 2 3 15,2-3-2-15,-1 2 5 0,-1-4-9 0,1 2-2 16,3-2-5-16,1-2-6 0,3-2 1 15,1-2-13-15,9-1-20 0,0-3-49 16,7-2-45-16,2-3-49 0,2-5-73 0,1-1-73 0,0 1-327 0,2-2-719 16,-2-3 318-16</inkml:trace>
  <inkml:trace contextRef="#ctx0" brushRef="#br0" timeOffset="78660.85">7243 7238 112 0,'-13'2'178'15,"2"-1"-8"-15,-3 4-15 0,3-2-10 0,-1 1-10 0,5-1-17 0,0-2-14 0,1 2-10 16,-1-2-17-16,2 1 0 0,-1 0-9 15,6-2-8-15,-5 2-8 0,1-2-2 0,4 0-3 16,-8 3-4-16,8-3 11 0,0 0 9 16,-4 4 13-16,4-4 8 0,0 0-11 0,-4 1 0 15,4-1 1-15,0 0 8 0,0 0 4 0,0 0-1 0,21 0-3 0,-2-3-3 16,0 1-7-16,16-3-10 0,1 1-5 16,14-1-6-16,7-3-3 0,4-1-1 15,2-1-1-15,-2 2-6 0,-2 1-2 0,-1 3-3 0,-5-4-3 0,-16 6-4 16,-1-3-4-16,-4 3-4 0,-5-1 5 0,-4 3-7 15,-5 0-14-15,-8 0-6 0,0-1-8 16,-1 0-14-16,-4 0-14 0,-5 1-19 16,0 0-22-16,0 0-18 0,0 0-10 0,-20 3-12 0,6 0-15 0,-5 3-11 15,-3-3-20-15,0 2-21 0,-5-2-161 0,-1 4-376 16,0-3 167-16</inkml:trace>
  <inkml:trace contextRef="#ctx0" brushRef="#br0" timeOffset="78954.75">7493 7265 224 0,'0'0'265'0,"-6"0"3"0,6 0-3 0,-6-2-6 0,6 2-9 0,0 0-10 16,0 0-21-16,0 0-23 0,0 0-17 15,0 0-22-15,0 0-21 0,0 0-17 16,0 0-15-16,-6 4-17 0,3 3-6 0,2 2-8 16,-2 4-7-16,0 4-6 0,-3 9 0 15,3 3-12-15,-5-1-5 0,4 1-9 0,-2 2-3 0,2 3-1 0,0-3-4 0,-2 4 4 16,1-1-5-16,1-3-1 0,0-3-4 15,3-3 1-15,-2 3-4 0,2-12 0 16,0-1 3-16,1-2-3 0,1-2-2 16,-2-1-3-16,1-2 4 0,0-2 8 0,-3-2-15 0,6 1 15 0,-6 0-9 0,3-5 4 15,0 5 3-15,3-3 0 0,-3-2 11 16,0 0-3-16,0 0-35 0,0 0-40 16,0 0-50-16,0 0-43 0,5-14-40 0,-4 8-57 0,7-2-308 0,-3-2-588 15,2 0 260-15</inkml:trace>
  <inkml:trace contextRef="#ctx0" brushRef="#br0" timeOffset="79290.77">8107 7449 262 0,'-6'-3'262'0,"6"3"-19"0,0 0-21 0,0 0-20 0,0 0-22 16,0 0-22-16,0 0-9 0,0 0-9 15,-9 0-16-15,9 0-13 0,0 0-8 0,0 0-10 16,0 0-10-16,0 0-5 16,0 0-2-16,27 0-11 0,-13-2-6 0,8 0-4 0,8-1-9 0,-2-1-7 15,7-2-2-15,1 4-2 0,1-2-8 0,-1 1 0 16,-1 0 1-16,1-1-4 0,-5 3-4 15,-2 0-4-15,-10-2 4 0,0 3-3 0,-6-1-5 0,-1 1 0 0,-1 0-7 16,-2-1-6-16,-1 1-8 0,-2 0-13 16,-6 0-16-16,7 0-28 0,-7 0-34 15,0 0-36-15,0 0-23 0,0 0-36 0,0 0-189 16,-23 0-416-16,23 0 184 0</inkml:trace>
  <inkml:trace contextRef="#ctx0" brushRef="#br0" timeOffset="79590.95">8064 7691 110 0,'-6'3'255'16,"0"-1"2"-16,4 2-8 0,2-4-10 0,-5 2-19 0,5-2-16 0,0 0-17 15,0 0-15-15,0 0-15 0,0 0-17 16,19-4-14-16,0-1-10 0,0 1-14 16,9-4-11-16,2 1-10 0,0 1-5 15,6-1-9-15,-1-2-7 0,2 2-7 0,0 0-5 0,-2 1-3 0,-3-1-3 0,-1 4-7 16,-8 1-3-16,-5-2 2 0,-4 3-10 16,-4-1-8-16,1 0-14 0,-4-1-13 15,0 3-10-15,-2-1-14 0,-5 1-44 0,4-4-63 16,-4 4-48-16,0 0-38 0,-7-7-195 0,7 7-458 15,-12-2 204-15</inkml:trace>
  <inkml:trace contextRef="#ctx0" brushRef="#br0" timeOffset="79948.08">8359 7323 65 0,'-5'-5'367'0,"4"0"-17"0,-2 0-23 0,2 1-21 16,-2 2-17-16,3 2-29 16,-1-6-34-16,1 6-24 0,-5-2-24 0,5 2-26 0,-3-3-23 15,3 3-12-15,0 0-14 0,-6 16-14 16,4-3-6-16,-4 3-10 0,1 9-11 0,-1 3 1 16,-1 0-13-16,-3 4-8 0,0 1-3 0,1 9-5 15,-2 7 0-15,-5-5 0 0,11-11-1 0,-4-1-7 16,3 1 0-16,-2-2-4 0,3-3 1 0,-3-3 7 15,6-6 5-15,-1-2-25 0,-1 0-5 0,3-8-1 0,1 2 14 0,-2-4-5 16,2 0-3-16,-2-1 4 0,2 1-3 0,0-4 3 16,-1 1 5-16,1-4 4 0,-3 5-3 0,2-3-4 15,1-2 0-15,0 0-5 0,0 0-41 0,0 0-42 16,0 0-48-16,0 0-43 0,9-13-47 0,-8 7-56 16,2-2-270-16,3 0-579 0,-1-2 256 0</inkml:trace>
  <inkml:trace contextRef="#ctx0" brushRef="#br0" timeOffset="80349.35">9127 7342 97 0,'0'0'246'0,"-6"-2"-18"0,6 2-22 15,0 0-18-15,-12 5-14 0,7-1-21 0,-4 0-19 0,-1 4-9 16,1 2-15-16,-3 4-4 0,1-1-17 0,-2 4-12 16,0 0-7-16,1 3-4 0,0 2-7 0,3-4-10 15,-1 6 1-15,2 0 4 0,3-7 2 0,0 1 0 0,5 1 2 16,-1-5 7-16,2 3 6 0,4-4 8 15,0 1 11-15,0-3 9 0,4-2 13 0,7 1 5 16,0-3 3-16,3-5-2 16,3 1 6-16,5-7 3 0,6 3 9 0,-6-10 1 15,0 4-5-15,-2-7 6 0,-2 2-8 0,-6-1 0 16,1-1-9-16,-8-1-15 0,5-9-10 0,-4 10-7 16,-6-7-16-16,1 1-18 0,-6-4-32 0,0 5-16 15,-6 2-32-15,-3-1-45 0,-3 1-47 0,-3 5-50 16,-12 1-59-16,-2 4-91 0,-4-2-354 0,-2 5-727 15,2 3 322-15</inkml:trace>
  <inkml:trace contextRef="#ctx0" brushRef="#br0" timeOffset="84026.81">10618 7010 78 0,'0'-10'254'0,"0"4"-9"15,0-2-11-15,0 1-25 0,3 2-20 16,-3 1-20-16,0 1-23 0,0 3-15 0,1-6-17 16,-1 6-16-16,0 0-8 0,0 0-10 15,0 0-11-15,3 21-5 0,-2-4-7 0,-1 7-7 16,0 6-7-16,-1 6-4 0,-6 12-5 15,3 3-3-15,-2 0-3 0,1-2-2 0,0-1-2 0,-2 2-2 16,2-4 0-16,4-12-1 0,-3 2-2 0,1-2-4 16,3 0 2-16,3-4-1 0,-3-2-1 15,0-4 5-15,0-5 1 0,1-1 1 0,2-5-1 0,-3-4-1 0,1 0 5 0,2-2 1 16,-2-2 5-16,-1 0 6 0,4-1 13 0,-3-1 4 16,-1-3 2-16,12-3-1 0,-6 1 1 0,2-4-3 15,-2 0-7-15,2-3-2 0,2-2-5 0,-5 0-5 16,4-4 1-16,-5 1-7 0,4-3-2 15,-5 1-8-15,0-1-7 0,-3 0-5 0,-1 0-7 16,-3 2-7-16,-2 0-2 0,0 2-4 0,0 2 2 16,-3 3-4-16,-2-2 3 0,-1 3 0 15,-2 2 2-15,0-4 2 0,-4 4-4 0,1 2 3 16,2 2 10-16,2-1-11 0,-1 1 0 16,2-2 2-16,1 3 2 0,0-1 0 0,4 1-20 15,1-1-19-15,6 1 0 0,0 0 3 0,-6 2 5 16,6-2 6-16,0 0 2 0,25-1 2 0,1-1 0 0,5-3 1 0,4-1 1 0,5-2 4 15,10 1-1-15,1-2 3 0,2 0-4 0,1-2 5 16,-14 2 2-16,9 1-1 0,0-2-3 16,-13 6 4-16,-2-4-2 0,-4 2 3 0,-11 4 3 15,1-1 3-15,-7-2 6 0,0 3 10 0,-3-1 19 16,-3 2 20-16,-1-1 12 0,-1 1 0 0,-5 1-5 16,0 0-7-16,0 0-6 0,0 0-4 15,0 0-5-15,0 0-6 0,-27 7-2 0,15 0-3 16,-4-2-2-16,-3 5-1 0,5-1-3 0,-4 3-5 15,0-2 5-15,4 2-6 0,-3-1 0 0,6 2-2 0,2-6 2 0,1 3-3 0,1-1 1 32,2 0-12-32,1-1-1 0,1 0-1 0,4-1 11 0,1-3-8 0,2 5 1 0,2-5 1 0,4-1 2 15,0-1 1-15,4 0 2 0,-1-2 1 16,5-3-2-16,-4 2 2 0,-1-4-3 0,0 3 2 16,-3-2 1-16,3-2-1 0,-4-1 2 15,0 1 0-15,-2-1 0 0,-3 3 0 0,0-1-3 16,-3-4-1-16,0 1-4 0,-1 0-11 0,-2 1-7 15,-1-2-6-15,-2 1-6 0,-1 0-14 0,-3 1-12 16,1-2-21-16,-1 4-30 0,-1 0-31 16,1-3-36-16,-1 4-59 0,4-4-139 0,2 4-408 15,1 0 181-15</inkml:trace>
  <inkml:trace contextRef="#ctx0" brushRef="#br0" timeOffset="84341.34">11275 7277 95 0,'0'0'225'16,"5"-2"-25"-16,-5 2-19 0,9 2-18 16,-5 0-11-16,1 1-11 0,3 1-9 0,1 2-11 15,-3 2-11-15,3 3-11 0,1 1-9 16,-1 3-8-16,1-1-7 0,-4 3-8 0,2-1-7 16,-1 2-3-16,-2-4-7 0,-1 5-5 0,-2-2-7 15,2 0 0-15,-2-5-2 0,-2-2-4 0,3 1-1 16,-3-1-4-16,0-1-4 0,0-3 6 0,0 1 18 0,0-2 26 0,-3-4 28 0,3-1 35 15,0 7 40-15,0-7 32 0,0 0-3 0,0 0-18 16,0 0-15-16,0 0-16 0,-4-20-19 16,5 13-13-16,-1-4-12 0,3-7-12 0,3 4-15 15,-2-3-1-15,2 0-15 0,1 1-8 0,0 1-7 16,2 1-13-16,-4 4-21 0,0-2-19 16,3 5-25-16,1-2-42 0,-7 5-36 0,5-1-37 15,-2 2-32-15,4 1-51 0,1 2-46 0,-1 0-67 16,3 4-236-16,-1-3-617 0,2 0 273 15</inkml:trace>
  <inkml:trace contextRef="#ctx0" brushRef="#br0" timeOffset="85633.28">12368 7340 68 0,'0'0'341'0,"5"-2"-21"0,-5 2-23 0,0 0-30 0,0 0-26 0,2-3-26 16,-2 3-26-16,0 0-25 0,0 0-19 0,0 0-14 15,0 0-15-15,0 0 0 0,0 11-27 16,-1-4-5-16,1 2-10 0,-1 3-5 0,-4 0-5 15,2 0-11-15,-1 3-2 0,3 1-9 16,-3 1-4-16,3-5-2 0,-2 0-3 0,2 0 1 16,1-4-8-16,0 1 2 0,0-4-11 15,0 2-3-15,0 0-1 0,1-4-4 16,-1 0 4-16,4 0 5 0,-4-3 6 0,9 0-3 0,-9 0 1 0,14-6 10 0,-6-1 4 16,2-1-1-16,0-1-2 15,-2 1 1-15,5-6-9 0,1 3 3 0,-4-3-4 0,0 5 1 0,0-5-5 0,-3 4-5 16,1 1 11-16,-1 4 10 0,-2-2-7 0,-2 2 1 15,-1 3-13-15,2-1 0 0,0 0-12 16,-3 1-5-16,-1 2-10 0,0 0-1 0,0 0-1 16,0 0 4-16,10 8-4 0,-7-3 14 0,-2 4-13 15,1 0 4-15,0-1-2 0,2 4-2 16,0-3 3-16,1 3 7 0,-1-1-2 0,2-2 1 16,3 1 2-16,3 2 0 0,-1-5 0 0,-2 1 14 15,4-4-12-15,5 0-2 0,1-1 4 0,0-2 1 16,1-1-2-16,1-1 3 0,-2-2-3 15,0-5-1-15,-2 0 3 0,2 1-4 0,-5-4 7 0,3 0 7 0,-3-1-2 0,0 0-12 16,-5-2 2-16,2 1 3 0,-4 2 5 0,-3 0 3 16,-1 0 12-16,0-1-5 0,-2 4-6 0,-1-1-1 15,-2 1-7-15,-2-2-2 0,0 4-4 0,-1 2 8 16,-8-3-9-16,-1 4-6 0,-5 1 1 16,-8 2-4-16,-1 0 0 0,-4 1-2 0,4 2 10 15,-1 4-5-15,8-4 5 0,2 1-20 0,0-2-16 16,6 4-14-16,3-3-16 0,-3 0-21 0,8-1-12 15,1 1 6-15,1 0 9 0,2 3 6 16,1-6 10-16,17 3 9 0,-3-3 0 0,7-1-5 16,9-1-7-16,4-3-9 0,-2 1-9 0,2-1-2 15,4-5 10-15,-4 2 3 0,2-2 10 0,0-1 14 16,-3-2-3-16,-1 0 12 0,-3-2 17 0,1-1 13 16,-7-2 17-16,-1 0 18 0,-5 0 19 0,-1-3 27 15,-5 3 11-15,0 1 16 0,-2 0 12 0,-1-1 7 16,-2 1 17-16,-1 1 14 0,-1 3 5 0,-2-1 0 0,1 1 4 0,-2 3-1 15,4 2 2-15,-5 1-13 0,1 0-14 0,3 3-16 16,-4-2-11-16,0 4-18 0,0 2-10 0,1-6-28 16,-1 6-33-16,0 0-4 0,0 0-1 0,0 0-3 0,-5 20 0 15,2-8-3-15,-3 7 1 0,0 8 9 0,-2 2-11 16,-3 1 8-16,2 2-4 0,0 1-9 0,-1-1 13 16,2-1-5-1,2 1 2-15,-1-4-5 0,3-3-5 0,1-6-8 16,0-2-7-16,2-1 3 0,1 0-9 0,0-7 3 15,-1 0-3-15,1-4 6 0,1 1 12 0,-1-1 11 16,0 0 31-16,1-4 24 0,-1-1 28 0,1 4 4 16,-1-4-8-16,0 0-8 0,16-8-7 0,-10 3-6 15,3-3-6-15,2-1-4 0,1-4-6 0,1-3-6 16,0 6 1-16,-2-2-10 0,-1 0-1 0,-1 6-6 0,0-3 1 16,0 3-3-16,-5 2-3 0,1 0-4 15,-4 0-5-15,3 1-6 0,0-1-14 0,-4 4-26 16,5-2-10-16,-5 2 4 0,0 0 9 0,13 6 0 15,-8-3-5-15,0 4 1 0,-1-3-4 0,6 4-3 16,-1 1 0-16,-1-1-14 0,4 4-5 0,-3-1 2 16,3-1-3-16,-2 0-2 0,2-2 4 15,2 1 2-15,-3-4 0 0,2-1 5 0,0 2 6 16,-3-2 10-16,4-3-2 0,-1 0 7 0,-3-2 8 16,4-2 2-16,-5-1 20 0,3 0 19 0,-1-2 12 0,-2-2 9 15,1 1 8-15,-1-3 6 0,0 1 9 0,-1-3 14 16,0 5 4-16,-1-3 8 0,-3 3 8 0,0 1 2 15,-2-1 1-15,1 3-12 0,1 1-4 16,-3-1-10-16,2 0-12 0,-3 4-9 0,2-2-15 0,-2 2-26 0,0 0-18 16,5-2-9-16,-5 2-1 0,0 0 4 0,0 10 4 15,0-5-2-15,-1 2 1 0,1 2 10 0,-1-1-6 16,-2 3-1-16,2-1 2 0,0-1 5 0,-2 3-3 0,3-3-2 16,0-3-8-16,-1 2-16 0,1-1-9 0,0-2-12 15,1 0-17-15,-2-1-7 0,1-1 1 0,-1 1-6 16,1-4 5-16,0 5 5 0,0-5-14 0,0 0-12 0,0 0-78 15,0 0-71-15,0 0-49 0,-6-12-249 0,8 3-595 16,-4-1 263-16</inkml:trace>
  <inkml:trace contextRef="#ctx0" brushRef="#br0" timeOffset="85764.85">13573 7188 128 0,'-2'-4'331'0,"2"4"-8"0,2-6-17 16,-4 2-26-16,2 4-31 0,2-6-27 0,-2 6-22 15,2-3-32-15,-2 3-30 0,0 0-43 0,0 0-41 16,0 0-29-16,5 0-33 0,-5 0-53 0,0 0-51 16,14 2-63-16,-10-1-186 0,3 1-391 0,-1-2 174 15</inkml:trace>
  <inkml:trace contextRef="#ctx0" brushRef="#br0" timeOffset="86534.72">13860 7282 73 0,'0'0'183'0,"-5"1"-12"0,5-1-23 16,0 0-12-16,0 0-12 0,0 5-5 0,0-5-12 0,5 3-12 0,0-2-5 0,-5-1-10 16,13 0-5-16,1 0-9 0,3-1-5 0,2-2-7 15,0 0-3-15,2 0-11 0,-1-2-9 0,-3 0-11 16,4-2-4-16,-2 2-1 0,-2-2-3 0,-2 0 3 15,-3 1-5-15,-2 2 1 16,0-1 10-16,-3-2 13 0,-2 4 12 0,-1 0 5 16,0-4 1-16,-3 6 2 0,1-5-11 0,-2 6 2 15,-2-4-4-15,2 4-10 0,-9-5-5 0,1 5 0 16,8 0-1-16,-19 6-4 0,2-3-2 0,0 3-1 0,-4 2 1 16,-3 2-1-16,3-2-4 0,-3 5 0 15,0 0-3-15,7-1 1 0,-2 0-4 0,6 1-1 16,-1 1 0-16,4-3-1 0,1 4-2 0,0-2 0 0,1-3 2 0,5 2-1 15,1 3 0-15,4-5-1 0,1 2 3 0,4-1 0 16,7-1 4-16,-1 0-3 0,6-3 1 0,8 0-3 16,1-2-6-16,1-1-6 0,4-3-11 0,-1-3-7 15,0-1-1-15,0-3-3 0,1 0 3 0,-1-3 1 16,-4-2 4-16,1-1 3 0,-1-2 0 0,-3 0 11 16,-2-6 9-16,2-3 6 15,-4 0 7-15,0-1 10 0,-5-5 9 0,1-1 20 16,-2 1 32-16,-1 2 3 0,-5 0 12 0,2 2 22 15,-3-4 25-15,1 4 7 0,-1 0 8 0,-4 10 13 16,-2-2 4-16,1 6-3 0,2 1-4 0,-4 1-12 16,2 2-14-16,-3 1-17 0,1 0-14 0,0 1-14 15,-1 3-21-15,0 2-14 0,4-5-49 0,-4 5-21 16,0 0-4-16,0 0-1 0,-1 17 5 0,-2-2-5 0,2 3 1 0,-3 7 3 16,0 4 1-16,-1 3-3 0,3 0 0 0,-6 1 3 15,0 1-1-15,1-1 4 0,-1 1 3 0,-1 0-6 16,3-5 2-16,-2-1 11 0,3-9-11 0,1-1-4 15,-2-1-6-15,3-4 13 0,1-4-4 0,-1 1 5 16,1-4 3-16,3-2 7 0,-1 2 12 0,0-3 19 16,-1 2 31-1,1-5 25-15,1 4 31 0,-1 0 23 0,0-4 1 16,0 0-13-16,0 0-14 0,9-10-12 0,-3 2-18 16,3 0-9-16,0-1-7 0,0 1-11 0,0 0-8 0,1 0-7 15,-1 2-9-15,-4 2-9 0,0-2-7 0,3 1-11 16,-3 4-29-16,-1 0-27 0,-4 1-12 15,5 0-6-15,-5 0 1 0,13 4 2 0,-11 3 0 16,5-1-7-16,-1 1 3 0,1 2-12 0,-1 1-20 0,2-2-33 0,-2 1-25 16,2-2-52-16,-2 1-45 0,3-1-58 0,-3 3-84 15,1-6-387-15,2 0-834 0,0-3 369 0</inkml:trace>
  <inkml:trace contextRef="#ctx0" brushRef="#br0" timeOffset="89150.95">16513 6960 195 0,'0'-21'230'0,"1"2"-5"0,-1-6-3 0,3 7-3 16,-5 1-3-16,2 1 0 0,0 6-11 15,0-2-10-15,0 5-5 0,0 2-14 0,0-2-17 16,0 2-9-16,-1 0-31 0,2 2-26 0,-1 3-29 16,0 0-2-16,0 0-1 0,-7 14-15 0,-1 6-6 15,-1 11-7-15,-5 16-1 0,0 5-6 0,-3 7 0 0,-3 22-1 0,3-26-1 0,2 0-4 16,2 4-2-16,1-2 12 0,1-3-15 15,1 0-2-15,2-4 1 0,2-6-1 16,1-8-2-16,1-4 2 0,0-1 0 0,0-5-3 0,-1-6 0 16,4-5-1-16,-1-3-3 0,-1 0 9 15,2-6 16-15,-2 2 22 0,2-1 28 0,1-2 37 16,-3-2-3-16,3-3-3 0,0 0-8 16,-15-6-10-16,7 2-12 0,-2-1-11 0,-3-5-2 15,3 0-7-15,-3-4-8 0,-1-1-6 0,5 1 3 16,0 2-7-16,-1-1-7 0,4 3-5 15,-1-4 1-15,-1 6-4 0,4 3-2 0,0-1-5 16,0 2-3-16,1-2-17 0,1 4-31 0,-1-1-35 0,2-1-49 0,1 4-41 0,-1-5-39 0,1 5-25 16,0 0-38-1,0 0-63-15,0 0-266 0,0 0-632 0,14 0 281 0</inkml:trace>
  <inkml:trace contextRef="#ctx0" brushRef="#br0" timeOffset="89501.21">16204 7377 90 0,'-6'1'211'16,"6"-1"-8"-16,-10 0-15 0,7 3-18 15,3-3-16-15,-7 1-17 0,7-1-10 0,0 0-12 0,0 0-1 0,-6 1-14 16,6-1-4-16,0 0-6 0,0 0-2 16,0 0-12-16,26-6-8 0,-5 3-5 15,10-1-8-15,2-5-3 0,5 2-8 0,-2 2-5 16,2-2 0-16,2 3-9 0,-2-3-1 0,-6 4-3 0,-2-2 0 0,-10 4-3 0,-2 0-1 16,-4 0-7-16,-4-1 0 0,-2 1-4 15,0 1-3-15,-3 0-1 0,-5 0-7 16,11-1-5-16,-11 1 1 0,0 0-2 0,0 0-14 0,0 0-16 0,0 0-19 15,0 0-40-15,-16 6-30 0,16-6-55 0,-9 1-155 16,9-1-362-16,0 0 161 0</inkml:trace>
  <inkml:trace contextRef="#ctx0" brushRef="#br0" timeOffset="90243.48">16989 7190 81 0,'0'0'230'0,"-1"-2"-7"16,1 2-1-16,0-4-12 0,0 4-10 15,0 0-9-15,0-9-15 0,3 7-12 16,-3 2-21-16,6-6-16 0,-2 4-11 0,3 0-12 0,3-2-11 0,1 1-11 0,-2 1-10 16,5 2-5-16,0 1-10 0,0 0-6 15,-1 2-10-15,5 3-1 0,-4 1-2 0,1 3-2 16,-2 1-4-16,1 2-4 0,-2 2-4 15,-3 3 1-15,-3-1 4 0,0 2-8 0,-3 0-4 0,-3 0 0 0,-1 1-3 16,-6 4 2-16,2-4 1 0,-4-3-6 16,-1 6 3-16,0-5-4 0,-2-4-3 15,2 2 6-15,0-3-2 0,1-3 4 16,1-2 3-16,-2-1 2 0,2-3 7 0,3 2 8 16,0-1 16-16,1-2 21 0,2-3 40 0,2 0 24 0,0 0-2 0,0 0-12 0,-7-8-11 15,10 2-16-15,3-2-11 0,1-7-11 16,4-2-4-16,7-4-8 0,-4-1-7 15,5 0-5-15,-1-3-5 0,0 4-3 16,-1 0-10-16,-5 6 2 0,-1 0-8 0,0 4-4 0,-3 0 4 16,-2 5 3-16,-2 1-8 0,2 0 2 0,-2 0-10 0,0 3-3 15,-1-1-6-15,-1 2-21 0,-2 1-10 16,0 0 2-16,0 0 0 0,4 9-2 16,-3-4 4-16,-2 7-1 0,2 0 5 0,-1-1 5 0,2 5 1 0,0-1 2 0,2 1-17 15,2 1-8-15,2-3-23 0,1 1-19 0,2-1-23 16,2-3-30-16,0-2-38 0,6-1-53 15,2-2-69-15,-2-2-269 0,9-2-607 16,-6-2 269-16</inkml:trace>
  <inkml:trace contextRef="#ctx0" brushRef="#br0" timeOffset="90591.2">17720 7262 40 0,'-5'-1'201'0,"5"1"-12"0,-10 1-23 16,10-1-23-16,-10 1-14 0,10-1-9 15,-7 4-14-15,5-4-5 0,2 0-13 16,-3 3-10-16,3-3-6 0,-8 3-9 16,8-3-5-16,-3 1 1 0,3-1 8 0,0 0-2 0,0 0 7 0,-4 3 2 15,4-3 3-15,0 0 0 0,0 0-5 16,-4 2-2-16,4-2 0 0,0 0-6 15,0 0-5-15,0 0 1 0,0 0-6 0,0 0-4 0,0 0-4 0,0 0-1 0,0 0-2 16,0 0 1-16,0 0-3 16,0 0 6-16,0 0 0 0,26-2-10 0,-8 0-2 15,2 0-4-15,8-1 1 0,7-2-2 0,-1 1-5 0,2-1-2 0,4-1 1 16,-3 4-7-16,1-2 0 16,-6-1-28-16,-4 2-22 0,-6 2-24 0,-5-1-25 0,-4 1-17 15,-2-2-36-15,-4 2-33 0,-2 0-40 16,-5 1-182-16,0 0-421 0,-10-7 186 15</inkml:trace>
  <inkml:trace contextRef="#ctx0" brushRef="#br0" timeOffset="90824.72">17851 7129 128 0,'-3'-5'283'0,"2"-2"0"15,0 2 2-15,-1-1 0 0,1 0-4 16,1 2-5-16,0 4-14 0,-1-6-17 0,-1 2-21 0,2 4-29 0,-1-3-26 15,1 3-19-15,0 0-23 0,0 0-26 0,0 0-11 16,0 0-8-16,-6 16-12 0,3-5-8 16,1 4-6-16,-3 6-8 0,0 5 3 15,-2 2-7-15,5 1-6 0,-1 0 0 0,-3 0-6 0,3 0-9 0,1 0-13 0,2-3-29 16,0 3-12-16,1-2-36 0,-2-4-35 16,1-5-36-16,0 0-59 0,1-4-68 15,0-3-256-15,2-1-562 0,-2-4 249 16</inkml:trace>
  <inkml:trace contextRef="#ctx0" brushRef="#br0" timeOffset="91146.75">18326 7117 61 0,'0'0'240'0,"-7"0"-15"0,7 0-10 0,0 0-10 15,-8 3-13-15,8-3-8 0,0 0-17 16,0 0-13-16,0 0-14 0,0 0-15 16,0 0-11-16,0 0-8 0,0 0-11 0,0 0-10 15,29-5-6-15,-8 5-7 0,0-4-10 0,6 1-2 0,3 1-2 0,2-4-14 16,1 4-4-16,-1-2-3 0,0-1-2 15,-4 2-9-15,-8 0-15 0,-1 1-8 16,-2-1-20-16,-3 2-18 0,-6-2-24 0,-2 3-25 16,-1 0-22-16,-5 0-40 0,0 0-13 0,0 0-49 0,0 0-130 0,0 0-364 15,-27-3 162-15</inkml:trace>
  <inkml:trace contextRef="#ctx0" brushRef="#br0" timeOffset="91438.31">18446 7100 293 0,'-6'3'316'16,"6"-3"-10"-16,0 0-19 0,-5 0-19 0,5 0-27 16,0 0-23-16,-7 3-30 0,7-3-22 0,0 0-14 15,-1 2-25-15,1 5-15 0,-1-1-10 0,-2 5-8 16,3 7-12-16,-4 0-7 0,3 2-4 0,-3 6-5 16,3-1-6-16,-4-1-7 0,5 0-5 0,-4 0-3 0,4-3-1 0,0-2-9 0,-4-1-3 15,4-1-3-15,0 0-3 0,0-5 0 0,0-3-4 0,0 2-4 16,0-4-1-16,0 0 4 0,3-1-5 0,-2 0 3 15,-1-3-2-15,0 1 1 0,0 0 0 0,0-4 2 16,1 6-4-16,-1-6 7 0,3 1-1 16,-3-1-8-16,0 0 9 0,0 5 0 0,0-5-3 0,0 0-21 15,0 0-32 1,0 0-30-16,10-12-44 0,-2 6-46 0,-2-2-73 16,2 0-103-16,5-6-168 0,-3 1-537 0,3-3 238 15</inkml:trace>
  <inkml:trace contextRef="#ctx0" brushRef="#br0" timeOffset="91701.53">18961 6859 228 0,'0'0'284'0,"0"0"-25"0,0 0-32 0,7 8-20 16,-4 3-14-16,0 1-13 0,3 8-13 0,3 6-12 15,0 3-11 1,0 2-6-16,-4 13-8 0,2 5-5 0,-1-13-13 0,-3 10-5 16,-3-10-10-16,-3 10-7 0,-1-9-9 15,-1-4-4-15,-4 1-7 0,-6-1-7 0,-6 10-1 0,2-12-6 0,-3-3-8 0,-10 8-16 16,-6-1-25-16,10-12-32 0,0-1-47 16,-15 4-53-16,8-10-83 0,-17-1-278 0,-2 0-525 15,3-6 234-15</inkml:trace>
  <inkml:trace contextRef="#ctx0" brushRef="#br0" timeOffset="92185.89">17015 6865 56 0,'-4'-7'227'0,"2"1"2"15,-1 3-7-15,1-2-18 0,-1 2-20 16,3 3-20-16,-4-5-15 0,4 5-20 0,-6 0-13 16,6 0-18-16,-12 8-11 0,6 3-7 15,-3 7-9-15,-6 7-9 0,-1 8-9 16,-4 13-4-16,3 5-6 0,-2 5 4 0,3 1-2 0,5 4-2 0,-2-3-3 0,7-3-4 15,2 0-1-15,8-1-5 0,2-3 0 16,5 1 16-16,6-4 2 0,8-7 0 16,6-4-1-16,5-4 0 0,-4-12-4 0,16 4-10 0,8-4-26 0,3-6-49 15,2-2-64-15,32-5-95 0,-27-7-216 0,-1 1-451 16,30-10 199-16</inkml:trace>
  <inkml:trace contextRef="#ctx0" brushRef="#br0" timeOffset="92587.11">19445 7240 221 0,'0'0'362'0,"-10"0"-11"0,10 0-17 0,0 0-26 0,0 0-30 0,0 0-32 15,0 0-26-15,0 0-20 0,16-9-21 16,-5 5-29-16,12-2-35 0,-3 3-39 0,14-5-41 16,-2 4-51-16,2 0-60 0,2-3-71 15,-1 2-91-15,-5-3-195 0,-2 1-470 16,-5 4 208-16</inkml:trace>
  <inkml:trace contextRef="#ctx0" brushRef="#br0" timeOffset="92709.4">19545 7339 215 0,'-5'3'216'16,"-4"1"-10"-16,4-1-8 0,4-1-17 16,-2-1-12-16,3-1-11 0,18 1-23 0,0 0-36 15,2-2-74-15,14-1-94 0,-2-6-187 16,2 3-277-16,-2-4 123 0</inkml:trace>
  <inkml:trace contextRef="#ctx0" brushRef="#br0" timeOffset="93474.6">20557 6916 95 0,'0'-13'262'0,"2"0"-7"0,0 1-11 0,2 0-6 0,-4 0-6 15,5 0-15-15,-4 2-9 0,-1 0-14 0,0 5-12 16,1-2-5-16,2 1-13 0,-3 1-16 0,0 1-19 16,0 4-12-16,0-6-16 0,0 6-23 15,0 0-13-15,0 0-10 0,-8 11-2 0,0 6-9 0,-1 7-2 0,-2 2-5 16,-3 8-6-16,-4 13-4 0,1 1-2 16,1 7-3-16,2-3 0 0,3 1-3 15,-2-2 14-15,3 2-15 0,1-7 0 0,1 2-3 16,7-13-7-16,2-4 15 0,-1 3-12 15,-1-5-1-15,-2-2 4 0,7-9-5 0,-4 2 1 0,0-3-5 0,3-3 6 0,-3-2-4 16,3-1 3-16,-3-2-5 0,2-4 5 16,-2 1 2-16,0 0 26 0,-2-2 20 15,0-1 21-15,2-3-11 0,-4 3-12 0,4-3-8 0,-10-7-8 0,2 4 6 16,-1-4-7-16,-1 1 8 0,-2-1-22 16,1 1-18-16,-1 0-10 0,3-1-22 15,-2 1-15-15,1 0-22 0,-1 2-27 0,0-2-37 0,1 0-44 0,1 2-48 16,3 0-60-16,-3-1-264 0,3-3-588 15,4 4 261-15</inkml:trace>
  <inkml:trace contextRef="#ctx0" brushRef="#br0" timeOffset="93696.78">20387 7229 28 0,'-10'-1'272'16,"10"1"-20"-16,0 0-23 0,-9 0-19 0,9 0-19 0,0 0-15 0,-5 1-19 0,5-1-18 15,0 0-10-15,0 0-9 0,0 0-16 16,36-2-24-16,-8-1-34 0,5 0-51 16,6 1-58-16,12-7-75 0,-13 1-184 15,12-2-347-15,-14 2 154 0</inkml:trace>
  <inkml:trace contextRef="#ctx0" brushRef="#br0" timeOffset="95371.66">21058 7052 140 0,'0'0'211'0,"0"-4"-7"0,0-1-5 15,3 2-10-15,-3 3-11 0,1-5-14 16,0 3-16-16,2-3-12 0,-2 2-16 0,4 1-13 0,-1-1-12 0,4 0-11 16,-2 2-7-16,-1 0-10 0,3-1-5 15,-8 2-11-15,15 4-5 0,-5 0-2 16,-1 2 0-16,0 1-6 0,0 1 3 0,0 2-9 0,3 3 4 15,-5-1-3-15,-2 2-2 0,1 3-6 16,-4-1 2-16,-2 1-6 0,0-1 1 0,-5 1-3 0,-3 1-2 0,1 0 3 16,-3-1-3-16,-1-3 0 0,0 2 2 15,-3-3-1-15,1-1-1 0,3-2-3 0,2-2 11 0,0-2-3 16,1-1 2-16,-1 0 6 0,4-3 3 0,-1 2 21 16,1-2 19-16,2 2 23 0,2-4 14 0,0 0-4 15,0 0 4-15,0 0-27 0,1-15-9 0,4 8-11 16,4-7-2-16,5 1-7 0,3-8-5 0,1 1-4 0,1-1-9 15,-4-1-3-15,5 2 5 0,1 2-11 0,-6 6-4 16,-1 1-3-16,0-2-3 0,-2 5 0 0,-4 2-1 16,-1-1-1-16,0 5-4 0,-5-2-4 15,5 0-5-15,-3 3-2 0,-4 1-8 0,7-1-2 0,-7 1 0 16,5 5 0-16,-2 0 2 16,2 3 2-16,0 1-2 0,-2 3 0 15,0-2 4-15,4 5 2 0,-1-1 10 0,-1 2-9 16,0-6 3-16,3 5-22 0,0-2-9 0,-2-2-28 0,1-2-20 15,0 1-25-15,-2 1-33 0,4-5-43 0,-6 1-48 16,3-2-65-16,-1-2-213 0,-1 0-546 0,1-3 241 16</inkml:trace>
  <inkml:trace contextRef="#ctx0" brushRef="#br0" timeOffset="95625.45">21582 6956 295 0,'3'-3'290'0,"-1"0"-30"0,1 1-30 0,-3 2-23 0,10-2-22 16,-10 2-19-16,17 4-10 0,-6 3-14 0,4 3-12 15,2 5-5-15,1 3-14 0,0 3-3 0,-3 1-10 16,2 6-7-16,-7 0-8 0,-1 0-3 0,1 1-7 16,-6 3-3-16,-4 1-8 0,-4-4-8 0,-2 3-6 15,-8-3-21-15,-4 0-13 0,-3 2-17 0,-3-3-15 16,-3-4-25-16,-3-1-29 15,-2-4-42-15,-2 0-38 0,1-3-51 0,-3-6-214 16,3 0-452-16,1-6 200 0</inkml:trace>
  <inkml:trace contextRef="#ctx0" brushRef="#br0" timeOffset="95947.9">21063 6766 77 0,'-9'-1'215'0,"-1"1"-15"16,-3 1-19-16,-2 7-13 0,-3 1-18 0,-5 8-8 0,-4 8-1 15,-7 11-6-15,0 7-16 0,-1 2-3 16,1 2-13-16,6 4-5 0,0 0-7 0,8-3-7 16,4 1-6-16,6-4 11 0,9-12 0 0,5 0-5 15,5 0-4-15,5-3 0 0,6-5-5 0,11 1-6 0,11 0-10 0,9-5-32 16,-1-5-60-16,1-2-82 0,4-8-123 0,0-5-156 0,-4-3-428 0,-13 0 190 16</inkml:trace>
  <inkml:trace contextRef="#ctx0" brushRef="#br0" timeOffset="97326.82">22910 7413 205 0,'0'0'329'0,"-2"-5"-19"0,2 5-24 0,0 0-30 16,0 0-28-16,0 0-24 0,0 0-24 0,-2-2-26 16,2 2-32-16,0 0-20 0,0 0-5 0,0 0-15 15,-8 9-8-15,3-4-11 0,-1 4-5 0,-1-1-12 16,-1 1-19-16,-2 0-27 16,3 1-24-16,-6 0-25 0,4-1-38 15,-3 2-34-15,2-4-48 0,0 1-227 0,-3-2-428 0,2-3 189 16</inkml:trace>
  <inkml:trace contextRef="#ctx0" brushRef="#br0" timeOffset="97496.11">22769 7153 147 0,'0'-9'314'0,"0"1"-18"0,0 1-26 15,3 2-32-15,-3-2-28 0,-3 5-35 0,3 2-46 0,3-7-34 16,-3 7-19-16,0 0-35 0,0 0-33 0,0 0-35 15,11 9-46-15,-2-2-55 0,-5-2-168 16,4 2-320-16,-2 1 142 16</inkml:trace>
  <inkml:trace contextRef="#ctx0" brushRef="#br0" timeOffset="97944.66">23904 6989 118 0,'4'-5'379'0,"-4"0"-25"0,1 0-23 16,0 1-24-16,0 1-31 0,1-1-15 0,-2-1-42 15,0 5-26-15,1-4-18 0,-1 4-26 0,0 0-17 0,0 0 1 0,12 11-29 16,-8-5-9-16,3 5-10 0,-1-2-14 0,0 6-7 15,1 3-5-15,1 0-4 0,2 6-9 0,-1-1-2 16,-1 3-5-16,-1-4-3 0,0-4-7 0,-1 1-6 16,-2 0 3-16,1-1-4 0,4 0-2 0,-4-3 0 15,-4-3-2-15,3-3 0 0,0-4-9 0,-4 3 3 16,4-4 3-16,-3-1 21 16,2 2 40-16,-2-1 38 0,0-2 36 0,2 1 39 15,-3-3 0-15,0 0-19 0,11-11-22 0,-3 2-14 16,7-7-16-16,2-6-13 0,0 2-9 0,1-6-10 15,2-1-12-15,2 0-17 0,-4-3-16 0,3 0-20 16,-3-1-9-16,1 1-3 0,-1 6 0 0,-2 0-3 16,-5 9-3-16,-2 2-11 0,-4 1-14 0,-1 4-24 15,1 3-40-15,-1-2-45 0,0 1-60 0,-2 2-50 0,1 4-22 0,-3 0-12 16,0 0-16-16,6 5-35 0,-4 2-324 0,-4-1-705 16,1 1 312-16</inkml:trace>
  <inkml:trace contextRef="#ctx0" brushRef="#br0" timeOffset="98145.26">24012 7110 42 0,'-12'1'284'15,"0"0"-6"-15,2-1-5 0,4 1-16 0,-1-1-12 16,7 0-17-16,-9 0-13 0,9 0-10 0,-6 0-18 15,6 0-16-15,0 0-15 0,0 0-12 0,0 0-17 0,0 0-11 0,45-3-12 16,-8-1-43-16,21-6-41 0,6 2-64 0,1-2-55 16,25-3-75-16,-29 1-292 0,1-1-506 0,-4 1 224 15</inkml:trace>
  <inkml:trace contextRef="#ctx0" brushRef="#br0" timeOffset="99016.29">24927 7033 194 0,'-1'-8'325'0,"1"5"-26"0,0-2-28 0,0 1-17 15,4-1-34-15,0 0-21 0,1 1-22 0,4-1-18 16,0-1-21-16,1 4-14 0,5 0-15 0,3 2-11 16,-1 4-10-16,1 2-7 0,-2 0-10 0,1 4-7 15,-3 2-13 1,1 0-6-16,-4 5-2 0,-2 0-8 0,2 1-2 0,-8-1-3 15,-1 3-6-15,-1 3 1 0,-2 2-1 0,-7-1-3 16,-2 1-3-16,3-6-1 0,-4-1-1 16,-4 4-2-16,1-2 2 0,-1-6-2 0,2-2-4 15,0-1 4-15,3-2 1 0,1-2 2 0,0-2 8 0,0 4 8 16,4-6 19-16,-3-1 16 0,4 1 27 0,-2 0 26 16,6-3 23-16,0 0-17 0,0 0-17 0,0 0-21 0,6-17-7 15,5 0-11-15,2 3 0 0,6-4-16 0,2-3-10 16,3-4-2-16,2 0-6 0,1-1-8 0,0-1-5 15,-3-1-9-15,2 3-2 0,-3 4 4 0,-5 2-8 16,-5 4-3-16,0 2 1 0,-4 3 8 0,0 5-10 16,-2-4 1-16,-2 5 5 0,-1 0-14 0,0-2-5 15,-1 5-20-15,2-2-31 0,-5 3-9 0,0 0 17 0,0 0 2 0,-6 13 2 16,0 0 7-16,-2 1 1 0,-1 4 6 0,-4 6 2 16,6-7 0-16,-5 6 3 0,3 2 7 0,4-1-2 15,0-5 6-15,4-1 4 0,1 0 2 0,2-3-1 16,3 2 4-16,3-3 0 0,6-2-23 0,1 0-26 15,12-3-50-15,1-2-64 0,4-3-67 0,4-4-82 16,6-1-218-16,-3-3-582 16,0-2 257-16</inkml:trace>
  <inkml:trace contextRef="#ctx0" brushRef="#br0" timeOffset="99363.43">26120 6911 239 0,'2'-4'287'0,"-1"1"-5"0,-1 3-11 15,4-6-16 1,-2 3-15-16,-2 3-20 0,1-5-22 0,-1 5-20 15,0 0-20-15,0 0-17 0,0 0-18 0,0 0-20 16,0 0-6-16,0 0-15 0,-18 16 7 0,8-3-20 16,-4 1-5-16,-3 6-7 0,-2-1-4 0,-2 4-6 15,5-2-5-15,-6 2-3 0,8 0-2 0,-4 1-9 16,1 2 1-16,5-2-2 0,4-6-5 0,3 1 0 16,2-2-3-16,0 0-4 0,4-3 3 0,0 3 3 0,4-6-5 0,3 3 3 15,6-3-6-15,1 0-12 0,4-2-15 0,8-4-26 16,1 0-36-16,-7-3-46 0,8-1-51 0,-2-1-50 15,-5-2-273-15,-3-1-537 0,-2-3 238 0</inkml:trace>
  <inkml:trace contextRef="#ctx0" brushRef="#br0" timeOffset="99563.43">25956 7182 25 0,'-8'2'321'0,"2"-2"-12"0,2 0-7 0,4 0-3 16,0 0-24 0,-13 0-30-16,13 0-28 0,0 0-26 0,0 0-27 15,18-7-23-15,2 3-32 0,8-1-37 0,5 0-48 16,0-1-42-16,21-1-40 0,-1 1-28 0,2 0-42 0,0-3-58 16,-5 0-184-16,4 2-400 0,-16 1 176 0</inkml:trace>
  <inkml:trace contextRef="#ctx0" brushRef="#br0" timeOffset="100233.23">26858 6917 89 0,'-2'-3'321'15,"2"3"1"-15,0-7-18 16,0 7-13-16,-2-4-17 0,2 4-16 0,0 0-29 15,0-5-23-15,0 5-23 0,0 0-25 0,0-3-16 16,0 3-18-16,0 0-15 0,0 0-11 0,0 0-10 16,0 0-11-16,0 12-5 0,0-3-12 0,0 2-7 15,-1 5-4-15,-6 1-2 0,3 7-10 0,-3 0-4 16,1 2 1-16,-1 1-4 0,-1 0-5 0,0-2-2 16,0 0-5-16,2 0 3 0,-2 1-3 0,2-1-2 0,2-8 0 15,0 0-4-15,1-4 1 0,1-1 11 0,1 0-10 0,-2-2-6 16,2-1 2-16,-2-2-8 0,3-3 9 0,-2 2-1 15,2-3-3-15,0-3 6 0,-3 7 2 0,3-5-2 16,0-2 50-16,0 5 3 0,0-5 31 0,0 0 31 16,0 0 24-16,0 0-17 0,0 0-15 0,0 0-24 15,-4-22-25-15,3 10-18 16,2-6-17-16,1-8-20 0,0-2-21 16,3-3-5-16,4-2 4 0,-2-1-9 0,0 3 4 15,3-2 0-15,-1 2 1 0,0 0 13 0,0 2 10 16,0 6 11-16,-2-1 4 0,-1 4 2 0,1 5-4 0,3 1-4 15,-3-2-4-15,1 5-3 0,3 4-5 16,2-5-1-16,5 4-4 0,-1 0 2 0,3 2-1 16,0 1 0-16,-1 2-12 0,1 1-4 0,-3 2-8 0,-1 2-17 0,-3-1-16 15,-2 3-5-15,2 4-18 0,-4 1-2 0,1 0 2 16,-6 2-2-16,0 1 4 0,0 0 6 0,-4 5-3 16,0-1 8-16,-5 0 6 0,-3 2 6 0,-5-4 4 15,1 3 0-15,-8 3 8 0,-1-5 2 0,2 1 2 0,-6 0 6 16,1-3 0-16,5-3 9 0,0-2-2 15,-2-3 7-15,6 4 7 0,2-4-6 0,0-2 2 0,6 0 2 0,-1 1 3 16,2-2 1-16,1 1-1 0,1-3 20 0,0 3 9 16,4-3 3-16,-7 1-7 0,7-1 0 0,-2 4-4 15,2-4 2-15,0 0-2 0,6 9-4 0,-1-4-1 16,1 2 0-16,1 0-1 0,7 3-4 0,-4-2 1 16,4 3 2-16,2 0-3 0,-1 0 4 0,1 1 12 15,0 0-15-15,-1-2-39 16,1 2-47-16,-3-2-61 0,0 0-88 0,-2-1-120 15,0-2-220-15,-1-2-615 0,-2-3 272 0</inkml:trace>
  <inkml:trace contextRef="#ctx0" brushRef="#br0" timeOffset="100703.12">26710 6911 65 0,'-4'-4'284'0,"4"-1"-6"0,0 5-4 0,-1-5-10 15,1 5-11-15,0-7-13 0,-3 5-5 0,3 2-19 16,0 0-15-16,0-4-13 0,0 4-20 0,0 0-16 15,0 0-24-15,0 0-13 0,0 0-17 0,0 0-11 0,0 0-9 16,0 0-15-16,0 0-6 0,4 15-7 0,-4-3 14 16,4 4-21-16,-4 5-1 0,1 3-2 0,-1 6-1 0,-1 1 1 15,-3 0-6-15,3 3-3 0,-4-3-7 16,0 3-28-16,-3-2-37 0,3 1-33 0,-3-4-39 16,-1 0-53-16,3-4-78 0,-2-5-292 0,4-5-578 15,3-4 255-15</inkml:trace>
  <inkml:trace contextRef="#ctx0" brushRef="#br0" timeOffset="109780.71">27621 7291 427 0,'3'-4'464'0,"-3"0"-19"0,0 0-51 15,0-1-40-15,0-2-38 0,-2 5-30 0,1-2-31 0,1 4-63 16,0-5-53 0,0 5-93-16,0-6-79 0,0 6-83 0,0 0-76 15,5-1-92-15,2 1-166 0,1 0-486 0,-1-3 216 16</inkml:trace>
  <inkml:trace contextRef="#ctx0" brushRef="#br0" timeOffset="180413.55">27556 7282 70 0,'1'-3'156'0,"-1"3"-18"16,3-4-17-16,-2 2-11 0,-1 2-4 0,0 0-12 31,4-3-23-31,-4 3 9 0,4-3-8 0,-4 3 2 0,0 0-3 16,4-2-1-16,-4 2 0 0,0 0 8 0,2-2-5 0,-2 2 0 15,0 0 4-15,5-2 4 0,-5 2-2 0,0 0-6 16,0 0 1-16,0 0-4 0,0 0-6 0,0 0-7 16,0 0-1-16,0 0-7 0,0 0-7 0,0 0-3 15,0 0-6-15,0 0-6 0,5-1-7 0,-5 1-4 16,0 0-6-16,0 0 3 0,-10 10-2 0,5-6-2 0,0 4 4 15,-3 1-4-15,-2 0-3 0,0 4 0 0,-6-2 0 16,1 3-2-16,2 0 3 0,-10 2 1 16,3 1-11-16,-2-3-10 0,-1 0-23 0,4-3-33 0,-4 1-44 15,5-2-64-15,-1-3-170 0,2-2-373 0,-2 0 165 16</inkml:trace>
  <inkml:trace contextRef="#ctx0" brushRef="#br0" timeOffset="180914.87">27697 7144 81 0,'0'0'284'0,"0"0"-15"15,0 0-14-15,0 0-23 0,0 0-18 0,0 0-23 0,0 0-20 16,0 0-19-16,0 0-18 0,0-6-24 0,0 6-41 16,0 0-48-16,0 0-48 0,0 0-60 15,0 0-71-15,0 0-161 0,17 6-345 0,-17-6 153 16</inkml:trace>
  <inkml:trace contextRef="#ctx0" brushRef="#br0" timeOffset="182783.04">28763 6655 136 0,'0'-5'291'0,"2"1"-8"0,-1-1-22 0,0 2-25 0,0-1-23 16,-1 4-26-16,2-5-4 0,-2 5-22 0,0 0-16 15,0 0-19-15,0 0-11 0,-2 21-12 0,0-4-11 16,-1 9-11-16,-7 3-8 0,5 5-9 0,0 0-3 16,-4 14-6-1,0-2-4-15,3-11-6 0,1-1-4 0,-2-1-5 0,2-2-1 16,-1 0-1-16,1-5-5 0,-2 3-4 0,3-11 3 16,-1-2-7-16,0-4-2 0,3 0-3 0,-1-3 4 15,2-2-3-15,0 0 0 0,-2-4 2 16,2 0 1-16,-2 2-1 0,3-1 10 0,0-4-3 15,0 0-6-15,0 0-4 0,-13-7-6 0,8 4-2 0,0-4-8 16,0 2 1-16,-3-4-16 0,2 2 2 0,-5-4-3 0,-2 2 2 16,-1-3-1-16,1 3 2 0,-4-1 1 0,2 0 1 15,-3 0 2-15,3 2 0 0,-4-2-3 0,4 3 4 16,-1 1 2-16,3 1-1 0,-1 2 3 0,1-1-3 16,2-1 2-16,-1 2-1 0,3 2 1 0,-3-2-2 15,3 2 4-15,2 0 0 0,3 0-5 0,4 1-6 16,-10 0-16-16,10 0-5 0,-6-4 8 0,6 4-4 0,0 0 1 0,0 0-4 15,23-1-6-15,-2-3-12 0,6-1-2 0,9 2-6 16,1-6-1-16,14-1 3 0,0 0-3 0,-1-1 2 16,1 1 11-16,-12 3-1 0,10-2 4 0,-12 1 2 15,2 0 0-15,-2-3 12 0,-2 1 1 0,-5 0 9 16,-3-3 8-16,2 4 16 0,-2-1 11 0,-8 1 16 16,-1 2 15-16,1-1 17 15,-2 1 20-15,-7 2 18 0,-1 0 11 0,0 0 14 16,-3 1-4-16,-2 1 0 0,3 1-9 0,-5-1-14 15,2 2-15-15,-4 1-11 0,7-1-14 0,-7 1-19 16,6-2 0-16,-6 2-12 0,0 0-8 16,0 9 1-16,-3 3 2 0,0-2-3 0,-3 7-6 0,3 2 0 15,-5 8 4-15,0-1-5 0,-3 2 2 0,2 0-7 16,1 1 1-16,-1-2 1 0,0 1 2 0,0-5-1 0,4-3 0 16,-4 3 4-16,4-7-8 0,1-5 8 0,3 0-8 15,-3-2-1-15,2-3 6 0,0-1-5 0,2-2 8 0,0 4 15 16,-1-5 7-16,-2 1 16 0,3-3 15 15,0 0-6-15,0 0-3 0,0 0-23 0,12-5-21 16,-2-4-19-16,0 3-16 0,1-2-14 0,5-1-24 16,-4 2-13-16,1-4-8 15,2 1-6-15,-5 4 2 0,3-1-4 0,-4 2-4 16,1-2-7-16,0 5 6 0,0-2 6 0,1 1 7 16,-4 2 8-16,2 0 4 0,-2 1 8 0,0 0 0 15,6 2 1-15,-6 0 9 0,3 1 4 0,1 1 4 16,1-1 5-16,-3 0 2 0,-2-1 4 0,0 2 3 15,-1-1 3-15,1-1 3 0,-1 0 1 0,-1 0 4 16,0 1 4-16,-1-2 11 0,0 1 7 0,-4-2 7 0,5 1 14 0,-5-1 4 16,6 0-2-16,-6 0 1 0,0 0 6 0,12-1-2 15,-7-1-1-15,0-1-3 0,2 1-6 0,1-1-1 16,3-2 0-16,0 0-4 0,4-2-1 0,2 0-1 16,1 0-5-16,-3-1-2 0,12-3-2 0,-8 1 0 15,2 4-1-15,-5-5-3 0,2 5 4 0,-2-5-4 16,0 6-2-16,-4-2 3 0,0 3 0 0,-1-2-3 0,-2 1 6 15,-3 2 0-15,0-2 0 0,-1 2 1 0,-1 0-4 0,0 0-9 16,-4 3 0-16,0 0 4 0,0 0-2 0,-11-1-3 16,11 1 3-16,-30 7-1 0,11-3-1 0,-6 5 1 15,5-1 2-15,-5 3 0 0,1 0-1 16,-1 1 0-16,7 1 0 0,-5 1 3 0,8-2-5 16,2 2 5-16,-1 0 2 15,5 1-16-15,2 1-13 0,3-1-2 0,2 0 1 16,6-1 3-16,5-2 5 0,5 1-1 0,2-1 3 0,5-2-3 15,7 1-16-15,3-3 10 0,2 0-26 16,2-4-8-16,3-2-3 0,-2-2 1 0,-2-2-1 16,5-3 1-16,-5-2 12 0,0 0 2 0,-1-1 4 0,-2-2 9 15,-1 1 22-15,-2-3 22 0,-2-1 22 16,-8 2 20-16,-4 4 30 0,-3 1 23 0,1-2 28 0,-2 2 10 0,-2 1 9 16,0-1-11-16,-2 2 9 0,-2 1-14 0,-1 2-23 15,0-2-15-15,-3 3-8 0,5-2-16 0,-5 2-22 16,0 0 5-16,0 0-6 0,0 0-8 0,6 9-2 15,-6-3-2-15,-5 1-3 0,3 2-6 0,-1 1 1 16,-1 4-4-16,1-6 1 0,1 4-6 16,0-7 4-16,0 4 3 0,1-3-18 15,0 0-12-15,1-1 3 0,-2 1-1 0,1-4 8 16,1 2 12-16,0-4 27 0,1 3 9 0,-1-3-9 16,0 0 2-16,20-5-9 0,-6 1-5 15,1-3-3-15,2-1-2 0,-1 3-3 0,2 0 2 0,0-2-4 0,-4 2-5 0,0 1 2 0,-1-1-10 16,-3 2 0-16,3 6-5 0,-1-3 8 0,-2 4-34 15,4 1 10-15,-3 0-16 0,3 9-10 16,-3-2-33-16,0 5-36 0,-3 1-55 0,-2 2-75 16,-3 6-129-16,-1-10-244 0,-2 4-659 15,0-10 292-15</inkml:trace>
  <inkml:trace contextRef="#ctx0" brushRef="#br0" timeOffset="184466.05">2862 9041 143 0,'0'0'194'16,"0"0"-11"-16,-3-3-14 0,3 3-11 0,0 0-6 0,0 0-11 0,0 0-13 16,0 0-11-16,0 0-11 0,0 0-13 0,0 0-7 15,0 0-12-15,0 0-5 0,0 0-11 16,0 0-9-16,0 0 1 0,0 0-10 16,0 0-4-16,0 0-4 0,0 0-4 0,0 0-4 0,0 0 4 0,-6 6 5 0,6-6-4 15,0 0-4-15,-4 4-2 0,4-4-3 16,0 5-1-16,0-5-1 0,0 0-4 15,0 0 0-15,0 0 1 0,6 3 7 0,0-3 4 0,6 0 3 0,8 0-3 16,9-2 1-16,4 1-5 0,18-6 3 16,3 0-5-16,5-1 3 0,3 1-3 15,1 0-3-15,-4 2 0 0,-3 0-2 0,-4 1-3 16,-11 0 2-16,-5 2-4 0,-4-1-2 16,-9 2-12-16,-3 1-23 0,-2 0-28 0,-7-1-24 0,-3 2-16 0,-4 0 1 15,-4-1-1-15,0 4-22 0,0-4-25 16,-16 5-30-16,3-3-132 0,-6 0-329 15,-2 1 146-15</inkml:trace>
  <inkml:trace contextRef="#ctx0" brushRef="#br0" timeOffset="184766.93">3222 9042 194 0,'0'0'275'0,"0"0"0"15,0 0-12-15,-5 0-16 0,5 0-20 16,0 0-25-16,0 0-19 0,-5 2-17 15,5-2-24-15,0 0-15 0,0 0-16 0,0 0-15 16,1 7-10-16,-1-2-11 0,0 4-9 0,0 3-4 0,0 4-7 0,4 9-7 16,-4 1-6-16,-1 2-3 0,-3 1-5 15,4 2 0-15,-3 2-5 0,2 2-3 16,-2-2-1-16,0-3-1 0,3 1-6 0,0 1 0 0,-3-5-1 0,6-1-6 16,-3-6 3-16,0-2 0 0,-3-5-4 0,3-3 3 15,-1 1-2-15,2-1-3 0,-1-3 4 16,0 1-4-16,0-3 6 0,0-1-1 0,0-2 1 15,3 1-6-15,-3-3-8 0,0 0-10 16,-3 5-23-16,3-5-22 0,3 5-41 0,-3-5-74 0,0 0-124 0,0 0-156 16,0 0-487-16,0 0 215 0</inkml:trace>
  <inkml:trace contextRef="#ctx0" brushRef="#br0" timeOffset="185268.07">4352 9310 118 0,'0'-5'343'0,"0"5"-17"16,0 0-21-16,2-2-2 0,-2 2-36 15,0 0-34-15,0 0-20 0,0 0-27 16,0 0-21-16,0 0-21 0,3-4-19 0,-3 4-13 0,0 0-13 0,0 0-12 0,0 11-15 16,-3-4-4-16,3 0-9 0,-2 5-1 15,1-2-10-15,-2 5-3 0,-1 2-3 16,-1-1-5-16,4 5-4 0,-3-4-1 16,0-1-6-16,-1 1 24 0,4-5-2 0,-2 0-7 0,2 0 4 0,-3-4-10 0,4 1 6 15,-4-2-10-15,3 0-4 0,-2-2-2 16,2 1-15-16,1-2-7 0,0-2 0 0,0-2-6 15,-1 5-6-15,1-5-4 0,-3 2-35 16,3-2-51-16,0 0-59 0,-14-7-59 0,9 0-87 0,0-4-205 0,1-2-552 16,1-2 244-16</inkml:trace>
  <inkml:trace contextRef="#ctx0" brushRef="#br0" timeOffset="185432.83">4406 9114 316 0,'0'-7'340'0,"1"3"-9"0,-1 0-27 0,0-1-27 0,1 3-27 0,-1 2-24 16,1-6-35-16,-1 6-38 0,-1-4-51 15,1 4-49-15,0 0-45 0,3-2-31 16,-3 2-46-16,0 0-51 0,0 0-68 0,15 5-171 16,-10-4-388-16,-5-1 172 0</inkml:trace>
  <inkml:trace contextRef="#ctx0" brushRef="#br0" timeOffset="185834.09">4845 9197 2665 0,'0'4'238'0,"0"-4"-60"15,0 0-60-15,0 0-30 0,0 0-14 0,0 0-15 16,0 0-12-16,1 3-13 0,-1-3-5 15,0 0-9-15,0 0-1 0,-1 5-4 16,-3-1-1-16,2-2-1 0,-2 4-2 16,1-1 0-16,-3 1 5 0,-1 4-11 0,1-3 1 0,0 4-2 0,-2-2 2 15,3 0-3-15,0 0 1 0,1 2-2 0,-2-2-5 16,2 0-4-16,0-1 1 0,4 2 1 16,-4-3-1-16,4-1 1 0,0 1-2 0,3 3 5 0,-2-3-1 0,3 0 0 15,1 3-1-15,4-1-3 0,0 0 2 16,5 0 4-16,-3 2-5 0,2-1-1 0,0-1-8 15,-2 1-2-15,3 1 3 0,-5-3-5 0,0 2-1 16,-1-1-6-16,-2 1 3 0,-2-4-1 0,0 0 1 0,-3 1 6 16,-1-1 3-16,-1 4 2 0,-3-4 3 15,-6 1-1-15,-4 2 5 0,-3-1-1 0,2 0 4 16,-5-1-3-16,2-2-16 0,-2 1-34 16,3 0-49-16,4-3-73 0,0-3-115 0,-1-1-157 15,5-3-487-15,5-1 216 0</inkml:trace>
  <inkml:trace contextRef="#ctx0" brushRef="#br0" timeOffset="187278.8">5759 9292 235 0,'-8'0'235'0,"8"0"-19"15,-6 0-19-15,6 0-22 0,0 0-15 0,-8 0-21 16,8 0-9-16,0 0-15 0,0 0-7 0,0 0-14 0,0 0-6 0,0 0-12 16,0 0-8-16,0 0-4 0,0 0-9 0,18-4-2 15,-8 3-5-15,0 0-7 0,3 0-2 16,-4-2-7-16,1-1-1 0,3 2-6 0,-4-3 0 0,0 3-4 16,0-2-7-16,-3 0 5 0,1 0 4 0,-3-1 10 15,-2 2 11-15,2 1 16 0,2 2 4 0,-3-3-2 16,-3 3-6-1,1-4-9-15,-1 4-4 0,0 0-4 0,-10-2-8 16,10 2-2-16,-19 2-4 0,2 2-2 0,-1 1-3 16,-4 3-2-16,-6 0-4 0,3 1 2 0,-1 2-5 15,2-1-4-15,0 2 0 0,1 2 2 0,2-2-4 16,6-2-2-16,-3 3 0 0,5-1-3 0,-2 1 11 0,5 0-10 16,1 0-1-16,1 1-4 0,3-2 2 0,5 0-4 15,1 0-1-15,3 2 0 0,6-1 0 0,4 1 2 0,9-1-2 16,8-2 10-16,4-1-7 0,3-4-5 0,18 0 3 15,0-6-4-15,3-1-7 0,-1-3-2 0,-2-3-4 16,1 2-3-16,-4-4 3 0,-2-3 3 0,-14 4 5 16,-4-4-3-16,-1-2 3 0,-5 0 4 0,-3 1 9 15,-3 3 25-15,-7-1 25 0,0 1 25 0,-8-1 22 16,1 5 21-16,-1-2 5 16,-3 1-2-16,-2 1 4 0,0-2-24 0,-2 5-9 15,-2-3-14-15,-1 3-2 0,-2 0-10 0,-3-3-11 16,-2 5-7-16,-2-1-10 0,-5 5 1 0,0 3-14 15,-4-3 2-15,-5 6 1 0,8 1-1 0,0 0-11 16,-4 2-1-16,6 1 16 0,2-4-15 0,1 5-6 16,0-2-5-16,5-3-16 0,3 3-13 0,-2-6-18 15,3 1-11-15,1 0-2 0,0-4 3 0,2 1 4 0,-1 1 14 0,2-2 12 16,1-3 17-16,0 3 14 0,0-3 11 0,0 0 5 16,14-5 5-16,-4-2 3 0,2 1-7 0,3-6-10 15,0 4 0-15,-1-3 8 0,4 3-7 0,-1-3 1 16,-2 3-4-16,2-1-2 0,-4 4-1 0,-2 0 8 15,3-2-8-15,-5 4 3 0,4-2-2 0,-4 3-8 16,-3-1 1 0,6 2-7-16,-3 2-4 0,0-1 0 0,2 0-5 0,2 3 5 15,-3-1-2-15,3 3-1 0,0-3-4 0,-1 3-11 16,5 0-6-16,-3 2-8 0,1-1-5 0,2 1 0 16,-2-2-3-16,-3-1 0 0,2-1 1 0,-4 2 2 15,4-4 4-15,-1 0 5 0,-1-1 1 16,-1-2 14-16,0-3-4 0,2-1 3 0,-3 0-1 0,2-6 16 15,2 0 9-15,-4-1 17 0,1-1 13 0,-1-3 1 0,-3 0 0 16,5-7 4-16,2 0 6 0,-4-1 4 0,-1 1-2 16,0-4 10-16,0 5-2 0,-4 6 22 0,-1 2 8 15,2 2 3-15,-6 3 10 0,4 0-5 0,-1 2-5 0,-3 3-12 16,1 0-12-16,-1-1-10 0,1 1-10 0,-1 5-41 16,3-3-40-16,-3 3-11 0,0 0 7 15,0 0 3-15,-3 14 7 0,1-1 2 0,-2 3 2 0,1 2 2 0,-3 9 5 0,2 2 4 16,-1-3 4-16,5 3 2 0,-4 0 2 15,4-6-8-15,0 3-6 0,0-9 3 0,4 0-15 16,-4-5-1-16,1 1 1 0,3-3-4 0,-1 1 3 16,-3-5 16-16,1 0-7 0,3 0 20 0,-3-2 23 15,0-3 8-15,-1-1 10 0,8-1 1 0,-8 1-2 16,14-10 10-16,-5 2-2 16,0-3 1-16,1-3-1 0,4-8-2 0,-1-2-2 15,0 1-9-15,0-1-1 0,-2-7-9 0,3-1 9 16,-2 3-20-16,0 2-5 0,-3 1 8 0,3 2 7 15,-7 8 10-15,1-1 11 0,-2 4 14 0,0 5 5 16,-4-1-3-16,4 2-7 0,-3 2-6 0,2 0-8 16,-2 1-7-16,-1 0-20 0,0 4-35 0,1-4-31 0,-1 4 3 15,0 0 6-15,0 0 2 0,-1 16 6 0,0-3 5 0,-2 3 0 16,-1 14 9-16,-1-6 5 0,1 7 1 0,-2-3 1 16,2 2 6-16,0-1 11 0,3-2-5 0,-3-3-7 15,4-5 6-15,-2 1-2 0,2-2 5 0,0-2 3 16,2-4-3-16,-2-3-16 0,0-1-20 0,1-2-11 15,-1-2 0-15,3 0-14 0,-3 1-3 0,5-2-6 16,-1-2-31-16,-4-1-43 16,19-2-51-16,0-5-64 0,-3 2-286 0,1-6-598 15,1 2 265-15</inkml:trace>
  <inkml:trace contextRef="#ctx0" brushRef="#br0" timeOffset="188181.69">7094 9390 97 0,'0'0'209'16,"-3"4"-14"-16,3-4-4 0,-5 3-6 0,5-3-3 15,0 0 3-15,0 0-11 0,0 0-13 0,0 0-14 16,0 0-15-16,0 0-10 0,0 0-10 0,0 0-14 16,23-4-8-16,-10-1-9 0,0-1-8 15,2 1-6-15,3-4-9 0,0 2-7 16,-1-1-6-16,0-2-3 0,2 3-3 0,-4-4-6 15,0 3-1-15,0-2 0 0,-4 3 2 0,0-1 5 16,-1 1 7-16,-4 3 3 0,0-4 14 0,1 3 4 0,-3 1 4 0,0-1-2 0,0 0-7 31,-4 2-5-31,0 3-5 0,0-7-10 0,0 7-7 0,-9-2-4 16,4 2 11-16,5 0-9 0,-18 2 0 0,5 1-14 0,1-1-8 16,-4 5 3-16,0 1-4 0,-1-1-3 0,0 4 1 15,2-3-6-15,5 2 5 0,-3 0-1 0,-1 2-1 16,5 2-12-16,0-3-16 0,5 1-6 0,-1-1-13 0,4 0 2 15,5 1 7-15,1-2 2 0,5 3 5 16,8-3 3-16,6 2 0 0,7-1 5 0,7-6 1 16,16 2 5-16,1-2-1 0,1-4 3 0,3-1 1 15,2-5 1-15,0 0 1 0,-2-2 0 0,0 0 10 0,-8-4-14 0,-1 0 3 16,-13 1 2-16,-3-2-5 0,-3 2 8 0,-3-4 4 16,-10 4-2-16,0 1 12 0,-5-3 17 0,-4 6 9 15,-3-3 6-15,1-1-4 0,-6 3 2 0,-1 0-6 16,-4 2-5-16,-6-5-4 0,1 5-4 0,-8 1-4 15,-2-3-1-15,-3 6-1 0,3 1-4 0,-5 1-3 16,-3 6-1-16,5-3-3 16,2 1 1-16,2 4 0 0,-1 0-1 0,6 2-2 15,-1-1-11-15,5-1-15 0,1 1-5 0,3 0-8 16,1 0-1-16,3 2-3 0,1-3 4 0,4 1 4 16,1 0 7-16,3-4-5 0,2 0 4 0,0 1 5 15,3-3-1-15,4-3 6 0,-2 1-2 0,5-4 2 16,-1-3 12-16,-2-3-3 0,1 2-4 0,-1-6 6 15,-2 2 10-15,-1-5 2 0,5-4 6 0,-6 3-2 0,2-7-1 0,-2-4-3 16,1 0 0-16,-5-3 0 0,1-2 1 0,-1-2 10 16,-2 1 13-16,-1 1 14 0,-1 1 18 0,-1 1 14 15,-1 4 16-15,-1-1 13 0,-2 8 3 0,3 2 0 16,-3 2 3-16,0 3 4 0,0 3-11 0,0-1-8 16,-3 3-12-16,3 2-14 0,0 1-10 0,0 1-13 15,0 3-13 1,0-7-43-16,0 7-11 0,0 0 8 0,0 0-3 15,-9 19 1-15,5-5 3 0,-2 6-2 0,2 6-10 16,-1-2 19-16,-3 3-5 0,2 3-2 0,0 3 5 0,-1-1 6 16,1 4-4-16,2-3 1 0,-1-1 2 15,4-2-7-15,-2-3 3 0,-1-2 3 0,4 2-6 16,-1-8-5-16,-2-2 16 0,2-2-3 0,1-2 1 16,0-2-5-16,0-1 1 0,-1-1 3 0,-2-2-3 0,3 1 13 0,0-3-9 15,0 0-2-15,0-1 4 0,0 3-2 0,0-4 7 16,0 1-4-16,0-4 3 0,0 7 0 0,0-4 0 15,0-3-2-15,0 5 9 0,0-5 2 0,3 3-1 16,-3-3-3-16,0 0-3 0,1 2 7 0,0 1 0 0,-1-3-7 16,8 2-6-16,1-2-14 0,5-3-63 15,3-1-73-15,3 1-105 0,11-11-162 0,3-1-235 0,16-9-701 0,-1-2 310 16</inkml:trace>
  <inkml:trace contextRef="#ctx0" brushRef="#br0" timeOffset="194418.44">10061 9180 28 0,'4'-6'185'0,"-2"-3"-10"0,0-2-5 0,-1 1 1 0,2-1-5 16,-3 1-5-16,1 1-4 0,0-1-1 0,-1 3-3 15,0 0-10-15,-1-1-4 0,0 2-8 0,-1-2-8 16,1 4-9-16,0-2-6 0,-1 1-4 0,-1 1-20 16,-2 1-4-16,0 0-13 0,-3 2-5 0,-3 0-6 15,0 1-8-15,0 2-7 0,-3 2-13 0,1 2-5 16,-5 1-2-16,1 2-1 0,-1 3-3 0,3 1-2 15,-3 7-2-15,1-1-2 0,5-3-1 0,0 1 1 16,2 1-1-16,1-1-6 0,3 0-1 0,1 0 0 16,1-1-4-16,1-1-2 0,2 0 3 0,1-6-1 15,2 1-1-15,1 0 5 0,0-3 0 0,0 1 7 16,0-1 9-16,1-3 8 0,2-1 2 0,2-1 4 16,2-2 8-16,-2-2 7 0,0 2 4 0,2-3 12 15,-4-1 9-15,6-2-2 0,-1-1-2 0,3-2 9 16,-5 2-24-16,4-2-2 0,-4 0 5 0,-4 5-4 15,5-6 16-15,-6 5 8 0,1 3 4 0,-1-3 5 16,0 0-13-16,-3 2-1 0,3-1-6 0,0 1-10 16,-4 3-3-16,0 0-9 0,2-2-10 0,-2 2-18 0,0 0-11 15,0 0-21-15,0 0 2 0,0 0 5 16,4 7-6-16,-4-2-2 0,0 1 9 0,-1 0-3 16,-2 1 4-16,3 1-1 0,0-2 1 0,-1 2-5 0,1 0 4 15,0-3 5-15,0 2-4 0,0-3 3 16,0-1 0-16,1 2 16 0,-1-5-8 0,4 9 0 0,1-7 9 15,7-2 2-15,2-2-1 0,4-1-3 16,10-8 11-16,1 1-24 0,-1-2-30 0,4-3-37 0,0 0-39 16,3-3-57-16,0 1-54 0,-1-3-38 0,1 4-66 15,-3 1-234-15,-1 0-604 0,-3-1 267 16</inkml:trace>
  <inkml:trace contextRef="#ctx0" brushRef="#br0" timeOffset="195084.87">11680 8838 15 0,'-2'-10'298'0,"2"-2"-1"0,-2 7-12 15,2-3-9-15,-1 2-23 0,1 3-22 0,0-2-31 16,-4 1-21-16,4 4-23 0,0-4-33 0,0 4-23 16,0 0-10-16,-1 13-3 0,-2 4-19 0,-2 7-6 15,1 5-6-15,-1 4-8 0,-4 12-6 0,-1 1 0 16,1 2-5-16,4-12-4 0,-5 16 5 0,2-2-5 15,3-15-5 1,3 12-4-16,-4-13-3 0,2-2-2 0,1-1-1 16,0-2-1-16,-1-2 1 0,2-8-3 0,-1-2-12 0,1-4-9 15,0 0-10-15,2-3-14 0,-1-3-8 0,0-2 2 16,0 1 7-16,-1-2 4 0,2-4-20 0,-1 1-59 16,1-1-51-16,-4-11-24 0,4 2-25 15,1-3-188-15,1-7-422 0,0-8 186 0</inkml:trace>
  <inkml:trace contextRef="#ctx0" brushRef="#br0" timeOffset="195348.03">11661 9039 9 0,'0'-5'206'15,"1"2"-16"-15,2-1-20 0,-2 1-19 0,-1 3-15 16,1-3-16-16,-1 3-13 0,0 0-13 0,14 3-8 16,-6-1-1-1,4 2 1-15,-1 2-5 0,3 1-6 0,4 3-1 16,0 0-7-16,0 0-5 0,0-1-6 0,0 3 2 15,-2 0-6-15,0-2-7 0,-4 5 0 0,-4-8-6 16,1 5-5-16,-6-2-6 0,0-1 4 0,1 1-3 16,-4-1 5-16,-5-1 1 0,0 0-8 0,-8 3 0 15,-1-1-2-15,-5-3-2 0,-8 4-4 0,0-2 3 16,-1-2-2-16,7-1-1 0,-4-2-2 0,-3 0-5 0,6-1 2 0,3 2-2 16,0-4-21-16,-1 0-15 0,0 1-23 0,9-2-31 15,1-2-52-15,2 0-56 0,2-3-156 0,2 2-370 16,4-2 164-16</inkml:trace>
  <inkml:trace contextRef="#ctx0" brushRef="#br0" timeOffset="195748.76">12032 9145 290 0,'0'0'323'0,"0"0"-16"0,0 0-19 0,0 0-21 0,0 0-28 16,0 0-29-16,0 0-17 0,0 0-25 0,0 0-19 15,6-14-19-15,2 14-20 0,3-6-17 0,0 4-19 16,8-2-17-16,-3 0-16 0,2 0-7 0,0-1-12 0,-1-2-7 16,2 2-8-16,2-2-5 0,-3 1-3 0,-1-2-6 15,0 3 0-15,-2-4-2 0,0 3 2 16,-1-1 0-16,-3 0 2 0,-1 2 1 0,-4 1 6 0,-1-1 5 0,0 2 7 0,2 0 6 15,-6 1 3-15,4-1-3 0,-5 3-4 16,1-4-1-16,-1 4-2 0,0 0-5 0,0 0-3 16,-27 4 8-16,14 1-10 0,-3 2-1 0,-2 1 1 15,2 1-3-15,-4 2 6 0,-2 3-6 0,1 3-1 0,1 0 1 16,3-4-2-16,4 3 2 0,4-2-2 0,-1 1 3 16,1 0-2-1,5-1 0-15,-1 3-14 0,2-5-13 0,3 1-12 16,3-1-16-16,1-2-23 0,-2-2-17 0,6 0-35 15,1-3-46-15,0 2-242 0,5-10-455 0,-1 1 202 16</inkml:trace>
  <inkml:trace contextRef="#ctx0" brushRef="#br0" timeOffset="196249.29">12509 8988 189 0,'3'-2'277'0,"2"1"-29"0,-5 1-30 0,6-3-21 15,0 3-20-15,-6 0-20 0,11 3-17 0,-6-1-14 16,8 4-8-16,-3 1-9 0,-1 0-13 0,5 3-9 16,-1 2-8-16,-3 1-9 15,0 1-6-15,-2-1-3 0,-1 3-8 0,-4-2-4 16,2 5-5-16,-2-2-5 0,-4-2-5 0,-1 1 0 16,0-1-6-16,-2-3-1 0,0-1-3 0,-1-1 6 15,0-2-11-15,-1 0 2 0,-1-2 1 0,1 0-1 16,2-1 6-16,0-3 7 0,-1 2 14 0,5-3 12 15,0-1 4-15,0 0-1 0,0 0-5 0,-9-5-11 0,12-1-9 16,-1-2-13-16,7-4-11 0,2-2-3 0,5-7-2 0,3 2-4 16,-6 3-2-16,3 0 0 0,4-3 0 0,-5 5-2 15,0 2 1-15,2 0-2 0,-3 0 2 0,-3 3 1 16,2-1-3-16,-2 2 6 0,-1 3 0 16,-4-1 2-16,1 2 1 0,-1 2-2 0,0-1 1 0,-3 1-1 15,1-1-4-15,0 0-2 0,-4 3-5 0,5-1 1 16,-5 1-1-16,0 0-3 0,0 0 1 0,7 4-2 0,-7-4-2 15,2 8 2-15,-1-3 2 0,-1 0 2 0,0 0-3 16,0 3 1-16,0 1 1 0,0 3 4 0,-1 0-2 0,1-2-1 16,0 1 4-16,-3 2 1 0,3 1 1 0,-2-4-1 15,2 4 1-15,-3-4 1 0,3 2 0 16,-1-6 6-16,1 0-7 0,-2 0 2 0,1 0 3 16,0-1-3-16,0 0-8 15,1-5 4-15,0 5 0 0,0-5 0 0,-3 5 4 16,3-5-8-16,0 0-9 0,0 0-19 0,-8-14-34 15,2 6-37-15,1-7-42 0,1-1-56 0,4-1-63 16,-4-11-163-16,4 2-461 0,0 0 204 0</inkml:trace>
  <inkml:trace contextRef="#ctx0" brushRef="#br0" timeOffset="196365.15">12842 8845 202 0,'1'-5'258'0,"-1"0"0"16,4-2-6-16,-4 4-12 0,1-2-20 0,-1 5-24 15,1-5-20-15,-1 5-20 0,2-4-10 0,-1 1-33 16,-1 3-33-16,6-4-30 0,-1 4-32 0,-5 0-30 15,12 4-38-15,-6-1-44 0,3 0-41 0,-1-2-211 16,1 3-374-16,-3-2 165 0</inkml:trace>
  <inkml:trace contextRef="#ctx0" brushRef="#br0" timeOffset="196782.02">13206 8940 73 0,'0'0'267'0,"-7"-1"-30"0,7 1-25 0,0 0-22 16,-10 4-23-16,7 0-15 0,-3-2-16 0,1 3-16 16,-4 2-13-16,0 1-9 0,2 4-8 0,-2-5-13 15,2 5-6-15,-4 1-10 0,3 3-2 0,0-2-8 16,1 1-6-16,-1 2-2 0,3-7-5 0,1 6-7 0,0-3 0 0,3-2-1 15,1-1 0-15,0 2-1 0,3-2 3 0,-2-2-3 16,1-1 6-16,2 1 4 0,0-2 13 16,0-1 8-16,4-2 15 0,-2 0 6 0,4-2 12 15,2 0-9-15,-2-4-2 0,2-4-10 0,4-1-1 0,-3-1 4 16,2-3-10-16,-2 1-9 0,1-2-6 0,-5 1 1 16,9-1-11-1,-11-1-1-15,0 2-3 0,-1-1-10 0,-3 1-1 16,4 3-4-16,-4-1 1 0,-2 0-5 0,-1 3-2 15,-1 0-8-15,-2 2-7 0,-1 0-10 0,0 1-5 16,-1 0-9-16,-2 2-17 0,-2 0-16 0,-1 4-21 16,0-2-21-16,-2 2-21 0,1 2-27 0,-1 3-36 15,7-3-33-15,-2 1-252 0,0 1-506 0,5-1 223 16</inkml:trace>
  <inkml:trace contextRef="#ctx0" brushRef="#br0" timeOffset="197349.15">13761 9007 256 0,'-3'-7'275'0,"0"2"-20"0,1 2-22 16,-2-2-19-16,-1 3-27 0,0-2-17 0,-2 4-20 15,0-3-18-15,-4 3-11 0,0 3-13 0,-1-2-13 16,1 2-8-16,-7 4-10 0,0 0-9 0,5 1-4 15,-1 2-8-15,0 0-8 0,1 2-3 0,1-2-5 16,1 2-2-16,2 3-4 0,1-2-3 0,3-1-3 0,1-2-18 0,1 0-6 16,2 2 2-16,0-2-1 0,2-3 0 0,3 1 0 15,1 0 3-15,0-2-1 0,4-1 5 0,-3-2 1 16,3 0 8-16,3-5 4 0,-1-2 0 0,-1-2 5 16,7-3 9-16,-3-1 3 0,1-4-6 0,-2 0 5 15,1-1 5-15,3-7-3 0,-1 0 3 0,-4 0-4 16,2-2 2-1,-2-5-1-15,-2 3 3 0,-1-6 10 0,0 6 11 16,-3-3 21-16,-1 1 15 0,0 3 4 0,-2 4 11 0,-1 3 7 16,2 1 9-16,-3 5 6 0,2 2-15 0,-3 0-7 15,1 4-19-15,-1 0-4 0,2 1-11 0,-2-1-16 16,2 3-4-16,-2 0-15 0,0 3-27 0,-2-5-42 16,2 5-33-16,0 0-25 0,0 0 4 0,0 0-5 0,0 0 16 15,-3 19 4-15,2-5 7 0,-2 4 7 0,1 7 2 16,-2 3 4-16,-1 1 3 0,0-1 20 0,1 2-11 15,0-1 7-15,-1 0-2 0,1 1 5 0,-1-3-1 0,0 3 1 16,2-5 4-16,-1-6 3 0,3 0 3 16,-1 8 3-16,0-11-3 0,1 0 2 0,1-4-3 15,-1-3 14-15,1-1-7 0,0-1 9 0,1-2 4 16,-2 0-2-16,1-1 6 0,0 1 5 0,-2-2 10 0,2-3 14 0,2 5 6 16,-2-5 3-16,4 2 3 0,2-2-16 0,7-3-10 15,7-4-42-15,12-5-74 0,5-2-95 0,16-8-141 16,0-2-358-16,5-5-735 0,-1 0 325 15</inkml:trace>
  <inkml:trace contextRef="#ctx0" brushRef="#br0" timeOffset="198115.87">14994 9071 98 0,'0'0'330'0,"-2"-6"-23"0,1 5-20 0,1 1-22 16,0 0-20-16,-1-5-31 0,-2 2-19 0,3 3-25 16,0 0-18-16,0 0-20 0,-4-2-13 15,4 2-16-15,0 0-13 0,-10 10-6 0,8-6-12 16,-2 0-4-16,-4 4-1 0,4 1-13 0,-2 1-6 16,1 0-3-16,1-1-22 0,0 4-7 0,1-6-3 0,3 3-6 0,0 0 1 0,3-4 1 15,2 1 2-15,-1-3-3 0,2 0 1 0,3 1 5 16,2-3 2-16,0 0 5 0,-1-4 7 0,2-3 3 15,4-1 2-15,-4 0 0 0,3-5 2 16,-3 1 2-16,-1-3-1 0,1-2-10 0,-2 1-1 16,-4-3-3-16,3-1-4 0,-8 0-4 15,3-3-4-15,-2 2-4 0,-5 0-13 0,0 1-5 0,-2-1 0 16,-3 4-1-16,0 1-2 0,-2 1-6 16,-3 1 3-16,1 5-1 0,0 0-4 0,0 2-5 15,-7 1-9-15,6 1-13 0,0 3-21 16,1 0-20-16,1 0-29 0,2 3-33 0,2 1-28 0,0 0-13 0,6-1-49 0,1-1-148 0,0-2-425 15,9 5 188-15</inkml:trace>
  <inkml:trace contextRef="#ctx0" brushRef="#br0" timeOffset="198500.28">15386 8647 116 0,'2'-5'347'0,"2"-2"-38"0,0 3-33 16,-1 1-29-16,-2 2-31 0,-1 1-27 0,0 0-24 0,0 0-19 0,9 9-14 0,-13 7-12 0,3 5-14 16,-3 9-9-16,-5 14-12 0,0 3 2 15,-5 2-17-15,1-1-5 0,-3 1-8 0,4 3 4 16,2-6-13-16,2 1-3 0,6-13-4 0,0 1-6 16,4-1 1-16,-1-7-7 0,0 1 0 15,3-10-4-15,-4-1-3 0,1-5 1 0,3 1-1 16,-3-4-2-16,1-2 5 0,0-2 12 0,-2 2 22 15,1-4 34-15,2 1 20 0,-3-4-7 16,0 0-13-16,0 0-5 0,1-13-11 0,-2 5-26 16,0-2-29-16,-4-2-20 0,-3-5-11 0,-1 0-5 15,-6-6-8-15,-3-1 5 0,0-1 1 0,-1 3 4 16,2-1 12-16,3 10 11 0,0-3 21 0,1 4-7 0,4 3 11 0,2 0 6 0,-1 1-13 16,4 2 16-16,0 0-4 0,3 2-23 0,5-1-22 15,5 2-12-15,11-4-17 0,15 0-36 16,16-3-49-16,8 3-79 0,30-8-88 0,-26 5-299 15,27-5-632-15,-27 2 280 0</inkml:trace>
  <inkml:trace contextRef="#ctx0" brushRef="#br0" timeOffset="200196.77">16661 8536 30 0,'1'-11'192'0,"2"1"-5"16,-2-1-16-16,3-7-3 15,0 10-8-15,-3-2-7 0,3 1-3 0,-3 1-1 16,3 3-12-16,-3 1-14 0,2 1-10 0,-2-3-19 16,-1 6-9-16,3-4-11 0,-3 4-9 0,0 0-13 15,0 0-1-15,9 10-4 0,-8-2-8 0,3 9-2 16,-3 9-3-16,-2 4-6 0,0 4 0 0,-3 13-2 16,-4 5-1-16,0 0 0 0,1-1-3 0,-5 4-4 15,-1-3-1-15,2 0 3 0,-1-3-5 0,3-5-1 0,3-11 1 0,-2-1 2 16,3 2-2-16,0-3 3 0,1-2 9 15,-1-5-5-15,2-6-5 16,0-6 6-16,3-1 4 0,-1-1 6 0,-1-1 12 0,0-1 13 0,2-3 18 0,0-1 23 16,-1-1 33-16,1-3 23 15,0 5 0-15,0-5-16 0,0 0-14 0,0 0-1 0,5-12-20 16,-3 4-8-16,1-1-29 0,-1-6-27 16,2-3-9-16,-1 0-20 0,-3-7-25 0,-2 7-8 0,-4-2-25 15,-2-4-1-15,1 5 8 0,-2 4 0 16,-4-2 2-16,1 3 9 0,0 0 3 0,-2 3 15 0,-3-1-12 15,4 2 7-15,0-2 3 16,2 8 6-16,2-6-1 0,1 5 5 0,-1 3-2 0,3-1 1 0,3 0-1 16,0-1 2-16,-1 2 3 0,4 2-12 0,6-5-3 15,4 2-10-15,11-2-19 0,7-2-22 16,4 2-24-16,2-3-36 0,4 3-35 0,0-3-47 0,-2 0-65 0,2-1-194 16,-4 1-505-16,-2 1 223 0</inkml:trace>
  <inkml:trace contextRef="#ctx0" brushRef="#br0" timeOffset="200992.28">16981 8840 46 0,'0'0'300'16,"-7"-12"-16"-16,7 12-19 0,0 0-21 16,-1-3-22-16,1 3-26 0,0 0-17 0,0 0-21 0,0 0-14 15,0 0-18-15,0 0-15 0,0 0-14 16,0 0-10-16,0 0-11 0,0 0-7 0,0 0-7 0,0 0-12 16,1 11-2-16,-2-3-5 15,2 0-4-15,-1 0-5 0,-1 6 0 0,0-2-6 0,1 5-1 16,0-2-5-16,0 2 1 0,0-1-4 0,1-3 1 0,0-1 5 0,2-2-7 15,-1 2-2 1,2-3 1-16,0-4-4 0,-2 2-2 0,0-2 4 0,2-2 1 0,1-1 9 16,0-1 0-16,-5-1 7 15,14-4 2-15,-4 0-5 0,0-4 12 0,2 1-16 0,1-3-1 16,-3-1-1-16,3-2-5 0,0 1-1 0,-1-5-3 16,1 3 0-16,-4-1-3 0,4 1 3 0,-7 4 3 15,2 0 1-15,-4 4 5 0,2 2-5 16,-4-3-1-16,1 3-1 0,1 1-9 0,-2-1-4 0,1 1-20 15,-3 3-5-15,0 0-1 0,0 0 1 0,0 0 2 0,4 10-3 16,-1-6-8-16,-2 3-6 0,1 1-8 0,2-1-8 16,0 3-3-16,2 0-9 15,1-1 3-15,2 2-7 0,2-5-12 0,-1 5-8 16,6-3-14-16,-5-1-6 0,2-1-10 0,1-2 2 0,-4-2-1 16,4 1 9-16,-1-3 10 0,2-3 8 15,-2-1 15-15,0 2 26 0,1-9 27 0,-2 5 23 16,2-6 22-16,-4-1 21 0,4 0 22 0,-4-2 18 0,-1 2 9 15,1-1 17-15,-3 4 8 0,-1-2 10 0,-1 3 8 0,0 1-5 16,2-1-1-16,-5 5-9 0,3 0-8 16,-3-1-12-16,0 1 3 0,-1 1-35 15,-1 3-13-15,3-2-12 0,-3 2-8 0,0 0-8 0,0 0-7 16,3 9 0-16,-3-1-1 0,-2-1-2 0,1 5 0 16,1 0-2-16,-4 3-1 0,2 4 8 0,-2-1-12 15,1 0 1-15,1-1 1 0,-1 0-6 16,-1 0-2-16,3-5 4 0,1-2-1 0,-1-1-12 0,1-3 0 0,0-1 3 15,0 0 6-15,-2 1 18 0,2-6 26 16,0 5 30-16,0-5-1 0,0 0 2 0,0 0-18 16,13-8-7-16,-8-1 0 0,3 4 3 0,-3-4-18 15,3 1-6-15,-2-1-16 0,3-2 13 0,-1 3-6 0,-2 0-4 16,3 2-2-16,-1-1-1 0,-4 2-5 0,1 0-4 0,-1 1-1 16,1 0-4-16,0 1-14 15,0 2-21-15,0 0 0 0,0-1-32 0,-5 2-18 0,14 2-25 0,-6-1-25 16,-2 0-34-16,6 3-48 15,-2 0-53-15,-1 0-313 0,4 0-629 0,-3 0 278 16</inkml:trace>
  <inkml:trace contextRef="#ctx0" brushRef="#br0" timeOffset="201898.94">17916 8874 190 0,'0'0'330'15,"-3"-5"-21"-15,3 5-35 16,0 0-26-16,-2-2-25 0,2 2-26 0,0 0-28 0,0 0-26 16,0 0-16-16,0 0-17 0,10-2-19 15,-10 2-22-15,14 2-19 0,-7-2-20 0,0 2-14 0,7-2-10 16,-5-2-10-16,3 2-3 0,-1-3-2 0,1 2 3 0,-1-2-1 16,-2 0-2-16,0 0 1 0,1-1 2 15,-1-1 1-15,-1 0 0 0,-2 0 12 0,0 1 4 16,0-1 4-16,-4-1 4 0,2 2 11 0,-1 2 8 0,-2-1 3 15,2-2-5-15,-3 5-3 16,0 0-4-16,-6-7-8 0,0 7-1 0,6 0-4 0,-19 3-1 16,6 3-2-16,-6 0-2 0,-1 1-2 15,0 3 0-15,2 1-3 0,3 0-1 0,-5-1 0 0,3 2-3 16,2 2-2-16,0 0 4 0,2-2-1 0,2 4-1 0,3 0 1 16,2-5 0-16,3 0-3 0,3 2 3 15,1-2 2-15,5-1 1 0,4-3 0 16,7 4 1-16,2-5 0 0,9 3-1 0,2-6-6 0,4 0-8 15,-2-2-8-15,4-5-2 0,-2 1-8 0,2-3-3 16,-2-5-1-16,1 0 4 0,-3-3 3 0,-1-2 5 16,-4-1 1-16,-3-5 2 0,2-2 4 0,-4 0 11 0,0-5-1 15,-4-2 14-15,5-14 10 0,-8 15 24 16,1-2 6-16,-6 3 27 0,4-1 15 0,-6 4 11 0,-3 7 8 0,0 2 8 16,-1 5 4-16,-2 1 3 15,2 0-5-15,-3 4-19 0,2 2-10 16,0 0-16-16,-3-1-13 0,1 3-36 0,0 0-34 0,-1 3-10 15,0 0 0-15,0 0 14 0,0 17-12 0,-1-3 4 0,0 4 0 16,-6 8-4-16,2 6 4 0,-4 2 13 16,3-1-11-16,1 2 2 0,-3 1 2 0,-1-3-8 0,3 2 5 15,-1-2 2-15,2-5 0 16,0 0-8-16,2-9-3 0,0 1 5 0,-1-4 8 16,1-5-3-16,2 0-6 0,-2-1-5 0,2-3-2 0,0-1 3 0,-2-2 16 15,-1-1-2-15,2-1 3 0,2-2-1 0,-13-4-3 0,4-1 2 16,0 1-4-16,-1-3 13 15,0 0-5-15,-2-1-5 0,-2-1 3 0,0-1-1 0,3 0 8 16,-2 1-10-16,3 0-1 0,1 4 1 16,1-3-1-16,2 3-5 0,0 1 8 0,3 1 5 0,-1-2-6 15,0 2-6-15,4-1-11 0,0 4-11 16,10-6-1-16,-1 2 0 0,3 1-6 0,9-1-7 16,6 0-9-16,3 1-8 0,0-1-4 0,5-1 2 0,2 2 0 15,0-1 0-15,2 1 3 0,1 0 1 16,-3-3 3-16,-1 3 3 0,-3 0 4 0,0-2 1 0,-3 1 6 15,-11 1 7-15,0 1 13 0,-6 0 26 0,0 1 24 0,-2-2 21 16,-6 2 18-16,1 1 15 16,1-1 3-16,-2-1 0 0,-5 2-5 0,0 0-21 15,9-1 6-15,-9 1-10 0,0 0-10 0,8 3-14 16,-8-3-4-16,1 2-8 0,-1-2-4 0,0 4-6 0,0 2 12 16,-1 1-6-16,-2-1-6 0,2 3-1 15,0-1 2-15,-2 4 12 0,3-3-19 0,-4 2 0 16,3-2 3-16,1 3-2 0,-3-3-27 0,3 0-5 0,-1-3-25 15,1 4-12-15,0-6-20 0,0 1-16 16,-1-1-19-16,1 0-6 0,0-4 0 0,1 5 2 16,-1-5-16-16,0 0-78 0,0 0-261 0,-8-10-514 0,7 3 227 15</inkml:trace>
  <inkml:trace contextRef="#ctx0" brushRef="#br0" timeOffset="202030.29">18859 8659 304 0,'0'-7'312'0,"0"2"-11"0,1-1-23 0,-1 0-26 0,0 3-29 15,0 3-23-15,3-5-26 0,-2 1-41 0,-1 4-26 0,0 0-25 16,9-1-23-16,-9 1-28 16,9 6-37-16,-4-3-43 0,2 1-46 0,0 2-39 0,1 0-79 15,0 0-114-15,-3 2-353 0,3-4 156 16</inkml:trace>
  <inkml:trace contextRef="#ctx0" brushRef="#br0" timeOffset="202379.83">19228 8727 130 0,'0'0'232'0,"0"0"-23"0,0 0-20 16,-18 5-20-16,9 2-22 0,-1 0-13 0,1 0-15 16,-1 5-10-16,-3 3-12 0,0 2-10 0,1-3-9 0,0 1-7 15,3-1-8-15,-1 3-7 0,5-2-4 0,0 1 12 16,1-6-2-16,0 2-4 0,8-3-2 0,-3 3 3 15,3-3-2-15,1 0 1 0,-1-4 2 0,5 2 4 0,-1-3-2 16,2-1 3-16,1-1 1 0,0-1-3 0,-1-2 3 16,3 0 10-16,-4-3-1 0,1 0-2 15,1-3-2-15,-2 0-4 16,0-1-14-16,-1-1-1 0,-2-3-5 0,1 2-7 16,-1-2-5-16,-3 0-3 0,1-3-3 0,-2 3-7 15,-2 0 6-15,0 0-8 0,0 3-4 0,-4-1-7 16,2-1-3-16,-1 5-3 0,-1-5-8 0,0 7-14 15,0 0-14-15,1-1-19 0,-1 2-20 0,0-2-40 16,0 4-40-16,4 1-48 0,-6-1-48 0,6 1-197 16,0 0-480-16,0 0 213 0</inkml:trace>
  <inkml:trace contextRef="#ctx0" brushRef="#br0" timeOffset="202680.77">19437 8814 160 0,'0'0'353'0,"0"0"-26"0,7 0-27 0,-7 0-20 16,0 0-43-16,0 0-30 0,0 0-24 0,0 0-15 15,7 1-20-15,-7-1-14 0,0 9-13 0,-2-2-15 16,0 2-11-16,-1 0-14 0,-2 2-3 0,0 1-7 16,1-2-10-16,-1 0-2 0,2-1-7 0,0 0-3 15,3-1-8-15,-3-4 1 0,-1 1-3 0,3-1 12 16,0 0 14-16,1-4 25 0,-3 4 30 0,3-4 1 0,0 0-10 0,0 0 1 15,0 0-22-15,15-7-8 0,-7 3-8 0,-1-2-10 16,5 2-9-16,-5-1 1 0,0 1-9 0,1 1-12 16,2 0-2-16,-1 1-11 0,-1 2-28 15,2 0-25-15,-1 0-18 0,4 5-29 0,-2 0-26 0,-3 2-39 16,1 2-56-16,5 3-81 0,-6-4-342 0,1 1-673 16,-1-1 297-16</inkml:trace>
  <inkml:trace contextRef="#ctx0" brushRef="#br0" timeOffset="203461.19">20461 8412 171 0,'0'-5'228'0,"0"-1"3"0,0 0 2 0,2-2-2 0,-1 0-9 0,-2 3-10 0,3-4 3 15,-3 5-1-15,1-1-8 0,1 0-4 0,-1 1-25 16,0 4-14-16,2-5-15 0,-2 5-25 0,0-3-24 31,0 3-18-31,0 0-11 0,0 0-8 0,-18 19-8 0,5 5-6 0,0 4-6 16,-2 4 0-16,-3 11-7 0,-3 8-6 0,2-1-1 16,3 6-2-16,-1-3-4 0,4 1 1 0,-1 1-1 15,1 1-2-15,3-3-5 0,-3-2 2 0,3-5 0 0,4-12-4 16,2-2 4-16,-4-5-6 0,2-2 1 15,1-5 0-15,2-4 0 0,-1-5 0 0,2 0-3 16,-1-5 15-16,1 0 0 0,1-1 18 0,-1 0 13 16,0-3 7-16,2-2-10 0,-9 0-6 0,9 0-8 0,-17-11 0 0,8 4-8 15,-4-2-10-15,2-2-18 0,-5-3-18 0,3 1-8 16,0-1-17-16,0 1-10 0,-1 1-15 0,4-1-14 16,1 2-26-16,1 2-27 0,2 1-49 0,0-1-47 0,4 0-50 15,1 3-230-15,2-4-552 0,1 4 245 16</inkml:trace>
  <inkml:trace contextRef="#ctx0" brushRef="#br0" timeOffset="203799.23">20097 8865 81 0,'-9'-1'247'0,"9"1"-16"0,0 0-23 16,-9-1-20-16,9 1-14 0,0 0-9 0,-5-1-13 15,5 1-16-15,0 0-8 0,0 0-13 0,0 0-3 16,0 0-15-16,28 1-6 0,-6-2-9 0,6-1-8 16,7-3-13-16,3 2-3 15,18-6 0-15,0 1-5 0,-2 4-3 16,-1-6-8-16,-14 7 8 0,-4-1-12 0,-3 1-4 0,-3-2-9 15,-9 2 4-15,0 1-6 0,-6 0-1 0,-4 0-5 16,-2 2-3-16,-1 0-5 0,-1-3-7 0,-6 3 1 16,6 0-13-16,-6 0-11 0,0 0-17 0,0 0-23 15,0 0-15-15,-23-3-22 0,15 3-21 0,2 3-27 16,6-3-50-16,-17 0-155 0,12 0-380 0,0 0 168 0</inkml:trace>
  <inkml:trace contextRef="#ctx0" brushRef="#br0" timeOffset="203984.1">20760 9077 422 0,'0'4'486'0,"0"-4"-12"0,-1 1-29 15,1-1-34-15,0 0-53 0,0 5-51 0,0-5-68 16,0 0-101-16,0 0-102 0,0 0-99 0,18-5-116 0,-12 0-334 15,2 0-555 1,-3 1 246-16</inkml:trace>
  <inkml:trace contextRef="#ctx0" brushRef="#br0" timeOffset="214188.37">22346 8531 267 0,'0'-10'289'0,"3"0"-16"16,-3-2-12-16,-3 3-17 0,6 1-9 16,-2-2-20-16,-2 6-15 0,2-1-28 0,-1 1-16 15,-1 1-19-15,1 3-18 0,0-7-32 16,0 7-14-16,0 0-9 0,0 0-8 0,-7 16-5 0,5 1-4 0,-6 2-7 16,4 9-2-16,-5 1-4 0,4-1-7 0,-2 4-3 15,0-1-1-15,0 2-5 16,4-3-1-16,-5-2 0 0,4-3-1 0,-1 0-4 0,1-6 2 0,-2-2-1 0,2-1 0 15,2-3-2-15,-1-3-1 0,1 0 0 16,-1-1 1-16,2-2-5 0,-1-2-6 16,1 0-6-16,1-3-4 0,0-2-4 0,-1 7-2 15,2-4-1-15,-1-3-4 0,0 0-45 16,0 0-49-16,0 0-40 0,0 0-32 0,-10-15-30 0,6 9-196 0,0-5-448 16,2-1 199-16</inkml:trace>
  <inkml:trace contextRef="#ctx0" brushRef="#br0" timeOffset="214346.2">22300 8373 140 0,'7'-8'186'0,"0"1"-23"0,5 2-5 0,-1-1-23 16,2 4-14-16,2-1-19 0,-1 3-29 15,0 3-22-15,2 1-33 0,-4 3-24 0,1 2-31 16,-4 5-62-16,-2 0-69 0,-4 3-181 0,-3 0 80 15</inkml:trace>
  <inkml:trace contextRef="#ctx0" brushRef="#br0" timeOffset="214475.31">22157 8926 2 0,'-4'5'200'0,"4"-1"-17"0,0-2-4 0,0-2-9 15,8 5-13-15,5-4-19 0,3-2-11 16,7-1-13-16,8-1-26 0,2-2-30 0,7 1-55 15,11-6-46-15,-14 3-187 0,-1-1-248 0,3-2 110 0</inkml:trace>
  <inkml:trace contextRef="#ctx0" brushRef="#br0" timeOffset="-214338.76">23036 8408 39 0,'3'-15'255'0,"-2"4"-2"0,2 0-15 15,-2 1-20-15,-1 2-9 0,1 2-12 16,1 1-18-16,-4 2-21 0,2-4-16 0,2 5-20 0,-2 2-25 15,0 0-11-15,0 0-9 0,0 0-8 0,-13 14-12 0,5 0-1 16,-5 11-8-16,-1 3-8 0,4 5 3 0,-8 14-13 16,-2 2 0-16,8 1 4 0,-2 1-11 0,1-2-1 15,3 1-5-15,2-5 0 0,3 1 0 0,1-12 0 0,2-1 2 16,-3 0-3-16,2-3-3 0,0-5 0 16,-1-6-2-16,0 0 2 0,-1-1-2 0,-1-6-2 15,3-1 4-15,-1-1 3 16,-4-3-1-16,2 1 4 0,-3-4-2 0,-5 3-1 15,1-6-3-15,-2 0 1 0,-2-2 7 0,-1-2-9 16,0-2-8-16,-1-2-13 0,0 0-23 0,4-2-20 16,-1-2-31-16,3-1-34 0,1 0-39 0,3-2-51 0,1-1-194 15,4-2-432-15,6-2 192 0</inkml:trace>
  <inkml:trace contextRef="#ctx0" brushRef="#br0" timeOffset="-214041.46">22801 8751 191 0,'0'0'286'0,"-2"2"-12"0,2-2-17 15,-7 3-27-15,7-3-22 0,0 0-21 0,0 0-20 16,18-5-11-16,0 3-20 0,11 0-13 0,5-2-13 15,5 1-11-15,12-2-12 0,2 2-6 0,-15 1-10 16,0 1-9-16,1-2-14 0,-5 2-11 0,-3 1-4 16,-2 0-10-16,-12-1-14 0,1 1-13 0,-8 0-19 0,1 0-18 15,-6 0-9-15,1 0 0 0,-6 0 12 0,0 0-7 16,0 0 1-16,0 0-1 0,-19 2-7 0,10-1 1 16,1-1-11-16,-1 0-2 0,1 0-27 0,8 0-14 0,-11-1-19 15,6 0-52-15,5 1-126 0,-3-4-327 16,3 4 144-16</inkml:trace>
  <inkml:trace contextRef="#ctx0" brushRef="#br0" timeOffset="-213618.05">24174 8398 258 0,'7'-10'312'0,"-2"0"-18"0,0 0-7 15,1 0-11-15,-3 3-14 0,4 1-18 0,-2 1-26 16,-3-3-17-16,0 4-22 0,1 1-23 0,-1 1-16 16,2-3-17-16,-4 5-20 0,2-3-15 0,-2 3-20 0,0 0-7 0,4 8-10 15,-3 1-7-15,-2 3-13 0,1 7-1 0,-4 8 4 16,0 7-5-16,-3 1-4 0,-5 10-3 0,1 3-2 15,-2-1-3-15,-2 1 0 0,0-3-2 0,4-11 1 16,1-2-5-16,-3-3-2 0,4 0-1 0,0 0 2 16,1-11-1-16,1 0 0 0,3-2-3 0,-1-4-1 15,2-3 4-15,-2-2-1 16,4-1 1-16,1-2 5 0,-3 3 5 0,-1-2 20 16,2-3 18-16,2 1 9 0,0-3 1 0,-3 5 12 15,2-1-12-15,1-4 2 0,0 3-11 16,0-3-2-16,0 0-4 0,0 0 2 0,0 0-41 0,-1 2-22 15,1-2-19-15,0 0-32 0,0 0-24 0,0 0-29 16,0 0-29-16,0 0-36 0,0 0-85 0,0 0-329 16,0 0-640-16,0 0 283 0</inkml:trace>
  <inkml:trace contextRef="#ctx0" brushRef="#br0" timeOffset="-213317.72">23932 8758 275 0,'-4'-2'292'0,"0"-1"-15"0,4 3-14 0,-7-2-15 15,4 0-7-15,3 2-24 0,0 0-20 0,0 0-34 16,0 0-16-16,9-5-23 0,5 3-17 0,4 0-12 16,9-3-13-16,3 2-17 0,2 0-12 0,2-1-8 15,-5 3-7-15,2-4-5 16,-3 1 0-16,-10 1-6 0,-3-1-1 0,-2 3 0 15,-2-1 0-15,-6 1 5 0,3 1 2 0,-3-2 0 16,-5 2 2-16,9-4-7 0,-9 4-7 0,5-2 0 16,-5 2-16-16,2-1-4 0,-2 1-26 0,0 0-16 15,0 0-13-15,-9-7-22 0,3 6-17 0,0-1-26 16,6 2-14-16,-8-2-30 0,5 1-38 0,3 1-200 16,-6-4-434-16,5 0 192 0</inkml:trace>
  <inkml:trace contextRef="#ctx0" brushRef="#br0" timeOffset="-212668.78">24554 8449 279 0,'3'-2'332'0,"1"-2"-19"16,0 0-18-16,-3 1-33 0,1 2-23 0,-2 1-28 15,2-5-25-15,-2 5-23 0,0 0-17 0,0 0-17 16,0 0-14-16,8 9-14 0,-8-1-9 0,0 5-7 16,-1 4-9-16,0 1-9 0,-4 10-10 0,0-3-2 0,-2 6-7 15,-3-2-5-15,1 0-3 0,-1 0-4 0,2 1-2 16,-3-2-4-16,3-3-3 0,2-9-3 0,-1 0-5 16,3-6 3-16,2-2-5 0,-2-1-1 0,0 1 3 0,3-4-3 15,1 2 3-15,-2-4 36 0,0 3 36 0,2-5 30 16,0 4 28-16,0-4 10 0,0 5 8 15,0-5-14-15,0 0-13 16,0 0-16-16,15-12-9 0,-3 3-18 0,-3 1-15 0,5-4-22 16,0 0-24-16,3 0-11 0,-3 2-9 15,1 3-9-15,-5-2 1 0,-1 4-9 0,-1 2-3 16,-2 0-9-16,-1-1-16 0,1 1-11 0,0 2-15 16,0 1-8-16,-6 0-3 0,12 4-14 0,-6-2-2 0,-1 3-4 15,2 1 2-15,-4-2 13 0,3 5-16 0,0-1 7 16,-1 2-1-16,4-2-1 0,-4 3 7 0,4-2 4 0,-4-1 10 15,3-1 6-15,1 3 1 0,-3-5 9 0,-2 1 3 16,5 0 6-16,-1-2 5 0,-2-1 4 0,6-1 3 16,0-2 5-16,-1 0 2 0,0-3 4 0,3-1 2 15,2-3-2-15,3-1 9 0,0-2-6 0,4-4 1 16,0 0-1-16,0-3-4 0,-4 1 5 0,4-2-7 16,-3 1 5-16,-5 2 7 0,0 3-4 0,-5-2 5 0,1 1 1 0,-3 3 9 15,-4 3 1-15,1 0 10 0,-5 3-14 0,0-2-2 16,-2 0-3-16,-2 3-1 0,-7 2-1 0,0 1-4 15,-7 4 3-15,-1 0-2 0,-1 4 3 0,-6 4-1 16,3 2 0-16,0 0-2 0,0 4 1 0,10-3 4 16,-1-1-4-16,1 3 0 0,4-3-6 0,1 6-18 15,2-6-5-15,4 5-8 16,2-2-12-16,4 0-13 0,1-2-27 0,2-5-43 16,6 3-52-16,0-7-69 0,1-1-174 0,2-3-467 15,5-1 207-15</inkml:trace>
  <inkml:trace contextRef="#ctx0" brushRef="#br0" timeOffset="-212350.22">25252 8697 121 0,'3'-4'361'0,"-1"1"-10"16,2 0-21-16,-1-1-30 0,-1 2-29 0,-2 2-29 16,4-3-34-16,-4 3-24 0,5-2-18 0,-5 2-23 15,0 0-13-15,6 6-18 0,-4-1-7 0,0 3-14 16,-1 1-10-16,3 1-9 0,-4 3-12 0,0 2-10 15,-2 2-1-15,0 2-6 16,-1-3-5-16,-1 1-7 0,-1-2 4 16,0-3-4-16,1-1 0 0,0-2-10 0,1-2 12 0,1 0-12 15,-1-2-4-15,1 0 3 0,0-1 10 0,1 1 21 16,0-3 22-16,-2 1 45 0,3-3 16 16,0 0 21-16,0 0-15 0,0 0-9 0,0 0-4 15,0 0-16-15,1-17-10 0,3 7-19 0,0 1-21 0,3-6-25 16,3 1-12-16,1-3-31 0,2-7-26 0,4 2-40 0,2 3-11 15,-4 5-24-15,-2 1-29 0,2 1-27 0,-2 2-28 16,1 0-28-16,-2 5-38 0,0-1-28 0,0 3-28 16,-2 1-227-16,2 2-587 0,-5 0 260 0</inkml:trace>
  <inkml:trace contextRef="#ctx0" brushRef="#br0" timeOffset="-212068.59">25455 8836 50 0,'-1'4'290'0,"1"-4"6"15,-3 3 0-15,3-3 1 0,-1 3-12 0,1-3-12 16,0 0-26-16,0 0-26 0,0 0-22 0,19-6-20 16,-11 4-24-16,2-3-10 0,2 0-15 0,-1-2-9 15,6 0-17-15,-2-4-4 16,-4 5-15-16,5-5-5 0,-2 1-8 0,-1-1-4 16,-2-1-12-16,-2 3-2 0,-1 0-6 0,0 0-3 15,-2 0 2-15,-2 3-7 0,0-1-1 0,-2 1-4 16,-2 1-6-16,0 0-8 0,0 2-7 0,-4-1-5 15,-1 2 4-15,-4 2-8 0,-1 0-4 0,0 4 0 16,-4 0 1-16,1 5-6 0,-1 2 3 0,1 1-3 16,0 0-23-16,6 3-12 0,2 0 6 0,1 2 3 0,8 2 3 15,1-1-8-15,12 7-22 0,9-5-33 0,2-1-49 0,17 3-73 16,6-8-364-16,10-3-624 0,2-6 276 0</inkml:trace>
  <inkml:trace contextRef="#ctx0" brushRef="#br0" timeOffset="-211399.02">26790 8606 233 0,'0'-5'376'0,"0"1"-6"16,0 0-14-16,2 1-16 0,-2 3-17 0,-2-6-32 16,2 6-22-16,2-4-31 0,-2 4-27 0,0-4-28 15,0 4-26-15,0 0-19 0,0 0-27 0,0 0-16 16,0 0-31-16,0 0-3 0,0 15-3 0,0-5-7 15,-2-1-8-15,2 3-10 16,0-2 14-16,-5 5-15 0,5 2-4 0,-2-5-2 16,2 0-5-16,-1 0-1 0,-1-2 0 0,1 1 4 15,0-3-9-15,-1-1-1 0,2-1-1 0,-1-1-3 16,0-1-13-16,1 1 9 0,-1-2-2 0,1-3 3 16,-2 5 1-16,2-5 0 0,0 0 4 0,-1 4-8 15,1-4-11-15,0 0-23 0,0 0-47 0,-9-15-40 16,3 6-53-16,-1-6-62 0,2-1-46 0,3-2-62 0,-5-9-171 0,6 3-555 15,-2-5 246-15</inkml:trace>
  <inkml:trace contextRef="#ctx0" brushRef="#br0" timeOffset="-211236.01">26760 8419 22 0,'4'-11'203'15,"-2"1"13"-15,2 4 5 0,-1-4 5 0,-1 6 2 16,1-3-19-16,-1 1-9 0,1 2-15 0,-1 1-10 16,0-2-16-16,1 1-16 0,0 2-15 0,-3 2-11 0,3-5-11 0,-3 5-13 15,2-3-14-15,-2 3-19 0,0 0-22 0,5-2-25 16,-5 2-35-16,9 0-36 0,-9 0-46 15,0 0-38-15,12 3-55 0,-10-1-186 0,3 0-416 0,-5-2 185 32</inkml:trace>
  <inkml:trace contextRef="#ctx0" brushRef="#br0" timeOffset="-210919.94">27224 8419 112 0,'0'0'352'16,"3"5"-23"-16,-3-5-36 0,0 0-19 0,0 0-38 0,-1 3-30 0,1-3-23 15,0 4-20-15,0-4-14 0,-1 5-17 0,-3-2-10 16,-1 4-15-16,0-2-11 0,0 5-8 0,-2 1-13 16,4-1-7-16,-3 2-7 0,3 0-6 0,-2-3-10 15,2 4-5-15,2 4-2 0,-3-1-7 0,5-1-1 16,3 2-6-16,0 0 2 0,3 1-5 0,1-1-1 15,2 2-6-15,0-5 2 16,-1 3-1-16,1 0-4 0,-2-3 4 0,-3-2-8 16,1-3 1-16,-3 0-2 0,1-1-15 0,-2-2-1 15,0 2-8-15,-4-1-1 0,-4-1 6 0,1 2-4 16,-4-3-5-16,-5 5-13 0,-6-5-29 0,2 1-51 16,-2-3-69-16,-1 0-310 0,2-3-535 0,-3-6 236 15</inkml:trace>
  <inkml:trace contextRef="#ctx0" brushRef="#br0" timeOffset="-209394.31">28289 8584 53 0,'6'-10'275'0,"-3"-2"-15"0,3 2-12 15,-4-2-17-15,3 0-12 0,-2 2-12 0,-2 3-10 16,0-2-12-16,-1 4-17 0,0-2-18 0,0-1-18 0,-1 4-13 0,-2 0-18 16,1-2-3-16,-3 3-22 0,0-1-7 0,-3 2-10 15,-1 2 2-15,-2 0-15 0,-1 2-5 0,0 2-7 16,-5 8-3-16,0-4-5 0,0 4 2 0,-2-3-6 15,6 3-6-15,-2 1-1 0,4 2-1 0,0 1-2 16,-3-1-1-16,5 1-6 0,0-1 0 0,1 0-5 16,4-3-3-16,2 0 2 15,0-2 1-15,2-2 0 0,-1-2 6 16,2 1 0-16,0-2 7 0,2 2 7 0,-1-4 15 0,1 0 13 16,-1-2 22-16,-2-1 11 0,10 0-3 0,-10 0 10 15,13-4 8-15,-6 1-11 0,4-2 3 16,-2-2-20-16,1-2-6 0,3 1 0 0,-4 4-8 15,-1-4-6-15,-1 6-6 0,-3-1-4 0,0-2-3 0,0 2-5 16,0 2-6-16,-4 1-2 0,5-3-3 0,-4 1-12 0,-1 2-10 16,0 0-21-16,0 0-6 0,0 0 0 0,0 0 0 15,0 0 0-15,10 6-1 0,-10-1 6 0,3 1 5 16,-3-2 0-16,1 3 6 0,-1-1 3 0,4 1-2 16,-1 0 6-16,2 0-2 0,1 1 10 0,7-1-10 15,2 0-2-15,7-2-27 0,9 0-38 0,4-2-67 16,6-4-78-16,14-5-95 0,-1 0-239 0,-16-4-600 0,3 0 266 0</inkml:trace>
  <inkml:trace contextRef="#ctx0" brushRef="#br0" timeOffset="-208461.8">29261 8468 328 0,'2'-4'377'0,"-2"0"-22"16,0 4-10-16,1-4-22 15,-1-1-19-15,0 5-42 0,3-5-14 0,-3 5-37 16,0 0-8-16,0-4-37 0,0 4-24 0,0 0-10 16,0 0-38-16,0 0-33 0,0 0-20 0,0 0-2 15,0 0-8-15,0 17-7 0,-3-6 3 0,-2 6-7 16,1 2 0-16,-1 6 5 0,-5-1-10 0,4 1 1 15,-1 1 0-15,2-1 0 0,-2-7 0 0,3 1-2 0,2-2-2 16,1-7-5-16,-3 2-6 0,4-7 4 0,-2 2-6 0,0-2 11 16,2 0 10-16,-1-3 36 0,0 2 44 0,1-4 22 15,0 0 5-15,0 0-23 0,0 0-9 0,20-13-9 16,-9 4-13-16,1-4-6 0,8-5-9 0,-5 2-9 16,5-3-1-16,3 0-12 0,0-1-4 0,-1 3-7 15,-2 0-2-15,-5 6-7 0,-3 5 2 0,-3-4-1 16,-2 8-2-16,0-3-4 0,-2 1-6 0,-1-1-10 0,0 3-21 0,1 1-8 31,-5 1-10-31,10 5 3 0,-6-1-7 0,0 2 23 16,0 1-9-16,-2 4-3 0,2 0 3 0,0 1-6 15,0-2 6-15,2 6 4 0,-1 1-5 0,2-3-9 0,-3-3 9 0,-2 1-5 0,2-2 9 0,0-5 10 16,0 3-3-16,-3-3 7 0,0-1-4 0,3 0 21 16,-1-2 23-16,-3-2-11 15,10-2 1-15,-1-3-1 0,-2 0 2 0,3-2-3 16,2-2-5-16,2-1 0 0,-1-5 3 0,6 3-6 15,-6-1 6-15,10-8-4 0,-4 3-3 0,-5 5-1 16,3-1 6-16,-4 3-5 0,-1 1 13 0,-1 1-6 16,-5 2 2-16,1 2-6 0,-1 2-2 0,-2-2 0 15,-1 4-5-15,1-2-4 0,-4 3-11 16,12 0-3-16,-7 4-12 0,3-1-4 0,-1 1-5 0,1 2 0 0,1 1-3 0,-1 0-7 16,1 1-5-16,-2 1-3 0,3-1 9 15,-3-1-18-15,3 0 1 0,-2 1-7 0,-1-1 6 16,2-2 1-16,-4-1 10 0,2-1 6 0,-1-1 4 0,-1 1 5 15,-5-3 9-15,13-3 3 0,-8-1 14 16,4 1 7-16,-4-2 9 0,0-1 10 0,3 0 7 16,0-1 7-16,-3 2-2 0,2-4 9 15,0 4 3-15,-1-3 8 0,1 3 5 16,-4 2 6-16,1-1 8 0,-1 2-14 0,-1-1-3 0,-2 3-4 0,3-4-4 0,-3 4-17 16,5-4-11-16,-5 4-17 0,0 0 1 0,0 0 0 15,0 0-4-15,4 8 1 0,-4-5-3 16,0 4 6-16,-1 0 8 0,-1 0-9 0,2 2-2 15,-1 2-3-15,-1-1-20 0,0 0-13 0,0-1-22 0,-1-2-16 16,2-1-21-16,-2 0-23 0,1-2-26 16,-1 2-14-16,-1-4-39 0,1 1-82 0,3-3-151 15,0 0-478-15,-11-7 212 0</inkml:trace>
  <inkml:trace contextRef="#ctx0" brushRef="#br0" timeOffset="-208314.47">30040 8328 35 0,'5'-10'321'0,"-1"0"-7"16,0 1-11-16,-2 3-12 0,0 2-24 0,0-3-25 0,0 4-16 0,0-1-35 0,1 1-32 0,0-1-45 31,-3 4-43-31,2-3-28 0,-2 3-30 0,0 0-27 16,0 0-33-16,9 9-39 0,-7-8-38 0,-2 3-43 16,0 2-192-16,0-2-389 0,1 1 173 0</inkml:trace>
  <inkml:trace contextRef="#ctx0" brushRef="#br0" timeOffset="-207705.06">30251 8407 315 0,'0'0'353'16,"0"0"-37"-16,4-6-33 0,-4 6-38 0,0 0-23 15,0 0-26-15,0 0-18 0,-4 16-21 0,-1-4-13 16,2-2-16-16,-3 7-10 0,-1 1-15 0,1 2-12 15,-4 1-6-15,1-1-8 0,-1 3-10 0,-2 0-3 16,8-6-12-16,-1-5-3 0,1-2-9 0,3 0-10 16,0-4-7-16,-2 2-5 15,-1-3 0-15,3-1 31 0,-1 1 26 0,-1-2 14 0,3-3 39 16,0 4 3-16,0-4-15 0,0 0-26 16,13-13 9-16,-7 8-12 0,3-7-4 0,4 0-12 15,1-1-2-15,6-5-6 0,-7 3-11 0,9-1-6 16,-6 3-4-16,-1 3-8 0,-3 0 4 0,-1 2 2 15,-4 1-5-15,2 2-5 0,-5 1-1 0,2-1-10 16,-1 3 3-16,2 0-11 0,-2 2-13 0,-1-1-17 0,-4 1-1 0,11 3-8 16,-7-3-7-16,4 4 2 0,0 3-18 0,0 0-8 15,1 2-9-15,3 2-3 0,1-1-9 0,1 0-10 16,-2 2-1-16,3-3-9 0,-4-1-3 0,2-1 5 16,-2-1 3-16,3-2 5 0,-1 1 5 0,-4-1 11 15,4-1 6-15,-3-3 8 0,4-3 13 16,-2-1 13-16,-1 1 16 0,2-4 20 15,-1 1 16-15,0-3 14 0,2 0 14 0,0-2 8 16,-6 3 17-16,4-5 15 0,-1-1 9 0,-5 4 5 16,3 2 12-16,-5-1 8 0,0 5 6 0,2-1-6 15,-4 0-15-15,1 2-1 0,-1 1-11 0,-2 2-9 0,6-5-13 0,-6 5-10 0,5-3-9 0,-5 3-13 16,0-2-19-16,0 2-23 0,0 0-13 16,0 0 4-16,0 0 3 0,4 11-5 15,-4-6 2-15,0 4-3 0,0 2 2 0,0-1 0 16,0 2-4-16,0 0 0 0,0 1 9 15,0-1-24-15,0 0-19 0,0 0-16 0,-2-2-19 16,0 0-24-16,2-4-15 0,0-1-17 16,0 2-21-16,-4-3-16 0,4 0-7 0,0 0-2 0,0-4-46 0,0 0-71 0,0 0-195 15,-5-11-541-15,5 3 240 0</inkml:trace>
  <inkml:trace contextRef="#ctx0" brushRef="#br0" timeOffset="-207565.96">30804 8327 63 0,'1'-12'345'0,"-1"4"1"16,3 0-12-16,-3 2-30 0,1 2-30 0,-1 0-28 0,3-1-36 0,-3 5-44 0,0-5-50 16,0 5-40-16,1-1-25 0,-1 1-21 15,0 0-33-15,0 0-30 0,5 7-41 16,-5-3-40-16,4 0-50 0,-4 1-199 16,0 2-392-16,0-2 174 0</inkml:trace>
  <inkml:trace contextRef="#ctx0" brushRef="#br0" timeOffset="-207003.94">31020 8405 233 0,'0'0'468'0,"1"-4"-39"0,-1 4-37 15,3-5-50-15,-3 5-37 0,0 0-34 16,0 0-35-16,0 0-24 0,0 0-23 15,4 9-21-15,-7-3-23 0,3 3-14 16,0 2-26-16,-4 2-18 0,2 4-19 0,-5 2-3 0,1 0-23 0,-2-2-19 0,3 2-4 16,-2-2-11-16,3-4-9 0,-2-1-5 15,2-3-2-15,2 2-2 0,-3-5-1 16,5 0 2-16,-4-1 6 0,4-1 24 0,0-2 29 16,0-2 40-16,0 7 29 0,0-7-13 15,0 0-8-15,0 0-9 0,13-17-14 0,-7 10-13 0,3-3 5 0,0-2-6 16,5 0-9-16,2-2-7 0,-2-1-4 15,4-2 0-15,-4 2-13 0,-1 4 6 16,-4 0 7-16,-1 5-4 0,0 0-4 0,-1-3-1 0,-2 7-6 0,-1-2-6 0,0 4-6 16,-1-3-3-16,1 0-19 0,-4 3-19 0,6-2-2 15,-6 2 3-15,5 8-4 0,-1-4 4 16,-2 3-8-16,-2 1 3 16,6 0-5-16,-4 3-4 0,0 0 13 0,2 2-20 0,-2-1 6 0,-2 0 1 0,0-2-2 15,1 0 5-15,-1-1-3 0,2-4 5 16,-4 1 7-16,4-1 2 0,0-3 6 15,-2 2 9-15,0-4 25 0,0 5 29 0,4-3 1 16,-4-2 13-16,0 0-12 0,11-5-17 16,-3 1 11-16,1-1-1 0,4-3-8 0,-3 1 6 0,4-4-4 0,0 1-9 15,3 0-2-15,-7 3 0 0,3-4-5 16,0 4-2-16,-3 2 0 0,0-1-4 16,0 0-7-16,-1 2 1 0,-4-1-1 0,2 0-18 0,-1 3-7 0,2 2-38 0,-2 0-26 15,3 0-27-15,-5 1-28 0,6 3-34 0,-5 0-35 16,1-1-49-16,3 1-57 0,-6 2-291 15,5-2-657-15,-2 0 290 0</inkml:trace>
  <inkml:trace contextRef="#ctx0" brushRef="#br0" timeOffset="-206204.62">31632 8449 2694 0,'4'-10'309'0,"-3"3"-88"0,2 0 4 16,-2 1-35-16,1 0 7 15,0 3-62-15,0-2-27 0,-2 2-31 0,0 3-7 16,0 0-24-16,0-6-24 0,0 6-40 0,0 0-15 0,0 0 14 0,0 0 7 16,0 15-1-16,0-8 5 0,-2 4-5 15,-2 1 6-15,0 3 0 0,-1 3 2 0,1-1-2 16,-1 0 2-16,1 0-1 0,-1 0-5 16,0-2-10-16,3-3-1 0,0-1 2 0,-1 0 0 15,1-4 2-15,2-2 0 0,0 1 13 0,-2-1-5 0,0-1 12 16,2-4 31-16,0 2 29 0,0-2 3 15,0 0-7-15,0 0-3 0,13-5-7 0,-3-2-7 16,-2 0 0-16,1 0-11 0,2-1 1 16,-2-1 3-16,4-3-11 0,4 4-4 0,-4-4-2 0,1 3-1 0,-5 1-1 0,-2 1 2 15,0 2-4-15,0 2 0 0,-3-2-5 16,0 3 3-16,0-3-13 16,0 3-10-16,0 2-22 0,-1-2-9 0,-3 2-4 0,12 4 2 0,-7-1-9 0,4 4-9 15,2 0-11-15,0 1-13 0,5 3-29 0,-2-1-11 16,4 0-5-16,-1 1-7 0,-1-3-7 15,4 1 11-15,-1-2-2 0,0-2 14 16,-2-1 15-16,0-4 9 0,-2 2 11 16,-3-2 28-16,2-2 28 0,-5-1 29 0,5-3 34 0,-5 0 19 0,0 0 24 15,1-2 27-15,-1-1 8 0,0 1 24 0,0 0-9 16,-1 1 17-16,-3 3-5 0,-2-3 0 16,-1 4-8-16,3-2-7 0,-3 2-14 15,1 0-10-15,0-1-17 0,-3 4-8 0,2-3-14 0,-2 3-10 0,3-2-23 0,-3 2-33 16,0 0-29-16,0 0-11 0,0 0 6 15,0 0 5-15,4 9 5 0,-4-1 6 16,0-3 0-16,0 2-19 0,0 0-2 0,0-2 1 0,-1 3-12 0,1-2 0 16,0 0 0-16,0-1-2 0,0-2 12 0,0 2-1 15,0-1 8-15,0-4 4 0,0 0 15 16,2 5 10-16,-2-5-1 0,8-3 7 16,3 1-3-16,-3-2 1 0,4 0 0 15,0-1 2-15,-1-1 4 0,6-2 6 0,-4 4 3 0,-1-3 6 0,8 1-1 0,-11 1 19 16,2-1-5-16,-3 5 0 0,1-4 6 15,-4 2-12-15,3-1 0 0,-3 2-5 16,0 1 3-16,-5 1-8 0,5-2-7 16,-5 2 4-16,9 0-4 0,-9 0 10 0,5 4-17 0,-1 1-9 0,0 0-3 0,-3-1-6 15,2 3-3-15,-2-3-6 0,3 2-2 0,-3 1-5 16,1-2-2-16,1 0 9 0,0-1 2 16,-2 0 4-16,0-1-1 0,2-1 10 15,-1 1 11-15,-2-3 13 0,12 0 7 0,1-2 0 0,-2 1 7 16,8-3 1-16,-6-1 3 0,6 1 3 0,-4-1-4 15,4 1 1-15,-7 2 0 0,2-2-3 16,-1 3-3-16,0 1-4 0,-3 0-1 0,4 1-5 0,-1 4-19 0,-1-1-25 16,-3 1-41-16,2 2-51 0,-3 1-83 15,-3 1-354-15,3-1-610 0,0 1 271 16</inkml:trace>
  <inkml:trace contextRef="#ctx0" brushRef="#br0" timeOffset="-204701.7">3101 10629 114 0,'0'0'166'0,"1"-7"9"0,0 3-13 15,1 0 3-15,0-1 10 0,-2-2 2 0,0 2-3 16,2-3-11-16,-1-1-4 0,-1 7 7 0,2-4 1 15,-2-1-9-15,1 4-8 0,-1-1-14 16,0 4-18-16,2-7-13 0,-2 5-13 0,0 2-18 0,1-4-28 0,-1 4-31 16,0 0-12-16,0 0-1 0,-3 13-2 15,0-3-3-15,-4 16 0 0,0 1-1 16,0 7 0-16,-5 10 1 0,0 3 4 0,3 0 1 16,-1 2-4-16,1 0 19 0,0 0-3 15,-1-3-2-15,5 0 2 0,1-11-3 0,-3 1 1 0,2-3-2 0,1 2 2 16,-1-6-1-16,3 0-3 0,-1-5 2 15,2-8 1-15,-3-3-6 0,2 3 3 0,0-4 1 16,1-3 1-16,1-2-3 0,0-1-18 16,0-1-10-16,-3 0-14 0,2 0-14 0,1-5-10 0,-4 3-16 0,4-3-45 0,-4 3-56 15,4-3-238-15,-6-7-448 0,5 0 199 16</inkml:trace>
  <inkml:trace contextRef="#ctx0" brushRef="#br0" timeOffset="-204382.82">3096 10845 39 0,'-3'-3'253'0,"3"3"-28"16,0 0-27-16,-1-3-18 0,1 3-24 16,0 0-12-16,0 0-20 0,0 0-13 0,0 0-12 0,10 7-10 0,-3-2-6 15,3 0-9-15,0 2-8 0,0-2-4 16,5 6-5-16,5-1-2 0,-5-2-9 0,1 1 3 15,0 2-14-15,-7-5-7 0,2 0-1 16,-3 0-10-16,-3-1-5 0,2 1-9 0,-6-1-2 0,4 1-1 0,-6-2 8 16,-4 3-3-16,-3 0 0 0,-5 2 0 15,-6-1 2-15,0 1-1 0,-4 0 1 16,1-2 0-16,0-1-5 0,2 0 3 0,-1-3-2 0,1 2-2 0,2-1 1 16,3-1 5-16,2 0-6 0,3-3-2 15,1 0 3-15,1 3 2 0,3-3-17 0,5 0-31 16,-10 0-38-16,10 0-48 0,0 0-65 15,0 0-113-15,15-11-333 0,2 2 148 0</inkml:trace>
  <inkml:trace contextRef="#ctx0" brushRef="#br0" timeOffset="-204002.55">3551 10946 259 0,'0'0'283'0,"0"0"-17"0,0 0-14 0,0 0-17 16,0 0-24-16,0 0-19 0,0 0-7 0,0 0-12 16,0 0-17-16,0 0-17 0,0 0-15 0,0 0-14 15,0 0-15-15,12-10-12 0,5 5-10 0,2-2-15 16,0 1-14-16,9-3-6 0,-2-3-9 0,2 0-10 16,0 2-8-16,-10-1-4 0,8-2-8 0,-2 1-2 15,-6 1-2-15,-2 1 1 0,1-3 1 16,-4 4 2-16,-4 3 8 0,1 0 6 0,-5 1 8 15,3 0 11-15,-3 3 6 0,-2-2-7 0,0 3-3 0,1-2-3 16,-4 3-4-16,0 0-1 0,0 0-7 0,0 0-2 16,-19 8-6-16,5 1 3 0,0 3-6 15,-3 0 3-15,-2 0-1 0,0 6 1 0,-3 0-8 0,3 1 3 0,6-6-1 16,0 6-1-16,-3 0 2 0,2-3-1 0,3 2 0 0,0-1-6 16,5-2-24-16,-2 1-28 0,4-2-24 15,0-3-17-15,4 2-6 0,4-4-14 0,0 3-29 16,4-9-44-16,-2 5-217 0,7-7-444 0,-2-1 196 15</inkml:trace>
  <inkml:trace contextRef="#ctx0" brushRef="#br0" timeOffset="-203533.53">4086 10762 215 0,'5'-3'268'0,"0"-1"-31"0,-1 0-26 16,0 0-25-16,0 4-17 0,-4 0-17 0,11 0-17 15,-2 2-13-15,-1 4-13 0,2 1-13 0,2 2-11 0,2 1-7 0,0 2-9 16,-1 2-4-16,-1 1-9 0,-2-1-5 0,0 5-5 16,0-3 0-16,-3 4-8 0,1-2-5 0,-5-1-2 15,0 0 1-15,1 0-6 0,-3-2 1 0,1-1-9 16,-4-4-5-16,2-1 1 0,-1-2 0 0,1 1-1 16,0-3 4-16,0-3 4 0,0 1 21 0,0-3 23 15,0 6-2 1,0-6-13-16,0 0-7 0,0 0-7 0,9-21-1 15,-5 11-8-15,5-3-5 0,2-3 1 0,1 1-4 16,2-6 0-16,0 6-3 0,1-1 1 0,-2 1 7 0,-1 3 14 16,-2 4 6-16,-3-4 13 0,0 7 10 15,-2-5 0-15,-1 6 2 0,0 1-5 0,-1-1-7 16,0 4-8-16,1-3 7 0,-2 1-14 0,-2 2-22 16,3-3-6-16,-3 3-5 0,4-3-5 0,-4 3 6 0,0 0-6 0,4 8 0 15,-4-8-3-15,2 9-3 0,0-1-1 0,-1-1 1 16,0 4 1-16,0-2 2 0,-2 7-3 0,2-4 1 15,-1-1 4-15,-1 1-3 0,2 4-4 0,-1-3 5 16,0-1-2-16,0-3 3 0,-1 2-3 0,1-4 1 16,0 0-23-16,0-1-6 0,0 0-4 0,0-2 0 15,-1 2 4-15,2-4 4 0,-1-2 4 0,-2 3 6 0,2-3 3 0,0 0-24 16,0 0-23-16,-9-6-29 0,5-2-30 0,-1 0-44 16,2-4-55-16,-1-1-69 0,-1-4-160 0,3-2-483 15,-1-8 213-15</inkml:trace>
  <inkml:trace contextRef="#ctx0" brushRef="#br0" timeOffset="-203402.02">4395 10639 287 0,'0'-5'284'0,"0"5"-26"0,1-6-25 16,-1 4-27-16,0 2-22 0,0 0-21 0,4-4-27 0,-4 4-26 16,4-3-29-16,-4 3-37 0,12 3-37 0,-5-1-37 15,2 4-52-15,2-2-41 0,-4 0-170 16,2 1-318-16,-2-3 140 0</inkml:trace>
  <inkml:trace contextRef="#ctx0" brushRef="#br0" timeOffset="-202979.17">4819 10780 110 0,'0'0'222'0,"0"0"-22"0,0 0-20 16,0 0-18-16,0 0-19 0,0 0-12 0,0 0-18 15,-16 0-12-15,12 3-7 0,-1 2-10 0,-2 0-11 16,-1 4-9-16,-1-1-4 0,0 1-11 0,1 0-6 16,-5 3 0-16,4 1-11 0,-1 2-1 0,0-3-4 0,2 5-2 15,3-3-4-15,-4 1-1 0,4-1-5 0,3-1 1 16,-1 1-3-16,2-4 2 0,1 2 8 0,1 0-1 15,2-2 4-15,0 0 4 0,6-2 0 0,-5 0 3 0,6-1-2 16,3-4-1-16,1 0 1 0,4-3-1 0,3-3-2 16,-2 0-2-16,-3-2 5 0,1-4 16 15,2 1 6-15,-4-3 5 16,-2 1 8-16,0-5 1 0,-3 1-4 0,0-1-3 16,-2-2-4-16,-3-1-1 0,-1-3-4 0,-4 3-6 15,0-7-5-15,-3 6-6 0,0 2 6 0,0 5-9 16,-1 0-3-16,-5 2-6 0,4 0-4 0,-1 1 2 15,-2 4-5-15,0-2-9 0,-2 4-8 0,3 0-13 16,0 1-19-16,-2 4-20 0,3 2-22 0,-2 0-26 16,0 4-26-16,2 1-28 0,0-1-30 0,5 2-39 0,-2 1-168 0,7-1-425 15,5-1 188-15</inkml:trace>
  <inkml:trace contextRef="#ctx0" brushRef="#br0" timeOffset="-202377.75">5558 10839 235 0,'0'-3'233'15,"-6"-4"-21"-15,0 4-21 0,-1-1-17 0,-5 0-12 16,0 3-23-16,-8-2-10 0,0 3-20 0,1 4-10 0,-3-3-10 16,-6 6-7-16,1 1-10 0,0 0-5 0,1 0-11 15,6 0-7 1,1-1-2-16,2 3-7 0,2-3-7 0,1 7-3 15,4-6-2-15,1 2-4 0,0-2-1 0,5 1-2 16,-1 0-3-16,4 2-6 0,1-2 4 0,6 0-2 16,1 0-1-16,2-1 2 0,1-1 0 0,6 1-1 15,3-1-1-15,1-3 4 0,0-3-5 0,8-1-1 16,-5-2-3-16,3-3 1 0,1-2 3 0,-8-3 5 16,4-3 8-16,-6 2 12 0,-4-2 15 0,5-6 6 0,-4 3 5 0,1-4 2 15,-2-5 14-15,0-1 6 0,0-1-8 0,-3-2-5 16,2 1 3-16,-2-2 18 0,-1-1 12 0,-4 6 20 15,0-1 20-15,-1-1 19 0,-1 9 1 0,2 2-1 16,-4 5-14-16,-1-2-1 0,1 5-16 0,-1 0-10 16,3 2-12-16,-2 2-14 0,2-2-13 0,-3 2-16 15,1 1-16-15,-1 3-32 16,0-4-30-16,0 4-32 0,0 0-38 0,0 0 6 16,0 0-9-16,0 0 10 0,0 12 11 0,3-2 1 15,-3 2 7-15,-3 0 7 0,3 5 4 16,-4 2-1-16,0 7 3 0,3-1 5 0,-3 1 2 0,2-1 6 15,-1-1 1-15,2 5 2 0,-3-4-1 0,4-4 6 16,-1-4 3-16,-2 1 3 0,3-5 1 0,0-1 0 16,0 2 1-16,0-4-4 0,-1-2 3 0,1 0 3 0,0-2 4 15,0 0-1-15,0-2 5 0,0 1-1 0,1-2-1 0,-1 1 1 16,0-4 2-16,0 5 2 0,0-5-7 0,0 2 2 16,0-2 0-16,0 0-2 0,0 0-2 0,0 6 13 15,0-6-3-15,0 0 6 0,0 0-7 0,0 0 4 16,0 0-1-16,0 4 5 0,0-4 16 15,8 1-11-15,2 0-22 0,8-2-29 0,4-2-82 0,10-2-129 0,21-12-383 16,-2-1-685-16,7-7 303 0</inkml:trace>
  <inkml:trace contextRef="#ctx0" brushRef="#br0" timeOffset="-201760.69">7172 10389 216 0,'0'0'215'0,"-4"-6"-16"15,-1 5-27-15,5 1-16 16,-9 1-19-16,-1 5-15 0,-2-2-11 0,-7 6-10 0,-3 9-16 16,-6 5-13-16,1 1-10 0,-7 14-6 15,2 0-3-15,4 4-10 0,0 0-5 0,4 1-3 16,1 2-5-16,7-2-5 0,4-8-3 0,1 8 0 0,7-13 19 16,3 6 6-16,4-6 4 0,4 2 8 15,4-3 8-15,6-2-1 0,5-3-1 0,6-4-1 16,7-1-6-16,11-3-17 0,4-3-34 0,1-3-54 0,-13-5-70 15,17-3-111-15,-19-3-130 0,-2-3-387 0,0-5 170 0</inkml:trace>
  <inkml:trace contextRef="#ctx0" brushRef="#br0" timeOffset="-200369.87">7771 10594 219 0,'0'0'266'0,"4"-4"-17"16,-4 4-15-16,1-3-16 0,-1 3-17 15,0 0-20-15,0 0-19 0,4-5-17 16,-4 5-16-16,0 0-10 0,0 0-13 0,0 0-12 0,0 0-14 0,0 0-16 16,0 0-10-16,0 0-5 0,0 0-6 0,-10 12-6 15,2-5-1-15,-6 3-4 0,1 2-1 0,-3-1-3 16,3-1-7-16,-2 3 2 0,2 2-5 16,-2-1-2-16,3 1-1 0,2-2-2 15,-1 1-2-15,3-4-2 0,0-1 0 0,5 3-1 0,-3-3-2 0,1 2 2 0,4-1 0 16,0-3-4-16,1 0 5 0,0 1-2 15,2 0-1-15,6 0 1 0,-2 1 2 16,2-1-3-16,1 1 2 0,3-2-2 16,0 0 0-16,1 1 2 0,-3-3-2 0,0 0-1 0,0 2-2 0,-1-2-5 15,-3-2-11-15,0 1-5 0,-1 0-5 16,-1-2 9-16,0 0-2 0,-2 0-8 16,-2-2 4-16,4 4-1 0,-4-4 2 0,-3 6 3 0,3-6 2 0,-7 5 3 0,-1-3 3 15,-1 0 0-15,1 0 1 0,-2-1 0 0,1 2 3 16,0-2 4-16,2-1-4 0,-2 3 3 15,2-3-2-15,4 0 0 0,3 0 2 16,-9 0 2-16,9 0 1 0,-8 0-10 0,8 0-13 0,0 0-9 0,0 0-31 16,0 0-30-16,0 0-4 0,19-4-9 15,-7 4-1-15,7-3-2 0,4 3-12 16,6-1 0-16,-1-1-11 0,4-2 2 16,3 3 1-16,1-1 6 0,-1-2 15 0,0-1 9 0,3 2 18 0,-2-1 21 0,-3-2 30 15,3-1 8-15,-5 2 11 0,-3-4 23 16,-8 5 28-16,-4-4 25 0,-4 1 39 15,1 3 24-15,-4 0 20 0,1-1 14 0,-5 2 9 0,3-2-4 0,-4 1-8 16,-3 1-14-16,3-2-12 0,0-2-21 16,-8 5-5-16,4-3-15 0,-4-1-9 15,2 5-5-15,-5-4-6 0,1 1-19 16,-2 3-6-16,-1 2-7 0,0 0-5 0,-6 0-2 0,5 3-8 0,-7 0-4 16,-2 4-1-16,0 1-2 0,-3 6-5 15,5-5 2-15,-6 5-7 0,7-3 2 0,-1 4 0 16,3-4-5-16,1-1 0 0,7 0-20 15,-2-1-6-15,3-2-6 0,2-1-3 0,2-1 2 0,-4 1 8 0,5-3 7 0,0 0 20 16,5-1 15-16,-1 0-3 0,1-3 7 16,7 0 5-16,-1-3 5 0,2 0 4 15,0-4 5-15,5 2-1 0,1-2-2 16,-4 1-6-16,0-2-2 0,2 1-2 0,-5 2-3 0,-2 0-1 0,0 0-2 0,-1 1-6 16,-3-1-3-16,2 2 1 0,-4-1-11 15,2 3-2-15,1-3-9 0,-1 1-15 16,1 3-21-16,-1-1-26 0,0 1-36 15,3 0-45-15,0 1-63 0,-2-1-74 0,-1 0-224 0,4 0-546 0,-2 0 242 0</inkml:trace>
  <inkml:trace contextRef="#ctx0" brushRef="#br0" timeOffset="-199927.97">8405 10761 111 0,'1'-6'337'0,"2"0"-24"0,-3 4-24 0,0 2-27 0,1-4-23 15,-1 4-36-15,0 0-23 0,0-4-21 16,0 4-30-16,0 0-17 0,0 0-8 16,0 0-10-16,0 0-13 0,8 8-12 0,-4-3-14 0,-3 0-13 0,4 2-12 15,0-2-11-15,-1 0-4 0,1 0-3 0,-1-1-2 16,0 2-1-16,-3-2 1 0,4-3-3 0,-1 2 4 0,1 0-2 16,-1-2-3-16,-4-1 2 0,9 0 0 15,-9 0 0-15,13-4 1 0,-10 0 3 16,4 1 3-16,-2 1 3 0,-1-2 2 15,3 1 1-15,-1 0-3 0,-1-1-1 0,-1 3 0 0,-1-1-3 0,1-1-5 0,-4 3-7 16,8-1-5-16,-8 1-6 16,8 6-1-16,-6 1 1 0,3 3 1 15,-1 2 1-15,0 8-3 0,0-2 4 0,-1 10-4 0,0 1 6 0,0 3-1 16,-5-4 1-16,0 5-1 0,-3 0 1 16,2-4 2-16,-3 4 0 0,1-4-1 0,-4-3 4 15,-1-3 1-15,3-6-10 0,-1 0-1 0,5-10 4 0,-3 3 13 0,3-5 17 16,-1 2 24-16,0-4 5 0,-1-3 1 15,5 0-3-15,-8-6 14 0,3 0 10 16,2-3 9-16,-1-3 25 0,1-2-13 0,3-5 3 0,0-8-9 0,4 1-10 16,5-4-7-16,1 0-22 0,6-2-15 15,2 0-12-15,13-7-9 0,1 1-21 16,-8 9-5-16,16 0-13 0,-9 10-19 16,1-2-24-16,3 6-29 0,-2-2-37 0,-2 7-47 0,1 1-65 0,0 0-315 0,-4 4-605 15,2-2 268-15</inkml:trace>
  <inkml:trace contextRef="#ctx0" brushRef="#br0" timeOffset="-199607.89">9276 10640 35 0,'0'0'226'0,"-10"0"-12"15,7 3-13-15,3-3-9 0,0 0 1 16,-9-3-10-16,9 3-17 0,0 0-14 0,0 0-11 16,0 0-6-16,0 0-11 0,21 3-13 0,-7-3-7 0,8-3-12 0,10 6-10 15,1-1-19-15,6-3-4 0,15 1-8 16,4-1-5-16,-2 1-6 0,2-3-4 15,-6 6-10-15,-14-7-17 0,1 1-27 0,-6 0-33 0,-4 3-38 0,-8-2-21 0,-8 0-39 16,-3-1-50-16,-6 3-146 0,-4-3-372 16,0 3 164-16</inkml:trace>
  <inkml:trace contextRef="#ctx0" brushRef="#br0" timeOffset="-199395.8">9545 10614 194 0,'0'0'226'0,"0"0"-26"0,-4 3-23 16,4-3-18-16,0 5-22 0,0 3-11 0,-4 2-3 15,3 5-9-15,-3 4-3 0,-1 7-6 16,0 3-7-16,-4 4-4 0,4 1-13 0,-3-1-10 0,4 1-1 0,0 2-11 0,3-1-1 0,1-2-9 16,0-3-1-16,0 2-3 0,4-3-1 15,-3-3-20-15,2-7-18 0,-2 0-37 16,3-2-37-16,0-5-51 0,-3-3-249 15,3-1-396-15,2-4 175 0</inkml:trace>
  <inkml:trace contextRef="#ctx0" brushRef="#br0" timeOffset="-199048.37">9978 10981 67 0,'0'-6'357'0,"0"3"-20"0,0 3-14 16,0 0-24-16,0-4-27 0,0 4-29 0,0 0-28 16,0 0-25-16,0 0-23 0,0 0-19 0,-4-3-21 15,4 3-9-15,0 0-14 0,-10 12-8 0,1-5-14 16,1 2-9-16,2-1-6 0,-3 1-3 0,4 0-13 16,-1 1-5-16,0-2-3 0,1 2-16 0,2-1-3 0,1-3-5 15,1 0-2-15,1 2-3 0,0-3 3 0,1 2 0 16,3-2-1-16,1-1 2 0,-1 0 8 0,1 0-1 15,5-4 6-15,0 0-4 0,3 0 2 0,-1-2 3 0,2-1-3 16,-4-1 8-16,4-2-2 0,-4-1-6 0,-2-1-3 16,2-3-1-16,-3-1-10 0,-1 4-13 15,-2-6-10-15,1 5-7 16,-2-2-7-16,-1 0-14 0,-3 1-12 0,0-1-17 16,-2 2-14-16,-2 0-17 0,-2 1-18 0,-2 2-20 15,-2-1-23-15,0-1-35 0,-1 3-51 0,1-2-227 16,2 2-509-16,-4-1 226 0</inkml:trace>
  <inkml:trace contextRef="#ctx0" brushRef="#br0" timeOffset="-198747.7">10301 10379 201 0,'0'0'263'0,"0"0"-25"0,9 0-29 16,-5 5-22-16,5 4-18 0,0 5-16 0,6 9-11 15,2 3-15-15,2 7-11 0,4 13-4 0,4 4-11 16,6 26-5-16,-12-19-6 0,7 21-4 0,-12-21-1 16,-5 2-11-16,-3 1-6 0,-2 19-8 0,-9-25-4 15,-4-2-3-15,-6-5-2 16,-8-1-8-16,-6-3 1 0,-7-6-6 0,-3 0 0 15,-8-3-22-15,-6-4-35 0,-5-3-70 16,0-2-104-16,-10-11-244 0,-26 3-471 0,27-14 209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22:31.0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11022 11346 225 0,'0'-4'304'0,"0"4"-19"0,4-3-24 0,-4 3-27 15,1-4-21-15,-1 4-29 0,0 0-12 0,0 0-30 16,0 0-17-16,4-3-17 0,-4 3-19 0,0 0-14 15,0 0-9-15,0 0-2 0,-9 15-18 0,4-8-15 16,-3 3-6-16,-11 9-25 0,-4-1-30 0,-4 0-46 16,-3 5-63-16,-14 6-262 15,-3-3-435-15,-2-5 193 0</inkml:trace>
  <inkml:trace contextRef="#ctx0" brushRef="#br0" timeOffset="1001.62">11932 10652 77 0,'0'-5'285'0,"0"-2"0"0,-1 2-17 0,2-4-24 15,-1 1-12-15,1-3-16 0,-1 1-10 0,0 2-6 16,0-1-16-16,0 3-12 0,3-1-12 0,-3 2-9 16,1 1-13-16,-1-3-17 0,-1 5-16 0,1 2-16 15,0 0-23-15,0 0-28 0,1-4-9 0,-1 4-6 16,0 0-6-16,-1 23-4 0,-2-6-3 0,1 12-5 16,-1 4 6-16,-1 3-5 15,-1 11 3-15,0 2-5 0,0-13 3 0,1-1 0 16,0 12-4-16,3-16-6 0,-2-2 6 0,2-1 3 15,-2-5-3-15,2-2 1 0,2-6-3 0,-1-1 2 16,-1-4 3-16,2 2-2 0,-1-2-12 0,-1-4-8 16,1 1-1-16,0-3-3 0,0 2 10 0,0-2-2 15,0-2 3-15,0-2-15 0,0 0-25 0,0 0-21 16,0 0-29-16,-18-6-32 0,12-2-18 0,-2 1-13 0,-1-1-10 0,2-2-14 16,-4-3-26-16,0-4-132 0,0 2-373 0,-2 1 166 15</inkml:trace>
  <inkml:trace contextRef="#ctx0" brushRef="#br0" timeOffset="1202.08">11670 10917 47 0,'-5'-5'152'16,"-3"3"-7"-16,3 0 4 0,-3 2-10 0,2-3-8 16,0 2-5-16,6 1-7 15,-11 0-17-15,7-3-12 0,4 3-9 0,0 0-10 16,-10 0-7-16,10 0-5 0,0 0 9 0,0 0 0 16,0 7 5-16,0-7 7 0,18 3-1 0,-7 0-1 15,8-3-6-15,11 0-4 0,6-3-1 0,1 0-3 16,4-1-3-16,10-3-5 0,-13 4-4 0,2 1-1 15,-5 1-5-15,-5-1-7 0,-7-2-1 0,-5 2-11 16,-4 1 1-16,-4-1-3 0,-1 2-5 0,-2 0 4 0,-1 0 0 0,-6 0 0 16,9 0-6-16,-9 0-2 0,0 0-9 0,0 0-13 15,0 0-9-15,0 0-9 0,0 0-11 0,-32 0-13 16,21 2-21-16,3-1-19 0,-2-1-33 0,2 2-34 16,0-2-60-16,8 0-114 0,-14-2-357 0,12-1 159 15</inkml:trace>
  <inkml:trace contextRef="#ctx0" brushRef="#br0" timeOffset="2220.77">12332 10540 270 0,'1'-6'327'0,"-1"3"-21"16,3-2-30-16,-2 3-31 0,-1-3-25 16,0 5-24-16,0 0-26 0,5-3-22 0,-5 3-16 15,0 0-16-15,5 10-15 0,-2-1-10 0,-2 1-12 16,4 6-6-16,-1 2-11 0,-3 8-10 0,3 2-1 0,-4 1-5 0,0 4-3 16,0 1 5-16,0 1-14 0,-1-2-3 0,-2-2-5 15,2 1-3-15,1-7-1 0,0 1-3 0,0-9 3 16,-1-5-7-16,1 0-3 0,0-3 1 0,0-1 13 0,0-1-11 15,0-2 8-15,-3 0 17 0,3-1 25 16,3 0 32-16,-3-4 28 0,0 5 23 0,0-5 18 16,0 4 12-16,0-4-4 15,0 0-15-15,0 0-22 0,6-14-16 0,-2 4-26 16,2 0-10-16,1-4-14 0,-2 2-14 0,0 2-1 16,0 1-9-16,0 2-8 0,-2 1-10 0,-1 0-9 15,1 1-22-15,-2 2-29 0,0 0-33 0,-1 3-24 16,0 0-10-16,7-1 9 0,-7 1 3 0,6 4 9 0,-2 4-3 15,1 1-3-15,1 1-5 0,2 5 2 0,1-1 2 16,2 2-1-16,1 1-6 0,5 4-14 0,-1 1-4 0,6-4-12 16,1-1-5-16,0-3-10 0,3-2-10 0,2 0-7 15,-7-4-6 1,7-4-5-16,3 0-1 0,-10-4-3 0,7-5 30 0,-8-3 13 16,1 3 10-16,-6-6 38 0,8-5 25 0,-8 3 27 15,-3-1 35-15,-1-3 26 0,-2 2 21 0,-2 0 10 16,-2-2 21-16,-3 7 11 0,0-2 18 0,-2 0 4 15,0 3-11-15,-3-1-9 0,0 3-8 0,1 2-13 16,-5-1-10-16,0 3-8 0,-3-1-7 0,-2 1-11 16,-2 7-2-16,0-1-4 0,-1 1-7 0,-3 5-7 15,0 0 9-15,-5 4-16 0,8-1 1 0,-1 2-5 16,-3 3 1-16,4-2 0 0,2-2-2 0,2 2-3 16,4-5-5-16,-1-2-10 0,1 3-7 0,3-5 1 15,-1-3 1-15,2 3 5 0,2-3 8 0,-3 1 19 0,3-1 21 0,1-3 24 16,-1 3 3-16,1-3-1 0,0 0-6 0,15-10-4 15,-6 2-7-15,1 1-6 0,4-7 5 0,0 0-17 16,3 2-3-16,-2-3 0 0,-1 2-5 0,-1-1-8 16,2 3 3-16,-2 0-2 0,-4 4-7 0,1 0 1 15,-3 4-6-15,-1-2-1 0,0 1-2 0,0 2-9 16,0 1 6-16,2 1-19 0,-8 0 2 0,12 2-1 0,-2 3-7 0,1 0 4 16,-2 1-4-16,2 1 0 0,3 4 5 0,0-1-2 15,0 2 3-15,4-1 6 0,-4 0-5 16,4 0-10-16,0-1-3 0,0 0 0 0,0-2-5 0,-1 1-2 15,0-4-4-15,-1-2 5 0,-1-3 5 0,-3 0 4 16,0-4-1-16,5-4-2 0,-3 2 5 0,0-7 10 16,0 1-2-1,-1-4 0-15,0-7 1 0,-2-2 3 0,-2-1 2 0,3-5 2 16,-1-1-2-16,1-14 1 0,1 0 4 0,0-1 5 16,-4 12 5-16,-2 1 14 0,0 4 21 15,0 4 22-15,-2 7 24 0,-4 4 4 0,1 5 6 16,-1-1-2-16,1 4-26 0,0 0-11 0,-1 1-21 15,0 4-27-15,-1 2-15 0,0 0-3 0,0 0 0 0,-1 13 3 16,1-2-3-16,-1 6 5 0,-3 12-3 0,-1 4 6 0,2 4-2 16,-3 8-3-16,2-11-19 0,-2 0-20 0,2 1-8 15,0-2-13-15,0-1-13 0,1-3-13 0,-2-3-24 0,3-1-18 16,-3-8-24-16,1-1-22 0,3-4-25 16,-2-4-58-16,-1-2-160 0,2-3-459 0,-2-2 204 15</inkml:trace>
  <inkml:trace contextRef="#ctx0" brushRef="#br0" timeOffset="2468.17">13134 10801 109 0,'-9'0'210'0,"2"-1"-20"0,0-1-12 15,7 2-17-15,-10 0-18 0,10 0-14 0,-7 0-13 0,7 0-12 0,0 0-10 16,-8 2-4-16,8-2-4 0,0 0 0 0,0 0-3 15,11 7 0-15,1-4-4 0,4 1-10 0,6-1-2 16,8-2-9-16,4-2 3 0,7 2-1 0,-2-1-7 16,0-1-6-16,-1 2-1 0,-1-4-5 0,-5 3-7 15,3-3-2-15,-7 2 0 0,-10 0-5 0,1 1 0 16,-9 0-7-16,3 0 4 16,-7-3 6-16,1 3 6 0,-1 0-2 0,-6 0 2 15,10 0-3-15,-10 0-13 0,4-2-31 0,-4 2-29 16,0 0-34-16,0 0-36 0,0 0-43 0,0 0-52 15,0 0-168-15,0 0-404 0,0 0 180 0</inkml:trace>
  <inkml:trace contextRef="#ctx0" brushRef="#br0" timeOffset="2837.99">14390 10805 93 0,'0'0'400'0,"-2"-7"-12"0,2 7-23 15,1-5-18-15,-1 5-26 0,-1-4-28 0,1 4-31 16,0 0-26-16,0 0-31 0,-3-4-22 0,3 4-23 16,0 0-26-16,0 0-16 0,0 0-13 0,0 0-10 15,0 0-13-15,5 12-13 0,-5-6 0 0,2 3-5 16,-1 1-10-16,0 2-23 15,-1-1 4-15,2 0-11 0,-2 1-7 0,1 5-8 16,-1-5-1-16,-1 1-15 0,-1 0-9 0,2-2-8 16,-2 1-33-16,0-3-8 0,1 3-18 0,-1-3-12 15,-1 0-11-15,0-2-11 0,0-3-9 0,-1 1-1 16,-1-3-23-16,1-2-61 0,4 0-81 0,-9-7-157 16,5 1-486-16,0-3 215 0</inkml:trace>
  <inkml:trace contextRef="#ctx0" brushRef="#br0" timeOffset="2938.25">14320 10629 90 0,'-1'-10'312'0,"1"1"-22"0,0 3-17 0,0-1-26 0,1 2-21 15,3 0-24-15,-3-2-23 0,3 5-19 0,1-2-20 16,-1 1-31 0,4 2-36-16,-2-1-40 0,2 2-47 0,1 2-48 15,2-1-49-15,-1 2-59 0,-2 0-160 0,2-1-357 0,-1 1 159 16</inkml:trace>
  <inkml:trace contextRef="#ctx0" brushRef="#br0" timeOffset="3270.22">14774 10662 137 0,'0'0'285'0,"0"0"-15"0,0 0-22 0,0 0-20 0,0 0-17 16,0 0-22-16,0 0-21 0,0 0-12 0,0 0-24 15,-5 7-15-15,1-4-13 0,0 1-10 16,0 1-7-16,-2 0-11 0,-1 3-8 0,2 1-4 0,-1 2-9 0,2 2-5 16,-1-2-9-16,1 5 0 0,2-3-5 0,2 3-5 15,0-1 1-15,2-3-5 0,2 0-1 0,1 2-1 16,0-2-4-16,4 2 1 0,0 1-5 0,0-7-3 16,-1 4-3-16,-1-4-3 0,0 1 1 0,-1 0 8 15,-2-2-12-15,0-1 1 0,1-2-7 0,-3 2 1 16,0 0 1-16,-4-1 2 15,0 1-4-15,-4 0 5 0,-6 1 1 0,2-1-5 16,-7 1-18-16,-1 0-31 0,-3 0-53 0,0-2-76 16,0-1-288-16,1-2-504 0,2-3 224 0</inkml:trace>
  <inkml:trace contextRef="#ctx0" brushRef="#br0" timeOffset="4755.17">15811 10805 5 0,'-4'0'321'16,"4"0"-13"-16,-6-2-19 0,1 0-21 0,5 2-25 15,0 0-25-15,-8-1-21 0,8 1-19 0,0 0-13 0,0 0-17 0,-3-4-15 16,3 4-18-16,0 0-14 0,0 0-8 0,0 0-9 16,0 0-14-16,0 0-7 0,21 1-7 0,-12-4-12 15,4 2-12-15,1-2-14 0,1 2-4 0,3-4-4 16,-1 0-1-16,-4 0 0 0,1-2-3 0,1-3 1 16,-1 0-3-16,-4 2 3 0,-1-1 4 0,-1 6 8 15,2-7 5-15,-5 3 7 0,-1-2 10 0,1 3 5 0,-3 3 1 16,-2-4-1-16,0 1 2 0,-2 1-3 0,0 0-9 0,-1 1-5 15,-3 1-1-15,-1 1-5 0,-3 2-3 0,-1-3-4 16,-3 6-7-16,-3-1 2 0,-2 5-2 0,1 0-5 16,-4 3-4-16,-1 3 3 0,4-1 0 0,-2 4-5 15,1 3 4-15,7-4-17 0,-3 5 4 0,5-3-10 16,4 3-8-16,-1-2 2 16,6 2-11-16,3 4 2 0,3-4-2 0,7 6 2 15,2-6 0-15,7 1 0 0,2-6 1 16,4-1-4-16,2-2 0 0,5-2-6 0,4 0-4 0,13-8-7 15,1-2-5-15,-11 0-2 0,11-3 4 0,-12-5 8 16,-1 0 4-16,-2-2 1 0,-1-2 6 0,-4-1 7 16,-5 0 14-16,-2-3 28 0,-5-1 16 15,-5 5 13-15,-5 3 25 0,-2-3 16 0,0 4 26 0,-3-2-2 0,-1-2 4 16,1 3-8-16,-4 0-7 0,-2 2-5 0,0 1-10 16,-4 1-11-16,0 1-9 0,-1 1-6 0,-3 1-7 15,-1-1-7-15,-2 6-7 0,0 1-6 0,-2 1-5 16,-2 0-2-16,3 7-2 0,-4 0-12 0,5-1-15 15,-1 0-17-15,4 3-11 0,1-1-4 0,0-3-9 16,4 0 7-16,-1 0-8 16,3-3 7-16,0 2 3 0,3-3 5 0,-1 0 5 15,1-1 14-15,4-1 13 0,-1-3 10 0,3 0 7 16,2-1 3-16,3-3 2 0,-2 0-2 0,5-2 5 0,0-2-5 0,4-3 3 0,-1 3 2 0,1-5-8 16,0 2 19-16,-2 0-21 0,3-2 3 15,-3 5-9-15,0-3 3 0,-3 6-2 0,-3-3 0 0,3 3-1 16,-4 0-2-16,2 1-2 15,-3 1-6-15,0-1 5 0,-2 3-6 0,3-2-3 16,-9 2-2-16,14 3 0 0,-6 1-1 0,2-3-2 16,-1 2 5-16,3 4-5 0,-1-1 0 0,-1-3 0 15,3 6 2-15,4-4 3 0,-2-2 2 0,-1 1-5 16,0 0 9-16,0-1-11 0,-1-2 6 16,5-4-1-16,-5 2 4 0,1-4 2 0,1-2 1 15,3-3 2-15,-7 5 9 0,1-9 9 0,-1 0 4 0,-2 0 20 0,3 0 2 0,-3-3 11 16,2-7 10-16,-2 7 2 0,0-8 5 0,1 1-7 15,-1 8 0-15,-4-4 12 0,-1 3 0 16,0 7 20-16,1 1 3 0,-1 2-8 0,-4 0-10 16,1 2-12-16,2 0-9 0,-2 0-10 0,3 2-14 15,-3 1-29-15,-1 2-36 0,4-4-41 0,-4 4 12 16,0 0 4-16,4 9 4 0,-4-4 6 16,1 6 20-16,-2 2-14 0,2 4 5 15,-1 8 2-15,3 1 7 0,-2 1 4 0,3 2 3 0,-3-6-2 16,3-3 18-16,2-2-10 0,-2-2-3 15,3 0 5-15,-5-5-5 0,2-3 3 0,-1-2 9 16,-1 2-3-16,2-4-2 0,1 0 25 0,-1 0 16 16,1-3-2-16,1-2 5 0,3-3 3 0,1 0 2 15,1-2-3-15,2-6 3 0,1 0 2 0,-2-2-2 0,2 0-8 0,3-13-5 16,-3 1 7-16,2-3-8 0,1 1 1 0,-1 0-7 16,-5 4 8-16,2 0 6 0,-5 6 3 0,0 0 5 15,-5 1 6-15,3 2 11 0,-2 7 5 0,0-4-4 16,-1 7-6-16,-1 0-8 0,1-2-12 0,-1 4-5 15,-2 0-32-15,2 0-30 0,-2 3-44 0,0 0-22 16,0 0 6-16,0 0 4 0,0 0 8 16,1 21 5-16,-1-10 10 0,-3 5 10 15,3 1 3-15,-2 8 1 0,-2-1 6 0,3 4 6 16,0-2 8-16,2-6 3 0,-1-1 3 0,0-4 3 16,1 2 1-16,0-2 3 0,2-3 3 0,-2 0 2 0,-1-3-15 0,1 0-18 0,1-4-11 0,-1 1-18 15,0-1-9-15,0 0-9 0,1 0-9 0,2-3-17 16,-1-1-29-16,0 2-45 15,3-3-57-15,-6 0-76 0,20-4-168 0,-11 1-535 16,3-4 237-16</inkml:trace>
  <inkml:trace contextRef="#ctx0" brushRef="#br0" timeOffset="5600.44">17342 10836 106 0,'0'0'205'0,"0"0"-23"0,0 0-4 0,-2 3-5 0,2-3-12 0,0 0-2 0,0 0-3 16,0 0 1-16,0 0-6 0,-3 3-6 0,3-3-9 15,0 0-5-15,0 0-7 0,0 0-10 0,0 0-8 16,14 1-10-16,-5-1-7 0,3 0-12 0,3-1-5 16,3-2-6-16,0-1-5 0,1 3-9 0,-1-6-7 15,2 4-4-15,-2-2-6 0,0 1 1 16,1-1-3-16,-6 0-2 0,1 2-5 16,-4-5 7-16,-1 3-9 0,4 0 12 0,-4-1 14 15,-1 0 18-15,-3 2 7 0,-1 0-2 0,1 0-9 16,-3 0 2-16,-1 0-11 0,-1 4-10 0,-1-5-9 15,-5 2-1-15,1 0-8 0,-3 1 8 16,0 1-19-16,-3 4-2 0,2 0 3 0,-8 0-8 16,3 4 2-16,0-1-5 0,0 1-1 0,3-1-6 15,-1 1-24-15,4 1-16 0,-1 0-12 0,3 1-4 0,-1 3 6 0,5-3-2 0,2 4 7 16,5-3 6-16,4 2 6 0,5 1 6 16,13-2 4-16,1 1 1 0,7-1-1 0,4-2 3 15,14-2-4-15,4-1-2 0,-2-3 7 0,4-2-6 16,-3-4 1-16,2-2 3 0,-1-2 0 0,1 0 3 15,-5-1 0-15,1-5 5 0,-17 2 3 0,-1-1 8 16,-5 2 7-16,-6-4 14 16,-7 5 7-16,-4 0 1 0,-3 1 15 0,-3 1 7 15,-1-1-3-15,-3 2-8 0,-6-1-6 0,-2-2-6 16,-3 0-4-16,-10 1-2 0,-1-1-5 0,-7 1 0 16,-5 8-3-16,-2-1-2 0,7 2 12 0,-6 4-17 0,4 0 1 0,0 5-4 0,9-4 2 0,-1 1 3 15,5 1-22-15,-4 2-4 0,7 2-7 0,1-3-10 16,2 0-8-16,0 3 6 15,7-2-1-15,-3 2 6 0,4-2 5 0,5-2 6 16,3 4-2-16,1-7 7 0,1 4 2 0,8-4 3 16,4 1 3-16,5-6 0 0,-7 0 1 0,8-5 0 15,3-1-2-15,-4-3 3 0,0 1 4 0,-3-9-2 16,0 1 1-16,-3-1 3 0,0-8 0 16,-2 0 2-16,-2-2 2 0,0-5-5 0,-5-2 3 15,1 0-1-15,1-10 7 0,-4 11 16 0,-2-3 24 0,-3 2 29 0,2 2 18 0,-3 3 27 16,-3 2 5-16,0 7-3 0,2 2 12 0,-3 1 2 15,0 5-1-15,0 1-3 0,2 2-20 16,-4 4-15-16,2-2-13 0,0 3-16 0,0 1-23 0,0 3-45 16,2-7-34-16,-2 7-40 0,0 0 5 15,0 0 7-15,-5 12 6 0,3 1 4 0,-5 3 5 16,3 7 6-16,-5 3 3 0,3 0 13 16,-2 4-15-16,2-1 20 0,-2 1-9 15,4 0 4-15,-1 0 0 0,4-3-2 0,-3 0 10 0,4 0 3 16,-1-9-4-16,-2 3 3 0,2-2 3 0,1-2 3 15,0-1-1-15,0-3 1 0,1-4 1 16,-1-2 5-16,0 1-5 0,4-3 13 0,-4 0 4 16,0-1 9-16,0-4 7 0,0 5 10 0,1-2 7 15,-1-3 9-15,0 5 5 0,0-5-5 0,0 4-1 0,0-4-2 0,0 0-6 16,0 0 2-16,0 0-11 0,0 0 3 0,0 5-2 16,0-5-6-16,0 0-6 0,0 0 0 0,8 2 7 0,-4 0-9 15,6 1-2-15,3 1-39 0,9 0-73 16,10-4-91-16,5 1-140 0,3-2-345 0,15-7-725 15,1-4 321-15</inkml:trace>
  <inkml:trace contextRef="#ctx0" brushRef="#br0" timeOffset="9052.06">19825 10202 64 0,'1'-8'262'0,"1"2"-16"0,-1-1-22 0,-1 2-14 15,1 1-21-15,1-1-17 0,-2 5-19 0,1-6-17 16,-1 6-20-16,0-4-13 0,0 4-24 0,0 0-15 16,0 0-9-16,0 0-5 0,1 21-7 0,-2-4-3 0,-2 10-6 0,-1 7-2 15,-3 10-6-15,-4 5-2 0,-1 3-2 0,-3 1-4 16,-5 26-4-16,5-27-2 0,-2 1 4 0,3-2-4 15,1-1 0-15,3-5 2 0,0-10 0 16,2-4-6-16,-1-1 0 0,0 1 3 0,0-6-1 0,3-6-5 16,0-2 2-16,2-4 0 0,-1-3 1 0,0-2 0 15,2 0 9-15,1-2 27 0,-2-1 22 0,2 0 18 0,0-3 24 16,2-2 2-16,-7 0-10 0,7 0-18 0,-12-4-4 16,3-4-2-16,-2 1-13 0,-4-2-4 0,5-2-6 0,-3-1-5 15,3 1-3-15,-3-1-8 0,4 4-3 0,0-1-8 16,0 2 1-16,0 0-2 0,3 2-3 15,2 0-5-15,0 2-2 0,-1 0-6 0,1 0-18 16,-1-1-24-16,2 2-30 16,3 2-35-16,-6-2-43 0,6 2-25 0,-3-1-10 15,3 1-9-15,0 0-25 0,0 0-239 0,0 0-487 16,0 0 216-16</inkml:trace>
  <inkml:trace contextRef="#ctx0" brushRef="#br0" timeOffset="9352.61">19469 10669 219 0,'-6'0'206'0,"6"0"-7"0,0 0-14 15,0 0-17-15,-7 0-19 0,7 0-13 0,0 0-11 16,0 0-17-16,21 0-9 0,-3 0-12 0,13-1-7 16,1-2-7-16,9 0-5 0,10-2-5 0,5 1-2 15,-3-2-4-15,-15 2-9 0,-1 1-2 0,-1 3-7 16,-6-2-3-16,-8 0-5 0,0 0 0 0,-12-1-2 16,4 2 1-16,-5 1-5 0,-1-1-2 0,-2 1 4 0,-1-1-3 0,-1-1-4 15,-4 2-9-15,0 0 0 0,7 0-17 0,-7 0-19 16,0 0-19-16,0 0-13 0,0 0-30 0,0 0-32 15,-22 2-38-15,17-1-180 0,5-1-365 0,-12 0 163 16</inkml:trace>
  <inkml:trace contextRef="#ctx0" brushRef="#br0" timeOffset="10977.84">20242 10597 281 0,'0'0'330'0,"-2"-3"-9"0,2 3-6 0,0 0-38 15,0-5-21-15,0 5-33 0,0 0-26 0,0 0-19 0,0 0-26 16,0 0-22-16,0 0-28 0,0 0-30 0,0 0-9 16,0 0-4-16,0 0-7 0,0 15-8 0,0-8-5 15,0 3-4-15,-1-1-3 0,1 9 0 16,0-1-4-16,1 0-3 0,1 1-2 0,-1-1-1 0,0-5-3 15,2 2-4-15,-2-2-13 0,2 0-4 0,-2-6 6 0,0 1-6 16,2 1 0-16,-1-3 8 0,0-2 9 0,0 1 14 16,3-3 6-16,-5-1 1 0,12-4 2 0,-5 1 0 0,5-5-1 15,-3 1-1-15,2-5-4 0,3-3 1 0,-3 0-8 16,3-4 12-16,-3 4-21 0,1 1-3 0,-2-1 17 16,-1 1-15-16,-3 5-1 0,-2-2-3 0,4 4 12 15,-3 0 3 1,-1 2-11-16,-1 1 2 0,0-1-11 0,-3 2-10 15,4-1-26-15,-4 4-17 0,4-3-7 0,-4 3 6 16,0 0 1-16,0 0 8 0,9 12-2 0,-6-7-10 16,3 2 6-16,-3 5-7 0,5-2-8 0,0 2 1 15,-1 0-5-15,2 2-3 0,5 0 3 0,-3-1 1 16,3-1 0-16,2-5-4 0,1 2-6 0,2-3-13 16,-1 1 9-16,0-5 5 0,1-2 8 0,0-1 11 0,-1-3-3 0,0-1 13 15,-1-3 19-15,-1-1 16 0,-6 2 19 0,3-5 18 16,1-2 13-16,-6 4 20 0,3-2 14 0,-3-2 2 15,-1 2 16-15,-1 2 17 0,0 0 4 0,-1 0 8 16,-1 1 1-16,1 2-3 0,-1 2-2 0,-1-2-5 16,-2 4-16-16,2-4-10 0,-2 6-16 0,-1 1-6 15,1-5-16-15,4 2-18 16,-5 3-29-16,0 0-28 0,0 0 5 0,3-3-7 16,-3 3 0-16,0 0 4 0,1 12-1 0,-1-3 7 15,-1-1-2-15,-2 4 4 0,2 1-2 0,1 1 3 16,-5 3 2-16,1 2 4 0,0-2 5 0,3-3-6 15,-2-2 1-15,3 1 1 0,-1-4 2 0,1 1 0 16,-1-5 3-16,-2 0 1 0,3-1 7 0,0-1 14 16,-1 2 14-16,1-5 30 0,0 0 28 0,0 0 14 0,1 3-5 0,-1-3-10 15,0 0-11-15,13-11-6 0,-4-1-9 0,-1 5-5 16,2-6-6-16,4-2-10 0,-1 1-6 0,-2 0-6 16,2 0-2-16,-4 6 4 0,-1-1-5 0,-2 4-7 15,0-2 2-15,-2 3-9 0,1-2 0 0,-2 3-2 16,-1 1-26-16,2-2-27 0,-4 4-35 0,5-1 9 15,-5 1 5-15,0 0 2 0,13 7-1 0,-8-1-7 0,-1 1 1 0,1 3 10 16,4-1 15-16,0 7-9 0,0 2-2 0,1-2 0 16,2 1-5-16,-1 0-1 0,3-2 2 0,8 0-6 15,-5-2-2-15,7 1-18 0,1-3-1 0,5-1-12 16,-1-2-11-16,3-1-6 0,4-6-4 0,0 1-2 16,-2-2 3-16,-2-3 9 0,2-2 8 0,1-1 13 15,-3-3-1-15,-4 0 21 16,1-1-3-16,-4 0 18 0,-6 0 22 0,-2 1 31 15,-5-2 25-15,-3 3 25 0,-1-1 20 0,0 1 5 16,-2 0-10-16,-2-2 3 0,-3 3-15 0,-1-2-6 16,0 3-5-16,-4-3-6 0,1 2-5 0,-3 0-5 15,-4 2-3-15,3-1-3 0,-4 2-6 0,-3 4-2 16,1-2 5-16,0 2-9 0,-2 0-1 0,-2 5-2 16,1-1-14-16,2 0-5 0,4 0 3 0,-2 2-4 0,1 1-5 0,2 1-4 15,0 2 3-15,0 0 1 0,5 2-3 0,-1-2 1 16,1 2 2-16,4 0 2 0,0-3 0 0,2 1 5 15,0-2 1-15,6 0 3 0,-1-1 1 0,2-1 1 16,3-2-2-16,2 0 4 0,3-2 2 0,-2-1 1 16,0-4 2-16,3-2 6 0,-2 0 10 0,0-3 18 15,1-1 7-15,-5-1 11 16,1-4 12-16,-1-3 8 0,3-1 1 16,-1-4 0-16,-5-3-10 0,1 0 6 0,3-2-6 0,-5-3 4 15,-2 0-6-15,1-1 5 0,-1-3-10 0,-1 5-4 16,-1 0 6-16,-3 0-14 0,3 5 15 0,-1 4-2 15,-3 1-1-15,1 3-2 0,0 0-2 16,-1 4-2-16,0 3 1 0,0 0-11 0,0 3 1 0,0 1-8 16,0 1-15-16,0-1-5 0,0 5-41 0,1-3-26 0,-1 3 0 15,0 0 4-15,0 0 18 0,-6 19-8 0,2-3-7 16,-1 3 9-16,-1 5 8 0,-3 5-1 0,2-1 4 0,-2 2 17 16,3-1-13-16,-3 0 4 0,1 0-1 0,3-2-1 15,1-2 4-15,4-5 2 0,-4-2 4 0,4 0-1 16,0-1 0-16,4 3 2 0,0-4-7 15,0 0 3-15,1-4-1 16,3 0-1-16,2-5-5 0,4 5-4 0,0-3-6 0,4 0-3 16,4-2-8-16,6-3-18 0,1-2-13 15,3-3-17-15,0 0-15 0,4-3-10 0,-1-4-6 0,-2-4-7 0,1 6 5 0,-1-6 13 16,-1-3 6-16,0 2 13 0,-6 1 19 0,-8 2 20 16,0 0 37-16,-6-2 27 0,0 5 32 0,-3-3 16 15,-3 1 11-15,1 1-11 0,-2 2-6 16,-4-2-4-16,-1 0-8 0,0 1-8 0,-4 1-4 15,-1-3-4-15,-3 5-6 0,-2-3-3 0,-1 3-1 16,-1 3-4-16,0 1-1 0,-1 0-5 16,0 1 4-16,-4 5-6 0,2 1-3 0,-3-2 1 15,0 5-2-15,4-1-5 0,-2 0 6 0,1 2-6 0,-1 2 2 0,3 0 0 0,3 0 0 16,-3-1 7-16,4 2-7 0,4-2-1 0,-3-2 2 16,3-3 2-16,3 0-1 0,-1 0 3 0,2-4 1 15,-2 2 4-15,3-1 16 0,-1-1 15 16,1-3 19-16,3 3 11 0,-3-3 3 0,9 0 1 15,-9 0 7-15,16-10-7 0,-6 2-7 0,4-3-3 16,0 1-5-16,3-2-7 0,-4 2 0 16,3 1-12-16,-2-1-3 0,-2 0 2 0,-2 5-15 15,-1-3 0-15,0 2 5 0,-3 2-6 16,1-2-6-16,-2 4-7 0,0-2 2 0,0 1-3 0,-1 2-13 16,2 0-11-16,-6 1-10 0,12 1-3 15,-7 0-12-15,8 3-10 0,-4 1-13 0,0 0-17 0,1 0-17 0,1 1-19 0,0 2-29 16,1 0-5-16,4 0-20 0,0 0-35 0,1 1-40 15,0-2-251-15,-5-6-537 0,2 1 237 0</inkml:trace>
  <inkml:trace contextRef="#ctx0" brushRef="#br0" timeOffset="11508.1">22480 10621 30 0,'3'-11'271'0,"1"2"5"16,-2 0-3-16,-2 2 8 0,4 1-2 15,-1 1-12-15,-1-2-13 0,-2 2-16 0,2 1-17 16,0 1-23-16,-1-1-24 0,-1 4-15 15,3-5-3-15,-3 5-41 0,1-4-19 0,-1 4-10 0,0 0-13 16,0 0-5-16,0 0-8 0,0 0-7 0,9 13-4 0,-9-8-7 0,4 2-4 0,-3 4-3 16,-1 0-2-16,0 0-10 0,0 3 1 15,2 2-8-15,-4-3 3 0,2 1-7 0,0 1-7 16,-1-2-2-16,1-3 0 0,-3-2 0 0,3 0 3 16,0-4-1-16,0 3 4 0,0-2 1 15,0-5 15-15,0 3 12 0,0-3 29 0,0 0 1 16,0 0-18-16,0 0 6 0,16-7 1 0,-14 1-8 15,7 0-8-15,3-4 4 0,-2 3-6 0,4-4-7 16,0 0-6-16,1-1 0 0,0 2-1 16,1-1-5-16,-6 3-8 0,2 0 5 0,-5 3-7 15,0 1-6-15,-1 0 8 0,2 1-13 0,-2 0 7 0,-1 0-10 0,3 2-24 0,-8 1 3 16,9 1-6-16,-3 2 6 0,-2-1-2 0,1 2 2 16,-1 0 0-16,0 1-2 0,1 4 6 0,-1 2 5 15,2-2 3-15,-6 3-2 0,4 0-1 16,0 2 3-16,-3-1 2 0,2-2-1 0,-3-3-2 15,1 1 10-15,-1-4-5 0,0 2 3 0,0-2 2 16,3-2-4-16,-3 2 20 0,0-5 36 16,0 4 20-16,0-4 29 0,1 4 23 0,-1-4-9 15,0 0-9-15,0 0-16 0,15-8-6 16,-8 0-8-16,2 2-6 0,1-3-7 0,3-5-5 0,0 5-17 16,2-5-28-16,2 3-17 0,0-1-19 15,0 3-25-15,-2-3-17 0,0 4-23 0,-2 2-29 0,-1 1-32 0,-1 0-22 0,2 2-27 16,1-1-28-16,-1 4-29 0,1 0-28 0,-1 0-309 15,1 0-647-15,-1 0 286 0</inkml:trace>
  <inkml:trace contextRef="#ctx0" brushRef="#br0" timeOffset="13099.42">23161 10708 133 0,'-5'0'282'16,"5"0"-5"-16,0 0-1 0,0 0-3 15,0 0-6-15,0 0-32 0,0 0-11 0,-2-8-22 16,2 8-16-16,6-5-21 0,-2 3-19 0,1-2-15 16,4 1-17-16,1-4-13 0,2 2-16 0,2 0-8 0,1 0-8 0,-1 1-17 0,3-4-4 15,-1 1-7-15,2 1-7 0,0-3-3 0,-4 0 0 16,0 2-9-16,-1-2-1 0,1 1 1 0,-5 0-5 16,0-1-1-16,-3 3 12 0,2-4-2 0,-3 6 1 15,-1-1-4-15,0-2-7 0,-3 1 0 16,-1-1-4-16,0 1 1 0,0 3-7 0,-4-1-3 15,-1 1 1-15,0 0-3 0,-3 1-5 16,-2 0 2-16,-3 2-2 0,1 2-1 0,0 0-4 16,1 1-1-16,-2 2-4 0,1 2 0 15,1-2 0-15,-1 2-13 0,3 0 1 0,2 3 0 0,-2-3 3 0,1 4-15 0,3-1 0 0,0-1 3 16,4 1 7-16,2 2 3 0,3-2 5 16,1 1-2-16,3-1-6 0,4 0 2 0,2-1 1 15,2 0-1-15,2-4 2 0,1 1 2 0,0-3 7 16,1-3 2-16,3 0-3 0,-1-3 6 15,-4-3 21-15,1-1 20 0,-6 0 15 0,4-1 16 16,-7 2 8-16,5-4 8 0,-6 3 2 0,3-5 24 16,-4 3 31-16,-1 2-14 0,1-2 8 15,-5 5-4-15,1-3-7 0,0 2-8 0,0 0-12 16,-2 3-12-16,0-1-15 0,0 0-11 0,-2 3-16 16,4-4-40-16,-4 4-27 0,5-1-14 0,-5 1 4 15,0 0-3-15,0 0 11 0,-2 13 1 0,0-5 5 0,1 1 2 0,-3 4 0 0,0 3 2 16,-2-4 2-16,2 0 4 0,2-2-2 15,-2-1-6-15,3 1-14 0,-1 0 14 0,0-3-11 16,0-2 4-16,2 1 2 0,-1-2 17 0,0-1 20 16,1-3 21-16,0 4 29 0,0-4-6 0,0 0 0 15,0 0 3-15,15-8-11 0,-10-1 2 16,2 7-10-16,4-5 2 0,0 0-9 0,1-2-7 16,1 0 1-16,2 2-10 0,1-2-3 0,-5 1-11 15,-2 4-1-15,4-1-9 0,-2 0-7 16,0 0-5-16,-1 3-10 0,3-1-6 0,-6 1-8 0,4 2-3 0,1 0-6 0,1 0-10 15,0 0-10-15,-3 0-10 0,3 0-15 0,-2 0-4 16,2 1-9-16,1 2-11 0,-2-2-2 0,-1 1-7 16,1 0 1-16,-2-4 1 0,1 2 9 0,0-1 9 15,-4-1 8-15,2-2 10 0,3 1 15 16,-3-4 5-16,-2 0 19 0,2-1 14 0,-1-2 13 16,-2 2 3-16,2-4 5 0,2-2 9 0,0-2 10 15,-2-1 17-15,2 0 5 0,3-5 5 16,-4-2 3-16,4 0 7 0,-3-1 3 0,-1 0 5 15,1 2-6-15,-1 6-4 0,-2-2 1 16,-1 4 5-16,0 0 4 0,-2 4 3 0,0 1-5 0,-1 3-11 16,-1 2-2-16,1 0-2 0,-2-1-14 0,2 4-4 0,-2 0 1 0,-1 2-3 0,0 0-6 15,0 12 2-15,0-2-3 0,0 4-5 16,-3 1 7-16,-1 4-4 0,3 6-2 0,-3 1-2 16,2 3 2-16,-2 0 17 0,3-2-14 0,-2 0-2 15,-2-1-1-15,4-2 1 0,-2-5 7 16,2-1-7-16,1 0 1 0,-1-7-2 0,1 0 2 15,0-1 1-15,0-3-7 0,0-3 3 0,0 2 4 16,0-1 3-16,-3 0 2 0,3-5 4 0,0 5 22 16,0-5 2-16,0 0-2 0,0 0-6 15,0 0-3-15,0 0-1 0,-4-13-2 0,2 6-3 16,-5 1-7-16,3-2-1 0,-6-1-5 0,4 1-6 0,-6-4 0 0,2 4-2 0,-1 0 2 16,2 2-5-16,-3-1 6 0,4 4-9 0,3-2-10 15,0 4-8-15,-2-2-10 0,3-1-10 0,1 2-12 16,3 2-12-16,-5-2-3 0,5 2 2 15,0 0 9-15,0 0 8 0,0 0 5 0,26 3 5 16,-6-1-4-16,-1 2-7 0,12-1 0 0,-3-1 0 16,3 1-5-16,2-2 3 0,0 1 3 15,-1-2 8-15,0 0 4 0,1 0 4 0,-6-2 4 16,-4-1 14-16,-4 2 25 0,-2-2 28 0,-4 1 28 16,-4-3 14-16,-2 3 5 0,1 0-9 15,-2-2-10-15,-2 1-6 0,1 1-14 0,-5-2 0 16,0 4-5-16,-2-7-7 0,-2 6-4 0,-3-2-4 0,-4 3-5 0,3 3-2 0,-6-2-1 15,2 4-6-15,-4 1 2 0,3 0-4 0,-2 0 0 16,0 3-1-16,-1-1 0 0,6 1 1 0,1-1-2 16,0 2-1-16,1-3 0 0,2 0-4 0,1-2 1 15,1-1 2-15,-1 0 2 0,5 0 7 16,0-4-2-16,4 5 0 0,1-5 0 0,4 0 4 16,5-3 6-16,-2 1 13 0,0-2 2 15,9-4 5-15,-8 5 0 0,2-6-3 0,2 3-5 0,1-2-3 16,-1-1-4-16,-1 3-9 0,-5-1 6 0,8 0-7 15,-8 0-2-15,0 4 0 0,-2-2 1 16,-3 2-5-16,1 1 1 0,-2-1-8 0,-1 2-8 16,1-1-4-16,-5 2 0 0,11 2-11 0,-7-1-2 15,1 4 2-15,-1-1-4 0,3 0-2 0,0 3 1 16,1-2 1-16,-3 1-2 0,0 1-3 0,3-3-5 16,-1-1 10-16,0 3 1 0,-1-2-1 0,1-1 10 15,0-2-3-15,0-1 2 0,3-1 3 0,0-4 4 16,0 0-2-16,-1-1 0 0,1-4 6 0,-1 3-1 0,-1-4 3 0,1-3 4 15,2 0 13-15,-2-2-10 0,2 0 6 0,0-10 6 16,-2 2 7-16,0 0-6 0,1-3 5 0,1-1-3 16,-5 1 2-16,3 0-8 0,-2-1-1 0,0 5 4 15,-3 3-1-15,1 1 10 0,-2 4 6 0,-1 4-4 16,2 1 8-16,-2 1-12 0,0 3-2 0,-2 1-12 16,0-1-7-1,1 3-2-15,0 0-4 0,-1 3-2 0,0 0 3 0,0 0-2 16,-10 11-5-16,4 0 3 0,-1 4-1 0,-3 9 3 15,-1 2-2-15,-1-1 2 0,-1 4 1 0,-1 0 1 16,5 2 6-16,-2-3-6 0,3 2-1 0,0-1 0 16,3-2 12-16,1-3-7 0,-1-5-7 15,5-2 5-15,4 0 3 0,-3-6 7 0,2 5 35 0,2-4 8 16,0-1 25-16,4-3 8 0,5 4 6 0,2-9 6 0,3 4-5 16,9-1-5-16,1-4-7 0,3-3-10 0,1 1-6 15,3-2-8-15,0-1-34 0,1-3-56 0,-1 0-75 0,-3-3-91 16,-2 1-123-16,-1-7-352 0,-2 1-732 0,-2-2 324 15</inkml:trace>
  <inkml:trace contextRef="#ctx0" brushRef="#br0" timeOffset="15089.19">26210 10074 108 0,'0'-5'265'16,"0"-4"-7"-16,4 1-6 0,-4-1-15 0,0 1-14 16,0 1-10-16,0 2-8 0,0 0-10 0,1 1-20 15,-1 0-16-15,0 0-20 0,0 4-20 0,0-7-9 16,0 2-26-16,0 5-34 0,0 0-19 0,0 0-4 16,0 15-4-16,-5-1-5 15,0 10 1-15,0 6-3 0,-4 4-12 0,-5 14 2 16,3 0-3-16,0 1 3 0,-1-3-5 0,3 1 2 15,1-12 1-15,-1 1-1 0,4-2-3 0,-3-2 6 16,3 0-5-16,0-2 0 0,0-3 3 0,1-1-2 16,0-6-2-16,3-2 5 0,-2-2-1 0,1-2 3 15,1-1-31-15,-2-3-10 0,3-1-20 0,-1-2-8 16,1-2-14-16,0 0-6 0,-3 2 1 0,3-3-14 0,0-3 3 0,0-1 3 16,-2 7-9-16,2-7-269 0,0 0-397 0,-8-10 176 15</inkml:trace>
  <inkml:trace contextRef="#ctx0" brushRef="#br0" timeOffset="15358.79">26094 10288 163 0,'-1'-5'183'0,"1"5"-25"0,0 0-12 16,0 0-22-16,0 0-6 0,14 7-15 0,-5-1-8 15,2 0-11-15,2 3-10 0,4 2-3 0,-3 0-8 16,4 0-9-16,3 6 1 0,-4-4-6 0,-3 2-11 0,0-5-4 16,-5 3-1-16,5 0-3 0,-6-3-8 0,-3-1 1 0,-1-1-3 15,0 0-1-15,-3-1-5 0,-1-1 4 0,-4-1 1 16,-2 5 0-16,-3-5-5 0,-4 2 5 0,-4-2-4 16,-2-3 0-16,2 2-2 0,-4 0-1 0,0-3-1 15,3 1-2-15,-2-2 5 0,1 0-5 0,2 1-2 16,2-2 2-16,2-1-15 15,-1 1-9-15,9 0-29 0,-3-2-42 16,6 2-78-16,0-4-114 0,2 5-299 0,7-8 133 16</inkml:trace>
  <inkml:trace contextRef="#ctx0" brushRef="#br0" timeOffset="15741.77">26592 10452 54 0,'0'0'272'0,"0"0"-22"0,0 0-16 0,0 0-14 0,0 0-9 0,0 0-27 0,0 0-24 0,0 0-26 16,11-10-23-16,3 7-20 0,2-1-13 0,3 1-15 16,3 0-14-16,6-5-15 0,2 1-17 15,-1 3-3-15,0-6-3 0,-3 1 0 0,2 0-5 16,-9-1 3-16,3 0 2 0,-5 1 0 0,-1-1 4 15,-3-2 10-15,2 2 12 0,-6 0 7 16,-2 4 11-16,-1-2 1 0,0 0-9 0,-4 2-7 16,-2 2-4-16,-2-3-8 0,-2 3-1 0,-6-2-5 15,0 4-4-15,-4 0-2 0,-4 2-7 0,-5 2-1 16,-4 3 8-16,-2 2-7 0,-2 2-3 16,3 0-2-16,0 1 0 0,5 1-1 0,-1 4-2 0,1-1 1 0,5 1 0 0,5-1-5 15,0 0 1-15,-2 2 5 0,5-1-4 0,2 1-9 16,1 1-20-16,5-5-4 0,0 3-12 0,0 1-6 15,4-5-18-15,3 0-20 0,1-1-31 16,4-1-46-16,-2-4-190 0,2 1-387 0,4-4 171 16</inkml:trace>
  <inkml:trace contextRef="#ctx0" brushRef="#br0" timeOffset="16298.01">26960 10322 281 0,'4'-4'259'0,"4"0"-30"16,-3 1-23-16,5 2-22 0,-1 0-20 16,4 1-13-16,1 2-18 0,5 3-17 0,-1 1-12 15,1 3-8-15,-1 0-6 0,-1 3-11 16,-1 0-12-16,-3 2-7 0,4 1-4 0,-7 0-5 16,0 2-9-16,-1-3-6 0,-1 1-3 0,-6-2-7 15,2-2-4-15,-1 1-8 0,-3-2-3 0,-1 0-1 16,-3-2 0-16,-1-2 4 0,1-1 0 15,-3 2 1-15,1-1-5 0,0-4 9 0,-2-1 8 16,3 2 21-16,0-2 19 0,-3-1 13 0,8 0-2 16,-8-4-5-16,3 2-2 0,5-2-6 0,-2-3-13 0,3-3-7 0,0 0-10 0,6-1-18 15,4-6-16-15,4-3-10 0,6-2-7 16,2 1 9-16,1 0-11 0,0 2 2 0,1 4-1 0,-1 0 5 16,-1 2-1-16,1-1 3 0,-6 6 0 15,0-1 5-15,-1 2 8 0,-6 1 11 0,1 1 6 16,-3 1 3-16,-2 1 3 0,-3 0 0 15,1 2-4-15,0 0-2 0,0-1-5 0,-1-1-4 16,-4 3 2-16,5-1-3 0,-5 1-3 0,0 0-3 16,0 0-1-16,8 6-1 0,-7-4-2 15,1 4 1-15,1-1-3 0,-3 2 3 0,0 3-1 16,0 1 0-16,0-1 2 0,0 5-3 0,0-1 2 16,-5 1-2-16,4 2-2 0,1-5 13 0,0 0-8 0,-2 2-1 0,0-3 0 0,0 1-1 15,2-2 2-15,-2-1-2 0,1-2 0 0,1 1 3 16,-1-2 0-16,0-2 1 0,1 2-4 15,0-1-15-15,-2-3 0 0,2-2 0 0,0 7 0 16,0-7 4-16,0 4-2 0,0-4-2 0,0 0-16 16,0 0-60-16,0 0-78 0,-11-11-68 0,5 4-221 15,3-5-495-15,0-4 219 0</inkml:trace>
  <inkml:trace contextRef="#ctx0" brushRef="#br0" timeOffset="16442.07">27479 10181 42 0,'2'-10'313'15,"-2"0"-4"-15,-2 4-8 0,2 0 1 0,0 0 7 0,2 0-24 0,-2 1-15 0,-2 2-26 16,4-1-21-16,-2 4-27 0,0-7-31 0,0 7-34 16,2-6-40-16,-2 6-52 0,0 0-45 15,0-2-32-15,0 2-25 0,0 0-32 0,12 8-34 16,-7-4-38-16,1 0-44 0,-1 2-208 0,4 1-453 16,-3 1 201-16</inkml:trace>
  <inkml:trace contextRef="#ctx0" brushRef="#br0" timeOffset="16842.14">27966 10256 233 0,'-4'-3'224'0,"-1"1"-15"0,1-1-28 16,0 0-15-16,-1 1-20 0,5 2-19 0,-14 1-9 15,7 0-18-15,-5 3-9 0,3 0-14 16,-1 3-4-16,-1 1-8 0,-1 3-9 0,0 0-4 16,0 1-10-16,3 0-1 0,-2 2-3 0,3-2-6 15,0 3 3-15,2-4-10 0,2 0-4 0,1 2 1 16,-1-3-5-16,4 0 4 0,0 1 2 16,4-3 0-16,0 2 2 0,1-2 6 0,3-1 2 0,3-1 1 0,1 1-3 0,1-6 3 0,1 0 11 15,0 1 14-15,0-4 4 0,-1 1 3 16,0-3 4-16,4 0 5 0,-5-2 4 0,-1-1 1 15,3-5-3-15,-4 0-6 0,2-1-7 16,-7 2-6-16,5-5-5 0,-6 0-6 0,-1 4-4 0,-1-4-9 16,-3 3 7-16,0 1-21 0,-1 2-5 15,-3 0 0-15,3-1-8 0,-6 6-8 0,3-2-10 16,0 1-14-16,-2 3-28 0,2 1-27 16,-4 0-35-16,9 2-26 0,-10 3-15 0,5 3-12 15,1-1-23-15,2 2-21 0,4 2-185 0,3 0-428 16,4 0 190-16</inkml:trace>
  <inkml:trace contextRef="#ctx0" brushRef="#br0" timeOffset="17370.34">28620 10330 183 0,'-5'-8'214'0,"-1"-3"-13"0,-3 2-22 16,-3 1-19-16,-3-1-17 0,-2 1-15 15,0 2-11-15,-1 2-15 0,-3-1-10 0,1 3-6 16,0 2-11-16,0 0-10 0,0 2-7 0,3 1-9 16,-1 2-4-16,0 0-6 0,8 2-4 0,-3-1-5 0,3 3-1 0,0-2-3 0,2 0-8 15,2 4 1-15,-2-2 0 0,6 3-6 0,0-3 2 16,2 1 5-16,3 2-4 0,2-1 1 0,3-1-5 16,2-1 9-16,4 0-7 0,3-1-2 15,0 0 1-15,1-5 0 0,3 0 2 0,-2-3 5 16,-1 0 18-16,1-5 18 0,-2 2 16 15,-1-6 5-15,-2 1 13 0,3-4 8 0,-4-1 16 16,-1 0-1-16,1-6-1 0,-1-6 0 0,-1 1-6 16,0-3-7-16,1-5-7 0,-4-1-9 15,-2 2-2-15,2-6-2 0,-3 3 6 0,-1 1 4 16,0 0 11-16,-2 6 4 0,1 2 0 0,-2 6 9 16,2 5-6-16,-2 3-13 0,-1-1-9 0,0 4-4 0,0 2-14 0,1 1-8 0,-1-1-9 15,-1 2-14-15,1 4-35 0,0-4-46 0,0 4-28 16,0 0 25-16,0 0-11 0,-8 14 0 15,4-2 7-15,-6 15 8 0,1 0 2 0,-1 1 5 16,-3 6 17-16,3 0-15 0,-2 2 9 0,1 8 3 16,2-10-3-16,3-3 3 0,1-1 2 0,3-2 3 15,-3-8 2-15,5-1 0 0,-2-2 9 16,2-2-1-16,0-3 8 0,2-3 19 0,-2 0 1 16,5-2 22-16,-5-2 17 0,0 0 19 0,3-1 18 15,1 0 12-15,2-2-1 0,8-2-9 16,5 1-10-16,12-1-9 0,-3-1-8 0,4-4-5 15,-3 3-26-15,3-3-45 0,8-2-63 0,-3 0-73 0,0 0-64 0,1 2-99 0,14-7-119 16,-15 4-251-16,1 0-728 0,-5-2 323 0</inkml:trace>
  <inkml:trace contextRef="#ctx0" brushRef="#br0" timeOffset="18155.89">29439 10437 356 0,'0'0'413'16,"0"0"-25"-16,0 0-9 0,0 0-46 0,0 0-29 0,0 0-37 0,0 0-36 0,0 0-41 16,0 0-73-16,0 0-77 0,0 0-90 15,0 0-126-15,0 0-290 0,-14-4-504 16,14 4 224-16</inkml:trace>
  <inkml:trace contextRef="#ctx0" brushRef="#br0" timeOffset="41935.41">3092 12671 59 0,'2'-5'199'0,"1"0"-6"16,0 2-11-16,0-1-1 0,-1 1-8 15,0-2-6-15,1 1-1 0,2 1-5 0,-4 1-13 16,2-1-6-16,-1 0-5 0,-2 3-13 0,0 0-18 15,3-5-9-15,-3 5-10 0,0 0-8 0,2-1-10 16,-2 1-11-16,0 0-6 0,0 0-13 0,0 0-20 16,0 0-2-16,0 0-3 0,0 0 1 0,-17 16-2 15,4-6-3-15,-6 2-3 0,-3 3 2 0,-1 2-2 0,0-3 0 16,2-2-20 0,6 0-1-16,-8 3 4 0,8-4-3 0,-3 2 3 15,1-1-1-15,2 0 3 0,-2 1 3 0,2-4-2 16,2 3-7-16,3-4 4 0,1 1 6 0,0-1-13 15,4-1-5-15,0-2 3 0,1 2 0 16,4 0 1-16,1-1 3 0,3 1 1 0,5 2-1 0,0-4 0 16,9 5 6-16,0-3 0 0,3 2 4 0,6 3-4 15,-1 0 5-15,0 1-3 0,-1-4-1 0,-1 4 2 0,-6-1-5 16,3 5-3-16,-6-3-3 0,-5-1-1 0,-2 3 1 16,-1-2-2-16,-3-2-8 0,-5 3 10 0,-2-3-3 0,-4 2 3 15,-1 1 6-15,-6 0-2 0,-6 1 6 16,-3-1-1-16,-4-3 4 0,-4-1-2 0,2 0-2 15,-1-1 6-15,2-4 3 0,9 0 3 0,-9-4 2 16,5 2-2-16,5 1 0 0,-4-5 0 0,8 1 5 0,4-1 1 0,0 0 12 16,1 0 3-16,1 0 1 0,8 0-6 0,-7-2-26 15,5-3-21-15,2 5-21 0,13-9-7 0,2-2 0 16,2 5-36-16,11-4-27 0,0 0-15 0,3-2-24 16,1 2-113-16,-3-2-292 0,3 2 130 0</inkml:trace>
  <inkml:trace contextRef="#ctx0" brushRef="#br0" timeOffset="42135.89">3226 13061 50 0,'10'-6'230'0,"-1"2"9"0,-1-1 2 16,-3 0 4-16,-1-2 8 0,2 5-8 0,-2-2 2 15,0 2-5-15,-2-4-21 0,1 3-18 0,-3 3-20 16,4-3-13-16,-4 3-24 0,4-2-16 16,-4 2-17-16,0 0-16 0,2-3-13 0,-2 3-31 15,0 0-19-15,0 0-18 0,0 0-3 0,0 0 0 0,4 8 1 0,-4-1-5 16,2 1 0-16,0 3-18 0,-2 1-7 0,0 0-7 15,0 0-22-15,0 1-10 0,0-4-17 0,-2 8-21 16,0-5-16-16,2-2-24 0,0 0-9 0,-2 2-32 16,-1-3-26-16,-2-2-206 0,1-4-438 0,0-1 194 15</inkml:trace>
  <inkml:trace contextRef="#ctx0" brushRef="#br0" timeOffset="42289.04">3230 12787 156 0,'0'-8'214'0,"0"4"-22"0,0 4-22 0,0-7-30 15,1 5-34-15,-1 2-31 0,10 0-41 0,-10 0-39 0,12 4-48 16,-3 1-119-16,-3 0-186 0,3 2 82 0</inkml:trace>
  <inkml:trace contextRef="#ctx0" brushRef="#br0" timeOffset="42690">3594 12951 28 0,'1'3'181'0,"-1"-3"-18"0,0 0-21 0,0 5-13 0,0-3-14 0,-1 3-14 16,1 1-7-16,0 2-9 0,-4 2-12 16,2 2-5-16,0 3-7 0,-1 2-9 0,0 0-2 15,-1 0-10-15,2 2 2 0,-2 0-6 0,-1-3 0 0,3-3-5 16,0-1-5-16,1-3-3 0,-1-1 3 0,1-3-8 16,0 2-2-16,-1-4 14 0,2 1 43 0,-1 0 39 15,1-4 35-15,0 6 35 0,0-6 25 0,0 0-18 0,0 0-23 16,0 0-20-16,15-17-13 0,-8 5-9 0,3 0-17 15,0-3-8-15,3 1-12 0,-6 1-11 0,0 3-6 16,2 1-7-16,-3-2-8 0,1 3-4 0,-2 2-12 16,-4 2-5-16,2 0-13 0,3 0-23 0,-5 1-8 15,6 2-12-15,-7 1-7 0,13 5-9 0,-8 2-21 16,1 1-17-16,2 1-26 16,-3-1-29-16,3 4-32 0,0 2-32 0,-1 1-32 15,-2 1-239-15,-1-5-505 0,0-1 225 0</inkml:trace>
  <inkml:trace contextRef="#ctx0" brushRef="#br0" timeOffset="43289.94">3942 12995 87 0,'7'-7'226'0,"2"-1"-13"16,1 4-16-16,1-1-21 0,0 0-16 0,3 4-20 15,-1-1-13-15,1 2-12 0,-2 2-17 0,2 4-1 16,-3-5-16-16,2 7-12 16,1 1-11-16,-5 0 1 0,1 2-7 0,-2 3-7 15,-3 1-6-15,-1 2-9 0,-3 0-6 0,-1 3-10 16,-4-3 4-16,2 0-4 0,-5-3-3 0,-3 2 0 16,1-3 0-16,1-3-5 0,-2 1-3 0,4-3 1 15,-2-1 4-15,3-1 1 0,-1-1-1 0,-1-1 4 16,2-2 5-16,3 1 18 0,-1 0 30 0,3-3 13 15,0 0-7-15,0 0-6 0,-3-10-11 0,6 3-3 0,1-4-6 0,4-3-6 16,3 0-3-16,-2-3-5 0,1 1 8 0,3-1-5 16,1-6-13-16,4 2-3 0,-7 6 2 15,5 0 0-15,-3 0-2 0,-1 1-4 0,0 1-5 16,-4 4 7-16,2-1 9 0,-5 3 12 0,1 0-4 0,-2 5 2 16,1-4-5-16,-2 2 0 0,-1 2-6 0,2-1-10 15,-4 3-1-15,5-5-7 0,-5 5-4 0,0 0-4 0,0 0-3 16,1 10 4-16,-4-3-1 0,-1 5 0 0,-2 2 2 15,0 4-3-15,-1 6 1 0,-1 0 1 0,0 3-3 16,1-3 2-16,0 0-3 0,3-5 2 0,2-1-1 16,0-3 1-16,1 2 3 0,0-6-4 0,2-1 4 15,2 2 3-15,-1-3 3 0,4-1 1 0,0 1 4 16,5-4 3-16,2 0 6 16,5-1 0-16,3-1 5 0,0-5 1 0,7 1 2 15,-6 0 0-15,-1-3 3 0,-2 0 1 16,-2 2 3-16,0-3 0 0,-5 4 5 0,0 0 7 0,-4-3 10 15,-1 3 13-15,0-2 3 0,-2 3 1 0,-5 0 6 16,8 0-6-16,-3-1 0 0,-5 1-7 0,0 0-5 16,5-1-9-16,-5 1-5 0,0 0-9 0,0 0-7 15,9-2-16-15,-9 2-38 0,0 0-39 0,0 0-38 0,0 0-63 0,0 0-71 16,0 0-82-16,0 0-279 0,4 4-642 0,-4-4 284 16</inkml:trace>
  <inkml:trace contextRef="#ctx0" brushRef="#br0" timeOffset="43821.57">4835 13278 274 0,'2'-3'295'16,"-2"3"-6"-16,0 0-6 0,3-4-14 0,-3 4-20 16,1-3-21-16,-1 3-25 0,0 0-19 0,0 0-16 15,0 0-26-15,0 0-18 0,0 0-17 0,0 0-16 0,0 0-35 0,0 0-20 16,0 0-14-16,0 0-6 0,-2 15-17 0,-3-3-16 16,-2-1-27-16,-2 6-28 0,-6 4-29 15,-1 2-65-15,-5-3-274 0,-1-1-476 0,-1-3 211 0</inkml:trace>
  <inkml:trace contextRef="#ctx0" brushRef="#br0" timeOffset="45208.04">1340 12848 25 0,'0'0'222'0,"0"0"-17"16,0 0-29-16,1-1-20 16,-1 1-17-16,0 0-21 0,0 0-11 0,0 0-14 0,0 0-11 0,-4 17-6 15,3-9-8-15,-1 3-9 16,-1 2-5-16,2-1-8 0,-3 2-6 0,0 6 4 0,-1 3-6 15,2-4-13-15,1-1-1 16,1 2 2-16,-3-3-4 0,0 2-1 0,3-1-3 0,-3 0 1 16,1-4-3-16,2 1-5 0,-4-5 2 0,4 1-2 0,-2-3 2 15,2-1 2-15,1-2-11 0,0 0 8 0,-3-1 3 0,3-1 18 16,0-3 21-16,0 5 30 16,0-5 28-16,0 0 27 0,0 0 19 0,0 0-21 0,0 0-10 15,-1-15-14-15,1 5-25 0,-1-8-12 0,-2-2-9 0,3 1-5 16,0-10-10-16,0 0-4 15,0-3-11-15,0 0-4 0,4-2 0 0,-4 3 0 0,1 1 16 16,-1 0 18-16,8 5 17 0,-8 4 11 16,6-3-4-16,-3 5-6 0,1 2-1 0,-3 2-6 0,-1 3-1 15,4 2-3-15,-3-1-1 0,3 5-19 0,-4-1-12 0,5 2-21 16,0 0-27-16,4 1-43 16,1 1-28-16,3 6-29 0,0-2-38 0,5 7-38 0,-2 2-40 0,7 5-44 15,0 2-42-15,-6 4-212 16,1 1-561-16,-4 0 249 0</inkml:trace>
  <inkml:trace contextRef="#ctx0" brushRef="#br0" timeOffset="45373.64">1276 13378 76 0,'0'0'206'16,"-1"5"-7"-16,1-5-12 0,0 0-3 0,0 0-9 0,14 1-15 15,-4-1-17-15,3-1-12 0,9 0-12 16,-3-2-23-16,-1 1-32 0,8-4-51 0,-4 0-79 16,0 2-216-16,-3-3-304 0,0-1 134 0</inkml:trace>
  <inkml:trace contextRef="#ctx0" brushRef="#br0" timeOffset="45557.95">1222 13208 310 0,'-7'-3'299'0,"7"3"-25"0,0 0-25 15,-5-1-29-15,5 1-26 0,0 0-26 0,12-6-16 0,2 2-35 16,4 3-53-16,4-5-59 0,6 0-63 0,5 4-95 16,-2-4-155-16,1 0-331 0,-3 1 146 15</inkml:trace>
  <inkml:trace contextRef="#ctx0" brushRef="#br0" timeOffset="45970.97">1915 13015 247 0,'5'-3'387'0,"-5"3"-31"0,5-3-34 16,-5 3-31-16,0 0-30 0,0 0-27 0,5 0-28 0,-5 0-48 15,0 0-21-15,0 0-33 0,0 0-19 16,0 0-5-16,-1 10-14 0,-3-1-4 0,-1 2-5 0,0 4-2 0,-4 3-13 16,-4 7-2-16,0-4-6 15,1 3-12-15,-2-2-2 0,3-7-12 0,-1 2 1 0,3-3-12 0,2-4 8 16,0-1 1-16,0-1-1 0,1 1 0 16,2-4 3-16,0-2 4 0,0 1 9 0,0-3 21 0,4-1-7 15,0 0 6-15,-12-8 12 16,8 2 15-16,0-5 11 0,1-1-14 0,-3-5 28 0,5-7-10 15,-4-2-11-15,1-3 3 0,4 2 2 16,3 3 13-16,-2 3 17 0,-1 3 5 0,-1 2 12 0,2 5 4 16,2 0-10-16,-1 6-2 0,-2-3-13 15,1 3-17-15,-1 0-15 0,0 1-16 0,0-1-31 0,0 5-37 16,0 0-2-16,0 0-2 0,0 0-2 0,22 16-11 0,-11-4 8 16,5 9-11-16,0 0-1 15,2 1-32-15,1 2-46 0,-1 2 1 16,0-1-45-16,0 3-25 0,-4-3-34 0,0 0-33 0,-5-7-42 0,0 0-327 15,-1 1-667-15,-3-8 296 0</inkml:trace>
  <inkml:trace contextRef="#ctx0" brushRef="#br0" timeOffset="46141.6">2173 13242 157 0,'5'-3'549'0,"-5"3"-36"15,4 0-46-15,-4 0-39 0,0 0-46 0,4-2-35 16,-4 2-40-16,0 0-53 0,0 0-72 0,0 0-81 16,0 0-120-16,0 0-133 0,0 0-173 0,0 0-208 15,0 0-575-15,0 0 255 16</inkml:trace>
  <inkml:trace contextRef="#ctx0" brushRef="#br0" timeOffset="47544.28">5654 12876 119 0,'-1'-2'280'15,"1"2"-3"-15,-3-4-10 0,3 4-11 0,0 0-10 16,0 0-17-16,0 0-11 0,0 0-19 0,0 0-18 16,0 0-15-16,0 0-14 0,0 0-12 15,0-6-10-15,0 6-17 0,0 0-9 0,0 0-10 0,0 0-6 16,0 0-13-16,0 0-5 0,0 0-19 16,0 0 5-16,0 0-7 0,0 0-8 0,7-3-3 0,-4 1-9 0,-3 2-3 0,12-6-5 15,-7 3-7-15,3 1 1 0,3-2 0 16,-1-2 2-16,-1 1-3 0,1-1-2 0,-1 0 0 0,-2 3-2 15,-1-4 4-15,-2 5 2 0,2-2 3 16,-2 0 0-16,0 0 3 0,-1 1-6 0,-2 1-7 16,-1 2 1-16,0-3 8 0,0 3-25 0,0 0 5 15,0 0-3-15,-14 0-5 0,2 2 3 16,-4 4 4-16,-2 3-5 0,-8 3-1 0,1 0 2 16,-1 5-2-16,2-3-2 0,-2 3 2 15,5 1-8-15,1-3 3 0,1 3-6 0,5-5-7 16,3 5-20-16,-2 4-17 0,3 3-13 0,5-6-2 15,3 6 6-15,4 0 2 0,4 0 10 0,5 1-2 16,7-6 8-16,7-2 3 0,5-2 5 0,6-3 5 16,14 1 0-16,2-6-2 0,0-3 4 0,5-4-3 0,-2-5-4 0,0 2-5 15,-2-9-11-15,-3 2 3 0,0-5 1 0,-15 3 1 16,-2-3 5-16,-1-3 5 0,-5-1 9 0,-4 1 15 16,-10 4 26-16,3-1 15 0,-8 4 11 0,-3 0 2 15,-4 0-8-15,-1 1 1 0,-1 2-5 0,-4 1-6 16,-3-3 5-16,-6 6-5 0,-3-2-3 0,-3 5 0 15,-3 2-3-15,-5 2-4 16,1 1-2-16,0 4 1 0,2 1 0 0,4 1-5 16,7 1 4-16,-4 1-3 0,5 3 3 0,2-1-3 15,3 0 3-15,3 1-1 0,3-1 2 0,4 0-1 0,2 0 0 0,6-1 3 0,8-2 0 16,1-3 2-16,8-1 1 0,8 0 0 0,0-7 0 16,0 2-3-16,-1-6-1 0,1 2 0 0,-6-3-4 15,-2-3-1-15,0-2 3 0,-9 1-1 16,0-3-1-16,-4 0 1 0,-3-1 7 0,1-4-9 15,-3-1 2-15,-4 0-2 0,-3 2 2 16,-2-2 1-16,-1 3-1 0,-1-1 4 0,-2 4-3 16,-4 1 4-16,0 0-8 0,-1 4 2 0,-1-2-6 15,-1 4-8-15,-1 0-17 0,0 2-17 16,-1-1-33-16,0 3-42 0,3-2-41 0,-3 2-191 0,0 2-387 0,8 1 171 0</inkml:trace>
  <inkml:trace contextRef="#ctx0" brushRef="#br0" timeOffset="47914.63">6739 12989 64 0,'0'0'193'0,"-5"-5"-14"0,5 5-21 16,-8 0-16-16,-1 0-15 0,0 3-16 0,-1-2-10 15,-3 4-11-15,-1 0-10 0,-2 3-9 16,-1 0-6-16,0 2-8 0,3 0-11 0,0 2-2 16,4-4-4-16,0 3-4 0,1-1 0 15,2-1-10-15,1 1 2 0,2 4-3 0,1-4-2 16,2 2 0-16,2 0 4 0,2 0-6 0,6-2-3 16,-1 0 2-16,8 2-1 0,0-4 3 0,2 3-3 15,0-3 3-15,2 1-11 0,-1-2-1 0,-1 1 0 16,0-2-1-16,-4 2 2 0,-1-4-5 0,-4 1 0 15,-3-2-4-15,2 0-1 0,-5-1-2 16,0 5 2-16,1-5 5 0,-4 1-1 0,0-3 3 16,-5 5 4-16,-4 2-3 0,0-4-1 0,-4 0 0 0,-5 4 1 0,0-3-2 0,-1 1-1 15,0-2-4-15,-3 3-20 0,1-3-35 16,1 2-55-16,2-3-77 0,-1-2-102 0,8 1-308 16,-2-2 136-16</inkml:trace>
  <inkml:trace contextRef="#ctx0" brushRef="#br0" timeOffset="48373.71">7038 13046 113 0,'7'2'144'0,"4"-2"-12"0,0 3-18 16,-1 4-4-16,3-2-17 0,-4 0-10 16,0 3-9-16,2 0-8 0,0 2-10 0,-6 1-2 15,3 0-7-15,-7 1-2 0,5 0-4 0,-8 4 2 16,-1 0-5-16,-2-1 3 0,-3-1-11 16,2 1 7-16,-7-3-2 0,3 2 0 0,1-5 0 15,0 0 10-15,1-3 3 0,5 0 6 0,-1-2 10 16,1 0 19-16,-2-4 25 0,0 4 27 0,5-4 24 0,-2 1-11 0,2-1-17 0,0 0-9 15,7-9-16-15,-1 1-8 0,6 0-10 0,3-6-9 16,2 1-12-16,3-3-3 0,2-2-6 16,1 1-6-16,-6 4-8 0,0 1-2 0,-2 2-4 15,-2 1-3-15,-5 1 0 0,0 3 0 0,-2 1-6 16,0-1 2-16,0 3-15 0,-2-1 14 0,0 3-14 16,-1-3-17-16,-3 3-13 0,0 0-1 15,0 0-2-15,3 6 11 0,-4 1-9 0,-1-1-3 16,-1 4 1-16,1 1-6 0,-2 6-10 15,2 0-14-15,-2 0-17 0,0 2-14 0,3 0-29 16,1-1-8-16,1 3-20 0,3-2-31 0,4-3-34 0,-1-1-210 16,1-7-443-16,2 2 197 0</inkml:trace>
  <inkml:trace contextRef="#ctx0" brushRef="#br0" timeOffset="48547.6">7753 13311 64 0,'8'0'237'16,"-8"0"-27"-16,0 0-25 0,0 0-18 0,3 4-3 16,-6 3-18-16,-1-1-15 0,-5 4-5 0,-1 1-11 0,-4 3-13 15,-3 6-8-15,-2-2-12 0,1 2-18 0,-2 1-31 16,-3-1-45-16,1-1-56 0,-5-1-239 16,3-2-332-16,-3-6 146 0</inkml:trace>
  <inkml:trace contextRef="#ctx0" brushRef="#br0" timeOffset="49929.68">8464 12811 276 0,'0'-10'322'0,"1"1"-11"0,3-3-11 16,-4 4-12-16,3-1-5 0,-2 1-7 0,0 3-22 0,-1 1-19 0,0-3-26 0,4 4-21 15,-4-1-19-15,0 4-25 0,0-6-29 0,0 6-36 16,0 0-23-16,0 0-18 0,0 0-3 16,10 15-1-16,-10-1 0 0,3 3-9 0,-2 9 3 15,-1 2-7-15,1 1 1 0,0 0-1 0,-2 3-3 16,2-1-4-16,-2 2 0 0,2-4-7 15,-1-2-3-15,-1-3-20 0,2-5-4 0,-1-4-5 16,0-1 0-16,0-6 2 0,0 1 6 0,2-4 9 16,-4 3 4-16,1-3 10 0,1-1 27 0,0-3 33 15,0-1 25-15,0 0-8 0,0 0-4 16,0 0-11-16,0 0-9 0,-15-13-9 0,9 4-24 0,-6-4-15 0,-3 1-12 0,-2 0-7 16,-6-5-5-16,0 3-7 0,3 6 5 0,-5-3-2 15,-2 1-1-15,7 7 1 0,1-3 4 0,1 3-3 16,-1 2 7-16,6 1-5 0,-1-1 0 15,1 1 0-15,4 1-3 0,-1 0-24 0,2 1-22 16,2 1-21-16,2-1-8 0,-1 2 4 16,3 0 6-16,4 2 9 0,3 2 7 0,7-1 7 15,4 1-1-15,11 2-3 0,4-2 1 0,4-3-1 16,16 0-15-16,2-2 2 0,-2-3-5 16,-2-1 2-16,4-3 1 0,-13 1 10 0,11-1 2 15,-14-4 7-15,1 2 1 0,-4-2 15 0,-4-1 10 0,-4 1 32 0,-7-1 32 0,-4 3 34 0,1-3 27 16,-5 4 13-16,-6-2 11 0,3-1 12 15,-4 3-8-15,0 0-8 0,-3-2-11 0,-1 2-11 16,0 1-14-16,-5-3-8 0,1 4-11 16,-4 0-2-16,-3 0-4 0,2 2-14 0,-3 2-6 15,1 2-6-15,-2-1-3 0,-1 2 12 0,0 5-17 16,2-2-2-16,-1 2-2 0,2-1-10 0,-1 4-10 16,4-4-10-16,-1 6-2 0,4-4-28 15,1-1-6-15,-1 2-1 0,1-1 4 0,4-1 5 16,0-2 2-16,0-1 7 0,3 2 5 0,-2-3 9 15,5 0 7-15,-2-2 4 0,2-1 9 0,1 0 5 16,2-4 7-16,0 2 9 0,1-3 2 0,0 0 3 16,2-3 11-16,-2-1 1 0,0 1 3 0,4-7 1 0,-5 5 2 0,-2 1 3 0,1-1 3 15,0 3 7-15,-4 1 0 0,1-1 21 0,-1 1-15 16,1 0-12-16,-4 2-2 0,3 0-11 0,-4 2-3 16,4-5-13-16,-4 3-26 0,0 2-25 0,0 0-28 15,5-3-22-15,-5 3-24 0,0 0-8 0,0 0 13 16,0 0 9-16,4 10 3 0,-3-5 2 0,3 0 10 15,2 5 6 1,2-4 4-16,1 1 2 0,4 1-13 0,1 1 1 0,4-1-5 16,0-3 4-16,2-1 1 0,-2-1 7 0,4-1 14 15,-2-2 2-15,-1 0 7 0,2-4 7 0,-1 0 23 16,-3 0 30-16,1-3 32 0,-8 1 31 0,3 1 36 16,-4 0 45-16,0-3 5 0,-3 3 17 0,2-2 8 15,-3 4 13-15,0-3 4 0,-1 2-8 0,-2 0-17 16,1 1-14-16,2 0-22 0,-4 0-12 0,-1 3-18 0,4-4-13 15,-4 4-14-15,4-2-29 0,-4 2-25 0,0 0-28 16,0 0-28-16,0 0-10 0,0 0-7 0,0 0 6 0,1 12-1 16,-2-7 20-16,2 5-21 0,-3 2-7 0,-1 0-10 15,0 2-4-15,-1 1-11 0,1-1-3 0,2-4-4 16,-1 2 2-16,-2-3-2 0,3-1 11 16,1-5 0-16,-1 3 7 15,0-1 13-15,-1-2 27 0,2-3 20 0,0 5 36 16,0-5 43-16,0 0 19 0,0 0 3 0,0 0-1 15,0 0-5-15,11-8-6 0,-7 3-6 0,3-4-17 16,-1 2-3-16,2-1-6 0,-1 3-9 0,1-4-1 16,0 4-10-16,-3 0-7 0,0-2-3 0,1 2-5 0,-2 1-4 15,3 1-6-15,-2 1-23 0,-1-1-32 16,1 1-34-16,4 0-33 0,-4 2-33 0,3 2-34 0,2-2-43 0,0 2-51 16,-1 1-59-16,0-1-330 0,-2 1-710 0,3 1 315 15</inkml:trace>
  <inkml:trace contextRef="#ctx0" brushRef="#br0" timeOffset="50361.96">9508 12993 145 0,'5'-1'212'0,"4"-2"-17"0,1 2-15 0,2 1-14 0,2 0-14 0,0 1-12 0,4 4-14 31,1 1-15-31,-3 0-10 0,1 2-10 0,-3 0-10 15,1 2-5-15,-2 1-5 0,-4-1-6 0,-5-1-5 16,2 1-8-16,-2 2-1 0,-3 4-8 0,-2-3 1 0,-1 4-7 0,-5-2 3 16,2-1-10-16,-4 1 0 0,0-3-2 0,-1-2 1 15,2-1 6-15,-1-2-1 0,3 1 1 0,-2-3 9 16,5-2 11-16,-1 1 16 0,0-2 21 0,1 1 31 16,-1-1 22-16,4-2 21 0,0 0 6 0,0 0 13 15,-6-6-32-15,6 6-13 0,4-12-27 0,4 2-7 16,1-3-17-16,3-1-11 0,1-3-19 0,7-2-18 0,1-1-17 0,2 3-4 15,-3-1-24-15,-4 7 21 0,-1 0-16 0,2 0-2 16,-7 4 1-16,0 0-4 0,-1 2 5 0,-1 1 0 16,-3 0-8-16,-1 0 1 0,-2 3-15 0,2-1-17 15,-4 2-13-15,4-3-6 0,-4 3 3 0,0 0 4 16,5 8 4-16,-3-3 8 0,-2 2-6 0,0-1 6 16,0 5 1-1,-2 0 4-15,4 1 3 0,-2 2 2 0,-2-1-2 16,4-1 7-16,0-1 8 0,0 1-11 0,2-1-12 15,0-1-18-15,1 3-27 0,2-3-37 0,3-3-52 0,6 1-77 16,1 0-245-16,1-2-533 0,5-2 237 0</inkml:trace>
  <inkml:trace contextRef="#ctx0" brushRef="#br0" timeOffset="50562.77">10239 13179 156 0,'0'0'325'16,"0"0"-27"-16,0 0-27 0,0 0-32 0,0 0-28 16,0 0-22-16,0 0-17 15,0 0-25-15,0 0-16 0,0 0-15 0,-5 17-10 16,1-8-14-16,0 4-8 0,-3 2-5 0,0 3-12 16,-3 4-14-16,-2 2-19 0,1-2-28 0,-2 0-33 15,-4-1-53-15,1 0-58 0,-1-3-285 0,3-3-456 16,-1-5 202-16</inkml:trace>
  <inkml:trace contextRef="#ctx0" brushRef="#br0" timeOffset="51734.12">10793 13139 9 0,'0'0'210'0,"0"0"-2"0,0 0-7 16,0 0-5-16,0 0-10 0,0 0-15 0,0 0-11 15,0 0-13-15,0 0-14 0,0 0-11 0,0 0-15 16,0 0-13-1,0 0-31-15,0-9-23 0,0 9-38 0,0 0-41 0,9 0-48 16,-9 0-50-16,12 0-161 0,-6 0-322 0,7 0 142 16</inkml:trace>
  <inkml:trace contextRef="#ctx0" brushRef="#br0" timeOffset="51903">11082 13133 75 0,'-13'-6'228'0,"13"6"-31"16,0 0-25-16,8-6-28 0,-3 3-51 0,4 3-53 15,5-4-63-15,-1 4-132 0,6-3-167 0,1 2 74 16</inkml:trace>
  <inkml:trace contextRef="#ctx0" brushRef="#br0" timeOffset="52050.41">11761 13132 123 0,'3'-2'172'0,"-3"2"-25"0,7-2-34 0,-2 1-52 16,3 0-37-16,3-2-68 0,2-2-56 0,5 3-107 15,2-3 47-15</inkml:trace>
  <inkml:trace contextRef="#ctx0" brushRef="#br0" timeOffset="52203.41">12392 13132 146 0,'0'0'223'0,"6"-2"-21"16,-6 2-25-16,9 0-36 0,-2-3-48 0,0 2-45 15,7 1-64-15,4-3-153 0,1 1-184 0,4 2 82 16</inkml:trace>
  <inkml:trace contextRef="#ctx0" brushRef="#br0" timeOffset="52350.88">12921 13145 218 0,'4'-2'330'15,"-4"2"-31"-15,6-3-33 0,-5 1-25 0,2-3-34 0,2 2-40 0,3 3-47 16,3-4-60-16,0-1-69 0,10-2-72 0,2 3-85 15,5-2-110-15,0 1-298 0,-2-2 132 0</inkml:trace>
  <inkml:trace contextRef="#ctx0" brushRef="#br0" timeOffset="52466.89">13312 13100 309 0,'2'1'310'0,"-2"-1"-17"0,0 0-17 0,0 0-22 15,0 0-28-15,0 0-28 0,6 3-57 0,-6-3-81 16,0 0-188-16,0 0-196 0,-2-10-350 0,2 10 156 15</inkml:trace>
  <inkml:trace contextRef="#ctx0" brushRef="#br0" timeOffset="68453.98">2829 14263 45 0,'-4'-2'92'0,"-1"1"-1"0,-2-2-7 15,7 3-10-15,-10-2-14 0,10 2-2 0,-6-1-7 16,6 1-4-16,-8-1-4 0,8 1-7 0,-5-1 0 16,5 1-2-16,-9-1-3 0,9 1-9 0,0 0 3 15,-9 2-10-15,9-2 2 0,0 0 3 0,-5 2-15 16,5-2 11-16,0 0-1 0,-8 0 5 0,6 2-2 15,2-2 3-15,-3 3-9 16,3-3 3-16,-9 2-5 0,9-2 10 0,-5 3 9 16,5-3-8-16,-5 3-1 0,5-3-2 0,-4 1 5 15,4-1-1-15,0 0-2 0,0 0 11 0,-5 1-9 16,5-1-1-16,0 0 4 0,0 0-7 0,0 0-1 16,0 0 7-16,0 0-9 0,28 0 7 0,-6-2-3 15,10-3-2-15,6 0-1 0,17-2 3 0,3-3 4 16,3 3 5-16,37-8 4 0,-34 8 6 0,28-5-4 0,-29 3 3 0,-2 1 0 15,-1 1-6-15,-4 1 2 0,-16 4-2 16,-4-2-4-16,-3 2-6 0,-5-2-1 0,-6 3-1 16,-9 0-2-16,1-1-9 0,-4 2-18 0,-2 0-12 15,-3 0-10-15,0 2 6 0,-5-2 4 0,0 0 3 16,-6 8-10-16,-6-4-3 0,-1 3-12 0,-6 1-12 0,0-2-14 16,-8 2-21-1,1 1-27-15,-2 2-102 0,0-3-238 0,-1 2 105 16</inkml:trace>
  <inkml:trace contextRef="#ctx0" brushRef="#br0" timeOffset="68816.64">3286 14277 42 0,'-1'-4'279'0,"1"4"-12"0,-1-5-6 0,1 0-7 15,0 5-13-15,-3-5-23 0,3 5-24 16,0 0-22-16,0-4-14 0,0 4-40 0,0 0-39 16,0 0-22-16,0 0-8 0,0 0-6 0,-4 19-4 0,3-2-4 0,0 0-8 15,-2 9 0-15,-1 0 0 0,-2 1-6 0,2 2-2 16,4-3-3-16,-1 3-3 0,-3-2 0 0,4-1 0 16,0 2-2-16,0-9-1 0,0 1-1 0,0-1 2 15,0-3-1-15,1-3-2 0,-1-1 0 0,0 0 0 16,3-6-1-16,-3 2-3 0,0-4 3 0,-3 2 2 15,6-1 3-15,-2-1 4 16,-1 1 3-16,0-5 11 0,0 5 6 0,0-5 1 16,0 3 4-16,0-3-2 0,0 0-3 0,0 5-4 15,0-5 0-15,0 0-2 0,0 0-7 16,0 0 0-16,0 5-13 0,0-5-9 0,0 0-18 16,0 0-17-16,0 0-50 0,0 0-57 0,0 0-39 15,0 0-36-15,4-13-206 0,-4 13-457 0,6-12 203 16</inkml:trace>
  <inkml:trace contextRef="#ctx0" brushRef="#br0" timeOffset="69870.85">4092 14200 145 0,'0'-3'271'0,"0"3"-9"0,0 0-27 0,3-6-17 0,-3 6-27 16,0-3-24-16,0 3-18 0,0 0-25 15,0 0-16-15,0 0-11 16,4 12-11-16,-4-3-2 0,-3 6-19 0,2 5-4 16,-3 6-7-16,-5 3-9 0,4 1 0 0,-6 0-8 15,2 4 1-15,-2 0-6 0,1-2-6 0,1 0-2 16,-1-1-3-16,2-2-1 0,2-5-3 0,1-3-1 16,1-4-2-16,-1-6 0 0,2 1-1 0,1-3 2 15,1-3 2-15,-1 0 14 0,2-1 28 0,0-5 27 16,-2 4 30-16,2-4 27 0,-2 5 24 0,2-5 1 0,0 0-17 15,0 0-14-15,0 0-18 0,12-19-9 0,-2 7-10 16,-4 1-14-16,6-5-14 0,-1 2-17 0,1-2-11 0,-6 6-10 16,5 1 0-16,-2-1-6 0,-3 4-11 0,-1 1-2 15,-1 0-13-15,2 2-25 0,-2-2-12 16,-4 5-11-16,9-1-3 0,-9 1-10 0,12 1-6 16,-5 4-9-16,2 0-13 15,-1 1-21-15,5 6-18 0,-1 0-13 0,2 1-16 16,-1 0-15-16,1 0-1 0,0 1-12 0,2-3-1 15,-2 2-9-15,-1-1 9 0,-3-5 22 0,-3 2 1 16,1-4 15-16,-3 1 11 0,0-2 30 0,0-1 32 16,-1 1 51-16,0 0 41 0,-3-2 39 0,-1-2 22 15,7 2 19-15,-7-2 14 0,4 0 13 0,-4 0 9 16,0 0 4-16,0 0 1 0,0 0-1 0,0 0 2 0,0 0-4 16,0 0-1-16,0 0-4 0,10-5-11 0,-10 5-6 15,0 0-11-15,0 0-13 0,0 0-10 0,5-5-5 0,-5 5-9 16,5-8-9-16,0 4-9 0,3-3-7 0,1 0-7 15,1 2-6-15,-1-4-11 0,6 1-6 16,-1-3-4-16,3 0-10 0,-3 0-7 0,3 1 2 16,-2-2-11-16,4 1-8 15,-6-1-1-15,2-2-1 0,-2 2-7 0,2-1 2 16,-7 2-4-16,1 1 6 0,-2 1 6 0,-1 2 5 16,-3-1 11-16,0 3 0 0,0 0-5 0,-3 0-2 15,-3 1 0-15,-2 1 1 0,-3 3-6 0,-7 3 1 16,-7 0 2-16,-1 6-2 0,-5 1 9 0,-1 4-11 15,3 2 2-15,3 2 0 0,3-1 7 0,4-2-5 16,5 1 0-16,1 1-1 0,2 0-4 0,4 2 1 0,4 6-1 16,4-7 7-16,5 6 1 0,8-3 2 0,3-1 2 15,8-6 4-15,3 1 2 0,3-6 10 0,6 0-10 0,-3-4 4 16,4-1-1-16,-3-1 3 0,-2-2 6 0,1-1-10 16,-5 0 0-16,-1-1 2 0,-14 0 6 15,-2 1 15-15,-4 0 16 0,1-2 17 0,-5 1-1 16,1 1 5-16,-8 0-7 0,11-3 1 0,-11 3-1 0,8 0-11 0,-8 0-8 15,0 0-35-15,0 0-36 0,9-2-47 0,-9 2-57 16,0 0-66-16,0 0-74 0,0 0-229 0,0 0-554 16,0 0 246-16</inkml:trace>
  <inkml:trace contextRef="#ctx0" brushRef="#br0" timeOffset="71042.42">6245 14400 213 0,'0'0'224'0,"0"0"-19"0,3-3-13 0,-3 3-13 16,0 0-21-16,1-6-17 0,-1 6-15 0,0 0-13 15,0 0-13-15,-9-2-10 0,3 1-10 0,-2 1-10 16,-2 2 7-16,-4-1-21 0,-3 1-5 0,-3 3-9 0,0 0-5 16,-6-1 0-16,3 2-1 0,-1 1-10 0,-3 1-2 0,9-2-3 15,-2 0-2-15,3-1-3 0,-2 2-3 0,6-2-5 16,3 1 0-16,-1-1-1 0,1 1-1 16,3 0-2-16,0-2-4 0,5 3 3 0,-2-1 0 15,-1-1-1-15,5 2-1 0,0-2 4 0,7 3-5 0,0 0 2 16,3 1 1-1,4 4 0-15,3-4 0 0,3 0 0 0,4 3 0 16,3-3 2-16,-9 0-3 0,8 3-1 0,-7-4 2 16,3 5-3-16,-4-3 0 0,-6-1-1 0,4 1-2 15,-6-3-2-15,0 0-1 0,-2 3 1 0,-2-3-5 16,-1 2-1-16,-1-3 1 0,-3 1 2 0,2 0 3 16,-6-2 4-16,0 4 1 0,-4-3 6 0,-4 2 1 15,-2-1 2-15,-3-1 1 0,-3-1 1 0,0 0 5 0,3-2 11 0,-5 1 6 16,6-4 12-16,1 0 10 0,1 0 2 0,0 0 0 15,3-1 0-15,2 0 1 0,-3-1-5 0,4 1 5 16,2 0 6-16,0-2-3 0,5 3 10 0,-8-1-13 16,6-1-4-16,2 2-8 0,0 0-32 15,0 0-25-15,-5-5-31 0,5 5-31 0,0 0-33 16,10-4-37-16,-4 4-48 0,1-1-66 0,-1 0-153 0,3 1-445 0,0-3 197 16</inkml:trace>
  <inkml:trace contextRef="#ctx0" brushRef="#br0" timeOffset="71986.82">6492 14518 64 0,'0'-4'318'15,"4"2"-19"-15,-4 2-24 0,0-5-28 0,0 5-28 0,1-6-22 0,-1 6-25 16,4-1-19-16,-4 1-21 0,0 0-13 0,0 0-14 0,0 0-12 16,0 0-9-16,8 12-10 0,-8-6-10 15,1 2-5-15,4 2-7 0,-5 4-2 0,4-6-5 16,-1 9-7-16,-1 3-15 0,2-3-8 0,-1 0-4 16,-2-1-5-16,1-7 1 0,1 3-3 0,-3-2 2 15,3-1 0-15,0-3-1 0,0-1-2 0,-2 2 3 16,-1-5 1-16,3 1 9 15,-3-3 29-15,5 4-3 0,-5-4-3 0,0 0 2 16,10-8 0-16,-5 4 2 0,3-7-5 0,-1 1-1 0,2-3-6 0,1-2-1 0,0 2 0 0,0 0-7 16,-2 4-2-16,-1-3-2 0,2 4 2 15,-4-1 1-15,-1 5 0 0,1-1 3 0,0 0 0 0,-4 4-4 16,2-1-7-16,-2-1-1 0,2-3-6 16,-2 3-15-16,-1 3-20 0,0 0-11 15,0 0 1-15,0 0 3 0,0 0 2 0,8 10 2 16,-7-6-1-16,3 2-3 0,5 3-2 0,-4 0-4 15,4 2-11-15,4 0-1 0,1 1-14 0,0-1-18 16,4-2-16-16,1 0-23 0,0-2-12 0,8 2-24 16,1-2-18-16,0-3-10 0,0-1 2 15,2-5 14-15,-10 2 18 0,2-2 17 0,5-4 23 16,-6 2 37-16,0-5 35 0,-2 2 18 0,0-2 62 0,-2 0 51 0,-6 1 39 16,-2 0 21-16,3-1 7 0,-5 4 2 0,1-4 4 15,-3 4 7-15,2 0 6 0,-1 0 6 0,-2 1-7 16,0-1-8-16,-2 0-9 0,2 4-20 0,-1-2-14 15,-1-1-15-15,-2 4-17 0,0 0-25 0,5-2-26 16,-5 2-16-16,0 0-22 0,0 0-9 0,0 0 1 16,3 9 5-16,-2-6 0 0,-1 6-1 15,-1 2-5-15,0 1-13 0,-2-1-4 16,2 4-2-16,-1-3-6 0,2 2-7 0,-2-4-1 16,1 3 0-16,1-5 1 0,-3 3 6 0,3-7 1 15,3 3 5-15,-3-2 3 0,0-2 11 0,0 0 16 16,0-3 28-16,0 4 28 0,0-4 7 15,0 0 3-15,0 0-2 0,10-7-2 0,-5 4 0 0,1-6 2 16,1 2-13-16,2-4-10 0,-1 0 0 0,1 1-5 0,-1 3-4 0,1-3-5 16,0 3-1-16,-4 2-2 0,2-2-7 0,-4 3-2 15,1 0-13-15,1 0 5 0,-1 3-5 16,-1-3-4-16,3 4 2 0,-6 0-14 0,0 0-6 0,9 0 2 16,-9 0-7-16,5 5-11 0,0 0-9 15,-1-1-8-15,0 6-8 0,0 0-14 0,-3-3-2 16,3 3 2-16,-3-1-1 0,3 2 1 15,-3-3 3-15,2-1 8 0,-3-2 5 16,2 0 5-16,2 0 10 0,-4-2 10 0,0-1 24 16,3 1 32-16,-3-3 16 0,0 0 11 0,9-2-7 0,-4-1 6 0,3 0 16 0,2-6-4 0,-3 3 2 15,4-3-14-15,-1 2 3 0,3-4-6 0,-2 2-10 16,-2 2-1-16,0-2-3 0,-3 6-10 0,3-3-4 16,-2 2-3-16,-1 1-5 15,3 2-3-15,1-2 4 0,-1 6-18 0,0-2 0 0,5 5-27 16,3-1-26-16,1 5-44 0,-3 2-65 15,4-3-97-15,-1 2-297 0,-4 2-606 0,1-8 269 16</inkml:trace>
  <inkml:trace contextRef="#ctx0" brushRef="#br0" timeOffset="72897.52">8725 14534 178 0,'0'0'202'0,"-3"-5"-17"16,3 5-14-16,0 0-21 0,0 0-17 0,0 0-15 16,0 0-15-16,0 0-6 0,-4-3 1 0,4 3-13 15,0 0-12-15,-10 7-8 0,5-5-11 0,1 1-6 0,-2 0-3 0,-2 6-6 0,4-4-6 16,-2 3-5-16,-1-1-5 0,0 1 0 15,3 1-6-15,0 3 1 0,0-7-3 0,3 4-3 16,-3 2 2-16,4-5-3 0,0 1-1 0,0-1 1 16,1 1 1-16,3-5 2 0,-3 3 11 15,3-3 21-15,4-2 23 0,-2 3 5 0,3-3 11 16,2 0 11-16,-1-4 1 0,0-2 12 16,1 1 2-16,1-1 2 0,-3-2 1 0,0-1-4 15,1 1-6-15,-1-1 0 0,-1-2-5 16,-3 2-12-16,0 2-9 0,-1-1-7 0,-2 0-7 0,-1-1-16 0,1 4-8 0,-4-2-18 15,1 3-12-15,-4 0-22 0,0-2-17 0,-3 3-16 16,-3-1-19-16,-3 3-12 0,0 2-27 0,0-1-25 16,-3 3-33-16,-2-2-44 0,6 2-46 0,-1 1-214 15,5-2-503-15,4-1 222 0</inkml:trace>
  <inkml:trace contextRef="#ctx0" brushRef="#br0" timeOffset="73294">9072 14269 2804 0,'8'-14'245'0,"-6"5"-93"0,1-1-41 15,-2 0-11-15,2 3-20 0,-2 4-13 16,-1-4-16-16,0 4-14 0,5-1-10 0,-5 4-7 16,0-2-9-16,0 2-30 0,0 0-8 0,0 0-2 15,0 0 1-15,1 17 3 0,-2 1-1 16,1 7 5-16,-6 5 5 0,-1 4-3 15,1 1 4-15,-2 11-2 0,-2 0 0 0,5-12 0 16,-4 14 4-16,5-13 2 0,-1-2 2 0,0-1 1 16,2-1 0-16,2-4 1 0,5 0 4 0,-4-11-19 0,0 0-2 0,4-5 5 0,-3-1 3 15,-1-2 2-15,1-1 10 0,3-2 15 16,-4-1 24-16,1-2 20 0,2 1 9 0,-3-3-2 16,0 0-1-16,9-9 2 0,-6 4-7 0,0-6-8 0,1-1-21 15,-3-3-18-15,-1-3-10 0,-1-4-10 16,-8-1-3-16,0 0 3 0,-1 4 3 15,-3-3-2-15,2 5 2 0,-3 3 2 0,2-1 9 16,2 4 9-16,0 1 14 0,2 2 4 0,3 2 2 16,1 2-2-16,-1-2-7 0,1 5-1 15,2-3-7-15,2 4-7 0,0 0-1 0,12-6-3 16,6 3-17-16,14-1-39 0,22 1-46 0,6 1-65 0,35-5-85 0,-31 0-308 0,36-3-601 16,-8 0 266-16</inkml:trace>
  <inkml:trace contextRef="#ctx0" brushRef="#br0" timeOffset="73920.64">10594 14132 13 0,'0'-4'282'15,"1"-1"-19"-15,2 2-22 0,-3 3-22 16,0-5-21-16,0 5-23 0,1-5-26 0,-1 5-15 0,0 0-21 0,0 0-12 0,0 0-14 16,-1 17-11-16,-3-2-8 0,4 5-7 0,-5 9-7 15,-3 1-8-15,-1 2-4 0,2 2-5 0,0-1-6 16,-3 14-3-16,1-12-2 0,1-3-4 15,3 0 2-15,-4-1-6 0,3 1 2 0,2-3 0 16,0-1-4-16,-2-3 0 0,2-7 0 16,1-2-5-16,2-4-15 0,-3-2-20 0,4-1-24 15,-2 1-22-15,1-5-16 0,-1 0-16 0,0 1-6 16,2-3 1-16,0-3 11 0,0 0-231 0,0 0-355 16,0 0 157-16</inkml:trace>
  <inkml:trace contextRef="#ctx0" brushRef="#br0" timeOffset="74193.03">10479 14386 119 0,'0'-3'253'0,"1"-1"-29"0,-1 4-21 0,4-7-23 15,1 4-21-15,0 2-11 0,2 1-21 0,3-1-12 16,1 2-13-16,2-1-12 0,6 3-9 0,-2 0-8 16,2 2-8-16,3 2-9 0,-3 0-4 0,1 3-8 15,1-5-10-15,-6 6-6 0,-3-5-8 0,1 1-6 16,-4 1 0-16,0-2-8 0,-3 0-7 0,0-1-2 15,-1 0-4 1,-1-1 1-16,-4 1 4 0,0 0 7 0,-5-1 0 0,0 1-1 16,-3 1 1-16,-10 0-2 0,-1-2 2 0,0 2 0 15,-1-1-2-15,-3-1 4 0,2-1-5 0,-2 0-2 0,-5 1 7 0,8-1-5 0,2 1 0 16,0-3-2-16,1-1 3 0,4 1 0 0,3-1-8 16,1 1-36-16,3-2-49 0,6 1-58 0,0 0-180 15,0-6-355-15,6 0 157 16</inkml:trace>
  <inkml:trace contextRef="#ctx0" brushRef="#br0" timeOffset="74583.57">10963 14450 67 0,'0'0'227'0,"-6"-3"-18"15,6 3-20-15,0 0-18 0,0 0-12 0,0 0-5 16,0 0-16-16,0 0-14 0,0 0-11 0,0 0-12 16,0 0-13-16,22-3-8 0,-11 0-14 0,2 1-11 15,2-1-17-15,3-3-15 0,3 1-12 16,-1 0-8-16,2-1-2 0,3-3-2 16,-4 1-2-16,-2-1 4 0,0-3 0 0,-1 4 2 0,-4-4 0 15,1 3 9-15,-3-1 16 0,-2 2 16 16,-2 0 13-16,-2 1 11 0,-2 1 3 0,0 2-3 15,-3-1-5-15,-1 1-12 0,0 4-4 0,-4-8-7 16,-1 7-4-16,0-1-11 0,-4 2 1 0,-4 2-5 16,3 1-5-16,-8 3 1 0,4 3-7 0,-6-2 0 0,3 2-2 0,2 1-4 15,-2 3 0-15,3 0-3 0,-4 7 8 0,8-6-7 16,0 1 1-16,2 0 0 0,2-1-3 0,2 1-26 16,0-2-23-16,3-2-27 0,1 0-21 0,1 0-37 15,4-1-42-15,-1-1-193 0,6-2-398 0,-1-2 177 16</inkml:trace>
  <inkml:trace contextRef="#ctx0" brushRef="#br0" timeOffset="75084.52">11363 14304 203 0,'2'-3'307'0,"3"-1"-29"15,-3 2-30-15,3-2-29 0,2 3-22 16,-1 0-24-16,7 3-19 0,-2-1-15 15,2 4-13-15,5 2-15 0,1 2-11 0,-2 2-11 16,-2 0-9-16,2 4-11 0,-3-1-9 0,1 1-5 16,-5-1-4-16,-2 1-10 0,-2 0-5 0,0 3-10 15,-3-5-5-15,0-1-2 0,-3-2-11 0,0-1-5 16,-1 1-1-16,-2 0 1 0,-1-1 1 0,0-4 4 16,1 1 1-16,0-2 1 0,-2 1 14 0,1-3 12 0,-1 1 19 0,3-1 13 15,2-2 8-15,0 0 2 0,-11-3-1 0,11 3-4 16,-1-8 4-16,0 3-8 0,2-2-25 0,1-3-21 15,6-3-20-15,2-2-12 0,7-4-4 0,6 3-6 16,0-1-8-16,0 0-10 0,5 4-1 16,-1 0 3-16,0 1 0 0,-3 3 6 0,-2 0 1 15,-3 1 5-15,3 2 2 0,-6-1 2 16,3 3 2-16,-6 0 2 0,0 2 6 0,-4-2 12 16,1 2 13-16,-5 0 19 0,0 2 13 0,3-3-3 15,-8 3 8-15,9-1-3 0,-4 0-7 16,-5 1-3-16,5-2-8 0,-5 2-1 0,0 0-10 0,0 0-8 15,8 4 0-15,-8-4-6 0,1 7-3 16,-1-1 1-16,0 1 2 0,0 1-3 0,0 2 1 16,0 1 0-16,0 0 0 0,3 2-4 0,-2 3 5 0,-2-4-5 0,1-1 1 15,0 1-1-15,-3 0 2 0,3-3 2 0,0 1-21 0,0 0-20 16,0-4-13-16,0 2-9 0,-1-3-11 16,0 0-9-16,-2 0-4 0,3-3 5 0,0 3 6 15,0-5 8-15,-4 4-26 0,4-4-53 0,0 0-70 16,-11-10-228-16,7 3-477 0,0-2 210 0</inkml:trace>
  <inkml:trace contextRef="#ctx0" brushRef="#br0" timeOffset="75220.87">11963 14191 185 0,'1'-8'337'16,"0"4"-19"-16,-1-2-21 0,0 1-35 16,1 1-21-16,1 1-29 0,-2 3-28 15,1-5-38-15,-1 5-48 0,3-5-42 0,-3 5-28 16,0 0-35-16,12 3-37 0,-5 2-52 0,0-1-53 0,2 3-196 15,-1-1-374-15,0 1 166 0</inkml:trace>
  <inkml:trace contextRef="#ctx0" brushRef="#br0" timeOffset="75622.05">12333 14320 132 0,'0'0'169'0,"0"0"-22"0,-10 5-12 15,2-1-17-15,3 0-8 0,-2 0-15 16,0 4-13-16,-2-1-6 0,3 3-9 16,-4-3-10-16,-1 3-4 0,5 1-8 0,-3 0-2 15,4-4-1-15,-3 5-8 0,4-2-5 0,0 1 0 0,3 0-2 0,-1-2 10 16,2 1 7-16,1-2 1 0,0 1 6 15,2-2 8-15,1-2 6 0,3-1 5 16,1 1 9-16,0-2 6 0,2-1 4 0,0-2 4 16,3 0 8-16,-2 0 7 0,2 0-1 0,0-5 3 0,0 1 5 0,2-4-6 15,-6 2-7-15,6-5-5 0,-2 0-3 16,0 0-8-16,-3-2-10 0,-4 2-7 16,1 0-5-16,-2 2-13 0,-1-1 3 15,0 2-7-15,-1-2-7 0,-3 6-10 0,2-5-2 0,-4 4-10 0,0-1-18 0,-2 3-10 16,-1-2-16-16,-3 2-15 0,1 2-8 0,-1-2-37 15,-1 3-26-15,0 3-31 16,0-3-38-16,-2 4-46 0,-1 0-246 16,6 0-513-16,-1 1 226 0</inkml:trace>
  <inkml:trace contextRef="#ctx0" brushRef="#br0" timeOffset="76349.14">12944 14386 129 0,'-13'2'124'0,"-5"-1"-14"0,0 1-9 0,-1 3-12 16,0 0-9-16,-1-1-6 0,-1 2-14 15,3 1-7-15,-1-2-4 0,0 6-2 0,2-4-9 16,-1 2 3-16,3 0-16 0,5 0 3 16,-3 1-5-16,4-3-5 0,0 1 1 15,2 0-1-15,1 0-7 0,3 1 13 0,0-2 5 0,2-2 2 0,1 1 23 16,1-1 21-16,0 0 19 0,3 0 17 0,1-3 9 16,2 0 7-16,7-2 2 0,0 0 0 15,6-4 3-15,-2-2 8 0,5 1-4 0,-4-2 3 0,8-5 5 0,-5 0 4 16,2-2 8-16,-2-2-2 0,-7 3 1 0,6-8-3 15,-1-1-7-15,-2 2-22 0,2-7 4 16,-2 1-7-16,-1-4-7 0,-2-3-4 0,-2 1 10 16,-4 2 13-16,1 2 15 0,-2 1 4 0,-4 8-13 0,1 2-11 15,-4 5-1-15,2 0-9 0,-1 3-14 0,-1 2-9 16,-1 2-17-16,2 0-24 0,-1 1-29 16,-1-1-43-16,0 5-34 0,0 0-4 15,0 0 18-15,0 0-12 0,-10 21 8 16,3-4 2-16,1 2 7 0,-2 6-32 0,1 1-4 0,2 0-2 0,-2 3-14 0,6-2 10 15,1-1 13-15,0 1-18 0,1-2 7 16,3-6-3-16,1 1 4 0,-1-4 5 16,5 0 5-16,0-3 6 0,-4-4 6 0,8-1 10 0,-2-2 9 0,1-2 12 15,7-1 6-15,1-2 10 0,-3-2 14 0,2-2 6 16,4-1 16-16,-5-1 3 0,1-3 4 16,-1-1-12-16,1 0 15 0,0-3 0 0,-3 1-2 15,-1 1 13-15,-5 0 13 0,-1 3 8 16,0 2 6-16,-4-1-4 0,2 2 1 0,-3 0-13 0,1 1-12 15,2 1-6-15,-6-1-12 0,-1 3-14 0,6-2-20 16,-6 2-17-16,0 0-5 0,0 0-6 16,0 0 4-16,3 7-1 0,-4-2 0 0,-1 2 1 15,-4 2 3-15,5-1 3 0,-4 2-1 0,4 1 1 0,-2-1-10 0,2 1-33 16,-1-2-22-16,0 1-14 0,-2-1-17 0,2-3-16 16,2 0-25-16,-3-1-21 15,3 1-12-15,-2-1-16 0,0-1 3 0,1-2-2 0,1-2 14 0,0 5 5 0,0-5-91 16,0 0-164-16,0 0-475 0,1-15 209 15</inkml:trace>
  <inkml:trace contextRef="#ctx0" brushRef="#br0" timeOffset="76475.42">13419 14238 279 0,'3'-4'371'0,"-2"-4"-11"0,-1 4-17 16,3-1-30-16,-2 2-28 0,-1-2-37 0,0 5-18 15,1-4-41-15,-1 4-40 0,0 0-54 16,3-4-52-16,-3 4-43 0,0 0-19 0,0 0-31 0,10 6-42 0,-5-1-64 15,4 0-62-15,0 1-177 0,1 1-429 0,2-1 190 16</inkml:trace>
  <inkml:trace contextRef="#ctx0" brushRef="#br0" timeOffset="76914.92">13803 14347 167 0,'0'0'184'16,"0"0"-4"-16,0 0-14 0,0 0-13 0,-2 3-9 15,2-3-10-15,0 0-12 0,17 0-12 0,-7 0-10 0,0 0-12 0,3-3-6 16,5 3-9-16,0-2-8 0,1-1-6 16,0-1-4-16,-2 0-10 0,-3 0-1 15,-1 0-2-15,-2-1-4 0,-1 0-2 0,-1 1 22 0,-3 0 15 0,1 0 9 16,-2 1-6-16,-1-2-8 0,-4 3-8 0,0 2-11 15,-8-7-6-15,2 6-7 0,-8 1-5 16,-5 0-3-16,-2 1-7 0,-8 4 1 0,-2 3-6 0,3 0-6 16,-3 2-2-16,3 2-2 0,2 3-1 0,1-1-2 15,4 1-1-15,4-1 0 16,2 1 0-16,3 1-1 0,6-1 0 0,1 3 5 16,2-1 9-16,7-1 8 0,4 0 3 0,3-1 5 0,7-5 4 0,9 5-6 15,3-3 3-15,2-4-4 0,4-2-1 16,3 0 0-16,0-4-3 0,-4-2 9 15,0 0 11-15,-4 0 12 0,-13-2 26 0,1 2 31 0,-5 0 21 0,-5-1 17 0,0-1 15 16,-1 2-24-16,-2 0-8 0,-1-2-13 16,-1 1-33-16,0-2-39 0,-1-3-70 15,-3 6-98-15,-4-4-100 0,-3 1-113 16,1-2-288-16,-7 2-671 0,7-1 298 0</inkml:trace>
  <inkml:trace contextRef="#ctx0" brushRef="#br0" timeOffset="77931.2">15134 13991 187 0,'0'-2'229'0,"0"2"-10"0,0-6-7 0,0 2-13 15,-4 0-7-15,4 4-7 0,4-4-13 16,-4 4-10-16,0-5-9 0,0 5-19 16,0 0-12-16,0-4-15 0,0 4-7 15,0 0-14-15,0-4-11 0,0 4-8 0,0 0-16 0,0 0-20 0,0 0-5 0,0 0-7 16,0 0 1-16,-9 19-1 0,2-4-7 15,0 4-3-15,-3 7 18 0,1 5-7 16,1 6 0-16,-3 9-1 0,-3 3-4 16,0-5-1-16,-2 4 0 0,3 0-3 0,1-2-3 0,3-12-3 0,0 12 2 0,-1 0 2 15,6-12-1-15,-4-5 0 0,3 0 2 16,1-3-4-16,0-9 0 0,-1 0-3 16,4-5 9-16,-3-2-7 0,4-3 4 0,-1-3 2 0,1 3 18 0,-4-4 26 15,4 1 27-15,0-4 28 0,-3 4 0 16,3-4 0-16,0 0-22 0,0 0-5 15,-16-10-3-15,8 1-12 0,1 0-10 16,-3 1-9-16,0-3-2 0,3 5-2 0,-2-4-12 0,-1 3 0 0,2-2-4 16,0 1-6-16,0 0 0 0,1 4-4 15,2-3-13-15,0 2-27 0,1 0-30 16,0 1-38-16,-1 0-35 0,0 0-45 0,0 3-60 0,3-4-77 16,0-1-232-16,1 1-582 0,1 5 257 0</inkml:trace>
  <inkml:trace contextRef="#ctx0" brushRef="#br0" timeOffset="78258.95">14812 14408 187 0,'0'0'169'0,"0"0"-7"15,-4 3-10-15,4-3 3 0,0 0-25 16,0 0-16-16,0 0-6 0,13 3-5 16,0-3-11-16,4 1-9 0,5 1-10 15,9-4-6-15,2 1-6 0,6 1-6 0,-1-6-6 0,-1 5-3 0,-1-1-3 16,0 1-5-16,-3-1-3 0,-5 0-5 0,-9 0 1 16,-2 0-5-16,-5-1 2 0,-1 1 18 15,-2 1 14-15,-2 0 14 0,-2 1 9 0,1-1 1 0,-6 1-5 0,6-2-11 16,-6 2-7-16,0 0-15 0,0 0-10 15,0 0-7-15,0 0-17 0,0 0-15 16,0 0-25-16,-19-2-26 0,19 2-33 16,-16 2-45-16,11-2-50 0,0 0-190 0,5 0-402 0,0 0 177 0</inkml:trace>
  <inkml:trace contextRef="#ctx0" brushRef="#br0" timeOffset="78994.78">15459 14333 2503 0,'2'-4'196'16,"0"0"-38"-16,0 2-18 0,2-1-9 15,-2 1-8-15,-2 2-11 0,4-6-26 16,-4 6-24-16,3-4-13 0,-3 4-11 0,0 0-9 0,0 0-5 0,4-1-10 16,-4 1 4-16,0 0-3 0,1 9-7 15,-1-4 2-15,0 2-7 0,0-1 0 16,0 5 2-16,0-1-2 0,-3 3-1 15,1 1 4-15,1-5-4 0,-1 5 2 0,0 0-4 16,3-4 3-16,-2 1-6 0,1-1 12 0,0-3-6 0,-2 0-1 0,4-2 0 0,-2 0 2 16,0-1 3-16,0 1 9 0,0-5 15 15,4 2 9-15,-4-2-7 0,10-2 6 0,-4-1 11 16,4-2 10-16,-1 0-15 0,0-2-3 16,4-4-2-16,1 1 5 0,0 0-11 15,-1-2-2-15,-3-1-25 0,0 6 25 0,2-4 1 0,-4 5 2 0,-2-3-3 0,-1 4 2 16,-2 2-3-16,-1-4-5 0,2 4-4 15,0 1-5-15,-4 2-5 16,5-4-10-16,-2 1-36 0,-3 3-19 0,5-2-23 0,-5 2 5 0,0 0 4 16,0 0 14-16,6 9-2 0,-2-4-10 15,0 0-5-15,0 0 2 0,2 5 3 16,3-3 0-16,5 3-8 0,-3-2-5 0,7-1-7 0,-1 1-7 0,2-2-1 0,-1-1-3 16,-3-1 4-16,6-1 4 0,-5-1 7 15,0-1 11-15,-2-2 6 0,2-2 6 0,0 1 11 16,-5-4 21-16,7-2 15 0,-8 3 27 0,-1-5 24 15,1 5 20-15,-2-4 24 0,-1 3 15 0,-2-3 13 16,1 1 26-16,0 4 1 0,-2-1 3 0,0 0-4 16,1 1-8-16,-1 1-18 0,-3 1-6 0,3-1-12 15,-4 3-19-15,4-4-9 0,-4 4-18 0,0 0-30 16,5-1-27-16,-5 1 1 0,0 0 10 0,1 10 1 16,-2-6-10-16,1 4 14 0,-5 4-5 0,3-1 1 0,-1-2-16 0,-3 8 15 15,2 0-3-15,1-1-19 0,-3 0-3 0,3-5-2 16,-2 1-11-16,3-2-11 0,-2 0 0 0,2-5 9 15,1-1 6-15,-1 3 6 0,0-4 22 0,2 3 26 16,0-6 32-16,0 4 28 0,0-4-4 0,0 0-4 16,0 0-13-16,14-10-6 0,-9 5-8 0,3-1-4 15,-1-2-9-15,2 0 4 16,-1 0-6-16,0 2-4 0,2-3-6 16,-1 3 1-16,0 0 0 0,-2 1-8 0,-1 0 1 15,-2 3-22-15,2-2 18 0,-1 0-3 0,-1 3-15 16,1-1-20-16,0 0-27 0,1 0-30 0,-6 2-21 0,11 2-30 15,-6 0-37-15,3-2-42 0,2 5-51 0,0-3-49 16,0 2-264-16,2-2-625 0,-2 1 277 0</inkml:trace>
  <inkml:trace contextRef="#ctx0" brushRef="#br0" timeOffset="79895.89">16328 14396 225 0,'-2'-5'235'16,"2"5"-14"-16,0 0-16 0,0 0-10 0,0 0-24 16,0-3-20-16,0 3-13 0,0 0-15 0,0 0-14 15,13 1-18-15,-6-1-11 0,-7 0-16 0,17 1-15 0,-8-2-12 0,3 2-11 16,-1-1-3-16,3 0-6 0,-1 0-9 16,6 0-6-16,-2-2-8 0,2 0-2 0,-1 1-3 15,2-1-3-15,-7 1 1 0,3-2 3 16,-5-3 1-16,2 1 4 0,-3-1 0 0,-1 0 9 0,0 0 17 15,-4 1 17-15,0 2 22 0,0-2 1 16,-3 1-2-16,0 0-7 0,0-1-6 0,-2 5-5 16,-2-6-7-16,-2 4-4 0,-1 0-5 0,-3 1-3 0,-5 1-3 0,1 3-2 15,-7-1-6-15,0 4 1 0,-1 0-3 16,0 1-4-16,3 1 1 0,1 1-2 0,-1 1 1 16,3-1-2-16,0 4 0 0,3-1 1 0,-1 1-4 0,6-2 4 0,0 4-2 15,4-5 3-15,2 6-1 0,4-4 2 16,2-4-7-16,7 6-2 0,6-4-6 15,8-1-6-15,1-2-12 0,4-1-9 16,3-1-10-16,0-3-2 0,1-3 1 0,1-4 5 16,-1 0 5-16,-3-4 2 0,2-2 5 0,-5 1 13 0,-2-5 14 0,1-1 15 0,-4-1 2 15,-2-5 9-15,-1 1 5 16,0-7 7-16,-4 2 9 0,1-6 1 16,-3 1 15-16,1-1 11 0,-3-2 15 15,-3 4 24-15,0 2 24 0,-1 4 23 0,-4 7 8 0,-1 0-14 0,-1 8-21 0,-4 1-14 16,4 3-7-16,-4-4-27 0,4 6-19 0,-4-1-47 15,0 4-16-15,0 0-2 0,0 0-2 16,0 0 2-16,-4 21-2 0,2-4-2 16,-5 7 6-16,1 1-5 0,-1 4-1 0,-3 0 2 0,2 0 0 0,2 5 1 15,0-5 5-15,-2 1-4 0,3-2 3 16,0-4-27-16,3 3-3 0,-1-10 2 0,0 4 0 16,0-6-2-16,2 2 0 0,1-5 0 15,-1-5-2-15,-3 0 9 0,4 0 6 0,0-4 4 0,0 3 5 0,-1-2 3 16,1-4 21-16,-1 5 24 0,1-5 8 0,-3 1-8 15,3-1-2-15,-8-9-5 16,3 5-3-16,-4-2-8 0,-1-1-2 0,-4-2-12 16,-4-1-13-16,-1 0-9 0,-2 0-1 0,-3-1-7 0,3 4-3 0,4-1 6 0,-2 1 0 15,3-1 1-15,2 4 1 0,5 2 3 16,-1-2 8-16,4 2-6 0,1-1-22 16,0 2-2-16,2-4-11 0,3 5-16 0,0 0-4 15,0 0-4-15,28-3-5 0,-8 3-13 16,8 0-19-16,2 3-11 0,3-3 1 0,3 0 6 0,-1 0 10 15,0 3 8-15,1-6 14 0,4 3 3 0,-6 0 7 16,-1 0 17-16,2-1 15 0,-7-1 20 16,3 1 20-16,-12 0 29 0,0 0 24 0,-6 0 28 0,-2 0 30 0,2-1 36 0,-5 2 31 15,-2-2-3-15,1-1-6 0,-1 3-3 16,-6 0-17-16,10-2-7 0,-10 2-13 16,5 0-22-16,-5 0-14 15,5-1-13-15,-5 1-17 0,0 0-30 0,0 0-24 0,7 3-6 0,-6 1 5 0,-1 0-8 0,0 0 1 16,0 2 2-16,0 1 1 0,0-2 1 15,0 6-10-15,0-1-20 0,-1-3-4 16,1 3-22-16,0-1-17 0,-3 1-16 16,2-3-16-16,-2 3-19 0,2-5-18 0,1 2-26 15,0-2-27-15,-4-1-18 0,4 0-7 0,0-4-48 0,-5 4-192 16,5-4-489-16,-10-3 217 0</inkml:trace>
  <inkml:trace contextRef="#ctx0" brushRef="#br0" timeOffset="80061.02">17336 14240 218 0,'0'-4'341'0,"1"1"-29"0,-1 3-32 0,0-8-27 15,0 8-30-15,0-3-34 0,0 3-38 0,0-5-52 16,0 5-34-16,0 0-37 0,0 0-42 16,14 9-52-16,-9-2-64 0,3-4-196 15,-3 2-351-15,4 2 156 0</inkml:trace>
  <inkml:trace contextRef="#ctx0" brushRef="#br0" timeOffset="80409.66">17688 14312 111 0,'-11'2'152'0,"3"0"-18"0,-2 2-18 0,-1 4-11 0,-1-3-14 15,-1 5-6-15,1 2-8 0,-4 0-8 16,5 0-7-16,-1-1-9 0,6 1-2 16,-3-3-7-16,5 2 25 0,-1 1 2 0,1-2 1 0,4 0 4 0,1 0 0 0,3 0 3 15,5-1 0-15,0-2-3 0,3 0-3 16,-1-3-2-16,7 0-4 0,2-1-2 16,-3 1-3-16,3-4 2 0,0 0 10 15,-2-3 15-15,-2 1 6 0,-3-4 3 0,-4 2 3 0,5-2-7 0,-4-1-5 0,0 1-9 16,-2-4-5-16,0 0-10 0,-2-1-7 15,-2 1-7-15,0-2-4 0,-3 2-9 16,-1-2-2-16,-1 0-8 0,-4 3-8 16,-3-1-8-16,0 2-10 0,-7-4-11 0,4 7-2 15,-5-1-14-15,0 0-17 0,-4 4-28 0,2-1-27 0,-1 3-41 16,8 0-53-16,-4 3-70 0,3-2-149 0,2 2-444 16,3 1 196-16</inkml:trace>
  <inkml:trace contextRef="#ctx0" brushRef="#br0" timeOffset="80749.25">17987 14391 224 0,'0'0'331'16,"7"0"-33"-16,-7 0-33 0,0 0-29 15,0 0-32-15,0 0-19 0,6 0-20 0,-6 5-19 16,0-5-16-16,0 8-13 0,0-1-10 0,0 1-11 0,-2 1-12 0,-1 2-5 0,-1 0-24 15,4-2-10-15,-6 3-14 16,5-3-14-16,-3 2-14 0,1-5-2 16,2-2-3-16,1 2 0 0,-3-4 11 0,3 3 30 0,0-5 29 0,0 4 9 0,0-4-5 15,0 0-9-15,18-9 1 0,-9 4 12 16,3-2-6-16,3 1-5 0,1-2-5 0,0-1-5 16,-2 1 2-16,0 4 5 0,-2-1-17 15,-2 2-3-15,-1-2-10 0,-1 2-3 16,-1 2-4-16,1 0-7 0,2 2-4 0,-1 1-17 0,1 3-23 0,3 1-29 15,-3 2-37-15,3 0-53 0,-3 2-82 16,2 1-325-16,-1-4-597 0,-2 0 264 0</inkml:trace>
  <inkml:trace contextRef="#ctx0" brushRef="#br0" timeOffset="112335.31">14656 12722 93 0,'0'0'193'0,"0"0"-5"16,0 0-8-16,3-3-11 0,-3 3-12 0,0 0-4 0,1-4-10 15,-1 4-3-15,0 0-8 0,0 0-5 0,0 0-8 16,0 0-5-16,0 0-6 0,0 0-4 15,0 0-10-15,0 0-6 0,-1-6-9 0,1 6-7 16,0 0-7-16,0 0-10 0,0 0-4 0,0 0-3 0,0 0-8 16,0 0-11-1,0 0-5-15,-4-2 0 0,4 2-4 0,0 0-5 16,-13 2-7-16,2 0 1 0,-6 1-1 0,-2-1-1 16,-9 4-2-16,1 1 0 0,0 0-2 0,-4-2 0 15,3 3 0-15,-1-2 2 0,0 4-2 0,-1-3 1 16,2 3 0-16,10-1-5 0,-2-3-1 0,3 3 1 15,3-4-4-15,2 5-13 0,1-6-11 0,3 1-7 16,3 2 4-16,1-1 0 0,2-2 3 0,0 4 7 0,4-1 3 0,4 1 3 16,1 1 2-16,9 1-3 0,6 5 3 0,6-4 3 15,7-1 2-15,-1 4 1 0,1-3-2 0,-2 2-3 16,1 0 9-16,1 0-1 0,-6-2-4 0,2 6-1 16,-4-3 5-16,-4 1 2 0,-8-3-3 0,-1 2-5 15,-4 1 2-15,-2-1 1 0,-3-4-3 0,-3 4 2 16,-4-4 1-16,-4 2 2 15,-3-2 4-15,-8 2-2 0,-11 0 0 0,2-2 3 16,-4-2 2-16,-6 1-2 0,4-4 3 0,0 0 1 16,-2-2 0-16,2-2-1 0,1-1 1 0,2 0 1 15,7 0-2-15,0-1 4 0,4-2 0 0,8 3 2 16,-4-2 15-16,8 1 5 0,-1-1 8 0,2 1-3 16,4-3-24-16,1 4-19 0,8-7-8 0,-1 2-9 15,8 2-19-15,6-1-24 0,7-2-9 0,-1 1-33 0,4-1-32 16,-2-1-31-16,0 3-147 0,-2 2-347 0,1-1 154 0</inkml:trace>
  <inkml:trace contextRef="#ctx0" brushRef="#br0" timeOffset="112567.49">14792 13082 101 0,'1'-4'275'0,"3"-2"-7"0,1 5-7 0,-4-4-12 0,2 2-13 15,-1-2-22-15,-2 5-19 0,3-3-21 16,-3 3-6-16,1-4-29 0,-1 4-15 0,3-2-20 0,-3 2-17 15,0 0-26-15,0 0-12 0,0 0-6 0,0 0-7 16,0 0-5-16,1 13-3 0,-2-7-5 0,1 4 1 16,-2-1-4-1,0 1-2-15,2 3-1 0,-1-2 7 0,-1-2-12 16,1 3-15-16,0-2-8 0,-1 0-19 0,1-1-11 0,0-2-16 16,-1 1-15-16,-1-1-6 0,-1-4-14 0,1 2-5 15,0-1-27-15,-1-1-40 0,0-1-205 16,4-2-400-16,-14-5 177 0</inkml:trace>
  <inkml:trace contextRef="#ctx0" brushRef="#br0" timeOffset="112721.52">14747 12876 128 0,'5'-11'173'0,"0"3"-19"0,-1 1-11 0,1 4-15 0,0-1-15 16,2-1-12-16,-2 4-25 0,0-1-23 15,0 2-20-15,2 3-22 0,0-1-22 0,-2 3-26 16,0 0-32-16,0 0-97 15,-1 1-181-15,2 0 80 0</inkml:trace>
  <inkml:trace contextRef="#ctx0" brushRef="#br0" timeOffset="113169.13">15079 13014 253 0,'0'0'243'0,"0"0"-24"16,3-2-26-16,-3 2-22 16,0 0-20-16,0 0-21 0,0 0-12 15,0 0-12-15,0 0-15 0,0 8-9 0,0-8-10 16,-2 9-4-16,1-2-10 0,1 1-6 0,-1 3-6 0,-2 0-7 15,1 1 0-15,-1 2-2 0,1 2-9 0,-2-1 0 16,0 2-4-16,3-5-6 0,-4 3 1 0,2-3-1 16,-1-1-1-16,2-2-1 0,-1-3 0 0,1 1-1 15,0-2 2-15,2 0 24 0,-1-2 41 0,1 1 45 0,0-4 42 0,5 3-1 16,-5-3 1-16,0 0-38 0,13-12-15 16,-4 2-8-16,5-1-15 0,0-2 4 0,1-1-23 15,3-6-5-15,4 3-19 0,-8 0 0 0,0 7-4 16,0-4-11-16,-1 7 5 0,-4 0-8 0,-3-1-16 0,2 4 6 15,-3 2-5-15,-3-3-15 0,2 2-28 0,0 3-13 16,-4 0-4-16,0 0-6 0,11 4-2 0,-7 0-5 0,3 2-14 16,-3 4-10-16,0 1-23 0,-1 1-25 0,3 4-19 0,0 1-32 15,-2-1-45-15,-2-1-67 0,1-2-151 16,-1-2-480-16,2-3 213 0</inkml:trace>
  <inkml:trace contextRef="#ctx0" brushRef="#br0" timeOffset="114002.65">15764 12908 196 0,'0'-3'198'0,"0"3"-4"16,0 0-13-16,4-4-16 0,-4 4-10 0,0-2-23 15,0 2-10-15,0 0-14 0,0 0-14 0,0 0-16 16,0 0-8-16,0 0-9 0,0 0-5 0,0 0-7 15,1 16-13-15,2-9-3 0,-7 5-4 0,4 4 0 0,-4-5-7 16,2 8-2-16,-2 1 1 0,-3 4-6 0,2 1-1 16,1-2 0-16,-4 2 0 0,4-6-4 0,-3 0 1 15,3-4 2-15,0 2 0 0,1-2-5 0,-2-3-1 16,2-1 1-16,1-4-2 0,0-1-1 0,1 1 19 16,0-4 17-16,-1 1 28 0,2-4 36 0,0 5 34 15,0-5 41-15,0 0 15 0,0 0-21 0,0 0-23 0,8-9-14 0,0-1-11 16,2-4-16-16,3 1-12 0,1-2-15 0,5-6-27 15,1-1-15-15,2 2-5 0,1 1-1 0,-5 3-8 16,0 4-3-16,-4 0-2 0,-3 4-2 0,0 1-6 16,-2 0-5-16,-3 4 1 0,0 0-13 0,1 0-19 15,-3 0-9-15,-4 3 3 0,10 4 2 0,-4 1 4 16,2 2-1-16,0 3 1 16,-3-1 3-16,1 7 3 0,2 0 1 0,-2 2 2 15,-1-1-1-15,0 1 4 0,-2 1-7 0,-2-4-6 16,3 2-2-16,-4-3-5 0,5-1-9 0,-5-2-16 15,1-1-7-15,-2-3-19 0,2 2-23 0,-2-3-24 16,2-1-18-16,-2 1-23 0,1-2-27 0,0-4-18 16,0 7-33-16,0-7-139 0,0 0-418 0,0 0 185 15</inkml:trace>
  <inkml:trace contextRef="#ctx0" brushRef="#br0" timeOffset="120090.45">16239 12980 54 0,'4'-3'126'0,"-4"3"-8"0,4-2 0 0,-4 2 6 16,0 0 0-16,0 0 7 0,3-4 0 15,-3 4-7-15,0 0-3 0,2-6 0 16,-2 6 1-16,0 0-10 0,3-2 2 0,-3 2-10 15,0 0-7-15,0 0-7 0,5-4-11 0,-5 4-7 16,4-3-6-16,-4 3-10 0,0 0-2 16,5-5-9-16,-1 4-6 0,1 0-6 0,0-1-2 15,5 2-5-15,-2-1-4 0,3 2 0 0,1 1-4 0,-1-1-4 0,2 0-5 0,0 6-1 16,-2-4-8-16,7 7-3 0,-9-4-6 16,6 4-4-16,-3 3 0 0,-3 1 2 0,1 0-1 0,-5 1 0 15,0 0 1-15,-1 2 0 0,-4 1-2 16,-1-3 0-16,-2 0 2 0,-2 1-3 0,-2 0 2 15,-1-4 4-15,-4 0-2 0,2-1 5 0,-2-1 0 16,1-5 6-16,0 2-4 0,1-2 4 16,1 0 0-16,0-2 3 0,1 1 15 0,4-1 9 15,-1-2 14-15,1 0 17 0,4-1 22 16,0 0-7-16,0 0-13 0,-4-9-8 16,9 2-7-16,4-3-4 0,7-2-4 0,4-5-5 0,6-3-4 0,-1 1-4 0,3 0-5 0,2-1-1 15,-1 3-2-15,-1 0-3 0,-2 1-1 16,-8 6 0-16,0-2-2 0,-3 3 2 0,-2 3-3 15,-3 1-1-15,0 0-4 0,-3 1 2 16,-1 1-5-16,-1 1-3 0,-1 0-2 0,0 1-6 16,-4 1-2-16,0 0 1 0,0 0-2 0,-3 10 2 15,-3-1 0-15,-6 4 4 0,0 0-2 0,0 3-3 16,0 1 2-16,1 0-1 0,1-3-2 0,2 3 1 16,-1-2 2-16,7-1 4 0,-1 1 2 0,3 2-1 15,7-2 3-15,5-1 1 0,12 3 2 16,7-3-24-16,6 1-50 0,18-1-68 0,2 1-96 0,-3-8-182 0,-13-3-451 0,-1-3 200 15</inkml:trace>
  <inkml:trace contextRef="#ctx0" brushRef="#br0" timeOffset="-209162.35">17602 12460 185 0,'0'0'178'0,"-2"-5"-13"0,2 5-14 0,0 0-12 0,2-2-12 16,-2 2-11-16,0 0-15 0,0 0-10 0,0 0-7 15,1-5-16 1,-1 5-6-16,0 0-12 0,0 0-5 0,0 0-10 15,0 0 3-15,0 0-12 0,-15 14-11 0,3-1 6 0,2 4-5 16,-8 9 1-16,-4 3-10 0,2-1 7 0,-8 12-4 16,7-11-3-16,-4 13-1 0,9-12-1 15,1 0 2-15,2-1-5 0,2 2 0 0,2 1 1 16,1-3 0-16,8 0-1 0,0 2-1 0,8 3 4 0,2 0 1 16,9-3-3-16,16 5 8 0,1-4 0 0,8-1-2 0,2-8-1 15,4-2 1-15,0-1-33 0,-2-5-31 0,2-2-49 16,-15-3-176-16,1-4-303 0,-4-2 134 0</inkml:trace>
  <inkml:trace contextRef="#ctx0" brushRef="#br0" timeOffset="-208561.17">18216 12639 47 0,'0'0'214'0,"0"-5"-17"0,0 5-17 16,0-5-23-16,0 5-18 0,3-3-19 0,-3 3-19 16,0 0-18-16,0 0-3 0,0 0-10 0,0 15-11 0,0-5-6 0,-3 2-5 15,1 8-11-15,-5 2-1 0,3 6-7 0,2-2-1 16,-7 4 0-16,0-1-8 0,1-2-3 15,0 0 1-15,1 0-3 0,-1-4-6 0,-1 2 2 0,3-6-4 16,0 0 3-16,1 0-3 0,-1-4 3 0,1-1-2 16,1-3-2-16,-2-1 0 0,2-1 5 0,2-2-3 15,-2-1 0-15,3-2 1 0,-2 0-5 0,2 1 13 0,-2-2-8 16,2 1-6-16,1-4-3 0,-3 5-12 0,3-5-24 0,-4 0-83 16,4 0-173-16,0 0-317 0,-6-9 140 15</inkml:trace>
  <inkml:trace contextRef="#ctx0" brushRef="#br0" timeOffset="-208276.08">18197 12811 64 0,'4'-2'206'0,"-4"2"-25"0,6-5-18 0,-2 5-13 15,1 0-17-15,3 0-4 0,6 0-8 0,-2 1-16 16,1 3-10-16,4 0-1 0,2 4-7 0,-2-2-5 15,0 1-10-15,-1 1-9 0,-2 0-9 0,-3 1-7 0,1-2-3 0,-7 1-6 16,3 0-7-16,-3 1-5 0,-1-4-12 0,1 2 5 16,-5 1-14-16,-5-2 0 0,1 2 3 0,-5 0 7 15,-4 1-7-15,-8-2-1 0,-5 0-1 0,-1-2 0 16,-1 2 1-16,0-3 0 0,6-1-1 0,2-2-1 16,-3-1-2-16,3 1 0 0,1-1-1 0,2 0 2 15,4 1-2 1,1-1 2-16,2-1-2 0,2 1-22 0,8 0-19 0,-12 0-45 15,12 0-54-15,-4-4-169 0,4 4-334 0,0 0 148 16</inkml:trace>
  <inkml:trace contextRef="#ctx0" brushRef="#br0" timeOffset="-207873.46">18594 12909 108 0,'0'0'230'0,"0"0"-24"16,0 0-14-16,0 0-4 0,0 0-17 0,0 0-19 0,0 0-15 16,0 0-14-16,0 0-17 0,0 0-6 15,22-4-15-15,-8 4-11 0,-2-2-10 0,2 0-8 16,4-1-10-16,0-1-12 0,0 3-7 0,-1-5 2 15,0 1-3-15,-3 2-5 0,2-4 0 0,-3 2 1 16,-2 2-2-16,0-2-4 0,-1-1 8 0,-1 1 6 16,-3 1 7-16,2 0 7 0,-4 1 1 0,-3-1-2 0,2 1-6 0,-2-1-8 15,-1 4-3-15,-4-5-5 0,4 5-1 0,-13 0-3 16,2 0-3-16,-2 0-3 0,-1 4-4 0,0 1-1 16,-5 3-2-16,0-1 1 0,2 1-1 0,1 3-5 15,-1-1 1-15,1-1 0 0,0 4 0 0,2-1-5 16,1 2-11-16,3-2-12 0,1 1-17 0,4 0-20 15,0-2-12-15,1 0-24 0,2 0-7 0,0-4-10 0,6 2-19 0,-3-3-41 16,3 1-123-16,0-3-324 0,1-2 144 0</inkml:trace>
  <inkml:trace contextRef="#ctx0" brushRef="#br0" timeOffset="-207404.82">18914 12838 157 0,'6'-3'192'0,"0"1"-14"0,1-1-21 16,-1 3-11-16,2 0-18 0,4 0-14 16,-3 0-1-16,2 4-17 0,1 2-12 0,-2 1-5 0,0 1-5 15,1-1-10-15,-2 2-5 0,3 3-8 0,-2-2-1 16,-5 2-7-16,3 1-7 0,-3-2-3 0,-1-1-2 16,-4 2-1-16,1-2-4 0,-1 0-10 0,0-5 0 0,-1 4-4 0,0-2 2 15,-2-2 1-15,2 0 3 0,-3 0-3 0,4-3 1 16,0 3 11-16,0-5 16 0,-3 2 22 15,3-2 22-15,0 0 8 0,0 0-7 0,0 0-22 16,0 0-16-16,8-12-7 0,2 3-5 0,-1 1-6 16,7-4-7-16,0-2-3 0,3 4-1 0,-1-2-5 0,5-2-1 15,-6 5-2 1,0-2-2-16,0 2 1 0,-8 4 4 0,4-2-1 16,-3 2-4-16,-1 2-2 0,0 1-1 0,-2-2-3 15,-1 1-4-15,-1 1-2 0,-5 2-7 0,9-1 3 0,-9 1-1 16,5 3 2-16,-1 0 0 0,0 3-1 15,-4 0 1-15,2 0-4 0,-2 4 5 0,2 0-2 16,-4 0-2-16,2 2 2 0,0 0-2 0,-2 5 2 16,-2-5 6-16,4-1-4 0,-1 1 3 0,-2-1 0 0,3-1-1 0,-2 1 1 15,-1-5 1-15,3 1-2 0,-1 0 3 0,1-4-2 16,-3 2-5-16,3-1 1 0,0 0 6 0,0-4 1 16,-1 5 4-16,1-5 5 0,0 0-3 0,-1 4-1 15,1-4-24-15,0 0-55 0,0 0-45 0,-4-16-36 16,1 7-37-16,3-3-196 0,3-3-417 0,-2-4 186 15</inkml:trace>
  <inkml:trace contextRef="#ctx0" brushRef="#br0" timeOffset="-207273.66">19323 12784 106 0,'2'-9'212'0,"0"-1"3"0,-1 0-13 0,0 4 4 16,-1 0-16-16,3 0-16 0,1 1-20 0,-2 1-15 16,-1-2-18-16,2 3-24 0,2 0-24 0,-1 2-23 15,2 0-28-15,-1-1-43 16,-5 2-41-16,16 0-37 0,-7 2-68 0,-2-2-102 15,1 1-292-15,0 1 130 0</inkml:trace>
  <inkml:trace contextRef="#ctx0" brushRef="#br0" timeOffset="-206903.77">19667 12779 51 0,'-11'1'138'0,"4"2"-17"0,-1 3-9 0,0-3-17 16,1 5 0-16,-5 0-18 0,1 2-9 15,2 0 3-15,0 1-13 16,0 3-16-16,1 0 2 0,1 2-6 0,1-5-2 16,-1 4-10-16,4 1 11 0,-1 1-7 0,2-5-4 15,2-2 20-15,0 2 0 0,1-3 6 0,2 1 3 16,-1-1 14-16,2-4 4 0,1 1 20 0,-1 1 9 15,1-3 7-15,3-2 7 0,-1-1 2 0,4-1 6 16,1 0-3-16,-1-1-4 0,0-1-1 0,3-4-8 16,-2 0 0-16,4-3-11 0,-7 1-10 0,0 0-4 0,4-1-8 0,-4 0-2 15,-3-1-7-15,2-1-9 0,-2 0-7 0,-3-1-9 16,1 2-8-16,-3 1-6 0,-1 0-8 0,-1-1-13 16,1 2-1-16,-4-2-21 0,0 3-13 0,-1 0-19 15,-4 0-21-15,0 2-24 0,0 0-24 0,-5 2-29 16,3-1-34-16,-3 1-31 0,2 3-214 0,2-4-461 15,2 3 205-15</inkml:trace>
  <inkml:trace contextRef="#ctx0" brushRef="#br0" timeOffset="-206502.69">19945 12825 155 0,'0'0'230'16,"0"0"-29"-16,0 0-27 0,0 0-16 0,0 0-16 15,4 3-20-15,-4-3-12 0,0 7-10 0,0-2-14 16,0 2-6-16,0-2-10 0,-4 5-3 0,4 0-11 16,-4 2-3-16,0 0-5 0,3 0-11 0,-3 2 2 0,-1-2-4 0,4 0-5 15,-3 2 0-15,3-3-6 0,-3-2-2 0,4 0-1 16,-3-1 2-16,2-5-7 0,1 3 4 0,0-3 21 15,0 2 29-15,0-3 27 0,0-2 34 0,0 4 24 16,0-4-15-16,0 0-17 0,14-6-12 0,-1 3-6 16,0-2-9-16,2-4-10 0,3 1 2 0,1-1-25 15,-1 0-4-15,0 1 0 0,0 1-10 16,-3 0-8-16,-1 2-2 0,-3 2-9 16,0 1-2-16,-1-3-7 0,0 5-6 0,0 0 4 15,2 0-10-15,-3 5-3 0,0-2-3 0,4 2-4 16,-3 3-12-16,0-2 3 0,-1 4-19 0,-2-1-21 15,2 4-26-15,2 0-38 0,-5-3-53 0,1 2-66 16,-2-1-291-16,-1-1-566 0,-3-4 250 0</inkml:trace>
  <inkml:trace contextRef="#ctx0" brushRef="#br0" timeOffset="-204937.36">20368 12947 39 0,'0'-5'234'15,"1"2"-12"-15,3-2-4 0,-4 0-14 0,0 1-15 16,0-1-15-16,0 0-17 0,0 1-15 15,0-2-15-15,-4 1-13 0,2 1-17 0,-6-1-10 0,-2-2-7 0,-3 2-8 0,-5 0-5 16,-2 0-8-16,-8 0-10 0,0 0-4 0,-2 5-6 16,2 0-5-16,-3 0-4 0,3 5-5 0,0-2-2 15,3 2-4-15,4 2-4 0,1-2 0 16,-1 4-2-16,1-3-2 0,2 3-4 0,0 0-1 16,4 1-1-16,0 4 2 0,2-4 0 15,6 0-5-15,-2 6 3 0,2-1 1 0,6-3-3 16,0-1 1-16,5 0 1 0,0 0 1 0,2-2 1 15,3 0 1-15,1-3 0 0,2 0-1 0,6-1 3 0,-1-2 3 0,0-6 11 0,5 3 12 16,3-7 6-16,-6 0 12 0,6-5 13 16,-9 3 1-16,1-2 8 0,4-8-3 0,0 1 0 15,-3-5 0-15,-1 0-11 0,0-3-11 0,0-2-2 16,-3-2 3-16,4-1-17 0,-6-3 4 16,-3 3-2-16,-1-1-1 0,-2 1 14 0,0 4-1 15,-2 0 1-15,-5 7 4 0,4 2 2 16,-3 1 3-16,-1 7-4 0,3-1-10 0,-2 3-2 15,-2 1-2-15,2 0-12 0,1 3-2 0,-2 0-10 16,2 0-9-16,-2 4-13 0,0-4-31 0,0 4-2 16,0 0 6-16,0 0 1 0,-2 15 1 0,0-3 7 0,1 4 4 0,-3 2-6 0,-2 9 4 15,3-3-4-15,-2 4 7 0,0-3 8 0,4 2-6 16,-2-2 5-16,3 1 2 0,-2-7-3 16,0 8 4-16,2-8 6 0,2 0-7 0,-2 1 3 15,2-3 12-15,-2 0-11 0,0-4 4 0,3 4-6 16,-1-2 0-16,2-5 4 0,-4 0-1 0,5 0 5 15,-5-4-1-15,0 0-5 0,3 1 2 16,-3 0 3-16,0-5 1 0,2 5 4 0,-2-4-2 16,0-3-4-16,0 3 20 0,0 1-14 15,0-4 5-15,0 0-3 0,2 5 4 0,-2-5 1 16,0 0 0-16,7 1-19 0,1-1-23 0,2-3-39 16,7-1-55-16,3-2-93 0,13-3-82 0,2-3-230 0,13-4-572 0,1 0 254 0</inkml:trace>
  <inkml:trace contextRef="#ctx0" brushRef="#br0" timeOffset="-204038.41">21061 12763 23 0,'-7'-4'282'0,"7"4"-18"16,0 0-15-16,0 0-14 0,0 0-21 0,0 0-26 16,0 0-34-16,0 0-29 0,9-4-26 15,-2 3-31-15,-1 1-30 0,7-1-47 0,0 1-41 16,4-2-42-16,1 2-59 0,0-2-123 15,-2-1-295-15,-4 3 131 0</inkml:trace>
  <inkml:trace contextRef="#ctx0" brushRef="#br0" timeOffset="-203866.73">21095 12847 141 0,'0'0'244'0,"-4"0"-18"0,4 0-23 16,0 0-22-16,16 0-14 0,-1 0-21 15,4-2-17-15,14 0-21 0,-1 1-50 0,3-2-75 16,-2-3-71-16,-1 1-162 0,-1-1-270 0,-2 2 119 16</inkml:trace>
  <inkml:trace contextRef="#ctx0" brushRef="#br0" timeOffset="-201860.53">22009 12493 5 0,'0'0'261'16,"0"0"-8"-16,0 0-4 0,0 0-14 15,0 0-18-15,0 0-21 0,0 0-22 0,6-4-19 16,-6 4-14-16,4-2-20 0,2 0-11 0,-6 2-10 16,13-1-14-16,-6 1-10 0,3 1-9 0,1 1-5 15,2 0-7-15,-1 1-11 0,-1 1-11 0,3 4-8 16,-5-2-10-16,0 2 2 0,-1 1-17 0,2 0-3 15,-5 5-5-15,2 2-5 0,-5 1-2 0,-2 0-11 16,-4 0-8-16,-2 3 2 0,-3-3-1 16,-8 4 3-16,-2 1 4 0,1-5 2 0,-7-1 0 15,2 0 5-15,0-3 3 0,6-2 0 0,-1-1 3 16,3-1 1-16,0-4 2 0,3 5 1 0,3-5-5 16,-1-1 5-16,2 1 2 0,2-2-3 0,-1 1-4 15,1-2 6-15,5 1 0 0,-2 1 7 0,3 0 7 16,0 1-1-16,0-1 1 0,5-1 8 0,0 2-2 15,3-1-3-15,5 1 7 0,1-2-7 0,3 2 0 0,0 1 1 16,4-2-1-16,-2 0-2 0,0 1-25 0,3-3-36 0,-3 1-48 16,4 1-58-16,-5-4-181 0,-3 0-368 0,4-2 163 15</inkml:trace>
  <inkml:trace contextRef="#ctx0" brushRef="#br0" timeOffset="-201492.92">22419 12671 137 0,'0'0'293'0,"4"-3"-36"0,-4 3-31 0,0 0-21 16,4-2-31-16,-4 2-22 0,0 0-23 16,0 0-6-16,0 0-21 0,1 10-8 0,-2-2-13 0,-1 0-6 0,-2 0-6 15,0 4-9-15,-3 2-6 0,-2-1-5 0,-1 2-5 0,-2-1-8 16,2 1-2-16,1-4-1 0,2 1-6 0,0-4-4 15,1 0 4-15,-1-3-6 0,6 0 2 0,-3-2-2 16,-1 0 4-16,4 1 8 0,-2-2 40 0,3-2 50 16,0 0 21-16,-2 3 21 0,2-3-20 0,0 0-16 15,0 0-24-15,9-13 0 0,-4 9-14 0,1-4-11 0,2 1-7 16,0 1-15-16,-1-2 5 0,2 1-7 0,0 2-7 16,-1 0-8-16,-2 1-9 0,2 0-5 0,-3 3-10 15,1-2-8-15,2 3-8 0,0 0 5 0,-2 0-27 16,1 3-12-16,3-2-12 0,-3 3-12 0,1 3-19 15,1-2-17-15,0 3-31 0,-1 1-30 0,-1-3-35 16,1 2-28-16,-2-1-26 16,-2-2-252-16,1 2-535 0,-1-4 236 0</inkml:trace>
  <inkml:trace contextRef="#ctx0" brushRef="#br0" timeOffset="-201207.72">22349 12562 35 0,'-4'-2'238'0,"4"2"-15"0,-8-3-10 0,8 3-4 16,-1-3-4-16,1 3-14 0,0 0-27 0,0 0-12 16,9-6-17-16,1 5-6 0,11 1-22 0,9-3-9 0,5 2-11 15,17 0-7 1,-1-1-9-16,8 0-7 0,0 1-10 0,2-1-4 15,-7 2-9-15,-2 0-5 0,-17 0-3 0,-1-2-8 16,-13 1-10-16,-1-1-4 0,-8 2-5 0,2-2-12 16,-7 2-17-16,1-1-13 0,-8 1-19 0,0 0-14 0,0 0-8 15,0 0-20-15,-36 0-11 0,8 0-31 16,-3 1-30-16,1-1-147 0,-1 2-342 0,2 0 151 16</inkml:trace>
  <inkml:trace contextRef="#ctx0" brushRef="#br0" timeOffset="-200806.75">21810 12932 145 0,'12'5'201'0,"1"-5"-15"0,6 0-20 0,14-3-15 16,6 3-16-16,17-4-4 0,5 1-1 15,3 5 2-15,28-6-14 0,-28 1-3 0,-4 1-14 0,2 0-12 0,-5 1-11 16,-5-3-2-16,-12 3-10 0,-2 0-6 0,-7-2-6 16,-3 3-3-16,-9-3-8 0,-5 3 0 0,-2-1-5 15,-4 0-4-15,-2 1-1 0,2 0-9 0,-8 0-6 16,7-2-9-16,-7 2-14 0,0 0-41 0,0 0-33 16,0 0-28-16,-21-5-48 0,8 3-185 0,0 1-367 15,1-3 163-15</inkml:trace>
  <inkml:trace contextRef="#ctx0" brushRef="#br0" timeOffset="-200205.51">22226 13068 106 0,'0'0'261'15,"0"0"-30"-15,0 0-24 0,0 0-23 0,0 0-21 16,-1-2-18-16,1 2-20 0,0 0-13 0,0 0-13 16,0 0-7-16,0 10-11 0,-1-2-11 0,-2 1-4 15,2 2-6-15,-2 1-13 0,1 0-2 0,-1 2-6 16,-2 1-2-16,0 1-4 0,0 0-5 0,2-6-1 15,1 1-3-15,-1 0-7 0,0-5 1 0,2 1 2 0,0-2-4 0,0 2 1 16,-2-2 3-16,2-2 19 0,-1 2 23 0,2-5 36 16,0 4 35-16,0-4 25 0,0 0-11 0,0 0-16 15,16-9-15-15,-7 2-11 0,1-3-10 0,4 0-8 16,3-2-13-16,-3 1-7 0,2 0-8 0,1-3-2 16,-2 4-6-16,2 2-7 0,-7 1-2 0,-1 0-7 15,0 0-9 1,-4 4-8-16,4-2-4 0,-4 3-8 0,0 0-6 0,0 1-4 15,2 1-12-15,-7 0 0 0,13 3-6 0,-7 0 1 16,-1 2-4-16,5 2 1 0,-2 0-6 0,1 0-6 16,-1 1-7-16,2 1-13 0,-1 1-20 0,0 0-24 15,0-1-22-15,2-1-20 0,-4 1-23 0,3-3-33 16,1 0-46-16,-6-3-209 0,3-1-490 0,1-2 217 16</inkml:trace>
  <inkml:trace contextRef="#ctx0" brushRef="#br0" timeOffset="-199757.57">23197 12213 48 0,'0'0'163'0,"0"0"-20"16,8 10-16-16,-2 0-14 0,3 5-2 0,3 9-8 31,3 8-4-31,2 10-7 0,2 4 1 0,1 3-11 16,-3 9 0-16,7 23 2 0,-15-24-17 0,1 3-3 16,-6-2-10-16,-6 2-6 0,-7 23-2 0,0-30-1 0,-4 3-8 15,-4-5-4-15,-3-3 1 0,-2-2-9 16,-5-2 3-16,-2-3-2 0,-7-3-1 0,-8-4-5 0,1 0 1 15,-8-5-9-15,-32 11 5 0,1-8-32 0,20-15-78 16,-37 5-213-16,34-9-331 0,0-4 146 0</inkml:trace>
  <inkml:trace contextRef="#ctx0" brushRef="#br0" timeOffset="-194888.45">19306 14260 297 0,'0'-5'280'16,"0"5"-26"-16,-1-3-27 0,1 3-26 15,0 0-25-15,0 0-22 0,0 0-16 0,0 0-18 0,0 0-13 0,0 0-11 16,0 0-8-16,-1 13-11 0,1-6-10 16,1 3-7-16,-1-1-5 0,0 2-7 0,1 3-5 0,-1-2-3 15,0 0-5-15,3-1-2 0,-3 2-4 16,1-1-4-16,-1 0 0 0,0 0-1 16,0-5-4-16,0 5-2 0,-1-3-4 0,-2 0 2 0,3-2 1 0,0 0-3 15,-2-1-2-15,-1-1 8 16,2 1-9-16,-2-3-6 0,2 4-1 0,-2-5-9 15,3-2-4-15,-7 4-26 0,0-4-43 0,7 0-49 0,-12-4-59 16,4-1-216-16,-1-4-435 0,1 0 192 16</inkml:trace>
  <inkml:trace contextRef="#ctx0" brushRef="#br0" timeOffset="-194720.63">19274 14123 50 0,'4'-8'299'0,"-4"-2"-21"0,4 5-16 16,-3-4-25-16,2 4-18 15,-2 0-19-15,-1-2-22 0,5 4-22 16,-4-1-18-16,2 1-13 0,1-2-26 0,0 5-30 0,1-2-29 0,-5 2-35 16,10 0-40-16,-2 2-44 0,-2 3-45 15,2-3-51-15,-2 0-149 0,2 1-351 0,-2 0 155 0</inkml:trace>
  <inkml:trace contextRef="#ctx0" brushRef="#br0" timeOffset="-194361.77">19733 14163 194 0,'0'0'284'0,"8"-4"-25"0,-8 4-31 16,0 0-22-16,0 0-24 0,0 0-21 0,0 0-19 0,0 0-14 15,0 0-15-15,0 0-10 0,0 0-8 16,-9 12-14-16,2-7-7 0,3-1-4 0,2 3-6 0,-3 1-10 0,-3-1-6 15,3 3-3-15,1-3-7 16,-1 3 0-16,2-3-4 0,2 4-6 0,1-4-2 16,0 0-1-16,4 2-4 0,1 1 0 15,0-1-4-15,4-2 1 0,4 1-1 0,1 1-1 0,4 1-4 16,-1-3-2-16,1 3-12 0,-3 0-6 0,-1-2-9 0,-4 0 2 0,2-2-8 16,-3 1-2-16,-3-1-6 0,-2-2 2 15,-2 0-3-15,0 3 1 0,-4-3 8 0,-1 0 4 16,-6 5-1-16,-8-3 10 0,-1 1-3 15,-9 3 3-15,-1-4-1 0,1 2 6 0,7-3-6 0,-2 0 2 16,-5 2 3-16,7-4-3 0,2 2-15 0,-3-1-35 0,4 1-62 16,6-3-63-16,0-2-168 0,5 0-379 15,6 0 168-15</inkml:trace>
  <inkml:trace contextRef="#ctx0" brushRef="#br0" timeOffset="-193186.52">21158 14146 163 0,'-18'-2'197'0,"-1"2"-20"0,-9 2-5 15,-2 3-14-15,2 3-18 0,1 1-16 0,-1 3-11 0,0 3-17 16,3-1-7-16,1 0-9 0,0 3-12 0,3 0-5 15,5-2-8-15,2 0-6 0,5-1-6 0,-2 1 0 16,3-2-9-16,6-1 5 0,0-2 6 0,1 1-2 16,1-5 10-16,1 2 7 0,3-1 11 0,1-4 6 15,4 0 8-15,-1-1 12 0,2-2 4 0,3 0 5 16,0-2 7-16,3-2-4 16,2-5-2-16,0 1 3 0,-3-2-12 0,3-3-7 15,-2 1-8-15,0-3 1 0,-2 4-6 0,4-2-5 16,-3 3 6-16,-6 1-5 0,0 1-1 0,0-1 4 15,-4 5-9-15,2 1-17 0,-2-1 0 0,0 1-14 16,-2 0-6-16,2 2-20 0,-5 1 0 0,7-1-10 16,-7 1 6-16,12 5-8 0,-6-1-3 0,4 2 2 15,1 1-7-15,-4 1 1 0,6 0-6 0,-3 1-10 0,3 1-4 0,0-2-3 16,-3-1-6-16,0 0-6 0,3-1 0 0,-3-2 5 16,-2-2 4-16,3 1 1 0,2-3 8 15,-3-3 4-15,2-3 2 0,-3 0 0 0,4-1 7 16,-2-5 6-16,2-1-7 0,-2-3 7 0,0-1-4 0,3-6 0 15,-7-3 2-15,6 1 4 0,-1-3 3 0,-3 0 1 16,-3-1 2 0,4 1 9-16,-3-1 16 0,0 4 14 0,-3 5 10 15,-3 3 10-15,3 5-1 0,0 1 4 0,-4 0-8 16,1 6-10-16,3-2-18 0,-4 4-6 0,0-2-15 0,0 5-20 16,0 0 0-16,0 0-2 0,0 0 2 15,-4 20 13-15,3-3-17 0,-3 0 0 0,0 9 5 16,1 3-3-16,-3 0 5 0,3 1-4 0,-1 1 11 15,1-6-4-15,3 3 5 0,0-9-3 0,0 1-2 0,-3-3 3 0,3-2-1 16,3-4 14-16,-3 2-10 0,0-6 4 0,0 2-10 16,1-3-5-16,-1-1 3 0,0 0 3 0,0-3 3 15,0 3 6-15,0-5 3 0,2 4-4 0,-2-4 3 16,2 3-18-16,-2-3-23 0,0 0-39 0,0 0-52 16,0 0-54-16,0 0-48 0,0 0-52 0,0 0-221 15,0-15-542-15,0 11 240 0</inkml:trace>
  <inkml:trace contextRef="#ctx0" brushRef="#br0" timeOffset="-192787.95">21859 14096 179 0,'4'-5'305'0,"-4"2"-25"0,0 3-31 15,0-4-28-15,0 4-23 0,-5-4-23 0,5 4-20 0,-9 0-11 16,9 0-15-16,-18 5-16 0,7-1-12 0,-3 1-12 16,0 3-9-16,-3-2-6 0,3 3-9 0,-1-3-9 15,-1 4-3-15,5-2-5 0,-2 2-7 0,3-2-4 0,1 1-2 16,1 1-6-16,-1-3 0 0,5 3-2 0,-1-1-6 16,4-1 3-16,-3-1-6 0,4-1-1 0,5 3-2 15,-1-2-1-15,2 2 1 0,5-4-1 16,0 3-5-16,1 1 0 0,2-1-3 0,1 1 2 15,-2-1-2-15,0-1-3 0,-2 0 0 16,-1-2-1-16,-2 2-1 0,-3-1-4 0,0-2 2 16,-1 0-1-16,-1 1-9 0,-3 0-4 0,1 0 5 15,-5 2 1-15,0-2 5 0,-6 0-1 0,0 0 0 0,-6 3 2 0,-5-4 0 0,3 1 3 16,-4 1 0-16,2-1-2 0,-1-2-7 16,0 0-11-16,1 0-21 0,2-1-27 0,4-1-23 15,3 0-31-15,0-2-41 0,3 1-49 0,1-1-171 16,6-4-416-16,1 5 185 0</inkml:trace>
  <inkml:trace contextRef="#ctx0" brushRef="#br0" timeOffset="-192445.66">22166 14136 59 0,'-4'-4'234'0,"-1"2"-23"0,-3 1-23 16,-3 0-16-16,2 3-20 0,-4 4-16 0,-2-1-14 15,2 4-14-15,-4 2-12 0,3-1-9 16,0 4-9-16,4 1-8 0,-4 2-10 0,4-1-7 16,1-1-5-16,0 0-6 0,5 1-2 0,0-1-3 15,3-2 14-15,4-2 1 0,1 0 6 0,3 0 7 16,1-4 9-16,6 4 2 0,2-3 0 0,7-6 1 0,-3 1 2 0,10-3 5 0,-3-3-1 15,4-1 0-15,-4-4-2 0,-1-1-1 16,0-3-5-16,-7 2 0 0,-4-1-6 0,0-2-7 16,-1-1-5-16,-3-1-12 0,-7-2-17 0,0-2-11 15,-7 4-11-15,-2-2-12 0,-4 1-17 16,-5 1-21-16,-8-1-15 0,-6 4-31 0,-1 4-29 16,-3 1-43-16,1 2-56 0,-1 5-237 0,9-3-492 15,4 3 218-15</inkml:trace>
  <inkml:trace contextRef="#ctx0" brushRef="#br0" timeOffset="-191805.77">23288 13907 168 0,'1'-7'279'0,"1"3"-14"0,-1-2-32 0,0 1-22 0,0 3-26 15,1-1-31-15,-2 3-22 0,0 0-15 16,0 0-12-16,0 0-12 0,0 20-11 15,-3-6-9-15,-2 11-6 0,0 5-12 0,-2 1 19 0,1 2-16 0,-4 14-5 0,1-2-3 16,-3 0-8-16,2-10-2 0,1-1-1 0,0 0-5 16,2-3-7-16,0-1-3 0,1-2 1 0,-2-2-2 15,4-7-6-15,-2-3 0 0,2 1-9 0,0-6-21 16,0-1-18-16,3-3-14 0,-3 1-12 16,4-1 4-16,-2-5-1 0,-1 1-73 0,3-3-97 15,0 0-134-15,-10-8-387 0,8 3 170 0</inkml:trace>
  <inkml:trace contextRef="#ctx0" brushRef="#br0" timeOffset="-191521.44">23241 14159 196 0,'2'-5'260'16,"1"2"-24"-16,-1-1-25 0,2 2-23 16,0-2-20-16,1 3-15 0,4 0-11 0,1 1-15 15,4 0-11-15,3 2-10 0,3 1-5 16,-3 0-18-16,2 1-6 0,-1 3-11 0,0 1-6 15,0 0-5-15,-3 1-10 0,2 1-8 0,-3-2-2 16,-5 0-11-16,1 1-4 0,-2-2-8 0,-3 3-2 16,-3-5-9-16,0 2 6 0,-2 0-6 15,-3-1 0-15,-1 1-1 0,-5-1 4 0,-2 3-2 0,-6-2 0 0,1-1 0 0,-4 0 1 16,1-3 1-16,-2 4 0 0,3-5-2 0,-3 3 2 16,2-3-2-16,1 2 0 0,0-3 2 0,5 0-1 15,1 1-3-15,0-2-16 0,1 0-29 16,2-2-57-16,4 0-70 0,2-2-202 15,2 0-405-15,2-3 180 0</inkml:trace>
  <inkml:trace contextRef="#ctx0" brushRef="#br0" timeOffset="-191120.72">23669 14161 29 0,'0'0'292'0,"0"0"-22"0,0-5-26 16,0 5-25-16,0 0-23 0,0 0-21 0,-3-5-16 15,3 5-19-15,0 0-16 0,0 0-10 0,8-1-12 16,-8 1-10-16,10-1-10 0,-3 1-9 16,4-3-10-16,-3 2-6 0,3-2-11 0,2 1-6 15,-2-2-4-15,2 0-7 0,-1-1-7 0,4-2-1 16,-3 2-3-16,-3-2-1 0,4 1-5 15,-5-2 0-15,-1 2 0 0,1 1 1 0,-3-3 1 16,1 5 11-16,-5-1 6 0,2 2-4 0,1-5-3 0,-5 5-5 0,3-1-4 0,-3 3-3 16,0 0 3-16,-12-4-9 0,7 4 1 0,5 0-3 15,-19 0-1-15,2 6-3 0,2 2 0 0,-4-3 4 16,2 7-3-16,-1-2-5 0,0 4-3 0,-2 1 6 16,5 2-2-16,-1-3-1 0,0 6 3 15,3-4-3-15,5 1 3 0,-2 0-2 0,1 0 2 16,3-2 1-16,2 1-13 0,1-3-20 15,2-3-15-15,2 0-20 0,3 0-36 0,5-4-44 16,0 1-66-16,1-4-163 0,3-1-408 0,5-3 181 16</inkml:trace>
  <inkml:trace contextRef="#ctx0" brushRef="#br0" timeOffset="-190621.86">23975 14084 16 0,'4'-4'299'0,"0"-2"-28"0,1 3-24 16,-2 0-29-16,1 2-24 0,3 0-18 0,-7 1-15 16,13 1-18-16,-3 3-13 0,-1-1-18 15,0 4-12-15,0 2-8 0,0 2-13 0,1 0-8 16,-1 2-7-16,0 1-8 0,-4 1-4 0,-1-3-5 16,-1 2-7-16,-2-2-1 0,-1 0-4 15,-1 0-7-15,-2-5-2 0,2 1-3 0,-2-1-1 16,3-4-1-16,-2 4-2 0,0-2 7 0,2-3-4 15,0-2 12-15,-2 7 19 0,2-7 20 0,-4 3 3 16,4-3-5-16,0 0-20 0,0 0-16 0,6-12-9 0,-2 5-5 0,3-1-8 0,4-6-15 0,3 2-14 16,-1-3-11-16,9-6-6 0,-2 2-3 0,3 1-1 15,-2-1 3-15,-5 7 5 0,-2-2 2 0,4 3 2 16,-5-1 9-16,2 0 12 16,-6 5 12-16,0 2 9 0,0-2 9 0,-1 4 7 15,-3-1 4-15,0 1-11 0,-1 1-3 0,-2-1-5 16,-2 3-7-16,7-3-4 0,-7 3-1 0,0 0-1 15,0 0-2-15,7 8-6 0,-5-5 8 0,-2 6-3 16,0 0-1-16,0 4 1 0,-2-3-1 0,1 7 1 16,1 0 0-16,-3 2 0 0,1-1-2 0,1-1 2 15,-2 1-2-15,2 2 0 0,0-6 5 0,-2 2-7 0,2-6 9 0,-2 2-4 16,3-4-2-16,-1 0 3 0,-2-1 1 16,2 0-1-16,0-2 5 0,0-2 1 15,1 1 3-15,0-4 4 0,1 3 6 16,-1-3 6-16,0 0-4 0,0 0-14 15,0 0-33-15,0 0-57 0,-9-13-49 0,8 4-55 0,-2-3-74 0,2-4-198 16,2-2-492-16,3-9 218 0</inkml:trace>
  <inkml:trace contextRef="#ctx0" brushRef="#br0" timeOffset="-190497.72">24398 13885 70 0,'0'-5'277'0,"0"3"-11"0,0-3-18 0,0 0-25 16,0 5-24-16,2-5-21 0,-2 5-34 15,0 0-23-15,1-2-43 0,-1 2-26 0,0 0-33 16,0 0-37-16,10 5-49 0,-7-3-53 16,-2 2-159-16,4 0-302 0,-2 3 135 15</inkml:trace>
  <inkml:trace contextRef="#ctx0" brushRef="#br0" timeOffset="-190045.58">24680 14042 211 0,'0'0'202'0,"0"0"-23"0,0 0-22 15,0 0-13-15,0 0-17 0,0 0-16 0,0 0-9 0,0 0-12 0,0 0-11 16,-15-4-9-16,15 4-2 0,-10 4-18 15,4-1 6-15,-1 2-7 0,-4-4-3 16,3 4 0-16,-3 1 0 0,-1 0-4 0,2 0-6 0,0 3-5 0,-5-1-2 16,3 4-7-1,-1-2 1-15,-1 2-4 0,5 3-1 0,-2-1-4 0,-1 0 0 16,8 1-2-16,-2-1-7 0,-2-2 3 0,7 0 2 16,-3 1-3-16,6-3-2 0,0 1 4 0,-1 2-2 0,7-2 4 0,-2-1 14 15,2-2 15-15,1-1 9 0,1 0 4 16,2-2 9-16,7-1 7 0,-6-4 6 15,-2 1 14-15,3-1 5 0,4-3 1 0,-6 1 10 16,-1-3-6-16,2-2-20 0,2-2-3 0,-5 1-8 0,-2-6-11 0,-1 3 0 16,2-4-4-16,-1-2-11 0,-4-1-3 15,0 1-9-15,0 0-6 0,-3 1-6 16,0 0-9-16,-2 3-4 0,-3 2-5 0,0 0-8 0,-1 2-6 0,-3-2-15 16,1 6-15-16,-2-1-19 0,-2 1-22 15,0 2-21-15,0 3-29 0,-1 0-37 16,2 1-46-16,1 3-232 0,-1 2-486 0,5-3 216 0</inkml:trace>
  <inkml:trace contextRef="#ctx0" brushRef="#br0" timeOffset="-189345.76">25106 14105 146 0,'-19'0'141'0,"0"0"-12"0,-1 0-18 0,2 5-9 15,-4-2-11-15,-4 4-9 0,6 1-7 16,2 0-12-16,0 0-3 0,0 2-5 0,4-1-12 16,-4 2-7-16,6-1-1 0,1 3 2 15,2-4-11-15,3 2 3 0,2 1 4 0,0-3-6 0,3 1 0 0,1-1 7 16,3 2 7-16,-1-4 7 0,3 0 9 15,0-2 4-15,4 0 16 0,0-2-1 16,4-1 0-16,1 0 9 0,-4-4-3 0,9-1-1 0,2-4 2 0,-3 0 3 0,1-3-1 16,4-3-3-16,-6 2-1 0,4-6-4 15,-3-3 0-15,-1 0-3 0,-2-1-6 16,0-5-3-16,0 2-7 0,1-4-4 16,-6-3 0-16,4 0-10 0,-3-3-5 0,-1 0-4 0,0 0 5 0,-5 4 4 15,2-2 6-15,-3 5 4 0,-2 8 3 16,1 0 16-16,-2 6-2 0,1 3-4 0,0 0 0 15,-1 3-19-15,-1-1-7 0,1 4-12 16,-1-3-33-16,0 5-13 0,0 2 2 0,0 0 3 0,0 0 2 0,-12 18-3 0,4-3 0 16,-1 10-1-16,-4 4 6 0,0 1 0 15,3 4-3-15,-3 0 2 0,0 1 3 16,8-1 2-16,-4-1-1 0,8 1 2 16,-3 0-3-16,4-2 4 0,4-6-2 0,0 1 2 0,-3-10 1 0,8 0 4 15,-4-5 3-15,4 2 0 0,4-2 5 0,-3-4-1 16,2-1 8-16,-1-2 0 0,3-3 5 15,-2-1 13-15,6-2 4 0,-4-2 2 0,2-3-1 0,2-2 1 0,-2 1-4 16,0-3-3-16,0-3 0 0,0 0-5 16,-2 1-5-16,3-5 1 0,-6 4 13 15,3 0 10-15,-3 1 1 0,-4 3 10 16,1 0 9-16,-2 4-9 0,-2 0-12 0,-1-1-5 0,1 3-6 0,-1 0-15 16,0 0-10-16,1 2-30 0,-4 1-2 15,0 0 14-15,0 0-31 0,0 0 21 16,5 9-4-16,-4-2 2 0,-5 1 3 0,7 3-1 0,-7-1-2 0,3 1-4 0,-2 0 2 15,2 1-8-15,0 0 7 0,1-3-23 16,-3 2-12-16,1-5-13 0,-1 2-14 16,3 1-21-16,-1-5-9 0,-1 1-11 15,0-1 1-15,1 0 6 0,1-4 4 0,-4 3-47 0,4-3-84 0,0 0-249 16,-10-9-532-16,6 1 236 0</inkml:trace>
  <inkml:trace contextRef="#ctx0" brushRef="#br0" timeOffset="-189189.75">25497 13935 293 0,'3'-6'348'16,"-1"3"-8"-16,0-2-25 0,0 1-35 0,-2 1-29 0,2-2-22 0,-2 5-33 0,2-4-38 15,-2 4-44-15,0 0-28 0,0 0-36 16,0 0-38-16,10 6-49 0,-6-1-60 16,1-2-69-16,-1 4-230 0,-1-4-428 0,1 1 190 0</inkml:trace>
  <inkml:trace contextRef="#ctx0" brushRef="#br0" timeOffset="-188786.72">25686 14038 11 0,'0'0'195'15,"0"0"-3"-15,-1 4-11 0,1-4-10 16,7 3-4-16,-2-1-16 0,2 1-14 0,2-3-11 15,0 1-12-15,5 0-11 0,-1-1-10 0,-2-1-8 0,2 0-10 0,3 1-7 16,-4-3-6-16,1-1 0 0,1-1-6 16,-2 0 15-16,-2 1 13 0,-1-1 14 15,-3-1 12-15,0 4 6 0,-1-2-1 16,0 0-12-16,-2 2-16 0,-1 0-15 0,-2 2-4 0,-7-4-14 0,7 4-4 0,-16 0-10 16,-2 4-2-16,1 1-9 0,-2 2-6 15,1 3-1-15,0 1-8 0,-5 3 0 0,5 4-5 16,3-2 5-16,2-1-8 0,1 2 3 15,4 0-2-15,1 0 5 0,5 3-3 0,1-2 1 0,3-1 11 0,7 1 0 16,4-3 1-16,4-1 2 0,6 1-1 16,3-4-2-16,6-3 2 0,0 0-2 15,4-2 0-15,-1-3 2 0,-5 0-3 0,-2-3-1 0,-6 1 7 0,-7-2 12 16,-2 1 17-16,-3 0 2 0,-2 0-2 16,2-3-4-16,-3 1-13 0,-5 1-35 15,2-1-22-15,-4 2-42 0,0 0-85 16,0 0-105-16,-10-10-322 0,-3 5-621 0,4 0 274 0</inkml:trace>
  <inkml:trace contextRef="#ctx0" brushRef="#br0" timeOffset="-187572.32">26646 13677 214 0,'1'-7'252'0,"-1"-1"-17"0,3 4-13 15,-3-1-13-15,1 0-13 16,-1 1-24-16,0 4-19 0,4-5 0 0,-4 5-19 0,0-3-16 16,0 3-24-16,0 0-15 0,0 0-8 15,0 0-12-15,4 10-6 0,-4-1-5 0,0 8-8 0,-3 1-8 16,-2 10-3-16,1 8 6 0,-5 13-6 0,-5-1-3 0,3 1-2 16,-2 1-3-16,2-4-4 15,-3 3-3-15,5-14-1 0,0 0 0 0,2-4 0 0,-3 2-3 16,4-5-1-16,1 1 0 15,1-10-1-15,2 1 2 0,0-4-2 0,0-3-1 0,2-1 4 0,-1-4-3 16,1-2 4-16,0 1 11 0,-1-2 15 16,-1-2 27-16,2 2 26 0,0-5 32 0,0 5 19 0,0-5-4 15,0 0-17-15,0 0-9 16,0 0-7-16,14-8-8 0,-9 3-13 0,-1-4-12 0,1 2-5 0,0-3-33 16,-2 1-12-16,0-4-10 15,-2 1-11-15,2-3 0 0,-6-2-15 0,-2 0-6 0,-2 0-8 16,-4 1 9-16,1-4-6 0,-3 6 5 0,1 2 2 0,-4-1-2 15,1 2 15-15,2 3-8 0,7 1 1 16,-6 0 1-16,7 4 0 0,-2-2 3 0,0 1-1 0,5 1-3 16,-2-1-5-16,1 1-1 0,3 3-1 15,0 0 1-15,10-3-2 0,4 1-10 0,7 1-22 0,10 0-26 16,5-1-38-16,16 0-47 0,-13 1-53 0,15-4-52 0,-16 3-224 16,2-1-532-16,-3-6 236 0</inkml:trace>
  <inkml:trace contextRef="#ctx0" brushRef="#br0" timeOffset="-186827.78">26972 13948 89 0,'-4'-5'361'0,"4"5"-27"0,-2-2-29 16,2 2-32-16,0 0-36 0,0 0-23 0,0 0-28 0,0 0-30 15,0 0-19-15,0 0-15 0,0 0-12 16,0 14-11-16,1-7-14 0,-1 3-6 16,0 2-8-16,1 1-7 0,-1 4-4 0,-1 2-13 0,1-2-1 15,-1-1 0-15,-1 1-12 0,2-4 1 0,0-1-10 0,-1-1-1 16,0-2-1-16,1-1-2 0,1-3-3 16,-2 1 7-16,2-2 2 0,-1 1 16 0,1-3 24 15,-1-2 18-15,0 0-12 0,8 0 4 16,-8 0-5-16,13-8-10 0,-6 0-3 0,1 2-3 0,2-2-2 15,1 0-15-15,2-7 6 0,0 4-14 16,0-3 9-16,2 1-21 0,-2 0-5 0,-3-1-4 0,-1 4-5 16,-1 2 6-16,-3 2 0 0,0 2-5 0,0-1-5 15,-1 2-3-15,0 0-11 0,0-1-16 0,-3 3-22 0,-1 1-10 16,7-1-3-16,-7 1-5 0,0 0-1 16,15 4-3-16,-10 1-3 0,0-2-2 0,5 3-8 0,2-1-7 15,-3 2 9-15,7 1-8 0,0-2-21 16,0 2-14-16,4-3-12 0,-4-1-5 0,-2-1-7 0,4-3-4 15,0 0-2-15,-5 0 9 16,2-2 14-16,-2-1 13 0,-2-1 21 0,2-1 26 16,-3-3 28-16,-1 1 23 0,1-2 32 0,-1 0 25 0,-1-4 24 15,4-2 18-15,-5 6 21 0,0-1 10 16,-1 0 15-16,0 1 12 0,-2-1 1 0,3 3-1 0,-5-1 3 0,2 4-11 16,0-1-16-16,-3 0-10 15,3 3-18-15,-4-2-7 0,5 3-14 0,-5 1-24 0,0 0-9 16,0 0-1-16,0 0-3 0,0 0-2 0,-4 16-5 0,3-10-3 0,-1 5 3 15,0-1-6-15,-3 4-1 16,1 1-3-16,0 2 3 0,-1 0-4 0,1-1 2 0,-2 2-2 16,2-1 1-16,-2 1 0 0,3-5 0 15,-1-1-1-15,2-4 2 0,1 2-2 0,-1-5 3 0,0 1-2 16,-1-2 8-16,3 0 23 16,-1-1 25-16,1-3 19 0,0 0-9 0,0 0-11 0,11-7-9 0,-3 2 0 15,1-3-9-15,1 1 1 16,-1-1-11-16,0 1 2 0,6-5-11 0,1 3-3 0,-5 1-3 15,1 3 5-15,-3-3-21 0,1 3 14 16,-2 1-4-16,-2-1-1 0,-1 2 5 0,3-2-10 16,-3 4-1-16,0-2-17 0,2 3 5 0,-7 0-19 0,13 3-20 15,-4 1-17-15,-2-1-17 0,3 4-27 0,-1-3-24 0,1 4-25 16,-1-1-29-16,1 0-37 0,-1 0-35 16,-1-1-252-16,2-1-548 0,-5 0 243 0</inkml:trace>
  <inkml:trace contextRef="#ctx0" brushRef="#br0" timeOffset="-185917.5">27846 13999 233 0,'-1'-5'259'0,"1"5"-25"0,0 0-26 0,-2-5-21 16,2 5-22-16,0 0-15 0,0 0-20 15,0 0-13-15,0 0-10 0,0 0-11 0,0 0-11 0,13 1-13 16,-13-1-6-16,8 2-8 15,-3 1-8-15,1-2-7 0,3 0-8 0,2 2-2 0,0-3-8 0,0 0-5 16,2-1-3-16,-1-1-4 0,-1 0-1 0,1-1-1 16,-1 0 2-16,-2-2-1 15,3 0-4-15,-1-1 1 0,-4-1 0 0,3-1 2 0,-5 2 8 16,3 0 2-16,-5 1 0 0,3-1 6 16,-3 0-6-16,-3 3-3 0,0-2-2 0,0 1-5 0,-1 1-1 0,-4 0-1 15,-3 1-1-15,-3 2-3 0,-1 0-1 16,-7 2-2-16,1-1 1 0,-1 4 0 0,0 1-6 0,-2 2 2 15,2-1-1-15,0 1-1 16,1 4 1-16,2 1-1 0,0-1-3 0,1 1 1 0,6 0 3 0,-1 0 1 16,4-1 2-16,2 1 0 0,1-1-3 15,8 2 4-15,4 1 3 0,4 2-4 0,5-4 4 0,7 2-1 16,2-4-2-16,8-1 4 0,0-2-2 0,0-6-4 16,-2 2-2-16,6-6-5 0,-2-1 1 15,2-3 2-15,-7-1 13 0,1-4-13 0,-2-1 3 0,-3-2 1 16,-1-1 8-16,-5-3 9 0,3-5-3 15,-6 0 14-15,3 0 10 0,-8-4 1 0,4-2 8 0,-1 0 2 16,-2 0 8-16,-3-2 12 0,-1 4 2 0,2 1 12 16,-4 3 10-16,-3 7-5 0,-1 1 7 15,-1 3 3-15,0 0-14 0,0 6-8 0,-2-2-13 0,1 3-6 16,0 0-15-16,-1 0-8 16,-1 3-19-16,1-1-25 0,-2 3-10 0,0 0 4 0,0 0-1 0,0 0 1 15,1 15 2-15,-1-5-1 0,0 2 8 16,-3 5-9-16,2 4 7 0,1 5 1 0,-4 0 2 0,2 0-1 15,-4 0-1-15,4 3 3 0,-1-2 1 16,1-1 1-16,0-5 1 0,0-3-2 0,0-1 1 0,-1-2-8 16,2-1-3-16,-2-6-23 0,1 3 5 15,0-6 5-15,1 1 4 0,0 0 2 0,1-3 5 0,-2 0 5 0,2-3 1 0,-3 4-2 16,3-4 1-16,-13-3 5 0,5 1 1 0,-1-1-3 16,-1-2 0-16,-4-1 1 0,-3 0-2 0,-1 0 1 15,3-1-1-15,4 2 4 0,-2-2-6 0,-4-1 5 16,7 3 1-16,0 3-1 0,3-1 6 0,1-1 0 15,1 1 3-15,1 1-23 0,3 0-17 0,1 2-13 16,5-7 0-16,1 4-3 16,7-1 2-16,5-2 5 0,9 1 4 0,2 0-2 15,2 3 1-15,2-3 1 0,2 1 1 0,2 0 5 16,0 0 5-16,-2 1 3 0,1 1 0 0,-5-3 5 16,-4 2 4-16,-6 1 2 0,-1-2 8 0,-1 2 12 15,-6 1 19-15,0-3 18 0,-2 1 20 0,-1 3 17 16,-2-2 10-16,-2-1 13 0,-1 1-21 0,0 2-6 15,-5 0-8-15,9 0-10 0,-9 0-8 0,7-2-6 0,-7 2-5 16,0 0-13-16,7 2-7 0,-7-2-1 0,3 6-10 16,-2-3 4-16,-1 2-8 0,0 3 4 0,4-1-2 0,-4 1 0 15,0 3 1-15,1-1-4 0,-1 0-1 16,4 1-11-16,-4-1-9 0,0 2-15 0,0-3-11 16,0 2-19-16,-1-5-14 0,-2 2-20 0,3-1-12 15,-4 1-33-15,3-2-11 16,0-2-18-16,-2-2-40 0,-2 1-191 0,5-3-438 15,-14-5 193-15</inkml:trace>
  <inkml:trace contextRef="#ctx0" brushRef="#br0" timeOffset="-185770.79">28875 13805 279 0,'6'-9'289'0,"-1"4"-24"0,-4 0-23 0,1 0-25 15,-1 1-23-15,-1-1-23 0,0 5-29 0,1-4-51 16,-1 4-49-16,0 0-26 0,0 0-33 0,0 0-39 15,0 0-47-15,16 9-193 0,-12-3-319 0,0-3 141 16</inkml:trace>
  <inkml:trace contextRef="#ctx0" brushRef="#br0" timeOffset="-185390.95">29223 13884 103 0,'-15'4'137'16,"6"0"-22"-16,0 4-12 0,-2-4-6 15,2 6-11-15,-2-2-6 0,0 6-4 0,0-2-8 0,-2 2-9 16,1 2-5-16,3-2-14 0,-1 2-5 0,4-2-17 16,1 1 19-16,1-2 3 0,1-4 19 15,3 4 17-15,0-2 6 0,4-3 9 0,1 1 3 16,2-1-3-16,0-1 2 0,6-3 0 0,-1-1-3 0,5-2-1 0,-4-1-6 15,5-3 2-15,1-2 2 0,-1-2-2 16,-3 1 0-16,2-5-8 0,1 0-9 0,-4-3-4 0,-1-1-4 16,-3-2-7-16,2-5-13 0,-5 4-5 15,0-1-3-15,-6 1-4 0,0-3-5 16,-2 3 0-16,-4 0-6 0,1 1-3 0,-4 0-4 16,-1 2-2-16,0 8-4 0,-1-3-1 0,1 4-7 0,-4 1-6 0,2 2-18 15,-2 0-10-15,0 2-16 0,1 2-27 16,1 2-22-16,-3 0-23 0,5 2-40 0,-1 0-38 15,1-1-159-15,3 1-393 0,1 0 174 16</inkml:trace>
  <inkml:trace contextRef="#ctx0" brushRef="#br0" timeOffset="-185058.67">29439 13929 16 0,'6'0'280'16,"-6"0"-30"-16,0 0-28 16,0 0-26-16,7 0-22 0,-7 0-20 15,0 7-12-15,-2-2-19 0,0 0-10 0,-1 4-15 0,-1 1-5 0,-1 2-9 16,-4 2-9-16,2 3-9 0,-2-3-7 16,2 1-3-16,0-1-6 0,1-1-4 0,2-5-6 0,0 0-4 0,0-2-2 15,2-1 0-15,0 0 0 0,1 0 3 16,-3-3 33-16,4 0 26 0,0-2 19 0,0 0-8 0,0 0-10 15,0 0-8-15,18-3-12 0,-7-3-6 16,1 0-8-16,1 2-6 0,2-2-2 16,-2-1-14-16,1 2 3 0,-4 3-10 15,2-2 8-15,-1-1-15 0,2 3-6 0,-1-1-4 0,-1 2-13 0,0 1-10 16,2-1-19-16,2 2-26 16,-1 0-36-16,0 2-35 0,-2 1-34 0,1 1-41 0,6-2-44 0,-10 1-218 15,4-1-498-15,1 3 220 0</inkml:trace>
  <inkml:trace contextRef="#ctx0" brushRef="#br0" timeOffset="-184887.78">30119 14183 360 0,'0'0'450'0,"0"0"-36"0,0 0-37 16,0 0-41-16,0 0-38 0,0 0-31 0,0 0-70 0,0 0-81 15,-9-7-97-15,9 7-113 0,0 0-136 16,0 0-189-16,0 0-453 0,-9-3 200 16</inkml:trace>
  <inkml:trace contextRef="#ctx0" brushRef="#br0" timeOffset="-162507.28">3663 15831 133 0,'-3'-4'169'0,"3"4"-7"15,0 0-17-15,0 0-11 0,-1-7-17 0,1 7-9 16,0 0-17-16,0 0-4 0,0 0-9 0,-5-1-13 16,5 1-9-16,0 0-6 0,0 0-12 0,0 0-6 15,0 0-2-15,-1 12-3 0,1-5-8 0,-3 5-1 16,2 7-2-16,-2 6-1 0,1-5-12 0,-2 8 6 15,0 1 0-15,3 2 0 0,-3 1-6 0,-1-1 9 0,1 1-10 0,3-1 3 16,-2-5-1-16,2 2-1 0,-1-9-2 16,0 2 5-16,1-6-1 0,1 2 1 0,0-5-2 0,-1-1-9 15,1-5 3-15,0 2 8 0,0-1 1 0,0-3 13 16,0 0 24-16,0 1 25 0,0-5 7 0,-2 4 14 16,2-4 1-16,0 4 0 0,0-4-3 0,0 0-10 15,0 0-3 1,0 0-7-16,0 6-7 0,0-6-7 0,0 0-5 15,0 0-30-15,0 0-35 0,0 0-34 0,0 0-48 16,0 0-88-16,0 0-198 0,0 0-415 0,0 0 184 16</inkml:trace>
  <inkml:trace contextRef="#ctx0" brushRef="#br0" timeOffset="-162137.31">3618 16333 33 0,'0'0'78'0,"0"0"-1"0,0 0-4 0,0 0 4 16,0 0 1-16,18 0-6 0,-5-2-7 0,10-2-5 16,5-3-10-16,7 3-5 0,2-2-5 0,2-4 3 0,2 5-8 15,9-4-2-15,-13 4-5 0,-2 0-1 0,-2 2 2 16,-3-1-1-16,-3 1-11 0,-9 1 1 0,-1 2 4 16,-7-2-11-16,4 1-7 0,-6 0 4 0,-3 0 1 15,-5 1 0-15,13-2-6 0,-13 2 6 0,0 0 5 16,0 0-8-16,6 4 1 0,-6-4-5 0,0 0 3 15,0 0 2 1,-15 8-18-16,10-6-28 0,-2 0-38 0,7-2-90 0,-14 6-178 16,8-4 78-16</inkml:trace>
  <inkml:trace contextRef="#ctx0" brushRef="#br0" timeOffset="-161424.78">4389 16311 63 0,'0'0'67'15,"0"0"0"-15,0 0 2 0,0 0 1 0,18-1 5 16,-18 1-13-16,20-4 1 0,-8 3-14 16,7-4-4-16,-2 3-3 0,-1-3-2 0,-3 0 2 15,2 0 1-15,-1-5-2 0,4 3-15 16,-1-2 4-16,-2 2-4 0,-2-3 4 16,-2 2 16-16,-2-1-9 0,-1-1 2 0,3-2 27 15,-4 2 13-15,-3 5 2 0,0-4-18 0,-2 2 4 16,-1 2-9-16,-2 0-7 0,-1-2-11 0,-4 4 3 15,-3-2-11-15,-2 3 0 0,-6-2-7 0,-3 8-3 16,-7-3-6-16,-1 3-3 0,0 2 6 16,2 6-10-16,-3 1 4 0,2 2-7 0,3 0 4 0,1 1-9 0,9-4 5 0,-3 1-1 15,8-1-7-15,-2 3 3 0,6-3-12 0,2-1 10 16,-1 4-2-16,8-3 3 0,0-2 3 16,10 6-10-16,3-4 11 0,11-1 5 0,2 0-1 15,10-5-11-15,11-2-11 0,-10-2-9 0,11-7-14 16,1-1-13-16,-4 0 5 0,3-6-17 0,-14 0 17 15,-4-2 3-15,13-9 5 16,-17 5-2-16,0-2 9 0,-5 1 10 0,1-7 16 16,-7 0 4-16,-3 1 11 0,0-2 17 0,-5-2 15 15,1 4 24-15,-5 0 29 0,-3 7 14 0,1 1-3 0,-3 2 14 0,0 3 11 0,0 3-9 16,-2-1-8-16,1 5-11 0,-1-3-16 0,1 4-14 16,-1 0-15-16,0 4-13 0,0 0-7 15,0 0-6-15,0 0-7 0,0 0-1 0,-13 19-6 16,9-2-1-16,-1 2-4 0,-1 5-2 15,2 3 0-15,2 3-1 0,-1-1 0 0,2 2-2 16,1-2-1-16,-2-3-2 0,5-1 0 0,-2-7 2 16,2-1-2-16,-1 0-2 0,1-5-3 15,-4 0-19-15,1-2-17 0,1-1-14 0,-1-3-19 0,1 0-5 0,-1-2 2 0,0 0 15 16,2-1 7-16,-2-3-5 0,0 0-31 0,0 0-107 16,0 0-179-16,0 0-401 0,-9-22 178 0</inkml:trace>
  <inkml:trace contextRef="#ctx0" brushRef="#br0" timeOffset="-161152.75">4860 16169 106 0,'0'0'147'0,"0"0"1"15,0 0-12-15,0 0-18 0,46 3-8 0,-10-6-11 16,19 1-7-16,4 0-13 0,5-5-7 16,2-1-5-16,-2 3-16 0,-3 3 2 0,-3-2-8 15,-21 1 2-15,-1 0-7 0,-8 3 0 0,-9 0-9 16,-2-2-3-16,-5 2-3 0,-4 0 0 0,0 0-8 16,-8 0 7-16,12 0 3 0,-12 0-7 15,0 0 0-15,0 0-3 0,0 0 2 0,0 0-5 16,-30 2-2-16,20 3-21 0,10-5-50 15,-14 5-63-15,7-3-135 0,0 1-278 0,7-3 123 16</inkml:trace>
  <inkml:trace contextRef="#ctx0" brushRef="#br0" timeOffset="-160426.62">6777 15841 213 0,'-1'-5'230'0,"1"5"-13"0,1-5-28 16,-1 5-22-16,0-4-23 0,0 4-12 0,0 0-22 16,0 0-12-16,0 0-13 0,0 0-12 15,0 0-4-15,1 23-16 0,-3-8-2 0,-1 6-8 16,2 5-4-16,-3 3-3 0,3 1-14 15,-3 4 4-15,3-1-2 0,-3 16 4 0,3-15-8 16,-3 3 5-16,4-4-11 0,-4 2 1 16,3-4-2-16,-3 2 2 0,0-6-5 0,3 0 28 0,-1-8-4 0,1 0-1 0,0-4-3 0,-3-2-1 15,4-1-5-15,0-1 1 0,-4-1-20 16,4-1-18-16,-2-1-21 0,2-2-12 0,-4-2-15 16,4 3-5-16,-4-5-24 0,3 2-70 15,1-4-159-15,-13 0-344 0,13 0 152 0</inkml:trace>
  <inkml:trace contextRef="#ctx0" brushRef="#br0" timeOffset="-160098.53">6681 15998 105 0,'0'0'227'0,"-1"-5"-27"0,1 5-19 16,0 0-20-16,0 0-21 0,0 0-8 15,27 5-13-15,-17-3-17 0,12 6-8 0,5 1-8 16,1 3-16-16,0 0-4 0,1 2-14 16,-2 1-5-16,0-1 2 0,-3 0-17 0,-6-2-13 15,-5 0-2-15,1 2-9 0,-6-5-4 0,-3-1-7 16,-1 4-2-16,-4-7 11 0,-4 7-5 16,-4-3 0-16,-7 1 11 0,-3-2 1 0,-12 3-1 15,-2-3 5-15,2 1 3 0,-2-3 2 0,4-1-1 16,-3 1-1-16,2-4-2 0,-2 1-2 0,8-1-2 0,4 2-2 0,0-3 3 0,3 2-4 15,5 0-3-15,-1-1-4 0,2 1-13 16,2-1-22-16,2 0-36 0,2 0-21 0,4-2-23 16,0 0-69-16,0 0-97 0,0 0-300 0,31 0 133 15</inkml:trace>
  <inkml:trace contextRef="#ctx0" brushRef="#br0" timeOffset="-159743.18">7166 16274 131 0,'0'0'274'0,"0"0"-38"0,0 0-21 0,0 0-27 16,0 0-20-16,0 0-24 0,0 0-12 15,6 7-17-15,-6-7-9 0,-1 8-13 0,2 3-9 16,-5-1-12-16,4 1-6 0,0 2-7 0,-2 6-3 16,-1-2-8-16,2 3-6 0,1-1-4 0,-3-1-5 15,3-1-3-15,-1 1-5 0,-3-3 2 16,4-5-7-16,0 2-1 0,0-3-2 0,-1 3 1 16,1-7 3-16,0 0-9 0,0 2 1 0,-3-4 2 0,3 0 1 0,0-3-1 15,3 6 5-15,-3-3 7 0,0-3 21 0,0 0 14 16,0 0 4-16,0 0-2 0,-3 4-5 0,3-4-3 15,0 0-11-15,0 0 3 0,0 0-9 16,0 0-4-16,0 0-32 0,0 0-50 0,0 0-59 16,0 0-99-16,0 0-256 0,0-16-498 15,0 10 220-15</inkml:trace>
  <inkml:trace contextRef="#ctx0" brushRef="#br0" timeOffset="-158609.22">8005 16038 28 0,'0'0'226'0,"0"0"-8"0,0 0-15 0,0 0-14 0,0 0-8 16,0 0-10-16,0 0-8 0,0 0-3 0,0 0-5 15,0 0-11-15,0 0-16 0,0 0-13 0,0 0-14 16,12-5-7-16,-3 3-12 0,6 0-11 0,2 2-4 15,4-2-8-15,7 0-15 0,0-1-16 0,3 2-21 16,-1 1-25-16,0-2-24 0,-7 0-32 0,5 2-37 16,-8 0-48-16,-1-1-50 0,-8 1-129 0,2-1-364 0,-2-2 162 15</inkml:trace>
  <inkml:trace contextRef="#ctx0" brushRef="#br0" timeOffset="-158446.47">7974 16240 20 0,'0'0'249'0,"-1"3"-17"0,1-3-20 0,13 0-23 16,6-1-16-16,8-1-19 0,7-3-21 0,5 0-49 16,16 0-79-16,1-5-102 0,-4-1-129 0,-1 0-244 15,-16 2 107-15</inkml:trace>
  <inkml:trace contextRef="#ctx0" brushRef="#br0" timeOffset="-157508.62">9406 15683 22 0,'0'-4'254'15,"0"-1"-18"-15,1 0-22 0,-1 2-20 0,0 3-22 16,0-4-20-16,0 4-18 0,0 0-15 0,0 0-23 16,0 0-15-16,0 0-8 0,0 0-8 0,0 21-9 0,-1-2 1 0,-1 5-15 15,-3 6-8-15,-1 1-3 0,2 1-3 16,-4-1-2-16,4 5-4 0,-2-2-3 0,1-4 0 16,0 3-3-16,0 0-3 0,1-1-4 0,0-2 4 0,-1-1 3 15,1-3-4-15,4 2-3 0,-4-12-3 0,2 0-16 16,-2-4-21-16,3-1-14 0,-2-1-43 0,2 1-27 15,-3-3-34 1,4 1-152-16,-1-4-325 0,-2 0 144 0</inkml:trace>
  <inkml:trace contextRef="#ctx0" brushRef="#br0" timeOffset="-157192.33">9411 15869 51 0,'0'0'202'0,"4"-4"-20"0,1 4-14 16,-5 0-17-16,14 0-10 0,-4 1-10 15,3 3-11-15,2 1-12 0,4 1-11 0,-1 1-12 16,1 3-7-16,-2 0-6 0,0-2-14 0,-3 3-2 0,-3-4-6 16,1 6-9-1,-5-5-10-15,2 2-4 0,-5-3-4 0,0 2-15 16,-4 0 3-16,-1-4 1 0,-3 3-2 0,-4 1 0 15,-3-2-1-15,-5 1-3 0,-3 2 6 0,0-4-8 16,2 0 6-16,-3-1-3 0,3-1-5 0,-2 0 4 16,4 0 1-16,-3 0-2 0,9-2 0 0,-3-1 3 0,2 1-2 15,4-2-1-15,1 0 1 0,-3 1-8 16,3 0-11-16,5-1-30 0,0 0-53 0,-7-4-216 0,7 4-337 0,10-7 150 16</inkml:trace>
  <inkml:trace contextRef="#ctx0" brushRef="#br0" timeOffset="-156823.75">9831 15978 231 0,'0'0'219'0,"0"0"-16"0,0 0-24 0,0 0-17 15,0 0-16-15,0 0-14 16,0 0-14-16,20-7-25 0,-11 5-14 0,3 2-26 16,3 0-18-16,-2-3-12 0,5 0-7 0,1 2-10 15,0-4-4-15,-6 2-2 0,5-2 3 0,0 0-1 16,-7 1 4-16,0-2 13 0,0 0 13 16,-2 3 11-16,-2-2 19 0,-4-2 8 0,4 2 8 15,-4 2-5-15,-1-2-7 0,-1 0-4 0,-1 1-11 0,-3 0-3 16,0 0-8-16,-5 0-3 0,2 2-5 0,-6 0-1 0,1 1-6 15,-6 2-4-15,3 1 0 0,-4 2-5 0,0 1-3 16,-1 2-1-16,2 1 1 0,0 2-9 0,4-1 10 16,-2 2-7-16,0 0-2 0,2 1 1 0,2 3-2 15,1-3 1-15,2 2-2 0,2-1-31 0,3-2-20 16,1 2-19-16,2-1-29 0,2-1-20 0,2-1-35 16,2-2-41-16,1-1-129 15,2 0-347-15,3-3 153 0</inkml:trace>
  <inkml:trace contextRef="#ctx0" brushRef="#br0" timeOffset="-156275.75">10258 15858 14 0,'5'-1'191'0,"3"1"-14"0,3 1-16 16,1 2-8-16,-1 1-15 0,7 2-13 0,-3 4-12 15,2 0-10-15,-2 0-14 0,1 2-6 0,-1 1-7 16,-5 2-11-16,1 1-5 0,-4 0-7 0,2 1-3 16,-4-2-2-16,-2-3-12 0,-2 4 2 0,-1-4-5 0,-1 1-9 0,0-4-6 15,-2 0 2-15,-1-2 3 0,4 0-4 0,-3-2 5 16,1 0 0-16,-2-1 9 0,-1-2 15 0,5 2 21 31,0-4 13-31,-5 2 4 0,5-2 0 0,0 0-6 0,0 0-5 0,-8-8-19 0,11 1-3 0,1-2-14 31,1-1-10-31,7-2-12 0,4-8-8 0,4 3-18 16,3-1-12-16,0 0-10 0,3-2 2 0,2 4 3 0,-1 2 0 16,-3-1 5-16,-1 4-2 0,-5 2 5 0,0 1 2 15,-1 1 4-15,-1 0 4 0,-4 2 5 0,-1 0 9 16,-1 0 9-16,-3 3 9 0,-2 0 7 0,1 0-3 0,-2 2-3 16,1-3-5-16,-5 3-4 0,5-1-3 0,-1-1-5 15,-4 2-2-15,0 0 2 0,9 6-2 16,-9-4 0-16,1 5 3 0,-1-2-2 0,0 4 0 0,0 2-2 0,-5-1 2 15,4 4 1-15,1 1-1 0,-4 1-4 0,0 1 2 16,3-1 2-16,-3 4 4 0,0-3 0 0,2 0-6 16,-1 0-2-16,-2 0-1 0,4-5 2 0,-2-1 1 15,1-2-2-15,1 0 4 0,-1-1-2 0,0-1 0 16,0-5 1-16,1 4-4 0,1 0 6 0,-1-3 4 16,1-3 1-1,0 2-1-15,0-2-39 0,0 0-66 0,-5-10-65 16,5 1-67-16,-3-3-170 0,3-5-427 0,0-1 190 15</inkml:trace>
  <inkml:trace contextRef="#ctx0" brushRef="#br0" timeOffset="-156144.01">10732 15716 130 0,'-5'-4'283'16,"1"-3"-15"-16,3 2-23 0,-2 3-23 0,2-2-25 15,1 4-23-15,-3-7-28 0,3 7-32 0,0 0-34 16,0 0-33-16,8-1-44 0,-8 1-40 0,14 4-62 15,-6-2-197-15,1 4-320 0,-3-4 142 0</inkml:trace>
  <inkml:trace contextRef="#ctx0" brushRef="#br0" timeOffset="-155743.12">11053 15891 34 0,'-7'3'140'0,"2"1"-16"16,-5 3-14-16,2 0-4 0,-2 1-15 0,-3 3-4 16,1 0-13-16,1 1-5 0,1 0-12 0,-1 1-8 15,2-2-5-15,1-3-6 0,3 2-2 0,1-2 3 16,0 3 6-16,3-2-17 0,-2-2 20 0,5 3 10 0,-1-5 0 0,3 2 8 15,1-2 2-15,1 1-5 0,3-4 12 0,1 3 4 16,3-4-3-16,6-2-3 0,0-1 0 0,1-2 1 31,-4-1 1-31,5-2-9 0,-7-2-2 0,1 2-7 0,1-4-3 0,-1-1-5 0,-4 1-3 16,0-4-9-16,-3 1-7 0,-2 4-5 0,0-3-2 16,-3 0-2-16,-2 3 1 15,-2-2-10-15,-1 2 4 0,-2 1-10 0,-2 1-5 16,-3 2-5-16,-1-1-8 0,-3 5-5 0,-1-1-9 15,2 1-11-15,-4 3-17 0,3 0-15 0,2 2-23 0,-1-1-22 16,3 4-9-16,-1 0-18 0,6-1-176 0,0-1-342 16,4 3 152-16</inkml:trace>
  <inkml:trace contextRef="#ctx0" brushRef="#br0" timeOffset="-155159.96">11767 15926 15 0,'-10'-4'159'15,"1"-2"-14"-15,-1 2-14 0,-11 0-13 16,5 2-9-16,-4 1-12 0,0 1-7 0,-2 1-15 16,0 1-13-16,-3 4-2 0,3-2-6 0,1 1-7 0,0 2-7 15,2 0-4-15,2 1 1 0,2 1-10 0,1-1 0 16,2 1-1-16,2 1 4 0,5-4-10 0,-4 5-4 15,4-2 4-15,5 0-4 0,0 2 7 0,1-2-17 16,8 0 3-16,0-1-1 0,4 2-5 0,2-3-6 0,2-2-6 16,5-2 8-16,-2 0-23 0,-2-1 7 15,2-4-9-15,1-2 10 0,-2-3-4 0,0-1 15 0,-1-3 27 16,5-3 15-16,-9 1 17 0,7-6 5 0,-10 4 3 16,3-9 5-16,-5 7 6 0,3-7-2 0,-3-2 5 15,-1-2 9-15,0 0-1 0,-3-3 8 0,0 2 16 16,1 1 2-16,-3 0 17 0,2 3 3 0,-2 6-3 0,-2 2 0 15,0 7-7-15,1-2-9 0,0 5-12 0,-2 1-6 16,0 0-11-16,2 1-25 0,-2 0-4 0,0 2-14 0,0 3-17 16,0 0-4-16,0 0 3 0,0 0-14 0,0 14 0 15,-4-2 3-15,0 6-3 0,0 2-3 0,-5 7 3 16,2 1-1-16,-1 3 9 0,-4 0-17 0,3 0 2 16,3-5 1-1,0 3 0-15,-3-2 1 0,4-3-4 0,-2-4 4 16,5-1-2-16,-2-2 8 0,1-1-12 0,3-6 2 0,-1 3 2 15,1-6-2-15,-4-1 6 0,4-1 4 16,0 0-3-16,0 0 4 0,0-2 11 0,0-3 9 16,-2 6 7-16,2-6 18 0,0 5 0 0,0-5-7 15,-3 3 6-15,3-3-5 0,0 0 1 0,0 0 2 16,0 0-6-16,9 2-2 0,-4-1 10 0,4-2-15 0,0-1-10 0,5 2-3 16,4-3-43-16,4-2-54 0,6-1-72 0,4-2-107 15,4-3-398-15,15-7-702 0,0-1 311 0</inkml:trace>
  <inkml:trace contextRef="#ctx0" brushRef="#br0" timeOffset="-154328.85">13040 15836 196 0,'1'-5'198'0,"0"3"7"0,1-3-10 0,-1 0-3 16,-1 1-6-16,1 1-8 0,-1 3-15 0,3-6-10 16,-3 6-18-16,0 0-11 0,0-4-15 0,0 4-14 15,1-4-21-15,-1 4-14 0,0 0-7 16,0 0-6-16,-18 14-7 0,9-7-1 0,-4 5-6 15,-7 7-5-15,-2 2-3 0,5-1-4 0,-2 0-3 0,5 0-2 0,-2 1 0 0,7-4-4 16,0-3 0-16,1 3-3 0,3 2 0 0,1-4 1 16,3-3-1-16,1 0-3 0,0 0 6 0,3-4 2 15,0 1 3-15,4-2 6 0,2-1 9 16,1-2 0-16,3-4 3 0,5 0 4 0,1-4-4 16,0-1 6-16,0-3-3 0,-5-1 6 0,4-1 6 15,0 0 0-15,-3-4-8 0,4-4-2 0,-7 2-6 16,1-7-11-16,-1 1-19 0,-5 2-9 15,-2 2-6-15,-2-1-6 0,-2 2 1 16,-2-2-1-16,-3 2-2 0,-1 2-2 0,-2 6 1 0,-4-6 5 0,0 8-8 0,1-2-4 0,-1 3-3 16,-1 2-12-16,1 1-10 0,-2 3-21 0,3-3-19 15,1 6-25-15,-4-3-36 0,8 1-27 16,-2 4-49-16,5-4-123 0,2-1-382 0,0 0 169 0</inkml:trace>
  <inkml:trace contextRef="#ctx0" brushRef="#br0" timeOffset="-153927.72">13386 15548 172 0,'0'0'163'15,"0"0"-19"-15,0 0-21 0,-4 18-7 0,0-4-12 16,-4 11-11-16,1 3-9 0,-3 4-8 0,-1 1-4 15,-4 12-8-15,5-12-11 0,-4 11-5 16,4-11-5-16,3 1-2 0,0-4-6 0,2-2-3 16,2-1-5-16,4-1-2 0,-1-7 3 15,3 0-4-15,0-4 24 0,1 1 0 0,-2-5 6 16,2-1 2-16,-3-3 11 0,1 0 10 0,2-3 16 16,0 0 15-16,-1-1 19 0,-1 0 17 15,2 0 4-15,-4-3-7 0,0 0-1 0,10-7-12 16,-6 4-11-16,-1-4-16 0,-1-2-22 0,1-1-21 15,-3-1-16-15,-1-3-19 0,-3-1-19 0,-4-2-7 16,-2 1 1-16,-4-7 2 0,1 8 0 0,2 0-3 0,0 3 4 0,1 4 5 0,5-2 7 16,-3 3 1-16,3 0-2 0,4 2 1 15,-3 2-2-15,4-1-6 0,4 1-13 0,5-4-14 16,12 3-26-16,11-4-35 0,22 1-62 0,1 0-80 16,0-4-260-16,3 2-524 0,0-3 232 0</inkml:trace>
  <inkml:trace contextRef="#ctx0" brushRef="#br0" timeOffset="-152764.34">14435 15493 191 0,'3'-17'199'0,"-1"6"-5"0,-2 1-1 15,1-1-6-15,1 0-5 0,-1 2-14 16,-2 2-10-16,3 3-17 0,-2 3-17 0,0 1-12 0,0 0-29 16,-1-5-13-16,1 5-10 0,0 0-6 0,-4 14-7 15,-3 1-9-15,-1 11-4 0,-1 4-3 16,0 2-4-16,-4 13-3 0,4 0-3 0,0 3-5 16,-2-1 0-16,2 0-2 0,2-1-3 0,0-12-1 0,3 1-3 0,4 0-1 15,-1 0 2-15,-2 0-1 0,3-4 3 16,2-4-7-16,-1-3 4 0,-1-4 1 15,0-4 0-15,-1 0-2 0,2-4 2 16,-1-3 0-16,0-2 10 0,-1 0 20 0,1-4 18 0,2-1 19 0,-2-2 18 0,-4 8-8 16,4-8-6-16,0 0-6 0,-19-8-11 15,1 2-8-15,-1-2-2 0,1 1-10 16,-7-3-1-16,0-3-6 0,4 6-1 0,1-1-9 16,-4-3-1-16,5 4-2 0,1 0 1 15,0 0 3-15,5 3-8 0,2 0-4 0,2 1 0 0,-1-1-3 0,4 1-19 16,0 0-26-16,6 3-37 0,-7-1-36 15,3 0-42-15,4 1-45 0,0 0-43 16,0 0-215-16,13-7-487 0,-1 4 215 0</inkml:trace>
  <inkml:trace contextRef="#ctx0" brushRef="#br0" timeOffset="-152476.85">14135 15874 155 0,'-3'1'164'0,"3"-1"-8"0,0 0-21 16,0 0-5-16,0 0-8 0,18 2-12 16,-5 0-11-16,7-4-9 0,11 1-7 0,4-3-9 0,4 1-7 0,14-4-9 0,-16 3 1 15,0-1-11-15,-3 2-3 0,-2 1-8 16,-10-1-8-16,-3 1-18 0,-5 0-17 15,-5 1-4-15,0 1-6 0,-1-2-8 0,-5 0 1 16,-3 2-8-16,0 0 6 0,0 0-20 0,0 0-3 0,0 0-33 16,-26 0-16-16,14 0-25 0,-2 0-69 0,5-3-207 15,-4 1 92-15</inkml:trace>
  <inkml:trace contextRef="#ctx0" brushRef="#br0" timeOffset="-152037.33">14838 15737 2213 0,'3'-3'132'15,"1"0"-42"-15,0-1-24 0,-1 1-24 16,1 0-13-16,1-1-18 0,-2 2-2 16,3-1-5-16,0 3 0 0,4 0-2 0,4 3 2 15,-1 1-4-15,2 2-4 0,2 1 3 0,-2-1 2 0,1 5-2 16,-5-2-5-16,2 1 3 0,-4-2-2 15,-2 4-3-15,0-1 4 0,-4 1-7 0,-1-3 0 16,-2 4 0-16,-2-1 3 0,-2 4 2 16,-3-5 2-16,-3 1 0 0,0 2 0 0,1-6 2 0,-4 0 3 0,7 0 12 0,-3-3-2 15,2 2 32-15,1-4 4 0,2 1-1 16,-1-2 5-16,1 2 30 16,0-2 19-16,4-2 34 0,-4 1 40 0,4-1-2 0,0 0-24 0,0 0-15 0,7-12-14 15,-2 5-10-15,4-2-10 0,5-5-12 0,3 2-14 16,-2-2-7-16,3 1-8 0,4-2-3 15,-5 4-5-15,-8 1-26 0,2 3 11 16,-1 0-4-16,-4 1 3 0,1 2-9 16,-1-1 1-16,-2 1-13 0,2 2-4 0,-5-1-16 0,3 1-27 0,-4 2-8 15,0 0-3-15,0 0 1 0,11 9-7 16,-11-1 13-16,2-2-3 0,-2 6 5 0,2 0 4 16,-4-2-1-16,0 6-8 0,-1 1 5 0,3 0-17 0,0-5-20 0,0 1-21 0,0-4-27 15,0 4-26-15,0-3-34 0,-4-1-49 16,6 3-55-16,-4-7-202 0,0 2-526 15,2-7 233-15</inkml:trace>
  <inkml:trace contextRef="#ctx0" brushRef="#br0" timeOffset="-151815.43">15323 15683 45 0,'4'-3'282'0,"-4"3"-29"15,3-1-31-15,-3 1-20 0,0 0-20 16,11 4-15-16,-6 5-19 0,0 1-11 0,0 4-11 0,3 4-10 0,-4 6-11 0,1 1-14 16,-5 2-8-16,4-1-7 0,-9 3-13 15,-2-3-8-15,1-1-18 0,-2 0-11 0,-7 0-13 16,2 0-7-16,-6-4-14 0,0-2-20 16,-7-4-40-16,-1 1-68 0,-6-3-82 0,0-4-112 15,-6-6-357-15,0-2 159 0</inkml:trace>
  <inkml:trace contextRef="#ctx0" brushRef="#br0" timeOffset="-151514.96">14815 15482 172 0,'-12'1'188'0,"5"6"-20"0,-5-3-9 0,-2 11-20 0,-8 4-14 15,-1 3-13-15,-1 7-13 0,-9 12-6 16,2 0-12-16,3 1-5 0,4-2-11 0,6-8-8 16,1 2-3-16,3-3-5 0,5-1-9 0,4 0-3 0,1-4-3 0,7 2 1 0,-2-1 23 15,9-3 2-15,6-2 4 0,4-3-2 16,13 1-6-16,2-6-19 0,21 1-33 15,4-5-62-15,31-2-110 0,-30-9-149 16,3-2-342-16,0-2 151 0</inkml:trace>
  <inkml:trace contextRef="#ctx0" brushRef="#br0" timeOffset="-150159.5">16275 15734 136 0,'-10'2'169'0,"-4"0"-19"0,1 1-17 15,-5 7-9-15,2 0-17 0,-9 5-10 16,4 3-14-16,-2 0-7 0,2 1-10 16,3 0-8-16,2 3-5 0,-2-1-7 0,6-6-6 0,7 2 4 0,-4-1-9 0,7-3 6 15,-1-2 4-15,3 0 1 0,0-1 4 16,0-1 1-16,3-4 10 0,-1 0 10 15,7 0 14-15,-4-3 7 0,8-2 4 16,1-2-5-16,2-5 1 0,1 2-5 0,-1-2-2 16,3-3-2-16,-2-2-4 0,0 3-4 0,1-4 26 0,4-3-8 15,-3 1-9-15,-2 2-8 0,-3-2-7 0,-1 6-3 16,-3-1 2-16,-3 3 2 0,0 0-5 16,-2 2 2-16,-1 0-8 0,1 3-14 0,-1-3-2 15,-2 0-7-15,1 3-10 0,-3 2-23 0,2 0-9 0,-2 0-2 0,0 0 3 16,0 0 2-16,7 9-1 0,-5-5-4 15,2 2 9-15,1-1-4 0,-1 5-5 0,3-3-8 16,0 3-1-16,2-1 4 0,7 0 4 0,-6-1-8 0,6 0 0 0,1 1 3 16,-2-4 4-16,-3-1 2 0,2-1 2 15,-1-3-2-15,-2 0 5 0,3-3 7 16,-2 1 14-16,-1-3 6 0,2 1 21 16,-2-1 15-16,1-1 10 0,-2-2 16 0,0 0 14 15,-1 0 0-15,-1 2 11 0,-3 1 2 16,3 0 1-16,-4 0-6 0,-2 3-6 0,2-1-10 0,1-1-15 15,-5 4-13-15,4-4-2 0,-4 4-14 0,0 0-15 16,5-4-21-16,-5 4-4 0,0 0-16 16,0 0 15-16,1 11-8 0,-2-6-2 0,1 5-3 0,0 0 8 0,-2-1-9 0,0 1 7 15,1 1-3-15,-2-1-9 0,2 1-29 16,-1-1 21-16,0-2 0 16,1-1-35-16,1-3 21 0,0 2-7 0,0-1 12 0,-1-1 2 0,1-4 23 15,0 5 20-15,2-4 10 0,-2-1-3 0,0 0-5 0,0 0 5 16,18-6-5-16,-9 1-3 0,0-5-2 15,0 5 4-15,5-7-4 0,-1 0 3 16,1 0-5-16,-1 1-4 0,-6 2 4 0,6-2-2 16,-4 1-3-16,-1 3-2 0,-2 1-2 15,0 1 3-15,-2 1-8 0,2 1 4 0,-4-1-16 0,2-1-8 0,-3 5-28 16,-1 0-18-16,0 0 3 0,0 0 11 16,12 3-2-16,-7 2 8 0,-1-1 10 15,2 4-2-15,4 1-6 0,6 0 7 0,1 2-14 0,10 2-7 0,1 0-12 0,3-4-5 16,3-3-9-16,1 3-4 0,0-3-3 15,3 0 1-15,-1-2 6 0,5 0 12 16,-4-7 8-16,2 3 7 0,-4-4 1 16,-2 2 16-16,-2-4 0 0,-11 0 17 0,-3 0 18 15,-1 1 19-15,-6-2 18 0,-1 0 11 0,0 0 14 0,-3-1 12 0,-5 3-4 16,1-2-11-16,-2-1-2 0,-2 2 2 16,-3 0-22-16,-4 0-2 0,-3-2-2 15,-6 4-8-15,-3-1-2 0,-7 0 0 0,0 7-8 16,5-2-3-16,-5 0 2 0,6 5-1 0,0 1-6 0,2-2 3 0,2 2-3 15,2 2 2-15,4-3-11 0,-1 2-2 16,6 1-13-16,-2-1-3 0,6-1-10 16,-1 2 4-16,3-2 5 0,4 2 1 0,2-2 2 0,3-1 1 0,4-2 2 0,3 1 7 15,4-2 3-15,-1-1-1 0,4-4 3 16,-3-1 6-16,7-4-3 0,-8 2 3 16,8-6 13-16,-10 2 3 0,1-2 12 15,-2-1 4-15,-2-2 7 0,-1 0 11 0,2-9-8 16,-2 2 5-16,1-5 0 0,-5 1 8 0,0-3 13 0,1 0 4 15,-1-5 1-15,0 5 22 0,0 0 12 16,-4 0 8-16,0 0 2 0,2 3 0 0,-5 6 3 16,2 3 2-16,0 5-10 0,-3 0-8 0,3 3-8 15,-4 1-11-15,0 3-12 0,0-2-15 0,0 7-8 0,1-8-28 0,-1 8-31 16,3-7-25-16,-3 7 3 0,0 0-3 16,0 0 12-16,-4 24 0 0,0-9 0 15,-6 9 2-15,5 5 0 0,-7 2-3 0,1 3 5 0,-1-1 1 0,-5 14 8 16,-3-3 0-16,8-13-10 0,3 1 9 0,1-2 3 15,1-4 3-15,0-1-3 0,3-7 2 16,0-1-3-16,3-5 1 0,0-2 6 16,-1 0 7-16,2-1-4 0,0-3 19 15,-1 0-5-15,0-1 13 0,2-2-3 0,-1-3 29 0,0 5 10 0,0-5 5 0,3 4-8 16,3-4 1-16,2 0-10 16,6-4-2-16,6 1-27 0,7-2-47 0,5-5-64 15,1 0-84-15,4 1-89 0,13-8-135 0,-13 3-313 0,0 2-771 0,9-8 342 0</inkml:trace>
  <inkml:trace contextRef="#ctx0" brushRef="#br0" timeOffset="-149179.09">19445 15577 77 0,'-6'-6'231'0,"0"0"-18"0,-1 0-22 0,-3 2-15 16,-3 2-21-16,-3 1-22 0,-5 3-7 0,0 3-15 15,-9 5-14-15,2 1-7 0,0 3-11 0,2 3-8 16,-1 1-11-16,2 2 0 0,2 2-7 0,5-2-9 16,3 1-3-16,3-4-9 0,6 0 1 0,1 0 0 15,2-3 14-15,3 0-5 0,4-3-4 0,6-1-1 0,1-3-1 0,6 2-4 16,1-6 3-16,4-3-9 0,6 0-1 0,0-2-3 16,-8-4 0-16,6-5-4 0,-3-1-1 0,-2 2-3 15,1-5 0-15,-2-2 0 0,3-4-2 0,-4 1 2 16,0-2-1-16,0 3-1 0,-6 3 2 15,1-1 8-15,-4 3 6 0,-2 3 9 0,-3 2 6 16,1 1 2-16,-3 3-5 16,2 0-11-16,-1 2-17 0,-4 3-5 0,4 0 0 15,-4 0-7-15,-4 15 0 0,4-4-2 0,-4 8-1 16,-1 8 0-16,0 1 1 0,0 5 0 0,-3 1 1 16,3 1-1-16,-4 13-1 0,-5-2 2 0,1 2 1 15,3-2-1-15,-3 1-1 0,3 1 2 0,-5-1 2 16,7-12-1-16,-1 1 1 0,2-2 0 0,-2 0-1 15,1-4-2-15,-2 0 2 0,-2-4-2 0,2-9 1 0,-3-2-1 16,4-2 5-16,0-4-1 0,2-2 6 0,-4-2 0 0,1-2 13 16,-2-3 2-16,1 0 9 0,-2-5 11 0,-4-2 13 15,2-2 5-15,1-1 15 0,2-3-4 0,-1-2 7 16,4-3 0-16,1-4-15 0,3-7-19 0,5-1-24 16,3-1-15-16,6-1-10 0,10-11-11 0,-3 12-5 15,7 2 4-15,2 0 0 0,-3 2 3 0,4 1-1 0,5 1 0 31,-3 4 1-31,1 3 7 0,2 2 8 0,-3 2 3 16,2 3-2-16,-1-1 0 0,-15 7 0 0,0-2 0 0,-2 4 1 0,-1-2-3 0,-6 3 0 0,3-1-1 31,-3 2-1-31,-5 1-10 0,9-3-12 0,-9 3-15 16,5-3-6-16,-5 3-1 0,0 0-1 0,0 0-6 16,0 0-5-16,0 0-20 0,0 0-29 0,0 0-39 0,0 0-68 0,0 0-230 15,0 0-478-15,0 0 211 0</inkml:trace>
  <inkml:trace contextRef="#ctx0" brushRef="#br0" timeOffset="-148762.96">19825 15715 255 0,'5'-6'251'16,"0"2"-24"-16,3 1-26 0,-3 1-21 0,1 0-17 15,5 2-21-15,0 0-14 0,-2 2-14 0,5 1-11 16,-4 3-10-16,2 1-10 16,-1 1-10-16,-3 1-8 0,0-1-7 0,-3 4-4 15,-4-1-9-15,2 1-1 0,-6 2-8 0,-1 1 0 16,-1 0-4-16,-3 1-5 0,-2-2-1 0,0 1-2 16,1-6-1-16,3 0-3 0,-2-1 1 0,-1-1 3 15,3 0 7-15,1-1 9 0,1-3 18 16,-1 0 25-16,5-3 39 0,-4 5 33 0,4-5-14 15,0 0-17-15,0 0-8 0,0 0-17 0,20-14-7 0,-6 4-5 0,4 0-10 16,1-1-14-16,3-4-7 0,1 1 3 0,0-1-15 16,1 1 1-16,-10 7 11 0,-3-3 1 0,1 5-8 15,-4 1-21-15,1-2 18 0,-3 2-3 0,-1 1-7 16,1 0-10-16,0 1-2 0,-6 2-14 0,7-2 1 16,-7 2-8-16,0 0-9 0,0 0-5 0,12 4-3 15,-12-4-8 1,5 7-15-16,-1 0-24 0,0-1-24 0,-3 1-28 15,5 2-31-15,-3 2-39 0,1-2-40 0,-3 2-64 0,2-5-254 16,-2-1-586-16,-1-5 260 0</inkml:trace>
  <inkml:trace contextRef="#ctx0" brushRef="#br0" timeOffset="-148531.43">20341 15608 237 0,'4'-4'252'0,"0"-2"-29"0,-4 6-20 16,10 0-26-16,-10 0-14 0,10 6-14 16,1 1-13-16,-4 2-11 0,2 5-9 0,-5 4-11 0,4 9-5 15,-7-2-8-15,3 4-7 0,0 0-9 0,-9 2-5 0,-4 2-5 16,-2-1-7-16,-4 1-5 0,-2-1-4 0,-2-1-16 16,-11 8-16-16,2-13-23 0,-1-1-22 0,-1-4-29 15,-1 1-38-15,2-7-49 0,-5-1-76 0,1-6-123 16,1-1-369-16,3-7 163 0</inkml:trace>
  <inkml:trace contextRef="#ctx0" brushRef="#br0" timeOffset="-148230.65">19945 15405 42 0,'-18'11'128'0,"5"2"-6"16,-2 5-9-16,-8 7 7 0,0 0-16 0,-8 16-3 16,2 3-6-16,0 1 0 0,-3 2 7 0,1-2-12 15,6 0 5-15,2-3-17 16,10-10-3-16,4 0 29 0,4-2-2 15,1 0 9-15,4 1-2 0,6-5 4 0,2 2-6 16,9-2 0-16,6-2-10 0,7-2-7 0,2-5-18 16,21 6-34-16,1-7-40 0,5-4-64 0,5-2-122 15,-3-6-171-15,1-4-390 0,-9 0 173 0</inkml:trace>
  <inkml:trace contextRef="#ctx0" brushRef="#br0" timeOffset="-147976.86">20850 15865 47 0,'0'0'360'0,"-3"-6"-38"15,3 6-36-15,0 0-29 0,11-9-26 0,-1 9-25 16,2-2-42-16,10-2-47 16,-1 1-50-16,8 0-55 0,-1-2-63 0,3 3-77 15,-11 2-187-15,7-4-342 0,-9-3 151 0</inkml:trace>
  <inkml:trace contextRef="#ctx0" brushRef="#br0" timeOffset="-147826.96">20920 15920 28 0,'-5'2'200'0,"1"1"16"0,2-2-3 0,2-1 0 16,5 5-21-16,2-2-18 0,13 0-16 0,6-3-41 0,6 1-64 15,4-1-116-15,-5-4-188 0,5-3-271 0,-4 0 121 16</inkml:trace>
  <inkml:trace contextRef="#ctx0" brushRef="#br0" timeOffset="-147144.52">22022 15361 176 0,'2'-4'223'15,"-1"-3"-11"-15,-1 7-22 16,2-6-19-16,-2 6-22 0,1-4-17 0,-1 4-14 15,0 0-13-15,0 0-13 0,0 0-8 0,0 12-5 16,-1-1 0-16,1 6-9 0,-3 10-3 0,-3 2-6 16,-1 4-3-16,-4 14-25 0,1-11 1 0,-2 10-8 15,1 3-1-15,-1-2-2 0,2-3-5 0,2-7 6 16,1-2-7-16,0 0-1 0,-2-3 0 0,4-1-9 16,1-1 5-16,-2-5 1 0,5 2-1 0,-3-2 1 0,1-11-24 15,3 2-25-15,-1-5-30 0,1 0-35 0,0-3-23 16,0-2-38-16,0 0-21 0,0-2-96 0,0-4-302 15,0 0 134-15</inkml:trace>
  <inkml:trace contextRef="#ctx0" brushRef="#br0" timeOffset="-146890.69">22081 15632 19 0,'4'-1'174'0,"-4"1"-13"16,13 0-7-16,0 1-12 0,1 4-13 0,-2 1-15 16,8 0-5-16,-1 6-13 0,-1-4-6 0,-1 6-14 0,3 3-8 0,-6-2-6 15,-1-3-4-15,-2 2-9 0,-2 1-7 16,-3-4-5-16,-3 0-3 0,0 1-5 0,-6-3-1 16,2 2-2-16,-7-2-6 0,-2-1 3 0,-4 1 2 0,-1-1-1 15,-3-2-5-15,-2 2 3 0,0-4-3 0,0 0-3 16,-2-1-11-16,4-1 11 0,-1-2-3 15,0 0-4-15,1 0-18 0,4-2-17 0,3 0-46 0,3 0-45 0,1-2-164 16,2-2-305-16,5 1 136 0</inkml:trace>
  <inkml:trace contextRef="#ctx0" brushRef="#br0" timeOffset="-146489.75">22477 15715 150 0,'0'0'223'0,"0"0"-22"0,0 0-21 16,0 0-16-16,0 0-13 0,0 0-12 0,0 0-13 16,25 0-11-16,-11 0-10 0,4-3-14 0,1 3-8 0,4 0-11 15,-1-3-12-15,1 2-11 0,-1-2-7 0,-1 1-7 16,7-3-4-16,-8-1-10 0,1 0 4 0,-4-1-5 15,2-3-1-15,-5 2 1 0,-1-4-4 0,-3 5 6 0,0-3 9 16,-2 1 13-16,-3 0 2 0,-1 0 8 16,0 1 4-16,-3 2 5 0,1 2-12 0,-2-1-3 15,-2 0-4-15,0 0-6 16,-3 2-9-16,-2-1-5 0,1 4-2 0,-4 0-8 16,-2 0 2-16,-1 2-3 0,-1 2 7 0,-4 2-11 15,3 4-3-15,-3-1-5 0,1 4 5 0,1 1-2 16,4-1-3-16,-7 7-1 0,5 1 1 0,3-4 1 15,0-2 31-15,5 5-2 0,2-3-14 0,-1 0-30 16,4 1-33-16,2-2-26 0,0-1-34 0,3-1-44 16,4-7-55-16,-6 1-178 0,7-1-414 0,1-5 183 0</inkml:trace>
  <inkml:trace contextRef="#ctx0" brushRef="#br0" timeOffset="-146042.12">22985 15566 53 0,'9'-7'289'0,"5"1"-26"16,-2 1-18-16,2-1-26 0,-3 2-21 0,2 2-21 16,1 2-14-16,-1 2-16 0,6 2-12 0,-3 2-19 15,1 1-2-15,-3 4-13 0,-5-1-9 0,4 1-12 16,-2 2-8-16,1 0-4 0,-7 1-9 0,0 2-7 16,-1-3-7-16,-3 0-2 0,-1 1-7 0,0-2 1 15,-5 0-8 1,3-3 0-16,-1 1-6 0,-1 0-1 0,-1-5-1 15,4 1 1-15,-3 0-1 0,0-1 0 0,4-2 2 16,-2-1 7-16,0 2 17 0,1-1 24 0,1-3 13 16,0 0-15-16,0 0-12 0,0 0-12 0,10-17 1 15,-1 7-6-15,9-2-6 0,-4 0-6 0,7-7-16 0,2 2 16 16,-3-1-7-16,4 5-2 0,-1-3-4 16,-6 5-2-16,0 0-1 0,0 2-1 0,-1-1 4 0,-7 3-3 0,2 1 27 15,-3 1 11-15,-3 2-5 0,0-1-1 0,3 3-6 16,-4-2-3-16,-2 2-9 0,-2 1-3 0,8-3-8 15,-6 0-8-15,-2 3-3 0,0 0 0 0,7 7-1 16,-7-2-4-16,1 1 0 0,0 3-1 0,-1 2 3 16,3 0 2-16,-3 4-3 0,0 2 5 0,0 1-5 15,0-2-2-15,0 0 3 16,-3 1 5-16,3 0-5 0,0-4 5 0,-1-4-23 16,1 3-24-16,-1-5-7 0,2 3-14 0,-2-5-13 15,0 2-6-15,1-3-4 0,-2-1 1 16,2-3-3-16,-4 3-37 0,4-3-60 0,0 0-71 15,-12-10-234-15,4 1-529 0,3 1 234 0</inkml:trace>
  <inkml:trace contextRef="#ctx0" brushRef="#br0" timeOffset="-145888.03">23487 15425 271 0,'0'-6'322'0,"2"-1"-20"0,-1 2-26 15,-1-2-30-15,0 5-30 0,1-3-41 0,-1 5-45 16,3-3-41-16,-3 3-36 0,0 0-35 0,0 0-38 15,14 8-63-15,-8-3-56 16,-1 0-171-16,0-1-335 0,1 1 149 0</inkml:trace>
  <inkml:trace contextRef="#ctx0" brushRef="#br0" timeOffset="-145513.15">23813 15579 145 0,'-5'0'194'0,"1"3"-21"0,-1-1-18 15,-1 2-15-15,-6 3-17 0,3 1-6 0,0 0-17 16,-3 3-6-16,-3 0-14 0,4 1-5 0,-3 4-9 16,2-1-8-16,1-3-4 0,3 3-8 0,-1-2-2 0,3-2-4 0,-3 0-5 15,5 0-3-15,3-2-2 0,-2 3 25 0,3-4 8 16,0 1 5-16,3-2 6 0,-2-2 5 0,3 0-1 15,6 1-4-15,3-4-6 0,-1-1-4 0,3-2-8 16,4 1 0-16,-6-2-5 0,6-6-9 0,-2 1-2 16,0-1 0-16,0-2-6 0,-3-2-1 15,-1 1-5-15,-2-5-5 0,-2 3 0 16,0-3-5-16,-5 2 1 0,5-2-2 0,-8 3-3 16,2 3-2-16,-2-2-6 0,-2 2-4 0,-2 1-4 15,-2 2-8-15,0 0-8 0,-1 1-8 0,-5 1-15 16,1 1-15-16,4 2-23 0,-3 2-26 15,1 0-26-15,2 2-31 0,-2-1-57 0,3 3-130 16,5-4-376-16,-2 7 166 0</inkml:trace>
  <inkml:trace contextRef="#ctx0" brushRef="#br0" timeOffset="-145034.55">24433 15622 225 0,'-8'-6'207'16,"-3"2"-20"-16,-1 0-17 0,-2 0-17 0,-2 1-15 0,-2 2-16 0,0 2-15 0,-3 2-10 0,2 1-10 15,1 1-9-15,-1 2-8 0,2 2-7 16,0 2-10-16,0-2-3 0,3 3-4 16,2 0-5-16,0-2-8 0,1 5 2 0,5-5-4 15,2 1-1-15,-1-1-4 0,4-1-2 0,1 2 0 16,3-2 2-16,3 0-4 0,0-1-2 15,3-3-1-15,4-2 0 0,0 1 1 0,4-4-5 16,1-3-1-16,2-1 4 0,-1-1-1 16,5-7-1-16,-6 3 6 0,5-7 9 0,-4 0 2 15,0-2 4-15,-1 0 6 0,1-3 3 0,-3-1 0 0,-4-1 7 0,3-2 7 0,1-1-1 16,-6-3 4-16,4-1 1 0,-1-5 10 16,1 3 7-16,-2-2 13 0,-1 5 23 0,-2 3 0 15,-2 6 8-15,-2 4 13 0,0 3-6 0,-3 3-19 16,1 2-12-16,-2 1-16 0,2 3-12 0,-1-2-29 15,-1 3-51-15,-1 3 24 0,0 0-13 0,0 0-5 16,-8 16-5-16,1-2 4 0,-3 12 2 16,-3 5 5-16,-1 3-4 0,-1 11-1 0,-2-1-4 15,2 3-10-15,2-14 14 0,7 1-2 16,1 0-2-16,3-3 16 0,2-4-12 0,2 2 1 16,1-10-1-16,3 0 10 0,1-2-9 0,2-4-13 0,5 0-36 0,3-4-51 0,1-1-72 15,2-6-123-15,8-2-297 0,0-1-639 0,-7-4 284 16</inkml:trace>
  <inkml:trace contextRef="#ctx0" brushRef="#br0" timeOffset="-144078.96">25474 15455 14 0,'-2'-4'185'0,"2"4"-16"0,-5-4-18 16,5 4-21-16,0 0-16 0,-17 7-10 0,7-2-13 15,0 2-8-15,-4 4-11 0,-2 4-23 0,2 0-2 0,1-1-3 0,3 1-8 0,-4 3-4 16,5-2-3 0,-1 1 0-16,2-3 0 0,3 3-11 0,-3-3 3 0,7-2 7 0,-1 2 7 0,2-3 0 15,2 0 15-15,1-1 5 0,-1-2 13 16,5-1 16-16,-1-3 10 0,6-1 10 0,-1-3 2 16,4 0 1-16,-2-3 2 0,5-2 3 0,-1-4-5 15,1 0-8-15,-4-4 1 0,1 0-5 16,-3-2-8-16,-1 0-14 0,4-6-7 0,-4 5-9 15,-4-3-20-15,0 0-19 0,-2-6-15 0,-3-1-11 16,-2 8-2-16,0 1-12 0,-5 1-6 16,1 0-6-16,-3 0-9 0,-4 2-9 0,1 5-17 15,-1 3-4-15,-1 0-15 0,1 3-26 0,-3 0-19 16,3 2-36-16,4 2-30 0,-3-1-157 0,10 0-386 0,-12 0 172 0</inkml:trace>
  <inkml:trace contextRef="#ctx0" brushRef="#br0" timeOffset="-143697.5">25732 15187 29 0,'4'-5'293'0,"-1"-1"-27"0,1 5-24 0,-2-6-33 16,0 4-29-1,0 1-33-15,-2 2-14 0,0 0-16 0,0 0-13 0,1 18-8 0,-2-6-14 16,-3 7-9-16,0 10-8 0,1 0-5 0,-3 6-4 0,-4 14-7 15,1 0-4-15,0-1-6 0,5-12-3 16,-4 13-4-16,6-15-1 0,2 1-4 16,2-2-3-16,-2 0-1 0,5-2-2 0,-3-6-4 15,2-1 2-15,-1-7 21 0,0-2-1 0,-1-4 0 16,0-1-3-16,0-3-2 0,-2-2 1 16,1-1 21-16,0 2 28 0,-1-3 27 0,0-3 18 15,0 0-10-15,0 0-9 0,0 0-17 0,0 0-7 16,0 0-14-16,-6-20-10 0,1 10-10 0,-3-2-1 0,-4-3-22 0,2-1 3 0,-5-6-10 15,2 7 3-15,3-1-17 0,-3 0 15 16,0 3-2-16,8 2 13 0,-1 0-5 0,-2 4 8 16,4-1 8-16,3 2-30 0,1 0 6 15,5-3-26-15,4 2-9 0,12-1-14 0,8-2-32 16,4 2-37-16,21-1-39 0,3-3-51 16,7 2-78-16,1 1-287 0,27-7-598 0,-29 5 264 15</inkml:trace>
  <inkml:trace contextRef="#ctx0" brushRef="#br0" timeOffset="-141859.03">20391 15461 31 0,'0'0'208'0,"0"-6"-15"0,0 6-21 0,0-4-19 16,0 4-19-16,0 0-17 0,0 0-13 0,0 0-23 15,-14 13 4-15,-4 6-8 0,-7 5-2 0,-11 10-10 16,-11 8-12-16,-25 20-6 0,-3 0-5 0,2-1-7 15,-8 2-6 1,-3-3 1-16,1-3-5 0,2-2-1 0,12 0-5 16,3-1 2-16,12-16-4 0,3-2 0 0,1-2-2 0,0-4 23 15,6 1-4-15,-1-5-4 0,-1 3-5 0,18-12-3 16,2 0 4-16,1-4-9 0,2 3 6 16,9-8-4-16,-3 1-4 0,8-2-2 0,0-2-27 15,4 0 4-15,0-2 0 0,1 1 1 0,0-1 4 16,-1-2 6-16,3 3 0 0,2-4-1 0,-4 1 0 0,4-1 2 0,-4 1-3 15,4-1 4-15,-6 2-1 0,6-2-1 0,0 0 2 16,0 0-19-16,0 0-8 0,-7 3-19 0,7-3-81 16,0 0-191-16,-9-11-341 0,0 5 151 0</inkml:trace>
  <inkml:trace contextRef="#ctx0" brushRef="#br0" timeOffset="-141476.47">19116 15588 189 0,'1'-6'184'16,"-1"6"-25"-16,0 0-16 0,0 0-10 0,16 9-15 16,-5 4-16-16,8 8-5 0,2 3-5 0,9 15-8 15,2 2-9-15,5 2-13 0,3-3-9 0,1 2 4 16,23 17-7-16,-21-24-4 0,8 0-2 0,-2 1-4 16,-3-1-5-16,-5-2-2 0,-6-4-4 0,-3-2-3 15,-6-8 0-15,-6 0-5 0,2-4 3 0,-10-5-4 16,-2-3-7-16,-3 0 4 0,-1-2-2 0,-1-2 19 15,1 1 17 1,-3-2 10-16,-1 1 2 0,-2-3-8 0,0 0-22 16,0 0-26-16,0 0-29 0,-12-11-43 0,4 5-48 15,1-2-72-15,-4 2-133 0,3-2-344 0,-1-2 152 16</inkml:trace>
  <inkml:trace contextRef="#ctx0" brushRef="#br0" timeOffset="-140774.84">18432 15548 67 0,'0'-7'234'0,"0"-1"-16"0,0 3-19 16,0 1-19-16,0 0-20 0,0 0-16 0,3 0-29 15,-3 4-9-15,0 0-11 0,0 0-8 0,0 0-13 16,0 18-7-16,-3 0-8 0,2 8-2 0,-3 5-4 0,0 6-10 0,-5 11-4 15,-5 0 0-15,5 2 0 0,-3 2-7 0,5-5-8 16,-4 0-2-16,4-12 0 0,-4 11-3 0,3-12 0 16,2-3 0-16,2 1 0 0,0 0 0 0,-1-6 24 15,1-1-8-15,0-5 1 0,2-5-6 0,0-2-2 16,0-1-4-16,-1-1 0 0,2-1 0 0,0-3-2 16,-1 1-10-1,2-1-10-15,-1-5-4 0,0 3-7 0,1-5-1 16,-3 7-7-16,0-4-40 0,3-3-47 0,0 0-54 15,-7-10-53-15,2 3-120 0,2-5-358 0,0 0 159 16</inkml:trace>
  <inkml:trace contextRef="#ctx0" brushRef="#br0" timeOffset="-140520.94">18408 15777 120 0,'0'0'206'16,"5"-7"-14"-16,-4 5-26 0,-1 2-17 0,0 0-18 15,0 0 1-15,17 2-11 0,-17-2-10 0,18 6-4 16,-8-1-8-16,-1 1-12 0,4 2-3 16,-2-1-11-16,3 3-6 0,-3 1-5 15,-2-3-5-15,1 2-10 0,-5-1-3 16,-3-1-5-16,1 1-8 0,-1-1-8 0,-4 1-2 16,-1-2 1-16,-2 2 2 0,-2-1-7 0,-2 2 2 15,-7-1-4-15,0 1-1 0,-1-2-14 0,-2-1-14 16,1 2-21-16,0-4-34 0,4 1-58 0,5 0-52 15,-4-3-131-15,3-3-335 0,4 2 149 0</inkml:trace>
  <inkml:trace contextRef="#ctx0" brushRef="#br0" timeOffset="-140173.04">18712 15922 196 0,'0'0'259'0,"9"-2"-26"0,-9 2-23 0,0 0-22 16,9 3-23-16,-9-3-11 0,9 5-23 0,-4-1-12 16,1 1-12-16,1 3-11 0,-3 1-11 0,-1 2-7 15,0 2-7-15,-2 3-9 0,-1-5-7 0,-2 6-3 16,-1 2-5-16,-1-2-7 0,-3 0-3 0,-2 1-4 16,0 1 0-16,0-2-2 15,0-1-1-15,-5 0-4 0,5-3 1 0,-2 0-5 16,3-4-1-16,3 0-5 0,-3-2 2 0,4-1-5 15,-1-1 1-15,1-1-1 0,3 1 8 16,-3-2-8-16,4-3 12 0,-4 5 5 0,4-5 6 16,0 0 7-16,0 0 0 0,0 0-5 0,18 2 1 15,0-4 1-15,5-1-7 0,6-2-1 0,3-2-8 16,4 2 2-16,-6 0-10 0,4 1-15 0,-2-1-18 0,0 2-23 0,-10 0-23 16,-2 1-24-16,-3 2-45 0,-3-2-47 0,-3 2-64 15,-7 0-155-15,-4 0-429 0,0 0 191 0</inkml:trace>
  <inkml:trace contextRef="#ctx0" brushRef="#br0" timeOffset="-138619.29">26872 15350 58 0,'-5'-3'198'16,"1"0"-16"-16,-1 1-20 0,-4 0-19 0,4-1-18 0,-6 3-8 16,0 4-18-16,-3-2-7 0,-2 2-10 15,-2-1-9-15,1 8 2 0,2-1-20 0,0 5-1 0,1-3-7 16,2-1-19-16,-1 4 2 0,3 2-3 0,2-3-9 0,2 1 3 15,2 5 2-15,4-6-4 0,2-2-11 16,1 4 3-16,6-5-4 0,-1 0 1 16,5 0 0-16,1-1 0 0,-1-6-1 0,4 1-5 15,-4-2 1-15,5-2 0 0,-5-3-3 0,5-2 6 0,-2-3 1 16,2 1 22-16,-5-4 6 0,-2-1 10 16,-2 1 4-16,-1 1 8 0,1-4 0 0,1-1 11 0,-6-1 4 15,1 4-6-15,-1-1 8 0,2 3 10 16,-3-1 8-16,1 3-5 0,-4 1-6 0,2 0-9 15,0 2-14-15,-1-1-4 0,0 1-23 0,1 3-22 0,-2 1-1 16,0 0-6-16,0 0 3 0,-7 12-4 0,3-2 2 0,-2 1-2 16,-3 8-2-16,0 7 1 15,-3 0 2-15,2 6-5 0,0-1 3 0,-3 2 25 16,3 14 2-16,-5-3-5 0,5-11-2 0,2 1-2 0,-2 1-2 0,-1-2-4 16,2 3 1-16,2-6-2 15,0 0 1-15,0-1-3 0,2-1-2 0,-3-4 5 0,3-6-3 16,0 0-4-16,-2-6-3 0,4 1-2 15,-1-2-5-15,-1-4 1 0,-2 3 0 0,3-5 3 0,-2-1 4 16,-2-1 0-16,-1 0 8 0,0-3 0 0,-2 0 9 0,2-3 17 16,-1-1 13-16,0-3 18 0,1 1 7 15,3-1 19-15,-4-4 18 0,6 0-3 16,-1-3-15-16,5-1-9 0,2-4-20 0,5-1-12 0,7-4-13 16,3-5-45-16,7 2 12 0,12-9-17 15,2 0-8-15,1 2 1 0,0 5-2 0,2 0-1 0,-12 9 4 16,2 2-2-16,-4 1 1 0,1 2 3 15,-2 4-5-15,-7 0-13 0,-2 5-13 0,-4 0-22 16,0 1-31-16,-4 1-24 0,-2 2-39 0,-1 1-54 0,-1-3-42 0,-5 4-230 16,0 0-526-16,0 0 233 15</inkml:trace>
  <inkml:trace contextRef="#ctx0" brushRef="#br0" timeOffset="-138168.66">27447 15429 34 0,'0'0'284'0,"4"-3"-34"0,-4 3-25 0,8-4-27 16,-6 3-19-16,-2 1-22 15,0 0-15-15,7 8-18 0,-5-4-10 0,0 1-12 0,0 3-9 16,-1 1-11-16,1 2-11 0,-4 3-3 0,1 1-12 0,-3 2-3 16,-1-1-8-16,1 1 4 0,-4-3-11 15,0 4-3-15,-3-1-4 0,3-3 1 0,1-2-5 0,2-2-2 16,-1-2-3-16,0-1 1 0,3-2-3 16,-2 1 17-16,2-2 11 0,1-2 36 0,-1 2 32 0,3-4 46 15,-4 3 28-15,4-3-18 16,0 0-10-16,0 0-24 0,10-19-15 0,0 12-14 15,2-5-15-15,2-1 3 0,-1 0-16 0,9-4-13 0,-6 5-4 16,0 1-4-16,-1 0-10 0,-1 2 1 0,-4 1-4 0,-1 1-4 16,1 4-11-16,-3-1-4 0,-2 0-8 15,0 1-10-15,-5 3-10 0,11-4-14 0,-5 5-6 0,-6-1-3 16,10 6-3-16,-4-1-7 16,3 1-11-16,-3 4-18 0,1-2-37 0,-1 3-22 0,0 1-25 15,1 4-35-15,-2 0-41 0,-1-5-53 16,0 0-292-16,0-3-613 0,-2 2 271 0</inkml:trace>
  <inkml:trace contextRef="#ctx0" brushRef="#br0" timeOffset="-137943.34">27893 15383 11 0,'5'-3'270'15,"-5"3"-29"-15,4-2-26 0,-4 2-20 0,0 0-26 0,7 8-14 0,-5 1-11 16,4 5-14-16,0 3-16 16,-4 3-7-16,3 7-9 0,-5-1-10 0,-5 3-9 0,1 0-6 15,-1 1-8-15,-6-2-1 0,1 0-9 0,-6 0-17 0,0-1-17 16,-4 0-19-16,-1-5-28 0,-6-2-44 16,0-4-56-16,-4 0-70 0,-3-5-124 0,4-6-345 0,-2-1 152 15</inkml:trace>
  <inkml:trace contextRef="#ctx0" brushRef="#br0" timeOffset="-137665.72">27461 15165 74 0,'0'0'224'0,"-19"1"-24"0,1 8-15 0,0-2-15 16,-7 9-21-16,-6 6-17 0,2 3-8 15,-13 13-18-15,3 8-3 0,5 0-16 0,2 3-3 0,5-1-14 16,8 1-2-16,5 0-6 0,6 1-4 0,9-1 2 0,11-3-2 16,10-3 0-16,11-3-10 15,0-5-28-15,10-1-74 0,7-10-148 0,8-3-112 0,2-8-341 0,5-6 151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27:30.4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3249 1891 156 0,'-8'5'198'0,"8"-5"13"0,0 0 13 0,0 0 7 15,0 0 7-15,0 0 7 0,0 0 6 0,0 0-5 16,0 0-12-16,0 0-10 0,0 0-15 0,0 0-23 15,0 0-33-15,0 0 1 0,0 0-23 0,-1-12-12 16,1 12-30-16,0 0-29 16,0 0-46-16,0 0-44 0,0 0-38 15,0 0-1-15,0 14 11 0,1 1 6 0,2 3 2 16,-2 10 7-16,-1 6 7 0,-1 12 4 0,-3 0 6 16,0 7 3-16,-2 2 8 0,2-1 1 0,-1 2 1 15,-4 1 7-15,5-4-2 0,-5-3 2 0,0 0 6 16,2-17-4-16,0 2 1 0,0-3 3 0,0-2-1 15,3-3 2-15,0-1 2 0,-1-8-4 0,1-1 4 0,2-7-1 16,-2 1 0-16,2-5 1 0,0 2 0 0,0-3 1 0,2-5 3 16,-1 9-3-16,1-9-32 0,0 0-49 0,0 0-44 15,0 0-37-15,0 0-13 0,0 0-40 0,-4-23-170 16,5 8-411-16,0 0 182 0</inkml:trace>
  <inkml:trace contextRef="#ctx0" brushRef="#br0" timeOffset="300.66">3199 2126 257 0,'0'0'264'0,"-1"-6"-27"0,1 6-25 0,0 0-20 0,-4-8-26 16,4 8-25 0,0 0-10-16,0 0-17 0,0 0-17 0,0 0-8 15,0 0-8-15,0 0-7 0,41 12-9 0,-23-3 3 16,7 4-13-16,1-1-9 0,-2 2-4 0,-1 2 2 15,-4-6-16-15,-1 2-10 0,-4-2-1 0,0 2-12 16,-5 2-7-16,-1-6-4 0,-4 4-5 0,-3-2 8 16,-2 2 1-16,-4 1 2 0,-7 0 2 0,-3 0-2 15,-9 2 1-15,-2-2 2 0,-1 0-1 0,0-4-1 0,-2 0 0 16,2-1 2-16,7-1-3 0,0-4 4 0,4 2-2 16,-3-5-2-16,6 4 0 0,4 1 3 0,-2-5-3 15,11 0-23-15,-15 1-37 0,15-1-89 0,-9-5-48 16,9 5-139-16,2-12-363 0,4 2 161 0</inkml:trace>
  <inkml:trace contextRef="#ctx0" brushRef="#br0" timeOffset="685.6">3542 2230 156 0,'0'0'256'0,"0"0"-17"16,0 0-26-16,0 0-21 0,0 0-12 0,0 0-20 16,0 0-11-16,0 0-18 0,0 0-16 0,2 5-6 15,-2-5-14-15,0 0-7 0,26-5-10 0,-8 0-4 16,2 0-15-16,-1-1-10 0,3 1-3 0,-3-3-10 16,-1 3-3-16,0-3 2 0,1 0-9 0,-2-2 0 15,-5 3-1-15,1-4-5 16,-2 2 5-16,-4 1 2 0,2-1 5 0,-2 3 10 15,-2-5 12-15,-3 6 5 0,0 2-8 0,-2-6-6 16,0 6-5-16,-3-4-9 0,-1 2-3 0,-2 5-3 16,-3-4-11-16,-3 4 11 0,-2 1-12 15,-4 2-4-15,2 2 0 0,-3 4-3 0,-2 1-1 16,-1 5-2-16,-1 0-3 0,4 5 0 0,5-7-2 16,0 4 0-16,0 3 4 0,4-4-2 0,0 3 4 0,3 4-15 0,2-6-27 15,2 4-22-15,2-4-27 0,0 3-36 0,5-3-24 16,0-3-18-16,1-2-36 0,0-3-184 0,2-3-415 15,1-4 184-15</inkml:trace>
  <inkml:trace contextRef="#ctx0" brushRef="#br0" timeOffset="1201.94">3888 2104 244 0,'0'0'274'0,"9"-7"-24"16,-6 2-29-16,-3 5-26 0,7-3-22 0,-7 3-13 15,0 0-19-15,13 0-19 0,-13 0-8 0,15 8-5 16,-7-3-11 0,1 2-10-16,2 3-3 0,-3-1-8 0,4 3-10 15,-5 5-1-15,5 5-4 0,-7-5-5 0,1 6-8 16,-2-5 2-16,-1-1-8 0,-3 0-7 0,0 0 3 16,0-3-7-16,-3-2 0 0,1 1-4 0,-1-2-2 15,-1-3-2-15,3-1 2 0,-1 0 6 0,2-7-5 16,-3 9 18-16,3-9 26 0,-2 6 21 0,2-6-20 15,0 0-16-15,0 0-7 0,8-22 1 0,1 8-26 0,5-8-6 16,4-2-13-16,-1 1-6 0,3-3-8 0,-1 2-6 16,4-4-10-16,4 0-3 0,0 2 4 0,-2 3-3 15,-3-1 4-15,1 7 5 0,0 0 1 0,-10 4 5 16,-3 4 18-16,0 1 1 0,-2 0 13 0,-4 6 13 16,5-3-4-16,-4 1 0 0,-1 1-7 0,-4 3-2 15,6-4-3 1,-2 1-7-16,-4 3-2 0,0 0-7 0,6-3-4 15,-6 3-3-15,0 0 1 0,0 0-3 0,8 10 3 16,-5-3 0-16,-1 3-1 0,1 2 2 0,-2 0 5 0,3 5 3 16,-3 1 0-16,4 5 1 0,-1 3-3 0,0-6 2 15,0 5 2-15,-2-6 2 0,1-3 6 16,-1 4-5-16,1-3-6 0,-2-5 3 0,1 0 2 16,1 2-5-16,-1-8-17 0,-1 4-11 0,0-4-7 0,1 0 1 0,-2-6 6 15,1 8 10-15,-1-8 6 0,0 0-9 0,0 0-36 16,0 0-42-16,0 0-32 0,0 0-26 0,0 0-37 15,-7-39-38-15,4 22-196 0,-3-9-460 0,4 6 204 16</inkml:trace>
  <inkml:trace contextRef="#ctx0" brushRef="#br0" timeOffset="1355.84">4368 1852 47 0,'-2'-5'321'0,"1"-1"7"0,-2 0-4 0,2 2 0 0,1 4-14 16,-3-10-24-16,3 10-22 0,0 0-23 0,-1-7-16 15,1 7-40-15,-3-3-25 0,3 3-40 0,0 0-52 16,0 0-61-16,-2-5-58 16,2 5-70-16,0 0-56 0,0 0-69 0,0 0-191 15,0 0-471-15,0 0 209 0</inkml:trace>
  <inkml:trace contextRef="#ctx0" brushRef="#br0" timeOffset="1825.29">4817 2080 207 0,'0'-6'260'0,"0"2"-9"0,0-1-13 0,0 5-10 16,0-5-24-16,0 5-4 0,-4-5-22 0,4 5-20 16,-4-4-17-16,4 4-14 0,-10 1-19 0,10-1-12 15,-14 5-10-15,3 1-6 0,-1 0-12 0,-1 2-5 16,-1 2-7-16,1 4-4 0,-1-3-8 0,4 5-3 16,-3-6-6-16,3 7-2 0,2 0-3 0,-2 2-5 0,4-1 1 0,2-2-9 15,1 0 5-15,1-4-12 0,2 1 10 0,1-3-5 16,0 1-2-16,2-2 0 0,0-3 2 0,2-1 6 15,2 0-4-15,1 0 4 0,6-5 2 0,0 0-10 16,4-4 8-16,1-2-3 0,-1-3-13 16,0-1 12-16,0-2-3 0,-4 2 0 0,2-3 7 15,-1 1 3-15,0-2-4 0,-4-3 0 0,-2 3 1 0,-1-2-6 0,-2-1 7 32,-1 0-8-32,-2 1-1 0,-4 2 0 0,-1 0-5 15,-1 3 1-15,-3 1-3 0,0-1-6 0,-1 4 0 16,0 0-5-16,-3 2-8 0,2 2-11 0,2 1-3 0,-2 0-16 15,0 4-19-15,-2-2-25 0,4 2-12 0,-1 2-25 16,-2 4-21-16,6 0-38 0,-2-2-42 0,2 1-195 16,3 1-453-16,4 4 202 0</inkml:trace>
  <inkml:trace contextRef="#ctx0" brushRef="#br0" timeOffset="2390.98">5476 2101 64 0,'2'-9'313'0,"0"3"-30"0,-2 1-24 0,-4-3-21 16,-2-2-24-16,-3 4-20 0,1 0-12 0,-7 1-18 15,2 1-13-15,-5-2-14 0,-2 4-14 0,-2 2-17 16,-5 1-6-16,0 3-10 0,6 1-11 0,-7 2-12 16,8 0-9-16,0 2-13 0,2 1 5 0,-1 5-4 15,1-3-11 1,7 2 2-16,-1-2-7 0,3 0 0 0,3-1-4 15,1 0-12-15,2 2-10 0,3 1-5 0,1-4 0 16,1-1 2-16,4 1 0 0,3-3-3 0,2 2 4 16,6-3 1-16,1-6 2 0,0 0-3 0,6-3 0 15,2-5 0-15,-1 1-1 0,-4-2 2 0,-3-1-1 16,7-6 14-16,-6-1 16 0,-2 4 10 0,-3-3 11 16,0-6 11-16,0 2-12 0,0-4 22 0,-5-2 4 0,-1 1-1 15,-1-3-2-15,-4 0 5 0,3 0 12 0,-3-1 11 16,0-3 22-16,-1 6 16 0,-2 0 6 0,0 6 16 15,1 2 11-15,-1 2-2 0,-1 4-15 0,2 2-8 16,-2 3-21-16,1 1-9 0,0 1-19 0,0 5-14 0,-1-6-19 16,1 6-40-16,0 0-33 0,0 0-41 0,0 0-29 15,0 0 0 1,0 0-6-16,0 0 18 0,-4 31 6 0,3-4 8 16,-3 6 9-16,-3 2 0 0,1 0 14 0,-4 10 1 15,1 1-2-15,4-10 14 0,-2-5-7 0,4 2 3 16,0 1 3-16,-1-2 3 0,4-5 2 0,0-8-3 15,0-2 8-15,3 0 2 0,-2-7-2 0,2-3 16 16,-3 3 6-16,2-3 16 0,2 1 15 0,0-6 13 16,1 3 10-16,-5-5 5 0,19 0-1 0,-6 0-5 0,7-2-7 0,10-1-8 15,-2 1-4-15,1-8-23 0,-2 4-34 0,0-5-47 16,1 0-76-16,1-5-107 16,1 2-141-16,4-3-435 0,12-4-880 15,-10 3 389-15</inkml:trace>
  <inkml:trace contextRef="#ctx0" brushRef="#br0" timeOffset="3088.32">7059 2027 91 0,'-7'-2'215'0,"-2"-1"-15"0,1 3-15 0,-4-1-15 16,-7 4-19-16,2-1-6 0,-1 2-21 0,-4 2-12 16,-1 6-13-16,4 0-12 0,-3 5-5 0,6-3-12 15,-2 8-3-15,1-2-11 0,2 2-3 16,5-3-1-16,1-4-5 0,3 4-8 0,4-2 4 15,1-1 8-15,2 0 9 0,0-3-8 0,3 0 6 0,1-5 2 0,3 2 5 0,3-4 7 16,2 0 0-16,6-2 8 0,-3-4 0 0,4-3 0 16,-2 2 3-16,1-7 8 0,0 0-5 15,-2-1 0-15,1-8-3 0,-5 3 10 0,-1-1 1 16,-3 3-2-16,-1-5-11 0,-3 0-5 0,-1-2-18 16,-3 0-27-16,-2-1-19 0,-3 2-9 0,-2-1-9 15,-2 0-11-15,-1 2-5 16,-2 3-7-16,-1-1-7 0,-2 4-9 0,0 3-3 15,-4 0-14-15,4 4-14 0,0 0-25 0,-1 3-26 16,-2 1-40-16,4 1-26 0,5-1-44 0,0 1-201 16,8-1-473-16,-9 1 211 0</inkml:trace>
  <inkml:trace contextRef="#ctx0" brushRef="#br0" timeOffset="3459.12">7274 1717 39 0,'1'-4'354'0,"2"-1"-38"0,-3 5-31 16,3-6-35-16,-3 6-29 0,0 0-32 15,0 0-23-15,0 0-21 0,0 0-13 16,-6 32-19-16,-1-3-5 0,-5 17-12 0,-2 0-7 16,2 6-8-16,-3-2-7 0,1 7-5 0,4-3-9 15,1 1 1-15,4-1-6 0,0-4-6 0,4-1-2 16,1-16-6-16,1 0 0 0,4-5 6 15,-1-2 8-15,-3-6-10 0,6-4-2 0,-4-5-2 16,0 1 3-16,1-3 4 0,0-3-1 0,-3 0 30 0,-1-6 24 0,4 8 37 16,-4-8 31-16,0 0-14 0,0 0-19 0,0 0-29 15,0 0-26-15,-3-22-31 0,-3 11-25 0,-4-5-15 16,-8-5-14-16,1-4-9 0,-2 5-1 0,-3-1-1 16,2 0 7-16,4 7 3 0,6-2-7 15,-4 2 21-15,6 4 18 0,1 3 15 0,3 0 12 0,0 1-4 16,3-1-15-16,1 7-24 0,7-16-8 15,9 4-15-15,13-1-23 0,3-1-42 16,23-2-50-16,4 4-58 0,1-1-73 0,32-7-99 16,-27 3-245-16,23-7-652 0,-29 9 289 0</inkml:trace>
  <inkml:trace contextRef="#ctx0" brushRef="#br0" timeOffset="3974.34">8763 1959 143 0,'-4'-8'273'0,"-4"3"-11"0,2-2-28 0,-3 3-16 15,-2 0-17-15,-1 3-18 0,-2 1-25 0,-4 1-12 16,-1 4-15-16,-2 3-16 0,-3 4-13 0,1 2-11 15,-1 4-9-15,1 2-7 0,2 2-9 0,2-1-4 16,6 0-5-16,0 5-3 0,5-8-7 0,0 4-2 16,3 4 1-16,1-6 0 0,8-2 1 0,-3-1-2 0,3-6 2 0,8 1 3 15,-4-2 4-15,4-6-1 0,7 1 2 0,2-7 0 16,6 2 0-16,-1-5-1 0,1-7 1 16,0 4 6-16,1-4 1 0,-2-2 0 0,-2 0-1 15,-1 1 4-15,-3 3-1 0,-2 1-4 0,0 0 4 16,0 1-6-16,-3 0-2 0,3-1-16 0,-6 4 1 15,4 2-9-15,1-1-1 16,2 1-7-16,0 2-2 0,2 4-40 0,-1 0-41 16,0-2-59-16,1 3-69 0,6 2-92 0,-12-2-313 15,6 0-641-15,-2-4 284 0</inkml:trace>
  <inkml:trace contextRef="#ctx0" brushRef="#br0" timeOffset="5095.42">8865 1952 39 0,'-5'-6'225'0,"5"1"-15"0,-4-2-16 15,1 4-14-15,3 3-19 0,-7-7-8 0,3 6-16 0,-1-3-15 0,5 4-10 0,-12-1-18 16,12 1-5-16,-17 2-12 0,5 3-8 16,-2 1-9-16,-3 0-6 0,-2 6-6 0,-4 3-5 15,1 1-5-15,1 2-4 0,-2 3-5 0,1-1-1 16,4 4-1-16,-1 0-8 0,1-2-1 15,3 7 4-15,2-4-9 0,3-2 2 0,2 1 0 16,2-4-3-16,3-3 4 0,3 1 11 0,-1-7-1 16,2 1 9-16,0 0-1 0,2-3 1 15,0 1 8-15,0-5 5 0,3-2 9 0,1 0 10 16,-7-3 4-16,0 0 9 0,27-8 6 0,-12 0 4 16,-2-3 5-16,2-1 2 0,-2-3 4 15,5-5 0-15,-5 3-7 0,0 2 4 0,2-6-5 16,-4 4 11-16,0 2-19 0,-2-1-5 0,2-1-2 0,-4 0 4 0,-1 5 1 0,-1 2 11 15,-1 0-5-15,-1 2 4 0,0 0-11 16,0 2-9-16,-1 2-14 0,1 1-9 0,-3 3-10 16,3-5-14-16,-3 5-27 0,0 0-27 0,0 0-25 0,0 0 5 15,0 0 3-15,0 0 7 0,5 15 3 16,-5-4-1-16,0 0 10 0,2 0 3 16,1 6 0-16,-1 1 5 0,2-1 5 0,0-2 5 15,0 1-2-15,2 3-3 0,-2-9 4 16,1 2 6-16,2-2-2 0,0 2 7 0,2-5 2 15,0-2-3-15,9 4 9 0,0-8-10 0,5-1-15 0,9-1-39 0,0-3-56 0,2-6-60 16,1-7-75-16,13-4-89 0,-17 1-251 16,1-2-632-16,-4-2 281 0</inkml:trace>
  <inkml:trace contextRef="#ctx0" brushRef="#br0" timeOffset="6273.86">9551 1653 177 0,'-2'-9'250'0,"2"1"-10"0,-4 0-5 0,4 2-14 16,-1 1-18-16,-2 1-14 0,3-3-21 0,0 7-20 0,0-5-29 0,0 5-27 0,0 0-15 0,0 0-5 31,0 0-12-31,-5 29-6 0,1 0-7 0,-5 3-3 0,-1 15-4 0,1 4-4 0,-4 5-3 16,3-3-1-16,-3 3-5 0,2-1-1 16,-1 1-3-16,3 3-1 0,3 1 4 0,-3-7-5 15,3-2-1-15,-1-1-2 0,5-16 0 0,2-2 0 16,-3 2 0-16,0-9-6 0,1-7 1 0,1 2 2 15,-2-8-1-15,2-2 1 0,-2-1 6 0,3-2 15 16,0 0 11-16,-2-2 20 16,2-5 3-16,-5 4-10 0,-3-2-6 0,8-2-2 15,-23-1-8-15,13-1-5 0,-4 0-2 0,2-2 2 16,-7-2-11-16,7 1 5 0,-4-1-21 0,3 1-25 16,1-3-21-16,1 3-24 0,0-3-30 0,-1 1-37 15,1-3-34-15,3 2-69 0,-2-3-236 0,3-1-500 16,4-3 221-16</inkml:trace>
  <inkml:trace contextRef="#ctx0" brushRef="#br0" timeOffset="6572.74">9275 2089 222 0,'0'0'230'0,"0"0"-2"16,0 0-25-16,0 0-18 0,0 0-15 0,0 0-12 16,0 0-11-16,22 0-10 0,0-2-13 0,7-1-15 15,4 0-6-15,3-3-16 0,4 1-5 0,-5 3-8 16,0-3-7 0,-2 0-7-16,-6 2-8 0,-5-1-3 0,-9 1-3 15,-2 1-18-15,0 2-9 0,-3 0-15 0,-1-2-15 16,-7 2-10-16,10-2-10 0,-10 2-12 0,0 0-14 15,0 0-25-15,0 0-19 0,0 0-19 0,0 0-27 16,-35 4-22-16,29-4-132 0,6 0-325 0,0 0 144 16</inkml:trace>
  <inkml:trace contextRef="#ctx0" brushRef="#br0" timeOffset="6995.46">9964 1932 158 0,'0'0'253'0,"0"0"-30"0,10-1-23 0,-10 1-24 16,0 0-18-16,13 4-15 0,-5-2-12 0,-2 5-9 16,3 0-8-16,-3-1-15 0,0 6-4 0,-3-1-12 15,3 4-5-15,-5 0-8 0,1 0-8 0,-5 4-2 16,1-3-4-16,0-1-5 0,-3 2-7 15,-1-5-5-15,3 0 1 0,-4-2-6 0,6-1-6 0,0-6 3 0,-3 4-5 16,3-1 3-16,1-6 23 0,-3 8 26 0,3-8 28 16,0 0 12-16,0 0-8 0,0 0-12 0,0 0-11 15,20-16-14-15,-2 6-8 0,-4-3-8 0,8-5-5 16,-1 2-1-16,0 0-9 0,0-2-1 0,-5 7 0 16,6-5 5-16,-3 4-11 0,-2 1 7 0,-3 1-7 15,-4 5 2-15,-3-1 7 0,-2 3-15 0,1-2-10 0,-2 3-5 16,-4 2-6-16,7-2-16 0,-7 2-3 0,0 0-4 15,0 0-1-15,12 9 0 0,-8-3 2 0,-2 2 6 16,1 3-2-16,-2 0 2 0,2 1 2 0,-1 0-25 16,1 1-18-16,-1-1-26 0,1 0-34 0,2 4-33 15,-1-5-32-15,2 0-50 0,-3-3-62 0,-1 1-178 16,1-4-502-16,0-2 222 16</inkml:trace>
  <inkml:trace contextRef="#ctx0" brushRef="#br0" timeOffset="7211.03">10499 1824 77 0,'0'0'273'16,"3"-4"-32"-16,-3 4-24 0,0 0-22 0,0 0-13 16,10 8-18-16,-5 1-8 0,2 1-14 0,-2 6-8 15,1 2-1-15,-2 2-18 0,0 6-3 16,-4 1-15-16,-1 4-7 0,-3 1-5 0,-4 2-12 15,-2-1-17-15,-2 2-15 0,1-4-27 0,-4 0-20 16,-1-3-26-16,-3-2-35 16,-4-5-41-16,4-6-64 0,-8 2-197 0,0-5-400 15,0-7 177-15</inkml:trace>
  <inkml:trace contextRef="#ctx0" brushRef="#br0" timeOffset="7511.38">9956 1691 171 0,'-5'-1'190'0,"5"1"-16"0,0 0-19 0,-23 6-22 0,14 3-12 0,-3 3-13 16,-6 10-8-16,-1 4-11 0,-2 5-5 0,-3 11-7 15,5-11-6-15,-4 15-4 0,2-4-4 0,7-7-6 16,0 9-2-16,5-11-6 0,5 1-3 0,7 1-4 16,3-3 13-16,4-1-2 0,7-2-3 15,6-3-4-15,8-6-28 0,3-1-34 0,17-7-69 0,4-2-100 16,3-7-113-16,0-4-324 16,1-8 144-16</inkml:trace>
  <inkml:trace contextRef="#ctx0" brushRef="#br0" timeOffset="7856.8">11005 2055 101 0,'0'0'145'0,"0"0"0"16,0 0-2-16,-5 2-3 0,5-2-18 0,0 0 6 15,0 0-11-15,0 0 4 0,0 0-5 0,18 3 1 0,-9-3-13 0,8 0-7 0,2 0-10 0,10-2-8 16,3 1-9-16,5-4-7 15,3 4-3-15,15-6-3 0,-4 5-11 0,-13-1-4 16,1 0-3-16,-5 1-8 0,-2-2-17 0,-10 4-25 16,-2-3-17-16,-7 2-20 0,0-1-30 0,-6-1-61 15,-4 1-175-15,0 0-339 0,-3 2 150 16</inkml:trace>
  <inkml:trace contextRef="#ctx0" brushRef="#br0" timeOffset="8072.09">11260 1858 298 0,'0'0'327'0,"0"0"-36"16,0 0-30-16,0 0-39 0,0 0-25 16,0 0-20-16,-7 9-24 0,6 4-10 0,-3 3-16 15,-6 10-9-15,6 3-12 0,0 3-6 16,3-1-10-16,1 15-1 0,1-14-31 0,3 4-45 15,0-1-61-15,1 0-75 0,4-3-107 0,-4-6-166 16,0-9-427-16,3-5 190 0</inkml:trace>
  <inkml:trace contextRef="#ctx0" brushRef="#br0" timeOffset="8924.77">11877 2129 73 0,'0'0'247'16,"0"6"-11"-16,0-6-4 0,0 0 4 0,0 0-1 0,-4 3-11 0,4-3-7 16,0 0-22-16,0 0-17 0,0 0-13 15,0 0-17-15,14-18-21 0,-8 10-13 0,2-2-42 16,1-3-8-16,1-2 3 0,1-3 3 0,0-4-1 0,3-2 2 0,-1 1 0 15,0-3-12-15,0-4 2 0,0 2-13 0,0-3-7 16,0-3 3-16,1 2-6 0,-2-2-1 16,-1-2-3-16,-2 5 4 0,0-6 3 15,-5 5 15-15,2 1 9 0,-2 3 8 0,1 3 13 0,-1 7 7 0,-3 1 5 16,2 6-3-16,-6-1-2 0,3 1-5 16,0 6-9-16,-1-3-10 0,1 2-18 15,0 4-5-15,0-4-24 0,0 1-24 0,0 5-31 16,0 0-25-16,0 0-20 0,0 0 4 15,0 0 10-15,-5 16 13 0,1-3 1 0,-3 7 2 0,0 6 9 0,-2 3 2 16,-3 2 3-16,1 13 6 0,1-7 2 16,-3 13 6-16,-1-4 1 0,2 2 4 15,2-13 3-15,5 0 0 0,4-1 4 0,0 2 1 0,1 1 5 0,1-8 2 0,4 0 2 16,2 0 11-16,4-2-11 0,-1-3 12 16,-2-5-5-16,5-2 8 0,-2-3-4 15,3-1 5-15,-1-1-3 0,-1-4 8 0,4-3 5 16,3-1 5-16,-6-3 2 0,0 0-4 15,5-4 1-15,-4 0 7 0,-3-2-2 0,5-2-2 0,-4-3 4 16,0 2-10-16,-1-5-12 0,1 1 3 0,-6 1 5 16,2-2-13-16,-1-2-3 0,-1 4 3 0,-4 0-5 15,0-1-1-15,-2 1-4 0,-2 3-2 16,0 1-7-16,-2 0-5 0,-5 0-4 0,0 4 0 0,-3-1-5 0,-2 4-3 16,-2 0 0-16,-2 4-14 0,1 1-15 15,1 0-29-15,3-1-27 0,-1 3-31 16,2 2-36-16,2-1-44 0,1-2-50 0,0-1-267 0,4 4-580 0,2-6 258 15</inkml:trace>
  <inkml:trace contextRef="#ctx0" brushRef="#br0" timeOffset="10101">12967 1777 87 0,'-4'-9'236'0,"0"1"-18"16,-4 0-20-16,1 2-11 0,-3 0-18 15,-1 2-17-15,0-1-15 0,-1 5-12 0,0-1-20 16,-2 2-8-16,-2 2-9 0,-2 4-12 15,7 0-7-15,-7 3-1 0,5 1-13 0,-1 4-3 0,1-3-5 0,6 3-12 0,-1 0-17 16,3-4-19-16,2 2-12 16,2-3 2-16,5 2-7 0,1-3-7 15,3 3-3-15,3-4-17 0,6 1-6 0,-2-5-18 16,4 0 3-16,1-3-17 0,1-1 8 0,1-2-2 0,-1-2 11 0,-2-3 6 16,0-1 4-16,0-2 18 0,-4-2 11 15,2-1 16-15,-3 0 20 0,-4-2 4 0,-1 0 2 16,3-2 8-16,-5 0 7 0,-2 3 21 15,1-1 11-15,-4 2 3 0,1 3 21 0,-1-1-3 0,-1 5 5 0,1-1-11 16,-1 2-6-16,-1 0-15 0,0 5-15 16,0 0-3-16,0 0-6 0,0 0-5 15,0 0-5-15,-19 21 3 0,10-4-9 0,-1 9 0 16,2 2-3-16,-2 6-2 0,-4 11-1 0,2-10 1 0,-3 12 2 0,6 0-1 16,0-1 1-16,2-11-5 0,1 17 7 15,5-6-5-15,1-11 4 0,0 0-3 16,0 1 0-16,0-4-2 0,4-1-3 15,-2-3 2-15,-1-1 0 0,2-9-2 0,-3 1-3 0,1-2 4 0,-2-5 0 0,1-1 4 16,0-4 0-16,-4-1 3 0,2-1 2 16,-2-2 1-16,-2 1 4 0,6-4-2 0,-17-2 8 15,17 2 0-15,-23-7 12 0,10 0 9 16,3-1 4-16,-3-3 6 0,0-2 5 16,1-7-1-16,3 3 3 0,0-2-2 0,5-9-12 0,0-1-17 0,7-3-10 15,3-1-14-15,7-4-19 0,5-4-15 16,-4 10-7-16,6-1-7 0,3 6 3 15,0 0 0-15,1 3 2 0,3 1-10 0,-1 0-10 0,1 8-15 0,0-1-21 0,-2 1-34 16,1 1-26-16,-5 4-60 0,-7 1-182 16,4-1-423-16,-5 3 186 0</inkml:trace>
  <inkml:trace contextRef="#ctx0" brushRef="#br0" timeOffset="10579.87">13639 1803 146 0,'9'3'147'0,"-4"0"-21"0,4 2-10 15,0 1-20-15,0 0-2 0,-1 3-4 0,-2-1-4 0,3 7-5 16,-3-1 1-16,-2 2-5 0,-3-1-8 16,-1 4 3-16,-3-2-4 0,0 1-1 15,-5-2-5-15,2 2-4 0,-3-4 0 0,4-2-1 16,-5 2-3-16,2-1-3 0,3-4-6 16,0-2-3-16,1 1 5 0,-1-4 14 0,1 1 14 0,3-1 27 0,1-4 38 0,-4 3 33 15,4-3 26-15,-4 3 27 16,4-3-17-16,0 0-30 0,0 0-11 15,13-15-19-15,-3 6-15 0,4-3-7 0,0 0-9 0,2-1-29 0,4-4-7 0,5-1-1 16,-9 5-15-16,0 1-4 0,1-2-3 16,0 1-9-16,-2 1-4 0,-1 2-7 15,-5 3 2-15,0 2-5 0,-3 1-8 0,1-1 2 16,-2 2-11-16,-1 0-13 0,0-1-12 16,-4 4-9-16,0 0-21 0,0 0-3 0,10 2 0 0,-10-2-1 0,5 8 2 15,-4 2-3-15,-1-1-11 0,4 1-24 16,-1 1-28-16,-3 2-27 0,2-1-34 15,-2-2-33-15,3 2-52 0,-2-3-43 0,-1-1-234 16,0-3-572-16,3 0 254 0</inkml:trace>
  <inkml:trace contextRef="#ctx0" brushRef="#br0" timeOffset="10795.57">14072 1719 1 0,'0'-5'311'0,"1"3"-34"0,-1 2-30 16,3-4-31-16,-3 4-21 0,0 0-23 16,0 0-18-16,10 6-15 0,-2 3-8 15,2 4-12-15,-1 4-6 0,3 7-5 0,-4 1-4 0,1 2-9 16,-5 3-3-16,-1 0-10 0,-3 1-5 0,-3 1-5 16,-2 0-4-16,-3-2-18 0,-3-2-12 15,-2-1-16-15,-6 2-19 0,0-7-27 0,-7 6-40 0,-2-7-62 0,-1-4-71 16,-4-5-216-16,2-1-447 0,2-6 198 15</inkml:trace>
  <inkml:trace contextRef="#ctx0" brushRef="#br0" timeOffset="11110.82">13558 1468 39 0,'-16'9'163'0,"6"-3"-24"0,-4 10-2 16,-4 6-16-16,0 5-8 0,-5 4-12 15,0 13-11-15,-4 6-5 0,0 0-2 16,2 4 3-16,2 0-8 0,6-4-11 0,4 0-2 0,7-3 31 0,5-12-4 15,8 12 3-15,3-15-5 0,14 14-3 16,4-7-3-16,11-7-7 0,6-5-21 16,6-7-49-16,0-6-74 0,13-4-99 15,-4-5-137-15,-1-2-329 0,5-6 145 0</inkml:trace>
  <inkml:trace contextRef="#ctx0" brushRef="#br0" timeOffset="11512.1">14739 1934 199 0,'0'0'271'15,"0"0"-4"-15,0 0-13 0,0 0-1 16,0 0-19-16,0 0-11 0,0 0-18 0,0 0-11 0,0 0-15 0,0 0-13 16,0 0-13-16,0 0-13 0,27-3-18 15,-6 3-16-15,5-1-6 0,6 1-17 16,2-3-20-16,1 3-43 0,2-3-54 0,-1 2-70 0,-1-3-85 0,-1 2-296 16,-2-2-524-16,0-2 232 0</inkml:trace>
  <inkml:trace contextRef="#ctx0" brushRef="#br0" timeOffset="11660.66">14769 2085 158 0,'0'0'258'0,"0"0"-29"16,15 1-17-16,14-3-30 0,6-1-55 15,2-1-74-15,15-8-94 0,-12 7-156 16,12-4-212-16,-1-1 94 0</inkml:trace>
  <inkml:trace contextRef="#ctx0" brushRef="#br0" timeOffset="23308.98">16095 2041 122 0,'0'0'204'0,"0"0"-20"0,0 0-12 15,0 0-16-15,0 0-14 0,0 0-15 0,0 0-12 16,0 0-8-16,0 0-12 0,0 0-11 0,0 0 0 15,0 0-2-15,0 0-6 0,0 0-2 0,0 0-4 16,0 0 4-16,0 0-10 0,0 0-7 0,0 0-9 16,7-11-4-16,-1 6-5 0,0-3-6 0,1 0 3 15,0-3-7-15,1 1-2 16,3-5-2-16,1-2-5 0,3-5-2 0,-2-4 0 16,4 2 5-16,-2-5 3 0,0 4-1 0,2-3 3 15,-4-4-3-15,1 1 4 0,-3 0 6 0,-1 1 2 16,2-1 5-16,-2 4 3 0,-2 3 1 0,-3 4 2 15,-1 3 5-15,-2 1 4 0,1 4-8 0,-3 4 5 16,3-3-1-16,-3 5-12 0,0 0-8 16,0 0-11-16,0 6-9 0,-4-3-5 0,4 3-6 0,-13 8-2 0,-1 2 4 15,-5 9-2-15,-3 4-1 0,-1 3 2 0,1 3-1 16,4 2-5-16,-5 16 9 0,5-5-5 0,4-8 1 16,4 1 0-16,1-2-18 0,4 2-6 0,4-7-3 15,6 4 5-15,-1-3-1 0,5-5 3 0,4 0 9 16,-1-10-3-16,8 3 4 0,3 0 4 0,-6-5 1 15,10 1 2-15,1-4 3 16,-2-5-2-16,2 2 0 0,-8-1-6 0,1-4 6 16,-3 2 4-16,-4-3-5 0,-4 0 4 0,0 1 1 15,-1 0 17-15,-9-1 10 0,0 0 8 0,18 0 7 0,-18 0 7 0,9 1 7 0,-9-1-3 16,0 0-3-16,0 0-4 0,0 0-7 0,0 0-2 16,0 0-10-16,0 0-12 0,0 0-5 0,10-2-31 15,-10 2-32-15,0 0-40 16,0 0-29-16,0 0-48 0,0 0-32 0,-5-10-55 15,5 10-207-15,0 0-497 0,-8-12 219 16</inkml:trace>
  <inkml:trace contextRef="#ctx0" brushRef="#br0" timeOffset="23524.67">16728 1939 2735 0,'0'0'289'0,"0"0"-146"0,0 0-63 16,0 0-7-16,0 0-4 0,0 0 2 16,0 0-20-16,0 0-7 0,0 0-10 0,0 0 0 15,0 0-11-15,0 0-7 0,0 0-15 16,0 0-34-16,0 0-26 0,0 0-43 16,0 0-43-16,0 0-43 0,12-7-48 0,-4 6-39 15,-8 1-163-15,10-7-474 0,-3 2 210 0</inkml:trace>
  <inkml:trace contextRef="#ctx0" brushRef="#br0" timeOffset="23976.33">17129 1801 42 0,'0'0'278'0,"0"0"-16"15,-12-2-23-15,12 2-18 0,0 0-13 0,0 0-22 0,0 0-21 0,0 0-18 0,0 0-18 16,0 0-16-16,0 0 14 0,0 0-10 16,0 0-15-16,23-8-13 0,-14 6-8 0,3-1-11 15,-2-2-10-15,0 1-2 0,-1 1-5 16,1-3-9-16,-1 1 2 0,-1-1-6 0,-2 1 0 15,3-1-5-15,-4 0 6 0,1 1 3 16,-1 0-2-16,-1-3 8 0,-2 3 1 0,2-2 2 16,-2 2 3-16,0 0-6 0,-2-2-3 0,0 7-8 15,-3-9-7-15,-3 5-9 0,-1 0-4 0,-3 1-3 0,-3 3-6 0,-5 1-3 0,-3 4-3 16,-7 4-1-16,-3 1-2 0,3 6-1 16,-3 1 2-16,2 0 1 0,2 5-1 0,4 0 2 15,0-1-4-15,4 1-2 0,7 1 9 16,3-5-7-16,3 2 0 0,5-1 0 0,8 5-1 15,2-7 3-15,13 5 2 0,2-4-14 16,24 3-19-16,-1-4-34 0,9-7-54 0,2-3-55 16,7-5-74-16,1 1-242 0,27-8-527 15,-36 0 233-15</inkml:trace>
  <inkml:trace contextRef="#ctx0" brushRef="#br0" timeOffset="24587.69">17631 1877 206 0,'0'0'354'0,"0"0"-14"15,0 0-26-15,0 0-26 0,0 0-28 0,0 0-29 0,0 0-26 16,0 0-16-16,0 0-27 0,0 0-36 15,0 0-41-15,4 4-44 0,-4-4-69 0,0 0-53 16,0 0-75-16,20-4-80 0,-15 2-148 16,3-2-415-16,1 0 184 0</inkml:trace>
  <inkml:trace contextRef="#ctx0" brushRef="#br0" timeOffset="25188.55">18036 1763 3214 0,'0'0'218'0,"0"0"-105"0,0 0-39 0,0 0 12 16,0 0-30-16,0 0-5 0,0 0-18 15,0 0-12-15,0 0-2 0,0 0-7 0,0 0-4 0,0 0 0 0,0 0-5 0,0 0-4 0,0 0-3 16,0 0-5-16,0 0-1 0,0 11 6 0,0-4-2 16,0 1 2-16,0 4-2 0,0-4 0 15,0 3-5-15,-2-2-5 0,0 2-4 0,1 0-1 16,0-4-3-16,-2-1-7 0,3 1-7 0,0-1-3 16,0-2 4-16,-1 1 5 0,1-5 5 15,0 7-5-15,0-7 29 0,0 0 20 0,0 0 14 16,0 0-8-16,0 0-1 0,0 0-2 15,17-13-17-15,-10 4 14 0,7-2 0 0,-2-1-6 16,3 1 1-16,-3-2-4 0,0 1-3 16,1 2 6-16,1-1-14 0,-5 5 8 0,0 1-4 15,-2-3 0-15,0 4-3 0,-2 1-1 0,-1 1-7 0,1-1 7 0,-5 3-16 16,9 0 11-16,-9 0 9 0,10 4-6 0,-6 0-1 16,0 2 4-16,0 0 1 0,0 0-4 0,-2 3 2 15,3-1 2-15,-1 3-1 0,1-2-3 0,-2-1-10 16,1 2 2-16,-2-3-3 0,2 0 4 0,0 0 3 15,-3-2 1-15,3-3 1 0,0 1 15 16,-4-3 3-16,4 4 11 0,-4-4 5 0,0 0-6 16,16-2 5-16,-4-3 5 0,-2 0 1 15,2 0-7-15,3-3 4 0,0 0-4 0,0 3-6 16,-2-2 3-16,1 2-9 0,-2 2-1 16,-2 0-2-16,0-1 0 0,2 1 4 0,-1 2-7 15,2 1-3-15,1 1 1 0,-2 0-16 0,4 5-4 0,1-3-16 0,1 3-30 0,-2 2-45 16,2-3-55-16,4 1-73 0,-3-2-322 0,4 1-602 15,4-3 267-15</inkml:trace>
  <inkml:trace contextRef="#ctx0" brushRef="#br0" timeOffset="25645.38">19545 1713 47 0,'-4'-4'224'0,"4"4"-22"0,0 0-20 0,0 0-19 16,-5-2-21-16,5 2-13 0,0 0-13 0,0 0-18 15,-14 6-11-15,8-2-9 0,-7 2-1 16,0 5-15-16,-1 1-6 0,-2-1-4 0,3 2-8 16,-2 1-4-16,3-2-1 0,-1 4-4 0,4-4-2 0,0 2-8 0,4-2 1 0,-1-3-2 15,2 1 2-15,1-2-1 0,2 0 4 0,0 0 7 16,3-3 5-16,4 3 3 0,4-4-2 0,-1 0 6 16,2-1-3-16,4-2 11 0,4-4 0 15,2 2 6-15,0-3 5 0,-5-3 2 0,2 0 3 16,0-4-1-16,0 2-3 0,-3-3-6 0,-2-2-12 15,-3 1 0-15,2-5-12 0,-6 0-1 16,1-1-7-16,-4 0-10 0,1 2 3 0,-1 0-6 16,-2 0-9-16,-5 1 2 0,0 4-4 15,-2 1-11-15,1 0-3 0,-3 2-6 0,-1 1-15 16,0 2-10-16,-1 1-23 0,0 1-28 0,-3 2-36 0,5 1-39 0,-2-3-51 0,10 4-191 16,-14-1-438-16,14 1 193 0</inkml:trace>
  <inkml:trace contextRef="#ctx0" brushRef="#br0" timeOffset="26017.34">19852 1497 231 0,'0'0'276'15,"0"0"-31"-15,5-3-29 0,-5 3-24 0,0 0-29 16,0 0-14-16,0 0-14 0,4 19-18 0,-4-3-8 15,-1 3-7-15,-2 9-8 0,-1 3-5 0,0 6-9 16,-1 9-4-16,0-10 27 0,3-2-9 0,0 1-4 16,6 0-11-16,-3-5-9 0,4 0-4 0,1-1-4 0,-1-4-9 0,1-7 1 15,2 1-18-15,-1-4 11 0,-1-3-2 0,-3-3-2 16,1-4-5-16,0 2 4 0,2-2-5 0,-4-1 24 16,0-1 28-16,-2-3-16 0,0 0-21 0,0 0-29 15,0 0-2-15,-9-19-11 0,2 9-9 0,-6-4-11 16,-8-4 7-16,0-1-3 0,0-1-4 15,6 6 4-15,1 0 0 16,1 2 2-16,2-3 7 0,3 5 20 0,-1 1 2 16,4 2 25-16,1 2 2 0,0 1-5 0,4-1-9 15,0 5-17-15,9-8-10 0,13 3-10 0,9 0-29 0,20 5-34 16,1-7-75-16,8 5-82 0,0-8-339 16,2 2-603-16,-1-4 267 0</inkml:trace>
  <inkml:trace contextRef="#ctx0" brushRef="#br0" timeOffset="28514.58">21696 1333 116 0,'-3'-9'314'0,"3"-1"-12"16,0 6-23-16,0-4-12 0,0 4-28 0,0 0-25 16,-1 0-25-16,1 4-26 0,0-5-31 0,0 5-37 0,0 0-22 15,0 0-12-15,0 0-5 0,-4 28-6 0,-1 3-10 0,1 4 2 16,-1 16-5-16,1 4 2 15,-5-2-6-15,4 2-2 0,4 2 0 0,-5-5 1 0,3 3-11 16,-1-6 3-16,4-3 5 0,-4-13-5 16,4-1 0-16,0-3-6 0,0 1-12 0,-2-13-27 0,2 3-8 15,-2-4-25-15,4-1-22 0,-2-4-25 16,0-3-12-16,-2-2 9 0,2-6-41 16,-1 5-85-16,1-5-122 0,0 0-380 0,0 0 168 0</inkml:trace>
  <inkml:trace contextRef="#ctx0" brushRef="#br0" timeOffset="28811.74">21711 1496 54 0,'-1'-4'227'0,"1"4"-29"16,0 0-19-16,0 0-27 0,0 0-13 15,0 0-13-15,0 0-18 0,0 0-7 0,15 9-6 0,-6-1-25 16,3 0 8-16,4 3-6 0,0-1-7 0,0 0-12 15,2 1 2-15,-4-3-10 0,-2-2-4 16,-1 2 1-16,-1 0-8 0,-2-1-6 0,2-2-5 0,-5 0-10 16,-2 1 4-16,-2-3 0 15,-1-3-3-15,-9 15 8 0,-3-6-2 0,-4-1-8 16,-11 6 8-16,-3-5-5 0,0 0-4 0,0 0 4 16,-4-2-3-16,2 0 2 0,4 0-4 0,-2-3 3 0,1 2-2 15,8-2 1-15,5-1-10 0,2 1 7 0,3-3-8 16,0 2-8-16,4-3-34 0,-1 0-45 0,8 0-20 15,0 0-48-15,0 0-155 0,0 0-334 16,0 0 147-16</inkml:trace>
  <inkml:trace contextRef="#ctx0" brushRef="#br0" timeOffset="29172.84">22115 1685 2818 0,'2'0'279'0,"-2"0"-139"0,0 0-46 0,0 0-1 16,0 0-16-16,0 0 3 0,0 0-21 0,0 0-19 16,0 0-7-16,11-5-4 0,-11 5-10 0,0 0-2 15,0 0-14-15,0 0-12 0,2 8 4 0,-2-1 2 16,0 0-3-16,0 5 4 0,-1 4-3 0,-3 2 5 16,4-2-4-1,-1 2-1-15,-2 2 2 0,3-1-1 0,-1 0 4 16,-3-1-2-16,4 0-12 0,-1-6 17 0,-3 1 1 15,4-4-3-15,-1 0 1 0,1 2-1 0,-3-5 4 16,2-1-4-16,1-5 6 0,0 10-3 0,0-10 5 16,-3 6-3-16,3-6-3 0,-1 6 8 15,1-6 2-15,0 0-7 0,0 0 7 0,0 0 1 16,0 7-4-16,0-7-2 0,0 0-2 0,0 0-7 0,0 0-11 0,0 0-19 16,0 0 3-16,0 0-17 0,0 0-13 0,0 0-39 15,0 0-48-15,0 0-40 0,0 0-42 0,0 0-65 16,0 0-163-16,0 0-492 0,5-24 218 0</inkml:trace>
  <inkml:trace contextRef="#ctx0" brushRef="#br0" timeOffset="30598.7">22860 1586 33 0,'0'0'242'0,"-3"-5"-11"0,-1 3-23 15,4 2-18-15,-3-5-16 0,3 5-15 16,0 0-22-16,-4-5-8 0,4 5-18 15,0 0-14-15,0 0-5 0,-17 3-15 0,17-3-8 16,-14 4-8-16,3 1-5 0,-1-1-8 0,-2 2-3 0,1 4-5 0,-4-1-9 0,5 3 0 16,-5-2 2-16,5 2-7 0,-3 3-5 0,3-4 0 15,1 2-3-15,1 1-2 0,3-1-2 0,0 1 3 16,3 2-1-16,3-5-3 0,-2 1 1 16,3-5 2-16,2 3-1 0,0-3 3 15,5 1 3-15,-2-2-1 0,1-3-1 0,4 2-2 16,1-3 2-16,-1-1 7 0,3-4 8 0,-2 2 8 15,-1-5 11-15,2 0 6 0,-2 1 0 0,0-6-3 16,-1 0 1-16,0 2 2 0,0 0-2 16,0-2 2-16,-1 5 1 0,-2-4-5 0,3 3 9 15,-5 2 1-15,0-2-9 0,-3 4-7 0,6-1-2 0,-5 1-12 0,-2 3 0 0,4-5-5 16,-4 5-19-16,1-5-12 0,-1 5-18 16,0 0-15-16,0 0 3 0,0 0 8 0,0 0 0 15,12 13-2-15,-10-6-3 0,3-2-6 16,3 2-2-16,1 3-9 0,1-3-6 0,4 3 1 15,4-2-6-15,1-2-1 0,-1 1-4 16,5-2-2-16,-1 0 3 0,-3-3 0 0,1-1 8 16,2 2 5-16,-3-6 2 0,1 0 11 15,-1-2 14-15,-3 0 23 0,2 0 14 0,-4-4 26 16,2-1 11-16,-9 4 32 0,5 0 12 0,-2-4 11 16,-2 3 11-16,-3 2 14 0,0-1 8 0,0 2 4 0,0-1-4 0,-2 1-9 0,-1 0-13 15,-2 4-17-15,5-5-11 0,-5 5-13 0,0 0-9 16,0 0-18-16,0 0-22 0,0 0-12 15,7-3-23-15,-7 3-10 0,0 0 5 0,0 0 3 16,2 12-1-16,-3-5 0 0,-2 3-2 0,1-1 3 16,1 3 9-16,-1 0-6 0,0-2 1 15,-1 5 2-15,2-5-6 0,0-1-9 0,-1 0-3 16,2-3 1-16,-1 0-2 0,1-6 5 16,-2 9 3-16,-1-7 8 0,3-2 12 0,0 0 16 15,0 6 28-15,0-6 6 0,0 0-14 16,0 0-3-16,0 0-10 0,24-16 3 0,-12 9-7 15,-1-6-7-15,1 1 8 0,0 0-11 0,0-4 3 0,3 3-5 0,-4 1 4 0,0-2-4 0,-1 6-2 16,-5-1-8-16,-1 4 3 0,1 0-5 16,-1 0 7-16,0 2-3 0,2-1-12 0,-6 4-8 15,4-4-19-15,-4 4-11 0,4-4-29 16,-4 4 8-16,0 0 4 0,0 0 7 0,14 8 4 16,-6-1-16-16,-2-2 9 0,7 7-3 15,-4-5-5-15,9 4 1 0,0 0-6 0,4 4-4 16,4-5-5-16,4 2-1 0,0-4-2 0,1 0-5 15,1 0-2-15,4-6-3 0,-2 3 4 16,3-5 5-16,-3 2 3 0,-3-6 13 0,-1 0-3 16,-2-2 16-16,-10 0 7 0,1 0 16 0,-4-2 21 0,-2-3 18 0,0 1 9 0,-3 0 14 15,-2 0 8-15,-2 1 5 0,-3 0 15 16,-2-2-2-16,0 0-8 0,-1 1 2 0,-1 0-8 0,-3 2-6 16,-2 1-4-16,-2-2 1 0,-3 6-12 15,-3-2 2-15,-4 0-16 0,0 2 12 0,-4 2-6 16,3 1 0-16,-2 1-4 0,2 2-5 15,-1 3 0-15,3-1 3 0,1 1-5 0,4 1 0 16,1-2-3-16,-1 2-10 0,3 2-2 16,3-1-25-16,1 2 8 0,1 0-3 0,1 0-1 15,2-2-3-15,4-2 3 0,-1 3 1 0,4-1 1 16,2-1-1-16,0 1 8 0,1-6-3 16,4 1 5-16,-1-1-4 0,2-3 7 0,1 1 4 0,2-6-2 0,0 0 4 0,-2-3 10 15,1-3 12-15,-5 1 9 0,2-4 4 0,0 0-3 16,-4-2 32-16,2-8-2 0,2 2 6 15,-4-4 7-15,-3 0-1 0,6-2 6 0,-5-1 11 16,-3-1 5-16,1 2 4 0,1-1-2 0,-4 3 4 16,4 0 2-16,-4 8-1 0,0-2 10 0,1 3 3 15,-3 4-13-15,2 1 15 0,-2 4 8 16,0-1-8-16,0 3-11 0,0 0-16 0,0 3-7 16,0 0-6-16,0 0-19 0,0 4-26 15,0 0-27-15,0 0-32 0,2-8-32 0,-2 8-26 16,0 0 8-16,0 0 8 0,0 0 10 0,-4 27 10 15,1-16 0-15,-4 7 7 0,0 11 8 16,1-2 5-16,-1 7 9 0,1-2 2 0,0-1-5 0,-3 2 15 0,5-4-3 0,0 1 10 16,0 1-6-16,-1-2 5 0,0-2 6 0,3-3-5 15,-1-4-3-15,2 0 11 0,-1-5-9 16,1 2 11-16,1-5-4 0,0-3 5 0,0 2 4 16,0-4-11-16,0 0 4 0,0-3 8 15,0-4 10-15,1 8 12 0,-1-8 4 0,2 5 0 0,-2-5 3 16,0 0 22-16,2 8 4 0,-2-8-2 15,4 1 2-15,5 0-14 0,4-2-2 0,6-3-4 16,10 2-1-16,-1-3-17 0,4-7-44 16,20 1-69-16,-5-6-81 0,6-1-100 0,-4-2-434 15,6-4-767-15,-3-1 340 0</inkml:trace>
  <inkml:trace contextRef="#ctx0" brushRef="#br0" timeOffset="30970.22">25053 1205 35 0,'1'-8'359'0,"-1"2"-21"0,1 0-20 16,1 1-36-16,-1 2-9 0,-1 3-24 16,0-5-31-16,0-1-18 0,0 6-28 0,0 0-25 0,-1-3-27 15,1 3-20-15,0 0-14 0,-3 12-5 0,0-2-11 16,1 7-8-16,-5 10-2 0,0 0-9 16,-2 2-4-16,1 4-1 0,-1 16-8 0,1-2 2 15,1 1-5-15,1-14-1 0,-5 13 0 16,9-11-4-16,-2-3-5 0,-2-1-23 0,2-2-12 0,-3 1-18 0,2-5-18 0,4-6-17 15,-2-1-22-15,2-3-24 0,-3 0-22 0,4-6-24 16,-1-2-36-16,1-2-17 0,-4-3-213 0,4-3-457 16,0 0 202-16</inkml:trace>
  <inkml:trace contextRef="#ctx0" brushRef="#br0" timeOffset="31238.59">24972 1468 168 0,'-1'-5'325'0,"1"-2"-15"0,-4 2-25 0,4 5-32 0,0-10-17 0,0 10-17 0,0-6-26 16,0 6-32-16,5-4-17 0,-5 4-9 0,10 0-16 15,-10 0-12-15,22 7-12 0,-5-1-13 16,-2 3-1-16,0 1-20 0,2-3-17 0,-3 5-7 16,1 0-14-16,-7-5-12 0,1 4-3 0,1-2-9 15,-5-2-8-15,0 3-1 0,-1-5-4 0,-1 4 7 16,-6-2 3-16,-2-2 3 0,-4 2 2 15,-4-4 2-15,1 3 2 0,-9-2 2 0,-2-2-5 16,-2 3-1-16,3-2 3 0,-9-1-1 16,11 0 0-16,-10 1-3 0,8-2 4 0,2 0-1 15,2 1-21-15,4-2-27 0,2 0-35 0,12 0-55 0,-17-2-73 0,8 1-226 0,9 1-470 16,0 0 208-16</inkml:trace>
  <inkml:trace contextRef="#ctx0" brushRef="#br0" timeOffset="31712.12">25364 1567 168 0,'0'0'351'0,"0"0"-40"0,8 2-32 0,-8-2-33 0,4 4-27 15,0 0-18-15,1 0-22 0,4 1-20 0,-7 2-15 16,5 2-13-16,-3 2-15 0,1 0-10 15,0 7-11-15,-3-2-8 0,0 0-10 0,-4 3-4 16,1 0-11-16,-4 5-15 0,-1-4 9 16,-5-1-9-16,4-2 0 0,-5 0-12 0,-1 0 0 15,2-3-1-15,-1 1-6 0,1-3-2 16,3-3-1-16,-1-1-5 0,2-3 0 0,0 2-1 16,4-5-3-16,-1 2-1 0,0 1 2 15,4-5 6-15,-5 6 13 0,5-6 9 0,-2 4 9 0,2-4 13 0,0 0 3 0,0 0 13 16,0 0 1-16,0 0 6 0,-6 5-5 0,6-5 1 15,0 0 2-15,0 0 1 0,0 0-2 0,0 0-10 16,0 0-5-16,0 0-7 0,42-12-13 0,-12 7-2 16,4 1-9-16,17-1 0 0,5-2-15 0,4 2 4 15,7 2-1-15,24-1-11 0,-28 4 4 0,3 2-8 16,-6 0 7-16,-3-2-5 0,-2 4-5 0,-20-1 2 16,-3-3-4-16,-4 1 4 0,-12 0-4 0,-3 2-4 15,-3-5 3-15,-2 4 0 0,1-2-3 0,-9 0-2 16,10 1-6-1,-10-1-6-15,0 0-14 0,0 0-13 0,9 0-22 16,-9 0-50-16,0 0-57 0,0 0-76 0,0 0-91 16,0 0-362-16,-30-6-752 0,22-1 334 0</inkml:trace>
  <inkml:trace contextRef="#ctx0" brushRef="#br0" timeOffset="44188.89">4040 4410 115 0,'3'-5'166'0,"-3"5"-5"16,0 0-9-16,-6-3-3 0,6 3-2 16,0 0-7-16,0 0-12 0,-1-4-8 0,1 4-10 0,0 0-7 15,0 0-8-15,0 0-9 0,0 0-8 0,0 0-7 0,0 0-9 0,-2-4-1 0,2 4-8 16,0 0-6-16,0 0-4 0,0 0-6 0,0 0-5 15,0 0 1-15,0 0-9 0,0 0-4 0,0 0-9 16,0 0-9-16,0 0-7 0,0 0-6 16,0 0-4-16,-9 6-13 0,9-6 0 0,0 5-3 15,0-5-4-15,0 3 0 0,0-3 7 0,2 4-1 16,-2-4 4-16,0 0 2 0,5 5 4 16,-1-5 3-16,-4 0 5 0,0 0-2 0,10-3 3 15,-4 0-2-15,1 0 2 0,2 0 3 0,0-2 1 16,0-1 2-16,0 0 3 0,0 1 8 0,1-2 8 15,-5 2 5-15,3 0 11 0,-3 0 10 0,-1-1 2 16,1 2 3-16,-1-1 10 0,-3 0 3 0,3-1 1 16,-2 4 1-16,-2 2 0 15,3-5-2-15,-3 1-10 0,0 0-9 0,0 4-4 16,-9-3-9-16,9 3-5 0,-18 3-2 0,7 0-4 16,-10 4-1-16,-7-2 1 0,0 7-3 0,0 2-1 15,-3-1 2-15,-2 4-6 0,-12 9-2 0,8-11 0 16,-5 12-1-16,0 2 1 0,11-5-3 0,-10 5 1 15,16-5 0-15,-1 0 2 0,4 3-4 0,6 2 2 16,3-3-1-16,0 0 1 0,8-1-3 0,4-1-2 0,6 1-1 16,4-1 2-16,9-3-1 0,1-4 1 0,13-3-2 15,0 1 5-15,22-7-5 0,-1-4-2 0,7-4-7 16,7-2-2-16,-2-3-8 0,24-10-10 0,-23 5-16 16,-5-1-17-16,2-2-7 0,-1-3-9 0,-4 2-1 0,-5-3-11 15,-7-2-3-15,-10 7 17 0,-5-5-3 0,-3 1 2 16,-3 0 6-16,-2 0 11 0,-10 5 31 0,-3 2 24 0,-3-1 25 15,-2 0 7-15,-5 3-2 0,-1 3 1 0,-3-1 7 16,-4-1 4-16,-6 4-2 0,-3-1 6 0,-4 6 1 16,-7-1 3-16,-3 1 2 0,0 6-3 0,3 1-1 15,-2 0-6-15,1 4-2 0,3 0-7 0,4 1 0 16,4-3-4-16,5 1-5 0,3 1 2 0,5 0 0 16,1-2-6-16,4 1 1 15,8 1 1-15,6-2 1 0,-1 1-3 0,12-1 3 16,2-5-6-16,5-1-4 0,1-3-4 0,3-1-10 15,-3-6-3-15,3-2-7 0,-4 2-6 16,-3-3 1-16,-2 0-1 0,-8 1 4 0,-1-3 0 0,-4-1-2 16,-2 2 7-16,-2 0 6 0,-4-1 6 0,1-2 8 15,-6 1 3-15,2 1 8 0,-6-1-1 0,-1 0 2 16,-1 1-4-16,0-1-2 0,-4 2 0 0,0 1-5 0,0 2 2 16,-5-2-1-16,1 3-3 0,2 2 0 0,-2 1 0 15,3-1-3-15,-2 1-9 0,2 1-20 0,10 0-32 16,-13 3-51-16,13-3-12 0,-9 1-43 0,7 3-151 15,2-4-342-15,0 0 152 0</inkml:trace>
  <inkml:trace contextRef="#ctx0" brushRef="#br0" timeOffset="44588.95">5106 4560 38 0,'0'0'257'0,"2"-5"-12"15,0 5-14-15,-2 0-17 0,0 0-20 0,0 0-13 16,0 0-22-16,0 0-13 0,4-5-17 0,-4 5-15 16,0 0-13-16,0 0-7 0,0 0-15 0,0 0-6 15,-20 17-8-15,10-11-6 0,0 3-8 0,-3 1-4 16,2 0-4-16,0 1-4 0,-2 1-4 0,1 1-3 0,0 0-2 0,6-1-7 15,0-2-15-15,-1 1-4 0,6 0-5 0,-3-1-6 16,4-1-2-16,0-1 2 0,0 4-2 0,4-4 5 16,1 0 2-16,4 0-4 0,0 0 4 0,0 0-1 15,6-2-2-15,-2 1 4 0,3 1 0 0,-1-2-6 16,1 2-6-16,-4-1-20 0,-2-2 3 0,0-1-5 16,-2 2-5-16,-2-1-1 15,-2-2-4-15,-1 0 6 0,-1 2 0 16,-4 1 5-16,0-3 4 0,-3 4 3 0,-4-2 3 0,-3 1-3 15,0 0 8-15,-4-1 2 0,0 1 1 16,-1-2-9-16,5 0-17 0,-1-1-27 0,-1-2-43 16,1 0-48-16,-1 1-125 0,4-4-309 0,-2 1 136 15</inkml:trace>
  <inkml:trace contextRef="#ctx0" brushRef="#br0" timeOffset="45112.67">5425 4542 25 0,'0'0'189'0,"12"-1"-21"0,-6-2-15 15,-6 3-20-15,18 5-11 0,-6-1-13 0,-1 2-8 16,0-3-12-16,1 5-11 0,1 5-6 0,-2-1 0 0,-3 2-5 0,2 0-12 0,-1 2 2 0,-5 1-9 15,-3 0-2-15,1 1-1 16,-5 0-2-16,-1 1-4 0,-1-1-2 0,-7 5 0 16,2-6-12-16,0-2 6 0,-3 1 3 0,0-3-3 15,1 2 5-15,-1-4 8 0,4-1-1 16,1-3 6-16,1-1 3 0,-1-1 7 0,4-1 13 16,2-1 26-16,-2-1 9 0,4-2 13 0,-3 2-9 15,3-2-12-15,0 0-12 0,9-14-6 0,3 3-10 16,0-5-8-16,0 2-9 0,11-8-8 0,-3 2 5 0,-2-6-16 0,3 6 0 15,-1 1-7-15,-5-1 1 0,-2 4-4 0,0 4-1 16,0 0-5-16,-3-1-1 0,-1 4-1 0,-4-1 1 16,-1 3 9-16,1 2 6 0,0 1-5 0,-1 1 5 15,-4 3-1-15,5-5 0 0,-5 5-8 0,4-5-6 16,-4 5 2-16,0 0-14 0,0 0 1 0,0 0 0 16,-13 18 3-16,2-7-6 15,-1 5 2-15,3-3-6 0,0 4 4 0,3-1-3 16,-2 0-3-16,4 0 0 0,-1 0-4 0,4 0 3 15,1 1 11-15,5-3-8 0,1 3 3 16,5-5-3-16,0 1 2 0,6-5 1 0,2 2 0 16,9-2-16-16,5-4-34 0,-1-1-45 0,0-2-63 15,0-2-70-15,3-1-89 0,-6-1-178 0,0-4-532 16,-1 0 235-16</inkml:trace>
  <inkml:trace contextRef="#ctx0" brushRef="#br0" timeOffset="45688.33">6341 4816 31 0,'0'0'264'16,"0"0"-22"-16,0 0-18 0,0 0-24 0,0 0-14 0,0 0-30 0,0 0-12 16,-1 8-2-16,-2-2-8 0,1 3-13 0,-6 0-14 15,1 5-6-15,-2-1-10 0,-4 2-6 0,3 2-7 16,-2 0-23-16,-7 4-32 0,2 1-52 15,-2-1-59-15,-2-2-112 0,-1-2-145 0,-4-5-373 0,6-3 165 16</inkml:trace>
  <inkml:trace contextRef="#ctx0" brushRef="#br0" timeOffset="48565">7370 4334 47 0,'0'0'185'0,"0"0"-11"0,0 0-10 0,0 0-10 16,0 0-17-16,-4-1-11 0,4 1-14 0,0 0-9 0,0 0-10 0,0-3-15 16,0 3-7-16,0 0-7 0,0 0-10 15,0 0-5-15,0 0-7 0,0 0-2 0,0 0-10 16,0 0-2-16,0 0-2 0,0 0-5 16,0 0-2-16,0 0-2 0,-1 9-9 0,1-9 3 15,0 0-5-15,1 6 3 0,-1-6-1 0,0 0-4 0,0 0 8 16,4 2 0-16,-4-2 7 0,0 0 2 15,0 0-1-15,0 0 1 0,0 0 1 0,0 0 2 16,0 0 11-16,0 0 3 0,0 0 8 0,9-6 0 16,-9 6 4-16,0-4 1 0,0 4 0 0,0-4 9 15,0 4-8-15,0 0-3 0,-8-5-10 0,6 2-5 16,-5 2-4-16,1 0-6 0,-7 1-1 16,-2 0-6-16,-2 2 3 0,-6 5-5 0,-5-2-2 15,-1 3-2-15,-1 1-2 0,-3 4-4 0,1 0 1 0,2 0 1 16,-2 2-1-16,1 4-5 0,3-1 3 15,0 3-3-15,4 1 2 0,2 4-1 0,0-2 2 16,4 0-4-16,4 1 4 0,1 1-2 0,8-2 1 16,3-4-1-16,4-2 1 0,3 3 4 0,8 1 2 15,2-3-6-15,7 2 5 0,6-5-4 0,5-3 3 0,18-3-1 0,-1 0-1 16,4-5 1-16,4-3-1 0,0-4 1 0,1-3-1 16,-4 3-8-16,-1-8-5 0,-3 1-3 0,-14 3-6 15,1-3 1-15,-6-1 2 0,0 1 0 0,-5-4 1 16,-2-1-2-16,-8 3 4 0,-2 0 3 0,-6 1 1 15,-1 2 11-15,-3-4 11 0,-1 3 7 0,-4-1-2 16,0 3 0-16,-5-2-8 0,-1 1 2 0,-5 3 0 0,-3 1 0 0,-5 3-2 16,-1 2-4-16,-10 2 1 0,1 3 1 0,-2 2-2 15,4 3-2-15,-1-1-4 0,4 4 1 0,1 1 1 16,5-1-4-16,4 1 3 0,-1-3 0 0,3 2 0 16,7 2-2-16,-1 0 0 0,3 0-1 0,6-5 2 31,4 6 0-31,7-3-1 0,3-2 4 0,11-2-6 0,3-2 1 15,3-4-3-15,3-4-5 0,2 0-3 0,0-3-4 16,1-4-4-16,9-4-5 0,-14 3-2 0,-3-5 0 16,-5 4 10-16,0-5-5 0,-3 0 3 0,-7 4 2 15,-3-5 2-15,-2 3 5 0,-3-3 1 0,-1 3 5 16,-5-4 3-16,-2 4 6 0,-1 1 9 0,-3-1-8 0,0 0 1 16,-3 2-5-16,-3 1 1 0,-2 2-1 15,1 0-2-15,-4 3 0 0,1 0 5 0,0 3-6 0,-1-2-4 0,0 3-7 16,0 0-17-16,4 0-25 0,-3 3-34 0,4 1-34 15,0-2-38-15,5 1-22 0,0 2-173 0,3-4-383 16,1-1 170-16</inkml:trace>
  <inkml:trace contextRef="#ctx0" brushRef="#br0" timeOffset="48966.04">8312 4492 73 0,'0'0'277'0,"0"0"-16"0,4-3-23 0,-4 3-16 0,0 0-19 16,0 0-24-16,1-4-15 0,-1 4-19 0,0 0-16 16,0 0-13-16,0 0-6 0,-13 10-20 0,4-4-7 15,-1 0-8-15,1 1-6 0,-5 2-6 0,0 3-7 16,-1-2-2-16,-1 2-9 0,5-1-7 0,-2 1-6 15,0 1-2-15,6-4-9 0,0 0-15 0,1 1-7 16,3-1-1-16,-1 3-1 0,3-3 0 0,1-1-4 0,1 1 3 0,3 1 2 31,1-3 0-31,4 1 0 0,3-1 1 0,-1-1-1 0,8 2 1 0,-2-2 3 0,5-1 0 0,-4 2-1 16,0-2 0-16,-1 1-1 0,-5 0-4 16,0-2-11-16,-2-1-4 0,-3 0-9 0,0 1 2 0,-3-1-4 15,-1 1 1-15,1 0 3 0,-6 2 8 0,-1-3 2 16,-3 4 1-1,-3-2 0-15,-4 1 3 0,-4 0-1 0,6-2 10 16,-8 2-7-16,0-2-11 0,2 0-21 0,3-1-44 16,-3-1-48-16,3 1-44 0,1-3-159 0,2-2-363 15,3 1 161-15</inkml:trace>
  <inkml:trace contextRef="#ctx0" brushRef="#br0" timeOffset="49382.38">8583 4436 162 0,'0'0'156'15,"0"0"-18"-15,0 0-10 0,0 0-14 0,7 13-9 0,2-8-7 16,4 2-13-16,1 6-7 0,4-5-19 0,-1-1 7 16,-1 4-10-16,5-4-4 0,-6 7-10 15,2-2 1-15,-3 0-4 0,-1 0-3 0,-2 3-7 0,-2-2-1 0,-4-2 2 16,-2 2-8-16,-3-1 21 0,-2 4-4 0,-4-1 3 16,-4 1 1-16,-3 0 1 0,-1-2 1 0,-8 3-4 15,2-1 2-15,-3-2-2 0,5-1 2 0,-5-1-1 16,6-2-1-16,2 0-4 0,1-3-2 0,5 1-6 15,-1-1-4-15,2-1-3 0,2-3-5 0,0 0 0 16,0-2 1 0,4 4 6-16,-1-2 1 0,3-3 14 0,5 3-9 15,3-1 0-15,3-2-7 0,4 0-1 0,6-2 1 16,7-1-16-16,0-2-26 0,2 1-40 0,-1 1-59 0,0-1-67 16,-8-2-168-16,-1 0-382 0,2 1 169 0</inkml:trace>
  <inkml:trace contextRef="#ctx0" brushRef="#br0" timeOffset="49867.68">8989 4501 57 0,'7'-2'204'0,"-1"-2"-18"0,4 1-17 0,0 3-16 0,0-1-11 15,2 1-16-15,0 0-11 0,0 5-10 0,1-1-12 16,1 1-7-16,-2 2-8 0,-1 4-3 0,3 1-10 16,-7-1-7-16,-2 0 2 0,0 4-8 0,-3 2-3 15,-3 1-8-15,-4-1 4 0,2 0-5 0,-7 1-5 16,-1 6-1 0,-3-9-3-16,2 2 1 0,-3-3 0 0,-1 0 3 15,2-3 1-15,0 1 5 0,4-4-1 0,1-2 0 16,-1 0 4-16,1 0-2 0,4-3 11 0,1 2 9 0,0-4 19 15,0 2 9-15,4-3 6 0,0 0-9 16,0 0-7-16,0 0-8 0,15-13-11 0,-2 2-4 16,0 0-9-16,6-1 3 0,3-9-11 0,-3 5-6 15,6-6-1-15,-1-2-6 0,1 1 0 0,-3 2-7 0,2-2 4 0,-3 5-9 16,-8 6 3-16,-1 0-4 0,-4 3 9 0,1 3 4 16,-5 1 1-16,-1-2-1 0,4 5 12 0,-6 0-12 15,2-1-12-15,-3 3-9 0,0 0 4 0,0 0 0 16,-7 12-6-16,1 0-1 0,-1 4-3 0,0 0 3 15,1 4 1-15,-2-2-1 0,4 2 0 0,2 1 5 16,3 1 7 0,4-2-14-16,5 6 10 0,3-4 0 0,7 0 0 0,7-5-16 15,9-3-44-15,15 1-68 0,3-6-106 0,6-8-348 16,5-5-620-16,-4-2 275 0</inkml:trace>
  <inkml:trace contextRef="#ctx0" brushRef="#br0" timeOffset="51401.27">10533 4565 134 0,'-7'-3'221'0,"-4"2"-20"0,-1-2-14 15,1 2-17-15,-3 4-7 0,-3-2-16 0,-2 3-8 16,0 2-13-16,-2 1-12 0,2 4-12 0,0-4-7 15,1 6-10-15,-5 3-10 0,1 1-7 0,7-5-5 16,1 2-5 0,4-1-8-16,-2 1-4 0,2-1-5 0,5 0 5 15,1-2-2-15,3 0-4 0,1 0-3 0,1-2 0 16,2 1-1-16,3-3 1 0,4 0 1 0,0-2-4 0,3-2-22 16,5-3-2-16,1-3 3 0,1 1-5 0,1-2 3 15,-2-4-5-15,3 0 0 0,-4-1 0 16,5-6 8-16,-8 5 5 0,3-2 1 0,-4 1 4 15,-1-4 7-15,-1 3 5 0,-2-1 6 0,-3 3 8 0,0-1 5 0,-1 4 0 16,-3 0 8-16,1 2-2 0,-2 0-8 0,2 1-5 16,0 1-12-16,-4 3-13 0,2-5-16 0,-2 5-11 15,0 0-4-15,0 0 1 0,0 0 2 0,0 0-4 16,4 14 1-16,-4-7-7 0,0 1-7 0,0 1 1 16,4 3 1-16,-1-3-2 0,3 4 0 0,-1-4-1 15,5 4-1-15,-2-5 4 0,2 2-5 0,4-3-6 0,2-1 6 0,0 2 0 31,-4-5-1-31,6 1 5 0,-7-4 1 0,3 0 5 16,-1-2 0-16,1-2 5 0,3 0 15 0,-7-2 12 16,3 0 28-16,-2-3 9 0,3 1 6 0,-4-2 3 0,-1 1 15 0,3-1 8 0,-6 2 12 0,2-1 12 15,-3 4 6-15,-1-2 1 0,2-1-9 0,-2 4-3 16,0 2-11-16,-4 2-12 16,4-3-21-16,-4 3 0 0,5-1-12 15,-5 1-8-15,0 0-17 0,4-1-24 0,-4 1 1 16,0 0 4-16,1 11-7 0,-1-5 2 0,-1 4 6 15,1 1-3-15,-3-1 0 0,1 2 5 0,-1 1-3 16,2 2-2-16,-2-2 2 0,7-2-14 0,-5 0 8 0,-2-3-22 16,3 1 4-16,0-2-4 0,0-2 4 0,0-1-1 15,0 1 2-15,0-5 14 0,0 6 0 0,0-6 12 0,0 0-2 16,0 0 6-16,21-10-6 0,-16 5 5 0,4-1-2 16,0-2 5-16,1-1-1 0,1-4 5 0,2-1-11 15,-3 1-5-15,3 1-4 0,-3-2 1 0,1-1 5 16,-4 7 2-16,-2-1-1 0,0 5-2 0,0-2-2 15,-1 2 2-15,0-1-4 0,0 3 0 0,-3-3-7 16,2 2-8-16,-3 3-14 16,4-2-19-16,-4 2 0 0,0 0 3 0,0 0 5 15,10 9 2-15,-6-4 9 0,2 0 9 16,3 4-6-16,8 2 2 0,-2-2-4 0,9 5-13 0,6-3-15 16,2 1-3-16,4-2-15 0,16 1-9 0,0-3-11 15,1-1-9-15,-1-5-2 0,-1 3-4 0,-15-4 6 16,1-2 5-16,1-1 9 0,-5-3 11 0,-1 1 1 15,-1-4 15-15,-3-1 22 0,-10 3 19 0,-3-4 25 0,-6 3 19 0,0-3 9 16,-2 1 7-16,-5-1 10 0,1-3 0 0,-3 5-5 16,-3-4-2-16,-1 2-2 0,-4-2-3 15,-7 2 6-15,-1 0-15 0,-2 4-1 0,-4-2-1 16,-6 2-4-16,-3 3-6 0,3 0 2 0,-1 2-2 16,1 4-3-16,5-1-1 0,5 0-3 0,-1 4-3 15,2-1 2-15,4 0-3 16,3-1 0-16,1 3-19 0,-1 1-8 0,6-2-4 15,-1 2 2-15,2 1 0 0,3-3-1 0,3 3-1 16,6-4 1-16,1 3-7 0,3-1-5 0,5-4-7 16,1 3-9-16,0-5-4 0,3-1 2 0,-3-3-4 15,3-1 2-15,-2-2 9 0,-2-2 1 0,0 1 16 16,-2-2 19-16,0-3 17 0,-3-2 13 0,-2 0 13 16,2-3 14-16,-4 0 10 0,1-7 11 0,-1 1 7 0,-1-2-7 0,-4-1 9 15,2 0 8-15,0-3-1 0,-3 2 11 0,2-4 3 16,-1 2 4-16,0-3 14 0,0 4 6 15,-1 0 3-15,3 5-1 0,-8 5 8 0,5 2 10 0,-4 4 4 16,1 4-8-16,0-4-9 0,0 7-15 0,0 0-16 16,1 0-13-16,-2 1-14 0,1 4-29 0,0-4-40 15,0 4-43-15,0 0-4 0,0 0 5 0,0 18 2 0,-2-7 7 16,0 10 6-16,0 5 4 0,-3 3 3 0,2 1 1 16,-4 3 6-16,2-1-2 0,0 14 3 0,0-12 0 15,-1-2 1-15,2 0 10 0,-3 0-4 0,6-1 6 16,-3-4-5-16,4-2 8 0,0-6-12 0,0-1 7 15,0-7-5-15,0 1 9 0,3-3-4 0,-6-1 13 16,3-1 2-16,0-4 18 16,0 3-4-16,0-1 16 0,3-2 7 0,-3-3 3 15,0 5 8-15,0-5 4 0,0 4-4 0,0-4-3 16,6 0-7-16,7-3 0 0,3-1-5 0,5-1-47 16,8-9-55-16,8 4-84 0,-1-4-94 0,14-8-122 15,1 0-374-15,1-3-789 0,-2-2 349 0</inkml:trace>
  <inkml:trace contextRef="#ctx0" brushRef="#br0" timeOffset="52641.18">13100 4226 83 0,'-6'0'218'0,"6"0"-21"0,0 0-22 16,0 0-12-16,0 0-14 0,0 0-17 0,-7-1-15 15,7 1-10-15,0 0-12 0,0 0-7 0,0 0-8 0,0 0-8 16,0 0-8-16,0 0-7 0,15-4-3 16,-6 1-6-16,3-1-5 0,2 2-7 0,-1-3 3 0,3-2-9 0,1 2-1 15,-2-2-4-15,-2 2-2 0,2-3-5 0,-3 3 1 16,-3-2-1-16,1 0 10 0,-5 1 20 0,0 2 5 15,-1-1 6-15,0 2 10 0,-1-1-1 0,-1-1-4 16,0 1-13-16,-2 4-3 0,-7-5-10 0,7 5 0 16,-13-3-8-16,-1 4-3 0,-1 2-4 0,-11 5 3 0,-2 0-5 15,-1 4-4-15,-5 2-4 0,1 3-1 0,-14 7 1 0,2 0-4 16,4 4 0-16,-2-2-4 0,12-1-1 0,3-2 0 16,-9 9 4-16,14-9-6 0,2 3 2 15,5 2 1-15,1-1 2 0,7 2-2 0,2-1-8 0,3 1 4 16,8-3 0-16,4 0-3 0,9-5 3 0,6 3 2 15,8-5-1-15,19 1 0 0,4-10 1 0,8-2 1 16,1-3 0 0,2-2-6-16,-1-6-1 0,2-2-16 0,-5-3-12 15,-3-2-2-15,-5 0-8 0,-3-2-4 0,-15 0-2 16,-2 0-1-16,-2-2 5 0,-5-1 5 0,-9 5 4 16,0-2 7-16,-7 0 21 0,1 5 16 0,-6-1 7 15,-2-1 0-15,-5 2 2 0,-2 2-8 0,-2 0 0 16,-5 0-1-16,-2 1 0 0,2 1-2 0,-9 5-1 15,-1-2-2-15,-1 3 1 0,-8 4 2 0,2 2-1 0,0 2-2 0,4 2 0 16,5-4-3-16,-1 2 2 0,6 1-3 0,-1 1 1 16,6-4 0-16,1 7 4 0,4-6-1 0,3 3-1 15,3-2 3-15,4 0-2 0,5 0 2 0,7-3-1 16,5 0 2-16,6-6-5 0,3 0 4 0,-1-2-3 16,1-2 0-16,-1-5-2 0,-1 2 0 0,-3-1-2 15,-9-3 2 1,7-4 3-16,-8 4-3 0,-4-3 1 0,1 0-2 15,-3 0 3-15,-2-5-3 0,-4 3-3 0,-3 2-2 0,-1-3-4 16,-3 3-4-16,-2 0-4 0,-2-2-2 0,-1 1 2 16,-3 5-13-16,0-3 2 0,-1 4-7 15,-2-1-17-15,-1 3-11 0,1-2-10 0,-1 5-18 16,3-1-35-16,-2-1-19 0,6 4-46 0,-2 0-134 16,-1-3-350-16,9 3 154 0</inkml:trace>
  <inkml:trace contextRef="#ctx0" brushRef="#br0" timeOffset="53026.43">14126 4368 192 0,'-6'-2'169'0,"6"2"-16"0,0 0-12 0,-12 2-19 16,7 1-3-16,-4 0-21 0,0-1-10 16,0 3-8-16,-5 2-12 0,2-2-3 0,-3 4-11 0,1 0-1 0,0 1-3 0,4-1-11 15,1 0-4-15,-4 2-2 0,7 0 7 16,-1-2-15-16,2 1 4 0,4 1 7 0,-2-1-1 16,5 1-5-16,1-2 1 0,3 5-4 0,1-4 0 15,7 0 0-15,0 2-3 0,4-4-4 0,-1 2 0 16,-1 0-4-16,1-2 1 0,1 2-4 0,-4 0 4 15,3 0-1-15,-4-1-7 0,-3-1-5 0,-3-1 0 0,0 0-6 0,-5 0 0 16,1-3-1 0,-2 4 8-16,-3-3-1 0,-5 4-1 0,-2-1 3 15,-2-3-3-15,-6 3 0 0,-2-2 0 16,2 1 1-16,-3-2-1 0,0 0-1 0,2 0 2 0,-3 0-8 0,3-2-13 0,-1 0-25 0,6 1-45 16,2-4-49-16,-1 0-160 0,6 0-320 0,0-4 142 15</inkml:trace>
  <inkml:trace contextRef="#ctx0" brushRef="#br0" timeOffset="53557.7">14541 4316 210 0,'0'0'212'0,"0"0"-21"0,0 0-16 0,0 0-19 15,0 0-18-15,27 0-15 0,-15 2-11 16,0 1-14-16,5 1-9 0,-1 4-10 0,1-4-5 0,-2 4-6 0,2-2-10 0,-5-1-5 0,-3 3-6 15,1-1-7-15,-4 1-3 0,1 1-7 0,-1 0-4 16,-5 0-6-16,-1 2-4 0,-4-1 2 16,3-1-1-16,-7 1 2 0,2 0-2 15,-7 1 0-15,2 4-3 0,-2-5-1 0,0 0-2 16,2 0 0-16,2-1 3 0,-2 0-9 0,4-1 2 16,-1-1-1-16,3-2 0 0,0 0-1 15,0-2-1-15,2 3 4 0,2-2-3 0,2 1 3 16,2 0-2-16,3-1 3 0,3 1-1 0,4 0-3 15,4 4 0-15,-1-2 6 0,4 1-4 0,-1 0-5 0,2-2 2 0,-4 2-4 0,1 3 5 16,-4-3-4-16,1 1 8 0,-5-4-10 16,0 7 2-16,-2-7-7 0,-4 3 4 0,-1-2 6 15,-3 0-1-15,-2 1 7 0,-4 2-3 0,-5-1 4 16,-5 0-3-16,0 1-3 0,-9 3 1 0,6-5-2 16,-3-1 0-16,-6 0 0 0,9-2-7 0,-3 0-16 15,3-1-29-15,3-2-37 16,-2-2-39-16,6 0-64 0,0-1-132 0,4-4-347 15,3 2 153-15</inkml:trace>
  <inkml:trace contextRef="#ctx0" brushRef="#br0" timeOffset="54003.31">15005 4428 117 0,'8'-4'209'16,"2"2"-22"-16,-1 1-14 0,2 0-20 0,1 1-15 16,-1 2-15-16,3 0-11 0,3 6-10 0,-2-3-5 15,0 4-5-15,-3-2-11 0,1 6-9 16,-4-4-5-16,-3 0-9 0,-2 9-4 16,0-2-3-16,-8 1-3 0,3-2 0 0,-8 2-9 15,0 1-4-15,-3-1 4 0,-5 2-3 0,-1 2-5 16,-3-6 3-16,3-1-5 0,3-2 5 0,0-2 1 15,1-3 11-15,1 0 1 0,8-1 4 0,-3-2 8 0,4-3 12 0,-1 3 30 0,0-2 23 0,5-2 1 16,0 0-9-16,0 0-12 16,0 0-14-16,14-16-4 0,3 3-13 0,-2 2-7 15,8-7-8-15,0-1-2 0,0-3-8 0,3-1 0 16,-1 1 0-16,6-2-15 0,-4 2-6 0,-3 0-2 16,-3-1-1-16,-6 9-3 0,-4 5 2 0,-1 0 16 15,-2 1-3-15,-3 1-1 0,0 2-1 16,-1 2-1-16,0-1-11 0,-3 2-11 0,-1 2-8 15,0 0-3-15,0 0-1 0,-12 13 5 0,1-4 12 0,-3 7-18 0,-1 5 1 16,-4 3 1-16,6-1 1 0,2 0 6 0,2 2-11 0,2-1 4 16,7-5 0-16,5 6-3 0,8-4 0 15,9-3-20-15,6-1-51 0,6-3-83 0,21-3-133 16,7-8-302-16,0-1-640 0,2-4 283 0</inkml:trace>
  <inkml:trace contextRef="#ctx0" brushRef="#br0" timeOffset="57622.59">17522 4412 45 0,'4'-4'180'0,"0"-2"-4"0,1-1-11 16,-4 3-2-16,3-1-11 0,-4-1-9 0,3 1-2 15,-2 1-8-15,-1 0-14 0,0-1-8 0,0 5-17 16,-4-8-10-16,-1 5-10 0,0 1-13 0,-8 0-9 0,2 4-5 0,-11 0-2 16,-6 2-8-16,-1 5-5 0,-3 2-6 0,-3 2 0 15,2-1-1-15,-4 2-4 0,-9 7-3 0,13-2-1 16,2-2-2-16,3 3-3 0,1 1 1 0,4-3-2 15,2 0-2-15,4 1 1 0,6-2 2 0,4-5-6 16,-1 3 4-16,6-3-2 0,0-2 4 0,6-1 1 16,0 0 5-16,7-3-3 0,6-4 1 0,2 2-2 0,12-8-2 15,2 2 2-15,-1-3-1 0,3 0-4 0,-2-4-3 32,-2-1 3-32,-1-1-1 0,-3 0 0 0,1-3-2 15,-5 1-2-15,-5 4 1 0,-3 0 0 0,3 0 1 0,-8 3-3 16,-1-2 2-16,-3 5 9 0,1-1 7 0,-2 1 4 0,0-2 0 0,-1 3-1 0,0 2-9 15,-4 0-3-15,5-3-4 16,-5 3-11-16,0 0-3 0,0 0 6 0,10 3-1 16,-6 0 0-16,0 3 3 0,-3 2-10 0,4 0-14 15,-1-4-17-15,0 2-26 0,1 2-29 0,0 0-28 16,3 0-39-16,-3-1-192 0,0-2-383 0,0-1 169 16</inkml:trace>
  <inkml:trace contextRef="#ctx0" brushRef="#br0" timeOffset="57976.21">17810 4333 130 0,'4'-1'273'0,"0"-3"-27"0,-2 1-33 0,-2 3-23 16,9 0-19-1,-5 5-20-15,0-2-14 0,-1 3-19 0,4 5-10 16,-1-4-11-16,2 7-8 0,0 3-8 0,-5-2-10 15,1 4-6-15,1-1-4 0,-1 5-6 0,0-3-5 16,-1-1-3-16,-2 0-7 0,-1-2-1 0,0-5-4 16,-1-1-5-16,1 0-1 0,-1-4-4 0,1 0 6 15,0-1 8-15,-2-2 15 0,1 1 16 0,1-5 20 16,-1 5 13-16,1-5-15 0,0 0-5 0,0 0 3 0,-6-11 2 0,5 2-22 16,0-2 1-16,1 1-12 0,0-2-3 15,2-3-3-15,2-2-15 0,2 0-11 0,1-2-18 0,1 2-7 16,1 1-8-16,2 0-22 0,1 3-22 0,-1 0-25 15,-1 3-28-15,3 1-31 0,6 1-25 0,-3 3-14 16,0-2-15-16,2 4-36 0,0 2-181 0,-6 1-443 16,5 1 196-1</inkml:trace>
  <inkml:trace contextRef="#ctx0" brushRef="#br0" timeOffset="58292.11">18265 4511 155 0,'1'3'210'0,"-1"-3"-2"16,0 0 1-16,1 4-5 0,-1-4-1 0,0 0-22 0,0 0-14 0,3 3-9 16,-3-3-18-16,0 0-10 0,13-7-14 0,-1 2-13 15,0-3-12-15,6-1-9 0,0 0-6 0,6-6-9 16,2 3-7-16,-5-4-7 0,4 0-5 0,-1 0-6 16,-2-1 0-16,-2-3-8 0,-7 6-2 0,2-1-6 15,-2 3 0-15,-3-5-2 0,-5 8 2 0,0 0 0 16,-1-1-1-16,-1 4-5 0,-5 0-6 0,-1 1-3 0,-5 1-1 15,-4 2-3-15,0 3 0 0,-9 2-5 0,-6 4-2 0,-2 2 1 16,1 5 1-16,0 1-2 0,-3-1 0 0,8 6-4 16,3-2-3-16,1 2 6 0,4 2-3 0,3 0 6 15,8-3 0-15,5 6 5 0,6 0 0 0,9-3 4 16,11-2-1-16,6-2-15 0,22-2-26 16,4-4-41-16,7-9-52 15,30-6-73-15,-2-1-242 0,0-9-475 0,7-6 209 16</inkml:trace>
  <inkml:trace contextRef="#ctx0" brushRef="#br0" timeOffset="58839.81">19922 4003 197 0,'-1'-3'281'16,"1"3"-23"-16,-4-4-31 0,4 4-22 0,-3-1-25 16,3 1-24-16,0 0-25 0,0 0-12 0,0 0-12 0,-5 17-9 15,1-4-13-15,3 13-9 0,-3 4-6 16,-2 2-12-16,-2 1 5 0,3 16-14 0,-4-6-2 16,0 3-6-16,4 0-1 15,1-10-2-15,-1 9-3 0,1-10 2 0,3-3-6 16,-1 1-5-16,0-3-1 0,1-3-14 0,1-3-5 15,-2-3-14-15,0-6-11 0,1 2-28 0,1-5-17 16,0-2-37-16,0-6-37 0,-1 4-1 0,1-4-29 16,-3-2-168-16,3-2-363 0,0 0 160 0</inkml:trace>
  <inkml:trace contextRef="#ctx0" brushRef="#br0" timeOffset="59156.71">19839 4223 265 0,'-2'-5'259'0,"2"5"-28"0,0-4-27 0,0 4-22 0,0 0-23 16,0 0-9-1,0 0-15-15,10 0-19 0,-10 0-15 0,15 7-6 16,-5-2-13-16,3 2-3 0,2 2-12 0,2 1-6 16,2 0-3-16,3 5-7 0,-3-4-8 0,-2 0-4 15,-3 3-12-15,-3-2-9 0,-1-4-11 0,-2 4-4 16,-3-5 0-16,-1 3-3 0,-2-1 6 0,-4 0 1 15,-2-1 8-15,-5 4-6 0,-5-4-1 0,-2 1-4 16,-10 3 6-16,-1 0-6 0,-1-4 6 0,0 1-3 0,-1-1-1 0,1-1 1 16,7-2 1-16,-6 2-1 0,7-3-1 0,2 2 1 15,-1-1-1-15,7-4-1 0,2-1 1 0,1 3-15 16,4-3-22-16,1 1-29 0,4-1-39 0,0 0-53 16,0 0-65-16,22-14-118 0,2 1-362 0,6 2 161 15</inkml:trace>
  <inkml:trace contextRef="#ctx0" brushRef="#br0" timeOffset="59518.99">20363 4309 179 0,'0'0'271'0,"-3"-6"-15"0,3 6-19 0,0 0-25 0,0 0-21 16,0 0-23-16,0 0-10 0,0 0-17 0,-1-4-13 0,1 4-14 0,0 0-18 15,0 0-4-15,8-3-17 0,-8 3-8 16,10-3-10-16,0 2-8 0,-2 0-12 0,5-2-9 16,1-1-12-16,-1 2-6 0,4-5-3 15,0 3-5-15,2-3-6 0,0 0-1 0,-2 0-4 16,0-1 3-16,-1-1-7 0,-1-3 6 0,-2 3-9 0,1-1 5 16,-5 4 10-16,-2-3-1 0,-1 2 7 0,-2-1 12 15,2 3-1-15,-4 1-1 0,-2-2 0 16,-2 0-4-16,2 6-3 0,-7-5 1 0,2 4-1 15,-3 2-2-15,-4-1-3 0,-2 4 2 16,-1 3-1-16,-3-1-4 0,3 6 2 0,-3 0-2 16,-5 5 4-16,1 0-6 0,8-3 3 0,-8 6-2 15,3-2 4-15,5 2 1 0,4-4-3 0,1 0 0 16,0 4 2-16,5-4-24 0,-1 2-15 16,5-3-20-16,0-3-23 0,0-1-30 0,5-3-32 0,-1-1-53 0,1-4-143 0,4-2-365 15,4-1 163-15</inkml:trace>
  <inkml:trace contextRef="#ctx0" brushRef="#br0" timeOffset="60033.17">20722 4151 93 0,'4'-2'226'15,"0"-1"-24"-15,2 3-22 0,-6 0-18 0,10 3-18 16,-1 1-11-16,0 5-15 0,0-3-11 0,1 4-10 15,-1 4-4-15,4 1-8 0,-4 1-7 0,0-1-7 0,-4 4-8 0,2-1-3 0,-1 2-4 16,-5-2-5-16,3 2-2 0,-5-2-6 0,-2-1-4 16,3 0-2-16,-5-5 5 0,0-1 3 15,4 1 1-15,-6-4 2 0,5 0 0 0,-2-1-2 16,-3-4 1-16,4 3 9 0,0-2 6 0,-1-2 11 16,1-1-9-16,3-1-8 0,0 0-20 15,-2-9-2-15,4 4-7 0,1-5-11 0,6-1-3 16,3-5 2-16,2 1-10 0,6-2-3 0,2-5-4 15,2 1-1-15,2-1-4 0,1 2-3 16,2 0 1-16,0 2 0 0,-2 0 2 0,-4 4 0 16,-5 4-2-16,1-1 3 0,-2 0 0 0,-6 5 0 0,1 1 2 0,-1-2 10 0,-2 2 8 15,-3 2 6-15,-1 3 5 0,2-5-1 0,-4 4-5 16,-3 1 0-16,6-4-3 0,-6 4-4 0,4-2-6 16,-4 2 2-16,0 0 0 0,0 11 1 15,0-7 5-15,-4 2 0 0,2 4 0 0,-2 0-1 16,1 2 5-16,-1 1 0 0,-1 3-2 15,0-3-5-15,1 3 4 0,-1 1-2 0,1-1-2 16,2-4 2-16,0-1-4 0,-1 5 1 0,-1-3 1 16,3-4-1-16,-1 3 0 0,0-4-2 15,2-1 3-15,0-1-3 0,0-1-7 0,0 1-4 16,0-1 0-16,0-5 3 0,0 3 3 0,0-3 3 16,-3 4 2-16,3-4-28 0,0 0-39 0,0 0-26 0,0 0-27 0,-4-17-29 0,3 7-45 15,1-4-71-15,-2-2-155 0,2-1-445 0,1-3 196 16</inkml:trace>
  <inkml:trace contextRef="#ctx0" brushRef="#br0" timeOffset="60163.32">21147 4004 154 0,'0'0'259'0,"0"-5"-16"0,-1 2-27 16,1 3-18-16,1-5-19 0,-1 5-29 15,3-4-36-15,0 1-31 0,-3 3-38 0,11 0-36 16,-11 0-48-16,14 0-55 0,-7 3-160 0,0 0-273 15,2 2 122-15</inkml:trace>
  <inkml:trace contextRef="#ctx0" brushRef="#br0" timeOffset="60575.97">21613 4098 137 0,'-9'4'195'16,"-3"-1"-12"-16,1 2-20 0,0 2-17 0,-5 4-11 0,2 0-14 0,-3 1-12 0,2 3-15 15,0-1-9-15,-3 6-9 0,2-3-5 0,6-3-9 16,-3 1-1-16,8 1-7 0,-4-1 9 16,4-2 4-16,2-3 3 0,3 3-8 0,0-2-2 15,3-1 0-15,0 2 7 0,3-2-1 16,3-3 4-16,1-2-3 0,8 1-4 0,1-2-5 15,3-3-7-15,0-1-2 0,7-3-8 16,-1-2 0-16,-7 1-7 0,-1-2-3 0,-2-3-4 16,1 3 2-16,-6-6-3 0,5 2-2 0,-5-1-1 0,-3-2 5 0,0 1-6 0,-3-3-2 31,-2 3-5-31,-4-4-5 0,0 5 1 0,-1-2-2 0,-2 1-3 0,-2 3-4 0,-1-2-2 0,-2 4-1 16,-3 0-9-16,1 0-2 0,-1 2-4 0,-3 5-7 15,0 0-11-15,2-1-16 0,-2 2-21 16,4-1-26-16,-2 3-27 0,4 1-25 0,1 0-22 15,3 2-31-15,1-2-132 0,4 1-363 16,0 2 161-16</inkml:trace>
  <inkml:trace contextRef="#ctx0" brushRef="#br0" timeOffset="61259.44">22263 4226 110 0,'2'-3'256'0,"-2"-2"-19"16,0 5-19-16,-4-6-20 0,-1 3-22 16,-2-2-14-16,1 2-20 0,-3 3-13 0,-1-1-12 15,-3 0-11-15,-5 2-10 0,-2 1-12 16,3 1-9-16,-5 4-7 0,3-1-7 0,-7 2-6 16,3 1-3-16,4 0-7 0,-1 0-2 15,2 0-7-15,0 2-5 0,4 0-4 0,4-3-1 16,0 1 0-16,2 1-4 0,0-1-5 0,4-4-1 15,3 3-6-15,0-3 0 0,1 3 3 0,2-3 0 16,2 1-1-16,3-1-1 0,0-3 0 0,5-2 2 0,-1-1 0 0,7 0 0 0,-5-2 10 16,5-5 8-16,-2 2 4 0,3-5 7 15,-2 0 5-15,1-1 7 0,1-7 0 0,-1 0-4 16,0-2 8-16,-4-1-14 0,1-4-2 0,-2-3-5 16,0-1-8-16,-3-3 3 0,-1-2-3 0,-2 3-3 15,1-17 13-15,-1 16 19 0,-3 4 21 16,-2 0 15-16,-2 4 0 0,2 8 5 0,-2 0 8 15,1 8 5-15,-1-1-15 0,-1 3-14 16,2-1-5-16,-2 2-11 0,1 0-35 0,0 6-35 16,-2-4-36-16,2 4-12 0,0 0 7 0,-5 14 5 15,-3-1 3-15,1 7 6 0,-3 5 13 0,2 4-10 16,0 0 7-16,1 4-6 0,4 0-9 16,0 0 3-16,5 1 1 0,-1-4 3 0,4-2 0 0,1 0 5 0,3-2-2 0,-1-8 3 15,5 6 5-15,-2-7 1 0,2-5-1 0,2-1 6 16,0-2-4-16,2-1 6 0,4-4-1 0,-3-1 3 15,1-2 10-15,3-5-9 0,-3 0 3 16,3-2-6-16,-3-2 13 0,-1-2 0 0,-1-1 1 16,5-3 6-16,0-5 0 0,-7 5 4 0,-2 0 6 15,1-1 6-15,-2 1 8 0,-3 3 10 16,-4 2 21-16,4 1 12 0,-3 1 1 0,-2 2-11 16,-2 0-16-16,2 3-1 0,-1-2-8 0,-2 2-19 15,-1 2-16-15,3-4-27 0,-3 4-8 16,0 0 5-16,0 14-1 0,-3-6 11 0,2 3-5 0,-3 0 4 0,-1 6-2 0,1-3 5 15,1 3 3-15,0 0 2 0,0 0 1 0,2-1-1 16,-3-2-2-16,4-2-8 0,0-1-21 0,-1-1-15 16,1-1-18-16,1-3-20 0,-1 1-22 15,0-3-13-15,0 1-5 0,0-5-6 0,-1 5-42 16,1-5-64-16,0 0-265 0,0 0-548 0,1-14 243 16</inkml:trace>
  <inkml:trace contextRef="#ctx0" brushRef="#br0" timeOffset="61389.81">22648 3967 29 0,'0'-6'347'0,"-2"1"-17"0,2 2-14 0,0 3-26 15,0-9-36-15,0 9-23 0,-1-5-24 16,1 5-37-16,3-4-33 0,-3 4-44 0,0 0-42 16,0 0-39-16,6-1-47 0,-6 1-49 0,9 5-63 0,-4-1-221 15,0-2-396-15,-1 2 175 0</inkml:trace>
  <inkml:trace contextRef="#ctx0" brushRef="#br0" timeOffset="62261.01">22894 4047 82 0,'0'0'193'0,"0"0"-18"0,0 4-9 16,0-4-14-16,0 0-5 0,0 0-10 0,0 0-15 15,0 0-9-15,4 5-10 0,-4-5-6 0,9 1-7 16,-1-1-14-16,0 0 2 0,-8 0-17 0,17-3 3 16,-8 1-9-16,-1 1-4 15,3-3-3-15,-3 2-8 0,1-4-5 0,-1 2 5 16,2 2 3-16,-5-1 5 0,0-2 12 0,-1 2 6 16,0 1 2-16,1-1-4 0,-1 2-7 0,-4 1-9 15,0 0-6-15,4-3-17 0,-4 3-3 16,0 0-2-16,0 0-2 0,-18 15 0 0,4-8-3 0,-3 8 7 15,3-2-10-15,-8 3-1 0,3 3-3 0,4-4 0 16,-6 4 1-16,5 2-4 0,2-6-1 0,3 2 4 0,0-1-2 16,2 1-2-16,3 0 3 0,2-4-2 0,1-3-3 15,3 4 3-15,4-4 0 0,1-1 0 0,7 3-7 16,3-4-11-16,4-1-10 0,2-1-7 0,8-5-15 16,-3 2-7-1,4-6-5-15,1-2 0 0,-3 1 2 0,-1-5 9 16,-3-2 3-16,2-3 2 0,-6-1 7 0,1-2 2 15,-1-5 8-15,-5-2 3 0,2 0 13 0,-3-6 9 0,1 1 9 16,-3 0 13-16,1-3 17 0,-2 2 19 0,-1-1 20 16,1 4 24-16,-4 1 22 0,-2 7 20 0,1 2 20 15,-4 4 3-15,2 1 3 0,-1 5-9 0,-2 0-14 16,0-1-17-16,0 4-27 0,2-2-2 0,-1-1-26 16,-2 6-45-16,0 1-40 0,0 0-13 0,0 0 0 15,0 0 1-15,0 15 7 0,-5-2 2 0,3 3-1 0,-1 4-3 16,-3 4 7-16,2 2 3 0,-1-1-2 0,0 4 1 0,-2-4 12 15,4 3 3-15,-3-2-12 0,1-1-3 16,-1-1 9-16,3-6-2 0,1 1-1 0,-2-9-1 16,1 3 6-16,1-2-7 0,1-2 2 0,-3 1 2 15,2-3-4-15,1-2 4 0,0-2 1 0,0 3 4 16,-1-3 2-16,2-3 1 16,0 5-6-16,0-5 1 0,-2 3-2 0,2-3 4 15,0 4-3-15,0-4 0 0,0 0-2 0,0 0-2 16,0 5 3-16,0-5-2 0,0 0 3 0,0 0-2 15,0 0 7-15,0 0-7 0,0 0-7 0,0 0-8 16,-3 3-3-16,3-3 0 0,0 0 1 0,0 0-5 16,0 0 4-16,0 0-3 0,0 0 4 0,0 0 1 15,0 0-2-15,0 0-1 0,0 0-1 0,0 0 5 0,0 0-4 0,0 0-5 16,0 0-5-16,0 0 2 0,0 0-1 0,0 0-2 16,0 0-2-16,0 0-1 0,0 0-1 0,0 0 11 15,0 0-3-15,0 0 6 0,0 0-1 0,0 0 4 16,0 0 1-16,0 0-2 0,0 0 7 0,0 0 5 15,0 0-4-15,0 0-2 0,0 0 5 0,0 0-2 16,0 0 5-16,0 0-1 0,0 0-3 0,0 0-5 0,0 0-10 16,0 0-8-1,0 0-7-15,0 0-16 0,0 0-4 0,0 0-17 0,0 0-6 16,0 0-10-16,0 0-13 0,0 0-14 0,0 0-5 16,0 0-31-16,0 0-48 0,0 0-167 0,0 0-398 15,0 0 176-15</inkml:trace>
  <inkml:trace contextRef="#ctx0" brushRef="#br0" timeOffset="63070.77">23356 3921 81 0,'0'0'155'0,"-12"6"-21"0,2 1-13 16,-4 2-7-16,4 0-10 0,-6 2-14 0,4 4-7 15,0 2-10-15,-5 1-1 0,7 1-8 0,0-1-8 16,-3 3-7-16,8-4-1 0,1 0 22 0,-1-2 0 16,5-3-7-16,4 5-6 0,-3-4 4 0,6-4-6 15,-1 4-3-15,3-2-9 0,1-6-2 0,3 0-3 16,1-1-3-16,-1-2-3 15,0-4-1-15,3 0-2 0,-3-3 2 0,2 2-3 16,-4-4-2-16,1-1 6 0,1-2 1 0,1-1-2 16,-5-3 7-16,-4 5 3 0,-1-3 5 15,1 2 7-15,-1-1 9 0,0 6-1 0,-2-5-8 0,-2 3-7 16,0 3-3-16,0-2-3 0,-2 2-8 0,-6 4-6 16,2-3-6-16,-4 8 0 0,-4 0-2 0,-2 6 3 15,-3 0-8-15,2 7-1 0,-6 1-1 0,7-6-4 0,-1 8 4 16,1 3 0-16,0-5-2 0,6-3-1 0,4 4-11 0,-1-3-3 15,6 1 1-15,1-3 3 0,4-2 2 16,2-2 2-16,7 0-2 0,-2-1-3 0,9-4 6 16,-4-2-6-16,5-3 2 0,0-1-1 0,-4-1 3 15,2-3 3-15,-1-5-3 0,-3 0 5 0,-2 0-6 16,1-2 5-16,-5 2 4 16,-2-3 9-16,-5 2 9 0,2 1-3 0,-4-1-3 15,0 2-3-15,0-1-6 0,-4 2 1 0,-1 2-8 16,-5-1-21-16,-3 3-20 0,0-1-45 0,-6 1-48 15,1 3-68-15,-1 0-219 0,5 0-448 0,1-1 198 16</inkml:trace>
  <inkml:trace contextRef="#ctx0" brushRef="#br0" timeOffset="63923.94">24403 3776 102 0,'8'-16'247'0,"1"2"-4"0,-4-2 4 0,0 4-5 0,-3 4-8 16,0-1-3-16,1 4-20 0,-1 0-16 0,0-2-24 0,0 4-26 15,-2 0-26-15,0 3-26 0,0 0-13 0,0 0-8 16,-6 13-4-16,-3 2-15 0,-4 12-2 16,-1 4-5-16,-6 16-4 0,3 4 3 0,-2 1-9 15,-3 4-8-15,5-1 2 0,-2-1-1 0,2 1-2 16,2-4-7-16,1 2 3 15,0-6-3-15,5 0 3 0,3-13-3 0,2-3-1 16,2-3-2-16,0-4 3 0,2-5-4 0,-2-3 2 16,0-3-3-16,2-3 0 0,0 1-5 0,0-6 9 15,-1 2 1-15,1-2 11 0,0-2 17 0,0-3-1 16,-5 0-12-16,5 0-2 0,-12-4-16 0,2-2-8 16,0-1-16-16,0 0-9 0,-4-3-18 0,1-2-24 15,-2 2-22-15,3-4-28 0,-3 2-40 0,2 1-35 0,-1-2-46 0,2-1-225 16,3 1-490-16,4-4 217 0</inkml:trace>
  <inkml:trace contextRef="#ctx0" brushRef="#br0" timeOffset="64211.82">24075 4151 83 0,'0'0'246'0,"-8"0"-15"0,8 0-11 0,0 0-18 16,-2 3-20-16,2-3-17 0,0 0-16 0,0 0-12 15,19-1-12-15,0-1-13 0,14 1-10 0,3 0-14 0,19-5-9 0,-4 2-6 16,2-1-9-16,-16 3-5 0,0 0-5 0,-1-1-9 16,-6 1-1-16,-7 0-8 0,-4 0-1 0,-6 1-1 15,0-1-6-15,-3 2-4 0,-2 0-7 16,-3-1-8-16,-5 1-2 0,6-1-3 0,-6 1-6 0,0 0-9 15,0 0-2-15,0 0-11 0,0 0-13 0,-29 1-19 16,20 2-25-16,1-3-29 0,-3 1-31 0,3 0-37 0,2 0-156 16,-1-1-362-1,7 0 161-15</inkml:trace>
  <inkml:trace contextRef="#ctx0" brushRef="#br0" timeOffset="64924.16">24837 4016 211 0,'0'0'333'0,"4"-3"-33"0,-4 3-26 15,2-3-33-15,-2 3-26 0,0 0-26 0,0 0-26 16,0 0-17-16,6 6-14 0,-8 0-10 0,-1 5-12 16,1 1-11-16,-2 3-10 0,-1 3-8 0,1 6-13 15,-2 1 0-15,2-6-6 0,0 1-7 0,2-2-20 0,-1 2-16 16,3-3-5-16,0-3-6 0,-1 1-8 0,1-7 1 15,0 4-1-15,1-7-3 0,-1 2 4 0,1 0 2 0,1-3 12 16,2-2 6-16,-4-2 1 0,12 0 7 0,-6-4 3 16,3 1-9-16,3-5 10 0,-2 1-1 15,-1-2-6-15,6-2 4 0,-2-4-7 0,1 2-5 16,-1-1 2-16,1-2-6 16,-1-1 4-16,-3 2-9 0,3 3 6 0,-5 4 1 15,-3 2 4-15,1-1-3 0,-1 2-4 0,-1 2-8 16,0-1-2-16,-2 0-12 0,0 1-11 0,-2 3-12 15,6-2 6-15,-6 2 0 0,0 0 2 0,9 5 4 16,-5-1 0-16,0 2-5 0,-1-1-7 0,3 0-5 16,-1 1-8-16,3 0-4 0,3 2-2 0,0 0-8 15,3-3-6-15,-3 0-2 0,9 1-1 0,-5-1 3 0,3-4 0 0,0 0-1 16,0-2 9-16,-5 0 7 0,2 0 3 0,3-3 4 16,-3-4 14-16,2 1 9 0,-2-3 20 15,-1 2 11-15,-1-3 19 0,-4 1 14 0,5-1 15 16,-7 3 6-16,3-2 11 0,-3 3 11 0,0-3 21 15,-2 6 4-15,-1-2-3 0,-3 2-7 0,3 0-14 16,0 3-16-16,-4 1-6 0,5-7-8 0,-5 7-19 0,0 0-14 0,0 0-1 16,0 0-4-16,2 14-1 0,-3-5-3 0,-4 1-3 15,4 4 3-15,-6 0-1 0,2 2 3 0,1 1-8 16,-1 0 0-16,1 3-4 0,-2-3-1 0,2 1 6 16,-1-3-5-16,1-5-8 0,3 0-12 0,-3-5-1 15,4 3 2-15,-2-2 2 0,2-1 7 0,-2-2 16 16,2 1 26-16,0-4 28 15,0 5 13-15,0-5-17 0,0 0 9 0,11-7-16 16,-4 0-3-16,3 2-16 0,-1-3 9 0,3 1-12 16,-1-3-6-16,0 3 1 0,-1 0-8 15,3 1-2-15,-2-1-4 0,-2 2 0 0,2 1 2 16,-4 0-9-16,1 0-1 0,-2 2-12 0,3-1-7 0,1 2-18 16,1-2-19-16,-1 0-24 0,-3 6-24 0,4 0-30 15,1-3-33-15,1 2-42 0,5 0-54 0,-5 0-299 0,2-2-601 16,-3 0 265-16</inkml:trace>
  <inkml:trace contextRef="#ctx0" brushRef="#br0" timeOffset="65840.1">25836 4092 238 0,'1'-4'254'0,"-1"4"-24"16,0-3-23-16,0 3-24 0,0 0-20 0,0 0-16 15,0-6-15-15,0 6-19 0,0 0-21 0,0 0-6 16,0 0-7-16,0 0-8 0,0 0-8 0,0 0-4 16,12 6-6-16,-10-3-3 0,5 0-7 0,0-1-2 15,0 0-3-15,5-1-4 0,0 1-3 0,0-1-6 0,0 0-2 16,0-1-6-16,2 0-3 0,-4-1-6 0,2 0 0 16,0-1-1-16,-3 0-3 0,0-1 0 0,0 0 0 0,-4 0 4 15,0-3 2-15,-1 3 4 0,0 0 7 0,0-2 6 16,-2 3-7-16,-2-2-3 0,0 4-1 15,0-8-5-15,-6 5 1 0,6 3-1 0,-14-1-3 16,1 2 0-16,-1 0-4 0,-4 4 1 0,0-2-3 0,-2 4 0 0,-4 3-1 16,6 1-1-16,-1-3-4 0,3 6-1 0,0-2 1 15,0 0 5-15,2 3-1 0,1-1 1 0,3 1 3 16,5-4-1-16,0 4 2 0,2-3-4 0,6 0 1 16,2-2 10-16,4 0-5 0,6-1-2 0,12 2-1 15,1-2 0-15,3-4-11 0,2-2-6 0,1 1-7 16,1-7-7-1,1-1 5-15,2 0-3 0,-2-4-5 0,-1-1 4 0,-1-2 5 16,-2-1 2-16,-4-2 4 0,-1-3 4 0,0-3-5 16,-4-1 1-16,-1-2 4 0,-3-3 3 0,-4-2 15 15,2-2 4-15,-2-1 16 0,-1-1 15 16,0 2 26-16,0 2 26 0,-2 0 19 0,-2 1 19 16,-8 3 16-16,6 10 4 0,-3-2 3 0,-2 4 9 0,-2 5-14 15,3 2-16-15,-1-2-15 0,-2 2-17 0,1 1-19 0,-2 0-35 16,3 2-36-16,-3 2-36 0,0 0-4 0,0 0-1 15,0 0 10-15,-5 22 0 0,2-5 5 0,-3 1-5 16,-2 8 7-16,0 4 3 0,1-1-4 0,-1 1 6 16,3-1 3-16,0 3 1 0,-2-1 3 0,3-2-2 15,2-2 4-15,-2-2-5 0,3-7-4 0,-1-1 4 16,0 3-14-16,2-8 3 16,-2-5-10-16,2 0 10 0,-2 0-1 0,1-2 1 15,1-1 9-15,-2-1-3 0,2 2 6 16,0-5 18-16,-2 5 7 0,2-5-7 0,0 0 0 15,0 0-1-15,-18-7-6 0,9 1 0 0,-1-1-1 0,1 1-5 16,-1-2 5-16,0 0-2 0,-7-3-4 0,4 4 0 16,-1-5 0-16,4 5 4 0,-1-1-3 0,3 6 2 15,3-4 2-15,0 3-4 0,1 0-10 0,0-2-8 0,4 2-21 16,1-2-11-16,3 2-3 0,5-2 4 0,5 2 4 16,5 0 4-16,10-1 2 0,1 0-1 0,2-2 0 15,4 3 0-15,-3-2 3 0,7 1-2 0,-4-1 7 16,-2 1-2-16,3 0 2 0,-1-1 8 0,-7-2 2 15,-2 2-1-15,-6 2 5 0,-4-3 13 0,-5 3 19 16,-2-2 22-16,-1 2 19 0,-3 2 14 0,1-2 3 0,-2 3 7 0,-1 0-5 16,0-2-4-16,-4 2-9 0,7-3-3 0,-7 3-12 15,7 0-6-15,-7 0-13 0,0 0-3 0,0 0-17 16,0 0-23-16,5 3 11 0,-5-3 0 0,1 5-6 16,-2 1 3-16,1 2 1 0,0 2-1 0,-3 1 5 15,2 0 0-15,1 1 8 0,-3 0-34 0,3 3-12 16,0-3-18-1,0 0-11-15,-1 0-9 0,1 0-30 0,-1 0-14 0,1-6-25 16,-1 2-23-16,2 0-41 0,-1-4-23 0,-1 1-35 16,1-5-172-16,0 0-477 0,0 0 211 15</inkml:trace>
  <inkml:trace contextRef="#ctx0" brushRef="#br0" timeOffset="65993.48">26827 3899 105 0,'0'-7'381'15,"0"3"-9"-15,0-1-23 0,0 0-28 0,0 5-28 16,0-8-37-16,0 4-31 0,0 4-32 0,-1-3-42 16,1 3-51-16,1-4-47 0,-1 4-40 0,0 0-32 15,0 0-37-15,22 7-38 0,-9-7-60 0,-3 2-58 16,0 5-168-16,3-2-411 16,0-2 182-16</inkml:trace>
  <inkml:trace contextRef="#ctx0" brushRef="#br0" timeOffset="66356.98">27267 3962 167 0,'0'0'225'0,"-9"-7"-17"16,5 7-20-16,-3-2-14 0,7 2-16 0,-16 2-17 16,6-2-15-16,-3 5-13 0,1-1-15 15,-4 5-10-15,2-1-8 0,-1 6-11 0,1-2-1 16,1 1-9-16,0 2-6 0,0 1-5 0,3 0-5 15,0-2-5-15,2 1 17 0,4 0-1 0,1 1 0 0,5-4-2 16,1-1 0 0,3 2-3-16,3-1 2 0,2-4-9 0,1-2 2 15,6 2-3-15,0-4-2 0,2 0-3 0,1-2-2 0,-2-2 7 16,0-3 13-16,-2 0 0 0,1-2 0 0,-7-2 9 16,4 1-5-16,-2-5-2 0,1 2-1 0,-2-8-7 15,-2 1-2-15,-4 0-8 0,2-2-9 0,-3-1-10 16,-5 1-2-16,0-2-6 0,-1 2-3 0,-3 0-4 15,-4-1-5-15,-2 2-2 0,1 5-3 0,-5-1-13 0,0 1-3 16,-4 3-12-16,4 2-7 0,-6 2-24 0,3 1-30 16,-1 0-33-16,5 3-32 0,2 2-36 15,-1-1-60-15,2 4-140 0,3-3-429 0,3 2 189 16</inkml:trace>
  <inkml:trace contextRef="#ctx0" brushRef="#br0" timeOffset="66725.27">27510 3941 194 0,'0'0'359'0,"1"-3"-41"0,-1 3-30 0,0 0-31 15,0 0-33-15,0 0-23 0,0 0-27 0,0 0-14 16,0 0-18-16,4 6-16 0,-4 0 0 0,-2 1-20 15,2 3-14-15,-3 1-8 0,-1 1-7 0,0 3-9 16,-1 1-6-16,-1-2-8 0,-1 2-10 0,4-4-16 16,1-1-5-16,-2-1-14 0,3-3-10 0,0-2-2 15,-2 2 0-15,1-4 7 0,2 2 16 0,-2-3 32 0,2-2 3 16,0 0-2-16,0 0-10 0,17-4-2 0,-7 0 6 16,1-2 0-16,0-1-3 0,0 0-10 0,5-2 7 15,-1 1-8-15,-3 3-2 0,0 1-3 0,-1-3-1 16,-1 5-8-16,1-1 1 0,0 1 0 0,-2 2-3 15,1-3-1-15,0 3-4 0,0 3-10 0,3-2-15 16,-3 2-27-16,3-1-33 16,4 6-50-16,-1-4-60 0,2 1-85 0,-5 0-269 15,6-1-580-15,0-2 258 0</inkml:trace>
  <inkml:trace contextRef="#ctx0" brushRef="#br0" timeOffset="66870.52">28096 4182 39 0,'-1'2'456'0,"1"-2"-31"0,0 0-50 16,-4 4-38-16,4-4-38 0,0 0-37 15,0 0-79-15,0 0-129 0,0 0-194 0,0 0-242 16,0 0-413-16,0 0 182 0</inkml:trace>
  <inkml:trace contextRef="#ctx0" brushRef="#br0" timeOffset="70707.17">4059 6734 72 0,'-2'-9'254'16,"0"0"-9"-16,-1 2-11 0,1 1-13 0,1-1-4 15,1 2-11-15,-4 0-15 0,4 1-18 16,0 4-21-16,-1-6-17 0,0 2-15 0,1 4-26 0,0 0-29 16,0 0-6-16,0 0-8 0,-2 12-4 15,-2 0-4-15,-1 9-6 0,1 9-6 0,1 2 2 16,-6 16-4-16,2-2-4 0,3 2-3 16,3-2 1-16,-4 0-6 0,2-8 19 0,-3-3-2 15,5 11-4-15,1-13-3 0,-3 1-1 0,2-5-4 16,-1-1-13-16,2-9-17 0,1-2-25 15,-4-4-22-15,5-2-25 0,-1 1-29 0,-1-6-14 16,0-1-1-16,0-4-33 0,0-1-70 0,0 0-117 0,4-12-373 0,-2 0 164 0</inkml:trace>
  <inkml:trace contextRef="#ctx0" brushRef="#br0" timeOffset="71033.47">3999 6589 62 0,'-5'-8'282'0,"1"0"-15"0,3 2-29 0,0 2-27 16,-2 0-21-16,1 0-24 0,-1 0-18 16,3 4-17-16,0 0-19 0,0 0-13 0,0 0-8 15,0 0-11-15,10 12-8 0,0-4-6 0,-1 1-1 0,7 4-10 0,8 3-9 0,3 2 0 16,-3 0-8-16,4 2-4 0,-1-6-4 0,-2 2-1 16,1 2-3-16,-4-1-6 0,-3 2-9 15,-5-6-5-15,0 2-9 0,-5-3-1 16,0 2-9-16,-4-2 2 0,-1 1 5 0,-7-2 9 15,-3 4 6-15,-3-1 4 0,-5 2-1 16,-4 3 5-16,-9-1 0 0,1-3 2 0,-3-2 1 16,0-1-1-16,-3 2-1 0,0-3 1 0,4-1-1 15,0 3 1-15,9-6-5 0,-2 1-1 0,6 0-1 16,-3-3 0-16,8-2-3 0,0 5-21 16,2-3-47-16,-1 1-46 0,8 0-13 0,-2-2-23 0,3-4-58 0,8 2-171 0,-8-2-399 15,23-6 177-15</inkml:trace>
  <inkml:trace contextRef="#ctx0" brushRef="#br0" timeOffset="71418.97">4468 7096 118 0,'-4'4'214'0,"4"-4"-18"0,0 0-25 0,0 0-14 15,-2 6-11-15,2-6-4 0,0 0-17 16,0 0-10-16,0 0-10 0,7 1-4 0,-7-1-10 16,14-1-7-16,-2-2-2 0,7-1-16 0,-1-4-4 15,10 1-7-15,-1-6-7 0,1 4-2 16,-1-3-5-16,-8 1-7 0,5-3-3 0,-6 4-3 16,0-2 1-16,-4-2-5 0,-1 3 7 15,0-2-12-15,-7 2 9 0,-2 3 9 0,4 1 14 16,-7 0 3-16,3 2-3 0,-4-1-6 0,-4 0 0 15,0 3-9-15,4 3-1 0,-10-2 2 0,-2 3-7 16,-2 3-2-16,-1 1 1 0,-6 2-4 0,2 2-2 0,-3 4-4 0,-3 3-3 0,2 1-3 16,0 3 0-16,4 0-3 0,0 1-3 15,-2 4-1-15,7-4 2 0,0 1 3 0,5-4-2 16,4 2-4-16,-1-6-5 0,3 5-20 0,3-1-6 16,3-8-11-16,0 7-32 0,4-6-47 15,3-4-71-15,3-2-243 0,2-2-466 0,6 0 207 16</inkml:trace>
  <inkml:trace contextRef="#ctx0" brushRef="#br0">4915 6915 106 0,'4'-4'302'15,"-4"4"-30"-15,7-4-31 0,-7 4-25 0,6-3-27 16,-6 3-17-16,10 6-18 0,-5-2-16 0</inkml:trace>
  <inkml:trace contextRef="#ctx0" brushRef="#br0" timeOffset="72075.47">5398 6645 166 0,'-1'-2'351'0,"1"2"-1"0,-4-7-26 0,4 7-15 0,0-3-28 0,0 3-23 15,-4-2-26-15,4 2-29 0,0 0-26 0,0 0-30 16,0 0-37-16,0 0-55 0,0 0-23 15,0 0-27-15,0 0-39 0,0 0-46 0,17 9-56 16,-9-4-68-16,-2-1-221 0,-1 0-459 16,4 3 203-16</inkml:trace>
  <inkml:trace contextRef="#ctx0" brushRef="#br0" timeOffset="72523">5848 6890 11 0,'0'-2'335'16,"0"2"-18"-16,-1-6-21 0,1-1-15 0,-3 4-21 16,3 3-15-16,0 0-26 0,0-7-21 0,0 7-23 15,3-4-26-15,-3 4-11 0,0 0-15 16,0 0-16-16,-13 10-14 0,4-6-5 0,0 6-6 15,-1 0-6-15,1 2-16 0,-7 5-8 16,3-1-4-16,-2 6-4 0,2 0-7 0,1-6-3 16,-3 7-1-16,3 1-6 0,4-9 0 0,0 4-6 0,4-4-2 15,-1 0-1-15,2-3 0 0,2-1-2 16,1-1 3-16,0-1 0 0,1-3 2 0,3 0 2 16,2-3 10-16,4 1 1 0,3-4-7 0,5-2 1 15,1-3-5-15,7-5-4 0,-1-1-1 0,-2-4-1 0,-1 1 5 0,-4 2-6 16,1-7 2-16,-6 4-4 0,5-7 0 0,-8 3-2 15,0-3-4-15,0-2-3 0,-7 5 4 0,2-6 1 16,-4 1 2-16,1 5 0 0,-5-1 2 0,1 5-9 16,-2 4 5-16,-2-1-6 0,-1 2 0 0,1 0-19 15,-3 5 2-15,-1 0-9 0,-2 2-16 0,3 2-15 16,-5 2-16-16,1 2-27 16,2 0-32-16,-6 4-44 0,2 1-62 0,2 1-81 15,4-2-179-15,-2 1-535 0,3-2 236 0</inkml:trace>
  <inkml:trace contextRef="#ctx0" brushRef="#br0" timeOffset="73254.73">3874 7127 46 0,'-13'1'213'0,"5"-1"2"15,3 0-5-15,5 0-17 0,-11 0-15 0,11 0-18 16,-7 0-14-16,7 0-18 0,0 0-12 0,-6 0-16 16,6 0-9-16,0 0-9 0,0 0-9 15,0 0-3-15,0 0-4 0,23 6-5 0,-4-6-5 0,17-2-5 0,16-3-3 0,11-5 1 16,38-7-2-16,5 3 1 0,9-4-1 0,9-7-3 16,6 3-3-16,7 1-5 0,0 0 9 15,-2 3-6-15,-6-3-2 0,-6 8-3 0,-16-3-3 16,-14 8-2-16,-35 4 0 0,-5 0-3 0,-14-1-6 15,-3 2 0-15,-6 1 0 0,-10 1-5 0,-5 1-2 16,-3 0 0-16,-1-1 3 0,-5 1 2 0,2-1 12 0,-8 1 5 0,8-2-1 16,-8 2-3-16,0 0-11 0,0 0-23 0,0 0-21 15,0 0-39-15,0 0-54 0,0 0-78 0,-23 5-267 16,23-5-500-16,0 0 222 0</inkml:trace>
  <inkml:trace contextRef="#ctx0" brushRef="#br0" timeOffset="74108.1">7047 6760 59 0,'0'0'247'0,"0"0"-4"0,0 0-9 0,0 0-9 0,0 0-13 16,0 0-13-16,-9-4-16 0,9 4-12 0,0 0-13 15,0 0-15-15,0 0-16 0,0 0-15 16,0 0-10-16,0 0-17 0,0 0-24 0,-3 6-8 15,2-2-9-15,-3 7-2 0,-1-2-7 0,0 8-3 0,0 12 4 16,-4 4-9-16,-1 0 0 0,-3 14-4 0,0 2 0 0,2-1-4 16,-2 0 8-16,0-4-8 0,7-8-4 0,-2-4-1 15,3 2-1-15,-2-3 3 0,1-2-10 0,-2-5-9 16,7-6-8-16,-1 1-3 0,-1-6-9 0,0-1-2 16,2-4-9-16,1 0-8 0,-2-3 5 0,0 0 5 15,1-1-6-15,1-4-21 0,0 0-12 0,0 0-10 16,-5-12 3-16,2 1 8 15,2-1 4-15,-1-8-2 0,0 2-6 0,-2-8-11 16,1-4-6-16,-1 0-1 0,1-2-8 0,-2-14-8 16,0 0-20-16,0-2-22 0,1 0-92 0,-1-6-263 15,1 4 117-15,1 13 920 0,-3-9-524 0,5 15 44 16,-3-3 32-16,2 2 18 0,-5 3 19 0,2 3 21 16,0 8 12-16,1 2 3 0,2 5 1 0,-1 0 16 15,0 1-17-15,2 4-16 0,0 1-16 0,0 0-14 0,1 0-22 0,-2 1-26 16,2 4-11-16,0 0-7 0,0 0-4 0,0 0-1 15,14 7-8-15,-5 0-3 0,5 4-4 16,3 2-1-16,8 4-4 0,1 1-5 0,1 2-5 0,6 4-6 16,5 6-3-16,-7-6-5 0,-3 1 0 0,0 1 2 15,-1-2-2-15,-5 1-5 0,-3 2 1 0,-2-4-4 16,-3-1 4 0,-8-3-1-16,-2-2 7 0,-1 0 3 0,-6-1 10 15,-3 1 1-15,-5-4 5 0,-8 6 8 0,2-9-2 16,-8 6-1-16,-1-3 3 0,0 1-2 0,-4-4 2 15,3-1 1-15,-2 0 2 0,2-2-4 0,8-3-8 16,-3 1 1-16,4-1 1 0,6-2-5 0,1 1 2 16,1-1-5-16,5-1-5 0,-1-1-36 0,6 0-48 15,-9 1-49-15,9-1-45 0,0 0-52 0,0 0-223 0,0 0-484 0,0 0 214 16</inkml:trace>
  <inkml:trace contextRef="#ctx0" brushRef="#br0" timeOffset="74541.03">7231 7239 46 0,'-4'1'231'0,"4"-1"-18"0,-3 4-19 0,3-4-15 16,0 0-18-16,0 0-18 0,0 0-12 0,0 0-11 16,22-8-16-16,-10 3-8 0,4-5-11 0,0 3-6 15,1-4-6-15,1 0-11 0,8-2-8 0,-11 2-5 16,3 0-4-16,-1 0-4 0,-3-1 2 0,-2-2 5 16,0 1 4-16,-3 1 5 0,1-1 7 0,-3 2 11 15,-4 4 8-15,3-3 5 0,-3 6 7 0,0-3 2 0,-2 3-14 16,2 0-11-16,-3 4-7 0,-5-3-7 0,0-1-6 15,-3 4-9-15,-2 0-1 0,-3 5-5 0,-4 0-7 16,-2 4-1-16,0 1-9 0,1 3 2 0,-6 3-1 16,0 1-7-16,4-3-1 0,-1 6 1 0,3-1-4 15,6-3 1-15,3 1-1 0,-1-2-6 0,5 2-2 16,2-2-2-16,3-1-5 16,4-1-4-16,1-3-3 0,5-1-16 0,6 0-27 15,3-4-46-15,2-1-64 0,13-5-85 0,-2-2-223 16,1-1-512-16,5-5 227 0</inkml:trace>
  <inkml:trace contextRef="#ctx0" brushRef="#br0" timeOffset="75072.98">7682 6988 233 0,'2'-2'287'0,"2"0"-28"0,0 0-28 0,-4 2-22 16,15-3-21 0,-6 3-21-16,4 3-17 0,-3-1-16 0,3 1-16 15,5 4-9-15,1 1-9 0,-2 3-15 0,-2 0-7 0,6 7-2 16,-6-3-7-16,-4 0-4 0,1 2-5 0,-3 2-6 16,-4 0-3-16,3 3-4 0,-6-3 1 15,0 0-6-15,-4-2 1 0,0 0-4 0,-1 0 1 16,-1-5 3-16,-1-1 1 0,1-2 0 0,0-2 4 0,2-2 8 15,-3 0 16-15,5-1 26 0,-3 0 19 0,3-4 2 0,0 0-14 16,0 0-13-16,-6-10-4 0,7 3-15 0,3-4-8 16,5-6-8-16,0 2-12 0,6-10 2 0,3 0-7 15,2-1-10-15,1-1 6 0,-1 1-7 0,2 2-6 16,-1 3 2-16,-2-1 3 0,-6 10-8 0,-2 0 0 16,-1 2 8-16,-3 4-10 0,1-1 3 0,-4 3-10 15,3 0 1-15,-3 4-6 0,0-5-8 0,-2 5-4 0,-2 0-2 0,0 0 13 16,0 0-10-16,11 8-14 0,-9 0 15 0,0 1-3 15,0 2 11-15,-2 2 6 0,0 2-5 0,1 3 9 16,0-1-8-16,-2 0 10 0,2 3-20 0,-1-3 28 16,-1 0-9-16,1-1-7 0,0-3 4 0,0-2 0 15,1 2-4-15,-1-5 3 0,0-1 6 0,0-3 9 16,0 2-34 0,0-1-8-16,1-1-6 0,1-1-12 0,-1-1 13 0,-1-2-3 15,0 0-25-15,0 0-51 0,0 0-41 16,0 0-31-16,-10-17-32 0,5 10-26 0,0-7-37 0,0-1-53 15,-5-10-192-15,4 0-555 0,0-7 245 16</inkml:trace>
  <inkml:trace contextRef="#ctx0" brushRef="#br0" timeOffset="75195.16">8074 6817 110 0,'1'-17'309'0,"-2"5"-8"0,2 1 2 0,1 0-2 16,-2 4 4-16,0 0-13 0,1 0-16 0,-1 1-24 0,1 1-21 16,1 2-23-16,-2 0-27 0,0 3-33 15,0-6-14-15,0 6-19 0,2-4-34 0,-2 4-31 16,8-1-38-16,-8 1-39 0,12 5-33 0,-1 1-43 15,-1 0-51-15,-2 0-59 0,3 4-69 0,-2-4-180 16,-1 4-500-16,2-2 221 16</inkml:trace>
  <inkml:trace contextRef="#ctx0" brushRef="#br0" timeOffset="75585.7">8530 6921 192 0,'0'0'306'16,"0"0"-18"-16,0 0-25 0,-11-9-21 0,2 9-17 0,9 0-15 16,-16 3-18-16,4 1-9 0,3-1-23 15,-3 3-18-15,1 0-11 0,-2 5-12 0,-1 0-17 16,0 3-9-16,-4 4-10 0,0 2-7 0,5-4-9 16,3 0-4-16,0 1-10 0,-4 5-3 0,9-5 8 15,0-1 0-15,2-3-7 0,2-1 1 0,1 0 0 0,2 0 1 0,5-2-2 16,-2-2-3-16,5-2-1 0,2-1-4 0,2-5 6 15,4 0-12-15,3 0 1 0,1-5-6 0,5-1-2 16,-8 0-2-16,0-2-4 0,0-2-6 16,-2 1-1-16,-4-3 2 0,1-2 0 0,-5 1-6 0,1-3-6 15,-3-1 0-15,-1 0-1 0,-3-1-8 16,-3 2-3-16,0-1 2 0,-1 2 9 16,-4-1-13-16,0 4 3 0,0 2-1 0,-1 1-1 15,-1 3-5-15,1 0 0 0,-4 2-6 16,-1 0-6-16,1 1-4 0,-1 3-19 0,2 0-21 0,1 1-24 15,-3 4-24-15,4 0-23 0,2-1-23 16,1 4-5-16,3 1-29 0,2 1-28 0,6-1-241 16,-1 1-501-16,8 0 221 0</inkml:trace>
  <inkml:trace contextRef="#ctx0" brushRef="#br0" timeOffset="76125.84">9064 7016 159 0,'4'-3'300'0,"0"-4"-16"0,0 3-10 0,-3-2-24 0,-5 2-20 16,3-2-25-16,-2-1-19 16,-3 5-13-16,-3-5-21 0,-1 7-12 0,-2-3-16 15,0 3-12-15,-5 3-15 0,-1-1-9 0,-1 5-6 16,0-2-10-16,-2 0-11 0,1 5-5 0,1-1-7 0,-2 1-1 0,6 0-8 0,-2 2-4 16,5 1-2-16,0 2-8 0,3-5-11 0,3-2-11 15,2 4 0-15,-1-2 0 0,5-1-3 0,4 2 1 16,-1-3 2-16,5-2-2 0,1 1-1 15,1-4 2-15,4-1 1 0,4-2-1 0,-1-2-3 16,5-1-2-16,-2-1 4 0,-2-4-1 16,1-1-2-16,-1-4 4 0,4-3 3 0,-8 3 13 15,1-3 8-15,-2-1 17 0,2-4 9 0,-2-3-1 16,-2 0 6-16,5-2 11 0,-7-3 0 0,0-1 10 16,-3-1 13-16,1 1 11 0,-2 0 5 0,1 1 25 15,-2 2 25-15,-3 7 17 0,3 3 21 0,-4-2 11 0,0 7-3 0,3 3-14 16,-3 4-15-16,1-3-18 0,-1 1-13 0,2 2-21 15,-3 1-23-15,4 1-20 0,-3 3-38 0,0-5-34 16,0 5-41-16,0 0-7 0,0 0 9 0,0 0-2 16,-3 22 0-16,3-7 9 0,-5 10-1 0,1 0 3 15,-1 9 5-15,-1 11 7 0,3-11-3 16,1-1 3-16,-2-1 2 0,0 1 2 16,3-2 2-16,2-3 1 0,-1-3 6 0,1-7-4 15,2-2 11-15,-2 1 4 0,2-5 0 0,-1-2 3 16,1 0 5-16,-1-3 4 0,1-2 3 0,-2 0 9 15,2-1 6-15,-2 0 11 0,0-3 6 0,3 2 5 16,-4-3 1-16,9 0-3 0,-3 0-3 0,-6 0-12 16,18-4-15-16,-6-1 8 0,4-1-5 15,5-3-14-15,3-1-35 0,3-2-55 0,2-3-60 0,8-3-88 0,11-2-108 0,0-2-131 16,0 0-457-16,0-2-987 0,-1-1 437 0</inkml:trace>
  <inkml:trace contextRef="#ctx0" brushRef="#br0" timeOffset="76780.85">10347 7022 189 0,'-9'1'190'16,"-3"1"-15"-16,1 1-14 0,-4 7-10 0,0-1-16 15,-2 1-14-15,3 4-3 0,-6 3-1 0,2 1-7 16,5-1-1-16,-5 5-7 0,8-4-4 0,1-2-2 16,1 0 3-16,-1-1-1 0,6 3-8 15,1-5-5-15,2 2-2 0,4-6-6 0,0 0-2 0,7-1-2 0,5 0-8 0,4-2-2 16,7-3-7-16,2-3-6 0,3-4-4 0,2 0 2 16,-3-4-11-16,0-1-3 0,-3-2-3 15,-1-2 11-15,-4-2 10 0,-1-1 4 0,-3-1 5 16,-6 0-1-16,-1 0 3 0,0-6-3 15,-5 5-1-15,-3-2-8 0,-1 1 0 0,-4-10 0 16,-3 10 7-16,-1 0-8 0,1 1-2 0,-4 2-4 16,1 3 7-16,-2 2-21 0,-1 2-3 15,-3-2-1-15,0 4-6 0,-2 3-6 0,-3 1 0 0,1 1-4 0,-2-1-12 0,4 1-3 16,2 4-37-16,0 2-29 0,-1-1-33 0,5 2-45 16,-2 2-33-16,3 0-44 0,4 0-46 0,0-1-217 15,6 1-528-15,0-3 235 0</inkml:trace>
  <inkml:trace contextRef="#ctx0" brushRef="#br0" timeOffset="77137.58">10732 6752 88 0,'4'-5'384'0,"-3"-2"-24"0,0 5-32 0,3-1-34 0,-3 2-42 0,-1 1-21 0,0 0-34 16,0 0-22-16,0 0-24 0,3 9-10 15,-3 2-20-15,-3 12-14 0,1 7-4 0,-1 5-7 16,-3 12-9-16,-3 3-7 0,3-1-9 0,1 0-7 16,1 0-11-16,2-15 4 0,4 0-4 15,-1-1-13-15,3-3 15 0,2-6-10 16,2 2-6-16,-1-7-1 0,0-5-3 0,-3-3-1 16,2 0 2-16,-3-5-1 0,-1 1-1 15,1-2 18-15,-2-2 23 0,4 0 16 0,-5-3-4 0,0 0-8 16,0 0-6-16,0 0-22 0,-5-14-17 0,-1 3-15 0,-1 1-10 0,-4-5-11 0,-4 1-3 15,-5-8 1-15,0 1 3 0,1 2-5 16,5 3-7-16,0 2 18 0,2-1 19 0,3 3 3 16,3 2 5-16,2 1-5 0,0-3-10 0,8 3-16 15,6-1-13-15,11-5-9 0,8 1-33 16,21 1-40-16,7-2-64 0,7 1-79 0,32-4-110 16,-8-1-259-16,2 1-656 0,-25 3 291 0</inkml:trace>
  <inkml:trace contextRef="#ctx0" brushRef="#br0" timeOffset="79436.77">12751 6839 139 0,'0'0'221'16,"0"0"-10"-16,-3-5-13 0,3 5-15 0,0 0-10 16,0 0-17-1,0 0-15-15,-3-2-18 0,3 2-12 0,0 0-5 16,0 0-13-16,0 0-8 0,0 0-8 0,-2-3-11 0,2 3-4 16,0 0-8-16,0 0-7 0,0 0-1 0,0 0-7 15,0 0-1-15,0 0-4 0,0 0-5 0,0 0 2 16,0 0-3-16,0 0-3 0,0 0-2 15,0 0 0-15,13-2-3 0,-3-3-2 0,-1 3 0 0,3-3-3 16,-1-3 2-16,-2 1-1 0,4 3-3 0,-3-4-2 0,0 1 2 16,1-3 12-16,-4 3 3 0,1-3 10 0,-2 3 7 15,0-2 7-15,-3 2 5 0,0 0-1 0,2 3 0 16,-4-1 7-16,0 0-6 0,-1 0-11 0,0 5-5 0,-3-6-7 16,-2 3-7-16,-3 2-8 0,-1 2-1 15,-4 2 0-15,-6 0-3 0,1 3-4 0,-10 2-5 16,0 7 2-16,-4 1-2 0,-1 2-2 0,1 3 2 0,-9 10 0 0,0 1-3 15,4 2 9-15,10-10-7 0,4 5-4 0,0 0-3 16,5 1 5-16,4-1-10 0,2 0-15 0,5 1 4 16,8-2-1-16,3-3-1 0,6 0 2 0,7-2 0 15,7-4 1-15,4-2 2 0,9-4 0 0,17-6 2 16,6-1 4-16,0-4-4 0,4-6 0 0,0-2-9 16,-1-4-7-16,-2 0-14 15,-1-5-3-15,-6 0 0 0,-3-2-6 0,-16 3 5 16,1 1 1-16,-5-4 1 0,-3 0 5 0,-6 1 4 15,-7 4 8-15,-1 0 8 0,-5 1 18 0,-4 2 13 16,0-1 8-16,-2 4-1 0,-3-1-4 0,-1 1 6 16,-4 2-5-16,-3 2 0 0,-1 2-3 0,-5 1 2 15,-4 3-6-15,-1 0 1 0,-8 7-4 0,3 2 2 16,-3 0-3-16,0 3-1 0,3 1 0 0,2-1 2 0,7-3-3 0,3 1 2 16,2 1-1-16,0-2-10 0,6-1 3 15,1-1-1-15,5 0 2 0,2-3 0 0,6 2 3 0,4-5-1 16,5 2-2-16,10-4-6 0,1-6 1 0,-1 1 2 15,4-4-7-15,-6 0-2 0,-1-3-1 0,-1-4 2 16,-6 5 3-16,-2-4 0 0,-3 2-1 0,-1-4 5 16,-2-1-2-1,-3-2 4-15,1 0 0 0,-5 1-2 0,-3 2-3 0,-1-3 2 16,-1 4-1-16,-3 1 0 0,0 1 7 0,-1-1-10 16,-1 2 5-16,-1 2-4 0,-3 0 0 15,0 3-9-15,1-2-13 0,-3 5-21 0,1 0-22 16,0 2-37-16,3-1-36 0,0 1-53 0,-1-1-139 0,2 2-367 15,7-1 163-15</inkml:trace>
  <inkml:trace contextRef="#ctx0" brushRef="#br0" timeOffset="79784.06">13773 6867 18 0,'0'0'290'0,"0"-6"-29"0,0 6-20 0,-5-2-25 16,5 2-22-16,-11 0-20 0,2 0-18 0,0 2-17 16,-4 4-10-16,-2 2-16 0,-5 4-10 0,3 0-14 15,-4 3-8-15,3-2-8 0,4 0-5 0,-2 1-7 16,4-1-7-16,4 2-6 0,-4-1-2 0,6-2-5 16,1-2-12-1,1 4-4-15,2-6-2 0,2 4-3 0,4 0 0 0,0-2-1 16,2 2-4-16,3 2 1 0,6 1 1 0,-1-3-3 15,4-2 1-15,-1 2-8 0,1 0 2 0,0 0 0 16,-3-1-3-16,2 0-1 0,-5 1 3 16,-1-2-5-16,-3-3-2 0,-1 5 4 0,-1-3-3 15,-2 2-2-15,-2-2-1 0,-2-1-3 0,-3 2 5 0,-2-1 4 16,-2-1-4-16,-4 0-3 0,-4 1 1 0,3-3-13 0,-3 2-10 16,-2-3-19-16,2-1-29 0,-6 2-33 0,10-3-48 15,-1-1-68-15,-3-4-151 0,5-1-403 0,3-3 178 16</inkml:trace>
  <inkml:trace contextRef="#ctx0" brushRef="#br0" timeOffset="80203.25">13928 6938 86 0,'5'-2'254'0,"3"-2"-23"0,-2 1-25 0,4 1-19 15,1 2-21-15,-1 0-15 0,2 2-13 0,1 2-11 16,5 2-11-16,-4 4-2 0,0-1-15 0,4 3-6 0,-5 2-4 0,-3 1-10 16,-2 1-8-16,1 2-6 0,-7 0-8 0,-2 1-5 15,0 0-1-15,-6 5-2 0,-3 0-5 0,0 0-2 16,-5-4-8-16,1-2-4 0,-1-6 2 0,0 4-2 16,1-4 2-16,-1-2 0 0,3-2-1 0,3-2 2 15,-1 1 9-15,4-4 10 0,1 1 25 0,0-2 8 16,4-2-1-16,0 0-17 0,0 0-9 0,6-14-8 0,1 5-4 0,7-7-6 15,0 4-3-15,9-10-6 0,0 0-2 16,0 1-3-16,-1-1-1 0,1 1-9 0,-1 1-1 16,1 2-1-16,-9 6-4 0,-1-1 1 0,-3 8-4 0,-4 0 7 15,-1 0 3-15,0 2 2 0,1-2 4 0,0 5-3 16,-4-6-11-16,-2 6-1 0,6 0-13 16,-6 0-2-16,2 7 2 15,-2-2 1-15,1 7 1 0,1-3 2 0,-2 2 1 16,0 7-3-16,4-1 2 0,2-1-11 0,0 0-18 15,4 2-32-15,8 2-26 0,3-4-37 0,8-2-51 16,7-2-68-16,0-7-255 0,2-1-538 0,3-1 238 16</inkml:trace>
  <inkml:trace contextRef="#ctx0" brushRef="#br0" timeOffset="81002.19">14987 7032 173 0,'0'0'172'0,"0"0"-16"0,0 0-5 16,0 0-8-16,0 0-4 0,-4 1-15 16,4-1-8-16,0 0-6 15,0 0 0-15,0 0 0 0,0 0 0 0,0 0-4 16,0 0-1-16,0 0-7 0,0 0-10 0,0 0-3 16,0 0-7-16,0 0-5 0,0 0-6 0,17-1-8 15,-4-4-7-15,0 2-2 0,4-1-8 0,3 0-3 16,8-1-5-16,2-1-1 0,5 1-3 0,-2-1-4 15,4-1-2-15,3 2-3 0,12-5-5 0,-15 3 1 16,0 3-3-16,-5-3-15 0,-4 2-13 0,-7 1-20 0,-3-1-23 0,-4 3-15 16,-3-4-43-16,-2 2-47 0,-1 0-224 0,-7 0-419 15,-1 4 186-15</inkml:trace>
  <inkml:trace contextRef="#ctx0" brushRef="#br0" timeOffset="81171.7">15226 6849 191 0,'0'0'321'0,"0"0"-11"0,-7-3-18 0,7 3-27 16,0 0-26-16,0 0-28 0,0 0-27 0,0 0-26 0,0 0-13 16,-11 15-12-16,9-3-19 0,-2 5-10 0,-4 9-9 15,2 2-8-15,-2 2-7 0,3 2-2 0,-3 2-28 0,3 0-33 16,5 2-47-16,-1-2-60 0,-3-3-86 0,0-3-287 15,4-2-503-15,0-11 223 0</inkml:trace>
  <inkml:trace contextRef="#ctx0" brushRef="#br0" timeOffset="82705.34">16100 6611 281 0,'-1'-7'268'0,"0"2"-7"0,-1 1-10 0,1-2-14 16,1 2-18-16,0 4-27 0,0-5-21 0,0 5-21 16,0 0-18-16,-1-6-31 0,1 6-16 0,0 0-10 15,-4 13-6-15,0-2-8 0,2 6-4 0,-5 1-6 0,2 7-6 0,-1 4-3 16,1 1-24-16,2 1-19 0,-1-1-22 0,3 0-23 15,2 1-31-15,2-3-33 0,-2 0-43 0,3-3-240 16,-3-9-426-16,-1-3 189 0</inkml:trace>
  <inkml:trace contextRef="#ctx0" brushRef="#br0" timeOffset="82974.72">15878 7074 199 0,'-3'3'265'0,"3"-3"-19"16,-2 2-25-16,2-2-25 0,0 0-17 0,0 0-21 16,0 0-12-16,23-5-16 0,-5 2-14 0,8-3-13 15,9 0-7-15,2 3-13 0,14-5-8 0,3 0-5 16,-3 1-8-16,-15-1-7 0,3 4-6 0,-3-1-18 15,-1 2-13-15,-6 0-13 0,-7 2-11 0,-2-2-22 16,-6 3-23-16,-2-1-20 0,-1 0-23 0,-6 1-17 0,-1-1-27 0,-4 1-196 16,0 0-363-16,0 0 161 0</inkml:trace>
  <inkml:trace contextRef="#ctx0" brushRef="#br0" timeOffset="83322.48">16077 7190 206 0,'0'0'264'0,"0"5"-31"0,0-5-19 0,3 5-26 0,-3-5-20 0,5 3-18 16,-1 0-17-16,1 2-11 0,3 4-13 15,0-1-9-15,1 2-12 0,0 2-9 0,0 3-10 0,-1 2-7 16,-3 0-1-16,-1 2-9 0,-5 6-5 0,-1 2-2 16,-4-1-4-16,-2-2-6 0,-3 2 2 0,-1-4-1 15,-2 0 0-15,3-5 2 0,-1-3-5 0,2 1 1 16,1-7-1 0,1 1-1-16,2-2-2 0,-2 3-4 0,6-6 11 0,-2-1-2 15,4-1 3-15,0-2-4 0,10 3-1 0,8-10-15 16,14-1-24-16,4-1-36 0,16-6-56 15,4-1-72-15,2-1-277 0,2-4-484 0,-1-1 214 16</inkml:trace>
  <inkml:trace contextRef="#ctx0" brushRef="#br0" timeOffset="84407.64">17093 6676 35 0,'0'0'243'0,"-4"-5"-13"0,4 5-11 0,-2-1-12 16,2 1-18-16,0 0-14 0,-3-5-15 16,3 5-15-16,0 0-14 0,0 0-13 0,0 0-16 15,-3-2-8-15,3 2-9 0,0 0-8 0,0 0-7 0,0 0-8 0,0 0-10 16,0 0-3-16,0 0-6 0,0 0-1 0,0 0-5 16,0 0 4-16,0 0-6 0,0 0-1 0,0 0-6 15,0 0-5-15,0 0-1 0,0 0 0 0,8-5-2 16,-4 4-3-16,-4 1 0 0,10-3-1 0,-1-1-3 15,0 3 0-15,0-4-2 0,1-1 2 0,-1 4-2 16,0-5-1-16,-2 2-1 16,1 0-1-16,-1 0 6 0,-3 0 13 0,0-1 5 15,0 3 9-15,-2-2-4 0,-2 2-6 0,0-1-4 16,0 4-9-16,-6-7-4 0,-1 7-6 0,-4 0 4 16,-2-1-7-16,-4 3 4 0,-2 1-3 0,0 4-5 15,-9 1 1-15,-3 3 1 0,4 2-5 0,-2 1 3 16,1 2-3-16,0 2 5 0,1 2-6 0,0 1 4 15,2 0-3-15,4 1 1 0,3 3 0 0,2-1 2 0,5 5-1 16,2-3-6-16,5 1-1 0,6-2 3 0,0-4 1 0,11 2-3 16,4-1 0-16,7-4 4 0,6-1 5 0,6-5-4 15,17 1 1-15,5-4 1 0,0-4-2 16,1-5 0-16,0 0 3 0,-2-4-5 0,-2-2-3 16,-5-1-5-16,-12-1 2 0,-2-1-4 0,-5-1 1 15,-2 1-1-15,-5-6 4 0,-6 8 1 0,0-7 4 0,-5 1 7 0,-3 4 6 16,-1 1 12-16,-5-3 6 0,-1 3 1 0,-1-3 0 15,-3 3-3-15,-3-2-2 0,-1 2 1 0,-4 1-6 16,-4 3-7-16,3 3 6 0,-10-3-6 0,2 4-2 16,-3 4-6-16,0-2 0 0,2 4 2 0,-1 3 8 0,-2-3-11 15,7 4-1-15,-3-2 0 0,9 0-4 0,-1-1-6 16,4 1-2 0,-1 1 0-16,6 1 2 0,1-5-2 0,4 2 5 15,2-2-1-15,7 1 2 0,5 1-1 0,9-3 1 16,2 1-3-16,-2-4-3 0,1 2-3 0,0-7-5 15,-8 1 2-15,1-3-6 0,-2 0 1 0,-1-1 5 0,-1 0 0 0,-3-2 2 0,-5-1-7 16,-2 3-1-16,1-3-2 0,-3 0 3 16,0-1-2-16,-5-3-3 0,0 1 2 15,-1 4 1-15,-3-2-1 0,-1 1 1 0,1 0 1 0,-3 3 1 16,-1 0-2-16,-2-1-6 0,1 3-10 0,0 1-7 16,-4-1-18-16,4 2-16 0,0 1-21 0,0 0-31 15,3 0-24-15,-1 2-57 0,7 0-111 0,-9-3-352 16,9 3 156-16</inkml:trace>
  <inkml:trace contextRef="#ctx0" brushRef="#br0" timeOffset="84762.55">17963 6699 199 0,'0'0'319'0,"0"0"-23"0,0 0-21 16,1-4-27-16,-1 4-26 0,0 0-18 0,0 0-22 16,0 0-20-16,0 0-21 0,0 0-12 15,0 0-16-15,-11 8-10 0,6-3-13 0,-3 2-11 16,0 0-6-16,-2 1-12 0,4 1-5 0,-2 1-6 16,2 0-7-16,1 2-3 0,-1 3-10 0,2 2 0 0,1 0-7 15,3-3-3-15,1 5 0 0,3-1 0 0,5-1-3 0,-1-1 0 16,2 2-1-16,3-1-2 0,-2-2-4 0,2 1-2 15,1-2 1-15,-4 1-3 0,3-4 0 0,-8-1 0 16,3-2-6-16,-4 1-10 0,0-1-9 0,-2-1 2 16,-2-2-2-16,-1 2 2 0,-4 0 2 0,-4 0 10 15,1 1-9-15,-9 0-7 0,2-2-12 0,-3 1-22 16,0-2-35-16,0-2-48 16,5-1-62-16,-6-2-248 0,7-2-484 0,2-1 214 15</inkml:trace>
  <inkml:trace contextRef="#ctx0" brushRef="#br0" timeOffset="85400.35">18333 6655 230 0,'0'-2'290'0,"0"2"-22"0,0 0-27 16,2-4-31-16,-2 4-19 0,8-3-17 15,1 3-22-15,2-1-14 0,0 2-16 0,5 1-14 16,2 0-14-16,1 2-6 0,0 3-7 0,1 2-10 0,0-1-9 16,4 5-12-16,-10-2-2 0,0 2-3 15,-4 0-2-15,1 4-4 0,-4-3-8 0,-4 4-3 16,-3-4 1-16,-3 12-2 0,-5-7-4 0,-2 4-1 0,-5 1 0 0,-1-4-4 0,-2 1 1 15,4-6-4-15,0-1 4 0,-2-2-9 16,6 1 0-16,-3-7 1 0,7 4-4 16,-2-4-1-16,3-1-2 0,-3-1 2 0,7 2-3 15,-3-1 0-15,3-2-2 0,5 1 3 0,1-3-10 0,4 3-8 16,1-3-31-16,12-1-42 0,-3 0-51 0,10-5-53 16,1 1-240-16,-1-4-466 0,-2 0 206 15</inkml:trace>
  <inkml:trace contextRef="#ctx0" brushRef="#br0" timeOffset="85813.59">18754 6708 200 0,'0'0'241'0,"8"-2"-26"0,-2 2-22 15,6 2-21-15,-1-2-17 0,0 2-17 0,6 3-11 16,2 2-14-16,-2 2-12 0,1-1-5 15,-1 5-9-15,-1-1-10 0,-2 1-4 0,-1 3-4 0,-1 6-5 0,-6-5 1 16,-5 0-8-16,1 1-3 0,-4 0 1 16,-4 0-3-16,-3 0-4 0,-6 5-2 15,-3-5-5-15,-1 2 0 0,2-8-3 0,-1-2 5 16,0-1-4-16,0 1 7 0,3-5-2 0,1 4 3 0,1-6 8 0,7-1 14 0,-1 1 16 16,1 0 22-16,3-3-5 0,3 0-7 15,-6-6-4-15,8 1-18 16,4-4-9-16,1-1-5 0,6-3-8 0,4-1-5 0,8-3-2 0,-1-3-4 0,2-1 0 15,5-2-18-15,-2 1 4 0,-1 0 1 0,-1 2-10 16,-4 3 0-16,-4 5-1 0,-6 3 0 16,-3 4 4-16,0-2-3 0,-3 4 3 15,-2-1-6-15,0 1-3 0,-1-2-7 16,-3 3-18-16,-1 2 0 0,0 0-3 0,0 0 3 0,8 10 1 0,-11-3 3 16,3 2 2-16,0 8-1 0,0-1 3 15,3 2 6-15,-2-1-12 0,8 8-24 0,4-3-22 16,5-2-28-16,2 1-31 0,7-3-50 15,7-3-76-15,-2-4-301 0,8-3-589 0,-3-5 261 0</inkml:trace>
  <inkml:trace contextRef="#ctx0" brushRef="#br0" timeOffset="86126.82">20124 6841 177 0,'-4'-2'210'0,"4"2"-16"0,-8-1-9 0,8 1-4 16,0 0 0-16,0 0 2 0,-8-1-2 15,8 1-15-15,0 0-14 0,0 0-9 0,0 0-13 16,0 0-14-16,0 0 3 0,0 0-15 15,0 0-11-15,21-1-7 0,-3 2-11 0,9-2-2 0,-5 1-13 0,10-2-6 16,2 2-4-16,4 0-4 0,2-2-3 16,-3-1-8-16,3 2-3 0,-2-2-12 0,-2 2-23 15,-3-2-27-15,-1 2-25 0,-13-2-20 16,-2 1-37-16,-6-1-43 0,2-1-76 0,-9 0-174 0,0 0-439 0,-4 0 194 16</inkml:trace>
  <inkml:trace contextRef="#ctx0" brushRef="#br0" timeOffset="86314.3">20336 6687 281 0,'-2'-3'363'16,"2"3"-19"-16,-4-2-27 0,4 2-35 16,0 0-31-16,0 0-34 0,0 0-23 0,0 0-21 0,-8 7-19 15,4 3-14-15,1 1-15 0,-1 7-13 16,-3 10-10-16,3 0-7 0,-1 3-27 0,5 0-42 15,1 6-55-15,1-3-66 0,2-2-104 0,2-3-289 0,2-11-526 0,-2-5 232 0</inkml:trace>
  <inkml:trace contextRef="#ctx0" brushRef="#br0" timeOffset="87715.03">21210 6459 214 0,'4'-11'242'16,"1"-2"1"-16,0 3 6 0,-2-1 13 0,-1 0 4 15,2 2-12-15,0-1-11 0,-3 3-17 0,-1 1-21 16,4 1-18-16,-4 1-22 0,1 0-27 16,-1 4-8-16,4-5-7 0,-4 5-49 0,0-3-26 0,0 3-15 0,0 0-1 15,-1 16-4-15,-2-5-4 0,1 7 1 16,-2 7-7-16,-4 3 5 0,7 0-4 0,-3 0-4 15,4 0 2-15,-4-1-27 0,3 1-19 16,-1 0-22-16,2-2-23 0,0 0-27 0,-2 1-35 0,4-6-47 0,0-4-39 16,-2 0-228-16,0-5-487 0,4-2 216 15</inkml:trace>
  <inkml:trace contextRef="#ctx0" brushRef="#br0" timeOffset="87999.1">20976 6874 120 0,'-5'-1'250'0,"5"1"-10"16,-9 2-7-16,9-2-8 0,-7-1-19 15,7 1-22-15,0 0-16 0,0 0-24 0,16-4-18 16,2-1-13-16,9-2-12 0,11-2-11 15,17-1-12-15,7 3-4 0,5-3-13 0,28-2-11 0,-6 2-10 0,-25 3-7 0,0-2-6 16,-1 2-11-16,-6 0-9 0,-2-2-9 16,-22 4-7-16,1 1-9 0,-8 2-11 15,-6 0-21-15,-4-1-16 0,-5 1-30 0,-3-1-28 0,-3 2-53 0,-2 0-160 16,-3 1-363-16,0 0 161 0</inkml:trace>
  <inkml:trace contextRef="#ctx0" brushRef="#br0" timeOffset="88470.82">21433 6984 48 0,'-6'2'302'0,"5"0"-30"0,-3-1-36 0,4-1-25 16,-5 5-23-16,5-5-22 0,-3 2-18 0,3-2-15 15,0 0-10-15,8 7-15 0,0-4-8 0,-2 4-13 0,7 0-8 0,-4-2-8 16,0 4-9-16,4-3-3 0,-4 5-2 0,-3-3-15 16,1 3-14-16,-3-2-9 0,-1 3-9 15,-3 0 0-15,-5 2-2 0,-4 1-7 16,-4-1 1-16,-6 6-1 0,0-2 1 0,1-7-4 0,-1 1 2 0,4-1-1 15,-2-5 4-15,3 5-3 0,3-7 3 16,4-2-3-16,-1 5 1 0,3-2-9 16,-1-2 4-16,3-2 1 0,2 2-2 0,1-3-1 0,6 3 4 0,1-1 0 15,3 0-2-15,3 1 3 0,5 1-2 0,2-1-2 16,-2-1 5-16,1 1-2 0,-5 2-1 16,0-1 3-16,-1-1-1 0,0 2-2 15,-3 0 9-15,-2 2-1 0,-2-3 8 0,1 1 3 0,-4 0 11 0,-1 2 6 16,-5 0 0-16,-1 1-2 0,-8 2-3 0,-4 2-6 15,-11-3-8-15,-1 2-22 0,0-2-39 16,-2 0-64-16,-2-5-95 0,0-3-192 16,1-1-429-16,3-5 191 0</inkml:trace>
  <inkml:trace contextRef="#ctx0" brushRef="#br0" timeOffset="89667.48">22572 6428 19 0,'0'0'209'0,"0"0"-11"0,0 0-13 0,0 0-6 15,0 0-15-15,0 0-10 0,0 0-11 0,0 0-13 16,0 0-11-16,0 0-15 0,0 0-8 0,0 0-12 0,0 0-6 16,-6 2-6-16,6-2-10 0,0 0-9 0,0 0-3 15,0 0-7-15,0 0-5 0,0 0 2 16,0 0-8-16,0 0-4 16,0 0-3-16,0 0-2 0,0 0-5 0,0 0 2 15,0 0 1-15,0 0-3 0,0 0 1 0,0 0-5 16,23-5 0-16,-17 0 2 0,5 1 5 0,-4 1 9 15,0 0 15-15,-1-3 3 0,3 1 3 0,-5 0 7 16,0-2 2-16,-1 2 2 0,0-1 7 0,0 0-3 16,-2 2-1-16,-1-3-6 0,-1 2-10 0,-2 0-10 15,-2 1-4-15,-2 1-7 0,-4 2-5 0,-3-2-6 0,-5 1-2 0,-2 7-2 16,1-1-2-16,-2 1 9 0,-10 3-13 0,0 1 1 16,0 3 0-16,2 1-6 0,-1 5-1 0,0-1-3 15,3 1 4-15,4 4 1 0,-3-1-6 0,8 3-1 16,-3 1 6-16,3-1-2 0,5 2-11 0,5 2-1 15,3-2-4 1,3 0 6-16,9 1 8 0,2 0-7 0,5-3 2 16,7 0 3-16,8-2 1 0,16 4-2 0,7-1 4 15,8-8-2-15,2-3 4 0,31 0 5 0,-30-11-5 16,-2-1-2-16,2-2-5 0,-3-3 6 0,-7 2-6 0,-13-3-5 16,-1 0-4-16,-5-4-4 0,-1 1 0 0,-1-5 3 15,-12 3 3-15,-1-1 2 0,-5-2 0 0,-2 1 2 16,-4 0 4-16,-2 1 12 0,-3 1 2 15,0-2 5-15,-5 2-2 0,-1 0-1 0,-3 2 2 16,-2-1-3-16,-3 2 1 0,-7-1-1 0,2 5-1 0,-3 0-5 0,-2 3 2 16,-6 1 1-16,1 3-3 0,5-1-5 0,1 2 1 15,0 1 3-15,3 0-1 0,1 2-1 0,6-4 0 16,0 0-10-16,3 3-5 0,3 1 1 0,1-3 4 16,4 0-2-16,5 2 3 0,4-1 7 0,5-2-3 0,4-1-1 15,12 0 2-15,2-3 0 0,-2-2 0 16,2-3 1-16,0 0 1 0,-2-1-2 0,-10 1 0 0,0-3 4 0,0 2 5 15,-3-4-7-15,0 0-1 0,-4-2 3 0,-3-2-2 16,-2 5 2-16,-5-3 0 0,3-2 1 0,-6 4-3 16,0-3-1-16,-2 1-3 0,-3 0 0 0,1 1 1 15,-11-1-3-15,9 3-4 0,-6 0-6 0,1 1-11 16,-5 2-7-16,2 0-14 0,-2 3-11 0,2 0-19 16,-3 0-16-16,-1 4-24 15,0-2-31-15,5 0-32 0,3 2-212 0,-3-2-425 16,13 0 188-16</inkml:trace>
  <inkml:trace contextRef="#ctx0" brushRef="#br0" timeOffset="90068.52">23581 6484 123 0,'3'-1'247'16,"-3"1"-26"-1,0 0-23-15,0 0-21 0,0 0-17 0,6-2-22 16,-6 2-18-16,0 0-9 0,0 0-6 0,-13 9-16 16,5-3-5-16,-2 1-12 0,-6 2-6 0,0 0-6 0,2 2-10 15,-1 1-4-15,-2 0-2 0,2 2-6 0,-2-1 0 16,3 2-7-16,1-2-2 0,0 3-6 15,4-3-1-15,4 0 2 0,1-3-4 0,-1 1 1 16,4 1 1-16,2-2-1 0,4 3-4 0,3-2-3 0,5 1 4 0,2-1-4 16,3-2-3-16,3 1 4 0,0-1-4 0,-1-2-3 15,0 1 6-15,0-3-2 0,-6 2-4 0,-2-2 0 16,-2 0-1-16,-1-1-10 0,-2-1-9 0,1 2-6 16,-8-3 5-16,3 4 6 0,-6 0 0 0,-3-2 1 15,-3 2-2-15,-8 0 2 0,-2 0-7 0,0-1-17 16,-1 0-17-16,-2-3-32 0,2 0-54 0,0-2-60 0,-3-3-138 0,4 1-358 15,3-3 159-15</inkml:trace>
  <inkml:trace contextRef="#ctx0" brushRef="#br0" timeOffset="90885.29">23942 6418 92 0,'-1'-4'245'0,"1"4"-27"0,2-4-24 16,2 2-24-16,1-1-11 0,3 3-21 0,2-1-9 0,2 2-18 16,1 2-11-16,7 0-7 0,-5 0-14 0,3 5-10 15,0 0-5-15,-1 2-5 0,-1-1-11 0,-3 2-3 0,1 0-5 16,-6-1 1-16,-3 0-9 0,-1 2-4 0,-1-2-1 15,-5 3-1-15,-4 2-15 0,-5 0 7 0,-2-1 1 16,-7 3-2-16,1-5-2 0,-5 3-2 0,2-3-2 16,-4 0-3-16,9-2 3 0,1-3 0 0,4-1 0 15,0 0-8-15,3-2 0 0,-1 1-5 0,5-2-6 16,0 2 2-16,2 0 1 0,3-1-3 0,1 2 7 0,4-1 0 0,5 2-1 16,2-1 2-16,6 2-2 0,1-1 0 0,7 4 5 15,-1 0-5-15,-7-3 0 0,1 0 3 0,2 0-5 16,-6 2 1-16,2-3 2 0,-2 2-3 0,-6-2 2 15,1 2-1-15,-5-2 7 0,-1-2 2 0,-1 1 8 16,-3 2-3-16,-4 1 4 0,-4-3-1 0,-3 3-3 16,-6-2-5-16,-3 0-4 15,-2-1-11-15,-4 2-20 0,-2-4-19 0,5-2-38 16,4 1-38-16,-4-3-225 0,4-3-378 16,1 1 168-16</inkml:trace>
  <inkml:trace contextRef="#ctx0" brushRef="#br0" timeOffset="91332.64">24450 6541 212 0,'8'-2'213'16,"4"2"-23"-1,-2 2-15-15,3-1-18 0,-3 2-17 0,0 3-15 16,-1 4-12-16,3-3-9 0,-2 3-14 0,-2 2-10 16,-1 2-3-16,-4 1-11 0,0 2-4 0,-5 0-2 0,-3 0-13 15,-4-3-1-15,0 4-1 0,-5 3-6 16,1-5 0-16,-2-1-4 0,-3-2-5 0,4 1 0 16,-4-5 6-16,4 0-1 0,4-3 5 0,-1 0 5 15,3-2 7-15,0 1 11 0,3-4 17 0,-1 0 20 0,2 1 3 0,4-2-14 16,0 0-10-16,0 0-10 0,4-11-2 0,4 3-12 15,5-2-3-15,0-1-8 0,6 1-5 0,2-8-4 16,3 2-2-16,-5 1-4 0,4-1-2 0,-1 0-4 16,0 1 8-16,-6 2-2 0,-3 2 18 0,-2 6 15 15,-2-3 11-15,-2 3 2 0,-2 1 10 0,0 0-11 16,-1 0-6-16,-2 2-10 0,2 0-20 0,-4 2-18 0,5-1-13 0,-5 1-1 16,0 0-4-16,0 0-2 0,-5 13-3 0,3-4 1 15,-2 3 1-15,0 2 6 0,3-2-6 0,-3 2 8 16,5 2-16-16,6 3-17 0,0-2-17 0,4-1-25 15,5 0-39-15,3-3-52 0,8 1-72 0,0-5-338 16,1-2-614-16,4-6 272 0</inkml:trace>
  <inkml:trace contextRef="#ctx0" brushRef="#br0" timeOffset="91601.49">25202 6229 70 0,'3'-4'360'0,"-2"-1"-39"16,3 2-36-16,-4 3-19 0,0 0-43 16,14 10-25-16,-10 1-16 0,7 12-21 0,1 7-12 15,-3 3-11-15,6 15-14 0,0 2-8 0,-1 2-7 16,-5 3-9-16,-2-3-9 15,-7 5-8-15,-3-1-4 0,-5 27-3 0,-5-28-6 16,-9-3-6-16,-19 21-5 0,-8-6-19 0,-13-5-13 16,-15-4-29-16,-6-3-42 0,-10-4-61 0,-8 1-77 15,-7-12-328-15,4 0-552 0,-4-9 244 0</inkml:trace>
  <inkml:trace contextRef="#ctx0" brushRef="#br0" timeOffset="92587.79">12162 6408 25 0,'-27'13'229'0,"1"8"-8"0,-12 16-14 0,-1 6-8 16,-21 27-13-16,1-1-12 0,4 2-12 0,10 14-3 15,8 0-1-15,5-1-11 0,12 4 4 0,8 1-4 16,16-4-12-16,18-4-11 15,6-2-11-15,24-2-17 0,22-5-32 0,21-8-53 16,14-11-76-16,19-12-120 0,0-10-225 0,4-16-444 16,2-7 196-16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38:30.90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3065 9261 202 0,'0'-5'209'0,"0"5"-9"0,0-5-7 0,0 1-9 15,0 4-11-15,0-8-11 0,0 4-1 16,0 1-7-16,0 3-13 0,3-7-3 0,-3 3-7 15,1 1 0-15,-1 3-11 0,-1-7-9 0,1 2-9 0,0 5-1 16,-3-3-11-16,3 3-6 0,-1-5-7 0,-2 0-10 0,2 1-7 16,-3 1-7-16,0-2-6 0,1 1-6 0,-4 1-6 15,2 1-6-15,1-1-3 0,-2-1-4 0,-3 3-3 16,1-1-2-16,-2 0-6 0,-4 6-2 0,4-3 1 16,-2 3-6-16,-2 1 1 0,-1 5-5 0,-3 0 1 15,1 2-5-15,-6 8 19 0,-1 1 1 0,0 2-4 16,1 5 0-16,2-1-3 0,2 4-1 0,1 2-1 0,0-1-4 0,3 14-21 15,5-13 3-15,2-1 9 0,5 0-7 0,2-2 1 16,2-2 3-16,3 3 7 0,3-4 5 0,0-2 6 16,5-2 1-1,1 3 3-15,3-8 1 0,-3-1 4 16,5-3 1-16,1 1 10 0,7-1 1 0,-6-7 6 16,2-2 2-16,3-2 0 0,-2-6-3 0,4 2 2 15,0-7-6-15,0-2 5 0,-3-4-2 0,2 1 1 0,-5-7-3 0,2 2 2 16,0-6-3-16,-7-1 2 0,4-4-7 0,-7-3 0 15,2-14-19-15,-4-2-6 0,-5 13-6 0,0-15 1 16,-6 2-4-16,-5 15 3 0,0 2 13 0,-3-1-2 16,-4 4 5-16,-2-1 0 0,-5 3 3 15,0 2-5-15,-2 3 3 0,-2 5-2 0,5 5-1 16,-6-1-3-16,2 5-7 0,4 2 6 0,-4 1-7 0,3 2-1 0,1 4-23 16,-1 3-29-16,4 3-37 0,-2 2-42 0,3 2-50 15,1 2-57-15,6 1-77 0,0-1-183 0,6 3-541 16,3-4 239-16</inkml:trace>
  <inkml:trace contextRef="#ctx0" brushRef="#br0" timeOffset="485.14">3416 9484 77 0,'4'-2'275'15,"-4"2"-17"-15,4-5-19 0,-4 5-21 0,4-3-24 16,-4 3-21-16,0 0-19 0,0 0-15 0,10 3-14 16,-5 1-10-16,4-1-17 0,-1 2 1 0,0 2-11 15,-2 3-5-15,4 2-4 0,0 2-4 0,-1 1-7 0,-2 2-5 16,-2 1-6-16,-1 0-1 0,-3 1-10 16,-1-2-1-16,-1 1-3 15,-2 0-5-15,0-1-2 0,0-1 0 0,-2-3 4 16,0-3 0-16,1 2 0 0,-1-4 8 0,-2-2 3 15,5 0 15-15,-2 0 15 0,-4-3 12 0,6-3 2 16,2 0-6-16,-12-8 9 0,7 1 5 0,1-4-8 16,0-4-12-16,4-3-6 0,5-7-11 0,2-4-11 15,2-2-19-15,1-1-21 0,4 0-13 0,9-11-15 16,-9 14-6-16,3 2-11 0,-2 1-18 0,0 1-23 0,-4 8-29 0,0 5-34 16,-1-2-51-16,-2 6-54 0,1-1-67 0,-4 4-206 15,1 0-554-15,-1 3 246 0</inkml:trace>
  <inkml:trace contextRef="#ctx0" brushRef="#br0" timeOffset="1769.11">4002 9230 11 0,'0'-7'378'0,"0"2"-8"15,1-3 5-15,-1 1-3 0,1 1-20 0,0 0-17 16,-1 1-18-16,0 0-21 0,0 1-30 0,0 4-22 16,0-3-32-16,0 3-24 0,2-5-19 0,-2 5-25 15,0 0-20-15,0 0-26 0,0 0-25 0,0 0-11 16,0 0-12-16,1 19-8 0,2-4-12 0,-2 10 3 0,-1 4-7 0,0 2-1 15,-3 6-5-15,5 10 2 0,-4-1 0 16,-2 1-2-16,4-13-15 0,-2-2 12 0,2-2 1 0,1-1 1 16,-1 0-4-16,1-4-7 0,1-6-2 0,-2-2 5 15,1-3 1-15,-1-1-1 0,1-4 1 0,-1 3-5 16,-1-5 4-16,2-2-5 0,-1-1 8 0,-1 2-3 16,1-6 4-1,0 5-1-15,0-5 7 0,0 5-6 0,0-5 4 0,0 0-28 16,0 0-15-16,0 0-35 0,-14-7-23 15,6-1-24-15,1-1-14 0,-2-1-20 0,-4-2-10 16,3-3-1-16,-1 3 12 0,-1-2 6 0,-1 2 16 16,-1 0 8-16,-3-1 14 0,2-1 13 0,-2 7 16 15,-1-4 21-15,3 1 14 0,-1 4 15 0,1 0 14 16,3 2 13-16,1 0 5 0,2 0 4 0,2 2-1 0,2-1-4 0,-2 2 4 16,2-2-8-16,0 3-2 0,5 0-5 0,-6-1-2 15,6 1 6-15,0 0-3 0,0 0 4 16,0 0-3-16,19 6 0 0,-3-4 1 0,4 0 2 0,8-2-5 15,2 0-7-15,5-1-3 0,2-3-7 16,-1 3-25-16,3-6-24 0,-3 1-30 0,1-1-24 16,3-2-19-16,-7 2-23 0,2-3-6 15,-5 0 5-15,-2 1 4 0,-1-1 21 16,-9 0 7-16,-3 0 27 0,2-1 25 0,-3 3 29 16,-5-2 32-16,0 3 43 0,0-3 32 0,-4-2 21 0,0 4 33 15,2-1 13-15,-4-3 15 0,1 3 15 16,0 0 18-16,-4-1 24 0,3 0 8 0,-2 2 8 15,0-1 3-15,0 1 7 0,-1 3 0 0,3-2-4 0,-3 2-11 0,0 0-5 16,3-2-12-16,-3 3-19 0,0 1-13 0,1 1-24 0,-1 2-13 16,1-5-18-16,-1 5-12 0,0 0-19 15,0 0-24-15,0 0-30 0,0 0-19 0,0 0 3 16,3 9-9-16,-3 3-3 0,1-1-1 0,-2 17 1 16,-2 1 3-16,-2 3-3 0,1 16 0 0,-2-2 4 15,-4-2 3-15,2-9-4 0,0-1 4 0,3-2-1 16,-1-3 1-16,2-5 3 15,0 1-3-15,3-8 3 0,-3-1-3 0,1-6-1 0,2 0 6 0,1-5-1 0,0 1 6 0,0-1 17 16,0-2 16-16,0-3 20 0,0 5 20 0,0-5 6 16,0 0-13-16,0 0-9 0,14-13-4 0,-4 4-7 15,3-5-8-15,8-5-21 0,-5-2-16 0,1 0-8 16,-4 8-1-16,1-1-8 0,-4 0-1 16,1 0 1-16,-2 7-1 0,-1-3 2 15,-3 7-4-15,-1-1-7 0,2-1-11 0,-2 0-21 16,-1 4-9-16,-1-1-15 0,-2 2 1 0,8 0 2 15,-8 0-2-15,9 5-9 0,-2-2-13 0,4 6-13 16,-5-3-20-16,7 5-14 0,0 1-12 16,1 0-11-16,4 0-6 0,1 1-4 0,-3-4 0 15,4 2 3-15,-4-2 3 0,5-4 0 0,-1 0 2 16,-2-1 10-16,2-1 18 0,2-6 4 0,-1 3 13 0,-1-4 14 0,0-4 11 0,0 1 24 16,-4-3 26-16,2-2 25 0,-6 1 30 15,-2-2 23-15,1 0 20 0,-3-3 15 0,1 3 27 16,-5 2 14-16,1 0 16 0,-5 0 6 0,2 1-15 15,-2 2 6-15,0 2-15 0,-2-1-8 0,-2 1-11 16,-1 2-9-16,-3 1-8 0,3 2-7 0,-9 2-7 16,1 2-12-16,-3 1-7 15,-2 5-2-15,3-1-8 0,-1 5 2 0,-3 5 1 16,5-7-9-16,0 4-3 0,5 1-4 0,-4-1 2 16,4 0-1-16,4 2-4 0,-3-3-7 0,7-2-3 15,-3 0-11-15,7-2 13 0,-3-3 2 0,2 3 1 16,2-6 3-16,5 4 0 0,4-4-3 0,0-2 4 15,6-4 2-15,-1 0-2 0,0-4 2 0,0 0-3 0,0-2-5 0,-2 0 3 16,1-3-5-16,-3-2 2 0,-1-1-13 0,4-5-12 16,-5 2-19-16,-6 0-10 0,2-2-4 0,-2 1-7 15,-2 2-5-15,-1-1 2 0,-3 5-4 0,-4 1 4 16,0 0 4-16,-2 4-4 0,-2 0 7 16,-1 0 1-16,-4 5 2 0,3-1-4 0,-3 3-6 0,1 2-20 15,0 0-19-15,1 3-29 0,0 3-30 16,2 0-40-16,-1 0-40 0,5 2-68 15,1 1-183-15,3 0-531 0,2-1 235 0</inkml:trace>
  <inkml:trace contextRef="#ctx0" brushRef="#br0" timeOffset="2280.3">5383 9560 162 0,'-5'-5'261'0,"-2"-3"-15"15,1 3-12-15,-4 0-16 0,0 0-15 16,-5 1-16-16,4 3-20 0,-4 1-18 0,1 0-14 16,0 3-19-16,-3 2-8 0,6-1-13 15,-2 1-7-15,4 3-10 0,-1 0-8 0,2-2-9 0,2 4-24 0,2-3-15 0,0-2 0 0,4 2-4 16,0 1-4-16,5-4 0 0,4 4-5 16,0-4-6-16,2-1-6 0,3-3-2 15,3 3-2-15,1 0 1 0,-3-3-2 0,-1 0 2 16,-1-3 7-16,1 3-5 0,-2-1 5 15,-2-1 8-15,-4 2 8 0,2 0 2 0,-3 0 2 16,-5 0-4-16,9-1-1 0,-9 1 4 0,10 1 0 16,-6 5 3-16,-3-2 1 0,3 3 4 15,-1 4 4-15,-2 2 7 0,0 5 1 0,3 6 1 16,-8 2 2-16,3 0 1 0,-3 6-4 0,0 4-1 16,-1-2 2-16,-5 11-6 0,5-8-2 0,-4 7-3 0,1-8 1 0,-2-1-6 0,2-4 0 0,1 0 1 15,0-5-7-15,0-6 1 0,-1-3-3 16,0-3 0-16,2-2 12 0,0-3 9 0,-2-3 1 15,-1 0 5-15,1-6-4 0,-4-1 0 16,0-4 14-16,2-2 13 0,-3-5 24 0,3-2 13 16,1-4-27-16,0-9 20 0,5 0-9 0,0-4-10 15,4 0-10-15,4-6-4 0,0 2-7 16,6-12-6-16,3 17 8 0,1 0-22 0,0 1 0 16,1 5-2-16,3 2-9 0,-1 2-5 15,-1 6 1-15,7-3 3 0,-1 2-24 0,-4 3 13 0,1 0-1 0,-1 6-17 0,3 0-26 0,-2 1-22 16,-3 1-35-16,3 1-44 0,-3 1-35 15,-2 4-42-15,3-1-48 0,-4 0-46 0,-1 0-317 16,2 1-670-16,-4-1 296 0</inkml:trace>
  <inkml:trace contextRef="#ctx0" brushRef="#br0" timeOffset="2632.56">5838 9615 210 0,'0'-5'299'0,"1"-1"-9"0,-2 4-15 0,1 2-18 0,-1-9-26 0,-2 6-13 0,2 0-19 0,-6-1-19 16,5 3-17-16,2 1-21 0,-14 0-16 16,7 3 6-16,-3-1-35 0,1 4-8 0,-3 3-10 15,-1-1-7-15,-1 4-7 0,0 2-9 16,0-1-2-16,2 1-8 0,2 1-2 0,1 1-6 16,0-1 2-16,4-1-5 0,1-2 18 0,0 1 2 15,4-1 12-15,3-3 2 0,-1 0 6 0,2 2 9 16,0-2 6-16,8-4-1 0,-2 0-25 15,2-3 14-15,8 1-6 0,-2-5-9 0,2-1-4 16,0-1-7-16,1-2 0 0,-2-3-9 16,0-3 3-16,-2 1-5 0,-2-2-6 0,-2-4-8 0,0 2 1 0,-4-2-15 0,-2 0-4 0,-3-2-9 15,-1 1-5-15,-1 1-1 0,-2 1 3 16,-1 3-5-16,-2 2 3 0,0 0-33 0,-3 1 11 16,0 2 2-16,1-1-12 0,-3 3-8 15,-2 4-17-15,4-1-20 0,-4 1-26 0,-2 0-33 16,7 2-32-16,-4 4-41 0,0-1-58 0,1 1-303 15,3 0-624-15,1 0 277 0</inkml:trace>
  <inkml:trace contextRef="#ctx0" brushRef="#br0" timeOffset="3759.93">6054 9556 330 0,'0'0'390'0,"5"-1"-21"0,-5 1-33 0,0 0-29 15,0 0-23-15,4-4-33 0,-4 4-32 0,0 0-22 16,0 0-26-16,0 0-22 0,1 10-12 16,-1-5-12-16,0 5-13 0,0 0-15 0,-1 3-9 15,-2 4-6-15,-2 0 3 0,4 1-22 0,-3 1-6 16,-1 0-1-16,1-2-5 0,3 0-6 16,-2-4-3-16,2-2-3 0,-3-1-5 0,4-2 4 15,-3-2-4-15,2 0-3 0,1-1 33 0,0-1 14 0,0-4 28 0,1 5 25 0,-1-5 8 16,0 0-17-16,0 0-13 0,12-9-6 0,-3-1-10 15,1 0-13-15,3-2-9 0,1-1-6 16,4-8-3-16,-2 7-13 0,1-6-5 0,-3 5-2 16,-1 1-8-16,0 2-1 0,-6 4-5 0,1-3-7 15,-3 8 0-15,0-1-2 0,-2-1-1 16,2 0-12-16,-2 3-14 0,-1 1-17 0,-2 1-17 16,0 0-3-16,0 0 1 0,0 0 5 0,7 8 6 15,-5 1-19-15,-2 0-17 0,4 2 5 16,-1 1-24-16,4 2-8 0,-2 3-8 0,4-2-1 15,3 2-17-15,3-3-6 0,-1-2-10 0,10 2-14 16,1-1-5-16,1-4-20 0,3 1-1 0,1-5-8 0,1-4 2 0,2 2 13 0,-1-7 19 16,-3 0 14-16,0-2 24 0,-3-4 31 0,-10 0 43 15,4 2 35-15,-7-2 35 0,-3 2 27 16,-1-1 25-16,0-1 25 0,-5 1 9 0,1 1 0 16,-4-2 9-16,2 4-20 0,-6-1-2 15,2-1-16-15,-4 5-5 0,-4-3-10 0,0 1-9 16,-1 4-3-16,-3-2-10 0,0 4-7 0,-5 2 6 15,-2 2-8-15,1 1-33 0,1 4 15 16,1-2 0-16,-2 3-5 0,5 0 2 0,-1 2-1 0,-2 1-8 0,4-1 4 0,3 2-1 16,1-6-31-16,4 0-4 0,-1 0 1 0,3-4 9 15,0 3 8-15,6-4 6 0,-2 0 14 0,5-3 4 16,5-1-9-16,0-3 3 0,2 0 1 16,5-2 1-16,-2-4 12 0,3 3-4 0,-3-5 5 15,1 0-4-15,7-3-6 0,-7 3-3 0,1 1 4 16,-2-1 0-16,-2 1 0 0,-2 2 6 0,-2 3 4 15,-1-2-5-15,-3 4 3 0,2 1-11 16,-3-2 0-16,-1 1-7 0,0 1-8 0,0 1 6 16,1-1-2-16,-5 2 1 0,10 3 1 15,-5 1-15-15,3-1 1 0,1 2-1 0,0 1-17 16,1-1 3-16,-1 2 2 0,4 1-11 0,-3-3-5 16,0 0-5-16,3 0-3 0,-2-1 2 0,0-1-3 0,1 1-1 0,-1-4 5 0,0 0 5 15,-2 0 0-15,1-4 5 0,3-1 3 0,-3-3-4 16,-1 0 11-16,5-5 0 0,-5 1 15 15,3-3 15-15,-1-2 21 0,-2 0 8 0,3-9 3 16,-1 1-14-16,1-4 19 0,-1-1 0 0,-2-2 8 16,1 0-8-16,2-2-3 0,-3 3 0 0,-2 2 17 15,1 0 11-15,-3 11-1 0,0 0 15 16,-1 2 1-16,-4 7-1 0,4-1-5 0,-4 3-12 16,0 2-10-16,1-2-12 0,-1 5-11 0,0-2-35 15,0 4-19-15,0 0-3 0,0 0 1 16,0 0 0-16,-5 18 2 0,-4-1 11 0,0 8-5 0,-1 5 4 0,0 1-3 0,-2 2 3 15,3-2 4-15,3 6-1 0,-2-3-14 0,5-5 8 16,1 2-5-16,1-3-2 0,2-1 6 0,3-8-12 16,1-2 4-16,0-2 4 0,0-4 2 0,3 0 13 15,1-4-15-15,1 0 1 0,3-1 4 16,1-3 19-16,0-2-4 0,5-3 2 0,-1-3 4 16,4-2 2-16,-4-1-1 0,4-5 0 15,-5 2 6-15,8-5-1 0,-11 3 5 0,2-2-5 16,0 1 6-16,-2 0 15 0,-1-1 5 0,-6 6 11 15,2 1 7-15,-4-1 8 0,0 4 3 0,-1-2-8 16,0 4-5-16,0 1-8 0,1-2-10 16,-4 1-10-16,-1 3-17 0,4-1-9 0,-4 1 1 0,0 0 5 0,4 11-9 0,-7-5 2 0,3 5 1 15,0 0-3-15,0 1 2 0,-1 0 2 0,1 1-12 16,0-1-19-16,-4-3-34 0,4 3-2 16,0-2-24-16,0-2-24 0,-1-1-36 0,1-1-22 15,0-2-12-15,-3 1-7 0,1-3 0 0,2-2-43 16,0 0-70-16,0 0-64 0,-8-7-273 0,8 7-688 15,-1-15 305-15</inkml:trace>
  <inkml:trace contextRef="#ctx0" brushRef="#br0" timeOffset="3890.33">7383 9363 258 0,'0'-10'328'16,"-1"3"-3"-16,1 2-3 0,0 0-19 0,-3 2-22 0,3-1-24 0,0 4-31 0,0-7-26 15,0 7-25-15,0-3-32 0,0 3-25 0,0 0-18 16,0 0-22-16,0 0-45 0,0 0-44 15,12 8-56-15,-8-2-69 0,2-3-75 0,-2 0-243 0,-1 1-491 16,5 0 216-16</inkml:trace>
  <inkml:trace contextRef="#ctx0" brushRef="#br0" timeOffset="4203.45">7705 9068 130 0,'-2'-8'400'0,"2"1"-18"16,-1 1-23-16,0 1-21 0,0 2-37 0,1 3-33 0,0-5-36 16,0 5-24-16,0 0-21 0,0 0-23 0,0 0-22 15,-7 17-21-15,2 0 0 0,-1 9-16 0,-1 5-7 16,1 2-11-16,0 3-8 0,-1 10-6 0,3 0 1 16,1-10-16-16,0-2-18 0,0 12 8 0,3-12-4 15,-1-1-1-15,1-2-1 0,-1-4-5 0,3-3-5 0,0-5 3 16,-1-1-6-1,0-2-1-15,-1-5 0 0,0-2-14 0,0 0-18 16,0-5 1-16,2 2-1 0,-1-1 13 0,-1-2-1 16,0-3-3-16,0 0-32 0,0 0-30 0,0 0-28 15,0 0-23-15,1-14-31 0,-2 5-46 0,2-3-50 16,0-5-63-16,-2 0-240 0,2-1-582 16,-2 1 258-16</inkml:trace>
  <inkml:trace contextRef="#ctx0" brushRef="#br0" timeOffset="4384.05">7522 9436 119 0,'-10'1'235'0,"1"0"2"0,1 1 11 0,2-2 7 16,1 3 11-16,-2-3 7 0,7 0 14 0,0 0-6 15,0 0-2-15,0 0-53 0,-11 2 1 0,11-2-24 16,0 0-15 0,0 0-19-16,28-2-13 0,-10 2-30 0,5 0-3 0,-3-3-12 15,11 1-32-15,-3 1-39 0,1 0-43 0,-8 0-41 16,1-2-39-16,-1-1-38 0,-3 4-48 0,-4-2-54 15,-1-1-67-15,-3 0-243 0,-2 1-577 16,-4-1 256-16</inkml:trace>
  <inkml:trace contextRef="#ctx0" brushRef="#br0" timeOffset="4937.68">7874 9411 236 0,'0'0'390'0,"0"0"-8"0,0 0 3 15,0 0-11-15,6 3-30 0,-6-3-6 16,0 0-31-16,0 0-27 0,0 0-31 0,0 0-22 0,0 0-38 0,4 1-10 16,-4-1-22-16,2 5-16 0,1-1-14 0,-1 0-14 15,1 3-11-15,1-4-9 0,0 4-6 0,1 0-23 16,2-2-9-16,-2 5-20 0,1-5-8 0,0-1-15 16,-1 2-6-16,1-2-2 0,2-1-2 0,-3-1 0 15,3 0-3-15,2-1 1 0,-1-1-3 0,-1-2 7 16,2-1 1-16,-1 0-1 15,0-1-1-15,0-6 11 0,0 7 7 0,0-4 7 16,-2 0 3-16,1 1 1 0,-3 2 7 0,-1-1-2 16,2 0-3-16,-2 3-3 0,0 0-9 0,-3-1-1 15,-1 3-6-15,7-2-6 0,-7 2-6 0,7 6 1 16,-3 2-2-16,0 4 1 0,1 5-3 0,2 6 0 16,-4 3 0-16,-1 0 3 0,-2 6-5 0,-5 2 4 15,-2-1-5-15,-3 13 3 0,-4-13 5 0,-1-1-4 0,-8 14 7 16,5-16-7-16,-8 11-1 0,7-15 4 0,2-1-13 15,-2-3 13-15,5-7 5 0,3-3-3 0,2-3 1 0,-1-4 3 16,1 0 3-16,2-3-2 0,-1-2 0 0,0-4 12 16,1-3 12-16,3-4 15 0,4-1 7 0,2-5-2 15,4 0-8-15,8-10-2 0,4-2-13 16,13-9-1-16,4-3-1 16,1 2-4-16,1-4-3 0,0 3-6 0,2 2 1 0,-4 2 0 15,-12 11 0-15,3 4-6 0,-3 0-5 16,-9 6 4-16,0 5-2 0,-2 1 2 0,-6 3-3 15,4-3-2-15,-6 4-1 0,0 4-7 0,1-3-30 16,-1 2-32-16,-4 2-1 0,0 0-11 0,0 0-25 16,0 0-47-16,-20 14-59 0,4-5-60 0,-2-1-82 15,0-1-423-15,-1 1-836 0,5-1 370 0</inkml:trace>
  <inkml:trace contextRef="#ctx0" brushRef="#br0" timeOffset="5696.07">9523 9423 129 0,'-4'-3'247'0,"-1"1"-14"0,5 2-13 16,-5-3-18-16,0 3-25 0,5 0-19 0,-9 0-18 15,9 0-11-15,-13 4-16 0,4 3-12 0,0 0-12 16,-1 0-11-16,-1 6-5 0,3-2-8 0,-3 1-10 15,2 4 3-15,1 0-11 0,1 1-3 0,0-2-6 16,4 1 1-16,2-4 9 0,0 2 3 16,2-3-2-16,-1 0 10 0,4-1-1 15,0-5 4-15,-1 0 17 0,3 3-12 0,-1-4 13 16,2-3-2-16,2-1-3 0,2-1 4 0,0-4-7 0,-1-4-5 0,3 1-4 0,0-3-5 0,-3-4-8 16,-1 0-1-16,-1-3-4 0,-1 1-4 0,-4-1-8 15,-2 1-5-15,-2-3-8 0,-7 2-5 0,6 0-1 16,-6 2-1-16,-4 0-5 0,2 0 0 15,0 4-7-15,0 3-6 0,-2 2 4 16,1 0-6-16,0 2-2 0,1 2-11 0,1 0-15 16,0 3-19-16,2 0-28 0,7 0-27 0,-13 3-31 15,7 0-32-15,3 2-45 0,0-4-58 0,3 5-172 16,0-6-483-16,6 6 213 0</inkml:trace>
  <inkml:trace contextRef="#ctx0" brushRef="#br0" timeOffset="6066.63">9743 9082 312 0,'4'-7'327'15,"-3"0"-18"-15,3 3-27 0,-3-1-33 0,3 2-21 16,-4 0-32-16,0 3-21 16,0 0-12-16,0 0-31 0,5 10-11 0,-5 0-14 15,-5 10-9-15,1 11-4 0,-5 19-10 16,-4 1-8-16,-2 5-7 0,1-1-1 0,-4 2-13 0,3-1-5 15,1-5 1-15,6-4-11 0,4-12-3 16,3-2 2-16,1-2 9 0,4-5-2 0,2-1-5 16,1 0 13-16,0-10-13 0,3 1-7 0,-2-8 3 15,1 2-3-15,3-4-1 0,-1-1-9 0,3-3 6 0,-4-3 1 0,2-1-4 0,1-3-4 16,-7-2-10-16,3-2-20 0,-5-4-19 0,0-3-19 16,-4 1-11-16,-4-4-8 0,-4-5-8 15,-3-1-3-15,-7-4 8 0,-4 4 2 0,-1 0 3 0,-1 0 7 16,-2 3 22-16,5 3 24 0,1 2 19 15,6 3 7-15,4 8 5 0,4-3 1 0,-3 4 2 16,4 0-1-16,2 1-3 0,3-1-1 16,0 5-5-16,23-6 6 0,10 2-32 15,22 2-39-15,0 0-64 0,9-1-85 0,0-2-312 0,34-4-555 16,-7-4 246-16</inkml:trace>
  <inkml:trace contextRef="#ctx0" brushRef="#br0" timeOffset="6788.55">11197 8964 106 0,'-2'-15'317'0,"2"5"-11"0,-2-1-8 15,2 1-13-15,0 5-21 0,0-2-33 0,0 4-19 0,0-2-25 0,0 5-41 16,0-4-26-16,0 4-16 0,0 0-14 16,-5 16-6-16,-2 2-14 0,-1 12-4 0,-2 5-6 15,-4 16-8-15,2 7-3 0,-7 24-3 16,6-23-5-16,-10 22-2 0,8-24-3 0,2-2 6 15,3 2-10-15,-3-6-2 0,4-5-5 0,4-14 0 0,-2-1-3 0,4-4-1 16,-1-8-6-16,0 0 7 0,2-2-5 16,-1-8-2-16,3 1 1 0,-3-3 25 15,2 1 23-15,1-5 33 0,-2 2 28 0,2-5-9 0,-6 1-13 0,6-1-10 0,-12-6 0 16,1 3-20-16,-1-9-11 0,-5 0 0 0,3 2-9 16,0-4 6-16,0 0-18 0,-1 1-6 15,2 1-9-15,-1-2-14 16,2 4-7-16,2-2-13 0,0 3-4 0,0 1-31 0,3 1-21 0,-2 1-18 15,4-3-24-15,-3 6-29 0,3 1-26 0,0-5-31 16,0 5-34-16,3-3-52 0,-1 2-280 0,3-1-604 16,0 4 268-16</inkml:trace>
  <inkml:trace contextRef="#ctx0" brushRef="#br0" timeOffset="7062.56">10873 9403 101 0,'0'0'258'0,"-7"-1"-15"16,7 1-11-16,0 0-16 0,-5-3-7 15,5 3-16-15,0 0-6 0,0 0-12 0,0 0-12 0,0 0-16 0,0 0-10 16,0 0-13-16,24 0-9 0,-6-2-13 0,4-1-10 16,11 1-10-16,-1-2-5 0,0 3-10 15,0-4-8-15,-4 4-3 0,2-3-8 16,-10 0-4-16,-1 3-2 0,-1-1-8 15,-4 0 1-15,0 2-4 0,-5-3-6 0,-2 2-1 0,0 0-10 0,-2 1-7 0,0-2-10 16,-5 2-11-16,8-2-11 0,-8 2-17 16,0 0-23-16,0 0-23 0,0 0-27 15,0 0-29-15,0 0-36 0,0 0-65 0,-21 4-158 0,21-4-438 0,0 0 194 16</inkml:trace>
  <inkml:trace contextRef="#ctx0" brushRef="#br0" timeOffset="7781.2">11478 9286 226 0,'4'-1'325'0,"-4"1"-30"0,0 0-27 0,4-4-29 16,-4 4-25-16,0 0-25 0,0 0-18 0,0 0-20 15,0 0-20-15,5 7-15 16,-4 0-12-16,2 1-7 0,-2 1-5 0,3 3-16 0,0 0-3 0,0 5-8 0,1-5-6 15,-1 1-5-15,1-1-6 0,-2 0-5 16,3 0 6-16,0-2-13 0,-1-1-4 0,0-2-1 16,0 0 0-16,0-4-3 0,1 1 2 15,-1-1 5-15,0-3 7 0,1 0-4 16,3-2 3-16,-4 0-2 0,3-2 1 0,0-2 2 0,0-2-8 0,0-1 2 16,1-2-7-16,1-2 1 0,-5 3-4 0,3-5-1 15,1 6-5-15,-5-3 8 0,2 3 4 16,-4 1 4-16,0 3-1 0,3 0 9 15,-2 0-16-15,-2 3-3 0,0-1-12 0,2 0 4 0,-3 3-8 0,4-6-17 0,-4 6-6 16,4 0 6-16,-4 0 2 0,0 0-7 16,10 9-7-16,-6-6-12 0,-2 2-13 0,6 4-6 15,2-2-5-15,2 3-1 0,2 1-3 0,5-3-8 0,-3-2-9 16,1 1-10-16,2-2-7 0,-1-1-1 0,3-1 0 16,0-3 8-16,-4 2 3 0,2-4 15 15,0-2 2-15,-3-1 17 0,-3-1 17 16,-2 1 22-16,0-2 26 0,-1 0 27 0,-1 0 9 15,-1-1 19-15,-1-1 20 0,0 2 12 0,0-1 13 0,-4 3 9 0,0 0 8 0,0-1 5 16,-1 2-6-16,1 2-8 16,-2-1-15-16,-1 3-7 0,3-5-19 15,-3 5-18-15,3-4-4 0,-3 4-16 0,0 0-9 16,0 0 0-16,0 0-4 0,0 0-3 0,-3 20-6 0,0-8-5 0,0 4-1 16,-2 0 1-16,0 3-1 0,0 0 4 0,0 4-5 15,-1-3-4-15,2-2-3 0,0-2 7 16,1-3-4-16,1-2 2 0,-1-1-7 15,2-4 2-15,-2 0-6 0,3-1 13 0,-1 0-3 0,1-2 17 0,0-3 22 16,1 4 9-16,-1-4-1 0,0 0-7 0,0 0-4 16,12-14-7-16,-6 5-2 0,3 0-5 15,0-5-6-15,3 0-5 0,4-6 3 16,-5 4-12-16,1 1-1 0,-2 3 1 0,2-3 0 0,-3 8-6 0,-4-2 2 0,0 4-7 16,-1 0 5-16,1 0-2 0,-1 1-6 15,2 1 2-15,-3 0-5 0,1 3-7 16,-4 0-24-16,6 0-23 0,-6 0-38 15,13 1-38-15,-7 3-29 0,3 1-40 0,-1 0-47 0,1 4-52 0,2-4-88 0,-3 2-215 16,-2-3-654-16,2 0 289 0</inkml:trace>
  <inkml:trace contextRef="#ctx0" brushRef="#br0" timeOffset="8677.73">12410 9336 176 0,'0'0'282'0,"0"-4"-11"0,0 4-9 0,0-5-12 0,0 5-16 16,2-2-20-16,-2 2-18 0,0 0-23 0,0 0-16 16,4-3-13-16,-4 3-18 0,11-1-11 15,-4 1-22-15,3 0-7 16,3 0-20-16,1 0-13 0,-1 0-6 0,2 0-9 0,-2-2-4 0,6 2-8 0,-9-2-7 16,7 0-4-16,-3-1-1 0,0 1-3 0,0-3-2 15,-2 3 0-15,-1-2 4 0,-1 2-7 16,-3-3 10-16,0 1 8 0,0 1 6 0,-3 1 9 15,2 0 6-15,-3-3-2 0,-1-1-8 16,-2 6-7-16,2-5 5 0,-2 5-5 0,-3-5-6 0,3 5-4 16,-9 0-3-16,4-1-2 0,-3 1 0 0,-3 2-1 15,0 2-2-15,-5 2-3 0,3 1-2 16,-1 2-8-16,1 1 5 0,-1 0 1 0,0 0-2 0,3 2 0 0,3-2-2 0,2 2 4 16,-1-3 1-16,2 2-5 0,2 0-1 15,2 1 4-15,5 0 13 0,1-2-13 16,0 2 1-16,8 0-1 0,1 0-2 0,5-6-2 15,7 5-11-15,3-6 0 0,2 0 0 0,-1-5-12 0,4 0-2 0,0-7 0 16,2 4 4-16,0-9-2 0,-3 3 3 16,2-6 4-16,-3-2 2 0,-3 0 2 15,-1-4 3-15,-4-1 0 0,3-7 2 0,-5 1 0 16,6-14 4-16,-5 0 12 0,-3 1 8 16,-2 9 18-16,-7 0 41 0,0 2 27 0,-3 3 22 0,-1 0 17 0,-3 8 25 0,0 4 3 15,0 4 5-15,-1-1-8 16,-1 4-15-16,-1 1-23 0,3 2-15 0,-4 3-16 15,0-3-20-15,0 0-34 0,0 5-53 0,0 0-26 0,0 0 4 0,0 0-1 16,0 16-3-16,0-3 7 0,-5 13 8 16,3 1-2-16,0 2 4 0,-3 5 12 0,1 15 1 15,-1-16-6-15,1 2 11 0,2-2 7 0,-1 0 1 16,-1-1-13-16,3-7 8 0,1 1-5 16,0-6-6-16,0-3 12 0,-2-3-13 0,0-2 0 0,4-4-8 15,-2-1-5-15,0 2 6 0,0-6 5 0,0 2 10 16,0-1 15-16,0-4 11 0,-3 3 1 15,3-3-6-15,0 0 4 0,-9-10-6 0,4 6 0 16,-4-4-2-16,0 0-5 0,0-1 7 0,-5-1-13 0,4 2 1 0,-3-3-3 16,2 5 0-16,0-2 2 0,1 0 14 0,0 1-10 15,2 0-7-15,2 3 4 16,-1 0-4-16,5 0 2 0,-2 1-14 0,0-2-3 16,4 5-11-16,0-5-20 0,4 0-9 0,6 3 1 0,2-2-1 15,6-2-4-15,0 4-4 0,10-1-2 16,0-1 2-16,1-1 6 0,3 2-1 0,-1 1 8 15,1 0 2-15,1 1 6 0,-2-3 4 0,-1 2 7 0,1 0 2 0,-11 1 3 16,2 1-4-16,-4 0 9 0,-3-2-4 16,-3 0 8-16,-1 2 8 0,-3 0 5 0,-3 0 7 0,2 0 4 0,-7 0 3 15,10 0-6-15,-5 1 2 0,-5-1-3 16,0 0 1-16,7 3-2 0,-4 0 3 16,-2 2 4-16,1-1 9 0,-1 1-14 15,0 2 2-15,-1-1-4 0,3 6 2 0,-3-2 5 0,1 1-7 0,-1 1 1 16,1 0-1-16,-1 0 3 15,2 1 2-15,-1-4 13 0,-2 3-15 0,2-3-10 0,-1 0-24 16,2-2-23-16,-2-2-17 0,-2 2-14 16,2-3-12-16,0-1-2 0,0-3-28 0,0 0-62 0,0 0-68 15,0 0-256-15,-4-14-553 0,4 4 245 16</inkml:trace>
  <inkml:trace contextRef="#ctx0" brushRef="#br0" timeOffset="8827.5">13547 9099 146 0,'-1'-5'300'0,"0"3"-17"0,1-3-19 16,0 0-21-16,0 5-16 0,-2-4-31 0,2 4-22 0,0 0-21 16,0 0-24-16,4-3-20 0,-4 3-33 15,0 0-28-15,13 6-45 0,-7-2-45 16,1 1-52-16,5-1-61 0,-4 1-189 0,2 0-371 16,3 0 164-16</inkml:trace>
  <inkml:trace contextRef="#ctx0" brushRef="#br0" timeOffset="9177.68">13997 9149 135 0,'0'0'225'0,"-9"-4"-18"16,9 4-20-16,0 0-12 16,-19 4-16-16,10 0-14 0,0-2-13 0,-4 7-14 0,-1-1-11 0,0-1-11 15,1 3-9-15,-1 0-11 0,0 2-4 16,5 3-9-16,-5-2-6 0,2 1-1 15,2-1-11-15,4 2 0 0,2-6-5 0,-1 4 28 0,2-2 3 0,2-6 3 16,2 5 1-16,2-3-5 0,3 0 5 16,3 1-15-16,5-3-6 0,3 0-4 15,5-1-7-15,-2-1 1 0,3-6-5 0,-2 1-5 0,-1-3-2 16,0 1-5-16,-2-2 0 0,2-4-3 0,-5 3-5 0,0-3-3 16,-2-1-6-16,1-1-1 0,-5-1 5 15,-5-1-6-15,1 4 1 0,-5-2-4 0,0-1 7 0,-4 3-5 16,0-1-3-16,-1 0-2 15,-3 3 1-15,-5-4 0 0,2 5-3 0,-7 1 0 0,4 2-2 0,-5-3-2 16,2 7 2-16,4-5-11 16,-4 3-15-16,3 2-30 0,0 0-35 0,1 0-34 0,4 4-41 0,1-3-46 15,1 1-204-15,3 3-452 0,0-1 199 16</inkml:trace>
  <inkml:trace contextRef="#ctx0" brushRef="#br0" timeOffset="9535.62">14183 9206 191 0,'0'0'327'0,"7"-2"-29"0,-7 2-30 0,0 0-26 0,6-1-27 16,-6 1-25-16,0 0-18 0,5 3-17 16,-5-3-16-16,3 5-14 0,-1-1-14 15,0 3-14-15,-1-1-7 0,0 2-10 0,2 3-9 0,-1 1-2 16,0-2-9-16,-1 2-12 0,-1-1 3 15,0 0-4-15,0-4-6 0,1 2-4 0,-1-3-1 0,0 0 3 0,5-1-9 16,-5-2-2-16,0 0 0 16,0-3 9-16,5 5 8 0,-5-5-3 0,8-1 6 0,-8 1-8 0,10-5 2 15,3 0 0-15,-4-5-2 0,5 3-2 0,-5-2-3 16,0 2 1-16,5-2 1 0,-5 3 2 16,0 1 4-16,0-2 2 0,-2 2-3 0,-1 3-11 0,-1-2 5 15,0 3-5-15,-1-2-8 0,-4 3 0 16,9-1-13-16,-3 1 3 0,-6 0-3 0,12 5-13 0,-2-1-30 15,-3 3-32-15,1-1-36 0,2 2-41 16,0 1-56-16,1-1-61 0,-1 1-293 16,5 0-598-16,-3-2 264 0</inkml:trace>
  <inkml:trace contextRef="#ctx0" brushRef="#br0" timeOffset="9666.27">14692 9363 117 0,'0'0'361'0,"5"-3"-15"0,-5 3-15 0,4-2-14 0,-4 2-31 0,0 0-24 15,0 0-24-15,4-2-44 0,-4 2-50 16,0 0-68-16,0 0-72 0,0 0-92 16,0 0-113-16,0 0-198 0,0 0-430 0,0 0 190 0</inkml:trace>
  <inkml:trace contextRef="#ctx0" brushRef="#br0" timeOffset="15564.49">3603 10423 19 0,'0'0'107'15,"-4"4"-3"-15,4-4 6 0,0 0-4 0,0 0-3 16,0 0-8-16,0 0 2 0,0 0-5 0,0 0 1 16,0 0-8-16,0 0-4 0,0 0-4 0,0 0-5 15,0 0-7-15,0 0-3 0,0 0-4 16,0 0-5-16,0 0-6 0,0 0-8 0,0 0-4 0,0 0-2 0,0 0-3 0,0 0-4 16,0 0-3-16,0 0-7 0,0 0-3 15,0 0 0-15,0 0-2 0,0 0-5 0,0 0 2 16,9 2-3-16,-9-2 3 0,10 1-1 0,-4 1 0 15,2 1 0-15,0-3-2 0,2 2 1 0,3-1-2 0,1 1-2 16,0 2 3-16,3-2-4 0,2-1 3 16,-1-1 1-16,5 3-1 15,4-3 4-15,-4 1-6 0,6 0 1 0,-1-2-2 16,3 1 0-16,1 0-1 0,-2 0-1 0,2 0 3 16,-1 0 1-16,1-2-3 0,0 0 2 0,0 1 0 15,2-1 1-15,1-2 5 0,1 3-6 0,-1-1 2 16,1 0-4-16,0 0-3 0,0-1 5 0,1 2-1 15,-3-1 0-15,3 0 1 0,-1-1 0 0,0 3-2 16,-1-1 2-16,-4 0-1 0,1 1 1 0,3 0-1 0,-2 2-2 0,-1-2 1 16,1 0-5-16,-2 3 3 0,0 0 3 0,2-2 0 15,0-1-1-15,-1 3-2 0,0-2 2 0,4 1 2 16,-6-2-2-16,2 2-3 0,2-1 1 0,-4 0-1 16,2 2 3-16,-1-1-7 0,4 0 3 0,-1-2-3 15,-1 1 1-15,-1 1-2 0,0-1-5 0,4-2 3 16,-3 1 0-16,2 0-1 0,-4-2-1 0,4 1 6 0,-2-1-4 0,0 0 4 15,3-1-2-15,0 1 0 0,0 0 2 16,2 2 3-16,-1-3 0 0,-1 1 3 0,1 2 3 16,-1-1-8-16,-2 1 8 0,4 0-6 0,-3 3 3 15,2-3-1-15,-2 0-2 0,0 3 1 0,2-3 4 0,-1 3-7 16,-1-2 0-16,2-1-4 0,-1 0 6 0,-2 0 1 16,3-1-5-1,-4 2 6-15,0 0-3 0,6-2 0 0,-6-1 2 16,2 0-1-16,-1 4 1 0,0-4-4 0,0 2 9 15,-1-2 2-15,-1 2-5 0,4-1 0 0,0-1 3 16,-3 1-4-16,5 1 2 0,-3-1-1 0,-1-2 3 16,3 3-2-16,-1-3 1 0,-1 1 1 0,-1 0 4 15,3-1-2-15,-4 2 4 0,3-1-2 0,-1 1 1 16,-1 1-2-16,1-1-1 0,1-1 4 0,0 1-4 0,-1-2-2 0,1 3 1 16,-1-1 1-16,1 1-2 0,1 1 4 0,-4-2 2 15,3 1-6-15,1 0 3 0,-2 0-3 0,2 1 0 16,-3 0-2-16,2-1 5 0,0 0 6 0,1-1 1 15,4 1 1-15,-3 0 4 0,-1 0-6 0,-1 1 4 16,0-2-1-16,2 0-1 0,-1-1 0 0,-2 2 0 16,1 0 0-16,-1-1-3 15,2 0 0-15,2 0 1 0,-5-1-4 0,2 4-1 16,1-2 2-16,0 0-2 0,0 1 1 0,0-1 0 16,2-1-1-16,0 1-2 0,-1 0 5 15,2 0-4-15,12 0-2 0,-14 1-2 0,-3 0-1 0,6 0 2 16,-4-1-1-16,3 2 2 0,-3-1-3 0,4-2-2 15,-5 2 4-15,3-1-1 0,1 1-1 0,-3 1-1 16,3-1 1-16,11-1 11 0,-13 2-10 0,-1-4-3 0,5 4 2 16,-2-2-1-16,11 0-2 0,-15 1 2 0,3 0-1 0,1-1 2 15,2 0-4-15,8 0 3 0,-12 1-1 16,2-2 0-16,-3 2 4 0,4-1-3 0,-3 1-1 16,-1 0 0-16,0 2 1 0,1-3 2 0,2 2-3 15,-4-1 1-15,1 0 0 0,-2 0 4 0,1-1-3 16,0 4 5-16,0-3-1 0,3-1-4 0,-1 0 10 0,-2 1-11 0,1-1 3 15,1 1-2-15,13 1-1 0,-11-2 0 0,-1 3 0 16,15-1-1-16,-13 1-1 0,9-3 2 0,-10 2 1 16,11 0-3-16,-12 0 7 0,12-1-7 0,-15-1 5 15,5 2-2-15,9-1 1 0,-10 0-3 0,0 0 2 16,11 1 0-16,1 0-3 0,-12-2 2 0,-3 3 6 16,16-2-6-16,-14 1-1 15,14 3 1-15,-16-5 0 0,1 0 1 0,-2 1-1 16,6 0 0-16,-5-2 1 0,-2 5 7 0,1-3 0 15,-1-1-5-15,2 0 0 0,-2 0 3 0,-1-2-3 16,1 0 2-16,-2 1 1 0,4 0 0 0,-1-2 6 16,-3 3-5-16,3-3-2 0,0 3 1 0,1-1 0 15,-1 0-1-15,2-1-1 0,-1 0-2 0,-3 1 1 16,1-1-1-16,-2 1 1 0,4 0 2 0,-4 0-4 0,3-1 4 0,1 2-6 16,0 0 2-16,-3 0 2 0,5-1 0 0,-2 2 0 15,0-4 0-15,2 3-1 0,-1 0-1 16,0-2 1-16,-1-1 0 0,3 2-4 0,-2 0 2 15,3-1 0-15,10 0 1 0,-12-1-1 0,13 5 0 0,-2-5 2 16,-11 3 1-16,10-1-5 0,-11 0 6 0,3-1-1 16,-1 0 0-1,15 0 2-15,-17 1 1 0,13 2 3 0,-11-4 0 16,-2 3 2-16,0-4-1 0,-1 3-1 0,-1-1 0 16,0 1 1-16,-1-2 0 0,-2-1 0 0,-3 0 4 15,1 1 1-15,-3 0 3 0,4 1 3 0,-13 2-1 16,11-1 0-16,-2 0 0 0,-8-4 0 0,-2 4 0 15,1 0 3-15,-1 0 0 0,-4-1 0 0,-1 1 2 16,1 0 1-16,-1 0 3 0,-3-1 2 0,0 2 4 0,-2-2 1 0,1 2 3 16,-4-3 0-16,-5 3 0 0,9 0 5 0,-4 0-1 15,-5 0 0-15,7-2-7 0,-7 2 0 0,7-1-3 16,-7 1-2-16,5-1-4 0,-5 1-2 0,0 0-3 16,0 0-3-16,0 0-1 0,0 0-3 0,0 0-4 15,8 0 3-15,-8 0-4 0,0 0-1 0,0 0-1 16,0 0-2-16,0 0 0 0,0 0 0 0,0 0 0 0,0 0-4 0,0 0 2 15,0 0 3-15,0 0-4 0,0 0 1 0,0 0 0 16,0 0 3-16,5 2-7 0,-5-2 3 16,0 0-9-16,0 0-18 0,0 0-26 0,0 0-39 0,0 0-61 15,0 0-113-15,0 0-214 0,0 0-517 0,-9-15 228 16</inkml:trace>
  <inkml:trace contextRef="#ctx0" brushRef="#br0" timeOffset="26446.46">4425 11442 152 0,'0'0'170'16,"0"0"-18"-16,-3-3-21 0,3 3-19 0,0 0-3 16,0 0-18-16,0 0-12 0,-10 15-16 0,4 2 3 15,-1 1-10-15,-2 10-10 0,-1 3 0 0,1 3-5 16,-5 12-7-16,0 2-1 0,2 2-5 0,1-3 0 15,2 1-7-15,0 0 1 0,0-13-1 0,1 1-2 0,2-1-1 16,-3-2-5-16,5-2-2 0,-1-1 2 0,-3-2-5 0,7-4-1 16,-1-6 2-16,-2-2 2 0,1-3-1 15,3-5-3-15,0 1 5 0,-2-2 24 0,0-2 22 16,2-1 26-16,-2 0 25 0,2 0 26 0,0-4-12 16,-12 0-13-16,2-4-12 0,-3 0-10 0,-3-3-10 0,-5-1-5 15,-4-6-8 1,-1 2-3-16,3-2-5 0,4 4-10 0,1-1-4 15,-5 0-3-15,4 1-7 0,5 3-6 0,1 0-2 16,3 2-3-16,1 0 0 0,0 2-4 0,4-1 4 16,0 2-10-16,1-1-5 0,0 3-24 0,0-3-41 15,4 3-12-15,-7-1-26 0,7 1-34 0,0 0-24 16,-5 4-27-16,5-4-224 0,0 5-438 0,0-5 193 16</inkml:trace>
  <inkml:trace contextRef="#ctx0" brushRef="#br0" timeOffset="26768.12">3928 11965 89 0,'0'0'158'0,"0"0"-20"0,0 0-6 0,0 0-19 0,0 0-13 16,15 3 0-16,-2-3-9 0,8-2 0 0,11 1-11 16,2-2-6-16,1 1-6 0,4-4-5 0,-4 2-6 0,-1 1-8 15,-1-2-2-15,-4 4-5 0,-6-3-6 0,-5 3 1 16,-1 0-3-16,-7-1-6 0,-1 1-1 0,1 1 2 0,-3-2 8 16,-2 2-5-16,0-2 14 0,-5 2 3 15,0 0-7-15,10 0-6 0,-10 0-10 0,0 0-9 16,0 0-10-16,0 0-20 0,-14 8-8 0,9-6-25 15,0 1-24-15,-2 0-20 0,5 0-32 0,-2-2-148 0,-1 2-291 0,0-2 130 16</inkml:trace>
  <inkml:trace contextRef="#ctx0" brushRef="#br0" timeOffset="27147.09">4537 12051 89 0,'0'0'339'0,"0"0"-27"15,0 0-30-15,5 3-29 0,-5-3-28 0,0 0-23 16,0 0-24-16,0 0-18 0,0 0-25 0,0 4-16 16,0-4-19-16,0 0-8 0,0 7-8 0,0-4-13 0,0 3-4 15,0 2-9-15,0 1-7 0,3 2-4 0,-3 3-6 16,0-1-2-16,-3 1-5 0,3 5-5 0,0-2-2 0,0 1-6 15,0-2 3-15,-1-4-2 0,1-1-6 0,-4 0 2 16,4 0-4-16,-1-2-1 0,1-1 1 16,0-2-3-16,0-1 0 0,0-2 0 0,0 1 3 15,0-4 5-15,0 8-2 16,0-5 0-16,0-3 19 0,0 0 22 0,-3 4 17 16,3-4 2-16,0 0-1 0,0 0 5 0,0 0-10 15,3 2-9-15,-3-2 0 0,0 0-14 0,0 0-2 16,0 0-9-16,0 0-10 0,0 0-33 0,0 0-25 15,0 0-29-15,0 0-31 0,0 0-42 0,0 0-43 0,0 0-53 16,0 0-322-16,0 0-598 0,0 0 265 0</inkml:trace>
  <inkml:trace contextRef="#ctx0" brushRef="#br0" timeOffset="27354.01">4780 12205 145 0,'0'0'359'0,"7"-4"-33"32,-4 4-33-32,-3 0-29 0,4-4-32 0,-4 4-24 15,0 0-23-15,0 0-40 0,0 0-36 0,0 0-8 0,0 0-12 0,0 11-11 0,-4-3-14 0,0 3-20 16,-6 2-28-16,1 1-38 0,-4 1-51 16,-1 2-60-16,1-2-93 0,-3-3-142 0,3 1-397 15,-6 0 175-15</inkml:trace>
  <inkml:trace contextRef="#ctx0" brushRef="#br0" timeOffset="27899.77">5346 11553 284 0,'0'-6'281'0,"0"2"-13"0,0-3-15 0,0 4-18 16,0-1-26-16,-1-2-23 0,1 6-19 0,1-6-18 15,-1 3-30-15,0 3-21 0,0 0-12 0,0 0-11 16,-3 12-7-16,2 4-9 0,-4 2-7 0,-3 8-8 16,1 3 0-16,0 6-5 0,1 0-7 15,-2 14-2-15,-1-3 1 0,4-12-5 0,3 3-4 0,0-3 1 16,0-1-2-16,2-3-2 0,-3-2-6 15,3 1 10-15,0-3-7 0,0-6-4 16,-1-3-2-16,1-5 0 0,0 0-2 0,-1-1 8 0,-1-4-12 16,1 3 7-16,0-5-4 0,1-1 8 15,-2 1 3-15,-2-3-1 0,-3-2 0 0,7 0-3 16,-18-4 2-16,4 1-3 0,-1-4-3 0,-3 1 4 16,1-2-3-16,-1-2 1 0,1 0-6 0,2-1 0 15,2 0-7-15,0 0-6 0,1 0-6 0,-2 1-22 16,6 3-20-16,1-1-29 0,0 1-18 0,4 0-23 0,-1 3-32 0,4-4-38 15,0 3-213-15,1-2-441 0,3 2 195 16</inkml:trace>
  <inkml:trace contextRef="#ctx0" brushRef="#br0" timeOffset="28100.1">5244 11889 166 0,'0'0'289'0,"0"0"-6"0,0 0-12 16,0 0-15-16,0 0-21 0,0 0-26 0,0 0-21 16,0 0-18-16,0 0-13 0,6 2-22 15,4-4-12-15,4 0-13 0,3-1-24 16,2 0-28-16,0 1-35 0,-2-1-33 0,2-1-35 16,-1 4-40-16,-4 0-50 0,4 0-35 0,-4 0-216 15,-5-3-418-15,-3 3 185 0</inkml:trace>
  <inkml:trace contextRef="#ctx0" brushRef="#br0" timeOffset="28439.52">5621 11973 138 0,'0'0'215'0,"0"0"-27"0,2 3-18 16,-2-3-17-16,4 3-19 0,1 1-13 16,-2-1-7-16,2-1-15 0,-1 3-11 0,0 2-12 15,-2-2-5-15,2 2-8 0,-1 3-7 0,0-1-9 0,1 2 0 0,-4 0-4 0,0 4-3 16,0-3-4-16,-4 5-3 0,-2 0 0 0,0-2-2 16,-5-1-3-16,1 1-3 0,1-1-5 15,1 1 0-15,2-4 1 0,0-1 0 0,-2-2-9 16,3-1 3-16,1-2-3 0,0 0-6 0,0-2 3 15,-1 1-1-15,4-1 9 0,1 1 0 0,0-4 4 16,-4 4 2-16,4-1 3 0,0-3 1 16,9 1 2-16,-4 1-3 0,5-2 0 15,3 0-19-15,5-2-45 0,1 0-59 0,3-1-95 0,8-3-156 0,-2-2-376 0,-9 2 166 0</inkml:trace>
  <inkml:trace contextRef="#ctx0" brushRef="#br0" timeOffset="28654.22">6028 12247 132 0,'0'0'225'0,"0"0"-28"0,-5 3-24 16,5-3-14-16,-1 5-15 0,-2 0-15 0,0 1-16 0,0 3-9 0,-1 2-7 0,-1-1-17 15,-3 2-28-15,-1 2-35 0,0-1-41 0,0 0-54 16,-1-3-176-16,3 0-274 0,-4-3 121 16</inkml:trace>
  <inkml:trace contextRef="#ctx0" brushRef="#br0" timeOffset="28894.6">6469 12054 27 0,'0'0'336'0,"0"0"-12"0,0 0-14 15,0 0-17-15,4-3-26 0,-4 3-29 0,0 0-23 16,1-3-31-16,-1 3-39 0,9-4-46 15,-4 3-42-15,3-1-62 0,-3 0-68 0,9-1-85 16,-5-2-219-16,8 1-408 0,2-1 181 0</inkml:trace>
  <inkml:trace contextRef="#ctx0" brushRef="#br0" timeOffset="29048.51">7030 12019 259 0,'5'2'279'0,"-5"-2"-9"0,5 1-21 0,-5-1-24 16,0 0-22-16,8-3-37 0,-8 3-49 16,13-2-47-16,-2-1-57 0,8-1-65 0,2-1-64 0,-1 3-165 0,11-4-304 0,-2 0 135 15</inkml:trace>
  <inkml:trace contextRef="#ctx0" brushRef="#br0" timeOffset="29192.45">7613 11981 110 0,'6'2'264'16,"-6"-2"-11"-16,0 0-10 0,0 0-12 16,7 0-17-16,-7 0-14 0,0 0-21 0,0 0-26 15,6 1-48-15,-6-1-58 0,10-1-53 16,-2-1-50-16,5 0-63 0,-1-1-184 0,1 0-329 16,5-2 145-16</inkml:trace>
  <inkml:trace contextRef="#ctx0" brushRef="#br0" timeOffset="29348.5">7974 11935 304 0,'0'0'287'0,"8"0"-17"0,-8 0-14 15,0 0-25-15,0 0-21 0,9 0-34 0,-5-3-49 16,2 1-54-16,3-2-57 0,3 3-57 16,6-3-90-16,0-1-166 0,2-1-321 0,7 0 142 15</inkml:trace>
  <inkml:trace contextRef="#ctx0" brushRef="#br0" timeOffset="29476.47">8562 11894 92 0,'0'0'322'15,"7"0"2"-15,-7 0 10 0,4 2 6 0,-4-2-21 16,0 0-26-16,8 0-28 0,-8 0-16 16,0 0-77-16,5-3-103 0,-5 3-142 0,4-4-182 15,-1-1-154-15,-2-2-443 0,3-1 197 16</inkml:trace>
  <inkml:trace contextRef="#ctx0" brushRef="#br0" timeOffset="31473.58">9443 11229 174 0,'2'-6'180'16,"0"1"-14"-16,0 4-6 0,-2 1-9 0,3-6-3 16,-3 3-10-16,1-1-1 0,-1 4-11 0,0 0-8 15,0-7-11-15,0 7-9 0,0 0-13 0,0-3-8 0,0 3-12 0,0 0-11 16,0 0-12-16,0 0 1 0,0 0-8 0,0 0-2 15,-4 17-4-15,0-5-4 0,-1 4-5 0,-1 2-1 16,-1 7-1-16,1 4 2 0,0-3-8 0,0 4 1 16,3-4 0-16,4 6-2 0,1 0-2 0,4-2-2 15,0 0 5-15,4-1-3 0,0-6 0 0,2 0-1 16,3-1 2 0,-4-7-8-16,1-2 5 0,1-2 1 0,-4-2-2 15,2-2 1-15,1-1 2 0,1-1 0 0,-3 0-3 16,-1-3 7-16,-1 0 8 0,0-2 14 0,-1 0 9 15,-1-2 7-15,-1-1-1 0,2 0 2 0,-2 1-2 16,-3-5 0-16,1 3-10 0,-2 0-1 0,-1-1-7 16,0 0-5-16,-2 1-6 0,-1 0 0 0,-1 0-9 15,-2 2-1-15,0 1-2 0,-6 1-1 0,3 0-3 0,-5 2-2 0,5 1-3 16,-5 4 0-16,1 0 0 0,-1 4-3 0,4 3 0 16,-3-1 5-16,-1 4-6 0,0 6-5 0,1-1-1 15,3 5 2-15,1 0-5 0,0 0 6 0,4 3 1 16,3-1 0-16,-1-2-2 0,3 5 2 0,3-3-3 15,0 3 2-15,3 1 0 0,2-2 1 0,3 1 4 16,-2 0-1-16,2 4 2 16,-1 0-1-16,2 8-2 0,-5-10-1 0,0-5 0 15,-5 0-6-15,-2-3-1 0,-1-1 1 0,-4 1-1 16,-9-2 3-16,-3-4 3 0,-7 1 3 0,-5-1 1 16,-18 4-3-16,-6-3-40 0,-8-2-68 0,-33 2-125 15,1-5-167-15,1-7-439 0,26-9 194 0</inkml:trace>
  <inkml:trace contextRef="#ctx0" brushRef="#br0" timeOffset="32730.5">3791 11229 2 0,'1'-6'161'0,"0"1"-9"0,-1 5-5 15,2-4-4-15,-1 1-3 0,-1 3-4 0,0-5-15 16,1 0-6-16,-1 5-2 0,0 0-5 0,2-4-13 16,-2 4-8-16,0-4-2 0,0 4 2 0,0 0-2 15,1-6 9-15,-1 6-11 0,2-4-7 0,-2 4-9 0,2-3-2 0,-2 3-3 16,1-2-4-16,-1 2 2 0,3-5-9 0,-3 5-3 16,0 0-2-16,3-5-1 0,-3 5 0 15,0 0-2-15,1-4-3 0,-1 4 1 0,0 0-7 16,2-4-5-16,-2 4 0 0,0 0 5 0,1-4-10 0,-1 4-2 15,0 0-3-15,0 0-2 0,5-3-4 0,-5 3-4 16,0 0-2 0,0 0-8-16,0 0-5 0,0 0-5 0,4 9 2 15,-3-3-2-15,3 5-3 0,0 0 2 0,-3 8 2 16,2 7-3-16,-7 4 3 0,0 6-2 0,-5 16 1 16,-3 5 3-16,-10 20 2 0,3-18-2 0,-7 17 2 15,5-22-1-15,1 0 0 0,-3-1 1 0,-1-2-1 16,2-3 1-16,-4-6 4 0,10-11 0 0,-1 0-6 15,-1-5 3-15,4-3 5 0,-2 0-4 0,5-9 3 0,0 0-4 0,5-6 0 16,-2 1 8-16,4-2-2 0,-1-2 2 0,0-1 7 16,4-1 21-16,-3 0 18 0,4 1 27 0,0-4 28 15,-4 1 18-15,4-1-2 0,0 0-25 0,0 0-13 16,0 0-18-16,0 0-2 0,5-10-7 0,-1 6-13 16,1 3-2-16,-5 1-13 0,9-3-24 0,-4 3-13 15,2-2-13-15,0 6-1 16,-1-1-1-16,1 5-3 0,6 4-1 0,-4 6 4 15,0 12 0-15,-2 1 1 0,0 17 5 0,-6-2 0 16,-1 4 4-16,-4 0 0 0,-1 0 2 0,-3-1-21 16,2-13 5-16,-2-1 1 0,1-3 3 0,-1 0 2 15,4 0 3-15,-2-6 1 0,3-7-4 0,1-2-13 16,4-1 2-16,-1-4 4 0,2-3 4 0,6 3 1 16,10-7-5-16,8 0-31 0,10-4-50 0,19-6-82 0,-7-5-253 15,6-3-483-15,-2-6 214 0</inkml:trace>
  <inkml:trace contextRef="#ctx0" brushRef="#br0" timeOffset="35481.61">12029 11508 113 0,'0'0'171'0,"-1"-6"-11"15,1 6-10-15,-2-5-7 0,2 5-5 16,0-4-11-16,0 4-12 0,0 0-8 0,0 0-12 0,-3-2-7 16,3 2-13-16,0 0-5 0,0 0-9 0,0 0-10 0,-9-2-5 15,9 2-5-15,-9 3-4 0,9-3-2 0,-12 5-5 16,3-1-5-16,-1 2 0 0,0 4-8 0,-4-1 0 0,-3 3-3 15,-3 5 0-15,-1 1-5 0,7-2 2 0,1-1-3 16,-2 6-2-16,6-4 2 0,-4 0-5 16,3-1 2-16,4 1-2 0,2-1 0 0,3-5 7 0,-1 4 0 15,4-1-4 1,2-3 3-16,1 1-1 0,2-3 0 0,7 1-5 16,4-2 7-16,0-2 1 0,5-2-3 0,4-4 2 15,1-1-1-15,-1-2-1 0,-7-1-1 0,1-2-1 16,-1-1 2-16,-2-2 4 0,-1 0 5 0,-2-1 7 0,-1-1 1 15,-5-2 8-15,-1 3 5 0,-2 0 10 16,-1-2 8-16,-1 1 1 0,-4-1-3 0,-1-1-8 16,-2-2-4-16,-3 4-3 0,-2 0-6 0,-2-1-3 0,-4 3-2 0,4 3-7 15,-6-3-1-15,-2 4-4 0,2 1-3 0,-1 0-2 16,-1 2-19-16,4 3-21 0,-1-1-24 0,6 2-29 16,-4 1-20-16,3 1-30 0,5-1-28 0,1 1-61 15,0-2-117-15,4 3-367 0,0-5 163 0</inkml:trace>
  <inkml:trace contextRef="#ctx0" brushRef="#br0" timeOffset="35850.83">12329 11542 194 0,'4'-6'332'0,"-1"5"-25"16,-3 1-18-16,1-4-32 0,-1 4-20 0,5-2-30 15,-5 2-23-15,0 0-18 0,1-3-18 0,-1 3-21 16,0 0-19-16,0 0-21 0,0 0-13 0,3 9-6 16,-3-5-8-16,-3 4-5 0,2 5-5 0,-4-1-6 15,1 2-3-15,-1 4-6 0,1 0-5 0,-4-3-4 16,3 1-4-16,4-2-5 0,-4-6-7 0,3 2-4 16,0 1-3-16,0-6-4 0,0-1-2 0,1 1 2 0,1-2 5 15,0-3 13-15,0 6 23 0,-2-3 6 0,2-3-4 16,0 0-9-16,9-10 3 0,-2 3-3 0,2-2-9 15,5-3-1-15,-1-1 1 0,-3 1-3 0,-1 3-4 0,1 1 0 16,-2 1-5-16,1-2-4 0,-4 5 0 0,0 0-3 16,-1 1 0-16,0-1-7 0,0 1-3 0,-1 2-5 15,-3 1-8 1,11 4-5-16,-5-1-2 0,0 2-2 0,3 2-14 0,-1 3-23 16,6 4-24-16,-2 0-30 0,0 1-53 15,2-1-48-15,0 1-246 0,3-1-502 0,2-4 223 0</inkml:trace>
  <inkml:trace contextRef="#ctx0" brushRef="#br0" timeOffset="36331.1">13685 11502 146 0,'0'-6'269'0,"-1"-3"-22"15,-2 2-20-15,-2 2-24 0,0-1-20 16,1 1-15-16,-1-1-20 0,-4 2-15 0,-4 1-16 0,3 0-11 15,-1 3-14-15,-3 3-11 0,-2 1-8 16,-4 2-10-16,1 2-8 0,3 3-4 0,-8 2-6 0,4 5-5 0,4-6-4 0,1 3-7 16,5 0 1-16,-2 1-2 0,3 1-6 15,0-2 0-15,4-1-9 0,4-1-9 16,-2-1 0-16,3-2 0 0,3 0 6 0,-2-3 2 16,4 1 7-16,-1-3 6 0,4-1 6 0,3 0 7 0,-2-3 9 0,4-1 3 15,0-1 9-15,-2-2 4 0,2 2 3 16,4-4 6-16,-1-5-11 0,-4 5-3 15,0-1 0-15,0 2 1 0,0 0-5 16,-1-2-4-16,-2 2-2 0,0 0 2 0,-1 3-11 16,-2-2-1-16,-1 0-5 0,-1 2-7 0,1-3-6 0,-1 3-29 0,-4 1-16 0,11-1-26 15,-3 1-32-15,-3 1-48 16,7 2-48-16,-3 1-64 0,-3-1-258 16,3 0-543-16,2 1 240 0</inkml:trace>
  <inkml:trace contextRef="#ctx0" brushRef="#br0" timeOffset="36519.11">14012 11640 156 0,'5'2'264'0,"-5"-2"-26"15,0 0-26-15,0 0-27 0,0 0-16 0,-4 8-20 0,3-5-13 0,-4 3-16 0,1 2-10 16,-1 1-15-16,-1 2-35 0,-2 3-33 15,-3 0-31-15,2 1-49 0,0-2-45 16,-1-1-197-16,1-2-319 0,2-2 142 0</inkml:trace>
  <inkml:trace contextRef="#ctx0" brushRef="#br0" timeOffset="37072.51">14310 11792 275 0,'0'0'274'16,"0"0"-1"-16,0 0-8 0,0 0-28 0,0 0-25 0,0 0-22 0,0 0-16 15,6-10-19-15,-2 4-15 0,1-1-15 16,3-1-11-16,-3 0-12 0,6-6-9 0,0 0-9 15,-2-1-7-15,2 1-4 0,-1-3-4 16,2 0-8-16,1-1 1 0,1-2-3 16,-3 4-11-16,1-6 0 0,2-2-3 0,-4 8-7 0,-1-4 0 0,-3 1 6 0,3 2-10 15,-5 2-2-15,1 0 7 16,-1 3 6-16,-4 4-3 0,4 2-5 0,-4 1-9 16,1-1 0-16,2 2 3 0,-2 0-17 15,-1 1-6-15,4-1-13 0,-4 4-12 0,0 0 1 0,0 0-4 0,0 0 5 0,0 0 0 16,-17 9 0-16,12-1-2 0,-5 2 0 15,2 6 4-15,-1 1 1 0,2 0-1 16,-1-1 3-16,2 3 1 0,-1 0 0 0,2 0 13 16,2-2-18-16,3-2 2 0,-1 1-2 0,1 0 5 0,3-5 1 0,1 0 1 15,1-2 4-15,1 2-1 0,4-5 4 16,-2 3 5-16,1-7 1 0,2 2 7 16,-2-1 7-16,3-2 10 0,-1 0 3 15,0-3 3-15,-1-1 6 0,0 2 6 0,-4-3-3 0,1 3 11 0,-2-5-6 0,2 3 14 16,-3 0 3-16,0 0-3 0,-2-1-12 0,-1 1-7 15,-1 3-11-15,2-4-12 16,-2 4-5-16,-3-6-22 0,3 6-6 16,-10-4-15-16,3 2-8 0,-2 1-22 0,3 0-29 0,-4 1-30 0,-1 0-35 0,2 0-49 15,-2 0-48-15,3 1-297 0,-1-2-590 0,5-1 261 16</inkml:trace>
  <inkml:trace contextRef="#ctx0" brushRef="#br0" timeOffset="37547.24">14793 11239 250 0,'-1'-4'262'0,"1"4"-25"0,1-5-23 0,-1 5-25 0,0-4-18 0,0 4-22 0,0 0-15 16,0 0-12-16,0 0-13 0,13 3-10 15,-6-1-12-15,1 2-7 0,3 1-15 0,0 1-11 16,-1-4-9-16,3 2-9 0,-3-1-5 16,0 2-3-16,2-2-5 0,-1-2-1 0,-3 2-2 15,2-3-1-15,-4 1-1 0,2-1 1 0,0 0 2 0,-2-1 17 16,-1-1 17-16,3 0 2 0,-3-1 9 0,-1 0 10 16,2-1 10-16,-2 2 0 0,1-2 9 15,-1 3 9-15,0-3-5 0,-1 2-3 0,-3 2-9 0,5-5-10 0,-4 4-7 0,-1 1-8 16,0 0-15-16,0 0-6 0,7-3-22 15,-7 3-30-15,0 0-12 0,0 0 4 0,3 12 0 16,-3-3-2-16,-1 7 6 0,1 5-2 16,-4 5-1-16,-1 6 2 0,1 2 2 0,-1 12 2 0,1 1-3 15,3 0 8-15,-2-10-2 0,3 6 0 0,0-9 0 16,2-2 4-16,0 1 0 0,1-6 0 16,-2 1 2-16,-1-3-1 0,0-5 4 0,0-4 0 15,4-3 8-15,-4-2-11 0,0 0 3 16,0 0-3-16,-1-4 1 0,1 1 10 0,0-1-11 0,-3-2 4 0,2 2 0 0,-3-2-1 15,-1-1 6-15,-5 1-1 16,-3-1 0-16,-9 0-7 0,-12-3-36 16,-4 1-56-16,-14-5-85 0,0 1-121 0,-1-7-187 0,11 0-527 0,6-2 233 0</inkml:trace>
  <inkml:trace contextRef="#ctx0" brushRef="#br0" timeOffset="38340.05">13589 11235 34 0,'4'-2'226'0,"-4"2"-9"0,0 0-10 15,1-4-16-15,-1 4-20 16,0 0-19-16,0 0-15 0,0 0-17 0,-9-4-10 16,1 4-16-16,-3 0-8 0,-7 0-10 15,-1 1-6-15,-9-1-10 0,8 3-4 0,-10-1-6 0,1 1-6 0,-1-2-2 16,4-1-6-16,-2 0-2 0,2 4-3 16,7-4-4-16,0 1-1 0,4 1-5 0,3-1 0 15,0-1-1-15,3 0-3 0,4 3-4 0,-1-3-1 0,6 0 1 0,-9 0 0 16,9 0 3-16,-9 0-5 0,9 0-2 15,-4 0 1-15,4 0-2 16,0 0 2-16,0 0-4 0,-9 0 1 0,9 0-3 0,0 0-4 0,0 0-5 0,-1 4 7 16,1-1-4-16,0 1-3 0,0 7 2 15,-3 0-2-15,2 4 0 0,-1 4 1 16,-4 9-3-16,1 3-1 0,-5 16-5 0,-1 2 11 0,-2 0-4 0,-1-1 2 16,1 0-2-16,-2-3 2 0,4 2 0 0,2-13-7 15,1-1 11-15,0-2-4 0,0-3 2 16,4-4 2-16,-2-4-3 0,5-3 3 15,-2-2 14-15,2-3 3 0,-3-1 2 16,4-5 8-16,0 1 7 0,0 0 5 0,-1-2 7 0,-2-1 16 0,6-1 9 0,-6 1 10 16,3-4 6-16,4 5-1 0,1-5-4 15,7 2-11-15,0-2-9 0,10 0-2 16,7-1-9-16,3-2-30 0,4 0-41 0,5-1-67 16,-1 1-92-16,12-5-330 0,6 0-551 0,2-5 244 15</inkml:trace>
  <inkml:trace contextRef="#ctx0" brushRef="#br0" timeOffset="40895.53">17324 11324 59 0,'0'-3'216'0,"0"3"-13"16,-5-6-5-16,5 6-12 0,0-4-20 0,0 4-11 0,-3-3-19 0,3 3-15 15,0 0-22-15,0 0-5 0,0 0-10 0,0 0-14 16,0 0-7-16,0 0-7 0,-6 10-6 0,5-4-10 15,1 2-3-15,-4 4-5 0,4-2-5 0,-4 5 4 16,0 1-5-16,3 0-8 0,-3 1-1 0,-1 0 0 16,4 1-6-16,-3 1 3 0,0-4 1 0,3 2-2 15,-3-4-5-15,2-1 2 16,-1-5 6-16,0 4-6 0,2-3 1 0,-1-3-3 16,0 2 4-16,1-2-2 0,1-1 2 0,-1 0 0 15,1-4 7-15,-3 5-3 0,3-5-4 0,0 0-21 16,0 0-26-16,-10-12-30 0,8 4-21 0,-1-4-23 15,2-5-9-15,2 1-15 0,-2-3-30 0,2-7-119 16,-1 2-306-16,1-4 135 0</inkml:trace>
  <inkml:trace contextRef="#ctx0" brushRef="#br0" timeOffset="41033.56">17243 11332 343 0,'0'-19'77'0,"-2"0"27"0,4 1 13 0,-4 2 19 15,2 2 24-15,-1 1 21 0,1-1 12 0,-1 6 8 16,2-3-4-16,0 3-6 0,-1 1-3 0,2 1-18 16,-2 1-18-16,0 2-17 0,0 0-16 15,0 3-13-15,0-7-16 0,0 7-31 0,0-4-25 0,0 4-29 16,0 0-10-16,0 0-11 0,0 0-16 0,0 0-24 15,7 8-31-15,-4-2-33 0,2-2-41 0,1 1-36 0,-5 2-184 16,3-1-413-16,4-2 183 0</inkml:trace>
  <inkml:trace contextRef="#ctx0" brushRef="#br0" timeOffset="42104.84">17899 11208 168 0,'2'-4'209'0,"-2"4"-12"0,0 0-10 0,1-4-16 0,-1 4-19 16,0 0-6-16,0 0-25 0,0 0-11 0,0 0-14 15,-9-3-9-15,9 3-10 0,-17 5-5 0,6 2-10 16,-2-2-1-16,-1 3-12 0,1-1-5 0,-1 2-9 16,0 0-1-16,0 1-5 0,6 0-1 0,-2-2-8 15,3 3 2-15,1-2-3 0,2 3-1 0,7-1 0 16,-3 1-4-16,5 0-2 0,7 3 5 0,2-1-2 15,1 0-1-15,8 1-9 16,0-1 6-16,1-2-3 0,-6-3-2 0,3 0-3 16,-3 0 4-16,-2-1-2 0,2-1-5 0,-8-1-7 0,-1-2-2 0,-2-2-4 0,0 4-4 0,-4-2 6 15,-2-1 2-15,-2 1-1 0,-8 2 3 0,0-2 0 16,-9 3 3-16,-9 0 2 0,0 1 2 0,-3-3-9 16,-2 3-31-16,1-4-44 0,3-4-47 15,0 1-201-15,6 0-359 0,4-2 159 16</inkml:trace>
  <inkml:trace contextRef="#ctx0" brushRef="#br0" timeOffset="42971.41">19525 11269 175 0,'1'-2'195'0,"-1"2"-8"0,3-7-10 15,-3 7-14-15,0-3-8 0,0 3-19 16,1-4-17-16,-1 4-13 0,0 0-10 15,-8-2-13-15,8 2-9 0,-13 2-9 0,2 2-3 16,-2 2-14-16,-5 3-6 0,-5 1-5 16,-1 5-3-16,0 0-6 0,1-1-2 0,0 4-7 0,2-1 0 0,7-3 1 0,0 0-5 15,-1-1 0-15,3 3-4 16,3-2-7-16,1 2 5 0,2 1-1 0,5-6 7 16,1-1 3-16,5 1-1 0,-1-1 2 0,6 0 5 0,-1-6-1 0,6 4 3 15,2-4-1-15,2-3-1 0,3-2-1 0,-2-2 8 16,1-4 6-16,-2 1 2 0,2-3 6 15,-4-2 3-15,0 1 1 0,-2-1 1 16,-2 0 0-16,-2-3 6 0,1 2-4 0,-4-1-6 16,-2 1-5-16,-1-2-3 0,-2 0-4 0,-3 4 9 0,-3-2-17 15,-2-1-7-15,5 3 1 0,-5-1-5 0,1 4-10 16,-5-2-7-16,1 2-13 0,-3 3-16 16,2-1-22-16,0 0-21 0,-4 4-33 0,3 1-27 15,-1-2-46-15,3 2-235 0,8 0-451 0,-10 2 200 0</inkml:trace>
  <inkml:trace contextRef="#ctx0" brushRef="#br0" timeOffset="44323.7">19699 11233 30 0,'6'-4'240'0,"-3"0"-19"16,3-3-22-16,0 6-24 0,3-2-17 0,4 1-15 15,0 1-9-15,0 2-16 0,6 1-8 16,-3 2-9-16,3 4-12 0,1-3-4 16,-6 4-11-16,2 2-12 0,-3 0-5 0,-4-1-9 0,1-1 0 0,-3 2-8 0,-4 1-6 15,0-1-4-15,-3 3-8 0,-3-3 1 16,0 2-5-16,-6 1 0 0,-1-1-2 0,1-3 2 16,0 0-3-16,-3-3 1 0,2-1-2 0,0 0 0 0,0-3 2 15,3 1-1-15,1-1 1 0,-1-2-2 16,7-1 1-16,-10-5-13 0,10-1-9 0,1 0-7 15,7-4-4-15,2-3-7 0,6-1-4 16,5-8-4-16,6 3-9 0,-1-5-8 0,3-1-7 16,-1 1 8-16,13-9 3 0,-1 1 0 0,-5-3 5 0,-3 13 2 15,-5-1 15-15,0 2 15 0,-1 1 17 16,-7 1 24-16,-5 5 26 0,0 1 19 0,-3 1 8 0,-1 2 12 16,-2 3 15-16,0 0 4 0,-2-1 1 15,-2 4 0-15,2 0-5 0,-2 1-12 0,0-3-7 0,-1 5-11 16,-1-2-6-16,2 1 7 0,-4 2-26 15,0 0-18-15,3-6-15 0,-3 6-18 16,0 0 12-16,0 0-20 0,2 12 0 0,-2-2 2 0,2 5-3 0,-5 4-1 16,-1 10 2-16,0 1-7 0,-1 1 4 0,0 2 1 15,0 3 0-15,-1-2 2 16,-1-1-2-16,3 1 1 0,2-1-3 0,-1-3 4 16,2 1 0-16,-2-5 2 0,2-2-4 0,-4-5 7 0,5-2-3 0,0-2-1 15,0-4 4-15,0-1 4 0,-1-2-2 0,1-4-2 0,-1 2 5 16,2-1 3-16,-4 0 9 15,3-4 12-15,0-1 4 0,0 5 1 0,-1-2-1 0,1-3-6 0,0 0-6 16,-10-6-1-16,5 0-14 16,-3-5-8-16,-2 4-20 0,-3-9-7 0,-5 4 1 0,5-2-13 15,-10-4 3-15,4 0 0 0,-1 2-2 16,-1-1 7-16,2 4 3 0,2 2 1 0,2 0 6 0,5 2 2 16,0 3 1-16,0 0 2 0,2 0 3 15,3 1 6-15,1 2 5 0,0 0 0 0,0-1-2 0,4 4-14 0,8-5-9 16,3 0-13-16,8 0-16 0,10-2-18 15,2 2-16-15,4-1-6 0,2 0 0 0,14-3 7 0,-12 4-3 16,14-3-15-16,-16 3-16 0,3-2 0 16,-3 1 6-16,-1-1 5 0,-2-3 10 15,-3-1 5-15,-2-1 11 0,-2 1 18 0,-10-2 33 0,-1 1 23 16,-3 1 34-16,-1-4 19 0,-2 1 21 0,-4-1 10 0,-2 3 18 16,-1 1 15-16,-1 0 17 0,1-2 18 15,-2 4-7-15,0 2-1 0,-1 1 0 0,1-2-7 16,-1 2-12-16,2 2-10 0,-2 0-9 15,0 4-17-15,0-6-4 0,0 6-23 0,0-5-15 0,0 5-28 16,0 0-3-16,0 0 1 0,0 0-2 0,-2 18 0 0,2-4-2 16,-3 2-3-16,0 4 0 0,-2 6 2 15,0 3-1-15,0 3 1 0,0-3-1 0,-2 5-4 0,0-2 1 16,-1-2 3-16,0-2-2 16,6-3 5-16,-2-7-1 0,0-1 1 0,-1-1-3 0,4-3 1 0,1-5-7 15,-3 1 3-15,2-4-7 0,-2-1 11 16,3 3 12-16,0-3 27 0,0-4 26 0,-1 5 32 0,1-5 10 15,0 0 5-15,0 0-11 0,0 0-1 0,10-9-10 16,-1 2-12-16,-1-4-4 0,0 1-10 16,4-3-19-16,0-4-9 0,-1 4-4 0,3 4-14 0,-6-2 7 15,0 2-6-15,-2 5-3 16,-1-3 11-16,0 4-19 0,-1-1-9 0,0 1-24 0,-1 1-23 16,2 0-5-16,2 2-16 0,-7 0 3 0,12 0-3 0,-2 4-3 0,0-1-6 15,3 3-6-15,6 2-7 0,-1 0-9 0,5 3-10 16,4-2-10-16,1 1-10 15,-1-3-1-15,0 2 6 0,2-1 5 0,-1-6-9 0,0 4 5 16,1-5 8-16,-4 2 0 0,-3-3 6 16,-1-3 8-16,-1-1 4 0,-1-1 24 0,1 0 20 0,-6-6 19 15,-3 7 23-15,-3-6 22 0,0 3 19 16,0-4 11-16,-3 4 10 0,0-4 7 0,-4 1 3 0,2 0-1 16,-2 1 4-16,-1 2-12 0,-1 1-4 15,-2-1-8-15,2 2-4 0,-4-2-5 0,-3 5-3 0,3-3-4 16,-4 2-3-16,-1 2-6 0,-2 1 1 15,2 0-7-15,-4 4 0 0,1 1-2 16,-1 0-4-16,0 3 0 0,-1 0 2 0,1 2-7 0,0 1 2 0,1 0 2 16,4 2-3-16,0-4 1 0,4 2 0 0,1-2-6 15,2 2 2-15,2-3 1 0,1 3 1 0,0-5 2 0,6 5-1 16,0-5 7-16,5 1-2 16,-2-3 0-16,5-1 1 0,3-2 2 0,0 0-1 0,1-2 1 0,-1-2 0 15,-1 0-2-15,-2-2 1 16,3-4 1-16,-8 4-4 0,3-4 1 0,-3-3-11 15,-1 4-5-15,1-6-15 0,-3-1-12 0,-3 3 2 0,-2-4-1 16,-2 3-1-16,3 1 3 0,-6 2 3 0,2-2 0 0,-4 3 0 16,-2 1-5-16,-3 0-12 0,1 2-16 15,0 3-16-15,-2 0-25 0,-1-1-21 0,3 3-50 0,-1 2-144 16,2-1-347-16,8 0 154 0</inkml:trace>
  <inkml:trace contextRef="#ctx0" brushRef="#br0" timeOffset="46013.08">21647 11248 199 0,'2'-5'228'15,"-2"0"-14"-15,2 0-5 0,-2-2-13 16,0 3-20-16,0-1-17 0,-4 0-14 0,4 2-16 0,-1-4-16 0,-3 5-14 15,-2-2-11-15,0 1-8 16,-2 2-8-16,-3-1-9 0,2 2-7 0,-3 2-10 16,0 0-4-16,1 1-5 0,-1 0-4 0,2 3-5 0,-1-1-2 15,2 1-3-15,-2 3-6 0,3-2 2 16,0 2-5-16,1-3-5 0,2 3-7 0,4-2 1 16,-2 2 0-16,3-1 3 0,3-3-8 0,1 4 6 0,2-1-4 15,3-3 3-15,4-1 2 0,0-2-5 0,5-1-3 0,-2 2 3 16,2-6 4-16,1 0-3 0,-5-1 3 0,4 0 1 15,-5-2-2-15,-3 0 8 0,3-1 7 0,-3-1-1 16,-1 0 9-16,1 1 3 0,-1 0 6 0,-5 0 10 16,3 2 5-16,-2 2-1 0,-3-2 1 0,3 3-7 15,-2-1-10-15,-2-1-10 0,-1 4-23 0,5-1-22 16,-5 1-1-16,0 0-2 0,0 0 5 0,-1 10 0 16,-3 1-2-16,2 0 4 0,-5 4 1 0,3 3 1 15,-7 6 0-15,3 4 3 16,-1-1 2-16,-1 5-3 0,-2 2 9 0,3 0-1 15,-1 1 1-15,4-4 1 0,-2 3 1 0,0-5-1 16,2 1 1-16,-1-5 0 0,3-6 3 0,0-1-1 16,1-3 0-16,-3-1 0 0,2-3-2 0,0-2 1 15,0-1 0-15,2-4 3 0,-2 1 4 0,-2-4 2 16,-1 0 6-16,-2-1 1 0,-1-2-1 0,-2-3 3 16,0 0 10-16,0-2 0 0,-3-6 4 0,2 2 4 0,-1-3 2 0,4-2 7 15,-2 0-2-15,2-9-5 0,3-1-15 0,5-2-10 16,4 0-7-16,4-1-10 0,0 1-1 0,7 3-4 15,1 2-9-15,7 2-8 0,3 2-4 0,3-2-7 16,2 5-3-16,4 0 5 0,16-2-4 0,1 2-1 16,-13 7 3-16,13-4-1 0,1 3 2 0,-13 4-3 15,-2-1 2-15,-3 1 0 0,0 0 5 0,-11 5 0 0,1-4 9 16,-6 2 0-16,-3 1 4 0,-3 0 15 0,0-1 7 16,-3 3 16-16,-3-2 10 0,2 2 8 15,-7 0 0-15,6-3-5 0,-2 2-2 0,-4 1-7 16,5-1 0-16,-5 1-5 0,0 0-3 15,0 0-1-15,0 0 1 0,0 0-3 16,0 0-1-16,-14-4 1 0,14 4-3 0,-11 2-2 0,11-2-2 0,-20 3-2 16,11-2 0-16,-2 2-3 0,2 2 5 15,0-1 0-15,-2 0-5 0,0 1 0 0,2 1 3 16,-1 0-2-16,1-1 1 0,0 3-2 0,2-1 0 0,-2 0 3 0,4 0-3 16,-2 3-1-16,2-3 1 0,1 4 2 0,4-5 2 15,-1 1-6-15,0 0 2 0,1 1-1 16,1-4 1-16,0 2 3 0,3-1 4 15,3 1 0-15,0-4 1 0,2 0 3 0,-1-1 7 0,2-1 15 0,0-1-3 16,3-2 4-16,-3-1 8 0,2 0 7 16,-1-1 1-16,-4-3-7 0,5 0-1 15,-4 1-4-15,-2-3-1 0,0 1-6 0,0-1 6 16,-1 1-6-16,-4-1-5 0,-1 3-3 0,0-1-3 0,0 2-7 0,0 0-9 0,-1 1-12 16,-6-1-10-16,1 0-10 0,1 5-12 15,0-3-10-15,-3 2-20 16,-4 2-14-16,5-2-25 0,1 2-18 0,-6 2-17 0,6-1-35 0,0 0-220 0,-1 0-435 15,1 1 193-15</inkml:trace>
  <inkml:trace contextRef="#ctx0" brushRef="#br0" timeOffset="47241.31">22365 11208 212 0,'0'0'302'0,"0"0"-17"15,0 0-20-15,3-4-18 0,-3 4-23 0,0 0-21 0,0 0-24 0,0 0-15 16,0 0-25-16,0 0-17 0,0 0-18 16,0 0-19-16,0 0-15 0,0 0-5 15,1 10-6-15,-1-6-8 0,0 4 2 16,0 0-16-16,0 1-2 0,-2 3-4 0,0-2-4 0,0 4-6 0,-1-4 3 0,3 2-4 16,-1-1-3-16,-3 0-1 0,4 1 1 0,-1-6-1 15,1 0-1-15,-1-2-2 16,1 2 4-16,-3-1-1 0,3 0 7 0,0-5 19 0,0 4 32 0,0-4 31 0,4 4-1 15,-4-4-3-15,0 0-13 0,9-8-11 16,-4 3-7-16,3-3-3 0,-2 1-13 16,4-4-4-16,-1 4-2 0,0-4-14 0,1 1 0 15,-1 3-2-15,-4-1-7 0,3 1-1 16,-4 3 3-16,1-1-9 0,-1 1 6 0,-2 3-10 0,1-3-9 0,-1 1-11 16,-2 3-8-16,6-3-17 0,-6 3-14 15,2-2-18-15,-2 2-4 0,0 0 9 0,0 0 4 16,5 7 3-16,0-5 6 0,-2 4 7 15,3-1-4-15,-1 1-5 0,4 3-3 0,4-1 2 0,1 0-9 0,1-1-2 0,2 0 6 16,6 0 3-16,5 0 1 0,2 0 2 16,2-3-7-16,0-4-1 0,0 1-5 15,-2-1 10-15,2-1 0 0,-2-2 3 0,0-2 8 0,-2-1 5 0,-5 0 0 16,-7-1 14-16,0-2 17 0,-6 3 14 0,3-1 18 16,-5 1 8-16,-2 0 3 0,-2 1-2 15,-1-2-3-15,-1 2-6 0,-2 0-5 16,0 0-4-16,-2 0-2 0,-5 1-3 15,2 1-6-15,-4-1 2 0,-5 4-5 0,1 0-1 0,-1 1 1 0,-4 0-9 0,4 3 6 16,0-1 0-16,-2 2-3 0,0 2 1 16,4-2-1-16,0 2 0 0,-4 0-3 15,5 1 2-15,2-1-2 0,2-2 0 16,0 0-2-16,2 2 0 0,1-4 1 0,-1 0 1 0,5 2 3 0,0-5 6 0,5 3 7 16,-1 0 4-16,5-3-5 0,1-3 4 15,3 1 5-15,1-2 2 0,2-1 4 0,1-1-1 16,0-1 3-16,2 0-5 0,1 1-1 15,-3-3-4-15,1 3-2 0,-8-1-3 0,3 2 0 0,0 1 3 0,-4 0 0 16,-3-1-6-16,2 3 2 0,-2 1-4 16,-2-1-5-16,1 0-6 0,-1 0-4 15,-4 2-6-15,10 0-2 0,-10 0-4 0,10 2 0 16,-7 1-4-16,4-1-4 0,-2 2-5 0,2-1-6 0,2 2-4 0,-2-1-5 0,0 0-7 16,5 0-7-16,-5 0-1 0,4-1-6 15,-1-1-2-15,0-2 4 16,-1 0 2-16,1-2 3 0,-1-1 5 15,-2-2 7-15,4-2 5 0,-5 0 11 0,2-3 10 0,0 0 19 0,-2-6 17 0,3 0 0 16,-4-1 13-16,2-2 2 0,2-4 14 0,-2-3 5 16,1-1 3-16,1 1 4 0,0-3-2 15,0-1 13-15,0 3 12 0,0 2-7 16,-3 7 5-16,-1 1-3 0,0 0 9 16,-1 5 5-16,0 0-2 0,-1 6-11 0,-2 1-11 0,1-2-8 0,3 2-11 15,-5 3-33-15,2-2-32 0,-2 4 6 0,0 0-8 16,0 0 3-16,-7 18 3 0,4-2-3 15,-5 8 5-15,-3 5 0 0,-1 6 2 0,-5 10-2 0,-1 3 3 0,2-5 0 0,4-9 1 16,3-2 2-16,0 2 1 0,4-5-1 16,4-3 4-16,0-1 10 0,2-7-6 0,0-6 8 15,4 4 20-15,-1-5 13 16,4 0 10-16,5-1 12 0,3 1 2 0,11-2-6 0,5-5-3 0,4-4 1 0,2 1-14 16,13-5-5-16,-11 0-22 0,11-5-38 15,-13 1-52-15,3-2-70 0,-4-2-98 16,-2-3-353-16,-2-2-643 0,-2-3 284 0</inkml:trace>
  <inkml:trace contextRef="#ctx0" brushRef="#br0" timeOffset="47930.1">25437 11134 106 0,'-1'-6'316'0,"0"3"-11"0,1 3-5 0,1-8-8 0,-1 4-15 16,0 4-7-16,-1-6-19 0,1 6-20 16,0 0-30-16,-2-5-8 0,2 5-30 15,0 0-25-15,0 0-15 0,2-2-18 16,-2 2-48-16,0 0-14 0,0 0-5 0,0 0-6 0,-2 15-4 0,1-5-5 0,0 5 1 16,0-2-4-16,-1 3 4 0,-2 1-6 15,2-1-9-15,1 1 4 0,-2 2 5 16,1-4-6-16,0 1-7 0,0-4-22 15,-1 0-12-15,3-1-13 0,-2-2-13 0,0-1-14 0,1 0-18 0,-3-2-17 0,4-2-4 16,-1 1 8-16,-2-2 14 0,2 0 4 16,1-3-30-16,0 0-91 0,-18-6-221 0,9-2-459 15,-1-2 203-15</inkml:trace>
  <inkml:trace contextRef="#ctx0" brushRef="#br0" timeOffset="48050.51">25326 10897 239 0,'4'-12'225'0,"-3"2"-14"0,2 2-19 0,-1 2-20 0,0 0-17 0,0 1-34 16,-1 1-36-16,-1 4-24 0,6-1-37 16,-6 1-25-16,11 4-36 0,-5 0-40 15,2 3-152-15,1-2-247 0,0 4 110 0</inkml:trace>
  <inkml:trace contextRef="#ctx0" brushRef="#br0" timeOffset="48392.98">26072 10622 208 0,'2'-8'257'0,"-1"3"-17"0,-1 0-25 16,0-2-26-16,0 6-22 0,0 1-20 15,0-6-20-15,0 6-13 0,0 0-12 0,0 0-10 0,-10 17-10 0,2-2-15 16,-1 11-3-16,-4 5-10 0,-5 17-2 0,-1 1-8 15,-3 4 8-15,-2 3-3 0,-8 20-5 0,12-23-2 16,3 0-4-16,2-1-3 0,1-6-8 16,1-11-2-16,8-4 1 0,-3 0 1 15,3-4-7-15,1-3-6 0,-1-7 1 0,4-5 2 0,-3-1-3 0,4 0-2 16,-4-4 4-16,4 1-1 0,-1-4 27 16,-3-1 19-16,4 3 17 0,0-2 31 15,0-4 0-15,-1 4 3 0,1-4-11 0,0 0-5 0,-7 1-18 0,7-1-7 16,0 0-5-16,-11-8-41 0,7 0-64 15,0 2-65-15,-1-6-95 0,1 2-106 16,3-7-197-16,-2 0-543 0,7-1 239 0</inkml:trace>
  <inkml:trace contextRef="#ctx0" brushRef="#br0" timeOffset="48660.54">25814 11119 233 0,'0'0'263'16,"-1"4"4"-16,1-4-22 0,-4 3-21 15,4-3-23-15,14 1-18 0,4-1-19 0,13 0-16 0,22-1-13 0,4 0-14 16,5-2-14-16,5 0-13 0,-3-2-8 16,1 1-8-16,-8-1-12 0,-3 0-9 15,-21 1-9-15,-1 1-3 0,-13 0-6 16,-1 1-8-16,-4 0 1 0,-5 1-4 0,-1-1-5 0,-2 0-6 0,-1 0-9 0,-3-1-15 15,-2 3-17-15,0 0-20 0,-21-4-31 16,3 4-42-16,-1 1-46 0,-10 2-257 16,-1-3-453-16,10 4 202 0</inkml:trace>
  <inkml:trace contextRef="#ctx0" brushRef="#br0" timeOffset="51424.57">8519 13712 90 0,'0'-8'255'0,"-3"3"-8"0,3-2-17 16,-2-1-10-16,1 3-10 0,-2 1-16 0,3 1-17 0,0-2-13 0,-1 1-19 16,1 4-14-16,-2-5-13 0,2 5-20 15,-1-3-17-15,1 3-30 0,0 0-37 16,0 0-7-16,0 0-1 0,-6 13 0 0,2 3-3 0,0 14-1 16,-3 6 4-16,-1 12 0 0,-1 4-1 15,1 2-2-15,-2 4 0 0,1 1 11 0,-3-1 1 16,5-1-3-16,-4 0 0 0,2 0 0 0,3-3-1 0,-5-2 0 15,2 0-1-15,2-3 2 0,-8-5-3 16,6-9 0-16,-1-2 0 0,0-3 2 0,-1-5 3 0,4-6 1 16,-5-3-3-16,6-6-2 0,1 0 18 15,-1-3 13-15,-1-6 4 0,1 1 6 0,-3-4-1 0,-4-2-1 0,-4-3 12 0,-2-3 3 16,1-6 13-16,-5-1 19 0,4-2 8 16,4 6 9-16,-4-6 16 15,4 7 4-15,1-1-2 0,5 2-9 0,2 3-6 0,-1 0-17 16,2 3-10-16,1 1-9 0,-2-1-13 0,5 1-14 15,-2 1-16-15,1 2-48 0,3 1-61 16,-6-4-50-16,2 1-59 0,4 3 0 0,0 0-12 0,-5 8-30 0,1-1-53 16,3 2-265-16,-3 0-587 0,0-3 260 15</inkml:trace>
  <inkml:trace contextRef="#ctx0" brushRef="#br0" timeOffset="51942.92">8052 15008 5 0,'-6'-3'248'0,"1"2"-14"0,-3 0-34 0,-3 1-21 0,-1 2-18 0,-2 4-15 15,0 2-16-15,-2-1-14 0,1 4-12 16,-1 2-17-16,3-1-4 0,1 4-6 0,1-3-9 0,1 0-6 16,5-1-11-16,-1-2-24 0,0-2-6 0,4-1-6 15,-2-2-4-15,3 0 10 16,1-1 2-16,0-1 11 0,0-3 8 0,0 0 3 0,11 0 1 0,1-6 2 0,-1-1-1 16,4-1 0-16,2-3-1 15,0 2 10-15,-5 0 9 0,5 1 3 0,-8 0-1 0,0 2-2 16,1 2-3-16,-5 0-6 0,3 0-9 15,-3 1-12-15,3 1-1 0,-3 2-6 0,-5 0-2 0,10 0-4 0,-1 4-2 16,1-1 3-16,-1 1-2 16,1 2-2-16,2-1-18 0,-1 1-23 0,7 0-43 0,0 0-55 0,3 0-90 15,-5-5-244-15,6-1-491 0,-3-3 216 16</inkml:trace>
  <inkml:trace contextRef="#ctx0" brushRef="#br0" timeOffset="52754.64">8865 13837 223 0,'0'0'262'0,"0"0"-25"0,0 0-14 0,0 0-21 16,0 0-17-16,0 0-13 0,0 0-12 0,0 0-17 16,0 0-12-16,0-9-11 0,0 9-9 0,5-10-5 15,-1 4-5-15,0-1-4 0,2-4-11 0,3-2-8 16,-1-4 1-16,2 0-5 0,-1 0-1 0,0-2-5 16,4-8-10-16,-4 3-1 0,0-1-2 0,-2-1-7 0,2 1-2 0,-2-1-3 15,-2 1-3-15,0 5-3 0,-1-4-6 0,1 6 4 16,-4-2 2-16,2 3-5 0,-2 1-1 0,0 3 5 15,-1 4 2-15,3 0 2 0,-3 0-3 0,0 3-2 16,0 1-5-16,0 0-5 0,1 1-4 0,-1 0-3 16,0 4-20-16,1-5-18 0,-1 5-27 0,0 0-15 15,0 0 3-15,0 0 4 16,0 0 5-16,-6 21 4 0,2-4 21 0,-2 10 3 16,-1 4 3-16,0 3 1 0,-2-1 1 0,-1 13 1 15,4-12 3-15,3-2 0 0,0-1 2 16,4 1 2-16,1-3 1 0,3 2 0 0,0-4 2 0,5-3 3 15,-4-7 0-15,3-2 0 0,-1-4 7 0,1-1-2 16,1-4 11-16,0-1 8 0,3-1 4 0,-4-4 6 16,5-3 4-16,-4-1 5 0,2-1 3 0,-3-3-3 0,-3 1 2 15,3-3-5-15,-2-2-4 0,-2 2-2 0,0-1-4 0,-4 1-1 16,-1 0-8-16,0 0-3 0,-1 3-8 16,-4-1-2-16,0 4-16 0,-2 0-8 0,-3-1-13 15,-4 5-14-15,1 2-22 0,-5 5-31 0,-6 2-39 16,1 4-53-16,6 2-73 0,-4 2-212 0,9-5-515 0,3-2 228 15</inkml:trace>
  <inkml:trace contextRef="#ctx0" brushRef="#br0" timeOffset="54520.75">9900 13907 101 0,'1'-7'188'0,"2"-4"-6"15,-2 2-6-15,3-5-4 0,-4 5-5 0,5-2 1 0,-5 2-6 0,4-3-3 0,-3 3-11 16,1 0-8-16,0 1 1 0,-2 2-9 0,1-1-7 15,2 0-7-15,-3 2-6 0,1 0-12 0,1 3-12 16,-2 2-7-16,0-6-13 0,0 6-17 16,2-2-20-16,-2 2-21 0,0 0-7 0,0 0 1 15,0 0 1-15,-5 22-8 0,1-4 5 16,0 11 1-16,-1 4-8 0,-5 12 8 0,0 6 0 16,5 0 14-16,-2 3 0 0,0 1 4 0,-1-4-6 15,1 3-2-15,2-3 1 0,-1-1-4 16,2-4-1-16,0-10-1 0,3-2 2 0,0 0 0 0,0-2-1 0,-2-2-1 0,3-4-2 15,-3-6 2-15,2-4 1 0,1 0 1 0,0-5-2 16,0-2 5-16,0-1 2 0,-2-2 8 0,0-1 17 16,1 0 4-16,-3-3 8 0,-1 1-5 0,5-3 0 15,-14 0-3-15,5-4-5 0,-5 1-4 0,5-2-1 16,-6-3-2-16,2 0 2 0,4 2-1 16,-4-2 2-16,3 2 2 0,1-1-3 0,0 0 4 15,1-1-9-15,2 0-18 0,0-1-20 0,-1 6-33 16,4-2-31-16,-3-4-41 0,4 6-42 15,-1-2-54-15,5-2-53 0,-2 0-218 0,2 1-522 16,2 1 231-16</inkml:trace>
  <inkml:trace contextRef="#ctx0" brushRef="#br0" timeOffset="54803.03">9636 14300 50 0,'0'0'242'0,"0"0"-8"0,-8 0-15 0,8 0-22 0,0 0-22 0,0 0-16 0,0 0-15 16,0 0-15-16,0 0-15 0,33-3-9 0,-12 1-12 16,8-1-8-16,0 0-8 0,6-2-6 0,-1 1-11 0,1-1-6 15,0 0-3-15,-4 3-6 0,0-4-4 16,-9 2-3-16,-2 1-4 0,1 3-4 0,-6-2-7 15,-5 1-14-15,2 1-21 0,-6 0-21 16,-2-1-14-16,-4 1 1 0,0 0-8 16,0 0-19-16,0 0-33 0,-10 9-36 0,1-7-186 15,-1 3-355-15,2-2 157 0</inkml:trace>
  <inkml:trace contextRef="#ctx0" brushRef="#br0" timeOffset="55133.47">10295 14462 374 0,'0'0'351'0,"0"0"-14"0,0-5-28 0,0 5-25 15,0 0-23-15,0 0-29 0,-1-5-18 0,1 5-7 16,0 0-39-16,0 0-31 0,0 0-18 0,0 0-21 15,0 0-19 1,0 0-14-16,0 0-4 0,0 14-7 0,0-9-10 16,-3 4-5-16,2 1-3 0,0 0-1 0,-3 6-5 0,2 1-1 15,0-2-2-15,-1 1-7 0,2 0 0 0,-3-1 2 0,2 1-4 0,-1-6-25 0,2 2-7 16,1-3-8-16,-3 0-14 0,1-2-11 16,2-1-13-16,-2-2-6 0,0 0 1 0,1-1 6 15,1-3 3-15,-3 4 1 0,3-4-23 0,0 0-51 16,0 0-35-16,-13-13-31 0,11 4-18 15,-2-3-188-15,3 0-435 0,1-5 193 0</inkml:trace>
  <inkml:trace contextRef="#ctx0" brushRef="#br0" timeOffset="55303.99">10202 14295 152 0,'-3'-4'318'0,"2"0"-3"0,-3 3 0 15,4 1-8-15,-1-6-14 0,-2 3-23 16,3 3-27-16,-1-4-24 0,1 4-23 0,0 0-20 15,-4-3-30-15,4 3-41 0,0 0-29 16,0 0-45-16,0 0-42 0,0 0-30 0,0 0-18 16,0 0-36-16,0 0-46 0,0 0-64 0,9 12-230 15,-4-8-472-15,-2-1 209 0</inkml:trace>
  <inkml:trace contextRef="#ctx0" brushRef="#br0" timeOffset="56155.82">10933 13944 6 0,'5'-15'219'0,"-1"3"-3"16,-1-1 3-16,1 1-6 0,-1 0-11 0,-1 3-9 16,0 2-11-16,-1 1-19 0,0 2-11 0,2-1-20 15,-3 1-20-15,2 0-19 0,-2 4-22 0,0 0-3 0,0 0-12 0,0 0-6 0,-4 25-5 16,-1-7-5-16,-1 12-3 0,-4 2-1 0,-3 14-2 15,0 4-5-15,0 2-1 0,3-1 0 16,-1 1 12-16,-1 1-3 0,3-4-3 0,2-3-3 16,0-12-3-16,5 2-4 0,-1-2-1 15,3-3-4-15,-1-2 0 0,-2 0-1 0,3-10-4 0,0-1 2 16,0 1-2-16,0-9-2 0,-1 0 2 16,-2-3 0-16,3 1 3 0,0-1 6 0,0-2 5 15,3-1 6-15,-6-2 2 0,2 2-3 16,-8-3-4-16,4-1-2 0,-4 0 0 0,-3-2-2 15,-1-1-7-15,-3-1-1 0,2-1-8 0,0-3-16 0,0 4-40 0,0-6-45 0,-1 1-51 16,2-7-60-16,0 0-266 0,2-5-508 0,4-4 225 16</inkml:trace>
  <inkml:trace contextRef="#ctx0" brushRef="#br0" timeOffset="56326.54">10710 14280 47 0,'0'0'192'0,"0"0"-17"0,0 0-16 0,12 0-17 15,-1-1-15-15,3 0-11 0,7-2-23 0,9 3-41 16,1-5-62-16,1 4-173 0,0-3-197 16,1-1 88-16</inkml:trace>
  <inkml:trace contextRef="#ctx0" brushRef="#br0" timeOffset="56724.93">11297 14379 22 0,'0'0'297'15,"0"0"-27"-15,0 0-23 0,0 0-21 0,0 0-18 16,0 0-23-16,4 0-21 0,-4 0-16 16,0 0-18-16,0 0-14 0,1 7-12 0,-1-4-11 15,0 4-11-15,4-1-5 0,-1 6-7 0,0-1-8 16,-3 8-4-16,0 0-2 0,3 6-7 0,-3 5-4 16,-3-2-1-16,2 1-4 0,-3 4-1 15,-1-1-6-15,1-3-3 0,-1 3-4 0,1-6 0 16,-1 1 0-16,1-2-4 0,-2-7-19 0,2-1-6 0,-1-2 4 0,1-3 1 0,0 0 3 15,0-4 1-15,-1 1 1 0,3-4 1 0,-2 3 7 16,0-4 1-16,2 1-1 0,-1-1 2 16,-4-2 2-16,2 0 0 0,5-2-1 0,-12-1-2 15,12 1-3-15,-14-5 3 0,2 1-1 16,2-2 0-16,1-1-14 0,-2 0-25 0,0-1-40 0,0-4-55 16,-3-9-65-16,7 6-82 0,3-2-161 15,4-9-464-15,2-3 206 0</inkml:trace>
  <inkml:trace contextRef="#ctx0" brushRef="#br0" timeOffset="56895.45">11242 14185 340 0,'0'-2'353'0,"0"2"-19"0,0-7-27 0,0 4-26 16,0 3-30-16,0 0-29 0,0-5-27 0,0 5-53 15,4-5-60-15,2 4-53 0,2 0-59 0,2 1-69 16,8 0-92-16,-8 0-179 0,4 0-400 16,-2 0 178-16</inkml:trace>
  <inkml:trace contextRef="#ctx0" brushRef="#br0" timeOffset="57726.87">12224 14326 68 0,'4'-5'281'0,"-1"0"-8"0,-2 1-13 16,0-1-10-16,1 0-12 0,-1-1-26 0,-4 0-20 15,1 2-18-15,-2-2-17 0,-1-1-18 0,-4 4-15 16,-3-4-13 0,1 4-12-16,-3 0-14 0,-6 1-9 0,-1 2-10 0,-7 3-6 15,5 1-6-15,1-1-7 0,-3 2-9 0,3 0-3 16,0 4-2-16,5-2-6 0,0 2-4 0,-1 2-4 16,4 1-2-16,0-1 1 0,5 2-7 0,1-1 0 15,0-2-5-15,2 3-11 0,2-4-4 16,4 5-1-16,0-2 1 0,4-2-1 0,2 0 1 0,2 0 1 15,0 0-1-15,6-1 2 0,-4-2 4 0,9-4 6 0,-1 1-6 16,0-4 4-16,1 0 1 0,2-2 5 0,-1-5 18 16,-3-1 0-16,6-6 6 0,-7 2 10 0,1-2 10 15,1-4 5-15,-3-2 8 0,-1-3-4 0,-2-2 3 16,-2-1-6-16,1-3-3 0,-3-2-7 0,0-3 5 16,-4 0-2-16,2-2-1 0,-4 4 5 0,2 2 12 15,-2-1 4-15,-1 5-4 0,-1 7 11 0,0 5-1 0,1 3-6 0,-1 2-12 16,-1 3-7-16,1-1-11 0,0 3-13 0,1 1-45 15,-1-1-50-15,0 4-2 0,0 0 4 0,0 0 9 16,-5 20 4-16,1-4 5 0,-3 10 7 0,3 1 1 16,-3 5 6-16,2 1 1 0,0 2 7 0,-1-2-13 15,2 0-15-15,1-1-9 0,2-1-20 0,1-3-10 16,-1 0-11-16,1-3-27 16,0-7-19-16,0 0-44 0,1-4-39 0,-1-6-237 15,1 4-509-15,2-4 226 0</inkml:trace>
  <inkml:trace contextRef="#ctx0" brushRef="#br0" timeOffset="58142.36">12433 14166 201 0,'6'0'187'15,"2"0"-18"-15,0 2-11 0,3 3-8 0,1 2-15 0,0 2-6 16,0 2-11-16,-2-2-7 0,1 6-8 0,2 0-8 15,-5 1-9-15,-3 4-10 0,-1-3-4 16,-4 2-5-16,0 4-2 16,-5-3-7-16,-3-1-3 0,3-2-7 0,-4 1 2 15,0-1-4-15,0-3-7 0,1-2-2 0,2-4-3 16,-1 2-3-16,1-3 2 0,4 0 7 0,-1-3 8 16,-2 0 19-16,2 0 30 0,1-2 38 0,2-2 20 15,0 0-11-15,0 0-15 0,0 0-9 0,8-10-18 16,1 3-11-16,5-5-5 0,1-2-16 0,8-4-11 15,-3-3-14-15,2-3-19 0,4 2-18 0,-2-2-7 0,2 2-8 0,-4 0 1 16,-2 1-9-16,0 4 3 0,-10 5 2 0,-2 1 9 16,2 5 0-16,-6-2-1 0,0 3-4 0,1 1-8 15,-1 1-17-15,0 1-3 0,-4 2 4 0,0 0 0 16,0 9 7-16,0-4 0 0,-4 7 0 0,0 0 3 16,-1 3 3-16,-3 0 1 0,3 4 0 0,-2 0 4 15,4 0 1-15,-1 0 2 0,2-1 3 0,2-1-9 0,2 3-14 16,3-4-25-16,4-1-32 0,0 0-50 0,0-8-85 15,5 4-256-15,3-6-517 0,2-1 229 0</inkml:trace>
  <inkml:trace contextRef="#ctx0" brushRef="#br0" timeOffset="58342.36">13938 14308 3358 0,'0'0'215'0,"-5"-8"-35"0,5 8-25 0,-1-5-20 16,1 5 20-16,-2-5-21 0,2 5-30 0,2-3-17 15,-2 3-18-15,4-7-10 0,2 4-26 0,5-1-34 0,6 0-47 0,11 2-51 16,4-2-55-16,-2 2-66 0,7 1-84 0,-5-2-339 16,-2 1-698-16,0-1 309 0</inkml:trace>
  <inkml:trace contextRef="#ctx0" brushRef="#br0" timeOffset="58495.97">13865 14430 90 0,'-4'2'197'0,"4"-2"0"0,0 0-16 0,21 5-19 15,1-5-17-15,7 0-31 0,7 0-58 0,16-3-64 16,-11-1-83-16,-4 2-84 0,16-4-187 0,-15 3 83 15</inkml:trace>
  <inkml:trace contextRef="#ctx0" brushRef="#br0" timeOffset="58790.65">14733 14127 155 0,'-17'6'154'0,"-2"-2"-16"0,1 6-14 15,-5 4-11-15,-1 0-15 0,2 3-10 0,3 3-4 16,0 1 12-16,6-6 13 0,2 4 8 0,2-2 3 16,2-1-2-16,3 0-5 0,3 1 0 0,2-3 2 15,3 1-2-15,3-5 8 0,2 2 5 0,5-3 7 16,1 1 6-16,7-5-13 16,6 1-3-16,4-6-17 0,-2-1-1 0,1-5-7 15,-3 2-4-15,0-6-4 0,-2 1-9 0,-8-2-7 16,-2 0-4-16,-1-4-14 0,-2 1-20 15,-4-3-20-15,-1 1-11 0,-8-4-27 0,-4 1-17 16,-3-1-18-16,-10 1-23 0,-5-2-42 0,-3 4-54 0,-7 4-62 16,-8 3-235-16,3 0-511 0,-1 4 227 0</inkml:trace>
  <inkml:trace contextRef="#ctx0" brushRef="#br0" timeOffset="59591.86">16978 13982 315 0,'1'-5'333'0,"-1"1"-10"0,0 1-13 0,2-1-17 0,-2 4-24 15,1-5-21-15,-1 5-30 0,0 0-20 0,1-6-22 0,-1 6-19 16,0 0-28-16,0 0-15 0,4-2-31 0,-4 2-11 16,0 0-7-16,-4 15-10 0,3-6-10 0,-2 3-4 0,1 3-2 15,-2 2-8-15,0 2-3 0,-2 0 0 0,-1 7 2 16,1-8-7-16,5 1-3 0,-2-1 9 15,1-2 18-15,0 1-5 0,-3-6-5 0,5 2-18 16,0-3-27-16,-2-1-14 16,2-3-25-16,-3-2-6 0,3 3 2 0,0-4 5 0,-1 0 7 15,1-3 7-15,-3 2 16 0,3-2-5 16,0 0-24-16,0 0-19 0,5-19-12 0,-3 6 3 0,-1-4-1 0,3-2-8 0,-2-12-12 16,0 1-14-16,0-5-1 0,-2 0 7 15,3-15 10-15,-2 4 29 0,-1 14 28 0,-4-4 37 0,2 4 28 16,-2 2 35-16,-1 0 25 0,3 6 25 15,-3 6 23-15,4 0 9 0,2 6 10 0,-2 2-9 16,-2-2-18-16,3 3 0 0,-2 3-14 0,2 1-14 16,-1 0-21-16,1 0-39 0,3 3-33 0,1 0-29 15,4 1-24-15,-8 1-32 0,20 1-37 0,-8 4-38 16,3 2-44-16,4 0-59 0,-2 3-265 0,-2-1-563 16,0 0 249-16</inkml:trace>
  <inkml:trace contextRef="#ctx0" brushRef="#br0" timeOffset="60415.68">17572 14028 190 0,'-5'-2'190'16,"5"2"-6"-16,0 0-6 0,0 0-2 0,-4-2-2 16,4 2-2-16,0 0-11 0,0 0-12 0,0 0-16 15,0 0-13-15,0 0-13 0,16-6-11 0,-5 6-7 0,7-2-13 0,2 0-5 16,10-1-9-16,-3 0-6 0,3 3-9 0,-3-4 0 16,1 1-3-16,3 2-7 0,-2 0-3 0,-8-1-5 15,0 1-2-15,-4 0-3 0,-2 0 0 0,-3-1-5 16,-1 1-2-16,-2 0-2 0,-1 1-6 0,-3-1-13 15,-5 1-23-15,9 1-6 0,-9-1-17 0,0 0-24 16,0 0-35-16,0 0-40 16,-18 6-49-16,9-5-155 0,-1 2-381 0,1-2 169 15</inkml:trace>
  <inkml:trace contextRef="#ctx0" brushRef="#br0" timeOffset="60747.4">17588 14234 61 0,'0'0'225'0,"-7"2"1"16,7-2-9-16,0 0-11 0,0 0-10 0,0 0-15 15,0 0-18-15,17 0-16 0,-3 0-12 0,8 0-14 16,7-1-13-16,4-1-9 0,4-1-12 0,0-2-7 16,4 3-9-16,13-3-4 0,-16 4-9 0,1-4-2 15,-4 0-5-15,1 2-2 0,-5-1 1 0,-9 4-4 16,-2-3-7-16,-3 1 4 0,-6 0-2 0,-1 2-4 16,-1 0-1-16,-5-1-9 0,2-2-5 0,-2 2-25 0,-4 1-42 15,0 0-22-15,-10-5-33 0,1 2-26 0,-2 1-28 0,-2 0-41 16,1 0-182-16,-1-2-406 0,0 0 180 0</inkml:trace>
  <inkml:trace contextRef="#ctx0" brushRef="#br0" timeOffset="61202.28">17814 13890 99 0,'0'0'253'0,"0"0"-6"16,0-6-2-16,0 6-3 0,0 0-5 0,2-4-6 15,-2 4-8-15,0 0-13 0,2-7-9 0,-2 7-14 16,0 0-20-16,0 0-18 0,2-2-13 0,-2 2-18 15,0 0-15-15,0 0-16 0,0 0-12 0,0 0-19 0,0 0-7 16,7 9-13-16,-7-4-5 0,-2 7-6 0,4 7-2 16,-2 4-1-16,-2 7-8 0,0 0 3 0,-2 1-6 15,3 6-3-15,-6 8 1 0,3-10 1 0,-2 1-4 0,0-2-1 16,3 0-1-16,3-3 3 0,-4-4-3 0,4-1 1 16,-1-6-2-16,-3-3 1 0,4-1-2 0,0-3 1 15,0-1 1 1,0-3-1-16,-1-2 0 0,1 0 1 0,0-3 0 15,-3 1 4-15,3 0 1 0,0-1 1 0,0-4 1 16,0 5 3-16,3-3 4 0,-3-2 5 0,0 5 4 16,0-5 0-16,0 0 1 0,0 0-4 0,-3 4-4 15,3-4-13-15,0 0-15 0,0 0-19 0,0 0-21 16,0 0-34-16,0 0-86 0,0 0-106 0,9-12-260 16,-1 5-578-16,1-2 256 0</inkml:trace>
  <inkml:trace contextRef="#ctx0" brushRef="#br0" timeOffset="61619.02">18551 13973 144 0,'0'0'250'16,"3"-3"-25"-16,-3 3-25 0,2-4-20 0,-2 4-20 0,0 0-10 0,0 0-19 15,0 0-12-15,4 7-11 0,-5-1-11 0,0 4-7 16,-1 2-7-16,0 5-10 0,-4 7-5 0,3 5-3 16,-1 2-5-16,-1 1-4 0,2 0-2 0,-2 2 1 15,-1 2-3-15,2-2-6 0,0 0-4 0,-2-1-5 0,-1 1 2 16,3-3-7-16,2-3 0 0,-2 0-3 15,1-8-5-15,0-1-1 0,0-4-2 0,0 2 0 0,1-7 1 0,-1 3 5 16,-3-4 4-16,6-1 3 0,-4-5 5 0,2 0 7 16,-1 4 4-16,-1-6 7 0,-5-1-4 0,-1-2-2 15,-3-4-8-15,-5 1 1 0,4-2-5 0,-5-3-5 16,1 0 0-16,0 2-6 0,3-4-3 0,0 1 0 16,2-1-1-16,-1 0-20 0,4 0-24 0,-2-2-44 15,5-1-51 1,0 0-40-16,3 1-45 0,4-3-48 0,0 0-198 15,4 0-483-15,3-3 213 0</inkml:trace>
  <inkml:trace contextRef="#ctx0" brushRef="#br0" timeOffset="61919.96">18568 13666 174 0,'0'0'425'0,"0"0"0"0,1-6-47 15,-1 6-29-15,0 0-38 0,1-2-28 0,-1 2-44 16,0 0-39-16,0 0-82 0,0 0-81 0,0 0-86 16,0 0-125-16,0 0-279 0,18 5-491 0,-8-5 217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40:17.2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2641 2634 71 0,'0'0'119'0,"0"-8"-9"16,0 8-2-16,0 0-12 0,0 0-7 0,0 0-7 15,0 0-5-15,0 0-13 0,-2-7-5 16,2 7 1-16,0 0-15 0,0 0-1 0,0 0-4 16,0 0-7-16,0 0-1 0,0 0-7 15,0 0 7-15,0 0-2 0,0 0 4 0,0 0 8 16,-2-6-8-16,2 6 0 0,0 0-3 15,0 0 9-15,0 0-2 0,0 0 0 0,0 0 2 0,0 0 6 0,0 0 1 0,0 0-4 16,0 0-1-16,0 0 0 0,0 0-7 0,0 0 4 16,0 0-1-16,0 0 5 0,0 0-2 0,0 0 0 15,4-6 7-15,-4 6 6 0,0 0-1 0,0 0 1 16,0 0 6-16,0 0 4 0,0 0 12 0,-4-6-4 16,4 6 5-16,0 0-4 0,0 0 3 15,0 0-2-15,4-9-2 0,-4 9 0 16,0 0 3-16,1-5-8 0,-1 5-6 0,0 0-5 15,0 0-6-15,0 0-5 0,1-7-4 16,-1 7-6-16,0 0-8 0,0 0-7 0,0 0-21 16,0 0-27-16,0 0-31 0,0 0-21 0,0 0 6 15,0 0 10-15,2 25 6 0,-2-9 3 0,0 2 10 0,-2 7 4 0,1 5 6 0,0-3 2 16,-1 5 4-16,0-1 4 0,2 0 3 0,-1 0 3 16,-2 0 3-16,3 1 2 0,0 1 0 15,0-7 7-15,3 0 0 0,-2-7 0 16,-1-2 1-16,0 1 1 0,0-7-2 0,0 1 1 15,2-3 3-15,-2-2 0 0,0-1 0 0,0-6 5 16,0 10 6-16,0-10 17 0,-2 6 16 0,2-6 4 16,2 5 10-16,-2-5 7 0,0 0 1 0,0 0 5 15,0 0 0-15,0 0-20 16,0 0-39-16,0 0-18 0,0 0-28 0,2-23-32 16,-2 7-48-16,2-2-63 0,1-1-70 0,0-10-162 0,2 0-447 0,-2 3 198 15</inkml:trace>
  <inkml:trace contextRef="#ctx0" brushRef="#br0" timeOffset="162.86">2675 2559 205 0,'0'-7'273'0,"0"7"-18"16,0-8-21-16,0 8-23 0,3-8-21 0,1 3-21 15,5 0-22-15,2-3-14 0,6 3-14 0,1-5-26 16,3 5-39-16,6-5-42 0,1 6-52 0,-1 1-50 15,-5 1-73-15,-3 2-138 0,0 1-325 0,-1 0 144 16</inkml:trace>
  <inkml:trace contextRef="#ctx0" brushRef="#br0" timeOffset="348.04">2799 3106 182 0,'-2'7'231'0,"2"-7"-14"16,0 0-15 0,0 0-8-16,10 5-15 0,-10-5-16 0,26-4-17 15,-6 3-15-15,8-3-20 0,0-2-48 0,4-1-59 16,-4 4-63-16,-1-6-85 0,-8 5-126 0,-1-4-293 16,-1 3 129-16</inkml:trace>
  <inkml:trace contextRef="#ctx0" brushRef="#br0" timeOffset="548.22">2803 2973 39 0,'0'0'349'0,"0"0"-17"0,0 0-23 0,0 0-33 15,0 0-24 1,-13 0-27-16,13 0-25 0,0 0-26 0,0 0-16 15,26-10-39-15,-9 7-51 0,3-1-58 0,0-1-71 16,10-2-96-16,-5 1-226 0,2-3-414 0,-4 4 184 16</inkml:trace>
  <inkml:trace contextRef="#ctx0" brushRef="#br0" timeOffset="1080.13">3572 2809 269 0,'0'0'400'16,"0"0"-32"-16,0 0-23 0,8-4-38 0,-8 4-23 16,0 0-26-16,0 0-32 0,0 0-23 0,0 0-34 15,0 0-36-15,0 0-32 0,0 0-28 0,0 0-11 16,0 0-17-16,-6 18 9 0,-3-6-4 15,1 2-8-15,-5 2 3 0,-2 3-4 0,-1 4-4 16,-1 4-16-16,3-3 14 16,-3-1-6-16,0-1-12 0,3-6-3 0,4-2-10 15,0 1-3-15,1-4-2 0,-3 0 2 0,6-5 1 16,1 2 3-16,1-5 8 0,0-1 1 0,4-2 1 16,0 0-5-16,0 0 3 0,-16-13 7 0,11 1 9 15,2-2 1-15,-1-2 4 0,4-4 9 0,0-5 9 16,3-4-12-16,-3 3 0 0,4-5-4 0,3 1-8 15,-3 4 4-15,1 2 23 0,-2 7 22 0,-1 5 21 0,2 0 16 16,-3 2-6-16,1 5-13 0,-1-4-9 0,0 6-11 16,2-2-17-16,-3 5-20 0,1-7-26 0,-1 7-17 15,0 0-5-15,0 0 2 0,14 14 3 0,-9-4-1 16,5 3-3-16,-1 3 1 0,0 2 3 0,5 4-1 16,2 2 6-16,-2-3 3 0,1 0-1 0,0 1-2 15,2-2 8 1,-2 1-6-16,-3-6-18 0,1-3-9 0,-1 2-25 0,-3-4-11 15,0-3 0-15,4 0-29 0,-4-2 21 0,-2-2-20 16,1 2 19-16,-3-1 0 0,2-2-10 0,-7-2-15 16,13 0-32-16,-13 0-44 0,0 0-53 0,16-6-68 15,-12 1-253-15,0 0-591 0,1 0 262 0</inkml:trace>
  <inkml:trace contextRef="#ctx0" brushRef="#br0" timeOffset="2321.07">4072 2859 216 0,'0'0'350'0,"-4"-8"-26"0,-1 3-18 16,5 5-21-16,-11-7-21 0,5 3-22 0,6 4-22 16,-10-5-23-16,4 2-22 0,6 3-20 0,-13-4-18 0,5 6-13 15,8-2-18-15,-20 2-4 0,10 1-14 16,-2 1-11-16,-1 1-6 0,-2 5-12 0,0 1 0 15,2 0-7-15,-5 1-9 0,5 3-1 0,-2-3-8 16,6 3-3-16,-3-1 2 16,2 2-7-16,1-3-15 0,4-1-11 0,3-4-9 15,-1 1 0-15,2-3-11 0,-1 0 14 0,1-3 1 16,-2 1 8-16,3-4 12 0,0 0 19 0,-3 7 10 16,3-7 5-16,0 0 13 0,0 0 14 15,0 0-7-15,24-14 1 0,-10 7-3 0,-5-1 8 16,0-1-3-16,5-4-6 0,-1 1-8 0,-4 3-3 15,1 0-4-15,-1 1-8 0,3 0 2 0,-6-1-3 0,2 2-1 0,-5 4-3 16,3 1-1-16,-6 2-10 0,5-6-21 0,-5 6-1 16,7-4-23-16,-7 4-27 0,0 0-11 0,0 0 1 0,0 0-8 15,13 8-8-15,-13-8-1 0,12 11-18 0,-5-4-12 16,1 2-12-16,0 2-20 0,4 1-12 0,1 0 0 16,0 0 4-16,1-2 3 0,0-1-4 15,-4-4 3 1,3 0 4-16,-1-2 10 0,-2-2 17 0,0-1 10 15,-1-4 20-15,4-3 20 0,-3 2 28 0,-1-2 31 16,1-3 31-16,-1-4 21 0,0 1 18 0,2 0 20 16,-5-4 16-16,3 2 18 0,2 1 9 0,-2 1 15 15,0 0 5-15,-3 3 0 0,-1 1 1 0,0 2 5 16,2-1-6-16,-4 4-26 0,-1 0-8 0,-2 4-15 16,4-5-20-16,-4 5-13 0,5-4-22 0,-5 4-31 0,0 0-6 0,0 0-3 15,10 9-7-15,-10-2 3 0,4 5 2 0,-3-2-5 0,2 6 4 16,-2 0-9-16,3 5 11 0,-4 4-5 0,4 0-6 15,-4-7-18-15,1-2 0 0,-1-4-11 0,3-1-2 16,-3-2-4-16,1 1 4 0,-1-3-2 0,0-7 5 16,0 7 17-16,0-7 32 0,4 8 23 15,-4-8 32 1,0 0 25-16,0 0 1 0,0 0-11 0,0 0-10 16,0 0-8-16,18-22-9 0,-13 11-7 0,5-3-6 15,-1 2-16-15,0-2 12 0,1-1-6 0,0 3-4 16,-3 2-4-16,-2 1 0 0,2 1-4 0,-3 4-7 15,-1-1-6-15,1 2-3 0,-4 3-7 0,4-7-23 16,-4 7-23-16,0 0-14 0,0 0 5 0,11 0 12 16,-11 0-4-16,0 0 4 0,12 14 4 0,-7-8-6 0,-1 8 2 15,-1-5-11-15,0 4 0 0,3-1-5 0,-2 0 2 16,-1-1-2-16,0 0-1 0,0-2 0 0,-2-2 3 16,2-1 8-16,-2-2 6 0,3 1 13 0,-4-5 19 15,0 0 30-15,1 8 29 0,-1-8 11 0,0 0-4 16,0 0-4-16,0 0-8 0,22-14-3 0,-17 5-9 15,3-2 1-15,1 1-12 0,0-5 7 0,0 3-8 0,-2 0 2 0,0 5-4 16,-2-5-2-16,0 3 3 0,1 4-10 0,-3-1 2 16,2 2 0-16,-5 4-2 0,6-8-10 0,-3 3-2 15,-3 5-9-15,5-4-16 0,-5 4-19 0,0 0 10 16,0 0-11-16,0 0-4 0,0 0 0 0,20 9-9 16,-14-4-4-16,-1 0-12 0,2 1-23 15,3 3-3-15,1 0-19 16,0 2-19-16,3 0-7 0,-5-1 1 0,4-2-4 15,-4-2 4-15,4-1-12 0,-2-1 13 0,1-3-2 0,-2 1 6 16,-10-2 21-16,20-8 11 0,-13 4 25 16,-1-2 32-16,3-2 46 0,-4-1 24 0,-1-2 21 15,0 0 21-15,1-1 4 0,-5 0 8 0,4-6 0 16,-3-1 6-16,3-6 13 0,0 6 2 0,-2-7 13 16,1 1 11-16,1 1 10 0,-2 5 12 0,-2 1 8 0,3 2 18 0,-3 5 7 15,1 2-7-15,-1 2-17 0,2 0-12 0,-2 2-17 16,0 0-20-16,0 5-34 0,1-7-46 15,-1 7-49-15,0 0-22 0,0 0 4 0,0 0 7 16,-3 21 2-16,3-2 4 0,0 7 2 0,-2 3-2 16,-1 2 15-16,-1 3 2 0,-2 12 0 0,2-10 8 15,3 10 1-15,-3-10 3 16,3-4 7-16,-4 2-3 0,5-5 3 0,0-3 3 16,1-1 2-16,-2-6-11 0,2-4 9 0,0-4-2 15,-1-3-14-15,-1 1-4 0,1-4 13 0,0-5-8 16,1 10 12-16,-1-10 6 0,0 5 3 0,0-5 4 15,0 0-2-15,0 0-44 0,0 0-61 0,0 0-46 16,0 0-51-16,5-23-72 0,2 7-110 0,-2 0-228 16,4-7-650-16,-2-6 288 0</inkml:trace>
  <inkml:trace contextRef="#ctx0" brushRef="#br0" timeOffset="2605.32">4946 2869 149 0,'-3'-7'262'16,"3"7"-19"-16,0 0-23 0,0 0-23 0,0 0-23 15,3-6-18-15,-3 6-15 0,0 0-15 0,20 7-17 0,-8-2-5 0,2-2-9 16,0-1-2-16,-1 2-6 0,2 2-9 0,-5-1-4 16,3-2-9-16,-4 5-5 0,1-4-7 0,0 1-3 15,-4-1-10-15,-1 1-7 0,-1 0-9 0,-2-2-10 16,-1 1 7-16,-1-4 3 0,-3 9-1 16,-4-4 2-16,-1-2-5 0,-4 2 1 0,-4 3-1 15,-3-3 0-15,-1-1-6 16,1 1 0-16,-3-1-1 0,3-1-1 0,0 2 2 15,-2-3-2-15,3 0-4 0,7-2 3 0,0 0-4 16,11 0-5-16,-15 0-13 0,15 0-21 0,0 0-18 16,-9-2-28-16,9 2-17 0,0 0-13 15,26-15-9-15,-11 8-14 0,6 0-17 0,8-3-18 16,-1-1-17-16,0-4-119 0,3 1-327 0,1-2 145 0</inkml:trace>
  <inkml:trace contextRef="#ctx0" brushRef="#br0" timeOffset="2852.19">5209 2808 613 0,'22'-21'55'15,"4"1"23"-15,-6 1 29 0,-8 2 30 0,0 1 30 16,-3 0 21-16,-2-2 25 0,-5 4 20 0,1 2 24 15,1-4-5-15,-2 6 4 0,-1 0-4 0,0 5-7 16,-1-2-18-16,0 3-20 0,0 4-21 0,2-8-27 16,-2 8-19-16,1-5-22 0,-1 5-33 0,0 0-36 15,0 0-10 1,0 0-8-16,0 0-1 0,-4 19-3 0,3-3-6 16,-3 2 2-16,0 2 1 0,1 6-10 0,0 0 3 15,2 1-5-15,-1 3 0 0,1-4 3 0,2 1 9 16,-1-10-10-16,2 3 3 0,-2-2-14 0,0-3-1 15,1 0-7-15,0-1-4 0,1-4-4 0,0 0 3 16,-2-3-8-16,1 1-8 0,-1-3 4 0,0-5 1 16,2 9 5-16,-2-9-23 0,1 7 8 0,-1-7-6 0,5 4-22 0,-5-4-57 15,0 0-64-15,0 0-42 0,0 0-43 0,21-13-69 16,-15 9-187-16,1-3-565 0,0 3 249 16</inkml:trace>
  <inkml:trace contextRef="#ctx0" brushRef="#br0" timeOffset="3237.74">5443 2926 61 0,'0'0'186'0,"0"0"1"16,4 0-14-16,-4 0 11 0,0 0-1 0,10-2-4 16,-10 2-8-16,10-2-14 0,1 1-10 0,0-1-16 15,2-3-12-15,2 1-7 0,1 1-9 0,4 1-8 16,0-3-11-16,-2-1-8 0,1 0-6 0,-2 0-5 16,0 0-3-16,-3-2-11 0,1 2 15 0,-3 3 3 15,0-5 6-15,-3 3 8 16,-1-2 7-16,-3 2 17 0,1 1 14 15,-2-1-12-15,-4 5-2 0,5-10-6 0,-5 5-20 16,0 5-5-16,0 0-10 0,-11-9-10 0,-1 8-2 16,0-1-9-16,-4 4-5 0,-3 1-2 0,0 2-12 15,-3 0-3-15,3 2-2 0,-3 0-7 0,-2 5 5 16,7-2-3-16,1 4-7 0,-5 3 2 0,10-3-6 16,1 2 6-16,1 1-6 0,4 0 4 0,1 3 9 0,5-4-1 15,2 0 6-15,3-6-2 0,4 4-9 0,3-2 18 16,5-1-2-16,5 1 5 0,5-6-5 0,3 0-7 0,1-1 10 15,2-3 1-15,-2 0-6 0,-4-1 1 0,-9-1 2 16,0 2-8-16,-4-2-2 0,-4 0-3 0,-11 0 2 16,14 1 3-16,-14-1-1 0,10 0-6 15,-10 0-23-15,0 0-32 16,13-3-27-16,-13 3-70 0,0 0-58 0,0 0-91 16,0 0-366-16,-53 2-707 0,31-4 313 0</inkml:trace>
  <inkml:trace contextRef="#ctx0" brushRef="#br0" timeOffset="4063.23">2693 3447 29 0,'0'0'98'0,"0"0"-1"0,13 0-10 0,-13 0-6 16,5 1-3-16,-5-1-1 0,9 1-1 0,-4 1 7 16,0-1-8-16,3 1 2 0,2-2-3 0,-1 0-7 15,1 1 3-15,3-1-1 0,5 0-5 0,1 1-8 0,3-1 2 0,5 0-1 0,1 0-9 16,3 0-8-16,3 0 2 0,3-1-5 0,0 1 3 15,18 0-1-15,1-4 3 0,2 0-7 16,7 0-1-16,0 3 0 0,27-6 1 0,0 4-1 16,-27 1 4-16,34-5 3 0,-5 2 3 0,-3 0 2 15,-2 1 5-15,-22-1 2 0,35-4-3 16,2 2-1-16,-1 0 3 0,-5 3-4 0,-3-1-2 16,0 0-2-16,3-2-4 0,-8-3-3 15,-23 7 3-15,-2-1-4 0,31 0-7 0,-32 2-2 16,0-2-2-16,-4 3-4 0,0-3 2 0,-4 1-3 15,-2-2-1-15,-3 2 13 0,-16 1 6 0,-2 0 10 16,0-1 8-16,-12 2 2 0,0-2 2 0,-8 3 10 0,1-1 6 0,-5 0 6 0,1 1 5 16,-1-2 14-16,-9 2-5 0,12-1 6 15,-12 1 0-15,6-2-15 0,-6 2-14 0,0 0-11 16,0 0 4-16,0 0-3 0,13 0-12 16,-13 0-9-16,0 0-3 0,0 0-3 0,0 0-1 15,0 0-8-15,0 0-1 0,0 0-5 16,9-1-1-16,-9 1 0 0,0 0 0 0,0 0-3 0,0 0 1 15,0 0-7-15,0 0-8 0,0 0-18 16,0 0-30-16,0 0-36 0,4-1-36 0,-4 1-62 16,0 0-82-16,0 0-366 0,5-5-678 15,-5 5 299-15</inkml:trace>
  <inkml:trace contextRef="#ctx0" brushRef="#br0" timeOffset="9167.65">6537 2720 152 0,'0'0'407'0,"-4"-6"-24"0,3 2-14 16,1 4-24-16,1-6-26 0,-1 6-40 0,-2-3-12 0,2 3-19 0,0 0-30 15,-3-4-16-15,3 4-27 0,0 0-48 0,0 0-52 16,-1-3-68-16,1 3-80 0,0 0-65 0,0 0-38 15,0 0-47-15,1 13-272 0,2-6-534 0,-3 2 236 16</inkml:trace>
  <inkml:trace contextRef="#ctx0" brushRef="#br0" timeOffset="9320.62">6573 3116 310 0,'-3'5'288'0,"6"-1"-27"0,-3-4-13 15,1 6-14-15,0-2-14 0,-1-4-19 0,0 0-16 16,1 7-20-16,-1-7-18 0,0 0-28 0,0 0-47 16,0 0-57-16,8 2-60 0,-8-2-76 0,16-2-98 0,-8-3-128 0,-8 5-376 15,16-10 167-15</inkml:trace>
  <inkml:trace contextRef="#ctx0" brushRef="#br0" timeOffset="10437.84">8446 2124 64 0,'-4'-4'215'16,"4"4"-7"-16,-1-1-8 0,1 1-9 0,0 0-8 15,-3-4-13-15,3 4-8 0,0 0-10 0,0 0-11 16,0 0-14-16,0 0-6 0,0 0-11 0,0 0-9 16,0 0-11-16,0 0-3 0,0-6-3 0,0 6-5 0,0 0-5 15,0 0-2-15,0 0-4 0,0 0-5 0,0 0-5 16,0 0-4-16,0 0 1 0,0 0-5 0,0 0 0 0,0 0 0 16,0 0-3-16,0 0 0 0,0 0-6 0,0 0-3 15,0 0-6-15,0 0-1 0,0 0-1 0,0 0-4 16,0 0-4-16,0 0 3 0,0 0-11 15,0 0 7-15,0 0-4 0,0 0 1 0,0 0 3 0,0 0-4 0,0 0-8 16,0 0 7-16,0 0 2 0,0 0-3 0,0 0-6 16,0 0 1-16,0 0-6 0,0 0-6 0,0 0-13 15,0 0-18-15,0 0-20 0,0 0-2 0,0 0 3 16,-1 12 5-16,1-3 1 0,0 7 10 0,-1 2 0 16,-2 12 5-16,-1 3 2 0,-2 13 7 0,1 3 3 15,-2 4-1-15,5-2 4 16,-5 7 3-16,1-3 3 0,-4-1 1 0,2 1 2 15,-3-4 2-15,1 0 0 0,-1 0-4 16,0-3 3-16,-2 0 3 0,1-3-7 0,0 0 7 16,3-13 3-16,-2 2-2 0,-1-3-1 0,-1-1 3 15,3-2-4-15,-3-4 5 0,0 1 1 0,2-9-1 16,-1 1 4-16,3-3-2 0,0-6-3 0,2 2 6 0,-1-3-4 16,4-2 6-16,-3 0 13 0,0-3 21 0,2 0 8 0,1-2 6 15,4 0-4-15,-9-4-11 0,5-1-13 0,2 0-4 16,-1 0 3-16,3-2-7 0,2 0-3 0,-2-3-7 15,5 4-14-15,0-2 8 0,0-1-3 0,3 5-1 16,-1-3-5-16,3 4-4 0,-2 1-5 0,2 2 4 16,0 2-2-16,2 3 1 0,2 1-2 0,0 8 3 15,-1 1 0 1,4 8 4-16,-3 4-2 0,-2 2-2 0,-5 5 5 0,-1 12 1 16,2 6 0-16,-12 0 1 0,-4 6 2 0,-5 23-1 15,1-25 7-15,-1 3-3 0,-2-4 0 16,-1-4 0-16,0-2-2 0,4-14 0 0,-3-2 1 15,3-3-1-15,2-4 1 0,0 0 0 0,6-10 9 16,-2-2 3-16,2-4 9 0,1 0 3 0,1-5 3 16,0 2 11-16,1-3 9 0,0 0 17 0,1-4 1 0,5 5-11 0,1-2 8 15,-6-3-3-15,25 0-7 0,-6-5-4 0,1 3 2 16,2-1-8-16,0 0-7 0,5 0-4 0,-8-1-3 16,1 1-6-16,0 2 0 0,-3 0 2 0,1-1 1 15,-5 2-7-15,-3 0 3 0,2-1-8 0,-5 1-13 16,-7 0-3-16,12-2-7 0,-12 2-21 0,10 0 12 15,-10 0-14 1,9-1-17-16,-9 1-22 0,0 0-70 0,5-7-112 16,-5 1-354-16,4-2-655 0,-4-2 290 0</inkml:trace>
  <inkml:trace contextRef="#ctx0" brushRef="#br0" timeOffset="12231.95">9141 2822 79 0,'1'-2'274'0,"-1"2"-7"0,0-7-5 0,2 4 9 16,-2 3 2-16,-2-5-10 0,2 5-12 16,0 0-17-16,-1-4-19 0,1 4-22 0,-1-3-20 15,1 3-23-15,0 0-14 0,0 0-13 16,0 0-24-16,0 0-11 0,0 0-25 15,0 0-14-15,0 0-9 0,0 0 1 0,-4 12-11 16,0-1 8-16,3-1-13 0,-3 3-1 16,0 3-3-16,2 2-1 0,-1 2-2 0,3 4 6 0,-1 0-8 0,0-5-2 0,-2 0-2 15,3-2 2-15,0 0 2 0,-4-1-6 0,4-5 1 0,-1 1-3 16,0-2 1-16,1-1 3 0,0-1-3 16,0-1-4-16,0-2 2 0,-3-1-1 15,3 0 0-15,0 0 5 0,0-4-2 0,0 5-1 16,0-5 4-16,0 4 3 0,0-4 10 0,-1 4 11 15,1-4-3-15,0 0 6 0,0 0-3 0,0 0-2 16,0 0 1-16,0 0-6 0,0 0 4 16,1 4-12-16,-1-4-3 0,0 0-20 0,0 0-36 15,0 0-37-15,0 0-32 0,0 0-17 0,4-12-22 16,-3 9-32-16,-1 3-33 0,3-2-40 0,-3 2-49 0,1-5-178 0,-1 5-516 0,0 0 229 16</inkml:trace>
  <inkml:trace contextRef="#ctx0" brushRef="#br0" timeOffset="12446.45">9475 3096 323 0,'0'0'318'15,"0"0"-17"-15,0 0-33 0,4 3-28 0,-4-3-29 0,0 0-22 0,0 5-18 0,-6 0-16 16,2 2-17-16,-5 2-11 0,-2 4-15 0,0 1-8 15,0 0-39-15,-1 1-39 0,0 2-35 16,-1-2-47-16,2 2-54 0,2-3-69 0,-3 2-220 16,6-6-433-16,1-3 191 0</inkml:trace>
  <inkml:trace contextRef="#ctx0" brushRef="#br0" timeOffset="13334.16">10211 2742 81 0,'0'0'268'0,"0"0"-14"0,-12-1-12 0,12 1-12 16,0 0-13-16,-5-3-17 0,5 3-15 15,0 0-21-15,0 0-18 0,0 0-13 0,0 0-14 16,0 0-16-16,0 0-18 0,0 0-21 0,0 0-14 16,-4 0-7-16,4 0-4 0,0 0-7 15,0 0 2-15,0 0-3 0,18 0-6 0,-8-1-3 0,3-1-4 0,0-1-8 0,6-1-3 0,-1 0-3 16,-1 0-5-16,0 0 3 0,0-2 0 16,-3 1-1-16,-1 1-2 0,1-3 3 0,-5 2 2 15,0 0 2-15,-4 1 15 0,1-1 8 0,2 2 8 16,-7-1 10-16,3 1-7 0,-1 1-6 15,-3 2-2-15,0 0-6 0,-8-4-2 0,0 4-5 16,-6 1-4-16,-1 3 1 0,-7 1-4 16,-5 6-2-16,-2-2-4 0,-2 6 1 0,-1 1 1 15,-1 2-4-15,5-1 0 0,-13 10-3 16,10-5-1-16,7 1 3 0,-3 3-3 0,4-1 3 16,2 4-1-16,4-2 3 0,4 2-2 0,3 0-5 15,9-3 3-15,2 0 1 0,9 0 1 0,-1-8-1 0,14 0 2 0,2-2 4 0,10-1 2 0,15-5 1 16,4-2-5-16,3-4 3 0,3-7-5 0,2 1 2 15,-5-6 0-15,3 0-5 0,-4-3 2 0,-6-3-1 16,-10 2-5-16,-4-2 5 0,-4-2 2 0,-2-2-12 16,-3 0 10-16,-5 2 1 15,-7 3 2-15,-2 1 0 0,-6 0 16 0,1 3 13 16,-4-1 3-16,0 2 2 0,-4 1-9 0,-4 2 1 16,0-1-7-16,-5 1-2 0,-3-1-5 0,-1 6-4 15,-4-1 7-15,-4 2-11 0,1 3-3 0,-1 0 3 0,0 5-1 0,3-2 2 16,2 3-3-16,0 1-16 0,5 0-7 15,-1 1-5-15,7 0-1 0,0 0-1 0,2-2 6 16,6 2 4-16,2-2-2 0,0-2 1 0,4 1 1 16,9-1 4-16,1-3-5 0,0-1 6 0,2-1 3 15,6-3 1-15,-7 0-2 0,1-3-2 0,0-4 2 0,-4 1-1 16,2-2 3-16,-6 0 5 0,2-2-7 16,-3 3 0-16,-2-1 1 0,-2-1 4 0,-6-2-2 15,2 0-5-15,1 1 0 0,-6 1 0 0,-3-1-2 16,-1 0-3-16,-3 1 7 15,-2 2-6-15,0 1 1 0,-2 0 1 0,-6 0-10 16,5 2-11-16,0-1-13 0,1 5-23 0,-1-3-28 16,3 3-39-16,4-4-48 0,6 4-40 0,-12 2-198 15,12-2-454-15,0 0 200 0</inkml:trace>
  <inkml:trace contextRef="#ctx0" brushRef="#br0" timeOffset="13703.15">11174 2851 189 0,'1'-4'337'0,"-1"4"-31"16,0 0-29-16,2-5-24 0,-2 5-29 15,0 0-21-15,0 0-22 0,0 0-19 0,0 0-19 0,0 0-12 16,-22 7-15-16,14-1-14 0,-2 1-10 0,1 0-7 15,-5 2-9-15,4 1-8 0,-2 1-8 0,2 2-2 16,4-3-13-16,-3 5-14 0,1-4-6 0,6 4-7 16,-2 2-1-16,1-3-4 0,3 4-2 15,3-7-2-15,1 4 1 0,-2-4-8 0,8 3 6 0,-2-2 3 0,5 0-8 16,-3-3 3-16,4 1-1 0,-4-2 2 0,2 1-5 16,-2-2 3-16,-3 0 1 0,1-2-3 0,-3-1-1 15,1 1 0-15,-3-2-1 0,0-1-1 0,-2 1 9 16,-1-3-4-16,-6 5 1 0,-1-1 0 0,-5-1 4 15,-5-1-6-15,-1 2-21 0,-1 0-31 0,0-3-45 16,-3 1-51-16,9-2-82 0,-2 0-244 0,4-3-509 0,1-1 226 16</inkml:trace>
  <inkml:trace contextRef="#ctx0" brushRef="#br0" timeOffset="15901.48">11942 2728 23 0,'0'-7'326'0,"0"7"-7"0,0-3-12 0,0 3-27 16,0 0-19-16,2-4-30 0,-2 4-27 15,0 0-26-15,0 0-19 0,0 0-20 0,0 0-18 16,0 0-13-16,-7 10-13 0,7-2-7 16,0 1-9-16,-4 2-7 0,3 4-6 0,-3 0-6 15,0 1-9-15,-1 0-3 0,-1 4 0 0,2-8-6 16,0 7-5-16,0-4 1 0,0 0-7 0,0-3-2 0,3-2-2 0,-3-3-1 0,3-2 0 16,1 0-1-16,-4-1 3 0,4-4 2 0,-1 6 31 15,1-6 42-15,0 0 5 0,0 0-10 16,0 0-16-16,0 0-10 0,5-17-7 0,-4 10 0 15,4-4-13-15,2 1-3 0,-2-1-3 16,3-3-6-16,2 2-2 0,-5 2-4 0,3 2-8 16,-2 0-1-16,-1 4-3 0,-1-1-7 15,1 1 1-15,-5-1-9 0,4 1 0 0,-4 4 0 16,9-1-9-16,-9 1 0 0,13 5-3 0,-6 0-7 0,1-1-16 0,0 5-5 0,2-1-2 16,-1 1-40-16,-1 1-7 0,2 3-25 0,1-1-27 15,0 2-23-15,-4-6-38 0,-2 2-32 16,-1-4-50-16,-1 0-269 0,-2-1-590 0,-1-5 262 15</inkml:trace>
  <inkml:trace contextRef="#ctx0" brushRef="#br0" timeOffset="16183.98">11851 2758 222 0,'0'0'222'15,"-9"0"-5"-15,9 0-12 0,-5-1 0 0,5 1-3 16,0 0-8-16,-7 0-16 0,7 0-13 0,0 0-15 16,0 0-13-16,0 0-16 0,0 0-12 15,0 0-7-15,28-5-12 0,-8 1-10 16,11 1-6-16,2-2-11 0,1 2-12 0,1 1 4 16,-3-2-13-16,-3 0-9 0,-1 2-11 0,-7 2-8 15,-2-2-8-15,-6 3-12 0,0-1-9 0,-3 1-19 16,-2-1-11-16,0 0-19 0,-2 0 1 0,-4 3 7 15,-2-3-21-15,0 0-21 0,-9 7-22 0,0-5-16 0,-1-1-35 0,1-1-34 0,-5 3-107 16,0-3-337-16,0 0 149 0</inkml:trace>
  <inkml:trace contextRef="#ctx0" brushRef="#br0" timeOffset="16609.22">12296 2699 2044 0,'7'-2'188'0,"-7"2"-38"0,7-3-51 0,-7 3-14 0,0 0-18 0,5 0-19 0,-5 0-16 15,5-2-9-15,-5 2-4 0,8 0-3 0,-3 2-5 16,5 1-3-16,-3 1-1 0,-1 0 0 16,6 4 1-16,-5-1 1 0,2 1-1 0,-2 2-2 15,-1 2 3-15,2 5-4 0,-6-7 1 0,2 7 2 16,-3-1-2-16,-2 1-2 0,-2-2 0 15,0 2 6-15,-4-2-3 0,1-1 2 0,2-4-2 16,-2 0-2-16,2 1-1 0,-1-4 5 16,1-1 1-16,0 0 8 0,3-1 10 0,1 0 34 15,0-5 40-15,-4 5 36 0,4-5 25 0,0 0-16 16,0 0-14-16,0 0-20 0,15-19-10 0,-4 11-11 0,0-6-10 0,6 0-9 0,2-4-5 16,-6 3-5-16,1 1-9 0,2-2-18 0,-3 3 2 15,-2 0-21-15,1 2 29 0,-7 4 8 16,4 0 2-16,-4-1-8 0,-1 6-4 0,1-2-15 15,-1 1 7-15,0-2-17 0,-4 5-13 16,1-4-26-16,-1 4-22 0,0 0 8 0,5 9-1 16,-5-9 16-16,-1 17-12 0,1-7 8 15,0 2 1-15,1 4 0 0,3 1-9 0,-3 3-24 16,7-5-14-16,1 5-28 0,0-5-29 0,5 5-47 16,-4-5-71-16,5-1-115 0,0-5-209 0,1-1-614 0,-3-6 271 0</inkml:trace>
  <inkml:trace contextRef="#ctx0" brushRef="#br0" timeOffset="17187">11869 3173 100 0,'-5'0'166'0,"5"0"-12"0,-6 3-7 0,6-3-11 15,0 0-17-15,-8 0-8 0,8 0-14 0,-4 2-8 16,4-2-12-16,0 0-8 0,0 0 1 0,0 0 5 0,-5 2 0 0,5-2-1 16,0 0-3-16,0 0-4 0,0 0-5 0,-6 1-9 15,6-1 4-15,0 0-2 0,0 0 0 0,-4 2-4 16,4-2 5-16,0 0 3 0,0 0 10 15,-5 1 9-15,5-1 10 0,0 0 1 0,0 0 8 16,0 0-4-16,0 0 0 0,0 0-9 0,0 0-5 0,0 0-7 16,0 0-2-1,0 0-15-15,0 0 0 0,0 0-8 0,0 0-6 16,0 0-6-16,0 0 0 0,0 0-4 0,0 0-2 16,0 0-5-16,0 0-4 0,0 0-1 0,0 0-1 15,0 0 1-15,-5 3-5 0,5-3-5 0,0 0 6 16,0 0 5-16,0 0-4 0,0 0 4 0,0 0 0 15,0 0 0-15,16-5-4 0,-3 4-2 0,10-4 9 16,10-1-16-16,21-2 3 0,6 0 5 0,5-2 4 0,29-4 4 0,-34 6-2 16,2 0-2-16,1 2 2 0,-10-1 0 0,-3 0-3 15,-9 5 0-15,-9-3-7 0,3-2 5 0,-7 4-3 16,-8 2 1-16,-7-1-5 0,0 2 6 0,-3-2-4 16,-4 0 6-16,1 2 12 0,-1-1 10 15,-6 1-2-15,8-3 4 0,-8 3-15 0,0 0-12 0,4-2-32 16,-4 2-32-16,0 0-26 0,0 0-31 0,-25 2-31 0,25-2-34 0,-23 4-56 15,12-2-58-15,-6 0-228 0,3 0-557 16,0-2 248-16</inkml:trace>
  <inkml:trace contextRef="#ctx0" brushRef="#br0" timeOffset="17657.14">12159 3439 103 0,'0'0'175'0,"-2"3"-6"15,2-3 4-15,-4 3-8 0,4-3 2 0,-1 3 5 16,1-3 2-16,0 0-1 0,0 0-3 0,0 0 4 16,0 0-17-16,18-6-1 15,-9 1-8-15,2-2-10 0,-1-2-5 0,4-2-8 16,3-4-9-16,0-3-14 0,0-2-6 0,2-4-16 16,-2 3-2-16,1-3-10 0,-4-4-6 0,0 5-8 15,-1-2 3-15,-5 6 7 0,-1 3 11 0,-3-1 15 16,0 6-2-16,-3 1 7 0,-1 2-12 0,2-1-5 15,-4 3-18-15,0 3-9 0,-5-2-24 0,1 3 16 16,-2 2-18-16,-2 3-1 0,-4 1 0 0,0 8-1 0,-8 2-6 16,4-2-1-16,0 7-2 0,-1 3-1 0,6-1 5 15,-1 5-2-15,4-2-19 0,2 1-4 0,6-7 0 16,2 8 0-16,2-8 2 0,6-1-4 0,4 0 4 16,0-5 2-16,6 2 2 0,8-2-27 0,3-4 9 15,3-5-36-15,4-1-37 0,1-3-45 0,-1-3-42 16,-2-1-77-16,2-4-330 15,-5-4-636-15,-3-2 282 0</inkml:trace>
  <inkml:trace contextRef="#ctx0" brushRef="#br0" timeOffset="18053.82">12944 2646 29 0,'0'0'201'0,"0"0"-28"0,0 0-11 0,0 0-23 0,6 17-12 0,-2-5-9 16,3 5 1-16,2 5 0 15,3 5-8-15,1 6 1 0,1 1-7 0,3 12-3 16,-1 5-4-16,1 4-4 0,-4 0-9 16,-4-1-6-16,-4-2-4 0,-4-3-6 0,-1 1-4 0,-4-14-6 0,-5 9 2 0,-2-12-10 15,-3-1 0-15,-8-2-6 0,-2-1-7 16,-3-2-17-16,-14 5-26 0,-4-3-40 0,-2-3-56 15,-3-5-91-15,0-6-170 0,-3-7-390 0,-5-6 173 16</inkml:trace>
  <inkml:trace contextRef="#ctx0" brushRef="#br0" timeOffset="18452.66">11744 2648 28 0,'0'0'218'0,"0"0"-20"16,0 0-23-16,-14 8-18 0,5 1-13 0,0 6-11 16,-6 4-10-16,2 7-4 0,-5 6-6 0,0 11-7 15,2 4-7-15,0 3-7 0,4-1-4 16,4 2-9-16,3-3-1 0,6 1 5 0,4-1-7 15,3-14 0-15,13 10-3 0,1-13-3 16,10 7-3-16,5-7-3 0,12-4-6 0,5-7-20 16,3-3-48-16,10-5-74 0,26 0-116 15,-31-10-178-15,2-6-408 0,0-4 182 0</inkml:trace>
  <inkml:trace contextRef="#ctx0" brushRef="#br0" timeOffset="19839.37">13530 3211 106 0,'0'0'200'0,"0"0"-14"0,0 0-14 0,0 0-18 0,0 0-13 0,0 0-15 0,0 0-9 15,0 0-19-15,0 0-11 0,0 0-9 16,0 0-9-16,-2 10 3 0,-1-5 2 0,-3 3 3 15,2 1-5-15,-1 1-2 0,-4 0-5 0,-2 7 4 16,2-3-16-16,-3 2 1 0,-2 0-6 0,1 0-1 16,-3 2-19-16,-5 0-45 0,2 0-50 0,1-4-97 15,-5-1-173-15,5-4-363 0,-1-4 161 0</inkml:trace>
  <inkml:trace contextRef="#ctx0" brushRef="#br0" timeOffset="21643.05">14288 2718 19 0,'0'0'229'0,"0"0"-7"0,-1-4-17 16,1 4-14-16,0 0-16 0,0 0-17 15,-3-4-18-15,3 4-12 0,0 0-13 0,0 0-16 0,0 0-7 0,0 0-8 16,0 0-10-16,0 0-9 0,0 0-4 16,0 0-9-16,0 0-4 0,0 0-4 15,0 0-4-15,0 0-4 0,0 0 2 0,0 0-10 0,0 0-2 0,4-5 3 16,4 4-9-16,-3-2-2 0,4 0 1 15,4-1-5-15,-3-1 0 0,-2 1-4 0,6-1 2 16,-5 0-3-16,2-1-2 0,1 0 3 0,-3 1-4 16,-2 0 4-16,2-2-2 0,-2 3 7 15,-4-1 8-15,3 2 7 0,-4-2 7 0,1 1 8 0,-1 1-8 0,-2 3-6 16,0 0-8-16,-7-5-4 0,0 5-5 16,-3 0 0-16,-4 3-1 15,-3 1-1-15,-3 2-3 0,-7 3-1 0,-1 3-2 0,-3 1-3 16,-1 3-3-16,0 0 5 0,0 2-1 0,0 3-1 0,-10 4 1 0,14-4-3 15,1 1 0-15,2 0 0 0,3 1 5 16,5 3 0-16,1-1-1 0,7 2 3 0,6 2-3 0,4-3 1 16,3-1-3-16,5-3 2 0,9-1 1 15,4-3 2-15,6-4-2 0,5-2 1 16,4-6-1-16,19 0-4 0,3-6 2 0,-5-1 1 0,4-4 1 16,0-2-1-16,-3-1-8 0,-1-7-7 15,-4 3-2-15,-15 2-4 0,1-3-1 0,-5 0 3 16,-2-2 5-16,-2 1 3 0,-8-3-2 0,-1 6 5 15,-5 1 6-15,-4 2 9 0,-3 0 3 0,-2 4 1 0,-4-3-6 0,0 2 2 16,-5 0-6-16,-1 2 1 0,-7 3-3 16,0 0-2-16,-10 0 3 0,-4 5-4 0,-1 3-1 15,1 2-2-15,2 1 2 16,6-1-1-16,1 2 1 0,-9 2-3 0,13-2 3 0,1 1-3 16,0-2 3-16,8-1-2 0,1 0 0 15,3 0-2-15,2-2 3 0,4 0 1 0,4 1 0 16,5-5-4-16,7 1 6 0,7-5 0 0,4-5-3 0,1 2 5 0,-1-4-4 15,0-3 1-15,1 1-4 0,-6-3 3 16,0-1 0-16,-9 2-1 0,3-7-5 16,-6 7-3-16,-1-2 2 0,-5 1-6 0,-3 2 3 0,-1-2-1 0,-2 0 0 15,-3 3 1-15,0-1-2 0,-3 0 3 16,-2 1-4-16,-4 3-2 0,-2 0-4 0,0 1-4 0,-6 2-8 16,0-1-7-16,-2 4-4 0,-2-1-20 15,2 2-9-15,1 0-18 0,2-1-27 16,4 3-42-16,-1-2-49 0,4 0-128 0,1 0-362 15,8-1 160-15</inkml:trace>
  <inkml:trace contextRef="#ctx0" brushRef="#br0" timeOffset="22002.95">15161 2762 228 0,'0'0'218'0,"0"0"-19"0,0 0-19 0,0 0-20 16,-9 12-16-16,4-9-13 0,-3 6-12 15,-1-1-13-15,2 2-12 16,0-1-9-16,-4 5-7 0,-1-2-5 0,3 1-10 0,0 1-6 0,-1 0-7 16,5-6-11-16,0 6-4 0,1-4-7 15,1 3-2-15,2-1-7 0,2-1 0 0,2 0-2 0,1-2 2 16,4 3-2-16,-1-4-2 15,9 0 0-15,1 0 0 0,1-2-3 0,4 0-2 0,-3-1 2 0,8 2-3 16,-8-2-6-16,-1 0 0 0,-5 0-4 16,-1 0 1-16,-4-3-16 0,0 3-4 0,-3-2-4 0,-1 0 2 0,-1 2 6 15,-3-5 0-15,-8 9 5 16,-2-4 3-16,-3 2 1 0,1-1 0 16,-8 1-6-16,-7 1-23 0,0-2-38 0,5-2-51 0,2 0-192 0,-9-3-344 15,7-1 152-15</inkml:trace>
  <inkml:trace contextRef="#ctx0" brushRef="#br0" timeOffset="22845.6">15670 2569 101 0,'0'0'199'0,"-3"-4"-7"0,3 4-12 0,0 0-19 0,0 0-11 15,0 0-14-15,0 0-13 0,0 0-10 0,0 0-15 16,0 0-7-16,8-4-7 0,0 3-12 0,4 1-9 15,0 0-5-15,2 1-7 0,2-1-1 0,3 3-10 16,3 1-6-16,-4-1 0 0,4 0-6 0,-2 1 2 16,-1 3-10-16,1-2-1 0,-1 5 1 0,0-3-2 0,-4 3-1 15,-2 0-7 1,2 4-2-16,-6-4-6 0,-4-1 6 0,-1 8-4 16,0 0 0-16,-8-2-1 0,0 1 3 0,-6 1-2 15,-6 5 3-15,-1-2-4 0,-6-1-2 0,-1-2 1 16,-1 0 2-16,0-1 5 0,-5-1-1 0,2-2-2 15,0 0 1-15,3-2 7 0,6-2-10 0,2-3 6 16,3 0 1-16,2 0-3 0,3-1 1 0,2-4-7 16,-1 3 5-16,4-3-1 0,4-1 3 0,-5 5 9 0,5-3 4 15,0-2 4-15,13 4 0 0,0-2 1 0,5 0-3 0,2-4-3 16,9 1 3-16,1 2-9 0,-1-3 2 0,0 1-5 16,-2 1 1-16,-4-2-1 0,0 1 0 15,4 1-3-15,-9 0 1 0,-4 0-1 0,-2 0-4 16,-1 0 1-16,-1-1 0 0,-2 1 1 0,-8 0-2 15,14 0 0-15,-14 0-1 16,0 0-3-16,5-1 2 0,-5 1-11 0,0 0-12 16,0 0-20-16,0 0-18 0,0 0-12 0,-27 3-13 15,27-3-18-15,-14 0-39 0,14 0-31 0,-14-2-164 16,9-3-362-16,1 4 160 0</inkml:trace>
  <inkml:trace contextRef="#ctx0" brushRef="#br0" timeOffset="23246.08">16384 2735 199 0,'0'0'285'0,"0"0"-29"15,0 0-28-15,0 0-28 0,0 0-23 0,0 0-23 16,0 0-12-16,2 7-14 0,0-1-14 0,-4 1-9 0,0 2-12 15,-1 2-10-15,1-2-4 0,-5 7-8 16,0-1-5-16,0 0-10 0,0 1-2 0,-2-3-5 16,2-2-5-16,1-1-6 0,2-2-1 0,0-4-3 15,0 2-1-15,1-1-5 16,0-1 9-16,-1-2-6 0,4-2 30 0,-2 8 24 16,2-8 27-16,0 0-2 0,0 0-13 0,0 0 1 15,0 0-21-15,4-17-10 0,-1 8-5 0,4 1-10 16,-2-2-4-16,1 3-7 0,2 0-2 0,-4-1-11 15,2 3 7-15,-2-2-8 0,-2 4-7 16,2-1 1-16,-2 2-8 0,0-1-5 0,-2 3-3 0,0 0-2 16,0 0-1-16,13 3 2 0,-7 1-1 0,1 1-1 0,-1 0-9 15,2 0-22-15,1 2-16 0,-3 2-20 0,0-1-30 16,2 1-32-16,2-1-40 0,-5 1-45 0,3-1-45 16,-4-1-233-16,1-2-531 0,-2-2 236 0</inkml:trace>
  <inkml:trace contextRef="#ctx0" brushRef="#br0" timeOffset="23448.22">16261 2725 253 0,'0'0'273'0,"-6"-1"-14"16,6 1-17-16,-8 0-22 0,8 0-25 0,0 0-17 0,0 0-15 0,0 0-18 15,0 0-10-15,41-3-19 0,-8 2-6 0,2-1-34 16,3-5-39-16,0 5-52 0,3-1-61 0,-1 0-75 16,-4 1-209-16,-6-5-390 0,0 2 172 0</inkml:trace>
  <inkml:trace contextRef="#ctx0" brushRef="#br0" timeOffset="23915.95">16792 2619 95 0,'5'-3'239'0,"-1"1"-27"15,4-2-21-15,0 3-22 0,2 0-17 0,6 2-13 16,-5-1-16-16,3 4-13 0,-4 0-12 0,7 4-7 15,-3 1-14-15,1 0-8 0,-2 2-3 0,-5-2-10 0,2 5-9 16,-5-2 3-16,-1 0-10 0,0 2-1 0,-4 2-10 16,-1-5-5-16,-6 6 2 0,0 0-4 0,0-2 4 0,-4-1-8 15,-3-2 1-15,2-2 0 0,3-1 4 0,0-1 5 16,0-3 3-16,1 1 6 0,3-1 13 0,0-1 15 16,-1 0 20-16,2-2 33 0,4-2 33 0,-8 3 5 15,8-3-8-15,0 0-17 0,0 0-16 0,6-17-7 16,0 7-17-16,4-2-11 0,-1-1-3 0,5-3-10 15,4-5-8-15,0 4-3 16,-5 0-10-16,6-1-5 0,-8 6-6 16,-2 2-3-16,0 2 4 0,-2 2-1 0,-2 2-2 0,0-1-1 15,-2 2-10-15,0-1-5 0,2 4-8 16,-5 0-20-16,5-3-20 0,-5 3 9 0,0 0-6 16,3 12 4-16,-3-7 4 0,0 6 4 0,3 4 2 15,0 2 5-15,1-1-5 0,4 2 5 0,2 0 0 16,4 3-15-16,5 0-27 0,4-3-42 0,-1-2-68 0,4-1-95 0,-6-8-322 15,9-2-627-15,0-2 278 0</inkml:trace>
  <inkml:trace contextRef="#ctx0" brushRef="#br0" timeOffset="25155.71">15643 3298 106 0,'-4'1'150'16,"4"-1"-9"-16,0 0-3 0,-5 2-5 0,5-2 1 15,0 0-7-15,0 0-9 0,0 0-9 0,0 0-5 16,0 0-3-16,0 0-12 0,20 0-6 0,-20 0 3 16,0 0 4-16,7 0 6 0,-7 0 1 0,0 0 1 15,0 0-4-15,0 0 2 0,0 0-3 16,0 0-6-16,0 0-4 0,0 0-9 0,0 0-7 0,0 0-5 16,6-3-4-16,-6 3-10 15,0 0-3-15,0 0-7 0,0 0-1 0,0 0-4 0,0 0-3 16,0 0-10-16,0 0 6 0,0 0-2 15,0 0-4-15,0 0 0 0,0 0-5 0,0 0-2 0,0 0 4 16,0 0-8-16,0 0 0 0,0 0-5 0,0 0 3 0,0 0 0 16,5 3-1-16,-5-3-2 0,0 0 0 15,0 0 3-15,0 0-6 0,0 0 3 0,0 0-1 0,0 0-4 16,0 0 7-16,0 0-1 16,0 0-2-16,0 0 2 0,0 0-4 0,0 0 0 0,0 0 0 15,0 0 3-15,0 0-4 0,0 0 0 16,0 0 0-16,0 0 1 0,0 0-2 0,0 0 3 0,0 0-2 15,0 0 1-15,0 0 1 0,0 0 1 0,0 0-1 0,0 0 3 16,0 0-4-16,0 0 1 0,0 0-1 16,0 0 0-16,0 0-4 0,0 0 2 0,0 0 2 0,0 0-4 15,0 0 3-15,0 0 0 16,0 0 2-16,0 0 2 0,0 0-4 0,10 0 4 0,-5 1 1 0,6-2-2 16,3-1-5-16,6-1 5 15,12-1-2-15,5-1-2 0,16-5 2 0,0 4-1 0,7-6-2 16,30-1 4-16,3-4 4 0,4 5-4 0,-1 0 0 15,2 4-1-15,-3-5 2 16,-6 2 2-16,-30 2 1 0,1 1-1 0,-3 4-1 16,-3-2 1-16,0 2 2 0,-21 1-3 0,2 1-1 0,-14 0-1 0,1 1 0 15,-6-2 8-15,-4 2 15 0,-1-2 16 16,-4 6 20-16,1-6 15 0,-2 3-11 0,-6 0 35 0,7 0-19 16,-4-2-7-16,-3 2-25 0,0 0-2 15,8 0-23-15,-8 0-31 0,0 0-39 0,0 0-42 0,2 5-38 16,-2-5-47-16,-10 4-65 0,4 0-305 15,-4 0-588-15,0-2 260 0</inkml:trace>
  <inkml:trace contextRef="#ctx0" brushRef="#br0" timeOffset="25685.46">16357 3577 166 0,'-3'5'190'0,"3"-5"-3"0,0 0-6 15,-1 2-3-15,1-2-8 0,0 0-18 0,0 0-10 0,14-7-10 0,-6 1-8 16,3-2-11-16,0 4-6 16,5-7 0-16,-3 0-7 0,-3 1-4 0,4-3-8 0,-2-1-4 0,-1-2-5 15,1 0-1-15,-3 0-1 16,6-6-8-16,-6 0-4 0,-2 3-5 0,-5 2 9 0,2 5 11 15,-2-4 3-15,-2 4-1 0,-1 0-3 16,0 2 8-16,-2 1-12 0,2 2-11 0,-3 2-4 0,-2 1-10 16,-2 0-8-16,-2 3-22 0,-3 1 16 0,-6 1-10 0,5 6-1 15,-4 1-5-15,1 2 0 16,1 4-5-16,-4 3-5 0,1 3 4 0,5 0 0 0,0 2-8 0,3 2-3 16,7-5-1-16,-1-2-2 15,7 0 5-15,2 2-9 0,5-3 3 0,3 1 4 0,11 1-1 16,5-4 5-16,5-2-18 0,4-7-26 15,5-2-46-15,14-3-57 0,-6-3-82 0,-9-2-319 0,12-7-587 16,-15 0 260-16</inkml:trace>
  <inkml:trace contextRef="#ctx0" brushRef="#br0" timeOffset="26079.12">17440 2549 118 0,'0'11'157'0,"0"5"-16"16,0 9-6-16,0 5-6 0,2 3-7 0,2 13-4 0,0 3-10 15,-1 7-5-15,3 0-2 16,1 27-1-16,-4-28-2 0,-1 0-9 0,-4 3-4 15,1-4 1-15,-5 0-14 0,-3-3-6 0,2-1-1 0,-5-15-4 16,-1-3-3-16,-6 2-6 0,-7 5-5 16,1-14-26-16,-7 10-39 0,-10-3-62 0,11-13-74 0,-4-4-160 15,-14 2-339-15,16-8 150 16</inkml:trace>
  <inkml:trace contextRef="#ctx0" brushRef="#br0" timeOffset="26729.96">15662 2541 223 0,'1'-5'216'0,"-1"1"-13"0,0 4-20 0,0 0-16 0,0 0-24 16,0-5-14-16,0 5-19 0,0 0-13 16,0 0-11-16,-4 17-10 0,-1-1-3 0,-2 9-11 0,-5 7-7 15,-6 14-5-15,0 4-4 16,-6 6-2-16,-3 24-8 0,8-22 3 0,2-1-4 0,3 0-4 15,2 26 12-15,9-32-5 0,7-1 3 16,2-2-3-16,9-4-1 0,-2-10 3 0,10 7-8 0,0-14 4 0,13 7-6 16,4-5-2-16,-7-10-15 15,18 3-25-15,1-4-48 0,3-5-64 0,-2-1-79 0,0-7-145 0,1 2-375 0,-14-6 167 16</inkml:trace>
  <inkml:trace contextRef="#ctx0" brushRef="#br0" timeOffset="28080.68">17902 3339 13 0,'0'0'252'0,"0"0"-13"16,6-1-18-16,-6 1-19 0,0 0-10 0,0 0-22 16,0 0-14-16,0 0-13 0,0 0-19 15,0 0-16-15,0 0-8 0,0 0-19 0,0 0-8 0,0 0-11 16,-6 12-6-16,3-7 2 0,-2 4-13 0,0 1-1 15,0-3-3-15,-1 4-6 0,-3 2-2 0,0-2-1 16,0 0-29 0,-2 1-16-16,-1 3-33 0,4-6-28 0,-1 1-32 15,4-2-46-15,-4-1-197 0,3-3-378 0,3-1 168 16</inkml:trace>
  <inkml:trace contextRef="#ctx0" brushRef="#br0" timeOffset="28365.36">18594 3049 182 0,'4'-2'283'0,"-4"2"-22"16,0 0-26-16,4-4-22 0,-4 4-27 0,7-2-19 15,0-1-35-15,2 3-34 0,0-3-54 0,4 1-75 16,6 0-65 0,-2-3-183-16,2 0-303 0,1 3 134 0</inkml:trace>
  <inkml:trace contextRef="#ctx0" brushRef="#br0" timeOffset="28512.5">19214 2977 192 0,'2'-2'257'0,"1"-2"-29"0,5 1-31 16,-2-1-47-16,1 3-53 0,10-3-60 0,0 0-72 15,2 0-153-15,2-1-203 0,7 1 91 0</inkml:trace>
  <inkml:trace contextRef="#ctx0" brushRef="#br0" timeOffset="28650.28">19806 2917 55 0,'6'0'254'0,"-1"-3"-26"0,4-3-26 0,2 3-38 16,0 0-51-16,6-4-71 0,3 2-70 0,0 2-144 15,1-4-186-15,6-2 83 0</inkml:trace>
  <inkml:trace contextRef="#ctx0" brushRef="#br0" timeOffset="29846.29">21518 2527 230 0,'3'-2'225'0,"-3"2"-20"16,1-5-6-16,-1 5-20 0,3-2-15 16,-3 2-18-16,0 0-16 0,0-5-15 0,0 5-12 0,0 0-11 0,0 0-16 0,0 0-15 15,0 0-13-15,0 0-6 0,0 0-2 16,-19 13-2-16,4-4-6 0,-4 2 0 0,-9 3-4 15,1 2-3-15,0-4-3 0,-2 5-1 0,1-2 3 16,1-1-9-16,0 3-1 0,8-5 1 0,1 0-4 16,3-1 1-16,2 1-1 0,-1 0-4 0,5-2 3 15,3 0-4-15,2 0 0 0,2 0 3 0,6 0-3 0,1 2 2 0,3-2 1 16,10 2 7-16,-3 0-5 0,12 4-5 16,0-3 0-16,2 1-1 0,1 1 1 0,-1-1 3 0,3 2-9 15,-5 4 5-15,0-7 1 0,-4 3-1 0,-4 1-4 16,-1-5 1-16,-8 0-1 0,-1 1 1 0,-3-1-2 15,-2 0 3-15,-4 0 4 0,-5 0 4 16,-1 0-4-16,-6-2 10 16,-3 3-5-16,-7-2 1 0,-1 1 2 0,-5-2 1 15,0-2-1-15,1 1 3 0,4-7 3 0,3 1 1 16,-2 0 1-16,3 1-1 0,5-4 7 0,-3 0 10 16,6 0 12-16,4 0 16 0,7 0 3 0,-14-3-25 15,13-2-27-15,1 5-24 0,10-13-12 0,4 2-9 16,4 1-12-16,13-3-10 0,-2-4-8 0,3 4-1 15,1 0 4-15,12-8 1 0,-9 8 12 0,-2 0 5 0,1 1 1 16,-6 2 6-16,1-2 13 0,-4 4 7 0,-5 1 20 16,-5 0 15-16,-3 3 20 0,0-1 22 0,-4-1 16 15,-4 5 12-15,2-2 13 0,0 2-3 0,-7 1 4 16,9-4-5-16,-9 4-7 0,7-3-13 0,-7 3-11 16,0 0-8-16,0 0-8 0,10 0-7 0,-10 0-13 0,0 0-7 15,0 0-15 1,0 0 1-16,0 0-3 0,7 7-2 0,-7-7 2 15,0 6-2-15,0 1-3 0,0 1 4 0,0-1 7 16,0 3-12-16,2-2 4 0,-2 2-6 0,1 0-32 16,0 0-17-16,-1-3-30 0,0 3-28 0,0-3-38 15,1-1-21-15,-3-1-29 0,2-5-30 0,-4 6-33 16,1-3-202-16,3-3-493 0,0 0 218 0</inkml:trace>
  <inkml:trace contextRef="#ctx0" brushRef="#br0" timeOffset="29984.31">21715 2784 233 0,'3'-10'285'16,"2"2"-18"-16,-4 0-18 0,0 3-16 0,2-1-19 16,-2 0-19-16,0 3-19 0,-1 0-22 0,2-1-32 15,-2 4-51-15,2-4-46 0,-2 4-31 0,0 0-37 0,0 0-43 0,18 5-55 16,-13-2-184-16,-2 0-352 0,2-1 156 0</inkml:trace>
  <inkml:trace contextRef="#ctx0" brushRef="#br0" timeOffset="30315.79">22071 2849 202 0,'6'3'245'16,"-6"-3"-28"-16,4 4-20 0,-4-4-18 0,7 7-15 15,-6-4-13-15,-1 2-15 0,0 2-13 0,-1 2-11 16,-2-1-14-16,1 5-5 0,2 0-7 0,-4 3-9 15,2-3-6-15,-1 2-8 0,-1-3-4 0,0 0-5 0,0-2-3 16,1-3-7-16,1 0-2 0,0-1-3 0,-1-2 2 0,3-4 16 16,-1 8 21-16,1-8 46 0,0 0 15 0,0 0 7 15,0 0-16-15,0 0-16 0,0 0-11 16,19-15-17-16,-12 11-5 0,-1-4-18 0,4 1 3 16,-1-1-8-16,0 3-11 0,0 1-5 0,0-1 5 15,-4 1-15-15,4-2-11 16,0 4-1-16,-1-1-9 0,-2 3-14 0,7-1-25 15,-4 1-28-15,1 0-38 0,1 1-35 0,0-1-54 16,0 3-51-16,3-3-79 0,-3 0-183 0,6-3-535 16,-4 3 237-16</inkml:trace>
  <inkml:trace contextRef="#ctx0" brushRef="#br0" timeOffset="30684.59">22737 2738 239 0,'4'-3'336'16,"0"-1"-36"-16,-3 1-32 0,-1 3-35 0,4-3-23 15,-4 3-23-15,0 0-22 0,0 0-17 0,0 0-13 0,0 13-14 0,0-8-17 16,-4 7-8-16,-1-1-11 0,-3 4-6 0,-1 2-5 16,-1 0-3-16,1 2-15 0,0-4-7 0,-2 0-11 15,2-1-3-15,1-4-8 0,3 0-3 16,-2-3-1-16,3-2-2 0,1 2 0 0,-1-2 1 15,2-1 23-15,2-4 33 0,-4 6 29 0,4-6 31 16,0 0-15-16,0 0-15 16,0 0-8-16,0 0-15 0,10-18-10 0,-2 9-7 15,3 1-4-15,-2-1-7 0,1 1-6 0,2-1-9 16,1 1-4-16,-2 1-5 0,-6 4-6 0,0-1 8 16,1 1-19-16,-3 1-4 0,-3 2-8 0,8-5 0 15,-8 5-9-15,0 0-4 0,18 5-10 0,-13-1-7 16,-1 1-11-16,2 1-18 0,-1 0-20 0,-1 2-24 15,4 2-30-15,-2-1-28 0,-2 2-38 0,2-2-38 0,-1 0-64 16,-5-4-227-16,2 1-567 0,-2-6 251 0</inkml:trace>
  <inkml:trace contextRef="#ctx0" brushRef="#br0" timeOffset="30885.69">22668 2725 95 0,'-5'-1'278'16,"5"1"-17"-16,-9-3-17 0,4 3-2 0,2-1-19 15,3 1-18-15,0 0-21 0,0 0-20 0,0 0-12 16,17-5-20-16,-3 5-11 0,8 0-4 0,11 0-20 16,-1 1-25-16,0-2-44 0,0 1-43 0,2 1-46 0,-4-2-62 15,1 1-49-15,-10 0-202 0,0-1-406 0,-5 1 180 16</inkml:trace>
  <inkml:trace contextRef="#ctx0" brushRef="#br0" timeOffset="31317.84">23161 2658 116 0,'0'0'261'16,"0"0"-24"-16,0 0-28 0,0 0-21 0,0 0-22 16,8 2-17-16,-4 1-15 0,4 1-15 0,-5 2-13 0,5 2-9 0,-3 3-15 15,-1-2-4-15,1 1-5 0,-1 3-10 0,-3 0-4 16,2 0-6-16,-6 3-4 0,2-1-5 0,-3-3-1 16,3 0-3-16,-3-2-9 0,0 2-5 0,-1-3-7 15,1-1 3-15,0-1-1 0,1-2-1 0,1 1 4 16,-4-2 7-16,6 0 14 0,0-4 25 0,-4 3 39 15,4-3 41-15,0 0 38 0,0 0-8 0,0 0-18 0,0 0-25 16,0 0-13-16,10-14-16 0,-2 3-6 0,-2 2-11 0,2 0-15 16,2-6 2-16,2 3-13 0,-2 0-5 0,0 5-4 15,-1-2-11-15,-2 1 1 0,-2 3-6 16,1 0-8-16,-2 3-1 0,-2-3-9 0,1 3-10 0,0-1-27 16,-3 3-26-16,0 0-8 0,0 0 2 15,0 0 8-15,5 12 6 16,-4-3 7-16,-2 1-2 0,2 3 6 0,0-1-1 15,2 5-3-15,1 1-9 0,1-1-34 0,-2 0-30 16,3 0-35-16,1-1-44 0,0 0-50 0,0-8-71 16,0 3-234-16,-1-6-578 0,-3 0 255 0</inkml:trace>
  <inkml:trace contextRef="#ctx0" brushRef="#br0" timeOffset="31772.46">22592 3108 176 0,'-7'2'223'16,"2"-2"-9"-16,5 0-9 0,-8 3-10 0,5-3-21 15,3 0-13-15,0 0-13 0,-7 3-9 0,7-3-12 16,0 0-9-16,0 0-10 0,0 0-4 0,0 0-13 15,-9-2-5-15,9 2 0 0,0 0 0 0,0 0-3 16,0 0-3-16,0 0-1 0,-4 2 0 16,4-2-12-16,0 0-1 0,0 0-8 0,0 0-4 0,0 0-8 0,0 0-2 15,0 0-8-15,0 0-4 0,0 0-4 0,0 0 2 0,0 0-6 16,0 0 0-16,0 0-1 0,0 0 10 16,0 0 3-16,0 0-4 0,0 0 0 0,30-6-7 15,-11 5-2-15,10-3-2 0,8 0-5 0,13-3 5 16,5 4 6-16,0-4 5 0,10-1 7 0,26 4 5 15,-28-1 6-15,3 1 2 0,3 0-6 0,-4 2-6 0,-5-5-6 16,-10 5 2-16,-12-1-3 0,-6-1-9 0,-12 4 5 16,-1-1-9-16,-9 1 6 0,1-2 6 0,-3 2 6 15,-1 0-10-15,-7 0 1 0,10 0-6 0,-10 0-17 0,0 0-14 16,0 0-30-16,0 0-27 0,0 0-31 0,0 0-28 16,-39 0-35-16,19 2-43 0,3 1-50 0,-3 1-72 15,2-2-169 1,-4-1-532-16,3-1 235 0</inkml:trace>
  <inkml:trace contextRef="#ctx0" brushRef="#br0" timeOffset="32188.75">22939 3452 60 0,'0'0'201'0,"-4"4"-2"0,4-4-1 15,-5 3-5-15,5-3-10 16,0 0-17-16,0 0-12 0,0 0-11 0,23-4-6 16,-11 0-10-16,-1 0-7 0,-2-1 1 0,9-3-1 15,-4-1 2-15,1-3-1 0,0-1-6 0,-2 1-17 16,2-2-8-16,1-8-6 0,0 3-9 0,-3-2-7 15,-4 3 0-15,4-4 2 0,-4 4-15 0,-4 1-1 16,3-9-2-16,-5 7 0 0,-1 3 7 0,-2 4-8 16,0 2 2-16,0 0 4 0,0 0-7 0,-4 1-8 0,3 4-2 15,-3-1-11-15,-2 5-5 0,-1-2-1 0,7 3-3 16,-19 6-8-16,8 0-2 0,-3 4 2 0,1 2-1 16,-4 9-3-16,7-3-5 0,-3 6 1 0,3 3 1 15,4-1-3-15,-1-1 4 0,7 4 9 0,5-5-6 16,3 0-4-16,5-2-3 0,5 0 1 0,2-5-9 15,3-2-28-15,7-6-36 16,-1 0-61-16,4-6-81 0,4-2-104 0,-5-5-190 16,3-4-547-16,-5-3 242 0</inkml:trace>
  <inkml:trace contextRef="#ctx0" brushRef="#br0" timeOffset="32473.32">23734 2743 2115 0,'4'-5'261'0,"0"2"-31"0,-1 0-41 0,0-1-59 0,0 0-33 16,0 1-27-16,-3 3-20 0,3-1-8 16,-3 1-22-16,0 0 1 0,0 0-6 0,15 5-2 15,-10 7 5-15,7 3 3 0,-2 2-2 0,4 12 6 16,0 0 0-16,0 15 4 0,3 2 7 15,-8 0-9-15,0 1 2 0,-7 0-6 0,-4 2 6 16,-6-3-8-16,-2-1-2 0,-2-12-23 16,-2 0-5-16,-5-2-24 0,-1-2-15 0,-6-5-28 15,-2 1-37-15,-12 1-39 0,6-8-62 0,-6-4-274 16,-8-5-528-16,8-3 234 0</inkml:trace>
  <inkml:trace contextRef="#ctx0" brushRef="#br0" timeOffset="32871.94">22503 2570 54 0,'0'0'219'0,"0"0"-28"0,0 0-17 15,0 0-21-15,-3 6-19 0,1 3-15 0,0 4-10 16,-3 3-15-16,-3 11-7 0,-1 1-5 0,-1 6-11 16,-3 15 7-16,-2-1-3 0,-1 4-1 15,2 1-1-15,5 2-6 0,5-2-6 0,3-2-1 0,5-2-6 0,6-15-5 0,8 10 8 16,8-4-4-16,4-4-3 0,0-11-5 0,13 2-27 16,2-3-47-16,7-8-86 0,-2-1-245 15,1-8-389-15,2-1 172 0</inkml:trace>
  <inkml:trace contextRef="#ctx0" brushRef="#br0" timeOffset="33173.85">24304 3117 130 0,'2'3'313'15,"-2"-3"-36"-15,0 0-31 0,4 5-23 0,-5 0-21 16,-2 0-21-16,1 4-17 0,-6 6 17 0,2-1-11 0,-3 1-39 15,-4 2-54-15,4 0-58 0,0 2-84 16,-3-2-110-16,1-3-171 0,-2-4-374 0,3-4 165 16</inkml:trace>
  <inkml:trace contextRef="#ctx0" brushRef="#br0" timeOffset="34991.25">24843 2669 63 0,'-2'-2'207'0,"2"2"-19"0,0 0-10 15,-6-2-23-15,6 2-19 16,0 0-13-16,0 0-12 0,0 0-8 0,-6-1-19 0,6 1-5 16,0 0-11-16,0 0-4 0,-6 4-10 15,6-4-2-15,0 0-10 0,0 0-10 0,0 0-3 16,0 0-1-16,0 0-3 0,0 0 1 0,0 0-4 16,0 0-8-16,0 0 8 0,12 5-8 0,-12-5 4 15,20-6-3-15,-10 2-2 0,1-1 0 0,7-2-1 16,-3-2-4-16,-2-2 3 0,-1 5 3 0,2-6 11 0,-1 0 2 15,-3 1 9-15,-1 2 1 0,0-1 1 0,-3 0 7 0,0 2 7 16,-3 1-3-16,1 0 3 0,-3 2-1 0,-2 1-9 16,1-1 1-16,-5 0-10 0,-3 3-7 0,-1 1-1 15,-10-1-5-15,1 9-2 0,-5-2 0 0,0 5-5 16,-5 5-3-16,0 2 0 0,-4 1 0 16,4 2-2-16,-2 3 1 15,1 1-2-15,3 2-1 0,2-1 0 0,1 5-3 16,5 1 1-16,2-1 3 0,5-1-2 0,9 2-7 15,-2 0 3-15,9-6 3 0,5 4 0 0,10-7 1 16,3 0 0-16,7-5 1 0,7-4 0 0,18 0-2 16,4-6 0-16,6-2-1 0,3-2 0 0,-4-8 0 15,1 1 0-15,-5-7 1 0,0 2-1 0,-8-1 1 16,-14 0-2-16,-3-3-1 0,-3 0-1 0,-1-1 1 0,-5-2-1 0,-5-1 2 16,-3-1-1-16,-5 3 1 0,-3-2 5 15,-5 2 4-15,1 1 9 0,-5 2 1 0,-4 0-6 16,-5 3 2-16,3-2-3 0,-11 5-1 0,0 0-2 0,-1 1-4 15,-3 4-4-15,-3 2 5 0,-5 2-5 0,8 1 0 16,-1 2 0-16,2 3-1 0,-1 1-5 0,6-2-6 16,0 2-2-1,6-2 0-15,3 5 0 0,1-2 0 0,7 0 6 16,2 2-4-16,10-3 6 0,0 0-1 0,4 0 1 16,10-3 5-16,4-4-9 0,-5 0-10 0,4 1 3 15,-3-8 0-15,1 1 5 0,-4 0-5 0,-6-2 3 16,1-4 0-16,-4 2 0 0,-6 1 8 0,5-3 0 15,-6 1-1-15,-5-1 8 0,0 0-3 0,-2-1 1 16,-3 0-5-16,-1 0 0 0,-6 0-2 0,2 1 0 0,-4 0-2 0,-1 1 2 16,-2 0 1-16,-3 1-7 0,2 2 0 0,-1 1-13 15,0 1-7-15,0 1-18 0,-4 1-19 0,4-1-25 16,0 4-32-16,5-2-62 0,-4 1-175 16,6 1-390-16,7-2 173 0</inkml:trace>
  <inkml:trace contextRef="#ctx0" brushRef="#br0" timeOffset="35345.14">26021 2677 132 0,'0'0'181'0,"-9"3"-24"0,2-2-16 0,-5 2-10 16,3 2-15-16,0 0-11 0,-3 2-11 0,1-2-11 0,1 4-2 16,-5 1-15-16,2 3 1 0,-1-1-13 0,5-3-2 15,2 2-5-15,0 0 3 0,-1 4-7 16,6-3 6-16,-1-3-6 0,2 4-3 0,5 1-7 0,0 4 1 0,4-4-1 16,3-2-2-16,0 5 1 0,4-5-4 0,1-2 0 15,7 7-1-15,-5-5-9 0,-2-3 5 0,-3-1-5 16,-3-1-2-16,-1-2 0 0,1 2-1 0,-6-3-2 15,3-1 0-15,-5 1 2 0,2 2 11 0,-4-6 1 16,0 0-1-16,-8 9 2 0,2-6-1 0,-4 1-6 16,-6-2-12-1,-1 1-23-15,1 0-29 0,-5-1-47 0,1-3-62 16,1-1-180-16,4 0-360 0,3-2 160 0</inkml:trace>
  <inkml:trace contextRef="#ctx0" brushRef="#br0" timeOffset="35877.41">26341 2471 213 0,'-4'-2'234'0,"4"2"-26"0,0 0-18 16,9-5-27-16,1 5-14 0,1 0-16 0,2 0-12 16,6 3-12-16,2-1-14 0,-1-1-10 0,10 4-6 15,-3 1-12-15,-1 0-2 0,1 1-8 0,-1 2-6 0,-6-2-5 16,-3 5-7-16,-2-3-6 0,0 4-1 0,-6-1-6 0,1 2-1 16,-7 1-6-16,1 1 0 0,-9 0-5 0,-4 9 1 15,-6-4 1-15,-2 2 0 0,-6-2-4 0,1 0 2 16,-1-1 0-16,-5-2-5 0,7-3 7 0,5-4 6 15,-2 0-4-15,8-4 0 0,-3 0-3 0,4-1 0 16,4-2-1-16,0-1 1 0,-2 1 6 0,7-4-1 16,-3 5 5-1,3-5 3-15,3 3-2 0,-3-3-1 0,20 0-5 0,-4 0-4 16,8-3-9-16,5-1-33 0,0 0-38 0,5 0-56 16,1 2-61-16,-5-6-202 0,3 1-416 15,-1 1 185-15</inkml:trace>
  <inkml:trace contextRef="#ctx0" brushRef="#br0" timeOffset="36262.5">27147 2590 95 0,'0'0'289'0,"0"0"-32"0,0 0-30 16,0 0-22-16,0 0-23 0,0 0-18 0,-4 12-16 0,2-6-16 15,-2 5-10-15,-1 0-14 0,1 1-11 0,-4 5-8 16,-2-1-9-16,-2 3-7 0,-3 2-7 0,0 1-6 16,-4-4-5-16,3 3-2 0,1-8-7 0,3-1-2 15,2-3-6-15,4-2-2 0,-1 1 0 0,2-3-1 16,1 0 18-16,2-1 24 0,-3-1 35 0,2-3 22 16,3 0-7-16,0 0-17 15,0 0-27-15,0 0 3 0,4-15-6 0,1 6-2 16,3 0-11-16,2-4-12 0,-1 5-3 0,3-4-8 15,-1 0 0-15,-1 5-5 0,-1-2-3 0,-4-1-6 16,0 7-6-16,1-2-5 0,1-1-6 16,-2 3-3-16,-1 2-5 0,1-1 1 0,-5 2 2 15,8-2-18-15,-8 2 15 0,11 5-10 0,-4-2-5 0,2 5-8 16,-3-2-19-16,6 1-28 0,-2 3-28 0,0-3-22 0,3 5-40 16,-4-2-42-16,2-3-60 0,-3-2-272 0,0 2-573 15,-1-4 254-15</inkml:trace>
  <inkml:trace contextRef="#ctx0" brushRef="#br0" timeOffset="36446.71">27083 2587 248 0,'-8'-2'266'0,"8"2"-26"0,0 0-27 0,0 0-18 16,0 0-22-16,0 0-22 0,36 2-34 0,-15-1-43 0,9-1-59 0,4 0-57 16,1 0-94-16,-3 0-117 0,0-3-273 0,0-1 121 15</inkml:trace>
  <inkml:trace contextRef="#ctx0" brushRef="#br0" timeOffset="37178.97">27415 2527 228 0,'3'-2'215'0,"2"0"-20"0,1-1-20 15,2 1-18-15,2-1-13 0,2 3-18 0,1 0-12 16,-1 2-16-16,2 0-6 0,-1 2-13 0,5 3-1 15,-5-2-11-15,2 4-3 0,-6-1-10 0,6 3-6 16,-7-1-6-16,-1 2-2 0,-2-2-7 0,-1 2-4 0,-2 3-1 16,-1 1-3-16,-3 0 3 0,-2-1-2 0,-2 2-2 15,-5-1-1-15,0 0 0 0,-1-2 0 0,-3 1-4 16,5-5-2-16,-3 4 4 0,0-5-3 0,4-1 2 0,0-2 6 16,-1 0-2-16,4-1 5 0,1-1 4 15,1 0 25-15,0-3 36 0,4-1 32 0,-8 4 36 16,8-4 25-16,0 0-27 15,0 0-20-15,0-10-16 0,8 0-19 0,0 1 1 16,3-4-18-16,3-4-4 0,-1 1-5 0,7-4-10 16,-3 1-7-16,-2 4-10 0,2 1-8 0,-4 2 5 15,-4 3-1-15,-2 1 5 0,2 0 2 0,-5 1-14 16,1 3 6-16,0-1-15 0,-2 2-1 0,1 0-37 16,-2 0-25-16,-2 3-35 0,0 0 3 0,0 0 6 15,0 0 10-15,-2 16 2 0,1-8 2 0,-2 1 9 0,2 5 1 16,1-2 7-16,-2 3-17 0,1 1-9 0,4 1-20 15,1 1-20-15,3-3-20 0,1 1-34 0,-1-1-52 16,7-3-78-16,-3-4-248 0,4-2-567 0,-1-1 252 16</inkml:trace>
  <inkml:trace contextRef="#ctx0" brushRef="#br0" timeOffset="37717.11">26481 3096 74 0,'0'0'142'0,"-5"5"-12"15,5-5-11-15,0 0-5 0,0 0-10 0,-6 3-7 16,6-3 1-16,0 0 0 0,0 0-2 0,0 0 8 16,-7 2-2-16,7-2 1 0,0 0 2 0,0 0-3 15,0 0-5-15,0 0-4 0,0 0-13 0,0 0-6 16,0 0-6-1,0 0-6-15,0 0-9 0,0 0-5 0,0 0-5 16,0 0-3-16,0 0-5 0,0 0-1 0,0 0-3 16,0 0-1-16,0 0-4 0,0 0-4 0,0 0-5 15,0 0-3-15,0 0-2 0,0 0 4 0,0 0-2 16,0 0-2-16,0 0-2 0,0 0-2 0,0 0 1 16,0 0-3-16,0 0 1 0,0 0 6 0,0 0-7 15,0 0-1-15,0 0-2 0,0 0 4 0,0 0-1 0,0 0-2 16,0 0-2-16,0 0 1 0,0 0 0 0,0 0-3 15,0 0 3-15,0 0-2 0,0 0 6 0,0 0-7 16,0 0 2-16,0 0-3 0,0 0 3 0,0 0-5 16,0 0 5-16,0 0-5 0,0 0-11 0,0 0-10 15,0 0-19-15,0 0-31 0,0 0-48 0,0 0-58 16,0 0-179-16,0 0-390 0,23-13 173 0</inkml:trace>
  <inkml:trace contextRef="#ctx0" brushRef="#br0" timeOffset="39166.21">24665 2956 81 0,'0'0'88'16,"0"0"10"-16,-10 2-5 0,10-2-3 0,0 0-3 16,0 0 11-16,0 0-18 0,0 0 1 0,0 0-10 15,0 0-6-15,0 0-6 0,0 0-2 0,0 0-2 0,0 0-1 0,0 0-8 16,0 0-7-16,0 0 5 0,31-4-2 0,-26 3-5 15,1 1 3-15,6-3 3 0,-2 4-3 0,3-2 5 16,4 2-8-16,-1-2-8 0,7 2 1 0,-2-2-8 16,8-3 2-16,-5 4 0 0,4 0 0 0,4 0-5 15,-2-2 0-15,0 2 1 0,2-2 1 16,0 3-3-16,2-2 0 0,0 1 5 0,-1-3-4 0,3 3 0 0,0-1-1 0,1 0 6 16,1 1-2-16,13-3 5 0,-15 1-2 15,2-3 4-15,15 3-3 0,-15 1 3 0,0-2-3 16,3 1 0-16,12 0-1 0,-15-1-5 0,2 1 8 15,-1-2-7-15,14 3 2 0,-15-1-5 0,-2 2 0 16,0-2 0-16,1 2-2 0,-3 0-3 0,-2-3 1 16,0 2 3-16,1 0-2 15,2 0 2-15,-3-1-1 0,3 2 3 0,-3-3-1 16,4 1 4-16,-3 0-3 0,-1 1 2 16,-1-2-3-16,-2 3 0 0,3-2 1 0,0 2-7 0,0-1 5 15,-2 0 2-15,0-2 1 0,1 3 0 0,0-1 1 16,-2 2 0-16,1-4-4 0,4 2 3 0,-6 1-1 15,4 0 0-15,-3-2-2 0,3 2 3 0,-1 0-5 16,-1 0 0-16,0 0-1 0,0-1 2 0,0 1-2 0,0-1-3 16,0 1 0-16,0 1 4 0,0-3-2 0,-3 0-2 15,-3 2 1-15,4-1 1 0,2-1-2 0,-1 2-1 16,-1-3-2-16,0 3 5 0,3-1 3 0,-3 1-6 16,-1 0-1-16,-6-3-1 0,0 3 0 0,1-1-1 15,-3 0-1-15,0-1 1 0,0 2 0 0,-2 0 3 16,-2 0 1-16,-2 0 0 15,6-1 4-15,-6 1-1 0,0-2 2 0,-3 0-2 16,4 1 9-16,-2-1-8 0,-1 2-1 0,-2-2-2 16,0 2 2-16,-3 0-3 0,2 0 5 15,-8 0 6-15,8-3-5 0,-8 3-3 0,9 0-4 0,-9 0-2 16,5 0 1-16,-5 0-1 0,0 0-3 0,6 0-2 16,-6 0 3-16,0 0-3 0,5-3 0 0,-5 3 4 15,0 0-3-15,12 0-7 0,-6 1-24 0,-6-1-30 0,11 0-27 16,-5 0-31-16,1 2-36 0,1-2-46 0,1-2-44 15,4 2-184-15,-3-1-459 0,3-1 203 0</inkml:trace>
  <inkml:trace contextRef="#ctx0" brushRef="#br0" timeOffset="40199.8">28592 2607 6 0,'-2'-4'224'0,"2"4"-24"0,0 0-21 0,0 0-19 15,-3-5-20-15,3 5-16 0,0 0-14 0,0 0-19 16,0 0-7 0,-14 4-7-16,4 1-3 0,-2 4-7 0,-6-3-6 15,-4 8-8-15,-4-2-5 0,1 3-1 0,-1-3-7 16,-4 2-4-16,0 0-4 0,0 1-2 0,0-1-4 15,3 2-3-15,0-4-1 0,0 3-3 0,12-4-5 16,-3 1 7-16,1 0-5 0,11-2-3 0,-3 2 2 16,1-2-3-16,4 1-4 0,-1 0 1 0,5-1-1 15,5 3 0-15,1-3 5 0,3 3-3 0,7 3 0 0,-2-3-1 0,9 4 1 16,0-2 3-16,2-2-5 0,1 1-3 0,0 1 2 16,-1-1 1-16,0-1-7 0,0 2 4 15,-11-7 0-15,3 4-5 0,-7-3 4 0,-1-2-3 16,-1-2-4-16,-3 2 7 0,-3 0 10 0,-2-1 5 15,-2 0 3-15,-4 2-2 0,-6-3-2 0,-6 2 4 16,0 0-9-16,-5-1 1 0,4-2 2 0,-3 0-2 0,1-1-3 0,0 1-3 16,4-1-2-16,-2-3 5 0,7 0-2 0,0 0 4 15,6 0-1-15,6 0-8 0,-13-5-16 0,10 2-25 16,3 3-21-16,4-9-11 0,4 1 2 0,4 2-6 16,7-5-6-16,6-2-3 0,1-1-6 0,2 3 16 15,2-5 6-15,-2 2 10 0,-2-1 28 0,4 2 12 16,-4 3 24-1,-1-3 17-15,-6 4 16 0,-3-2 14 0,2 4 14 16,-9 2 17-16,0-2 18 0,1 1 20 0,-1 2 11 0,-3-1 9 16,0 2 0-16,0 2-1 0,-6 1-12 0,8-4-9 15,-8 4-15-15,5-4-8 0,-5 4-17 16,4-2-9-16,-4 2-6 0,0 0-10 0,0 0-13 16,0 0-13-16,0 0-16 0,0 0-1 0,6 7-1 15,-6-7-3-15,0 8 12 0,0-2-16 0,-1 4 5 0,0 0-3 0,1-1 1 16,-3 3-12-16,2 0-17 0,1-2-21 0,-3 2-22 15,3-2-22-15,-1 1-29 0,1-2-25 16,-4-3-26-16,4 2-33 0,-4-5-25 0,3 1-210 0,1-4-470 16,-10 2 208-16</inkml:trace>
  <inkml:trace contextRef="#ctx0" brushRef="#br0" timeOffset="40319.65">28647 2796 86 0,'1'-5'202'16,"-1"1"-18"-16,0 4-32 0,2-3-42 0,-2 3-39 16,2-3-18-16,-2 3-33 0,0 0-44 0,11 1-54 15,-11-1-52-15,0 0-140 0,13 5 63 0</inkml:trace>
  <inkml:trace contextRef="#ctx0" brushRef="#br0" timeOffset="40651.55">28900 2902 201 0,'0'0'190'0,"0"0"-22"16,-2 6-15-16,2-6-11 0,-2 11-15 0,1-5-16 16,1 1-10-16,-1 0-9 0,-2 4-9 0,3-1-10 15,-1 2-2-15,1-3-9 0,0 2-6 0,0-2-3 16,0-4-1-16,0 1-12 15,1 0 1-15,-1-3 2 0,0-3 10 16,0 0 21-16,0 7 30 0,0-7-4 0,0 0-15 16,0 0-6-16,20-5-5 0,-10 1 0 0,-5-1-6 15,5 0-6-15,0 0-7 0,0 0-5 0,1 2-7 16,1-1-1-16,-3 1-9 0,4 1-1 0,-3-1-2 16,-1 0-7-16,-9 3 0 0,18 3-9 0,-11-3-5 15,4 3-20-15,-3-1-19 0,-1-2-32 0,5 5-31 0,-3-2-41 0,4-2-47 16,-3 2-232-16,-4-2-447 0,-6-1 198 0</inkml:trace>
  <inkml:trace contextRef="#ctx0" brushRef="#br0" timeOffset="41021.15">29429 2651 160 0,'5'0'208'0,"-5"0"-20"0,11 2-21 16,0-1-13-16,3 3-19 0,0 1-7 0,5 2-12 16,2 3-10-16,-3-1-15 0,-1 0-7 0,-1 4-4 15,0 0-13-15,-3 1-11 0,-1 1 2 16,-3 1-9-16,-5-1-8 0,-1 4-6 0,-3-2-2 15,-2-1-6-15,-6 2 7 0,0-1-10 0,-7 0-2 16,-3 3 1-16,2-6-6 0,-5 3-3 0,6-6 3 0,-3-1 3 0,4 3 0 16,1-6-4-16,4 0-3 0,1-5 3 0,3 1 3 15,-1-1-6-15,2 3 10 0,-1-3 2 0,5-2 2 16,-4 5-3-16,4-5 1 0,0 0-5 0,0 0-2 16,19 4 4-16,-5-4-7 0,8-1-18 0,-1 2-37 15,8-2-54-15,1-2-68 0,-10 1-197 0,9-4-388 16,-8 0 172-1</inkml:trace>
  <inkml:trace contextRef="#ctx0" brushRef="#br0" timeOffset="41399.54">29921 2781 120 0,'0'0'282'0,"0"0"-28"0,0 0-35 15,0 0-27-15,0 0-23 0,0 0-17 0,-4 13-14 16,4-7-10-16,-2 2-17 0,-1 1-7 0,-1 1-11 16,3 2-8-16,-4 3-12 0,-1 1-2 15,-1 2-7-15,-2 3 1 0,0-4-12 0,-2 1-3 0,3 1-4 16,-2-5-7 0,4-3-3-16,0-1-7 0,0-2 0 0,2-2 3 15,2 0 2-15,0-3-6 0,0 3 24 0,2-6 34 16,-4 6 28-16,4-6 34 0,0 0-16 0,0 0-10 15,0 0-15-15,0 0-14 0,9-20-7 0,-5 13-9 16,3-2-3-16,-1 1-10 0,1-1-6 0,0 2-11 16,1-1-3-16,-2 3-8 0,-3 3-1 0,1-3-3 15,0 2-8-15,0-1-4 0,-4 4-3 0,5-3-5 0,-5 3-6 16,6-2-2-16,-6 2-17 0,0 0-7 0,13 3-21 0,-8 2-19 16,2-1-23-16,-1 1-23 0,-1 0-27 0,-1 0-33 15,1 2-33-15,2-2-46 0,-1 0-56 0,-5-1-170 16,-1-4-508-16,4 5 225 0</inkml:trace>
  <inkml:trace contextRef="#ctx0" brushRef="#br0" timeOffset="41588.98">29795 2796 346 0,'-5'-3'332'0,"5"3"-16"0,0 0-18 15,-8-5-28-15,8 5-22 0,0 0-23 0,0 0-25 0,4-4-17 16,5 4-20-16,3-2-27 16,11 1-32-16,4 2-41 0,5-1-47 0,0 0-53 0,0 4-60 15,-1-4-73-15,-2-2-263 0,-1 2-469 16,-7 0 208-16</inkml:trace>
  <inkml:trace contextRef="#ctx0" brushRef="#br0" timeOffset="42115.18">30248 2782 222 0,'0'0'215'0,"9"-7"-22"15,-9 7-19-15,10 0-21 0,-3 0-15 0,-7 0-13 0,15 1-17 16,-8-1-8-16,0 4-10 0,3 0-9 16,-2-1-6-16,1 3-8 0,0-1-8 0,-3 3-4 0,-2 1-12 15,1 3 0-15,-5-2-11 16,0 1 5-16,0 1-2 0,-4-1-5 0,-1 6-5 0,-1 0 0 15,-3-3 1-15,-2 1-6 0,-1 0 8 16,3-1-9-16,3-5-3 0,-3-1 0 0,1 0 0 0,4-2 3 16,-1-2 7-16,1 0 3 0,2 0 25 0,-1-1 29 0,3-3 32 15,-5 5 27-15,5-5 23 0,0 0-15 16,0 0-4-16,0 0-28 0,0 0-10 16,19-20-7-16,-7 13-14 0,1-3-6 0,-2-2-10 0,4 2-10 15,-2-2 5-15,2 1-16 0,2 0-4 0,-3 0 4 16,-5 4-7-16,0 1 7 0,0-1-19 0,-4 5 1 0,0-3-3 15,-1 2-6-15,1-1-22 16,-1 2-20-16,-4 2-22 0,9 2 4 0,-9-2 1 0,6 7-6 16,-2-2-8-16,1 4-9 0,1-1-21 15,1 8-31-15,-1 0-31 0,0 0-40 0,-3 1-49 0,1 1-85 16,-1-3-168-16,-3-4-522 0,0-2 231 16</inkml:trace>
  <inkml:trace contextRef="#ctx0" brushRef="#br0" timeOffset="42541.15">29464 3345 143 0,'-3'2'161'0,"3"-2"-4"0,-9 1-4 0,9-1 1 0,-5 1-6 16,5-1-5-16,0 0-8 0,0 0-3 16,-6 1 0-16,6-1-4 0,0 0 1 0,0 0 3 15,0 0-3-15,-4 0 3 0,4 0-4 16,0 0-3-16,0 0-3 0,0 0-8 0,0 0-6 16,0 0-9-16,0 0-6 0,0 0-6 0,0 0-5 0,0 0-17 15,0 0-7-15,0 0-7 0,0 0-5 0,25-6-4 0,-7 3-3 16,1-1-9-16,12 0 1 0,0-2-6 15,5 2-2-15,17-4-2 0,3 2-4 0,1-2-3 0,4 1-1 16,4 1 9-16,25-7-4 16,-29 6 1-16,0-1-1 0,-1 1 0 0,-6-2-2 0,-3 2 3 15,-18-2-6-15,-2 2 1 0,-11 0 9 0,-3 3 1 16,0-1 18-16,-8 0 11 0,-3 5-11 0,4-2-6 16,-3-1-5-16,-7 3-9 15,7-1-10-15,-3 0-13 0,-4 1-25 0,3-2-36 0,-3 2-32 0,0 0-35 16,0 0-32-16,0 0-41 0,-35 1-29 0,25 0-283 0,-2 0-555 15,0 0 246-15</inkml:trace>
  <inkml:trace contextRef="#ctx0" brushRef="#br0" timeOffset="42941.37">29867 3580 81 0,'-3'4'211'0,"3"-4"-7"0,0 0-3 0,-6 4-3 0,6-4-4 0,0 0-3 15,0 0-13-15,0 0-14 16,0 0-9-16,0 0-4 0,0 0-14 0,31-13-9 0,-21 8-4 15,6-5-7-15,-1-1-8 0,-1-1 5 0,4 1-14 0,-3-5-9 16,5-3-8-16,-3-1-6 0,-4 5-10 16,5-6-5-16,-6 6-6 0,0-1-2 0,-3 3-2 0,-4 1 4 15,1 3 4-15,-3 1-2 0,1 1-9 16,1 2-4-16,-3 0-14 0,0 2-11 0,-2 0-12 0,0 3 0 16,0 0-5-16,0 0 1 15,-18 6 1-15,9-1-4 0,3 5-9 0,-4 0-7 0,3 0-6 16,0 5-7-16,0-1 4 0,1 2 2 15,3-4 1-15,3 3 4 0,2-2-3 0,5 2 6 16,0-3-13-16,3-1-18 0,5-1-36 0,3 1-50 0,3-7-71 0,9 0-94 16,1-4-151-16,-3-3-482 0,1-2 213 15</inkml:trace>
  <inkml:trace contextRef="#ctx0" brushRef="#br0" timeOffset="43241.54">30756 2787 161 0,'0'0'188'0,"6"11"-5"0,-1-3-20 16,1 7-3-16,2 3-17 0,0 12-4 15,-2 1-12-15,7 15-6 0,-8 5 0 0,0 1-11 0,-1 3-6 16,-8 0-4-16,-1 0-7 0,-5 1-6 0,-12-5-4 16,4-2-4-16,-5-3-9 15,-2-6-9-15,-1-12-17 0,-10 8-10 0,-2-6-15 0,5-8-20 0,-11 2-29 16,10-6-50-16,-15-5-76 16,-1-2-199-16,12-5-382 0,1-5 169 0</inkml:trace>
  <inkml:trace contextRef="#ctx0" brushRef="#br0" timeOffset="43779.49">29345 2565 113 0,'0'0'252'0,"0"-5"-26"0,0 5-31 0,0 0-19 16,0 0-19-16,0 0-22 0,0 0-10 0,-12 18-18 16,1 2-9-16,-6 4-12 0,-1 8-11 0,-10 11-4 0,5 2-10 15,-4 6-4-15,1 3-5 0,-4 23 6 0,15-24 1 16,1-2-3-16,9 1-5 0,3-2 2 0,10 1 0 16,5-6-7-16,7 2-1 0,7-5-1 0,10-4-9 15,2-3-27-15,8-5-48 0,3-6-65 0,5-3-101 16,-2-6-152-16,0-2-386 0,0-6 171 0</inkml:trace>
  <inkml:trace contextRef="#ctx0" brushRef="#br0" timeOffset="44249.21">31052 3099 159 0,'0'0'340'0,"0"0"-17"0,0 0-35 0,0 0-28 15,5-5-34-15,-5 5-38 0,13-1-50 0,-5 1-38 0,6-1-45 16,5 0-59-16,9-1-68 0,1 1-72 0,1 0-166 16,0-2-336-16,2-2 150 0</inkml:trace>
  <inkml:trace contextRef="#ctx0" brushRef="#br0" timeOffset="44387.04">31619 3048 250 0,'0'0'268'0,"0"0"-21"16,9-4-30-16,-5 1-50 0,1 2-60 0,1-1-64 0,6 2-73 15,2 0-92-15,0-3-70 0,3 0-207 0,3 1 93 16</inkml:trace>
  <inkml:trace contextRef="#ctx0" brushRef="#br0" timeOffset="44518.75">31983 3025 102 0,'0'0'332'0,"0"0"-21"0,0 0-32 16,0 0-30-1,0 0-42-15,0 0-51 0,17-2-41 0,-5 0-51 0,-1-1-54 16,3 3-76-16,4-3-75 0,-5 0-129 0,4-3-292 15,0-2 129-15</inkml:trace>
  <inkml:trace contextRef="#ctx0" brushRef="#br0" timeOffset="45382.89">32543 2146 96 0,'0'0'115'0,"0"0"-10"16,0 0-10-16,0 0-19 0,0 0 1 0,-13 7-13 15,6 2-9-15,-1 0-9 0,-1 5-5 0,0 9 2 16,-5-1-4-16,5 2-4 0,-1 4 10 0,1 0 1 16,5 4 3-16,0-1 4 15,2 5-9-15,4 10 12 0,0-10-6 0,5-2 6 16,2-2-9-16,5-1 5 0,-5 1 0 0,5-4 0 15,3-3 2-15,-2-4-7 0,3-1 1 0,-4-6-6 16,-3-1 4-16,2-1-4 0,0-1-6 0,-4-4 3 16,8-1-3-16,-2 3-4 0,-1-6-1 15,-1 0 4-15,2-1 6 0,-4 2 5 0,1-4 4 16,1 0 37-16,-4 0 1 0,0-2 15 0,-3 2-8 0,2 0 2 0,-3-3-2 16,2 3-1-16,-7 0 4 0,7-4-4 0,-7 4-12 15,8-2-10-15,-7-1-5 0,-1 3-11 0,0 0-10 16,4-4-1-16,-4 4-8 0,-1-4-7 0,1 4-9 15,-4-5-4-15,0 3-3 0,4 2-19 0,-10-2 8 16,2 2-6-16,8 0-5 0,-14 0-8 0,1 0-12 16,4 5 9-16,-1-2 2 15,-4 4 4-15,-1 3-3 0,-2-1-3 0,2 4 1 16,-8 4 2-16,1 6-1 0,-1 0 3 16,1 5-6-16,-10 15 6 0,4 3 3 0,0-2-5 15,1 6 4-15,2 0 0 0,-1-1-2 0,6 5-9 16,-3-3 17-16,1-2-1 0,4 2 0 0,0-4 0 15,8 1-2-15,1-3 5 0,2 3 1 0,3-1 0 16,6 3 1-16,-2 3 3 0,4-3 4 0,-3-5-6 0,3-8 5 0,-4 10-2 16,-2-15 5-16,0-2 3 0,-3-1 3 0,-4-1-1 15,-1-5 4-15,-3-3 1 0,-6-2-1 0,-3-2 1 16,-4-1 3-16,-5-6-3 0,-4 0-24 16,-16-4-52-16,0-2-78 0,-2 0-166 0,0-10-152 15,-2-3-492-15,8-10 218 0</inkml:trace>
  <inkml:trace contextRef="#ctx0" brushRef="#br0" timeOffset="54398.95">3195 5772 49 0,'-1'-5'213'0,"1"1"-14"16,-2-1-9-16,-1 1-11 0,3 0-12 0,-4 1-9 16,4-1-11-16,-5-1-13 0,1 3-13 0,-3-4-14 15,1 4-14-15,-1-1-23 0,-2 2-9 0,-4 1-9 16,3-3-3-16,-1 3-6 0,0 0-6 0,2 3-4 15,-4-3-1-15,3 1-4 0,-1 2-3 0,-2 1-4 16,3 0-5-16,-7 1-1 0,3 4 1 0,-4-1-7 16,4 1 3-16,-5 1-5 0,5 1-1 0,0 0 1 15,1 4-1-15,-2-2-4 0,3 1 3 0,3-1-1 16,3-2-3-16,-3 5-1 0,4-6 1 0,1 3 1 16,4 0-2-16,0-3 2 0,0 4 1 0,4-6 3 15,-2 4 2-15,1-3-1 0,7-1 0 0,-4 0 2 16,2-1 8-16,1-1 4 0,2-2 6 0,2-3 1 15,0-1 6-15,0-1 6 0,1-3 7 0,0 0 11 16,0 0 10-16,-1-4 2 0,1 0 8 0,-4-1 9 16,2 2 8-16,1-5-5 0,-1 3 4 0,-4-2-3 15,-2 1-2-15,6-3 9 0,-6 4 6 0,2 0-1 16,-3-3 25-16,-1 7-6 0,-1 0 4 0,0-2-5 16,2 3-5-16,-4 0-19 0,2 0-3 0,-2 0-16 15,2 1-9-15,-3 3-20 0,0 0-23 0,3-3-29 16,-3 3-28-16,0 0-12 0,0 0 2 0,2 8 6 15,-2-3 2-15,1 4 3 0,-1 0 3 0,0 1 6 16,0 2 4-16,-1 0-6 0,2 1 12 0,1 0-2 16,0 0 1-16,0-3-2 0,0 1 6 0,2-2 4 15,-2 0-4-15,0-5 8 0,1 2-3 0,1-1 2 16,0-1 2-16,1-1 3 0,7-1-1 0,-1-1-5 16,1-2-8-16,3-3-37 0,3 1-34 0,-1-4-44 15,-1 1-43-15,0-1-48 0,1-4-66 0,0 5-289 16,-2-6-618-16,-2 2 273 0</inkml:trace>
  <inkml:trace contextRef="#ctx0" brushRef="#br0" timeOffset="54836.45">3456 5794 140 0,'0'0'338'0,"4"-5"-29"16,-4 5-29-16,1-7-27 0,-1 7-23 0,3-1-26 16,-3 1-24-16,0 0-16 0,5-2-20 0,-5 2-13 15,10 3-18-15,-2 1-12 0,-2 1-11 16,2 0-8-16,1 2-12 0,-2 3-10 0,2-2-1 15,-1 2 5-15,1 1-18 0,-1 4-4 0,-1-1-6 0,0 3-5 16,-4-5 0-16,4 5-1 0,-5-2-3 0,0-1-2 16,-1 0-5-16,-1-4-1 0,-1 2-2 0,1-2-1 15,0-2 3-15,-2-1-3 0,2-2 3 16,-1 0-2-16,1-1 20 0,0-4 26 0,0 8 49 16,0-8 35-16,1 3 45 0,-1-3 26 0,0 0-18 15,0 0-22-15,0 0-21 0,4-16-13 0,0 7-15 0,-1-3-10 16,3-2-14-16,2-3-14 0,-2-1-9 0,3-1-20 15,0 0-20-15,1 2-8 0,-2 1-6 0,-2 0-5 16,3 6-17-16,-5 1-18 0,0 2-46 0,1-1-38 16,0 3-41-16,-1-1-45 0,1 3-43 0,0 1-36 0,1 2-26 15,1 0-26-15,2 2-33 0,-4 1-267 0,3 2-664 0,-2 1 295 16</inkml:trace>
  <inkml:trace contextRef="#ctx0" brushRef="#br0" timeOffset="55268.51">3830 5995 240 0,'0'0'269'16,"3"4"4"-16,-3-4-2 0,0 4-9 0,0-4 7 16,0 0-6-16,0 0-15 0,0 0-16 0,0 0-31 15,0 0-21-15,20-8-22 0,-8 3-13 0,2 0-18 16,3-3-10-16,-2-3-12 0,3 3-13 0,1-4-8 16,4-3-2-16,2 1-9 0,-1-3-3 0,-3 1-8 15,-3 3-13-15,0-5 12 16,-4 3-8-16,-1 2-4 0,1-2-2 0,-4 1-2 15,-2-1 2-15,-3 5 14 0,0-1 4 0,1 4 26 16,-4-1-3-16,-1 1-13 0,-1 3-8 0,-1-2-16 16,-4 3-3-16,-3-1-9 0,-1 4-6 0,-6 3-10 15,-3-1 2-15,-4 4-14 0,4 3 0 16,-5 3-5-16,-1 2 5 0,1 0-6 0,9-1-5 0,-1 2-1 16,2-1-5-16,4 1-6 0,0 1-28 0,4 1 3 0,5 0 6 15,1-2 1-15,7 2-3 0,-2-5 13 0,7 2 0 16,3-1 0-16,1-6 9 0,5 2 0 0,7-2 7 15,4-3 3-15,1-3 6 0,3-1 3 0,15 0 11 16,-13-2 1-16,-1-1 5 0,-4 1-4 0,-3 0 3 16,-13-1 12-16,1 3 16 0,-7-2 5 0,-4 0 7 15,0 1-2-15,-1-1-2 16,-2 2 2-16,0-4-6 0,-5 4-8 0,9 2-2 16,-9-2-5-16,0 0-24 0,6-2-43 0,-6 2-45 15,5-1-52-15,-5 1-49 0,0 0-63 0,0 0-82 16,0 0-414-16,0 0-793 0,0 0 351 0</inkml:trace>
  <inkml:trace contextRef="#ctx0" brushRef="#br0" timeOffset="55980.09">5502 5721 234 0,'0'0'259'0,"0"0"-20"0,0 0-23 15,-4-5-20-15,4 5-21 0,0 0-18 16,-5-1-20-16,5 1-13 0,0 0-14 0,-17 6-15 16,11-2-6-16,-3 1-13 0,1 1-7 0,-2 0-10 15,0 2-4-15,-5 4-6 0,-1 0-4 0,3 0-8 16,-1 1-4-16,1 2 2 0,2-2-6 15,2 1 1-15,1-1-11 0,3 0 2 0,0-2 6 16,4-1-5-16,0 1 9 0,2-1-3 0,0-2 5 16,5 2 7-16,-2-5 6 0,5 2 12 0,3-2 6 0,2-3 3 0,4-2-6 0,1 0-2 15,-1 0 10-15,0-5 1 0,0-4 4 0,0 4 13 16,-2-2 3-16,-4-1 5 0,2-1 2 16,-1-3 5-16,-3 3-1 0,-3-2-12 0,1-1-2 15,-1 0-12-15,-4 0-2 0,1 0-1 0,-3 0-12 16,1-3-8-16,-4 5-12 0,1-1-3 0,-3-1-1 15,-2 2-7-15,-2 2-8 16,-1 1-12-16,0-1-15 0,-1 3-16 0,0 1-6 16,-3 4-21-16,2-2-20 0,0 0-22 0,0 1-23 15,1 2-29-15,2 1-37 0,0 0-37 0,2-2-26 0,1 4-6 0,1-1-281 0,3 1-574 0,1-4 254 16</inkml:trace>
  <inkml:trace contextRef="#ctx0" brushRef="#br0" timeOffset="57346.85">5761 5697 78 0,'0'0'349'0,"0"0"-34"0,0 0-33 15,0 0-29-15,4-2-28 0,-4 2-27 0,0 0-19 16,10 4-20-16,-1-1-14 0,0-1-14 0,-1 5-19 15,1-1-10-15,-2 1-12 0,5 2-8 16,-3 0-9-16,1 3-9 0,-1 4-5 0,-1-2-5 16,-3 3-7-16,4 0 4 0,-8 0-16 15,2 0-3-15,-3 0 1 0,-3-2-10 0,2 1-6 16,-2-4-4-16,-3 0-5 0,5-4-2 0,-3 3 0 16,0-5 1-16,0 0 3 0,3 0 12 0,-2-3 20 0,2-1 23 0,-3 0-3 0,4-2-8 15,0 0-4-15,-6-9-12 0,6 3-5 16,2-4-2-16,1-4-9 0,3-2-7 0,2-2 3 15,7-6-14-15,-2 0-6 0,7-3-10 0,1 1-8 16,10-14-16-16,-2 2-6 0,3 3-1 16,-9 6 0-16,5 4 0 0,3-11 5 0,-7 14 4 15,-1-2 2-15,-2 3 4 0,-2 1 9 0,-4 6 17 16,-1 1 12-16,0 3 18 0,-4 1 29 16,-5-1 25-16,3 3 12 0,-3-1 32 0,3 0 10 15,-6 4 20-15,2-1 1 0,0 1-2 0,-4 1-5 16,4 1-11-16,-4 2-13 0,1-4-14 0,2 1-13 0,-3 3-14 0,0 0-9 0,5-1-10 15,-5 1-15-15,0 0-6 0,0 0-30 16,0 0-27-16,0 0-30 0,0 0 9 0,1 13 0 16,-1-1 6-16,-1 5 0 0,1 9 5 0,-4 1 0 15,-4 4 1-15,6 1 7 0,-1 3-1 0,-1 12 1 16,2-15 1-16,2 1 8 0,-4-1-3 16,9-1 1-16,-5-2 1 0,0 0 0 0,0-4 6 15,0-5-2-15,4-4 1 0,-3-3 1 16,-1 0-4-16,0-4 10 0,0-1-2 0,3-1 2 15,-3 0-1-15,0-4-1 0,1 2 6 0,-1 0 1 16,0-5 4-16,0 7 5 0,0-6 5 0,0-1 14 16,0 5 8-16,0-5 12 0,0 0 3 0,0 0-7 0,0 0-23 0,0 0-22 0,-8-9-18 15,2 4-7-15,2-3-10 0,-2 4-12 0,-2-5-27 16,-1 2 5-16,-1 0-8 0,-3 1-13 16,-1-3-4-16,-4 0 3 0,2 1 2 0,-2-1 8 15,1 1 4-15,2-1 4 0,2 4 5 16,0 0 9-16,2-2 2 0,2 0 5 0,0 1 19 15,0 1-10-15,4-1 8 0,1 3 9 0,-1-2 7 16,1 0-3-16,0-2 14 0,0 2-4 16,4-2-2-16,-1 0-14 0,1 1 18 0,1-5-1 15,3 5 0-15,1-3-4 0,8-3-1 0,-3 6-3 0,7-6 1 0,10-1 0 0,1-2 2 16,2 1-12-16,2 0-6 0,3 2 6 16,-2 1-24-16,2-3 3 0,-5 4-1 0,2 1 2 0,-4-1 1 15,-1 3-1-15,-8-1 6 0,3 1 3 16,-4 1 2-16,-7 1 8 0,1-1 6 0,-3 4 16 15,1-2 17-15,-3 1 19 0,-2 1 12 16,0-1 26-16,-1 3-10 0,0-3 3 0,-4 3-9 16,7-1 3-16,-7 1 1 0,4-3-12 0,-4 3-3 15,0 0-11-15,0 0-3 0,0 0-2 16,6-2-7-16,-6 2 0 0,0 0-10 0,0 0-3 16,0 0 3-16,0 0 1 0,0 0-5 0,0 0-3 15,0 0-18-15,5-1-2 0,-5 1 9 0,0 0-1 0,0 0-7 0,0 0-3 0,0 0 2 16,0 0 1-16,0 0 9 0,0 0-14 0,0 0-3 15,0 0 4-15,0 0-5 0,0 0 20 16,0 0 0-16,0 0 11 0,0 0 24 0,0 0-14 16,0 0 25-16,0 0 5 0,0 0 15 0,0 0 4 15,0 0 8-15,4-3 8 0,-4 3 4 16,0 0 2-16,0 0 3 0,0 0 3 0,0 0 5 16,0 0 4-16,0 0 1 0,4-2-2 0,-4 2-1 15,0 0 9-15,0 0-3 0,0 0-2 16,0 0-6-16,0 0-2 0,0 0-12 0,0 0-10 15,0 0-7-15,0 0-4 0,0 0-12 0,0 0-9 16,0 0-9-16,0 0-12 0,0 0-26 0,0 0-26 0,0 0-36 0,0 0-36 0,0 0 8 16,-1 15 4-16,1-3 9 0,0 5 5 0,-1 2 8 15,-1 9 7-15,0 0 7 0,-2 4 2 16,-1-2 8-16,0 2-1 0,2-1 9 0,3-3 4 16,-7 0 4-16,4-1 2 0,2-9 0 0,-1-2 3 15,0-3 4-15,1-2 4 0,1-1-4 16,-3-4 3-16,3-1 5 0,0 1 8 0,0-2 15 15,0-1 27-15,0-3 32 0,0 6 28 0,0-6 19 16,-1 5 20-16,1-5 10 0,0 0-17 16,0 0-23-16,9-14-10 0,-4 6-16 0,1-1-23 15,2-3-20-15,-3 3-10 0,9-4-15 0,-8 4 0 0,1-2-1 0,-1 5-9 0,-2-1 0 16,0 2-4-16,1 2-6 0,-1-1-14 0,-2 2-19 16,-2 2-15-16,3-6-24 0,-2 5-23 0,-1 1-21 15,4-3-19-15,-4 3-17 0,0 0 19 0,8 5 16 16,-4-3 10-16,0 3-14 0,0-1-9 15,1 1-9-15,3 3-18 0,0-1-15 0,2 1-13 16,3-2-15-16,-2-1-20 0,6 2-23 16,2 1-27-16,-1-4-30 0,4-2-27 0,1-1-47 15,-3-1-203-15,8-2-624 0,-5-1 277 16</inkml:trace>
  <inkml:trace contextRef="#ctx0" brushRef="#br0" timeOffset="57687.64">7010 5857 56 0,'14'-9'154'15,"0"-2"40"-15,-4 2 17 0,-3-1 10 0,1 1 8 0,-3-3 6 0,1 4 5 0,-4-2 8 16,2 2-1-16,-3 0 1 0,-1 3-27 0,2-3-16 15,-2 4-17-15,-2-1-11 0,2 2-26 0,0 3-29 16,2-6-3-16,-2 6-15 0,-6-3-2 16,6 3-25-16,0 0-5 0,-15 5-14 0,5-1-3 0,1 1-3 15,0 0-12-15,-2 5 1 0,-1-4-12 16,0 7 16-16,-2-1-11 0,3-2-8 16,-3 5 2-16,5-1-15 0,-1-1 3 0,1 0-9 15,1-1-3-15,3-2-8 0,1 0 0 0,0 0 5 16,4-3-7-16,-1-1 7 0,2 2-2 15,-1-4 8-15,4 2 7 0,1-4 0 0,7 0 5 16,-1-1 6-16,2-1-5 0,6 0-1 0,-3-3 3 16,1 0 2-16,-4-2 15 0,0 1 10 0,-2-1 19 0,1-2-23 0,-2 1 22 0,-1-2-2 15,-2-1-6-15,0-2-7 0,0 4-3 0,-5-4-18 16,2 1 12-16,-3-1-1 0,1 0-2 16,-4 3-10-16,1-3-19 0,-2 3-14 0,0-2 2 15,-4 5-29-15,-2-2-16 0,0 2-21 16,-2 2-18-16,-2 1-10 0,0 0-17 0,-1 2-27 15,-3 0-20-15,5 3-22 0,-1-2-26 0,-1 2-36 16,5 1-38-16,0 2-40 0,0-4-203 16,4 1-566-16,1-1 250 0</inkml:trace>
  <inkml:trace contextRef="#ctx0" brushRef="#br0" timeOffset="58309.59">7508 5715 115 0,'0'0'262'0,"-2"-6"-20"0,-1 4-18 16,-1-1-21-16,-1 1-16 0,0 0-18 16,-4 1-17-16,1 0-16 0,-1 1-13 0,-3 4-14 15,0-2-12-15,-1 3-9 0,-3 1-7 0,1 0-11 0,-1 3-8 0,6-1-6 0,-3-1-4 16,4 2-2-16,0 0-8 0,0 0-3 0,4-2-14 15,-3 0-2-15,7 0-4 0,-3-4 0 0,4 4-1 16,0-2 3-16,0-2-3 0,4 0 0 16,3 1-3-16,0-3 0 0,3 0-2 0,2-2 4 15,-1 0-6-15,2-3-1 0,0 3-1 0,0-2 4 16,-3-1 2-16,4-1 6 0,-3 0 9 0,-2 1 13 16,3-2 6-16,-6 2 19 0,2 1 18 15,-3 1 3-15,-1 0 3 0,2-1-10 0,-6 3-10 16,7-5-10-16,-5 5 3 0,-2 0-18 0,0 0-30 15,5-2-20-15,-5 2-8 0,4 6-1 0,-4-1-1 16,0 0 3-16,0 3 4 0,0 4-5 0,0 3 3 0,0 1 2 0,-1 4 0 0,0 3 0 31,1 2-2-31,-2 4 3 0,1 3 4 0,-1-6-1 16,0 1-1-16,-2-3 0 0,3 2-2 0,0-8 1 16,1-1-2-16,-3 0 2 0,1-5 2 0,-3 0-4 15,5-4 5-15,-2-2-1 0,1 1 4 0,0-2 11 0,1-5 24 0,-3 8 21 0,-2-7 6 0,5-1-5 31,-10-1-5-31,1-3-5 0,0-1 30 0,1-3 28 0,-2 3 13 0,3-4 10 16,1-2-9-16,0 1-7 0,2-6-12 0,1-2-12 16,-1 0-6-16,1 1-13 0,3-3-1 0,5 1-28 15,-1 0 2-15,1 1-8 0,1 1-6 0,5 1-5 16,0-1-5-16,-2 4-3 0,3 2-4 0,2 0-1 16,-5 3-5-16,3-1-10 0,-1 3 8 0,0 1 2 15,-7 0-7-15,3 0-1 0,1 3-3 0,-3-2-7 0,-1 1-6 0,0 1-2 16,1 0-29-16,-5 2-22 0,5-4-15 0,-1 3-23 15,-4 1-25-15,4-3-28 0,-4 3-31 0,0 0-31 16,0 0-57-16,1-3-60 0,-1 3-244 16,0 0-633-16,0 0 279 0</inkml:trace>
  <inkml:trace contextRef="#ctx0" brushRef="#br0" timeOffset="58741.75">7861 5721 174 0,'0'0'243'16,"-4"-4"-15"-16,4 4-23 0,-4-2-14 0,4 2-25 16,-5-1-18-16,5 1-14 0,0 0-16 0,-18 5-12 15,9 0-10-15,-1-1-11 0,1 4-11 0,0-2-8 16,-8 5-4-16,7 0-10 0,-4 2 0 0,0 1-11 15,0-3-3-15,3 1-6 0,3-2-2 0,1 1 13 16,0-3-3-16,3 2 6 16,1 1-4-16,1-4 0 0,1 1 5 15,1-1 4-15,2-1 11 0,2 1 8 0,0-3 9 16,6 2 5-16,-1-3 2 0,5-1-1 0,-3-1 1 0,5-2 2 16,-1-1 4-16,3-2 3 0,-5 0 10 15,1-1 6-15,0-2-8 0,-4 1-1 0,1-1 9 16,-1-2-24-16,-1 0-2 0,-3 0-5 0,1-1-5 15,-1-1-10-15,-2 0 0 0,-2 1-12 0,-1-4-7 0,1 7-1 0,-2-3-3 16,0 3-10-16,-2-1-7 0,0 3-9 0,-1-1 7 16,1 1-23-16,-4 0-26 0,0 3-22 0,1-1-5 15,0 1-18-15,-1 2-30 0,-1-2-29 0,7 2-24 16,-14 2-32-16,9 0-39 0,0-2-46 0,0 3-62 0,0-2-193 16,5-1-569-16,-4 4 252 0</inkml:trace>
  <inkml:trace contextRef="#ctx0" brushRef="#br0" timeOffset="59766.37">8010 5724 348 0,'0'0'423'0,"4"-3"-21"16,-4 3-27-16,0 0-25 0,5-1-34 0,-5 1-28 15,0 0-32-15,0 0-35 0,0 0-27 16,0 0-24-16,0 0-20 0,0 0-18 0,7 5-13 0,-7 0-9 15,1 3-3-15,3 0-22 0,-4 4-9 0,-4-3-5 16,4 5-9-16,0 1-1 0,-4 2-9 0,4-2-3 16,-1 2 1-16,-2-8-9 0,3 3-2 0,-1-3-8 15,1-1 0-15,0-3-1 0,0 0-4 0,0-1 1 0,0 2 7 0,0-4-2 16,0-2 31-16,0 4 39 0,0-4 39 0,0 0 29 16,0 0-10-16,0 0-15 0,0 0-12 15,13-10-19-15,-7 4-7 0,-1-1-15 0,4-4-8 16,-2 3-10-16,1-2-6 0,0 1-7 0,-1 1-4 15,-1 0-6-15,0 3-8 0,-2-1-3 0,0 3-9 0,0-1-4 16,-2 3-10 0,0-3-15-16,-2 4-21 0,2-5-25 0,-2 5-30 15,0 0-33-15,0 0-30 0,4-2-29 0,-4 2 24 16,0 0 13-16,8 11 10 0,-5-8 17 0,1 4 7 16,3 0 3-16,0-1 12 0,6 1-1 0,1 2-1 15,5-2 0-15,3-1-15 0,-1-1-3 0,7-1-24 16,0-2-3-16,-1 0-2 0,1-2 5 0,-5-2 6 15,-3 0 13-15,3-1 13 0,-4-2 4 0,-2-2 21 0,-4 2 22 0,-3-1 22 16,2 0 22-16,-2-1 27 0,-4 0 37 0,-1 2 5 16,-1-2-10-16,-1 4 10 0,-2-4-3 0,-1 3-9 15,0-2-11-15,-3 4-6 0,3 2-6 0,-9-3 5 16,3 3-16-16,-5 0-22 0,2 2 14 0,-4 1 5 16,-4 3-2-16,0 1-6 0,2-2-2 0,-3 2-3 15,8 0-3-15,-2 0-4 0,1-1-20 0,3 1-6 0,-1-1-12 0,6-1-10 16,-1 0-8-16,-2 0 9 0,3-3 4 0,2 1 10 15,-2 1 13-15,3-4 24 0,0 0 20 0,8 1 11 16,-8-1 8-16,18-5-1 0,-9 0 4 0,3 1 7 16,1-2 15-16,-3 0-10 0,7-2-10 0,-3 0-3 15,0 2-3-15,-4-1 1 0,3 2-5 0,-4-1 5 16,0 3-9-16,0 2-10 16,-2-2-14-16,-3 0 2 0,2 1 8 15,-3 0-4-15,-3 2-13 0,7-3-16 0,-7 3-8 16,0 0 2-16,10 5-2 0,-5-3 1 0,-2 3-3 0,2-2-4 15,0 0 0-15,1 1-4 0,1-1-24 0,-2 3 3 16,1-3-17-16,3 2-10 0,1-3-11 0,1 1-5 16,-5-2-3-16,5 0 0 0,-3 0 7 0,-2-2 6 15,2-1 4-15,1-2 7 0,-3-2 8 0,2-3 9 0,-3 2 10 0,3-3 15 16,-3 0 20-16,0-2 18 0,-1-5 20 16,-1 2 11-16,-1-3 3 0,2-2 10 0,3-6 6 15,-4 0 3-15,3-3 3 0,-3 1 24 0,1-1 6 16,0 0-2-16,0 2 19 0,-3 8 0 0,-1-3 3 15,4 5 2-15,-4 2 4 0,2 4 7 0,-1 3-11 16,-1 2-9-16,0-2-6 16,2 5-21-16,-2-2-11 0,0 1-22 0,0 4-28 15,0 0-27-15,-2-5-22 0,2 5-41 0,0 0 20 16,0 0 14-16,-8 18 11 0,4-3-8 0,-4 3-2 16,3 8 9-16,-4 1-3 0,0 2 2 0,0 2 6 15,0-4-1-15,5 4 12 0,-2-4-5 0,1 0 0 16,2-7 19-16,3 0-15 0,0-2 9 0,0 0-20 15,3-3 21-15,-2-1-1 0,-1-6 5 0,3 4 6 0,-2-4 12 16,-1 1 8-16,1-6 14 0,2 2 7 0,-1-2 15 16,-2 1 19-16,0-1 5 0,4-1 9 0,-1 1 13 0,-1-1 20 15,5 0 17-15,-1 0 3 0,3-2-10 0,2 0-12 16,2 0-8-16,1-1-7 0,6-2-14 0,6 0-18 16,3-4-63-16,1-2-73 0,6 0-110 15,-3-5-142-15,4-3-185 16,-2 3-378-16,-1-4-944 0,-4-1 419 0</inkml:trace>
  <inkml:trace contextRef="#ctx0" brushRef="#br0" timeOffset="61286.41">10526 5579 86 0,'0'-5'237'0,"0"5"1"16,0-5-7-16,0 5-9 0,0-4-16 15,0 4-15-15,-2-4-20 0,2 4-19 0,0 0-13 16,-3-4-19-16,3 4-14 0,-10 0-9 0,10 0-13 15,-15 5-6-15,1-1-12 0,-1 4-3 0,-2 1-11 0,-1 1-1 16,-5 5-8-16,1 2-4 0,-1 1-5 16,-1 0-6-16,3-1-3 0,5 5-1 0,-1-3-4 0,4-5-2 0,4 1-4 15,2 0 3-15,-1-1-4 0,2 0-2 0,2-4 1 16,0 0-1-16,4-1 1 0,0 1-1 0,3-3 6 16,2 1 3-16,2-3 10 0,2-1-3 0,3-1 1 15,8-1-3-15,1-4-1 0,-1-2-3 0,7-2-1 16,-4 0 8-16,-3-2 5 0,0 0 9 0,-1-3 2 15,-4 1 3-15,2-1 6 0,-5-3 1 0,2 2 4 0,-3 2 7 0,-4-6 0 16,-2 4-2-16,-1 0-4 0,-3-3-15 0,-1-1 7 16,-1 4-17-16,-1 1-10 0,-7-1-3 0,2 4-4 15,-2-3-8-15,-7 1-10 0,2 1-3 0,-5 4-7 16,4 4-2-16,-5 1-6 0,1-2 0 0,1 4-8 16,4-1-17-16,-3 1-19 0,2 2-19 0,1 3-20 15,4-2-32 1,0-2-28-16,2 4-23 0,3 0-12 0,3-4-27 0,2 3-219 15,3-2-481-15,2 0 213 0</inkml:trace>
  <inkml:trace contextRef="#ctx0" brushRef="#br0" timeOffset="61671.03">10683 5563 363 0,'4'-4'366'0,"-4"4"-26"0,3-2-39 0,-3 2-41 16,0 0-29-16,0 0-20 0,0 0-33 0,0 0-24 0,0 0-17 15,0 0-15 1,5 10-14-16,-4-3-10 0,-1 0-4 0,2 3-9 16,-4 3-7-16,1 0-18 0,1 5-4 0,-3-2-5 15,2 1-8-15,-1 0-1 0,0 0-5 0,0-4-7 16,-1-3 0-16,3 1-3 0,-1-2 5 0,1-1-2 15,0-3-8-15,-1 1-2 0,2-3 9 0,-2 2 13 16,1-5 25-16,-3 5 55 0,3-5 15 0,0 0 11 16,0 0-17-16,0 0-7 0,15-12-20 0,-5 5-5 0,-2-4-12 15,4 0-13-15,-1-1-4 0,1 0-6 0,-1 0-2 16,2 2-16-16,1 0-8 0,-5 3 1 0,-4 2-9 0,-1 1-8 16,-3 3-10-16,3-3-30 0,0 2-17 0,-4 2-7 15,14 0-7-15,-5 3-15 0,1 0-14 0,2 3-18 0,-1 0-27 16,2 1-18-16,6 3-33 0,-5 0-37 0,5-3-44 15,7 5-69-15,-8-5-267 0,1-2-639 0,0 0 282 16</inkml:trace>
  <inkml:trace contextRef="#ctx0" brushRef="#br0" timeOffset="62034.42">11796 5247 57 0,'0'-6'410'0,"2"0"-24"16,-2-1-25-16,0 2-27 0,1 1-33 0,-1 1-40 0,0 3-18 0,1-7-33 15,-1 5-37-15,0 2-42 0,0 0-28 0,0 0-10 16,0 0-11-16,3 17-9 0,-3 0-9 0,0 1-2 15,-2 9-8-15,0 4 0 0,2 1-9 0,-3 5-6 16,-2-2-5-16,3 11 0 0,-1-12 5 0,2 1-8 16,1-1 3-16,-1-6-9 0,1 1-5 0,1-10-2 15,-2 1 3-15,2-4-4 16,-1-3-4-16,0-4 6 0,0 2-4 0,-1-5-3 16,1 1 2-16,0-1-4 0,1-2 7 0,-1-1-6 15,0 1 2-15,0-4 0 0,0 5-5 0,0-5-19 16,0 4-2-16,0-4-7 0,0 0-74 0,0 0-68 15,0 0-69-15,-17-11-83 0,8 4-205 0,3-3-561 16,1 0 249-16</inkml:trace>
  <inkml:trace contextRef="#ctx0" brushRef="#br0" timeOffset="62317.15">11570 5557 150 0,'-6'0'204'0,"2"2"-9"16,4-2-7-16,0 0-2 0,-8 0 0 0,8 0-11 15,0 0-9 1,0 0-14-16,0 0-9 0,0 0-3 0,0 0-10 16,21 2-10-16,-1-4-11 0,13 0-10 0,3-1-11 0,17-3-8 15,-2 3-3-15,-1-2-7 0,2 2-8 0,-16 1-7 0,-3-1-8 0,-1 3-4 0,-1-2-2 16,-10 0-5-16,0 2-5 0,-8 0-6 0,0 0-13 16,-5 0-5-16,-1 0-3 0,0 0-8 0,-3 0 0 15,-4 0 3-15,0 0-4 16,0 0 0-16,0 0 2 0,0 0-9 0,-14 5-10 15,2-3-5-15,2-1-16 0,0 0-22 0,1-1-28 16,-2 3-38-16,4-2-31 0,1-1-69 0,-2 0-139 16,8 0-399-16,-11-4 177 0</inkml:trace>
  <inkml:trace contextRef="#ctx0" brushRef="#br0" timeOffset="63073.16">12237 5344 273 0,'0'-8'469'16,"2"6"-26"-16,-2 2-27 0,0-7-40 0,0 7-36 16,0-3-36-16,0 3-29 0,0 0-35 0,0 0-29 15,0 0-25-15,0 0-33 0,0 0-38 0,0 0-10 16,0 0-15-16,2 17-9 0,-3-4-5 15,0 4-12-15,-3 7-1 0,1 2-9 0,-2 3-8 0,-3 2-3 16,1 1-7-16,0 0-1 0,1-3-3 0,-1 1-3 16,-1-5-2-16,4-6-3 0,0-1-22 0,0-6-4 0,3 0-7 0,0-5 18 15,-1-1-11-15,1 0-4 0,0-1 12 16,1 0 20-16,-3-3 26 0,3-2 25 0,0 5 27 0,0-5 23 16,0 0 24-16,0 4 21 0,0-4-9 0,0 0-19 15,9-9-15-15,-1 3-14 0,1-2-13 16,0 0-20-16,0-1-26 0,3-3-18 0,-3 3-17 15,0 3-1-15,-1-1-16 16,1-1-2-16,-4 6-17 0,0-2-4 0,0 1-21 0,-1-1-18 16,0 3-17-16,-4 1-6 0,11 0 5 0,-11 0-11 0,15 3-7 0,-3 3-15 0,-3-3-15 15,0 3-8-15,1 2-14 0,3-2-10 0,0 2-4 16,5 0 0-16,-8 0 5 0,7-1 0 0,-7-2 11 16,4 0 9-16,-4-3 11 0,4 1 14 0,0 0 7 15,-3-2 14-15,1-1 11 16,-3-1 4-16,4-2 11 0,-2-2 13 0,1 1 15 15,3-1 17-15,-2-5 19 0,1 2 20 0,-2 1 15 16,-2-2 20-16,3-3 18 0,-1 2 12 0,-3-1 5 16,0 2 15-16,-1-3 9 0,-2 2 14 15,4 2 17-15,-3-1 8 0,-1 1 20 0,-2 3 29 0,0 0 16 16,-3-1 1-16,1 1-4 0,-1 1-12 16,0 2-16-16,1-1-17 0,-2 3-16 0,2-4-30 0,-2 4-10 0,0 0-16 0,1-4-20 15,-1 4-22-15,0 0-12 0,0 0-9 0,0 0-5 16,-23 12-1-16,11-2-7 0,-1 2-26 0,1 3-45 15,-1-3-39-15,2 4-27 0,0-1-22 16,4 2 2-16,2 1 6 0,1-1 21 0,4-1-3 16,0-1-8-16,4-3 27 0,1 0 15 0,3-1 3 15,1 0 18-15,0-2-12 0,1-1 37 16,6-2 12-16,1-1 17 0,5 1 14 0,-2-4 10 16,-2 0 14-16,0-2 7 0,-8 1 16 0,3 1 5 15,-7-2 8-15,2 2 6 0,-3-2 2 16,4 0-4-16,-5 1-4 0,-4-1-6 0,9 1-6 15,-9-1-8-15,0 0-4 0,8-1-25 0,-8 1-23 16,0 0-42-16,0 0-41 0,0 0-57 0,0 0-76 16,7 1-99-16,1-2-142 0,-3-2-372 0,1 0-897 0,4-1 397 0</inkml:trace>
  <inkml:trace contextRef="#ctx0" brushRef="#br0" timeOffset="63838.96">14153 5441 93 0,'1'-5'373'0,"-2"0"-12"0,1 5-19 0,0-5-22 0,0 5-22 0,0 0-28 15,0 0-32-15,0-5-27 0,0 5-21 16,0 0-37-16,0 0-5 0,0 0-22 0,0 0-33 16,0 0-26-16,0 0-4 0,0 0-12 15,-3 20-10-15,2-8 4 0,1-2-6 0,-1 6-5 16,-1 1-3-16,0 3-1 0,0-4-9 0,0 2 39 16,-2 1-11-16,4-2-15 0,-1 2 8 0,-1-2-4 15,1 0-2-15,-1-2-4 0,2-1 0 16,-1-4-7-16,-2 0-1 0,3 0 0 0,0-4-18 15,0-1-3-15,-1 1-10 0,1-4 0 16,0-2 4-16,0 7-1 0,0-3 6 0,0-4 2 0,-3 4-3 0,3-4-30 0,0 0-93 0,0 0-62 16,-9-17-43-16,5 6-29 0,-1-2-51 15,-5-4-177-15,5-3-525 0,-3-5 232 0</inkml:trace>
  <inkml:trace contextRef="#ctx0" brushRef="#br0" timeOffset="63981.16">14028 5271 272 0,'-2'-10'305'15,"2"1"3"-15,0 2 3 0,0 2-7 0,0-2-13 16,0 2-19-16,-2 1-30 0,2 0-25 0,2 0-28 16,-2 4-20-16,0-5-35 0,0 5-42 15,0-3-45-15,0 3-42 0,4-2-24 0,-4 2-34 0,0 0-38 0,0 0-39 0,14 7-54 0,-9-4-62 16,-1 1-161-16,1 1-438 0,-1 1 193 16</inkml:trace>
  <inkml:trace contextRef="#ctx0" brushRef="#br0" timeOffset="64608.21">14408 5438 157 0,'3'3'333'15,"-3"-3"-44"-15,1 4-32 0,-1-1-26 0,0 2-26 16,0 0-17-16,-1 1-20 0,0 5-18 0,-1-1-13 0,1 3-13 0,1 0-12 0,-5 1-11 15,4 3-12-15,-1-5-4 0,1 1-9 0,1-4-8 16,-1 1-4-16,1-3-6 0,0 0-8 16,-1-2 5-16,3-1 9 0,-3 1 20 0,1-5 50 15,0 6 38-15,0-6 23 0,-1 4 29 0,1-4 5 16,0 0-27-16,7-14-22 0,1 7-16 16,-2-4-20-16,1 0-13 0,-1 1-12 0,5-2-12 15,-5 2-15-15,0 2-9 0,-1 0-9 16,-1 3-8-16,2 1-10 0,-2 0-5 0,-3 0-27 0,2 2-10 0,-3 2-17 0,5-1-31 0,-5 1 2 15,0 0 0-15,13 3-4 0,-7 2 2 16,-1 2-5-16,3 0-1 0,1 0 5 0,1 3 2 16,-1-3-3-16,4 5 13 0,1 0-43 15,0-2 4-15,1 2-8 0,-4-4-9 0,1 0 6 16,0-2-3-16,0-1 5 0,0 0 2 0,0-1 21 16,-1-2-8-16,2-2 17 0,-4-2-3 0,1-3 4 15,-1 0 4-15,-1-1 17 0,-2-4 5 16,3 0 10-16,-1-2 16 0,-2-3 5 0,2-1 8 15,-2-1-2-15,2-8 1 0,1 1 2 16,-4-4 10-16,2 1 0 0,-1-5 1 0,0 4 9 0,-1-1 7 16,0 2 2-16,1 0 2 0,-3 10 17 0,-2 0 17 0,1 7 7 0,-1 1-4 0,0 2-10 15,1 1-12-15,-2 2-11 0,0 0-27 16,0 0-38-16,0 4-45 0,0 0-13 0,0 0-16 16,0 0 30-16,-3 17-1 0,-1-1 2 0,3 5 8 15,-3 3 7-15,-1 5 0 0,0 2 4 16,0 2 4-16,4-3 4 0,-1-1 2 0,-2 0 5 15,4-1-6-15,0-3-14 0,0-5 3 0,0-3-13 16,2 0-3-16,-2-6-11 0,0 0-14 0,-2-2-13 16,4-2-16-16,-4-2-12 0,2 0-9 0,0-2-3 15,-1 3-5-15,1-6-6 0,-1 3-62 16,1-3-112-16,0 0-257 0,-13-14-610 0,8 7 269 0</inkml:trace>
  <inkml:trace contextRef="#ctx0" brushRef="#br0" timeOffset="64778.48">14655 5403 241 0,'-9'1'293'0,"9"-1"-26"16,0 0-21-16,-8 0-4 0,8 0-14 0,0 0-19 16,0 0-20-16,0 0-15 0,0 0-12 0,0 0-20 15,25-5-14-15,1 1-13 0,9-3-23 0,2 2-36 16,2-3-44-16,0 4-58 0,-1-1-66 0,2-3-69 0,-6 2-229 0,2 0-444 0,-3-4 197 15</inkml:trace>
  <inkml:trace contextRef="#ctx0" brushRef="#br0" timeOffset="65151.84">15207 5458 103 0,'-1'2'229'0,"1"-2"3"0,0 0-5 0,0 0-11 16,0 5-10-16,0-5-16 0,0 0-9 0,0 0-17 16,0 0-18-16,20-5-11 0,-7 3-13 0,0-2-13 15,6 0-13-15,0-3-8 0,0 2-7 16,0-4-8-16,4 1-5 0,3-2-10 0,-8 1-5 16,1-1-4-16,2-4-6 0,-6 2 1 15,0 0 2-15,-1 1-1 0,-1 0-3 0,-4 3 0 16,0-2 5-16,-3 1 2 0,-1 1 16 0,-1 3 6 15,1 1-5-15,-2 1-6 0,-1-2-9 16,2 1-1-16,-4 4-20 0,-8-2-10 0,8 2-5 16,-13 0-4-16,2 4 1 0,-3 1-9 0,-2 3 4 15,-2-2 0-15,0 5-2 0,0-1 2 0,0 4-3 16,-4 0-1-16,8 1 2 0,4-1-4 0,-3 2-16 0,1 0-19 0,4-2-15 0,1 1-8 16,2-4-9-16,4 0-13 0,1 1-21 15,0-3-36-15,5 2-46 0,1-3-73 0,0-4-196 16,3 1-488-16,-1-4 215 0</inkml:trace>
  <inkml:trace contextRef="#ctx0" brushRef="#br0" timeOffset="65469.47">15603 5259 16 0,'5'-5'289'0,"2"3"-28"0,0-4-25 0,0 5-27 0,-2 1-24 15,5-3-19-15,1 3-16 0,0 3-17 0,-1 2-14 16,1 2-11-16,2 5-12 0,0 2-5 0,-2 0-6 16,1 6-12-16,-2-3-4 0,0 6-8 0,-4-5-3 15,0 7-6-15,-2-4-6 0,-2 4-1 0,-4-4-5 16,-1-2-2-16,2-1-4 0,-2-2-4 0,2-4 2 0,-3-2 3 0,2 0 4 16,0-5 8-16,1 1 8 0,-1 0 34 0,2-4 32 15,0-2 42-15,-2 3 32 0,2-3 33 0,0 0 10 16,0 0-55-16,0 0-30 0,0 0-18 0,2-20-9 15,1 8-19-15,0 1-9 0,3-6-25 0,3-1-17 16,0-1-30-16,2-5-33 0,2 0-33 0,0-1-34 16,5 2-33-16,-9 1-33 15,3 6-35-15,-2 0-27 0,-2 6-29 16,-3 1-44-16,1-1-46 0,-1 4-233 0,-1 2-598 16,1-1 265-16</inkml:trace>
  <inkml:trace contextRef="#ctx0" brushRef="#br0" timeOffset="66557.11">16017 5283 220 0,'0'-7'425'16,"0"7"10"-16,0 0-24 0,0-5-2 0,0 5-30 16,0 0-30-16,-3-4-30 0,3 4-39 0,0 0-28 15,0 0-29-15,0 0-26 0,0 0-27 0,0 0-21 16,0 0-17-16,0 0-16 0,0 0-10 0,12 12-17 0,-7-3 0 0,-1 0-16 15,0 2-4-15,2 5-12 0,-1-3-4 0,-1 3-7 16,0 1-2-16,0 0-4 0,-3 0-4 0,3 0-4 16,0-4-6-16,-3 3 2 0,4-2 8 0,-2-3-6 15,-1-1-13-15,0-3-1 0,-1 0 3 0,0-3 1 16,-1 0-1-16,0 0 1 0,-1-1 2 0,1-3 13 16,4 5 50-16,-4-5 35 15,0 0 29-15,2 2 18 0,-2-2 22 0,0 0 1 16,0 0 10-16,0 0 13 0,0 0-26 0,5-8-37 15,-1-3-13-15,2 2-17 0,0-5-22 16,-1 0-20-16,1-1-10 0,3 1-15 0,-4 2-5 0,0 1-8 16,0-6-15-16,-1 9-9 0,0 2-18 0,-1-1-12 15,-2 1-28-15,3 0-33 0,1 0-32 0,-3 2-34 16,4 0-32-16,-1-1-22 0,4 1-35 0,2 0-4 0,7 2-13 16,1 2-19-16,9 0-16 0,2-2-15 0,2 4-12 15,1 1-6-15,0-1-5 0,2-1 11 0,2 0 9 0,0-2 19 16,-5 1 20-16,-1-1 30 0,-1-1 22 15,-11 2 25-15,2-2 30 0,-4 1 45 0,-4-4 50 16,-1 2 56-16,-1-1 41 0,-7-1 20 0,1 1 27 16,3-4 26-16,-7 3 19 15,4-2 5-15,-5 5 10 0,3-3 3 0,-3 5-7 16,0-8 5-16,0 8-13 0,1-4-5 0,-1 4-28 16,0 0-10-16,0 0-13 0,0 0-11 0,-14-3-11 15,14 3-9-15,-18 8-9 0,5 1-1 0,-1-2-6 16,-1 3-1-16,-2 2-3 0,2 0 0 0,-2 0-5 15,2 1 0-15,0-1-1 0,-1 2-8 0,5 1 2 16,0-3-1-16,0 2-19 0,5-6-8 0,2-1-11 0,-1-2 3 0,0 1 5 16,2 1 8-16,2-3 2 0,-3-3 26 0,4 3 20 15,0-4 10-15,0 0 8 0,0 0-3 0,19-5-5 16,-7 1 0-16,-1-2-2 0,6-1 7 0,1-5-2 16,-2 2-4-16,1-2-1 0,-2 1 2 0,3 2-14 15,-4 0-1-15,4 0 1 0,-9 3 4 0,0-3-1 16,0 6-1-16,-4 0 1 0,0-1-2 0,-1 1-17 0,1 2 10 15,0 0-10-15,-5 1 1 0,5-3-16 0,-5 3-15 16,0 0-13-16,0 0 2 0,0 0-5 0,16 5 4 0,-11 0 5 16,6 0-7-16,-3 2-11 0,-2-2-6 0,2 1-1 15,0-1-2-15,-1-1-3 0,2 1-4 0,0-1-2 16,-1-3 0-16,0 1 10 0,-2-1 0 16,-6-1 6-16,15 0 9 15,-6-1 2-15,-4-3 3 0,4 0 2 0,0-4-6 0,-1-2 25 16,-3-1 11-16,5-2 4 0,-5-1 10 15,3-3 10-15,1 1 8 0,-3-1 6 0,2 0 8 16,-3-1 10-16,3-7 1 0,0 0-3 0,-1 1 17 16,2-2 12-16,-1 1 5 0,-3 1 10 0,1 6 12 15,-2 1 8-15,0 5 10 0,-2 2 2 0,0 0-5 0,-1 5-12 16,0 0-15-16,1-3-17 0,0 6-32 0,-2-1-9 0,0 3-35 16,0-4-42-16,0 4-45 0,0 0-18 0,0 0 10 15,0 0 9-15,-2 20 4 0,-2-7 11 0,0 6-1 16,-4 6 10-16,-1 0 4 0,0 3 3 0,3 1 10 15,1-1 0-15,-4 1 1 0,4 2 6 0,2-5 3 16,-2 0 7-16,3 1 1 0,-1-10 0 0,-1 1-4 16,3-2 8-16,-2-4 5 15,3-4-8-15,0 0-4 0,0-2 15 0,0-1 8 16,0 1 16-16,0-2 19 0,0-2 15 0,-2 3 15 16,2-5 16-16,2 7 12 0,-2-7 4 0,-2 3 8 15,2-3 2-15,0 0 3 0,0 0 1 0,5 1-3 16,-5-1-8-16,17-1-23 0,-5 1 5 0,9 0-10 15,7-5-12-15,6 2-39 0,7-2-69 0,9-4-85 16,9-3-108-16,2 0-183 0,-2-2-636 0,1-9-1143 0,-2-3 506 0</inkml:trace>
  <inkml:trace contextRef="#ctx0" brushRef="#br0" timeOffset="70302.78">18479 4880 39 0,'0'-7'329'0,"-1"1"-15"16,1-4-22-16,-1 8-8 0,2-3-20 0,-1 1-27 15,0-1-27-15,0 5-26 0,0 0-17 16,-1-3-24-16,1 3-23 0,0 0-39 0,0 0-11 16,0 0-8-16,-1 12-8 0,1 1-7 0,-2 4-1 0,2 10-7 15,-6 2-5-15,4 6 2 0,-5-1-11 0,-2 13-2 0,1-2 2 16,1 1-7-16,-1 1 2 0,-1 0 2 0,0-10-3 16,0 11 0-16,4-13 6 0,-3-2 1 0,3 1 3 15,-3-1-2-15,4-4 2 0,-2 1 1 0,3-4-4 16,1-7-3-16,2-2 5 0,-2 0-4 0,-1-4-3 15,3-4-1-15,-2 3 0 0,-1-5-7 0,3 0 4 16,0-2-2-16,0-1-2 0,-2 1-1 0,4-1 4 0,-2-4 1 0,-2 5 9 16,2-5 19-16,-2 5 8 0,2-5 9 0,0 0-1 15,-1 4 18-15,1-4 0 0,0 0 7 0,0 0 6 16,1 3 1-16,-1-3 3 0,0 0 2 0,0 0-3 16,0 0-4-16,0 0-3 0,0 0-10 0,18-4-7 15,-5 0-6-15,6 0-12 0,8-2-8 0,1-1-31 16,1 0-45-16,2 3-48 15,-2-4-52-15,-2 3-64 0,1 1-64 0,-2-6-85 16,-7 4-338-16,0-3-737 0,-6 0 327 0</inkml:trace>
  <inkml:trace contextRef="#ctx0" brushRef="#br0" timeOffset="70672.45">18518 4874 303 0,'0'0'292'0,"-3"1"-16"0,3-1-11 15,0 0-16-15,0 0-20 0,0 0-27 0,0 0-22 16,0 0-22-16,12 3-27 0,0-3-26 0,8-3-36 15,9-1-45-15,4 1-69 0,4 0-86 0,0-5-254 16,1 4-417-16,-3-2 186 16</inkml:trace>
  <inkml:trace contextRef="#ctx0" brushRef="#br0" timeOffset="71404.57">18759 5308 208 0,'0'0'226'0,"-2"2"-7"0,2-2-7 0,0 0-5 16,0 0-9-16,0 0-16 0,0 0-16 0,-4 3-13 15,4-3-13-15,0 0-13 0,0 0-9 0,23-4-16 0,-10 3-9 0,7-2-14 16,-1 0-3-16,12-3-12 0,-8 5-6 0,5-3-5 16,-6 4-3-16,-2-3-6 0,-1 1-6 0,2-1-2 15,-8 1-8-15,-2 1 2 0,1 0-6 0,-6 1 1 16,1 0-5-16,-1-1-2 0,-6 1-5 0,10 0-5 16,-10 0-13-16,5-2-13 0,-5 2-4 0,0 0-5 15,0 0-11-15,0 0-24 0,0 0-33 0,-25 10-44 0,18-8-38 16,-2 1-229-16,-1 1-439 0,4-3 195 0</inkml:trace>
  <inkml:trace contextRef="#ctx0" brushRef="#br0" timeOffset="71920.13">19356 5331 33 0,'0'0'349'0,"0"0"-19"0,-1 4-18 0,1-4-11 15,0 0-18-15,0 0-19 0,0 0-19 0,0 0-21 0,0 0-21 16,0 0-12-16,0 0-19 0,0 0-14 0,0 0-14 16,16-8-20-16,-10 3-9 0,4-3-10 0,-1 2-12 15,0-5-10-15,3 2 9 0,1-8 17 16,-4 3 4-16,5-1 1 0,-5-2-5 0,1 3 6 0,3-10-4 15,-4 7-7-15,-1-1-1 0,3-6-8 16,-7 5 0-16,4 2-5 0,-2 0-1 16,-2 3-3-16,-3 1-2 0,3 1-1 15,-3 3 7-15,-1 2-4 0,0 1-14 0,2-1-8 16,-2 3-15-16,-2 1-12 0,4-2-15 0,-2 5-22 16,0-4-28-16,0 4-23 0,0 0 2 0,0 0 3 0,-17 14 5 0,8-2 5 0,1 2 5 0,-3 1 3 15,-6 7-10-15,5 1-3 0,5-5 2 0,-2-1-5 16,3 9 9-16,1-8 0 15,4-1 8-15,2 3-2 0,2-3 4 0,1 1 14 16,0-1-8-16,3-1 5 0,4 0 2 0,-1 1-13 16,-1-5 21-16,0-3-1 0,0-1 5 0,-1 1 0 15,-3-6 1-15,0 2-2 0,0-1 1 0,0-1 0 16,-1 0 0-16,-1 1-15 0,-3-4 17 0,5 5 4 16,-5-5-3-16,1 2 0 0,-1-2 0 0,0 0 1 15,0 0-17-15,5 5-30 0,-5-5-21 0,3 1-24 0,-3-1-22 0,0 0-24 16,0 0-23-16,0 0-28 0,0 0-19 0,0 0-34 15,0 0-20-15,0 0-25 0,0 10-261 0,0-10-587 16,0 0 260-16</inkml:trace>
  <inkml:trace contextRef="#ctx0" brushRef="#br0" timeOffset="72133.06">19885 5392 14 0,'0'0'356'0,"5"0"-27"0,-5 0-32 15,0 0-27-15,5 0-33 0,-5 0-25 0,0 0-32 0,5 7-17 0,-5-7-17 0,-6 10-12 16,2 1-13-16,-5 3-10 0,0-1-7 16,-2 2-44-16,1 2-39 0,-2 0-42 0,-2 0-47 15,0 2-63-15,0-4-87 0,0-3-169 16,2-4-418-16,2-4 186 0</inkml:trace>
  <inkml:trace contextRef="#ctx0" brushRef="#br0" timeOffset="72855.57">20120 5366 64 0,'0'0'279'0,"-4"2"-16"0,4-2-10 16,0 0-7-16,-2 2-17 0,2-2-18 0,0 0-13 15,0 0-23-15,0 0-12 0,0 0-17 0,0 0-19 0,15-6-15 0,-7-1-6 0,2-1-15 16,0-2-6-16,2-2-7 0,-1 2-12 0,2-5-2 15,1 1-5-15,-2-3-2 0,3 0 3 16,-1-4 3-16,4-1 1 0,-4 0-7 0,1-2 0 16,-2 0-2-16,1-5-4 0,-2 2 38 15,-1-1-1-15,-1 0 4 0,-1 2 8 0,-6 1 8 16,-1 4-4-16,2 4 7 0,-1 1 7 0,-2 5 8 16,-1 1 0-16,0 3-13 0,3 0-11 15,-6 2-19-15,3 1-15 0,0-1-31 0,0 5-31 16,0 0-4-16,0 0 7 0,-13 9-13 0,4 1 2 15,-5 4-5-15,-5 8 6 0,2 1-6 0,0 2-10 0,1 4 11 0,1 0-4 0,5 1 2 16,-1 0-13-16,3 0 2 0,4 1 3 0,4-4-17 16,4-2 15-16,3-1 8 0,3 0-4 15,2-2 9-15,5-1 0 0,-1-1 8 0,7-4 5 16,-8-3 5-16,3-4 13 0,3 1 9 0,-6-3-7 16,3 0-28-16,-5-2 23 0,-2-2 6 0,0-1 0 15,-6 1 11-15,2-2 5 0,-3 2 6 16,0-2 10-16,-4-1 10 0,8 2-4 0,-6-1 2 15,-2-1-7-15,5 1 1 0,-5-1-5 16,0 0-4-16,4 3-3 0,-4-3-9 0,4 2-4 16,-4-2-15-16,0 0-19 0,0 0-12 0,0 0-21 15,0 0-15-15,0 0-20 0,0 0-19 0,0 0-23 0,0 0-24 0,0 0-81 0,0 0-65 16,0 0-45-16,0 0-31 0,-6-17-337 0,2 13-744 16,3-3 330-16</inkml:trace>
  <inkml:trace contextRef="#ctx0" brushRef="#br0" timeOffset="73536.95">20612 4725 134 0,'-1'-2'386'0,"1"2"-31"0,-3-5-8 16,3 5-35-16,0 0-30 0,-1-3-13 0,1 3-29 15,0 0-29-15,-1-4-21 0,1 4-36 16,0 0-21-16,0 0-13 0,0 0-17 0,0 0-8 16,0 0-11-16,19 7-25 0,-6-2-18 0,-3 0-16 15,8 3-9-15,-3-1-8 0,3 0-2 16,-1-1-1-16,1-1-5 0,-2 0-1 0,-2-1-3 0,-1-1 7 0,5-1-5 0,-5-2 10 15,-2 3-8-15,-2-1 4 0,-1-2 1 0,-2 0 19 16,2 0 8-16,-2-2 6 0,-2 2 16 16,-4 0 10-16,9-4 19 0,-4 1 18 0,-1 0-13 15,-3-2 12-15,2 3 17 0,-3 2 15 0,4-5 5 16,-3 2 1-16,-1 3-7 0,1-3-5 0,-1 3-8 16,0 0-14-16,3-4-6 0,-3 4-12 15,0 0-11-15,0 0-9 0,0 0-10 16,0 0-14-16,1-3-18 0,-1 3-37 0,0 0-35 0,0 0-34 0,1 10 3 0,-2-2 6 0,0 9 5 15,-2 1 6-15,-1 12 14 0,0 4 5 16,-2 2 2-16,0 13 1 0,-2-1 1 0,4 0-8 16,-1 1 21-16,-1-1 2 0,3-2 3 15,3 5 10-15,0-5 10 0,0-10 1 0,3 0-8 16,-1 1-2-16,2-3 2 0,0-1 4 0,1 0 3 0,-1-4-2 16,-1 1 1-16,-1-3 5 0,3 4 0 15,-5-12 8-15,3 1-8 0,0-3-2 0,-3 0 2 16,-1-2 2-16,2-3 4 0,-2 0-5 15,1-2 6-15,0-3 0 0,-1 0-2 0,1 0-1 16,-1-3 2-16,1 1-9 0,0-1 4 0,0-4 1 16,-3 7-1-16,3-5 7 0,0-2-8 0,0 5 6 15,0-5-1-15,0 4-2 0,0-4-2 0,0 0-4 0,0 3 3 0,0-3-4 0,0 0-5 16,0 0-4-16,-1 5-3 0,1-5 6 0,0 0 5 16,-5 4-3-16,5-4 3 0,-8 3 12 15,4-3-7-15,-5 1-17 0,-3 3 3 0,-8-3-38 16,-12 0-83-16,-6-1-97 0,-13-1-158 15,-9-4-298-15,1-1-742 0,3-8 329 0</inkml:trace>
  <inkml:trace contextRef="#ctx0" brushRef="#br0" timeOffset="80050.14">22410 4552 74 0,'-4'-6'260'0,"0"-2"-17"0,2 5-21 16,-2-2-28-16,1 3-22 0,3 2-22 15,-11 2-12-15,1 11-18 0,-8 9-15 0,-3 9-11 16,-7 20-7-16,-12 26-13 0,4 3-5 0,6 1-5 16,2 2 7-16,4 0 2 0,2 4 3 0,4-1 0 15,12 3 6-15,6-2-1 0,2-1 0 0,11-3-3 0,5-4-3 0,4-24 0 16,5-1-5-16,5-2 4 0,14 15-3 0,-9-18-4 15,2-10 2-15,2-1-5 0,-2-4-5 0,3-3-1 16,-16-7-9-16,1-5 4 0,-5-2-7 0,-4-6-8 16,-5-1-1-16,-2-4-2 0,-3 1-4 0,0-1 2 15,-5-2 17-15,4 0 32 0,-2-1 11 0,-1 0 15 16,-3-1 8-16,2 1 5 16,-3-3-2-16,3 2 0 0,-3-2-6 0,3 3-5 15,-3-3-13-15,0 0-19 0,0 0 0 0,4 2-14 16,-4-2-25-16,0 0-24 0,0 0-32 0,0 0-38 15,2 3-55-15,-2-3-42 0,0 0-49 0,0 0-60 16,0 0-111-16,0 0-275 0,0 0-704 0,4-21 312 16</inkml:trace>
  <inkml:trace contextRef="#ctx0" brushRef="#br0" timeOffset="81885.98">22732 5130 19 0,'0'-5'237'0,"0"5"-7"0,0-4-4 15,0 4-14-15,4-1-3 0,-4 1-9 16,0-6-5-16,0 6-6 0,0 0-16 0,1-5-14 16,-1 5-17-16,0 0-13 0,0-2-18 15,0 2-11-15,0 0-13 0,0 0-30 0,0 0-10 16,0 0-7-16,0 13-4 0,0-8-2 15,0 6-8-15,0-1 0 0,-4 2-4 0,3 4 3 16,-3 1-6-16,4 0-2 0,0 0 0 0,-5 3-3 0,1-3-1 0,3-1 0 0,1-3-4 16,0 3 3-16,1-5 1 0,3-2-3 0,-3-1 2 15,-1-2-2-15,0 1 1 0,2-4 4 0,1 2 9 16,1-4 3-16,-4-1-3 0,13-3 3 16,-3-2-1-16,-1 0-1 0,0-3 3 0,4 3 2 15,-4-4-11-15,-1 1 1 0,-2-1-3 16,4 1-1-16,-2 2 0 0,0-2-5 0,-3 3 1 15,1 1 1-15,-1 1-7 0,-1-1 1 0,-1 0-5 16,-1 3-2-16,-2 1-3 0,5-1 3 16,-5 1-7-16,10 2 0 0,-10-2 3 0,7 8-3 15,1-3 1-15,-5 4 3 0,1-2-3 0,4 1 6 16,-2 1 1-16,1 2-1 0,-1-4-2 0,1 3 4 0,1-1-3 0,0-3 2 0,-3-1 0 16,-1 1 0-16,1-3 4 0,0 1 22 0,0-1 25 15,3-2 20-15,-8-1 11 0,0 0 7 0,18-8 0 16,-9 1-5-16,-3-1-23 0,2 0 21 15,2-4 4-15,-2-2-8 0,-2 2-3 16,-1-2-2-16,-1-6-4 0,1 6-15 0,-1-3 2 16,-3 0-7-16,2 0-8 0,-3 5-4 0,1 2-9 15,0-1-3-15,-1 5-4 0,0-3 1 16,0 4-19-16,0 2-33 0,2-4-36 0,-2 5-39 0,0 2-43 0,0-6-43 0,0 6-19 16,0 0-12-16,0 0-13 0,0 0-33 0,-7 10-58 15,5-5-178-15,2-5-545 0,-2 9 242 0</inkml:trace>
  <inkml:trace contextRef="#ctx0" brushRef="#br0" timeOffset="82084.05">23317 5257 356 0,'0'0'401'0,"0"0"-7"0,0 0-26 0,0 0-23 16,0 0-33-16,0 0-31 0,0 0-30 0,0 0-26 15,0 0-39-15,0 0-35 0,0 0-48 0,0 0-49 16,0 0-46-16,0 0-45 0,0 0-42 0,0 0-48 16,0 0-46-16,12 0-48 0,-12 0-246 15,0 0-505-15,9-5 223 0</inkml:trace>
  <inkml:trace contextRef="#ctx0" brushRef="#br0" timeOffset="82430.61">23565 5111 2542 0,'5'-4'165'0,"0"0"-23"0,-1 3-4 0,0-4-32 16,-3 3-26-16,-1 2-15 0,4-3-23 0,0 2-10 0,-4 1-9 0,0 0-8 16,9 0 3-16,-9 0-6 0,11 4-1 0,1-2-2 15,3 5-5-15,-6 2 1 0,-1-1-1 0,2 1 1 16,3 4-2-16,-5 2 6 0,0-1-3 0,-1 0-2 15,-1 1-3-15,-2 2 5 0,-1-6-3 0,-1 2-1 16,1 2 4-16,-4-1-1 0,1-4-4 0,-3 0 5 16,-1-3-3-16,3 2 6 15,-3-4 3-15,1 0 10 0,-2 0 16 0,0-3 12 16,5-2 20-16,0 0 0 0,0 0 15 0,-19-10 3 16,15 4 1-16,2-4-4 0,-1 0-5 0,2-4 2 15,2-1-18-15,2-2-7 0,3 0-8 0,-2-2-10 16,4 0 2-16,-1 2-11 0,0-1-11 0,0 4-12 15,0 0-27-15,2 2-17 0,-3 4-53 0,0-1-34 16,0 4-37-16,1-2-42 0,3 3-44 0,1 0-43 0,-5 4-275 16,4 0-612-16,-10 0 272 0</inkml:trace>
  <inkml:trace contextRef="#ctx0" brushRef="#br0" timeOffset="82631.31">24020 5302 93 0,'0'0'430'0,"0"0"-3"0,0 0-17 16,0 0-30-16,0 0-28 0,0 0-33 0,0 0-38 15,0 0-29-15,-4 3-31 0,4-3-38 0,0 0-50 16,-1 3-55-16,1-3-51 0,0 0-61 0,0 0-69 16,0 0-61-16,0 0-60 15,0 0-287-15,15-10-552 0,-15 10 244 0</inkml:trace>
  <inkml:trace contextRef="#ctx0" brushRef="#br0" timeOffset="82916.25">24341 4913 84 0,'2'-9'443'0,"0"3"-14"16,0-1-34-16,1 2-39 0,-2 3-39 0,2-4-41 0,-2 3-30 15,-1 3-29-15,1-2-63 0,-1 2-16 0,0 0-12 16,6 16-17-16,-4-4-9 0,-2 5-11 16,0 10-7-16,0-1-11 15,-2 3-9-15,2 0-3 0,-2 3-4 0,1-1-8 16,1-2 0-16,1 2-1 0,-1-2-6 0,-1-1-2 16,0-1-3-16,-1 0 0 0,2-7-13 0,-1 1-14 15,1-3-18-15,-1-3-13 0,-1-3-17 0,1-3-12 16,-3 1-21-16,2 0-12 0,-1-6-11 0,1 1-14 15,-1 0-13-15,-1-1-27 0,-1-1-44 0,5-3-43 16,-9-1-253-16,9 1-529 0,-9-10 235 0</inkml:trace>
  <inkml:trace contextRef="#ctx0" brushRef="#br0" timeOffset="83164.19">24244 5199 7 0,'-3'-3'263'0,"-2"-1"-10"0,1 2-7 0,0-1-11 0,4 3-16 16,-5-3-17-1,5 3-7-15,-4 0-19 0,4 0-16 0,0 0-18 0,0 0-10 16,0 0-14-16,0 0-8 0,22-7-12 0,-4 7-8 16,5-1-9-16,12-3-7 0,0 2-4 15,3-3-13-15,-2 0-4 0,0 3-4 0,1-2-3 16,-2 2-8-16,-7 0-3 0,-6-1-3 0,-6 1-4 16,-2 0-3-16,-3 2-4 0,-4 0 1 0,2 0-5 0,-4-1-2 15,-5 1-3-15,9-1-14 0,-9 1-8 0,0 0 8 0,0 0-20 16,0 0-28-16,0 0-27 0,0 0-51 0,-19 9-53 15,10-6-63-15,1-1-191 0,8-2-470 0,-10 2 209 16</inkml:trace>
  <inkml:trace contextRef="#ctx0" brushRef="#br0" timeOffset="84135.08">25353 5066 135 0,'-4'-5'318'0,"4"2"-14"0,0 3-15 0,0 0-29 16,-2-4-23-16,2 4-27 0,0 0-21 0,0 0-19 0,0 0-27 16,0 0-11-16,0 0-20 0,0 0-15 0,0 0-8 15,2 12-12-15,-1-3-8 0,2 1 0 0,-3 0-10 16,1 6-6-16,-2 2-8 0,1 11-5 0,-4-10 0 15,4 8-6-15,0 0-1 0,0 1-2 0,-4 1 1 16,4-5-5-16,4-5-5 0,-6-1 4 0,4-3-4 16,-2-5-4-16,0-3 2 15,0 0 0-15,0-3 4 0,1 2 16 0,2-2 48 16,-3-4 35-16,1 5 0 0,-1-5-24 0,0 0-5 16,14-17 3-16,-9 8-3 0,2-2-7 0,-1-3 6 15,4 1-2-15,-2-3-11 0,1-2-6 0,2 1-9 16,-2 1-3-16,-1 1-6 0,0 0-8 0,-1 6-6 15,-2 0 0-15,-1 1-2 0,0 4-12 0,-2-3 2 16,-1 2-7-16,1 2-4 0,-2 3-5 0,6-5-6 0,-6 5-15 0,0 0 3 16,0 0 1-16,0 0-7 0,15 5-12 0,-11 0 19 15,1 0 1-15,3 2 0 0,-2 0 0 0,1 1-1 16,1 1 0-16,-1-1 0 0,1-1 3 16,-3 2 1-16,3-1-2 0,-4-3 4 0,0 1-1 0,-3-3-18 15,3 0 20-15,-4-3 1 0,2 4 3 0,-2-4 7 16,7 3 15-1,-7-3 13-15,0 0-4 0,0 0-5 0,10-10-1 16,-7 3-5-16,-1 0-5 0,2-1 0 0,1-4-5 16,-1 3 0-16,1-1-6 0,-1-2 0 0,1 0-15 0,0 0-9 15,3 2-5-15,-3 0-10 0,0 1-22 16,2-1-25-16,-5 5-38 0,3 0-28 0,-2 0-38 16,2 1-44-16,-1 1-30 0,-1 1-31 0,4 1-30 15,-1 1-50-15,-6 0-193 0,0 0-601 0,18 3 266 0</inkml:trace>
  <inkml:trace contextRef="#ctx0" brushRef="#br0" timeOffset="84966.66">25791 5254 294 0,'0'0'280'15,"0"0"-18"-15,0 0-17 0,-5 3-16 0,5-3-20 16,0 0-16-16,0 0-14 0,0 0-24 0,0 0-11 15,0 0-17-15,0 0-7 0,0 0-18 0,0 0-5 16,19-5-8-16,-10 3-13 0,4-2-8 16,-1 0-6-16,0 0-2 0,2 1-12 0,3-4 0 0,0 2-6 15,0-2-7-15,-1 0-1 0,-4 1-4 0,3-1-6 0,-1-5 0 16,-3 5 1-16,-2 0-2 0,3-4 7 0,-2 2 9 16,-4 0 8-16,2-2 4 0,-2 2 4 0,1 1 9 15,-5 2 1-15,1-1 1 0,-2 2-3 0,2-2 12 16,-1 2-1-16,1 2-21 0,-3 1 3 0,0 2-9 15,-3-5-6-15,-2 3 9 0,5 2-12 0,-17 4-8 16,2-1-11-16,1 5 0 0,-4-2-5 0,-1 4-3 0,2-1-5 0,-3 1 5 16,3 3-6-16,3-4-6 0,0 2-23 0,2 2-15 15,2 1 0-15,3-4-2 0,3 2 1 0,0-1 8 16,7 3-3-16,3 0 2 0,4-2 7 0,8-3 0 16,10-1 8-16,4-1-1 0,5-5 3 0,3 1-9 15,14-6-5-15,1-2-2 0,-1 4 0 0,0-6-6 16,0-1 3-1,-17 1 2-15,2-3 2 0,10-4 6 0,-17 2 3 16,0-1 4-16,-4 1 5 0,-9 3 16 0,-3-1 18 0,-1-2 27 16,-5 5 27-16,0-1 16 0,-1 1 15 0,-4 0 20 15,-1 1 6-15,1 2 11 0,-3 1-2 16,5-2-3-16,-7 1-11 0,1 2-14 0,3-1-10 16,-2 1-18-16,-2 2-4 0,0 0-15 0,2-3-14 15,-2 3-25-15,0 0-14 0,4-3-18 0,-4 3-20 0,0 0-11 0,0 0-33 16,0 0 3-16,0 0-9 0,0 0 8 0,0 0 5 15,0 0 9-15,-2 11 8 0,4-6 8 0,-2-5 5 16,-2 9-2-16,2-6 2 0,-2 2 5 0,2 1 3 16,0 0 7-16,0-2-4 0,0 3 0 0,0-2 3 15,-2-2 5-15,0 4-2 0,2-2 15 0,0 0-8 16,-2 2-2-16,2 0 2 16,-2 0 4-16,2-2-5 0,0 1 1 0,-1 1 19 15,1-4-14-15,0 3-5 0,0 0 6 0,-2-1 18 16,2 0-25-16,0-1 6 0,-3 0-3 0,3 1 6 15,0-5 2-15,0 3-4 0,0-3-3 0,0 6 4 16,0-2 2-16,0-4-2 0,0 0-9 0,0 0 1 16,0 4 0-16,0-4-4 0,0 0 3 0,0 0-2 15,0 0-6-15,-2 4 1 0,2-4 0 0,0 0 4 0,0 0-2 16,0 0-4-16,0 0 7 0,0 0 1 0,0 0 3 0,0 0-3 16,0 0 7-16,0 0-10 0,0 0 9 15,0 0-3-15,0 0-6 0,0 0-4 0,0 0 5 16,0 0-1-16,0 0 3 0,0 0 0 0,0 0 1 15,0 0-4-15,0 0 6 0,0 0 2 0,0 0-5 16,0 0 0-16,0 0-1 0,0 0-2 0,0 0-3 0,0 0-7 0,0 0-46 16,0 0-41-16,0 0-33 0,0 0-25 0,-4-13-32 15,4 13-42-15,-1-9-273 0,-3 2-557 0,2 2 248 16</inkml:trace>
  <inkml:trace contextRef="#ctx0" brushRef="#br0" timeOffset="85167.15">26558 4902 275 0,'-3'-3'428'0,"1"-1"-23"0,0 0-13 0,2 4-29 16,-2-4-29-16,1 1-39 0,1 3-26 0,0 0-39 15,-5-3-28-15,5 3-60 0,0 0-62 0,0 0-46 0,0 0-35 0,0 0-31 16,0 0-42-16,16 6-53 0,-11-2-48 15,1 0-58-15,-1 0-236 0,0-1-506 0,-2 1 224 16</inkml:trace>
  <inkml:trace contextRef="#ctx0" brushRef="#br0" timeOffset="86370.28">27088 5017 149 0,'0'-7'275'0,"0"4"-19"0,0 3-21 0,-4-5-24 15,3 1-20-15,1 4-22 0,-11-3-18 0,4 1-14 16,-2 2-16-16,-2 2-12 0,-1 1-10 0,-2-1-11 0,1 2-10 0,-1-1-5 31,2 3-8-31,-1-2-9 0,3 1-8 0,-1 0-20 0,3 2-11 16,0-2-14-16,4-2-9 0,0 4 2 0,0-3-1 16,4 2 0-16,0 1-2 0,5-3 2 0,1 1-1 15,4-1 5-15,2 2-2 0,1-3 2 0,5 1 0 16,-2 0-3-16,-2 0 3 0,2-1-3 0,3-2 2 15,-6 2 3-15,-1-1-6 0,-1 1 5 0,0-1-1 16,1 2 4-16,0-1-2 0,0 2 4 0,-4 4 1 16,-3-1 2-16,3 2 0 0,2 4 1 0,-6-2-1 15,-3 5 4-15,2-2-1 0,-5 5 3 0,1-1 0 16,-3 2 1-16,-1 4-2 0,3-4 1 0,-7 2-2 16,2-4 2-16,1 0-3 0,-2-2 1 0,-2 0 0 15,2-3-3-15,2 1 2 0,-3-3-1 0,0-3 4 16,4 1 1-16,-5-3 1 0,2-2 2 0,3 0 3 0,-3-2 2 0,-1-2 2 15,2 0 1-15,-1-2 6 0,0-2 2 0,5 0 9 16,-4 0-2-16,-2-5 6 0,4-1-6 0,1-3-6 16,3-1-8-16,0-5-7 0,5-2-4 0,-1 1-3 15,3-5-10-15,5-1-10 0,1 1-3 0,3 0-5 16,0 0-10-16,2 5-3 0,3-1-7 0,-1-2-3 16,2 3 6-1,1-5-7-15,-1 5 0 0,2-4 0 0,0 1-1 0,-5 1 4 16,1 2 5-16,-1-2 1 0,0 1 6 0,1 0 13 15,-7 4 19-15,-3 1 16 0,2 0 13 0,-3-1 18 16,0 2 23-16,-1-1 18 0,-3 5 17 16,1-2 17-16,-2 2 7 0,1 1 15 0,-2 2 6 15,1 1-5-15,-1 2-9 0,0-1 0 0,0 2-22 0,-3 0-15 16,1 3-9-16,-1-7-12 0,1 7-7 0,2-4-10 0,-2 4-5 16,0 0-32-16,3-3-6 0,-3 3-35 0,0 0-28 15,0 0-23-15,0 0-1 0,0 14 11 0,0-3 1 16,-4 6 9-16,-1 7 1 0,1 2 3 0,-1 2 6 15,0 0 7-15,-2 3 0 0,2 0-2 0,0-1 3 16,-3-1 10-16,3 2-5 0,0-5 6 0,-1 1-3 16,2-9 7-16,1-2-1 0,2-5-4 0,0-1 4 0,-2-3-1 0,2-1 19 15,1-1 20-15,0-5-1 0,0 10 36 0,1-8 31 16,-1-2 33-16,-1 5 28 0,1-5 25 0,0 0-24 16,0 0-20-16,9-10-15 0,-4 2-13 0,4 0-12 15,-3-2-17-15,2 1-12 0,5-4-13 0,-7-1-11 16,2 3-6-16,0 0 0 0,-3 1-2 0,1 5-6 15,-2 0-11-15,0-2-3 16,0 5 3-16,-1-3-13 0,0 3-26 0,-2-3-21 16,-1 5-30-16,4-3-16 0,-4 3 6 0,0 0 6 15,14 5 1-15,-8 0-30 0,1 0 22 0,4-3-18 16,-2 5-4-16,0 0-9 0,1-2-1 0,3 1-1 16,-4 2-2-16,4-2 4 0,-3-2 13 0,-1 1 8 15,1-2 6-15,-2-1 5 0,0-2 13 0,-2 0 7 16,4 0 6-16,-6-6 8 0,5 1 7 0,-1-3 13 0,1 1 16 15,-2-3 7-15,0 2 12 0,-1-3 5 0,2-4 10 16,-2 0 8-16,-1-1 5 0,0-1 16 0,3-9-13 0,-2 3 7 16,2-3 7-16,-3-3-10 0,2 0 2 0,-1 0-18 15,0 3 19-15,-2 7 21 0,1 1 11 0,1 3 19 16,-4 5-3-16,-1 3-9 0,3 2-15 16,-4-2-12-16,0 3-33 15,2 0-38-15,-2 4-55 0,0 0 7 0,0 0 4 0,-2 15 1 16,-2-3 12-16,-1 8 1 0,1 5-3 15,-5 3 9-15,3 1 7 0,-4 2 2 0,2-1 5 16,0 2 8-16,0-3 2 0,1 2 4 0,2-3-6 16,1-1-20-16,0-8-5 0,2-3-13 0,0-3-8 15,-1 0-12-15,2-3-13 0,-1-3-16 0,0 2-10 0,0-5-2 16,2 3 15-16,-1-5-8 0,0 1-57 0,1-3-69 0,0 0-61 16,0 0-201-16,0-16-534 0,1 7 237 0</inkml:trace>
  <inkml:trace contextRef="#ctx0" brushRef="#br0" timeOffset="86586.03">27584 5027 102 0,'0'0'258'16,"0"0"-15"-16,-11 0-9 0,11 0-9 0,-4-2-16 16,4 2-15-16,0 0-14 0,0 0-9 0,0 0-2 15,0 0-9-15,34-1-16 0,-6 1-12 0,4-1-13 16,4-2-13-16,2 0-3 0,1-1-18 0,-2-2-7 15,14 1-9-15,-19 1-4 0,-5 1-8 0,-8 0-4 16,-4 2-7-16,-6 1-2 0,1-3-3 0,-5 3-20 0,3 0-15 16,-3-2-24-16,-5 2-21 0,0 0-32 0,0 0-35 15,0 0-41-15,-27-1-58 0,17 2-250 0,-3-1-493 0,3 0 219 16</inkml:trace>
  <inkml:trace contextRef="#ctx0" brushRef="#br0" timeOffset="87271.16">28683 4773 25 0,'5'-16'294'0,"0"0"5"15,-1 7 0-15,2-1-2 16,1 2 2-16,-6 0-15 0,2 2-25 0,-2 3-30 16,0-3-23-16,0 3-28 0,1 0-32 0,-2 3-42 15,0 0-24-15,0 0-9 0,0 0-5 0,-5 18-7 16,-3-3-10-16,-2 12-2 0,1 3-8 0,-8 16-3 16,2-2-3-16,-2 2-1 0,3 0-9 0,-5 3 4 15,6-1-3-15,-5 0-1 0,7 0 0 16,-1 1-5-16,1-3 0 0,4-10 4 15,1-5 0-15,2 3-1 0,-1-9-5 0,4-4-3 0,-2-4 0 0,1 0-2 0,-2-2 1 0,3-6-1 16,-1 0 4-16,2-3 0 0,-1 1 17 16,-2-2 31-16,2-1 23 0,0 0 20 0,1-4 14 15,-1 4-5-15,1-4-14 0,0 0-25 0,0 0-31 16,-19-10-23-16,10 7-20 0,-3-3-30 0,3-1-29 16,-1 1-25-16,1-4-23 0,-4 4-25 15,4-5-27-15,-5 1-40 0,1-1-50 0,4 1-54 16,-1 1-236-16,5-3-582 0,1 0 257 15</inkml:trace>
  <inkml:trace contextRef="#ctx0" brushRef="#br0" timeOffset="87587.07">28389 5121 2427 0,'-8'0'185'0,"3"0"-72"15,5 0-26-15,-12 0-19 0,8 0 8 0,4 0 11 16,-7 3-18-16,7-3-19 0,0 0-8 16,0 0-7-16,0 0-1 0,0 0-7 15,32-3-2-15,-4 3-4 0,7 0-3 0,-2-1 2 16,0 2-4-16,-1-2-1 0,-4-1-1 0,-5 2-2 16,-4-2-7-16,2 0 1 0,-8 2-4 0,0-1 5 15,-2 1 1-15,-5 0 0 0,1-1 1 0,-1 1 5 16,-6 0 8-16,12-1 3 0,-12 1-5 15,0 0-8-15,2-2-10 0,-2 2-5 0,0 0-4 16,0 0-5-16,0 0-13 0,-18-2-7 0,13-1-21 0,5 3-17 0,-9 0-21 0,9 0-28 16,-11 0-26-16,6 3-37 0,5-3-35 0,0 0-221 15,-8-3-474-15,8 3 210 0</inkml:trace>
  <inkml:trace contextRef="#ctx0" brushRef="#br0" timeOffset="88313.09">28901 5017 340 0,'0'0'372'0,"2"-4"-27"0,-2 4-37 16,0 0-36-16,0 0-24 0,0 0-33 0,0 0-26 0,0 0-19 16,0 0-18-16,6 7-18 15,-4-2-13-15,-4 4-17 0,2-2-13 0,-1 5-10 16,0 1-2-16,1 0-7 0,-2 3-10 0,0 2-14 15,0-1-7-15,0 0-13 0,1 0-1 16,1-5-6-16,-2-1-7 0,-3 0-2 0,5-6-2 16,0 1-1-16,0 1 0 0,3-3 5 0,-3 0 21 15,0-4 33-15,0 5 42 0,0-5-10 0,0 0 5 0,0 0-11 0,13-10-8 0,-5 2-8 16,1 0-8-16,-1 1-8 0,2-5-10 16,4-2-3-16,-2 2-4 0,-1-3-6 0,2 2-8 15,-4 1-6-15,3-2 4 0,-3 6-6 0,-6 0-2 16,5 0-4-16,-2 3 0 0,-2 1-4 15,0 1-3-15,0-1-5 0,-3 1-15 0,3 3-19 16,-4 0-39-16,5-4-10 0,-5 4 5 16,0 0 4-16,10 4-5 0,-7-2-12 15,-2 1-9-15,4 2 1 0,-1 2-9 0,4 1-8 16,1-2-12-16,-3 1-15 0,3-2-6 0,0 2-5 0,3 0-3 16,-2-4 7-16,2 0 5 0,-2 2 11 0,-1-3 13 0,-2 1 11 0,3-6 18 0,-3 2 23 15,4-1 30-15,-4-2 29 0,0 1 16 16,-3-4 19-16,3 0 17 0,-1 2 22 0,0-2 11 15,-1 0 30-15,-1-3 15 0,0 2 6 0,1-1 11 16,-1 1 5-16,-3 3 6 0,3-1 1 16,0 3-16-16,-3-1 2 0,3 1-14 0,-4 0-15 15,0 3-11-15,1-5-19 0,-1 5 1 0,4-4-29 16,-4 4-25-16,0 0-30 0,0 0-2 0,0 0 4 16,0 0-5-16,-4 15 3 0,3-8 0 15,-3 3 0-15,-1 1-3 0,0 1 4 0,1 0 24 16,-3 3-29-16,5-4-8 0,-2 2-3 0,4-1-1 0,-5 0 5 0,2-4-3 0,1 1-1 31,1-4 5-31,-2 0 3 0,2 2 4 0,1-2 14 0,0-5 22 0,-2 5 29 0,2-5 26 16,0 4 26-16,0-4-5 0,0 0-11 15,0 0-8-15,12-9-14 0,-7 5-9 0,1 1-5 16,1-2-7-16,-3 0-4 0,5 1-7 16,-3 0-3-16,-2-2-7 0,4 2-4 0,-2 2 1 15,-1-3-8-15,3 3 0 0,-3-1-6 0,0 2-4 16,0 1-10-16,4-3-9 0,-2 3-20 0,0 0-18 0,1 0-24 15,3 0-39-15,-2 3-31 0,-1-2-39 16,5 0-35-16,-4 6-48 0,1-4-55 0,0 1-356 16,-1-3-730-16,-2-1 323 0</inkml:trace>
  <inkml:trace contextRef="#ctx0" brushRef="#br0" timeOffset="89451.32">29795 5029 254 0,'0'0'247'16,"0"0"-19"-16,0 0-25 0,0 0-22 15,0 0-16-15,0 0-19 0,0 0-16 0,0 0-12 16,0 0-11-16,0 0-13 0,0 0-8 0,0 0-6 0,0 0-11 16,0 0-7-16,0 0-4 0,0 0-9 15,0 0-3-15,0 0-3 0,0 0-4 0,0 0-5 16,0 0 0-16,16 2-12 0,-9-2-10 16,-7 0-13-16,14-2 3 0,-7 0-13 0,0 0-6 15,1 0-3-15,0 1 2 0,-1-1 4 0,-1-1 4 16,-1 1 0-16,2-4 0 0,-1 2 5 15,-3-1 8-15,-1 0 11 0,2 1 6 0,-3-1 12 16,3 0-5-16,-6-1 6 0,4 2-1 0,-2 4-7 16,-5-7-4-16,1 5 0 0,-4 1-7 0,0-1 0 0,-3 4-3 0,-2 0-1 0,1 2-1 15,-6 0-2-15,0 3-2 0,-1 3 0 0,2-1-3 16,-2-1 0-16,4 4 0 0,-3 0-1 16,2 0-1-16,5 1 2 0,2-3 1 15,0 4-2-15,0-4 1 0,5 1 1 0,1-1 4 16,1 2-1-16,6-3 3 0,-1 2 1 0,8-2-1 15,3-1 4-15,1-1-2 0,6 0-1 0,1-5 2 16,8 1-4-16,4-1-3 0,-4-4 4 16,4 1-3-16,-3-5-1 0,0 1 3 0,0-3-5 15,-2-4 1-15,-2 1 4 0,-1-2-24 0,-4-4 4 0,0 1 6 0,0-2 9 0,-7-1 4 16,3-3 11-16,-4-3 3 0,-1-4 14 0,0 0 14 16,-2-4 19-16,-3 4 13 0,2 0 18 0,-1 0 37 15,-2 4 16-15,-4 7 6 0,0 8 6 16,1 0-3-16,-3 0-14 0,0 6-18 0,2-3-19 15,-2 2-26-15,0 2-50 0,2 0-51 16,-3 3-37-16,0 0-4 0,0 0-2 0,-5 10 9 16,0 1 5-16,0 6 6 0,0 2 2 0,-7 9 7 15,3 1 4-15,1-1 7 0,-2 5 1 16,1-4 1-16,2-1-1 0,0 0 3 0,2-2 6 16,1-7-7-16,3 1 7 0,-3-3-9 0,4 0-1 0,-2-7 5 0,-1 1 2 0,2-2 1 15,1-4-1-15,0 1 3 0,0 1-1 0,-3-4 9 16,3-1 2-16,0-2 20 0,0 7 13 15,0-7 8-15,0 0 8 0,-4 0-20 0,4 0-3 16,0 0-14-16,-14-8-3 0,10 7-7 16,-6-5 2-16,1 1-5 0,0-1-1 0,-1 3 3 15,1-5-3-15,1 4-3 0,0-1-5 0,3 1 4 0,1-1-34 16,0 1 0-16,4-1-19 0,2-1-14 16,0 1-9-16,7-1 4 0,5 1 0 15,5-1 0-15,1-1-8 0,8 0-5 0,3-1 3 16,2 3 2-16,-1-2 7 0,2 3 5 0,0-3 12 0,-1 1 7 0,-4 3-1 0,-8-1 9 15,6-1 11-15,-9 1 14 0,-8 4 16 0,4-3 20 16,-5 1 14-16,-3 1 11 0,1 0 10 0,-1 1 5 16,-6 0-3-16,10 0 2 0,-6-1-5 15,-4 1-7-15,0 0-2 0,8 0 1 0,-8 0-15 16,4 2-4-16,-4-2-3 0,-2 6-8 16,2-4 3-16,-1 5 0 0,0-1 2 0,-2 3-6 15,1-2 7-15,-2 3-7 0,1-1 0 0,1 1 0 16,0 0 2-16,-1-1 0 0,0 0-2 15,1 0 1-15,2-2-24 0,-2 0-13 0,2-2-19 16,-4 1-17-16,3 1-23 0,1-6-13 0,-2 2-7 0,2-3-3 0,0 0-34 0,-3 4-51 16,3-4-219-16,0 0-446 0,-6-12 197 0</inkml:trace>
  <inkml:trace contextRef="#ctx0" brushRef="#br0" timeOffset="89591.32">30497 4865 192 0,'2'-8'300'0,"-2"1"-15"15,0 2-23-15,2-1-26 0,-2 2-20 16,0 2-24-16,2-3-36 0,-2 5-39 0,0-7-49 16,0 7-33-16,0 0-22 0,0 0-30 0,0 0-34 15,0 0-40-15,18 10-45 0,-14-7-161 0,4 1-320 0,-1-1 141 0</inkml:trace>
  <inkml:trace contextRef="#ctx0" brushRef="#br0" timeOffset="89921.52">30821 4940 25 0,'-26'-2'205'0,"21"2"-19"16,-3 3-14-16,-2-2-12 0,-2 4-21 16,1 1-10-16,2 0-9 0,-7 6-12 0,3-4-9 0,-1 5-11 15,-2 0-8-15,0 0-3 0,3 3-7 0,2-1 3 0,0-3 4 0,6 0-4 0,0-2 4 16,0 2-4-16,0-3-7 0,5-2 6 15,0 2 3-15,0-5 12 0,3 0 9 0,-1 2 13 0,3-2 3 16,0-1-4-16,4-3-1 0,3 1-1 0,-2-2-1 16,0 1 9-16,2-6-16 0,-2 1 5 15,0-1-6-15,0 0-1 0,1-3-11 0,-2 3-18 16,-1-5 5-16,1 1-13 0,-4-1-14 0,3-3-5 16,-3 2-9-16,-1 1-12 0,-3-3-16 0,1 1-5 15,0 6-30-15,-2-5-24 0,-4 0-14 0,3 4-19 16,-6-1-19-16,3 3-27 0,-3 0-22 0,1 4-24 15,-1-3-57-15,-1 2-252 0,2 2-529 0,0-2 234 16</inkml:trace>
  <inkml:trace contextRef="#ctx0" brushRef="#br0" timeOffset="90253.74">30942 4967 336 0,'0'0'325'16,"0"0"-31"-16,10 1-36 0,-10-1-22 0,0 0-32 16,4 3-24-16,-4-3-16 0,1 3-24 0,-1-1-11 15,0 5-12-15,0-2-4 0,0 2-21 0,-1 3-6 16,1 2-7-16,-2-2-10 0,0 3-8 0,-3-1 0 16,4-1-6-16,-1 0-5 0,0-3-4 0,2 0-2 15,0-2-7-15,-4 0-6 0,4-1 3 0,0-1-1 0,0-1 24 0,-2 1 24 16,2-4 36-16,0 0-6 0,0 0-17 0,0 0 1 15,20-9-11-15,-10 3-3 0,4-1-2 0,-2 1-2 16,2-2-2-16,-4 4 2 0,3-4 2 0,-4 4-4 16,-1-1-6-16,-2 2 1 0,-1 1-22 15,0-1 4-15,-1 2-23 0,-4 1-3 0,12 1-28 16,-6 2-29-16,0 2-31 0,2 2-38 16,1 0-43-16,-3 3-57 0,2 0-83 0,-3-1-373 15,1 1-708-15,-2 0 313 0</inkml:trace>
  <inkml:trace contextRef="#ctx0" brushRef="#br0" timeOffset="92693.11">24470 6271 40 0,'-3'-7'251'0,"3"1"-2"0,-1-3-9 16,1 3-9-16,0-1-13 0,0 0-9 0,0 5-9 0,0-4-20 0,0 6-12 15,0-5-26-15,0 5-18 0,0-4-18 16,0 4-25-16,0 0-13 0,0 0-9 15,0 0-8-15,-4 22-5 0,2-7-4 0,-1 7-6 0,1 7-5 0,-3 0-3 0,1 2-4 16,1 3 4-16,1-1-12 0,0-1 2 0,0-1 1 16,0 0 1-16,2-3-8 0,2 1-1 15,0-5 5-15,-2-5 2 0,0-2 0 16,2-5-3-16,-2 0 2 0,2-2-3 0,-2 0 1 0,1-3-1 0,-1-2 11 16,2 0-12-16,-2 0-1 0,2-1 9 15,-2-4 11-15,0 5 8 0,0-5 18 0,0 4-7 16,0-4-2-16,-2 4-6 0,2-4-5 15,0 0-2-15,0 0-4 0,0 0-13 16,2 3-20-16,-2-3-28 0,0 0-21 0,0 0-33 0,0 0-41 0,0 0-62 0,0 0-87 16,0 0-194-16,0 0-505 0,0 0 223 15</inkml:trace>
  <inkml:trace contextRef="#ctx0" brushRef="#br0" timeOffset="93347.71">24765 6563 3 0,'-5'4'224'0,"-8"2"-23"0,-1 2-18 16,-1 3-17-16,-2-1-14 0,3 0-12 0,0 2-16 0,-2 0-11 0,1 2-6 16,0 1-6-16,2-2-5 0,1 0-8 15,3-1-4-15,1 0-6 0,0-4-7 16,2 0-5-16,1-2-3 0,1-3-7 0,1 2 2 0,0-1 12 0,0-1 25 0,-1-1 22 15,4-2 26-15,-1 5 28 0,1-5 22 16,0 0-14-16,0 0-19 0,6-12-15 16,-1 3-18-16,3-1-11 0,0-1-21 15,2-2 2-15,0 0-13 0,0-2-4 0,-1 6-11 0,0 0-9 0,-1 1-5 16,-2 1-11-16,-1 0-5 0,-1 4-11 0,0-1-5 16,-1 2-6-16,1-1-15 0,-4 3-11 15,8-2-1-15,-8 2-10 0,11 2 6 0,-5 2-3 0,3 0 0 16,5 2 12-16,-4-1-15 0,3 1-3 0,0 3-1 15,3 0 4-15,-1-1-5 0,-4-1-7 16,4 0-2-16,-3 0-2 0,1-1 2 16,-3-2 16-16,0 0-12 0,-1 1 0 0,-3-3 10 0,0 1 7 0,-1-2 27 15,-5-1-16-15,7-6 3 0,0 2-2 0,-4-1 11 16,1-2 5-16,0-4 14 0,-4 1-4 16,2-3 2-16,0-2 7 0,-2-3-2 15,0-10 3-15,0 5 6 0,0-3 4 0,0 0 5 0,-2-3-1 0,2 0 7 16,-2 3-6-16,2-1 18 0,0 9 9 0,0 2 10 0,-2 6 13 15,2 2-1-15,0 0-11 0,0 3-18 16,-2-2-4-16,2 2-14 0,0 2-32 16,0-2-39-16,0 1-33 0,0 4-41 15,0 0 9-15,0 0 12 0,0 0 8 0,-1 21 6 0,-2-8 5 0,2 3 9 16,1 4 3-16,0 6 4 0,-4-2 4 16,4-4 5-16,-2 4-3 0,2-6 10 15,0 0 2-15,2-1 1 0,-2-2-3 0,0-2 6 0,0-2 1 0,2-1 12 0,-2-3-12 16,2 0 8-16,-2-2 1 15,0 0 2-15,0-2 1 0,0 1 4 0,0-4 9 0,0 6 0 16,-2-4 16-16,2-2-1 0,2 4-6 16,-2-4 7-16,0 0-3 0,0 0-17 0,0 0-46 0,0 0-43 0,0 0-34 15,4-12-34-15,-4 7-25 0,1-1-44 16,-1-5-63-16,2 2-287 0,-2-4-617 16,2-4 274-16</inkml:trace>
  <inkml:trace contextRef="#ctx0" brushRef="#br0" timeOffset="93609.03">24940 6321 102 0,'-9'3'192'0,"9"-3"4"16,-5 0-11-16,5 0-7 0,0 0-7 16,0 0-9-16,-8 2-10 0,8-2-13 0,0 0-9 0,0 0-14 0,0 0-15 0,0 0-5 15,0 0-9-15,0 0-8 0,23-5-26 16,-10 3-30-16,8-2-43 0,-2 0-53 16,9-3-65-16,-9 3-185 0,1-1-347 0,0-1 153 0</inkml:trace>
  <inkml:trace contextRef="#ctx0" brushRef="#br0" timeOffset="94216.07">25459 6474 172 0,'1'-7'312'0,"-1"7"-19"0,1-6-17 0,2 4-21 15,-3 2-22-15,1-3-23 0,-1 3-24 0,3-4-18 16,-3 4-22-16,0 0-13 0,0 0-20 0,0 0-14 16,0 0-2-16,0 0-19 0,4 12-9 0,-4-5-8 15,2 1-5-15,0 3-8 0,-2-1-5 0,-3 3-3 16,3 3-5-16,-1-4 4 0,0 0-11 0,-3 3-5 0,2-1 0 0,2-3 0 15,-2-1-2-15,2-2-2 0,-2-2-2 0,2 1-2 16,-1-3 2-16,2 1 2 0,-1-2 18 0,0-3 22 16,0 5 31-16,0-5 31 0,0 4 28 0,0-4 24 15,0 0-11-15,0 0-17 0,0 0-14 0,15-9-15 16,-9 2-15-16,3 2-7 0,-1-2-13 0,1 1-10 0,-1-1-8 16,1 3-3-1,-3 1-9-15,-1-2-5 0,1 1-9 0,2-1-10 16,-2 5-8-16,-1-2-14 0,-1-1-12 0,1 3-11 15,-1-1-23-15,5-2-22 0,-9 3-32 0,10 3-21 16,-5-3-21-16,3 1-26 0,-2 1-21 0,-2 0-22 16,1 1-22-16,2 1-31 0,-2-1-19 0,1 0-55 15,-3-3-181-15,1 2-555 0,-4-2 246 0</inkml:trace>
  <inkml:trace contextRef="#ctx0" brushRef="#br0" timeOffset="94447.95">25773 6422 98 0,'3'-2'333'16,"-2"-2"-21"-16,3 2-24 15,-4 2-27-15,0-3-33 0,0 3-20 0,4-3-26 16,-4 3-25-16,0 0-12 0,0 0-22 0,0 0-11 16,11 8-13-16,-3 1 1 0,-3-1-22 15,0 2-8-15,4 1-4 0,-4 5-6 0,2 0-8 0,-2 1 8 16,-1 1-13-16,-4 3-6 0,1 2-4 0,-2-3-7 15,-3 5-16-15,0-7-17 0,-4 0-13 0,-1 1-22 16,-6 4-26-16,0-1-21 0,-5-2-36 0,0-2-43 0,3-7-66 16,-2-3-184-16,-1-1-448 0,1-3 199 0</inkml:trace>
  <inkml:trace contextRef="#ctx0" brushRef="#br0" timeOffset="94732.79">25477 6275 95 0,'-5'-6'240'15,"1"3"-18"-15,1 1-22 0,3 2-23 0,-7-1-17 0,7 1-20 0,-12 3-13 16,5 6-16-16,-1-1-13 0,-4 9-13 0,0 4-5 15,1 6-8-15,0 0-8 0,2 1-6 0,1 2-7 16,-2 1-7-16,6-2-7 0,-1 0 2 0,5-1-4 16,0 0 6-16,4-3-4 0,2 1 3 0,2-6-2 15,2-4-4-15,7 6 2 0,-3-7-5 0,9 1-11 16,2-2-28-16,5-1-42 0,0-6-59 0,2 0-62 0,0-5-175 0,3 1-374 16,-3-3 165-16</inkml:trace>
  <inkml:trace contextRef="#ctx0" brushRef="#br0" timeOffset="94996.04">26282 6507 64 0,'0'0'316'0,"0"0"-18"0,0 0-25 0,0 0-22 0,0 0-22 16,0 0-24-16,0 0-19 0,0 0-29 15,0 0-25-15,17-4-30 0,-9 1-38 0,3 3-42 16,0-2-55-16,2-1-69 0,0-1-56 0,-2 1-177 16,3-1-362-16,-3 1 160 0</inkml:trace>
  <inkml:trace contextRef="#ctx0" brushRef="#br0" timeOffset="95149.54">26313 6595 75 0,'-4'4'200'0,"1"-3"3"16,3-1-3-16,-4 4-5 0,4-4-13 0,0 0-18 16,12 3-15-16,-1-3-17 0,3-4-13 0,6 1-21 15,1 2-33-15,-3-3-45 0,4 1-51 0,6-2-57 0,0 0-78 0,-5 0-88 16,4-4-273-16,-5 5 122 0</inkml:trace>
  <inkml:trace contextRef="#ctx0" brushRef="#br0" timeOffset="95381.16">26945 6367 36 0,'3'-7'331'0,"-2"0"9"0,-1 2 3 15,1-2 6-15,0 2-6 0,-1 1-10 0,2 0-38 16,-2 4-30-16,1-4-39 0,-1 4-18 0,0-5-29 15,0 5-26-15,0 0-52 0,0 0-33 0,0 0-9 16,0 0-4-16,-1 17-9 0,-1-4-7 0,-1 5-2 16,0 9-8-1,-2-3 2-15,1 5-1 0,-1-2-1 0,4 2-15 0,-2 0-23 16,2-3-22-16,1-1-30 0,1-4-24 0,2-1-34 16,-2 6-52-16,2-11-71 0,-3-1-296 15,1-4-581-15,2-3 258 0</inkml:trace>
  <inkml:trace contextRef="#ctx0" brushRef="#br0" timeOffset="96082.53">27318 5848 15 0,'0'0'266'0,"-1"-3"-29"0,1 3-29 16,0 0-19-16,0 0-24 0,14 8-13 0,-1-2-21 15,2 5-13-15,7 10-14 0,2 2-11 0,8 16-9 16,-1 7-14-16,1 5-1 0,7 29-11 0,1-1 1 15,-11 5-10-15,-7-3-8 0,-4 1 2 0,-12-23-6 16,-1 28 2-16,-6-29-1 0,-1-1 3 0,-5 3 0 0,-2-5 4 0,-6 1 3 16,-4-4 6-16,0-3 5 0,-7-5 6 0,-1-6 11 15,8-9 3-15,-1-2 7 0,-1-5 11 0,1-1 6 16,4-7 12-16,0-3 3 0,3-2 13 0,3 1 0 16,1-4 4-16,0-2-2 0,4 0-1 0,0 0-6 15,1-1-8-15,-1-2-5 0,1 2-1 0,1-2-1 16,3-1-4-16,0 0-6 15,-5 4-8-15,5-4-14 0,-4 2-15 16,4-2-13-16,0 0-13 0,0 0-21 0,0 0-25 16,0 0-28-16,0 0-49 0,0 0-74 0,0 0-67 0,0 0-76 15,17-6-106-15,-12 2-236 0,-1 0-696 0,-3-4 308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49:11.7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2357 9191 22 0,'0'0'230'16,"0"0"-4"-16,1-5-4 16,-1 5-7-16,-1-3-3 0,1 3-5 0,0 0-1 0,0 0-4 0,0 0-4 0,0-7-8 15,0 7-3-15,0-5-8 0,0 5-9 16,0-4-7-16,0 4-9 0,0 0-10 0,-1-7-2 0,1 7-14 15,-4-5-13-15,4 5-9 0,0 0-13 16,4-2-11-16,-4 2-7 0,0 0-16 0,0 0-8 16,0 0-11-16,0 0-36 0,0 0-37 15,0 0-24-15,0 0-1 0,-4 18 7 0,-1-3 5 0,2 3 4 0,-2 10 5 16,0 0 0-16,-3 2 8 0,0 5 0 16,1 0 25-16,1 2 6 0,1-2-2 15,-1 2-3-15,1-5 2 0,3-1-4 0,-2 1 6 0,1-6-3 0,2-1 1 16,1-7-1-16,-1 0 6 0,1-2-2 15,0-6 1-15,0 1-2 0,0 0 1 16,0-5-3-16,0 0 9 0,0-1-6 0,-1 1 2 0,2-2 6 0,-1-2 0 16,0-2 15-16,0 7 20 0,0-7 16 15,0 2 13-15,0-2 7 0,0 0 1 0,0 0 2 16,0 0-9-16,0 0-2 0,0 0-12 0,0 0-45 16,0 0-35-16,0 0-37 0,-3-14-32 15,2 5-39-15,1 0-48 0,0-2-62 0,0-2-66 0,0-3-249 0,1-1-596 16,3-9 265-16</inkml:trace>
  <inkml:trace contextRef="#ctx0" brushRef="#br0" timeOffset="322.76">2385 9094 171 0,'-5'-4'299'0,"5"4"-15"0,0 0-16 0,0 0-14 0,0 0-16 0,0 0-12 16,0 0-8-16,0 0-22 0,0 0-18 15,-1-4-14-15,1 4-29 0,0 0-11 16,10-1-10-16,3 1-13 0,6-3-9 16,2 1-4-16,8 0-12 0,3-1-16 0,2 0-4 15,-1 0-5-15,2 2-7 0,-7-2-7 0,3 3-4 16,-11 0-10-16,-1-1-3 0,-1 0-3 0,-5-1-18 0,-4 2-20 15,-1 0-24-15,-1 0-17 0,-7 0-15 16,12 0-18-16,-10 2-11 0,1 0 12 0,-3-2 3 0,0 0-5 0,-12 6-19 0,2-1-25 16,-4-1-27-16,-3 1-39 0,0 2-170 15,-1-2-406-15,0 1 180 0</inkml:trace>
  <inkml:trace contextRef="#ctx0" brushRef="#br0" timeOffset="678.53">2329 9492 49 0,'-3'1'247'0,"-3"0"-17"0,4 3-8 0,2-4-10 0,0 0-6 15,-6 3-13-15,6-3 3 0,0 0-7 16,0 0-19-16,-3 2-12 0,3-2-13 16,0 0-17-16,0 0-13 0,21-2-11 0,-8 1-11 15,10-1-12-15,5 0-5 0,4-2-9 0,-1 1-3 0,-1 0-8 0,1 0 0 16,-8 3-12-16,-5-2-2 0,1-3-4 0,-6 5-5 16,1-2-4-16,-6 0-2 0,-1 2-3 15,0 0 0-15,-1 0-1 0,-2-1-5 16,-4 1-1-16,9 0-2 0,-9 0-2 0,0 0-16 0,8 0-5 0,-8 0-15 15,0 0-7-15,0 0-13 0,0 0-21 16,3 1-22-16,-3-1-43 0,0 0-41 0,-11 5-57 16,6-1-211-16,5-4-473 0,-8 3 211 15</inkml:trace>
  <inkml:trace contextRef="#ctx0" brushRef="#br0" timeOffset="1148.26">3087 9445 85 0,'-2'-2'340'0,"2"2"-20"15,-2-5-24-15,2 5-23 0,-5-3-24 0,5 3-27 0,0-3-18 0,0 3-25 16,0 0-17-16,-1-4-9 0,1 4-22 15,0 0-23-15,0 0-13 0,0 0-10 16,0 0-11-16,-17 9-7 0,7-1-6 0,1 1-9 0,-4 6-6 0,0-2-5 16,3 3-6-16,1-3-6 0,-1 3-3 0,2 1-3 15,0 0-4-15,3-2-1 0,-1 2-13 16,4-3-6-16,0-2-6 0,1 1-2 16,4-1 0-16,-1 0-4 0,3-1 2 0,0-2 7 15,0-2 7-15,3 0 1 0,3-3 4 0,2 1 9 0,5-3-1 0,-4-2 2 16,7-4-1-16,-2 1 7 0,0-3 8 15,0-1 7-15,-2-3 9 0,1-1 5 16,-3 0 9-16,0-2 5 0,-2-1-1 0,-2-1 5 16,-3 1 5-16,-3-1 8 0,2 1 5 0,-3 1-12 0,-3 1 8 0,-1 1-8 15,0 1-27-15,-4-2-9 0,-1 4 10 16,1 1-5-16,-1-2-13 0,-3 1-10 16,-2 5-13-16,1-2-41 0,0 1-9 15,-4 3-35-15,1 1-29 0,0 3-31 0,2 0-29 0,0-1-27 0,-2 3-29 0,2 5-34 16,1-2-71-16,-1 1-191 0,6-1-558 15,1 1 247-15</inkml:trace>
  <inkml:trace contextRef="#ctx0" brushRef="#br0" timeOffset="1566.91">3406 9432 274 0,'2'-6'401'0,"-2"4"-19"16,0 2-35-16,0 0-25 0,2-4-44 16,-2 4-28-16,1-4-27 0,-1 4-28 15,0 0-35-15,0 0-15 0,0 0-50 0,0 0-14 16,0 0-11-16,0 0-8 0,-1 19-8 0,1-9-4 16,0 2-2-16,-2 3-6 0,0 2-3 0,1 0-1 0,1-5-4 0,0 2-9 15,0 1-3-15,0-3-5 0,0-2 3 16,0 2 0-16,0-6-4 0,0 1-1 15,1-1 0-15,-1-2-4 0,0 2 11 0,0-2 13 0,0-4 45 0,2 5 16 16,-2-5 27-16,3 0 10 0,-3 0-11 0,0 0-10 16,14-9-5-16,-5 3-11 0,4 0-3 15,-3-6-9-15,6 2-6 0,-2-5-7 0,-1 5-3 0,-1-1-4 0,-2-1-7 16,0 4 0-16,-3 2-4 0,1 0-3 16,-4 1-8-16,-1 2-3 0,1-3-8 15,0 4-7-15,-1-1-4 0,-3 3-20 16,6-1-27-16,-6 1-12 0,0 0-20 0,0 0-3 0,9 3 5 0,-5 0 5 15,2 4-19-15,-1 1-19 0,4 1-14 0,-2-1-28 16,-1 1-23-16,4 7-26 0,-1-6-30 16,-1 3-34-16,-2-2-43 0,3-3-69 0,-5-1-206 15,1-3-611-15,-1 2 271 0</inkml:trace>
  <inkml:trace contextRef="#ctx0" brushRef="#br0" timeOffset="2107.17">3767 9437 90 0,'1'-2'340'16,"1"-5"-30"-16,1 5-25 0,0-1-29 15,-1 0-28-15,3 1-28 0,-5 2-20 0,10 0-21 0,1 1-12 0,-1 3-21 16,0 1-13-16,0 2-12 0,4 1-10 16,-2 2-9-16,-1 3-11 0,2 2-9 15,-4 0-6-15,1 2-10 0,-2 0 0 0,-3 0-9 0,2 1-5 16,-5 2-4-16,2-3-6 0,-4 0-2 0,0-4-6 15,0-2-2-15,-4 0-2 0,2 0-5 0,-1-5 0 16,-1 0 4-16,3 2-2 0,-1-4 7 0,0 0 5 16,1 0 24-16,-2 0 20 0,2-1 34 0,1-3 15 15,0 0 10-15,0 0-12 0,0 0-16 0,0 0-13 16,0-19-11-16,4 9-14 0,2-5-25 0,6-1-7 0,-1 3-16 16,4-8 3-16,-2 4 0 0,4-2 0 0,-3 4-4 15,-3-1 5-15,1 3-2 0,1 1-5 0,-2 0 5 16,-1 2-1-16,-2 3 14 0,-3 1 12 0,3 0 11 15,-6 1-6-15,2 2 0 0,4 1-10 0,-7-1-18 16,3 0 7-16,1 0-16 0,-5 3 17 0,4-3-11 16,-4 3-24-1,0 0-1-15,0 0-1 0,5 7-3 0,-5-2 0 0,3 0-3 16,-1 4 4-16,1 1-7 0,-2 2 4 0,0-2 2 16,-1 3 7-16,0 0-2 0,0 3 2 0,0-3 1 15,0 0 12-15,0-1-11 0,0 0 0 0,-1 0 4 16,0-1 2-16,1-2 2 0,0-2-2 0,0 2 4 15,0-4-2-15,0 0 3 0,-3 0 0 0,3-2 12 16,3 1-9-16,-3-4-2 0,0 6 3 0,0-6-7 0,0 0 11 16,0 4 3-16,0-4-1 0,0 0-4 0,0 0-4 15,0 0-58-15,0 0-41 0,0 0-54 0,-13-14-66 16,13 6-93-16,-4-4-261 0,0-3-618 0,4-2 273 16</inkml:trace>
  <inkml:trace contextRef="#ctx0" brushRef="#br0" timeOffset="2276.38">4126 9259 90 0,'0'0'387'0,"-3"-5"-28"0,3 5-7 16,-1-5-48-16,1 5-17 0,0 0-34 0,0 0-25 16,0 0-29-16,-4-2-29 15,4 2-40-15,0 0-53 0,0 0-58 0,0 0-36 16,0 0-45-16,0 0-64 0,10 10-78 0,-2-6-204 15,-3-1-442-15,0-2 196 0</inkml:trace>
  <inkml:trace contextRef="#ctx0" brushRef="#br0" timeOffset="2724.01">4271 9619 139 0,'0'0'203'16,"0"0"-10"-16,0 0-16 0,0 0-15 0,0 0-12 15,23-9-15-15,-10 6-5 0,-1 0-17 0,-1 1-9 16,3-2-5-16,3-4-3 0,-7 4-7 0,4-1-1 0,3-3 1 0,-6 0-1 16,3-1 2-16,0 0-5 0,-2 1 6 0,-3 1 5 15,-2 1 9-15,2-2 9 0,-4 4 8 0,0-2 6 16,-1 1 1-16,-1 1-7 0,2-1-18 0,-5 2-14 16,0-2-9-16,0 5-14 0,-2-5-4 0,2 5-12 15,-10-5-12-15,0 3-2 0,0 4-7 0,-3 1-2 16,-2 1-5-16,0 2-6 0,-2 3-3 0,3-1-1 0,-1 3-6 0,2-1-3 15,-1 2-2-15,4 1-10 0,-1 0-10 0,1 3-5 16,5-3-8-16,0-2-11 0,1 3-6 0,4-2-4 16,0-2 1-16,1 2 0 0,2-2-3 0,2 0-11 15,3-1-25-15,2-2-45 0,0-2-65 0,0-2-291 16,4-1-529-16,3-4 234 0</inkml:trace>
  <inkml:trace contextRef="#ctx0" brushRef="#br0" timeOffset="3046.74">4618 9426 15 0,'0'0'285'0,"2"-5"-32"0,-2 5-25 0,0 0-27 16,0 0-20-16,0 0-15 0,13 7-9 0,-8 0-12 15,3 1-14-15,-1 2-10 0,3 4-13 0,0 0-10 16,-3 3-5-16,1-1-13 0,2 2-6 0,-4-1-6 15,-2 2-9-15,-1-2 0 0,-2 2-7 0,0-2-5 16,-2-4-6-16,0-3-1 0,1 2 0 16,-4-3-1-16,0-2 3 0,4-1 6 15,-4-1 15-15,3 0 24 0,1-3 42 0,-4 2 33 16,4-4 45-16,0 0 1 0,-5 0-19 0,5 0 6 16,0 0-2-16,-4-11 2 0,6 4-8 0,-1-1-14 0,3-4-18 15,2-1-19-15,3-2-15 0,-4-3-14 0,8 1-16 16,-3 0-13-16,-1 0-23 0,4 2-16 0,-4 2-33 15,1 2-33-15,-1 2-43 0,0 1-56 0,-1 1-60 16,-1 0-53-16,0 4-61 0,-1 0-80 0,-2 1-341 0,1-2-779 16,-5 4 345-16</inkml:trace>
  <inkml:trace contextRef="#ctx0" brushRef="#br0" timeOffset="3998.81">5578 9240 87 0,'0'0'245'0,"0"0"-9"16,3-5-15-16,-3 5-10 0,0 0-18 0,0-3-21 16,0 3-18-16,0 0-12 0,0 0-20 15,0 0-13-15,0 0-14 0,0 0-17 0,0 0-14 0,0 0-8 0,0 0-6 16,0 0-2-16,-14 15-8 0,6-6-1 15,-2 0-8-15,-3 2 1 0,-1 3-5 16,-1-1-4-16,2 0-4 0,0 0 1 0,-1 0-7 0,3 1 0 0,-1 0-1 0,2-2-2 16,1 3-2-16,4-3 0 0,0-2-2 0,1 2-1 15,-1-3 1-15,5 3-3 0,-1-2 2 16,2 0-1-16,0 2 2 16,7-3 1-16,2 1-2 0,3 0 2 0,3-2-1 0,0 2-3 0,3-1 2 0,-1 0 1 15,0 1-3-15,-2-3 0 0,1 3-1 16,-7-3 0-16,0 0-5 0,2 2 1 0,-4-3-2 15,-2-1 0-15,0 4 0 0,-3-4-2 16,1 2 1-16,-4-1 5 0,-3 1 3 0,2 0 3 0,-7 1 2 0,-2 0-3 16,0-2-1-16,-8 2 2 15,1 0 2-15,-3-3-2 0,1 3-2 0,0 0-1 16,1-4 0-16,1 1 2 0,1-1-1 16,4 1-9-16,-2-2-17 0,5-3-21 0,4 1-22 0,-3 2-47 0,8-3-65 0,0 0-203 15,0 0-411-15,0 0 183 0</inkml:trace>
  <inkml:trace contextRef="#ctx0" brushRef="#br0" timeOffset="4373.18">5825 9644 165 0,'0'0'272'16,"0"0"-8"-16,0 0-12 0,-13-1-12 15,13 1-6-15,0 0-22 0,0 0-19 0,0 0-16 16,0 0-10-16,0 0-29 0,0 0-14 0,17-7-20 0,-7 4-8 0,4 1-10 0,2-7-12 16,0 6-9-16,1-5-7 0,3 2-10 0,-2 0-5 15,0-3-3-15,1 2-4 0,-5-2-4 16,4 0-2-16,-8 4-2 0,7-3-5 16,-7 0 2-16,-1 4 6 0,0-1 9 15,-1 0 13-15,-3 1 13 0,0 0 6 0,0 0 3 0,-1 3-2 0,-4 1-10 16,4-4-5-16,-3 0-12 0,-1 4-9 0,0 0-16 15,0 0 3-15,-18 0-7 0,9 1 0 16,-1 2-7-16,-4 2-3 0,1-1-4 0,0 2-6 0,3 1-1 0,-5 2-1 0,5-2-3 16,-3 3-12-16,3-1-10 0,1 2-3 15,0-2-16-15,3 3-18 0,0-4-13 16,2 3-9-16,1 0-2 16,1-2-6-16,2 1-5 0,3-2-10 0,-1 0-15 0,4-3-44 0,4 0-59 0,-5-1-208 15,6-3-473-15,1-1 211 0</inkml:trace>
  <inkml:trace contextRef="#ctx0" brushRef="#br0" timeOffset="4874.37">6198 9474 228 0,'4'-2'299'0,"4"-1"-31"0,-2-1-23 0,3 0-28 0,1-2-19 15,3 4-20-15,0 2-23 0,5 0-15 16,-4 0-14-16,4 2-15 0,1 4-11 0,-5 2-11 15,6-1-3-15,-6 3-16 0,3-2-6 16,-3 4-11-16,-4 0-8 0,0 2-8 0,-2-3-6 0,0 0-8 0,-3-1-4 16,0 2-5-16,-4-2-10 0,2-1-5 15,-3 1 0-15,-4 1 10 0,1-5-4 0,-1 4-1 16,1-5 1-16,-1 1 3 16,0-1-1-16,0-2 5 0,3 0 0 0,-3 1 6 15,2-2 15-15,2-2 20 0,-3 5 40 0,3-5 1 0,0 0-7 0,0 0-13 0,0 0-14 16,5-12-11-16,0 3-5 15,3 1-5-15,1-4 1 0,5-1-6 0,-1 1-5 16,5-2-2-16,-5 1-1 0,1 1-9 0,-2-1 24 0,0 6-6 0,-3-1 6 16,0-1 0-16,0 4 0 0,-3-2 5 15,-1 4 23-15,0-2-17 0,-1 3-7 0,0-1-1 16,0-1-13-16,-4 4-10 0,7-2-1 16,-7 2-1-16,3-3-13 0,-3 3-16 0,0 0-15 15,0 0-10-15,6 5 21 0,-4 0-12 0,-2 0 3 0,-2 1-2 16,1 4-1-16,0 0 1 0,-2 0 5 15,2 1-1-15,0 2 8 0,1-1-2 0,-2-1 2 16,1 1 1-16,-2-1 2 0,2 0 2 16,-2-1-1-16,3-4 4 0,-2 0-10 0,1 1-13 0,0-4-6 0,-1 3 1 0,2-2-4 15,-2-2 9-15,2-2 0 0,-3 5 4 16,3-5 1-16,0 3-2 16,0-3-27-16,0 0-74 0,0 0-74 0,-10-10-79 0,6 3-215 0,2-5-535 0,-2 1 236 15</inkml:trace>
  <inkml:trace contextRef="#ctx0" brushRef="#br0" timeOffset="5035.24">6642 9332 222 0,'-2'-5'418'0,"2"5"-3"16,0-5-12-16,0 5-23 0,0-5-25 16,0 5-34-16,0 0-30 0,0-5-33 15,0 5-29-15,0 0-35 0,2-4-45 0,-2 4-52 0,0 0-58 0,2-3-57 0,-2 3-50 16,0 0-48-16,0 0-53 0,0 0-52 0,13 9-91 15,-9-7-167-15,-4-2-516 0,10 3 228 16</inkml:trace>
  <inkml:trace contextRef="#ctx0" brushRef="#br0" timeOffset="5636.14">6775 9549 76 0,'0'0'149'16,"-2"5"-14"-16,2-5 14 0,0 0-11 0,0 0-2 16,0 0-7-16,0 0 0 0,0 0-4 15,4 3 0-15,-4-3-11 0,10 0-8 0,-10 0-8 0,14-1-12 0,-3 1-7 16,1-1-7-16,1-2-6 0,1-2 3 15,2 1-4-15,1-1-2 0,0-1-4 0,1 0 1 16,-5 2 1-16,1 0 4 0,-4-1 5 16,4 0 6-16,-5 1 14 0,0 0 11 0,-3 2 9 0,2-4 14 0,-2 3 10 15,0 2 6-15,-3-1 0 0,-3 2-1 0,6-3-2 16,-4 1-24-16,2-2-9 16,-4 4-19-16,0 0-8 0,2-3-10 0,-2 3-8 0,0 0-20 0,0 0-9 0,0 0-8 15,0 0-8-15,-19 12-5 0,11-9-7 16,-3 6-4-16,2-1 1 0,0 0-9 15,-2 3-6-15,-1-1-5 0,6-1-1 0,-2 2-5 16,-2-2-8-16,2 1-3 0,3 1-11 0,1-2-8 16,0 1-2-16,2 0 4 0,-1-2 3 0,2 1 4 0,1-4 9 15,0 0 6-15,4 2 13 0,-2-2 14 16,2-2 11-16,0 1 18 0,4-1 19 0,-2-1 17 16,7-2 17-16,-3 0 17 0,2-2 16 15,2-2 14-15,-3-1 4 0,7-1 3 0,0-3-2 0,0-2-1 0,0 2-8 0,2-8 1 16,-2 3-2-16,-5 2 4 0,2-3 4 15,-2 3 6-15,-5 3 2 0,-1 1-3 16,1 2-3-16,-3 1-11 0,-1 2-11 0,1-2-12 0,0 2-10 0,-2-1-15 16,-2 2-14-16,-1 2-15 0,5-1-27 0,-5 1-29 15,0 0-34-15,0 0-27 0,0 0-5 16,0 0 6-16,10 5 1 0,-7 0-9 16,1 0-7-16,-1 0-1 0,1 2-10 0,1 1-9 15,-2-2-25-15,2 2-22 0,-1 1-19 0,0-1-38 0,1 1-61 0,-1-2-89 16,0-5-338-16,-1 1-760 0,-3-3 336 15</inkml:trace>
  <inkml:trace contextRef="#ctx0" brushRef="#br0" timeOffset="10127.34">2577 10159 7 0,'-4'-3'153'0,"4"3"-8"16,0 0-11-16,0 0-8 0,0 0-9 15,0 0-8-15,-3-4-4 0,3 4-8 0,0 0-11 0,0 0-10 16,0 0-7-16,0 0-9 0,0 0-7 0,0 0-7 16,0 0-5-16,0 0-1 0,0 0 1 0,0 0-6 0,0 0-9 15,0 0 0-15,0 0-4 0,0 0-6 0,0 0-3 16,0 0-1-16,0 0-6 0,0 0 7 0,0 0-1 0,0 0-3 16,0 0 4-16,0 0-10 0,0 0 1 15,20 2 1-15,-13-2-1 0,5-2 0 0,1 4 4 16,4-4-5-16,4 2 12 0,-2-1-12 0,4 0 0 15,7 0 1-15,-1 1-4 0,-1-2 5 0,4 2-3 0,0-3-1 0,2 1 0 16,1-2 2-16,2 3 3 0,-3-3-1 0,6 0-2 16,15-2 3-16,-4 1-3 0,2 2 0 0,-15-1-1 15,16 1 2-15,-3-1 2 0,-13 4-2 0,13-3 8 16,-10 3-7-16,11 0-7 0,-1-1 1 0,-15 1 0 16,1 0 5-16,3-1-5 0,-3 2 6 0,3-1-4 15,-5 1 0-15,2-1-2 16,4 0 8-16,-1 0-7 0,-3-1 4 0,1 1 0 15,3-1-2-15,-5-2-1 0,4 2 0 0,-2 0 0 16,0 0 0-16,-1-1-1 0,2 0 4 0,-1 0-4 16,0 1-2-16,2-1 0 0,-3-1 7 0,1 1-6 15,1 2 1-15,-2 0 0 0,0-1-1 0,-1-3 3 16,-1 2-1-16,-2 1-2 0,2-1 2 0,1-3 3 16,-3 3-2-16,6-3-3 0,-5 4 1 0,3 0 2 0,-3-4 7 15,2 4-5-15,0-1 1 0,-1 0-4 0,3 2 2 0,-5-1-4 16,4 0 2-16,-5 1-1 0,4 0 1 0,-4 0 2 15,-1 0-1-15,1 2-3 0,-2 0 3 0,0-1-1 16,-4-2-1-16,5 2 0 0,-3-1 2 16,-1 0 1-16,-4 1-1 0,-3-2 1 0,7 2 6 0,1-2 4 15,-6 1-6 1,7 1 4-16,-2-2-3 0,3 1 3 0,-2 1-2 16,2 0 2-16,-2-2-5 0,-6 0 0 0,0 1 2 15,7-1-5-15,-2-1 2 0,3 1 2 0,-4 2 0 16,-5-1-1-16,7-1 0 0,-1 0-2 0,-5 1 0 0,7-3 2 15,-1 3-3-15,-7-1 2 0,-1 0-6 0,9-1 2 16,-2 1 2-16,-5-2 3 0,1 3-4 16,5-1 0-16,3-2 5 0,-3 3-3 0,0-2 4 0,0-1 3 0,1 2 0 15,0 0 0-15,0-2 3 0,-1 3 3 0,-5-1 3 16,5-1 0-16,-2-2 0 0,2 4-1 0,0-1 3 16,-6 0-1-16,1 1 5 0,3 1 2 0,1-2-1 15,-5-2 0-15,1 1-4 0,-1 0 0 0,-3 1-1 16,9 1-4-16,-7 0-1 0,0 0-4 0,-2-1 2 15,4 0-2-15,-1-1-2 0,1 2-2 0,-2 0-2 0,-1 0 3 0,3 0 0 16,-5 0-2-16,1 0-1 0,-1-3 4 0,1 6-3 16,-2-6-1-16,-4 3 1 0,3 3 6 0,-3-6 11 15,-4 3-5-15,5-1 0 0,-5 1 5 0,1-1 1 16,-1-1-1-16,-1 2 3 0,-2-1-3 0,2 0 3 16,-8 1 3-16,11-1 1 0,-11 1 1 0,9-2 5 15,-9 2-1-15,7 0-2 16,-7 0 3-16,7 2-3 0,-7-2 0 15,0 0-8-15,5-2 2 0,-5 2-1 0,0 0 3 16,0 0-6-16,0 0-2 0,5-2-1 0,-5 2 1 0,0 0 2 16,0 0-4-16,0 0-1 0,0 0-1 0,0 0 3 15,0 0 0-15,0 0-9 0,0 0 2 0,0 0-5 16,0 0 3-16,0 0-2 0,0 0-3 16,0 0-2-16,0 0 2 0,0 0-16 0,0 0-20 0,0 0-26 0,0 0-37 0,0 0-43 15,0 0-55-15,0 0-72 0,0 0-213 16,0 0-513-16,0 0 228 0</inkml:trace>
  <inkml:trace contextRef="#ctx0" brushRef="#br0" timeOffset="21349.77">5203 11197 46 0,'0'0'128'16,"0"0"-23"-16,0 0-6 0,0 0-16 0,0 0 7 16,0 0-15-16,0 0 2 0,0 0-12 0,0 0 3 15,0 0-3-15,0 0 5 0,0 0 3 16,0 0 7-16,0 0 5 0,0 0 2 0,0 0 4 16,0 0 3-16,0 0 5 0,0 0-7 0,0 0-7 15,0 0-12-15,10-3-6 0,-10 3-5 0,0 0-3 0,-4-8-2 0,4 8 7 0,-1-6-6 16,1 5-3-16,-4-4 1 0,8 0 3 15,-8 0 1-15,3 1-9 0,1-1-3 0,0 1 2 16,-1-1-5-16,-2 1 0 0,3-2 3 0,0 2-1 16,0 4 0-16,-4-6-3 0,4 2 1 15,0 4-3-15,0 0-9 0,-1-4-2 0,1 4-8 16,0-4-2-16,0 4 3 0,0 0-7 16,0 0-8-16,0 0-6 0,0 0-5 0,0 0-1 15,-13 12-2-15,7 4 0 0,-7 5-1 0,4 6 4 0,-5 1-6 0,1 7 3 0,-5 13-3 16,2 1 4-16,-1 1 0 0,4-2 2 0,2 1 2 15,-1 2-3-15,2-6 2 0,7-13-1 16,-4 1 0-16,3-4 0 0,3 3-1 0,-1-5 2 16,0-8-1-16,2-2 7 0,-4-2-6 0,4-3 2 15,0-2 0-15,-1-3-1 0,1 0 5 0,-3-2 2 16,3 0 8-16,0 0 22 0,0-5 16 16,0 6 26-16,0-6 25 0,-2 1 0 0,2-1-15 15,0 0-2-15,0 0-13 0,-13-7-3 0,8 0-18 16,-3 2 6-16,3-1-12 0,1 1-5 0,-2-1-3 15,-2-1 9-15,0 2-20 0,3 0-7 0,-1 0 0 16,1 0-4-16,-2 2 0 0,6-1 11 16,-4 1-20-16,1 1-6 0,-2-2-16 0,0 3-22 15,2-1-25-15,4 2-23 0,-8-2-25 0,8 2-28 16,-9-2-37-16,9 2-30 0,0 0-23 0,-10 2-42 16,10-2-211-16,0 0-519 0,-9-3 230 0</inkml:trace>
  <inkml:trace contextRef="#ctx0" brushRef="#br0" timeOffset="22051.56">4901 11485 50 0,'0'0'170'0,"-7"0"-9"0,7 0-6 0,0 0-7 15,0 0-18-15,-9 0-3 0,9 0-7 0,0 0-3 16,0 0-10-16,0 0-3 0,0 0-7 0,-7 0-3 15,7 0-6-15,0 0-5 0,0 0-7 0,0 0 1 16,0 0-10-16,0 0-6 16,0 0-5-16,0 0 0 0,-4 2-9 0,4-2-6 15,0 0-4-15,0 0-6 0,0 0-3 0,0 0 0 16,0 0-5-16,0 0-4 0,0 0-2 0,0 0 4 16,0 0-9-16,0 0 1 0,0 0-2 0,0 0 0 15,0 0-4-15,0 0 3 0,0 0-5 0,0 0-2 16,0 0 2-16,0 0 0 0,0 0 0 0,0 0-1 15,0 0-5-15,0 0 5 0,0 0-3 0,0 0-2 0,0 0 2 0,0 0-4 16,0 0 4-16,0 0 1 0,0 0-3 0,0 0 2 16,26 2 4-16,-12-2-4 0,6-3 3 0,1 0-3 15,7 0 4-15,0 1-3 0,-1-2 1 0,-5 2 4 16,0-2-6-16,-2 1 1 0,2 3-1 0,-2-4 1 16,-2 3 0-16,1-2 1 0,-2 3-1 0,-6-2 1 15,2 1-2-15,-7 1 2 0,1-1-5 0,-1 1 6 0,-6 0-1 0,10-2-3 16,-6 2 0-16,-4 0-2 0,7-3-1 0,-7 3-15 15,0 0-20-15,0 0-6 0,0 0-12 0,2 5-13 16,-2-5-23-16,0 0-34 0,0 0-37 0,-6 5-167 16,6-5-356-16,0 0 159 0</inkml:trace>
  <inkml:trace contextRef="#ctx0" brushRef="#br0" timeOffset="22736.76">5649 11342 98 0,'5'-1'203'0,"0"-1"-23"0,4-1-11 15,-4 2-20-15,4 1-21 0,2-3-8 0,2 1-14 0,0 2-14 16,1 5-11-16,-1-4-8 0,0 3-8 15,-2 2-6-15,3-1-10 0,-5 4-3 0,0-2 1 0,-1 5-12 0,2-1-4 16,-5 1-10-16,-1 5 6 0,-4 0-4 0,-3 0-1 16,1-1-1-16,-5 2-3 0,0 7-1 0,-2-8-2 15,-1 0-4-15,-4-3 2 0,2-1 0 0,0 0-4 16,-1-2 5-16,2-3-4 0,1 0 1 0,0-2 0 16,2 0 2-16,2-1-1 0,1 0 14 0,0-3 16 15,1 2 23-15,0-2 24 16,0 1 28-16,4-3 24 0,0 0 9 0,0 0-15 15,0 0-17-15,0-11-12 0,4 2-16 0,5 1-4 16,1-7-8-16,0-2-9 0,2 3-9 0,4-8 1 16,-4 5-13-16,4 1 1 0,-3 1-10 0,0 2-1 15,1-2-7-15,0 1-1 0,-5 5-2 0,0 0-6 16,1 1 3-16,-2 0-5 0,-3 1 0 0,2 2 2 16,-2 1-9-16,-1 1 0 0,-1-1-6 0,0 2 2 0,-3 2-5 0,5-4-7 15,-3 3-8-15,-2 1-13 0,0 0-13 0,0 0-6 16,0 0 7-16,0 0-2 0,0 0 4 0,6 9 11 15,-5-2-4-15,-1 3 0 0,0-1 3 0,2 0 4 16,-3 2 4-16,2 2-5 0,2 3 7 0,0-5 2 16,-2 1-1-16,3 2-5 0,-3-2-7 0,3-5 2 15,0 4-9-15,1 0-5 0,-1-4-2 0,-1 0-19 0,4-2-11 16,0 2-22-16,2-2-38 0,2-2-33 0,1-2-70 16,-3-2-190-16,5-2-455 0,-3 0 202 0</inkml:trace>
  <inkml:trace contextRef="#ctx0" brushRef="#br0" timeOffset="23021.86">6059 11298 190 0,'1'-3'266'0,"-1"3"-29"15,0 0-29-15,0 0-20 0,0 0-20 0,9 2-20 0,-9-2-15 16,13 4-15-16,0 1-12 0,-3 1-8 0,6 6-16 16,0-1-11-16,2 1-6 0,0 8-7 0,-4-6-4 0,1 2-7 15,0 6-7-15,-2 1-4 0,1 0-3 0,-6-3-1 16,-2 4-4-16,-3 2-2 0,-3-6-3 0,-4 6-3 16,-4-1 1-16,-2 2-3 0,-9-5 0 0,-3 2-6 15,-3-2-18 1,-5-4-27-16,0 2-37 0,-5-3-45 0,2-5-44 15,-18 3-202-15,13-8-389 0,2-1 172 0</inkml:trace>
  <inkml:trace contextRef="#ctx0" brushRef="#br0" timeOffset="23407.15">5641 11204 30 0,'-9'2'119'0,"4"1"-11"16,-1-1-11-16,-2 4-9 16,-1 0-11-16,-4 5-6 0,3 1-14 15,-4 4-12-15,-4 7 5 0,2-1-10 0,0 7 3 16,0 2-10-16,0 0-10 0,1 2 5 0,2 12-8 16,3-12-6-16,6 4 7 0,-1-6 0 0,5 1-4 0,4-2 0 15,1-1 5-15,4-1 16 0,0-5 8 16,4 0 7-16,6-6 5 0,2 0-8 0,7-1-5 15,4-5-34-15,4-4-62 0,3-1-165 0,12-6-233 0,-14 0 104 0</inkml:trace>
  <inkml:trace contextRef="#ctx0" brushRef="#br0" timeOffset="24128.78">6749 11432 79 0,'-5'2'105'0,"5"-2"-5"0,0 0-16 0,0 0-2 15,0 0-8-15,0 0-10 0,0 0-2 0,0 0-2 16,0 0 1-16,-1 2 0 0,1-2 2 0,0 0-4 16,0 0-3-16,0 0 3 0,0 0-2 0,0 0-1 15,0 0 3-15,0 0-1 16,0 0-3-16,0 0-6 0,0 0 0 0,0 0-1 15,0 0 1-15,0 0 9 0,20-4-2 0,-8 4-2 16,2-1-5-16,5-1-5 0,3 0-5 0,-1 0-3 16,6 0-4-16,0-2-5 0,-4 4-4 0,-4-2 0 0,3 0-6 15,-3 0-3-15,-1-1 0 0,-7 3 6 16,2-2-8-16,-3 1 1 0,-1-1-3 0,-1 2 0 16,-2 0-4-16,-1-2-9 0,-5 2-22 0,9 0-6 0,-9 0-34 0,8 0-23 0,-8 0-33 15,0 0-50-15,0 0-96 0,0 0-290 0,0 0 128 16</inkml:trace>
  <inkml:trace contextRef="#ctx0" brushRef="#br0" timeOffset="24509.07">6855 11552 82 0,'0'0'110'0,"0"0"-10"0,-3 3-12 15,3-3-14-15,0 0 16 0,0 0 5 16,0 0 11-16,12 5 10 0,-7-3 0 0,5-2-3 0,3 0-7 15,5 0-4-15,0-2 2 0,10 2-6 0,0-2-2 0,2-1-13 16,-4-1-5-16,-4 0-10 0,-3 3-6 0,0-2-6 16,0 2-3-16,-6-3-6 0,-1 4-4 0,-1-2-9 15,-3 2 0-15,-3-1-2 0,3 1-5 0,-8 0-2 16,10 0-4-16,-6-1 1 0,-4 1-6 0,0 0 0 16,5-1-11-16,-5 1-3 0,0 0-11 0,0 0-33 15,0 0-19-15,0 0-58 16,-9 9-71-16,1-8-127 0,8-1-343 0,-7 0 152 15</inkml:trace>
  <inkml:trace contextRef="#ctx0" brushRef="#br0" timeOffset="28024.7">8266 11211 171 0,'-1'-9'192'0,"2"7"-14"0,-1-2-15 0,0 0-14 0,0-1-11 16,-4 1-14-16,4 0-12 0,-4 0-10 0,4 1-15 0,-5-1-4 0,1 0-14 0,-1 1-7 16,-1 0-7-16,-2 2-9 0,-1-1-2 15,-4 3-7-15,3-1-2 0,-3 1-7 0,1 0-2 16,-4 4-3-16,-2 1-7 0,3 3 0 0,-4-4-4 15,2 6 4-15,-2-1-11 0,5 3 2 16,-1 0-2-16,-2 0-1 0,4 1-2 0,-1 1 0 16,4-1 1-16,2 1-9 0,-1 2 6 15,3-3 1-15,0 1 3 0,3-2-2 0,0-2 1 16,3 2 2-16,3-1 4 0,-2-3 5 0,3 0 0 0,0-4 12 0,2 2 7 0,-2-1 7 16,6-2 6-1,-1 0 6-15,4 0 7 0,-1-2 11 0,2-2 10 0,-3-3 12 0,2 0 2 0,0-1 2 16,0-1-6-16,2-3 3 0,-4 2-1 0,1-1 2 15,3-5 5-15,-3 3 3 0,-1-1-2 16,1-2 9-16,-2 4-16 0,0-4 16 0,-5 5 1 16,3-3 6-16,-3 3 9 0,0 2-2 15,0-1 1-15,-1 0 2 0,0 1-5 0,-3 2-8 16,3-1-13-16,-1 0-6 0,-1 3-14 0,-2-3-7 16,0 4-10-16,4-3-10 0,-4 3-13 0,0 0-9 15,0-3-27-15,0 3-27 0,0 0-27 16,0 0-32-16,0 0-25 0,0 0-1 0,0 0 12 15,6 7 12-15,-3-3 5 0,-3 4 9 0,1 1 3 0,-1 2 5 0,0 0 6 0,0 0 13 16,0-1 1-16,0 2 5 0,4 1 7 0,-4-4 0 16,3 3 6-16,-2-5 4 0,0 0 2 0,-1 1 0 15,4-3 6-15,-4 1 4 0,4 0 1 0,-2-2 5 16,1 0 10-16,2 0 13 0,0-3 12 16,-1 2 8-16,4-1 6 0,-1-2-2 0,-7 0-4 15,21-5-6-15,-7 3-5 0,2-5-7 16,5 0-28-16,4-2-38 0,-3-4-48 0,5 4-58 15,-4-3-69-15,4 2-65 0,-10-2-315 0,0 4-646 16,0-1 286-16</inkml:trace>
  <inkml:trace contextRef="#ctx0" brushRef="#br0" timeOffset="28497.27">8733 11322 19 0,'0'-4'278'0,"0"4"-18"0,0 0-19 0,0 0-22 16,-1-5-21-16,1 5-20 0,0 0-20 15,-6-2-19-15,6 2-16 0,0 0-16 0,0 0-9 16,0 0-13-16,-14 7-4 0,9-3-10 0,-2 3-13 16,-3-1-4-16,0 3-7 0,2 0-6 15,-2 0-7-15,-2 4 2 0,6-3-11 0,-3 1 4 16,4-2-10-16,0 3 0 0,1-4-4 0,0 1 2 16,2 0-5-16,0-1 5 0,2-3 0 0,0 0-1 15,4 2 4-15,-3-2 8 0,6 0 6 16,2 0 2-16,-3-2 11 0,4-4 2 0,2-4 3 15,1 3-2-15,-3-3 3 0,4-3-7 0,-4 3 9 0,0-2-12 0,1 0-4 0,-4-3 6 16,0 3-1-16,-2-3-1 0,-1 3-9 0,0-2-6 16,-4 3-5-16,0-1-15 0,-3 1-9 0,-2 1-9 15,-3-2-10-15,-3 3-14 0,-3 3-11 16,-3-2-19-16,-5 3-23 0,-1 0-29 0,-4 3-31 16,-1 1-30-16,9 1-52 0,-9 3-198 0,6-2-462 15,2 0 205-15</inkml:trace>
  <inkml:trace contextRef="#ctx0" brushRef="#br0" timeOffset="29025.06">7764 11722 6 0,'0'0'171'0,"-11"0"1"0,11 0 5 16,-2 3-3-16,2-3-2 0,0 0-9 0,-8 1-10 16,8-1-8-1,-4 1-9-15,4-1-8 0,0 0-5 0,0 0-8 0,0 0-5 16,-4 3-8-16,4-3-7 0,0 0-4 0,0 0-14 15,0 0-8-15,0 0-4 0,0 0-10 16,0 0-3-16,0 0-9 0,0 0-2 0,0 0-6 16,0 0-3-16,0 0-3 0,0 0-4 0,0 0-3 0,0 0-4 15,0 0-1-15,0 0-2 0,0 0-4 0,0 0 2 16,-5 1-3-16,5-1-1 0,0 0-1 0,0 0-4 0,0 0 2 16,0 0-2-16,0 0 0 0,0 0 0 0,0 0 0 15,22-1 0-15,-10 0 1 0,7-2-1 0,9 2-2 0,9-5 6 16,15 1 9-16,7-4 2 0,5 4 10 15,27-10 2-15,3 9 3 0,-3-5 3 0,-30 3-4 16,4 1-4-16,3 0-2 0,-5 3-2 0,-4-1-2 16,-3 3-1-16,-6-4-3 0,-12 2-1 0,-6 1-1 0,-3 2-3 0,-7-2-1 15,-4 3-4-15,-9 0 3 0,2-3 3 0,-3 3-5 16,0 0 12-16,-3 0-11 0,-5 0-4 0,9-1-4 16,-9 1-2-16,0 0-5 0,0 0-19 0,0 0-25 15,0 0-25-15,-23 0-32 0,10 1-35 0,-1 2-40 16,-4 0-45-16,0 0-214 0,-2 1-473 0,1 0 210 15</inkml:trace>
  <inkml:trace contextRef="#ctx0" brushRef="#br0" timeOffset="29604.12">8309 11826 115 0,'0'0'177'0,"-4"4"-21"0,4-4-7 16,0 0-8-16,13 0-13 0,-5 1-8 0,3 1-15 15,1-4-8-15,1 4-14 0,5-2-6 0,1 3-10 0,0-1-2 16,0 1-11-16,0 2-1 0,-2-1-11 16,-2 1-1-16,-1-2-7 0,-2 4-6 0,-1 0-3 15,-3 1 3-15,0 1-6 0,-1-1-8 0,-2 2-6 16,-2 1-2-16,-2-1-8 0,-2 0 15 0,-3 3-6 0,-1-2-2 0,-3 0-2 16,-2 3 2-16,-2-1 3 0,0-1-1 0,3-2-8 15,-6-1 6-15,6-1-10 0,-3-1 5 0,3 0 6 16,4-2-10-16,0-2 9 0,0 0-6 0,1 1 1 15,0-3 5-15,1 2 3 0,1-1 18 0,2-2 12 16,-5 3 26-16,5-3 9 0,0 3 0 0,0-3 2 16,0 0 2-16,0 0 1 0,0 0-4 0,0 0-2 0,10 2-3 0,-10-2-3 15,18-2-8-15,-4 2-8 0,-1-2-6 0,7 0-6 16,3-1-4-16,3-1-2 0,2 3-4 0,1-2-3 16,2 1-1-16,-3-2-3 0,-5 3 1 0,-1-1-2 15,-3 0-5-15,0 1 2 0,-5-1-4 0,-2 2 0 16,-2-3-1-16,0 3 8 0,-4 0-11 0,2-1 4 15,-8 1 8-15,7 0-1 16,-7 0 16-16,6-1-9 0,-3-2-1 0,-3 3-3 16,0 0-1-16,0 0-6 0,0 0-1 0,11 0-9 15,-11 0-4-15,0 0-15 0,0 0-20 0,0 0-21 16,0 0-28-16,0 0-32 0,0 0-34 0,0 0-30 16,0 0-29-16,3-4-223 0,-1 0-466 0,3-1 207 15</inkml:trace>
  <inkml:trace contextRef="#ctx0" brushRef="#br0" timeOffset="30273.72">9496 11628 163 0,'-4'1'159'0,"4"-1"2"0,0 0 1 0,-7 0 8 16,7 0-2-16,0 0-8 0,0 0-3 0,0 0-6 15,0 0-2-15,-6 1-8 16,6-1-4-16,0 0-8 0,0 0-8 0,0 0-11 16,0 0-11-16,0 0-8 0,0 0-12 0,0 0-7 15,-6 2-10-15,6-2-5 0,0 0-5 0,0 0-6 16,0 0-6-16,0 0-4 0,0 0-8 0,0 0-4 16,0 0-4-16,0 0-5 0,0 0 1 0,0 0-4 15,0 0 0-15,0 0 0 0,0 0-4 0,0 0-1 16,0 0 2-16,0 0-4 0,0 0 1 0,0 0 3 0,0 0-4 0,0 0-1 15,0 0 3-15,0 0-1 0,0 0-1 0,0 0-1 16,26-2 4-16,-13 1-4 0,7-2-1 0,8 1 1 16,2 0-1-16,0-2 0 0,7 0 1 0,-1-1 0 15,2 1 3-15,1 0-2 0,-3 0 1 0,-4 1 1 16,-4-2-1-16,-7 2-3 0,-3-1 3 0,0 3 0 16,-5-1-3-1,1-1-4-15,-4 0-9 0,-3 2-12 0,-1-2-19 16,-2 3-18-16,-4 0-31 0,4-1-47 0,-4 1-33 0,0 0-33 15,-13-6-204-15,1 4-438 0,2 0 193 0</inkml:trace>
  <inkml:trace contextRef="#ctx0" brushRef="#br0" timeOffset="30520.78">9708 11468 349 0,'0'-6'365'15,"0"1"1"-15,0 1 12 0,3-1-12 0,-3 5-23 0,-3-6-25 16,3 3-34-16,0 3-32 0,0-5-30 16,0 5-27-16,0 0-24 0,0 0-32 0,0 0-68 0,0 0-44 0,0 0 0 15,0 0-9-15,-3 20-2 0,3-1-4 0,-3 9 7 16,-2 2-10-16,3 2-17 0,-2-2-16 0,4 1-17 16,-3-1-21-16,3 1-22 0,0 1-35 0,-4-2-42 15,4-3-53-15,-2-8-325 0,0 0-585 0,1-9 259 16</inkml:trace>
  <inkml:trace contextRef="#ctx0" brushRef="#br0" timeOffset="31091.75">10838 11153 166 0,'0'0'180'0,"0"0"-20"0,0 0-2 15,0 0-2-15,0 0-25 0,-5 0-7 0,5 0 6 16,0 0-6-16,0 0-12 0,0 0-9 0,0 0-4 15,0 0-7-15,0 0-9 0,24-2-5 0,-7-1-8 16,5 1-8-16,8 0-4 0,3-2-7 0,7 0-6 0,11 0-3 0,3-2 0 16,-15 2-7-16,13 0-4 0,-18 1-5 0,-1 2-8 15,-3-1-12-15,-2 0-14 0,-9 2-23 0,-6 0-23 16,-2 0-40-16,-1-3-46 0,-4 3-27 0,-6 0-148 16,0 0-341-16,0 0 151 0</inkml:trace>
  <inkml:trace contextRef="#ctx0" brushRef="#br0" timeOffset="31530.05">10801 11229 158 0,'0'0'271'0,"-4"0"-27"0,4 0-28 16,0 0-23-16,0 0-22 0,0 0-21 0,0 5-12 0,0-5-14 15,9 6-13-15,-1 0-17 0,3-1-5 0,5 4-12 16,0-2-5-16,3 2-7 0,4 4-8 0,3-1-6 16,-2 2-4-16,-1 1-4 0,4 2-4 0,-4 3-6 15,0-3-16-15,-5 0-9 0,0 4-12 0,0-1 6 16,-7 3-2-16,-3-3-3 0,1 4 6 0,-5 2-8 0,-2 1 0 16,-3 0 1-16,-3-1 0 0,-3 2-5 0,0 0 5 15,-3-1 1-15,-2 0-2 0,0-1-1 0,-1-3 5 16,-4 1-4-16,3-2 0 0,0-1 4 0,5-2-3 15,-1-2 4-15,1-2-3 0,-1-2-3 0,3 1 3 16,1-3 0-16,2-1-4 0,-2-2 3 0,2 1 4 16,1-2-6-16,1-1 1 15,-1 0 3-15,2 1 11 0,2-3 9 0,-1 0 2 16,0-4 2-16,-1 6 6 0,1-3-1 0,0-3 5 16,0 0 2-16,0 5 4 0,0-5 3 0,-3 3-2 15,3-3-4-15,0 0 4 0,0 0-6 0,0 0 3 16,0 0-7-16,-1 5-2 0,1-5-6 0,0 0-8 15,0 0-19-15,0 0-20 0,0 0-17 0,0 0-55 16,0 0-97-16,0 0-229 0,0 0-458 0,4-12 203 0</inkml:trace>
  <inkml:trace contextRef="#ctx0" brushRef="#br0" timeOffset="31946.64">10931 12054 41 0,'-5'1'161'0,"5"-1"-18"0,-4 1-5 0,4-1-21 0,0 0-8 16,-6 2-11-16,6-2-15 15,0 0-8-15,0 0 5 0,-5 2-2 0,5-2-2 16,0 0-5-16,0 0 11 0,0 0-1 0,0 0-3 15,0 0 1-15,0 0 3 0,-4 3-4 16,4-3 6-16,0 0-6 0,0 0-5 0,0 0-3 0,0 0-2 16,0 0-4-16,0 0-2 0,0 0-2 0,0 0 0 15,19-4-4-15,-1 3-3 0,5-3-9 0,5 1 1 16,8-5-1-16,2 4 6 0,17-4 3 0,2-1 2 0,0 4 3 0,-3-2-2 16,-3 0-5-16,-14 2-6 0,-1 3-4 0,-2-3-1 15,-6 0-5-15,-6 3-3 0,-4-1-3 0,-3 1-5 16,-4-1 0-16,0 3 4 0,-5-1-6 15,2 1 7-15,-3-2-1 0,-5 2-5 0,10-1-5 16,-10 1-11-16,7-1-17 0,-7 1-20 0,0 0-77 0,0 0-74 16,0 0-325-1,-25-5-547-15,16 1 243 0</inkml:trace>
  <inkml:trace contextRef="#ctx0" brushRef="#br0" timeOffset="34585.25">12591 11339 126 0,'-1'-4'219'0,"2"-2"-5"0,-2-1-9 0,0 0-10 16,-2 0-11-16,3 2-6 0,0-1-21 15,-5-1-12-15,4 2-14 0,-3-1-13 0,3 0-11 16,-2 1-11-16,-1 1-12 0,-1 0-11 0,1-1-8 0,-2 3-9 0,-6 0-5 0,0 2-5 15,-2 0-7-15,-2 4-6 0,-5 1 0 0,-4 4-7 0,-1 4-6 16,0 2-4-16,-1 0 1 0,0 2-2 16,0 1-4-16,3 2 1 0,4 2-7 0,0-1 1 0,3-1-6 15,4 3 3-15,4-4 1 0,3 0 0 0,2-1 0 16,1 2 3-16,3-3-6 0,1-1 4 0,3-5 7 16,3 1 0-16,1-1 5 0,3-6 6 15,0 1 3-15,7 0 1 16,-1-4 8-16,1-2 11 0,2-1 7 0,-2-5 11 15,1 1 2-15,0-5 15 0,-2 1-11 0,1-3 6 16,-4-2-1-16,4-8 2 0,-2 3-9 0,-4 4 2 16,-1-2 8-16,1 1 2 0,-3 2 1 0,-3 2 9 15,-2 1 9-15,-1 1 7 0,1 3-1 0,0 2-12 16,-1-2-4-16,-3 4-6 0,1-1-19 0,1 0-12 16,0 1-20-16,-2 3-36 0,0 0-24 0,4-4-28 0,-4 4 1 0,0 0-2 15,0 0 8-15,0 0 15 0,-4 20-4 0,4-10 0 16,-2 1 0-16,-1 5 7 0,3 0 4 0,0 2 17 15,0-2-19-15,5 1-1 0,0-3 7 0,0 2 4 16,7-2 6-16,-2-2 6 0,7-2 1 0,2-1 2 16,3-4-10-16,8-2-33 0,1-3-41 0,2-3-58 15,3-2-82-15,0-3-104 16,-3-6-203-16,-2-1-581 0,-3-1 257 0</inkml:trace>
  <inkml:trace contextRef="#ctx0" brushRef="#br0" timeOffset="35101.25">12925 11464 103 0,'1'-4'331'0,"-1"4"-24"0,0 0-26 0,0 0-30 0,0-5-24 16,0 5-29-16,0 0-25 0,0 0-21 0,0 0-21 15,0 0-10-15,0 0-21 16,0 0 0-16,-5 13-21 0,4-6-6 15,-1 3-8-15,-3 2-4 0,3 0-4 0,-1 5-10 0,1-1-5 16,-2 0-7-16,0 3-10 0,1-3-1 0,-1-4-4 16,3-2-1-16,-1 0-1 0,-1-2-3 0,3-1 1 15,-1-1 4-15,1-2 2 0,-1 0 11 0,1 0 22 16,0-4 32-16,0 6 26 0,0-6-4 0,0 0-5 16,0 0-13-16,17-17-10 0,-7 11-3 0,0-3-11 0,2-5-1 15,0 0 2-15,3-1-11 0,-2-2 2 0,1 3-2 16,0 2 1-16,-5 1-4 0,-1 5-6 0,-2-5 2 0,-2 7-5 15,1-1-8-15,-1 0-14 0,1 3-12 0,-2 0-23 16,-3 2-22-16,6 0 1 0,-6 0-3 0,8 8 1 16,-2-2-7-16,0 6-1 0,1-3-9 15,2 7-26-15,0-3-33 16,0 2-33-16,0-1-53 0,0 1-57 0,-4-4-329 0,4-1-630 16,-3-2 279-16</inkml:trace>
  <inkml:trace contextRef="#ctx0" brushRef="#br0" timeOffset="38593.18">13932 11301 153 0,'0'0'168'0,"0"0"-1"0,0 0-10 16,0 0-14-16,0 0-11 0,-4-3-12 0,4 3-9 0,0 0-1 16,0 0-14-16,0 0-9 15,0 0-4-15,0 0-11 0,0 0-5 16,0 0-9-16,0 0-7 0,0 0-6 0,0 0-5 15,0 0 0-15,0 0-6 0,0 0-4 0,-3-1 1 16,3 1-7-16,0 0-3 0,0 0 2 0,0 0-2 0,0 0-3 16,0 0 0-16,14-5 0 0,-8 3-2 0,1 1-4 15,1-3-2-15,-2 1 1 0,1-2 1 16,3 1-6-16,-1 0 4 0,-2-1-1 0,1 1 2 0,0-1-4 0,-2 0 4 16,-1-2 9-16,-1 4 8 0,0-3 5 0,1 1 16 15,-3 1 3-15,1-3 4 0,-2 6 5 0,1-4-3 16,0 2-9-16,-2-2 3 0,0 5-15 0,-2-4-4 15,2 4-5-15,-10-3-7 0,3 3-2 0,-6 0 0 16,-1 0-4-16,0 3 0 0,-5 1-1 0,0 2-4 0,-9 1-2 16,1 1-2-16,0 1-1 0,0 3-3 0,-1-1 0 0,3 1-3 15,-1 4 2-15,4-3-1 0,1 2 1 0,0 2-3 16,10 0 6-16,-3 0-6 0,2-2 1 0,2 2-2 16,1 0-11-16,5 0-17 0,4-1-3 0,0 0 3 15,9-2 6-15,1 2 6 0,6-4 0 0,8 1 4 16,7-4 2-16,7 0 0 0,14-2 2 0,6-6-2 15,-5 2 3-15,2-6 2 16,1-4-7-16,-3 4-2 0,2-7-10 0,-18 4-2 16,2 0-7-16,10-5-1 0,-13 2 2 0,0 1-2 15,-7-2 9-15,-5-1 2 0,-4 4 2 0,-6-1 10 16,-3 1 13-16,-2 1 17 0,0 1 7 0,-5-1 3 16,0 2-5-16,-4-2-1 0,-2 1-4 0,0 2 0 15,-4-1-3-15,-1 1-2 0,-5 1-3 0,0 2-6 16,-6 0 2-16,-3 2-1 0,0 2-3 0,1 1 7 0,0 2-6 0,0 1-3 15,3 1-1-15,-1-1-3 0,4 1 5 0,3-1-1 16,2 0 0-16,4 0-11 0,-1 0-13 0,4-1 5 16,0 3 5-16,5-2 1 0,6 1 2 0,0-5 3 15,8 1-3-15,4-2 6 0,1-3 7 0,6 0-2 16,2-6-5-16,-1 3 6 0,-1-2 1 0,1-2-3 16,-2-1-2-1,-8 2 6-15,-2-2-4 0,2-1 2 0,-6 0-2 16,-4 2 3-16,4 0-4 0,-7-4 2 0,-2 3-7 0,1 2 2 15,-3-3-2-15,-4-1-2 0,0 0-3 0,-2 5-5 16,-4-3-3-16,-1 3 4 0,0-2-8 0,-2 2 6 16,-1 5-3-16,-1-5-7 0,3 4-7 15,-4 0-10-15,3 1-17 0,0 0-12 0,1 0-18 0,1 1-22 16,4 0-172-16,1 1-311 0,4-2 137 0</inkml:trace>
  <inkml:trace contextRef="#ctx0" brushRef="#br0" timeOffset="38977.94">14849 11272 87 0,'0'0'222'0,"0"0"-16"0,2-4-17 16,-2 4-20-16,0 0-23 0,0 0-17 0,0 0-9 15,0 0-13-15,0 0-11 0,-20 8-11 0,13-4-12 16,-4 1-7-16,2 2-2 0,-2-1-8 0,2 3-7 0,-1-2-5 0,1 1-12 16,0 0 4-16,1 3-8 0,2-2-5 0,-2 0-4 15,3-1-9-15,4 0 0 0,-2 2-14 0,3 1 13 16,4-4-5-16,1 2-4 0,4-2 5 0,0 0 1 16,4 1 0-16,2-2-9 0,2 2 8 0,-1-2-5 15,-3-2 6-15,4 2-3 0,-4-2 1 0,-2 1-7 16,-2-3 3-16,-1-1-1 0,-1 2 1 0,-3-2-11 0,1 4-9 15,-1-5 0-15,-4 0 0 0,0 5 1 0,0-5 8 16,-8 7-6-16,0-1 8 0,-4-1 6 0,-3 1-1 0,-2 0-2 16,-2 0 2-16,1-1 1 0,-2-1-5 0,2 0-7 15,-3 0-26-15,2-1-27 0,2-2-33 0,3 3-58 16,0-2-102-16,4-3-283 0,1 0 125 0</inkml:trace>
  <inkml:trace contextRef="#ctx0" brushRef="#br0" timeOffset="39410.28">15170 11263 252 0,'0'-6'283'0,"0"6"-24"0,1-4-27 16,-1 4-24-16,0 0-26 0,3-3-19 0,-3 3-24 16,0 0-15-16,0 0-15 0,0 0-13 0,0 0-11 15,0 0-10-15,-3 14-5 0,3-6-10 0,0 2-5 16,-4 0-9-16,4 1-1 0,0-1-4 0,-5 3-5 16,4 1-5-16,0 1-6 0,-2 1 5 0,-1-3-3 15,4-1-5-15,-1-3 0 0,1 0-4 0,0-1 0 16,-3-3-6-16,3 0-5 0,0-1-1 0,0 2 5 15,0-6 9-15,0 6 18 0,0-3 26 0,0-3 11 16,0 0 4-16,0 0-9 0,0 0-7 0,17-8-6 0,-12 4-7 0,4-3-2 16,0 1-6-16,0-2-1 0,-1 0-4 0,-2 3 2 15,2 0-1-15,-2 1 0 0,-1 0-2 16,0-2-3-16,-1 5-1 0,1-3 8 0,-2 2-19 16,-3 2-6-16,5-4-16 0,-1 1-10 0,-4 3-6 0,0 0 4 15,0 0-19-15,15 7-13 0,-10-5-17 0,0 2-26 16,3 3-24-16,-2 1-26 0,3 0-21 0,-1 1-39 0,0-4-45 15,-2 4-198-15,-1-4-478 0,-1 1 211 0</inkml:trace>
  <inkml:trace contextRef="#ctx0" brushRef="#br0" timeOffset="39810.83">15446 11272 236 0,'5'-4'234'0,"1"0"-19"0,1 0-22 0,2 1-19 16,0 1-20-16,1 0-16 0,1 2-8 0,2 2-15 16,-1-2-13-16,0 5-11 0,0 0-12 0,-1 3-10 15,1 1-9-15,-6 1-6 0,3 1-6 0,-4-1-13 16,-1 2-11-16,0 0-7 0,-4 1-5 0,0 1 1 0,-4 1-8 0,0-2 7 16,0-2-3-16,-3-1-1 0,-1 0 0 0,3-1 1 15,-4-2 0-15,2 0 1 0,1-2 2 0,1-1 2 16,1-1 22-16,3 1 29 0,-3-1 28 0,4-3 7 15,0 0-11-15,0 0 0 0,0 0-19 16,0-11-5-16,5 4-9 0,3-4-7 0,4 0-3 0,3-4-7 16,0 1-4-1,-2 2-3-15,5-3-4 0,-4 5-2 0,4-2-4 16,-8 4-5-16,-1-1-4 0,0 3 2 0,-1 1-2 16,-3 1-4-16,0 2-11 0,-2-1-18 0,0 1-20 0,-3 2 4 15,0 0-3-15,5 6 3 0,-5-1 9 0,0 0-3 16,0 1 7-16,-2 4 1 0,1 0 1 15,-1 4 4-15,2-2 3 0,2 4-1 0,-2-3 8 16,1 1-10-16,4-2-5 0,0 0-9 0,1-1-14 0,6 0-36 0,2-1-29 16,5-2-62-16,3-2-240 0,7-3-446 0,2 1 197 15</inkml:trace>
  <inkml:trace contextRef="#ctx0" brushRef="#br0" timeOffset="40042.58">16324 11360 18 0,'-5'2'245'0,"5"-2"-1"0,0 0-18 0,0 0-25 16,0 0-17-16,0 0-18 15,19-2-20-15,9-1-14 0,3-1-12 0,3 1-15 16,2 0-10-16,6-2-12 0,-4 0-30 0,1 3-26 15,-2-3-36-15,-3 0-28 0,-6 1-44 0,-1-2-33 16,-8 2-187-16,-6-1-326 0,-1 2 145 0</inkml:trace>
  <inkml:trace contextRef="#ctx0" brushRef="#br0" timeOffset="40258.65">16521 11229 108 0,'-4'-6'330'0,"4"6"-18"16,-2-4-10-16,2 4-41 0,0 0-26 0,0 0-30 16,0 0-25-1,0 0-25-15,0 0-17 0,0 0-15 0,0 0-8 16,-6 16-20-16,6-5-8 0,0 5-11 0,0 1-11 16,0 2-10-16,3 1-14 0,-2 6-16 0,0-2-23 15,3 4-39-15,0-5-46 0,0 5-69 0,2-3-93 16,-3-7-155-16,-1-6-431 0,2-2 191 0</inkml:trace>
  <inkml:trace contextRef="#ctx0" brushRef="#br0" timeOffset="41061.33">17130 11534 153 0,'-5'1'193'16,"5"-1"-15"-16,0 0-10 0,0 0 3 0,0 0-4 16,0 0-17-16,0 0-17 0,0 0-10 15,0 0-17-15,0 0-10 0,13-12-8 0,-3 9-8 16,0-3-9-16,2 0-6 0,-1-1-7 0,6-4-3 0,-2 0-2 0,3-3-1 0,1-3-4 16,0 0 1-16,-1-1 1 0,1-2-2 0,-1 2-1 15,-2-6-1-15,0 2 0 0,0-2 2 0,-2-1-6 16,-3-5 1-16,3-1-1 0,-4 1 0 15,-1-2 5-15,-1 2 5 0,-3 0 7 0,2 0 0 16,-5 4 2-16,-1 0 0 0,-3 8-5 16,2 2-3-16,-3 0-9 0,-1 4-1 0,2 2-10 15,-4 1-5-15,2-1-2 0,-1 4-7 0,-1 2-6 16,0 1 0-16,-1 2-1 0,-4 2-6 0,1 2 0 0,-5 7-3 0,-1 4-6 0,-3 3 3 16,2 7-1-16,2 3 0 0,0 2 10 15,2 3-14-15,0 3 2 0,2-1-2 0,4-2 3 16,5 0 0-16,1-1-3 0,3 1 1 0,5-5 2 15,1 1-2-15,1-4 0 0,6-2 1 16,-3-5 0-16,2-2 3 0,3-1 1 0,-2-5 4 16,3 2-1-16,-1-5 0 0,1 0 5 0,-5-4-2 15,-1 2 8-15,0-4 13 0,-1 0 20 0,-3 0 7 16,-2-1-5-16,1-2-5 0,-2-1 0 0,1 0-7 16,-1-2-4-16,-5-1-9 0,1 1-11 15,-2-1-10-15,-3-2-1 0,-1 1-6 0,-4 0-6 16,-1-1-6-16,-2 2-3 0,-4 2-9 0,0-2 0 0,-1 4-5 0,3-1-11 0,-4 4-15 15,4 0-16-15,1-3-23 0,1 3-30 0,1 0-27 16,2 3-38-16,1-3-24 0,2 3-236 16,0 1-489-16,4-1 217 0</inkml:trace>
  <inkml:trace contextRef="#ctx0" brushRef="#br0" timeOffset="41433.61">17696 11314 318 0,'3'-3'304'15,"-3"3"-37"-15,1-3-30 0,-1 3-26 0,0 0-23 16,0 0-27-16,0 0-13 0,0 0-21 0,0 0-13 16,0 0-14-16,0 0-11 0,0 13-5 0,-1-8-11 15,-3 5-8-15,1 1-5 0,1 1-8 16,-1-3-4-16,-1 6-3 0,1-5-5 15,-1 0-5-15,1 1-3 0,2-6-1 0,1 3-5 16,-3-3 0-16,3-1-3 0,-1 0 1 16,0 0 13-16,1-4 28 0,-2 4 16 0,2-4 2 0,0 0-8 15,0 0-5-15,18-8 3 0,-9 4-17 0,-1-1-2 16,4-1-3-16,0 0-7 0,-1 0-1 16,1 3-8-16,-3-2-5 0,0 0-5 0,1 1 14 0,-1 1-16 0,3 0-12 0,-1-1-1 15,0 3 0-15,-1 1-6 0,2 0 1 0,0 0 0 16,1 1-10-16,0 3-8 0,0-1-16 0,0 1-20 15,0 0-25-15,5 2-36 0,-5-3-37 16,-2 2-45-16,2-1-64 0,-1-1-241 0,-1 0-539 16,-3-2 238-16</inkml:trace>
  <inkml:trace contextRef="#ctx0" brushRef="#br0" timeOffset="41918.67">18363 10923 126 0,'0'-4'244'0,"0"2"-26"15,0 2-20-15,3-7-25 0,-3 7-24 0,0-4-12 16,0 4-15-16,0 0-14 0,0 0-12 0,-21 11-6 15,12-4-11-15,-5 4-6 0,-5 0-7 0,1 0-7 0,-4 4-11 0,-3 2-1 0,1-1-14 16,-2 2 1-16,5 0 0 0,1 0-3 0,-1-1-3 16,9-4-6-16,-1 0-5 0,4 2 3 15,2-1-4-15,1-3-3 0,3 2-1 0,0 0 4 16,5-2 0-16,1 0-2 0,6 1-2 16,4 3 3-16,5-3-2 0,-1-1-2 0,11 2-1 0,-2-1 0 15,4 0-2-15,-2 0-2 0,-3-3-2 16,2 1-1-16,-9 0 2 0,0-3-1 0,-4 3-2 15,1 1-3-15,-7-6 2 0,-1 4-7 16,-2-2 2-16,-3-2 2 0,-1 2 1 0,-2 0 1 16,-8 3 1-16,-4 2 1 0,-2-1-2 0,-4-1 3 0,-7 4-3 0,0-6-3 0,-4-1 0 15,2 0 4 1,0 0 2-16,1-4-2 0,5 2-1 0,3 0 4 0,-2-1-4 0,4-3 0 0,4 0-1 16,2 4 2-16,4-5 2 0,-2 1-23 0,4-2-39 15,5 1-33-15,0 0-9 0,12-11-3 16,-1 5-5-16,8-4-12 0,9 1-13 0,3-3-31 15,1 3-91-15,0-3-278 0,4 2 123 16</inkml:trace>
  <inkml:trace contextRef="#ctx0" brushRef="#br0" timeOffset="42118.88">18347 11383 701 0,'35'-12'33'16,"-8"2"24"-16,0 0 21 0,-5 3 19 0,-3-1 32 15,-4 1 17-15,1-1 12 0,-6 2 18 0,0 2 19 16,-1-1 14-16,-3 2 8 0,-1-2 2 16,1 4 0-16,-4-2-12 0,2 1-17 0,0-1-25 15,-4 3-14-15,4-3-13 0,-4 3-16 0,7-1-18 0,-7 1-22 0,4-1-7 0,-4 1-40 16,0 0-16-16,0 0-4 0,0 0-8 0,5 6-8 15,-6-2 11-15,0 3 10 0,1-2-13 0,-2 2 0 16,1 2-4-16,-3-1-18 0,2 2-4 16,0 0-6-16,1-3-18 0,0 3-14 0,-2-1-14 15,3-1-11-15,-2-2-14 0,-2 1-16 0,3-2-18 16,-2 1-15-16,1-1 0 0,-1-1-17 16,0 1 2-16,3-5-49 0,-6 0-212 0,6 0-454 15,-8-7 201-15</inkml:trace>
  <inkml:trace contextRef="#ctx0" brushRef="#br0" timeOffset="42247.15">18527 11151 230 0,'1'-12'289'0,"-1"1"-11"0,3 2-6 0,-1 0-23 15,1 2-22-15,-3 2-21 0,2 0-23 0,-1 1-23 16,1 0-28-16,-1 2-45 0,-1 2-32 16,6-3-31-16,-6 3-35 0,0 0-31 0,13 8-49 15,-6-3-32-15,-5-1-79 0,3 4-119 0,-1-3-347 16,0 3 153-16</inkml:trace>
  <inkml:trace contextRef="#ctx0" brushRef="#br0" timeOffset="42566.48">18827 11253 6 0,'4'2'243'0,"-4"-2"-25"16,0 0-27-16,1 5-19 0,-1-5-17 15,0 4-21-15,-1 1-15 0,-3 1-6 0,0 1-17 16,0 1-9-16,1 3-9 0,-1-2-1 0,-2 0-12 16,2 1-9-16,1-4-2 0,0 0-9 0,2 0 0 15,-1-2-1-15,0 0-7 0,2 0 6 16,0-4 21-16,-2 5 19 0,2-5 23 0,-2 3 16 16,2-3 15-16,0 0-27 0,0 0-9 0,0 0-9 15,22-5-9-15,-17 3-7 0,4-1-14 0,0-1-6 0,1-2 3 0,2 6-16 0,-2-5-4 16,4 3-15-16,-2-1-7 0,-1 1-10 15,3 2-19-15,0-5-24 0,-2 7-32 0,1-4-36 0,-1 2-36 16,-1 0-46-16,1 0-46 0,-1-1-199 0,0 1-466 16,-1-3 207-16</inkml:trace>
  <inkml:trace contextRef="#ctx0" brushRef="#br0" timeOffset="42954.6">19216 11169 112 0,'1'-4'366'0,"-1"1"-17"15,1 1-27-15,-1 2-13 0,0-5-29 0,0 5-30 16,3-4-29-16,-3 4-25 0,2-4-23 0,-2 4-11 16,0 0-35-16,0 0-15 0,0 0-12 0,0 0-11 0,4 15-9 0,-4-8-8 15,0 3-11-15,0 0-6 0,0 1-9 0,-4 6-8 16,0 1-4-16,1-1-5 0,-1 0-14 0,0 0 2 15,-1 0-6-15,-2-2-2 0,4-4-4 0,0 1 0 16,0-3-4-16,1-4 10 0,1 2-8 0,-2-2 3 16,2-3 2-16,-2 5 6 0,3-7 24 0,0 4 30 15,0-4 26-15,-1 4 24 16,1-4 26-16,0 0-6 0,0 0-14 16,0 0-18-16,10-8-15 0,-5 0-1 0,0 4-14 15,3-1-7-15,-3 0-6 0,0 1 0 0,2 0-13 16,-3-1-6-16,2 3-9 0,-2-2 1 0,-1 1-10 0,-3 3-8 15,6-3 9-15,-6 3-11 0,3-3-8 0,-3 3-21 16,3-1-38-16,-3 1-11 0,0 0-18 0,9 4-18 16,-9-4-20-16,10 3-27 0,-6 1-23 0,-3 1-25 0,3 1-34 15,1-2-44-15,-1 4-42 0,-1-3-270 0,0-2-629 0,1 2 279 16</inkml:trace>
  <inkml:trace contextRef="#ctx0" brushRef="#br0" timeOffset="43383.13">19495 11189 66 0,'7'-6'274'15,"0"2"-26"-15,1-1-28 0,-3 3-22 0,3-2-22 16,1 1-16-16,1 2-20 0,-4 2-12 0,6-1-15 16,-2 6-11-16,-1 1-18 0,2-3-2 0,-3 6-12 15,0-2-6-15,0 3-9 16,-2 1-8-16,-2 0-2 0,-2 0-6 0,0 5-5 15,-4 0-3-15,-2 0-3 0,-2-1-4 0,0 5-3 16,-2-9-1-16,-1 3-2 0,-1-1-2 0,1-5 1 16,1-1-4-16,2 0 1 0,-3-1 0 0,6-2-2 15,-3-1 1-15,2-2 12 0,2 1 20 0,-1 0 27 16,3-3 38-16,0 0 47 0,-4 5 24 0,4-5-29 16,0 0-13-16,0 0-11 0,8-13-11 0,-3 4-24 0,1 1-2 0,5-2-12 15,0-4-11-15,1-2-3 0,2 0-8 16,2-5-5-16,-2 5-6 0,-1 2-13 0,0 0 8 15,-3 4-6-15,-3 1 3 0,-1 2-2 0,0 1-5 0,-2 2-3 16,-3 0-13-16,3-1-14 0,-2 2-26 0,-2 3 3 16,0 0 1-16,0 0 2 0,0 0-7 0,-11 16 2 15,5-8 6 1,-2 4-4-16,3 2 3 0,-3 2-10 0,3 0-2 16,-1 1 0-16,5 3 6 0,3-1 0 0,6 8 0 0,2-10-14 15,9 6-26-15,8-2-57 0,18 2-114 16,8-6-381-16,4-3-667 0,-1-8 296 0</inkml:trace>
  <inkml:trace contextRef="#ctx0" brushRef="#br0" timeOffset="44753.95">10947 12432 228 0,'0'0'245'16,"-2"-6"-3"-16,1 2-8 0,1 1-12 0,0 3-13 15,0 0-18-15,0-5-21 0,0 5-16 0,0 0-17 16,-2-4-16-16,2 4-16 0,0 0-12 0,0 0-15 15,0 0-17-15,0 0-10 0,0 0-7 0,0 0-4 16,-2 20-13-16,1-9-3 0,-3 3 0 0,4 3-4 16,-2 3-2-16,-2 4-6 0,0-5-1 0,-1 6 1 0,2-2-3 15,-3-3-1-15,1-1-5 0,1 1 4 0,-1-2-3 0,1-1 1 16,1-4 1-16,1-3-3 0,1 1-1 0,-2-5-1 16,1 1 6-16,2-1 1 0,-3-2-1 0,2 0 8 15,-1-1 35-15,2-3 32 0,-1 5 39 16,1-5 34-16,-2 3 27 0,2-3-7 0,0 0-10 15,0 0-17-15,5-15-20 0,-1 7-10 16,3-3-9-16,2-4-15 0,1-1-10 16,0 0-15-16,6-8-1 0,-3 7-10 0,-2 3-6 15,-1-1-8-15,3 1-4 0,-4 2 2 0,0 4-13 16,-5 1-7-16,2 0-2 0,2 4-4 0,-3-2-6 0,-1-1-5 16,0 5-14-16,-2-4-18 0,3 5-7 0,-5 0-10 15,13 3-6-15,-6-1-6 0,-1 3-5 16,4 2 0-16,-1 1 6 0,-1 3 15 0,-2 1-13 0,3 1 2 0,-4-1 9 15,3 2-4-15,-2-1 3 0,1-1 5 0,-4 1-2 0,1-2-3 16,-1-1 0-16,-1-1 1 0,0-1-5 16,-1-1-3-16,0-2 2 0,1 2-4 0,-2-3 1 15,1 1-6-15,0 0 1 0,1-2 2 0,-2-3 4 16,0 4 5-16,0-4-1 0,1 4 3 0,-1-4 0 0,1 4-2 16,-1-4-8-16,0 0-10 0,0 0-13 0,0 3-11 0,0-3-47 15,0 0-86-15,0 0-238 0,4-13-496 0,-3 8 219 16</inkml:trace>
  <inkml:trace contextRef="#ctx0" brushRef="#br0" timeOffset="44938.66">11352 12545 270 0,'0'0'307'16,"5"-1"-24"-16,-5 1-30 0,0 0-18 0,0 0-25 15,5-2-22-15,-5 2-18 0,5-5-21 0,3 3-17 16,-2 0-17-16,4-1-29 0,3 1-26 0,-1 0-41 16,-1-1-44-16,3 1-40 0,-1 0-42 0,1 1-44 0,-4-1-205 0,4 1-383 15,-5 0 169-15</inkml:trace>
  <inkml:trace contextRef="#ctx0" brushRef="#br0" timeOffset="45116.81">11446 12677 140 0,'0'0'186'0,"0"0"-3"0,8 1-8 15,-8-1-17-15,19-5-22 0,-7 3-5 0,4-1-13 16,0-4-18-16,4 2-32 0,0 0-41 0,0-4-58 0,5 1-65 16,-8-1-121-16,2 1-233 0,0 0 104 15</inkml:trace>
  <inkml:trace contextRef="#ctx0" brushRef="#br0" timeOffset="45322.78">11931 12441 337 0,'0'0'336'0,"1"-5"-26"0,-1 5-24 0,0-4-33 0,0 4-7 15,0 0-41-15,0 0-23 0,0-6-21 0,0 6-29 16,0 0-28-16,0 0-12 0,0 0-10 0,0 15-1 15,-1-3-14-15,1-2-9 0,-3 7-6 0,3 2-31 16,0 7-22-16,0-1-24 0,0-1-26 0,0-5-39 16,0 9-34-16,4-8-61 0,-4-1-237 0,0-3-457 15,1-4 203 1</inkml:trace>
  <inkml:trace contextRef="#ctx0" brushRef="#br0" timeOffset="46673.91">11041 10711 154 0,'0'0'164'0,"0"0"-12"0,0 0-3 0,0 0-6 16,0 0-13-16,0 0-3 0,0 0-11 0,0 0-7 16,0 0-14-16,0 0-5 0,0 0 1 0,0 0-5 15,0-4-9-15,0 4 5 0,0 0-2 0,0 0-2 16,0 0 3-16,0 0 1 0,0 0 0 0,0 0 0 0,0 0-1 0,0 0 1 15,0 0-1-15,0 0 1 0,0 0 2 0,-4-4 1 16,4 4 5-16,0 0-3 0,0 0 3 0,0 0-11 16,3-5-11-16,-3 5-6 0,0-5-6 0,-3 1-10 0,6 1 5 15,-6-2-9-15,3-2 3 0,0 2-8 16,0-3-2-16,0-1-1 0,0 0-1 0,0-3 2 16,0 3-4-16,0-3 11 15,0-1-15-15,3 3-4 0,-2 0-3 0,-2-3-3 16,2 4-11-16,-2-1-2 0,1 4-2 0,0-1 0 15,1 1 1-15,-1 2-2 0,0 0-2 0,0-2 2 16,0 6-7-16,-1-5-11 0,1 5-2 0,0-5-10 16,0 5-5-16,0 0-1 0,0 0 4 0,-18 9 9 0,3 2-2 15,-7 7 1-15,-2 2 1 0,-4 0 7 0,1 7-1 16,-10 6 5-16,-2 9 0 0,2-6 1 0,-1 2 2 0,-2-4 1 16,2 2 0-16,2-2-2 0,8-11 4 0,-4 0 2 15,4-3 1-15,1-3-4 0,3 0 3 0,6-8 0 16,4 0 4-16,4-2 1 0,-2-2-2 0,2-1 1 15,6-1 36-15,-2 1 36 0,1-2 36 0,-3-4-3 16,8 2-3-16,-6-5 1 0,2-1-1 0,0-3-12 0,-1-3-2 16,5 0-9-16,0-2-6 0,0-3-14 0,2 0-7 0,2-2-3 15,0-3-5-15,0 4-9 0,1 2 1 0,2 0-7 16,-5 5-7-16,2 1-7 0,0 1 4 0,-3 2 0 16,1 2-14-16,0 1-2 0,-1-1-26 0,2 2-23 15,1 1-1-15,-4 2-4 0,11 5 4 0,-1-3 3 16,2 5 1-16,3 3 7 0,0 1 4 0,1 2 6 15,4 5 0-15,3 0 3 16,-4 1-3-16,3 1 1 0,-3-1 5 0,2 0 2 16,-7-6-6-16,1 2 1 0,2-5 8 0,-3 1 5 15,-1-1-2-15,-1-6 5 0,-2 3-2 0,2-4 1 16,-2-2 8-16,3 1-3 0,-4-5 9 0,2-1-3 16,1 1 1-16,-2-5-2 0,4 1 3 0,-5-3 1 15,5 1-6-15,-5 0-1 0,1-1 5 0,-1 2 0 16,-1 1-9-16,1-2 7 0,-4 5-18 0,3-3-38 0,-3 3-38 0,0 3-35 15,0-2-39-15,3 4-41 0,2 1-59 0,-4-1-288 16,2 6-597-16,-3-2 265 0</inkml:trace>
  <inkml:trace contextRef="#ctx0" brushRef="#br0" timeOffset="50433.12">20880 11468 238 0,'0'0'277'0,"0"0"-32"0,0 0-26 0,0 0-25 0,0 0-19 0,0 0-24 0,0 0-26 16,0 0-40-16,0 0-12 0,0 0-9 0,0 0-6 16,-3 11-6-16,-1-1-6 0,-1-2-3 0,1 3-2 15,0-2-5-15,2 4-5 0,-5 3-1 16,2-2 0-16,1-5-7 0,-2 4-1 0,2-1-18 15,-1-1-13-15,0-1-7 0,-2 0-10 0,2 0-12 16,-1-2-6-16,-2 1-23 0,0-2-37 16,2 1-52-16,-3-8-145 0,2 2-325 0,0-4 144 15</inkml:trace>
  <inkml:trace contextRef="#ctx0" brushRef="#br0" timeOffset="50617.14">20796 11264 310 0,'0'-4'385'16,"0"1"-31"-16,0 3-34 0,2-6-25 0,-2 6-34 16,0-4-30-16,0 4-28 0,2-4-43 0,-2 4-47 15,0-3-45-15,0 3-47 0,0 0-52 0,0 0-25 16,0 0-14-16,0 0-45 0,0 0-41 16,10 8-227-16,-6-4-414 0,1-1 184 0</inkml:trace>
  <inkml:trace contextRef="#ctx0" brushRef="#br0" timeOffset="52380.92">22134 11248 27 0,'0'-2'261'0,"3"-2"1"0,-1 1-10 0,-2-1 4 0,3 0-12 16,-3 4-4-16,1-5-14 0,3 4-10 16,-4 1-15-16,4-7-16 0,-4 7-22 15,1-1-17-15,-1 1-16 0,0 0-28 0,0 0-20 0,0 0-32 16,0 0-26-16,0 0-5 0,0 0-7 0,1 12 0 15,-1-6 2-15,-2 7 7 0,-1-1-13 16,-2 7 0-16,0-1 0 0,1 0-1 16,0-1 0-16,4 1-1 0,-1 0-1 0,0-1 1 15,-2-1-13-15,6-5 6 0,-3-1-7 0,1 0 5 16,0-3-1-16,2 0 8 0,1-2 10 0,-2-2 18 16,2-1 20-16,2-1 11 0,-6-1 7 0,15-3 5 15,-6-3 2-15,1 1-7 0,0-2-2 0,4-3 1 16,-1-1 4-16,1-1-21 0,0 1-6 0,-1-2-7 15,3 1-2-15,-3-4-6 0,-3 7 2 0,-1-1 2 16,-1 3 2-16,-2 1-5 0,-1 1-6 0,-1 1-8 16,1 0-2-16,-1 1-5 0,-3 1-22 0,3-2-19 15,0 2-24-15,-4 2-10 0,0 0 8 0,0 0 1 0,10 8 10 0,-6-4 5 16,1 3 1-16,2 3 4 0,-1 1 6 0,2 0 5 16,1 2-1-16,1-1 3 0,1 2 2 0,1-1 2 15,2-1 5-15,2 0 6 0,2-2 0 0,0-3 4 16,0-3 0-16,10 1-2 0,0-5-1 0,-2 0 7 15,5-1-5-15,-3-4 6 0,0-2 3 0,-1-2 1 16,-2-2-7-16,-2 1 6 0,-5-2 3 0,-1 3 4 0,-3-6 3 0,1 1 0 16,-2-1 15-16,-2 0-11 0,-2-2-3 0,-1-1 3 15,-5 0-7-15,-1-1-5 0,-2 1-5 0,-1 0-1 16,-4 1 0-16,-3-1-3 0,-6 5-4 0,-1 0-3 16,-7 0-1-16,-6 2 3 0,1 1-1 0,-5 3-3 15,-1 2 4-15,0 2-1 0,-1 3-1 0,1 3-3 16,0-1 6-16,4 3-3 15,6-3-20-15,5 4-18 0,0-3-16 0,6 3-24 16,1-1-10-16,3 0 6 0,3-1 4 0,2 4 10 16,2-2 12-16,2 1 9 0,7 2 6 0,2-5 6 15,8 4 9-15,4-2 0 0,7-2 5 0,3-2-7 16,4 2-1-16,-1-4 6 0,2-2 0 0,-3-1 1 16,4-1 5-16,-1-3 0 0,1-1 4 0,-4-1-1 15,-1-3 5-15,-3-2 8 0,-3 2 8 0,-1-4 16 0,1-1 14 16,-5 1 9-16,-3-3 13 0,-2 3 17 0,-1-2 11 15,-2 3 22-15,-5 0 13 0,0 1 22 16,0-1 8-16,-1 1 9 0,-2 4 1 0,1 0-2 0,-2 0-13 0,-2 2-6 16,1 3-7-16,-2-1-5 0,0 0-25 15,-1 1-13-15,2 2-5 0,0 2-45 16,-3 1-42-16,2-4-36 0,-2 4-26 16,0 0-1-16,4 7 8 0,-4 3 6 0,1 2 5 0,-1 6 3 0,0 6 9 0,0 6 0 15,-1 2 3-15,-3 0 11 0,-1 1 3 16,1-1 0-16,0-3 4 0,0-1-3 15,2-1 8-15,1-2 7 0,-2-9-6 16,3 0-1-16,-2-3 4 0,2-3 5 0,-2-1 3 0,2-1 6 0,0-3 6 0,0 0 19 16,-1 0 33-16,2-1 34 0,-1-4 26 15,0 4 20-15,0-4 12 0,0 0-10 16,0 0-6-16,0 0-5 0,14-8-14 0,-6 1-14 0,-1 0-15 0,3-3-6 16,1-2-9-16,-2 2-8 0,1 1-4 15,-2-1-7-15,-2 3-8 0,2-1-10 16,1 0 3-16,-4 3-15 0,0-2-17 0,-1 6-11 0,1-4-18 0,2 3-25 15,-1 0-23-15,2 2-17 0,-1 0-21 0,5 1-13 16,-1 1-14-16,2 4-11 0,2-1-6 16,2 2-6-16,0 2-13 0,-1-1-5 0,2 1-8 15,1 0 0-15,-2-1-4 0,-2-1 9 16,-2 0 5-16,2-4 10 0,-3 2 8 0,-1-1 16 0,1 2 12 0,-2-5 12 16,-2 0 22-16,1-1 18 0,-2 0 29 15,-1-1 31-15,0-1 38 0,0 0 20 16,-1-1 15-16,-2 2 16 0,1-2 10 0,0 1 11 0,-2-1 20 0,-2 3-11 15,5-7-2-15,-3 5-6 0,0-2-7 0,-2 4-3 0,5-4-6 16,-4 1-7-16,-1 3-6 0,4-2-7 16,-4 2-10-16,2-4-8 0,0 1-7 15,3 0-2-15,-1 1-2 0,1-1-2 0,1-1-6 0,2 2-3 0,1-2-1 16,0-3-1-16,1 1-3 0,2 2 2 16,-2-4-10-16,2 3 3 0,-2-3 3 15,-1 1 1-15,1 2-10 0,-2-2 3 16,-2 1 0-16,-1 0 1 0,1 2-4 0,0-1 3 15,-3 1 8-15,0 1-11 0,0-1-6 0,-2 2-5 0,-1 2-9 0,2-4-6 0,-2 4 1 16,0 0-3-16,0 0 2 0,0 0-2 16,-16 6 6-16,4-1-4 0,1 2 3 15,0 2 0-15,-5 0 2 0,2 5-8 0,-3-3-8 0,7 0-9 0,-4 3-3 16,1-1-9-16,1 1-10 0,3-2-14 16,2 0-8-16,1-2-20 0,2-1-13 0,1 2 1 15,3-1-14-15,4 1-22 0,1-6-32 16,0 1-229-16,4-5-450 0,1 2 199 15</inkml:trace>
  <inkml:trace contextRef="#ctx0" brushRef="#br0" timeOffset="52678.8">23863 11197 105 0,'4'-5'299'0,"1"-1"-15"0,0 0-14 0,-1 1-15 16,0 3-27-16,-2-2-24 0,1 0-25 0,-2 2-19 15,-1 2-18-15,8-1-13 16,-8 1-16-16,7 3-18 0,-3 1-12 0,0 2-13 0,0-1-6 0,-2 4-9 15,2-1-7-15,-1 4-3 0,1-3-4 16,-3 3-7-16,0 1-7 0,1-1-5 16,-2-2-1-16,-2 1-5 0,2-1-9 0,-1-3-2 0,1 1-1 15,-1-3 1-15,1 0 3 0,0-2 2 16,-1 1 22-16,1 1 28 0,0-5 37 0,0 0 31 0,0 6 24 0,0-6-1 16,0 0-15-16,0 0-24 0,0 0-8 0,5-17-29 15,0 10-22-15,-2-1-34 0,4-3-18 16,1 2-27-16,3-5-31 0,1-1-24 15,0 5-20-15,6-5-22 0,-5 4-24 0,6-1-19 0,-4 2-18 0,2 2-13 16,2 4-23-16,-2-3-19 0,-3 4-196 16,-1-1-470-16,1 3 207 0</inkml:trace>
  <inkml:trace contextRef="#ctx0" brushRef="#br0" timeOffset="53074.83">24273 11269 150 0,'1'3'235'15,"-1"-3"8"-15,3 1-2 0,-3-1-18 0,0 0-11 16,13-1-15-16,-4-3-19 16,2 1-17-16,1 0-12 0,4-4-14 0,1-1-13 15,3 0-11-15,-1 0-12 0,0-1-9 16,9-3-7-16,-11 2-7 0,0 0-10 0,2-1-5 0,-5 1-8 0,3 1 2 16,-8 2 6-16,1-1 3 0,-5 2 6 15,2 1 7-15,-2-1-4 0,-3 1-16 16,0 1-12-16,-2-1-12 0,-4 1-3 0,-1 1-1 0,-4 1-6 0,-4 2-6 0,-5 2 3 15,-4 3-3-15,-6 1-7 0,-4 2-1 16,5 2-2-16,-1 2-1 0,3 2 0 16,3 2-8-16,4-5 2 0,0 2-1 15,8 2-14-15,2 2-2 0,0-1 0 0,8 1 3 0,7-2 2 0,-1 0-2 0,10 0 14 16,8 2-5-16,3-4 1 16,2-2 3-16,3 0-2 0,0-6 2 15,5 2 3-15,0-4 1 0,2-2-2 0,-2 0-1 16,-4-1 7-16,-2-1 6 0,-2 0 9 0,-10 1 14 0,-6 0 13 0,-2 0 18 0,-2 0-5 15,-1-3 0-15,-3 3-6 0,-5 0-6 16,13 0-8-16,-9 0-15 0,-4 0-5 16,6-1-25-16,-6 1-27 0,0 0-32 0,0 0-51 0,0 0-74 0,4-4-120 15,-4 4-245-15,0 0-597 0,0 0 265 16</inkml:trace>
  <inkml:trace contextRef="#ctx0" brushRef="#br0" timeOffset="59008.9">26907 10965 232 0,'0'-5'254'15,"-3"0"-16"-15,3 1-12 0,0-1-18 0,0 2-18 0,-1-2-18 16,1 5-20-16,-4-7-14 0,4 2-14 0,-1 2-12 0,-2-1-12 16,2 2-11-16,1 2-12 0,-5-5-1 0,-2 3-11 15,1 1-8-15,-2 1-9 0,-2-1-4 0,-4 3-3 16,-1 0-7-16,-6 5-6 0,-4 2-1 0,-1 2-3 15,3 2-4-15,-1 0-7 0,0 4-1 0,0 2 1 16,5-1-3-16,0 2-8 0,5 0 7 16,0-3-3-16,1-3-2 15,2 3 3-15,3-2-3 0,2 2 3 0,1-3-4 0,2-2 0 16,1 1-1-16,-1-4 6 0,6 1 0 0,-2-3 6 16,1 0 6-16,1-1 8 0,1-1 7 0,2-2 3 0,1-2 14 0,4 2 2 0,-1-6 13 15,3 2 8-15,1-6-4 0,-3 1 3 0,5-2-4 0,-2 1-2 16,1-4 3-16,1 0-3 0,-5-2-7 15,2 2 5-15,-3 2 0 0,0-1 10 16,-2 0 6-16,-3 1 5 0,1 1-3 16,-3 3-5-16,2 1-5 0,-2-2 2 0,1 2-14 15,-2 1-6-15,0-1 5 0,-2 4-20 0,2-3-8 0,-2 3-7 16,3-4-1-16,-3 4-31 0,2-4-18 16,-2 4-22-16,0 0-8 0,0 0-10 0,0 0 3 15,0 0 4-15,2 15 10 0,-5-8 6 0,0 4 6 16,1 0-3-16,-2 4 6 0,1 2 4 0,0 0 7 0,0 1-4 0,-2 0 5 0,4-1-1 15,0-2 5-15,1 2 2 0,0-6 2 16,0 1 1-16,2-1 6 0,-1-2 4 0,3-3 3 16,-3 0 5-16,2 0 4 0,-2 0 28 0,3-1-11 0,-1 0 9 15,3-3 6-15,0 2 17 0,6-4-4 0,-1-3-2 16,7 0-8-16,2-2-3 0,1-1-7 16,3-3 9-16,6-2-39 15,-2-4-53-15,1 0-50 0,-2-4-45 0,1-1-57 16,-1-1-63-16,1 4-84 0,-6 0-236 0,-2-3-630 15,-7 7 279-15</inkml:trace>
  <inkml:trace contextRef="#ctx0" brushRef="#br0" timeOffset="59554.78">27440 11090 59 0,'1'-4'271'15,"-1"1"-6"-15,0 3-7 0,1-5-19 16,-1 2-19-16,0 3-15 0,0 0-19 0,0 0-20 16,0 0-19-16,0-7-12 0,0 7-16 0,0 0-18 15,0 0-12-15,0 0-10 0,0 0-8 0,-13 8-12 16,6 0-1-16,-3-2-9 0,-1 4-7 16,-1 2-5-16,0 1-4 0,3-3-4 0,-4 1-4 0,4 0-2 15,3 0-1-15,-4 1-2 0,3 1-4 16,5-4-1-16,-2 3 0 0,1-4-1 0,-1 0 0 0,3 0 5 0,1-3 4 0,1 3 2 15,3-4 4-15,0 1 9 0,4-2 3 0,2-2 3 16,0-1-4-16,3-1 1 0,6-2 7 0,-6-2-2 16,5 0 1-16,-3-2 5 0,2-2-6 15,-4-2-5-15,3 0 0 0,-5-1-7 0,1-2-4 16,-1 0 10-16,-4-1-14 0,-2 4 5 0,0 1 8 16,-1 0-18-16,-3 1 0 0,-1-3-5 15,0 3-8-15,-1 1 3 0,0 0-8 0,-2 4-8 16,-3-1-8-16,2 1-7 0,-1-1-8 0,-1 2-3 15,1 2-23-15,-4 0-19 0,2 1-17 16,-2 1-14-16,0 1-22 0,-2 2-18 0,2 0-22 0,0 4-26 16,1-4-20-16,3 1-242 0,0 0-493 15,1 2 218-15</inkml:trace>
  <inkml:trace contextRef="#ctx0" brushRef="#br0" timeOffset="59795.34">27776 11165 164 0,'0'0'287'0,"6"0"-30"0,-6 0-24 15,0 0-21-15,0 0-25 0,7 3-20 0,-7-3-17 16,-2 6-17-16,1-1-17 0,-3 1-6 0,0 5-13 0,-1-1-9 0,-3 2-6 0,1 4-21 0,-2 1-26 15,-3-3-32-15,-7 7-46 16,4 0-62-16,1-6-76 0,-2-5-162 0,0 2-370 16,4-9 164-16</inkml:trace>
  <inkml:trace contextRef="#ctx0" brushRef="#br0" timeOffset="60426.78">28426 10964 199 0,'5'-7'282'0,"-1"2"-6"0,0-1-6 0,-3 0-9 0,3-1-10 0,-1 0-22 16,-2 2-6-16,0-2-15 0,-1 2 8 0,3 0-34 15,-3-2-21-15,-3 3-19 0,3 0-17 0,-1-2-13 16,-2 3-20-16,-2 2-11 0,0-1-13 0,-8 2-8 15,3 0-13-15,-3 2-6 0,-5 2-6 0,-1 4-4 16,1 0-5-16,-7 7 2 0,2-3-5 16,1 5-1-16,3 0-4 0,4-5-6 15,-5 6 2-15,5 3-3 0,5-4-5 0,-2-2 3 16,6 0-1-16,0-2-7 0,0 0-16 0,3-1-1 16,3-3 2-16,0 0 0 0,2-1 8 0,-2-2 3 15,4 1 4-15,1-3 9 0,0-3 11 16,5 2-1-16,2-3 5 0,-2-1 6 0,4-2 5 15,-2-1 6-15,4-5 3 0,-3 0 2 0,2-1 0 0,-4 1-10 0,2-3 6 0,2 2 9 16,-2 1 5-16,-5 0 4 0,0 1 1 0,-1 2 1 16,-2 1-5-16,-1 1-8 0,-1-1 6 15,2 4-10-15,-1 0-12 0,-4 1-4 0,4-6-17 0,-4 6-11 16,4-1-14-16,-4 1 1 0,0 0-18 16,0 0 9-16,9 6-4 0,-5-4-1 0,-1 2 1 15,4 5 4-15,-1-4-8 0,1 7-1 0,3-4-10 16,-1 1-15-16,4 3-19 0,2-2-19 15,-1-1-16-15,1 1-34 0,1-1-48 0,0-1-53 16,2-3-76-16,-6-2-217 0,1-1-578 0,0-2 255 0</inkml:trace>
  <inkml:trace contextRef="#ctx0" brushRef="#br0" timeOffset="60882.97">28719 11107 280 0,'0'-5'336'0,"0"5"-15"16,0 0-22-16,2-5-20 0,-2 5-26 15,2-4-30-15,-2 4-16 0,0 0-26 0,0 0-12 16,0 0-26-16,0 0-15 0,0 0-13 15,1-3-21-15,-1 3-14 0,0 0-15 0,0 0-13 16,0 0-5-16,0 0-5 0,-3 15-9 0,2-10-6 0,0 4 2 0,-3 2-6 16,0-2-1-16,-1 3-3 15,1 5 1-15,-2-6-2 0,3 2-1 0,-2-5-1 16,1 3-1-16,2-5-2 0,0 3-4 16,0-4-4-16,0-1-3 0,1 3-2 0,0-3 2 0,1-2 6 0,0-2 20 0,0 0-1 15,2 4 2-15,-2-4-3 0,0 0 2 16,20-6 1-16,-10-1-4 0,5-2-3 15,-3 2 2-15,2-4-5 0,2-1-3 0,0 2 1 16,0 0-2-16,-2 2-4 0,3-2-3 0,-8 3 6 0,1 0-8 16,-3 4 0-16,-1-2-4 0,0 4-3 0,-2-2 3 15,0 1-14-15,-4 2-4 0,9 1-4 16,-3 0-9-16,-6-1 18 0,8 6-28 16,-3-3-11-16,-1 3-15 0,-1 1-26 0,1 3-26 0,-2 1-31 0,3-1-40 0,-2-2-40 15,-5 4-261-15,2-4-529 0,0 1 234 0</inkml:trace>
  <inkml:trace contextRef="#ctx0" brushRef="#br0" timeOffset="61109.28">29236 11123 252 0,'0'0'252'0,"0"0"-29"0,0 0-24 0,0 0-18 0,0 0-22 0,0 0-18 0,-2 12-16 16,-1-7-10-16,-3 2-12 0,-1 4-12 15,0 0-7-15,0 0-10 0,-2 6-7 16,-3 0-21-16,0-1-32 0,0 1-38 0,-7 4-65 0,0-3-102 0,3-7-113 16,2-2-329-16,5-2 146 0</inkml:trace>
  <inkml:trace contextRef="#ctx0" brushRef="#br0" timeOffset="61761.85">29429 11204 15 0,'-5'2'232'0,"5"-2"3"0,0 0-7 0,0 0 1 0,0 0-17 0,0 0-15 15,0 0-11-15,0 0-2 0,0 0-13 0,0 0-19 16,0 0-13-16,0 0-11 15,19-9-2-15,-12 2-6 0,0-1-5 16,3-1-9-16,-1-1-9 0,4-2-6 0,1-3-4 0,-2 1-6 0,3-8-8 0,-6 5-6 16,9-7-5-16,-5-2-10 0,1 3-5 0,-1-6-13 15,1 1-9-15,0-1-5 0,-3 1-6 16,1-3-6-16,-3 6 2 0,0-1 6 16,-3 1 4-16,0 0 30 0,-1 8-22 0,-1 0 0 15,-4 5 9-15,4 4 15 0,-4-1-18 0,0 2-5 0,1 2-1 16,2-1-5-16,-2 2-9 0,-1 4-11 0,0-5-16 15,0 5-20-15,0-2-14 0,0 2 9 16,0 0-4-16,-9 9 2 0,4 2 4 0,-5 7 1 0,-3 4 4 0,0 6 9 0,-3 1-5 16,3 1 5-16,2 0 2 0,-2 0 3 15,-1 1-2-15,5-1 5 0,1 2 3 16,2-3 1-16,2 0 3 0,-1-1 4 0,5-5 0 0,0-3 11 0,2-3 9 16,6-1 19-16,-2-2-3 0,1-2-2 15,1-3 1-15,2 1 3 0,4-3-2 0,2 3 4 16,0-5 0-16,1-2 4 0,-2 1-4 15,2-4-2-15,-4 0 1 0,1-4-2 16,2 1 9-16,0-1 1 0,-3-1-14 0,2-5-5 0,-4 6 2 0,-1-6 4 0,-1 0-8 16,-3 3-7-16,-2-4-6 0,0 2-6 15,-2-3 0-15,-3 3-7 0,-1 1-8 16,-4-1-5-16,-1 2-12 0,-10 0-2 16,4 4-4-16,-3-5 0 0,-6 4-11 0,4 4-18 0,-5-2-18 0,2 4-23 0,-1-2-27 15,1 4-34-15,1 4-31 0,2-3-45 16,1 3-255-16,3 0-536 0,3 0 237 0</inkml:trace>
  <inkml:trace contextRef="#ctx0" brushRef="#br0" timeOffset="62149.36">29873 11090 28 0,'0'0'364'0,"4"-2"-26"0,-4 2-25 0,3-3-25 16,-3 3-31-16,0 0-30 0,0 0-30 0,0 0-16 0,0 0-26 0,9 0-20 16,-9 0-13-16,0 0-13 0,0 0-16 0,0 8-8 15,1-5-7-15,-2 3-7 0,1-1-7 16,-2 3-5-16,-1 3-5 0,-1-1-9 16,4 0-13-16,-5 1 0 0,1 0-6 15,2-6 5-15,0 1-11 0,1-2 0 0,1 2 3 0,-2-2-4 0,0 0 0 16,2-1 3-16,0-3 3 0,-2 4 27 0,2-4 18 15,0 0 2-15,0 0 0 0,0 0-9 16,15-4 6-16,-3-2 2 0,-3 1-9 0,0-2-8 0,1 4 6 0,1-4 0 16,-3 3-7-16,0-1-8 0,-2 3-6 0,0-1 2 15,-2 1-9-15,0 1-15 0,-4 1-7 0,8-2 4 16,-8 2-2-16,10 2-3 16,-5-1-19-16,1 3 19 0,-2-1-20 0,3 5-9 0,0-4-16 0,0 3-15 15,-1 3-41-15,1-5-36 0,-2 7-47 16,0-4-44-16,-2 1-56 0,1-1-309 0,-1-2-632 15,0 0 280-15</inkml:trace>
  <inkml:trace contextRef="#ctx0" brushRef="#br0" timeOffset="62737.56">30681 10551 149 0,'0'0'239'0,"0"0"-24"16,0 0-25-16,2-3-23 0,-2 3-18 16,0 0-18-16,0 0-17 0,-10 12-15 0,-1 3-6 0,-2 0-16 0,-4 7-9 0,-6 6-8 15,-2 14-7-15,-3 4 0 0,1-2-6 16,2 3-3-16,3 2-3 0,4 0-3 16,6-2 21-16,6 1 14 0,2-1 20 0,8-13 11 0,4 1 6 0,5-1-6 15,5-2 3-15,1-3-3 0,2-2 2 0,1-4-9 16,5 1-4-16,-1-6-8 0,1-3-9 15,-3-4-12-15,-6-2-3 0,1-4-1 16,-4 1-9-16,-2 0 8 0,-3-6 15 16,-5 1 8-16,4 2 13 0,-4-2 12 0,-1-1 0 0,-4 0-11 0,0 0-3 0,9-3-20 15,-7 1-17-15,-2 2-29 0,3-5-14 16,-3 2-30-16,0 3-36 0,-1-9-41 16,-1 6-33-16,0-2-50 0,0 0-43 15,-1 0-72-15,0-1-271 0,2 2-610 0,-1-3 271 0</inkml:trace>
  <inkml:trace contextRef="#ctx0" brushRef="#br0" timeOffset="63199.9">30946 10951 123 0,'4'-4'353'0,"-2"3"-8"0,-2 1-17 0,2-6-15 16,0 4-27-16,-2 2-27 0,0 0-40 0,1-5-16 15,-1 5-28-15,0 0-31 0,0 0-20 16,0 0-15-16,0 0-14 0,-1 13-6 0,-1-7-6 16,0 5-16-16,-4 0 3 0,2 0-9 15,0 1-7-15,-3 3-6 0,0 2-8 0,2 0-3 0,-2-3-3 16,3-2-2-16,0-1-6 0,0-1 5 15,1-3-4-15,1-2 0 0,1 3-4 16,-2-3 5-16,2-1 7 0,1 0 9 0,0-4 24 16,-2 4 27-16,2-4 15 0,0 0-9 0,0 0-14 0,0 0-8 0,16-8-2 0,-7 3-14 15,3-2 5-15,1-3-13 0,3-1-4 16,-1 1-14-16,0-2-2 16,-2 5-6-16,1 3 8 0,-4-5-11 0,-1 6-5 15,-5 0-3-15,5-3-10 0,-4 6 9 0,0-3-7 0,-1 1-8 0,-4 2-2 0,0 0-11 16,9 2 1-16,-3 1-11 0,-2 1-3 15,1 1-1-15,-1-2-5 0,1 7-26 16,1 0-4-16,0-1-26 0,-4 3-28 16,2-3-23-16,0 1-32 0,0 2-32 0,-1-3-41 15,-1-1-39-15,1 2-313 0,-2-3-642 0,0-3 284 0</inkml:trace>
  <inkml:trace contextRef="#ctx0" brushRef="#br0" timeOffset="63378.14">31313 11030 93 0,'0'0'371'15,"2"-3"-18"-15,-1-1-23 0,-1 4-19 0,4-5-27 16,-4 5-44-16,9-4-44 0,-2 2-36 16,0 1-32-16,5-2-44 0,-1 2-52 0,1 1-57 15,-1-1-69-15,2 0-79 0,-1-1-209 16,-2 0-413-16,-4 2 182 0</inkml:trace>
  <inkml:trace contextRef="#ctx0" brushRef="#br0" timeOffset="63559.41">31352 11117 106 0,'-4'1'244'0,"4"-1"6"0,0 0-11 0,-2 4-13 0,2-4-13 0,0 0-16 16,6 5-15-16,-1-4-18 0,6 2-17 15,1-2-18-15,1-1-27 0,1 0-40 16,0 2-48-16,0-2-60 0,4-4-68 0,3 0-91 16,-8 0-114-16,-1 1-345 0,0-1 153 0</inkml:trace>
  <inkml:trace contextRef="#ctx0" brushRef="#br0" timeOffset="63864.78">31731 10860 250 0,'2'-5'358'0,"0"1"-22"0,-2 1-15 16,0 3-28-16,3-5-19 15,-3 5-48-15,1-4-23 0,-1 4-29 16,0 0-24-16,0 0-15 0,0 0-17 0,0 0-16 0,-3 12-4 0,2-3-12 16,-2-1-15-16,2 6-3 15,-3 1-9-15,1 5-3 0,-2-4-6 0,-1 3-6 16,2-2-2-16,0 3-8 0,-1-2-4 0,2 2 1 0,1-4-4 0,-1 0-2 15,-1-7 1-15,3 3-5 0,0-3-1 16,-2-2-1-16,3-1-2 0,-1-1-1 0,-2 0-1 0,3-2 2 16,0 1 1-16,0-4-1 0,0 7 2 15,0-7-1-15,-1 4-6 0,1-4 0 0,0 0-12 0,0 0-19 16,-5 4-24-16,5-4-26 0,0 0-26 16,0 0-41-16,0 0-89 0,0 0-106 0,0 0-168 0,0 0-540 0,0 0 240 15</inkml:trace>
  <inkml:trace contextRef="#ctx0" brushRef="#br0" timeOffset="64053.97">31876 11107 135 0,'0'0'274'0,"0"0"-27"15,0 0-25-15,0 0-17 0,0 0-31 0,0 0-17 16,4 6-17-16,-5-2-13 0,-3 1-8 0,0 3-14 0,0 1-3 0,-3-1-16 15,0 2-31-15,-2 4-30 0,0-5-26 16,-5 4-46-16,3-2-43 0,0-1-53 0,1-5-173 16,1 2-341-16,0-2 150 0</inkml:trace>
  <inkml:trace contextRef="#ctx0" brushRef="#br0" timeOffset="64493.81">32051 10860 53 0,'2'-2'284'0,"1"-1"-10"0,1 1-21 16,0-2-26-16,1 3-20 0,0-3-19 0,0 3-23 0,3 1-20 0,-8 0-16 15,13 0-11-15,-4 2-16 0,1 2-6 16,2 0-9-16,2 1-14 0,-4-1-7 16,3 2-4-16,-4 4-7 0,0-3-7 0,-1 5-4 0,1-1-3 0,-1-2-5 15,-4 3-5-15,0-1-4 0,1 6-6 16,-5 0 4-16,-3-2-6 0,0 1-1 16,-5 2-1-16,-1 0-4 0,-3-1-3 0,-6 3-2 0,-1-1 4 0,4-6-2 15,-7 4-1-15,3-5-1 16,5 0 1-16,-4-3-4 0,5 0 2 0,1 0 1 0,3-4-7 0,1 1 2 15,1-2 2-15,4 0 1 0,-4-4-1 16,4 3 3-16,3-3 8 0,-7 4 7 16,5-2 5-16,2-2 0 0,-3 3 3 0,3-3 1 0,0 0 4 0,5 5-8 15,-5-5 0-15,12 0-2 16,-2 3-7-16,-4-3 1 0,3 1-3 0,-2 0-23 16,3 2-30-16,1 0-34 0,-6-2-43 0,4 2-55 0,4-2-52 0,-5 0-240 15,-1 1-498-15,1 0 220 0</inkml:trace>
  <inkml:trace contextRef="#ctx0" brushRef="#br0" timeOffset="64711.36">32290 11263 319 0,'0'0'311'0,"0"0"-32"0,4-3-23 16,-4 3-27-16,0 0-31 15,0 0-19-15,0 0-17 0,0 9-17 0,0-6-15 16,-3 4-16-16,2-1-7 0,1 1-12 0,-10 2-12 0,6 1-16 0,-3 2-17 16,-2 0-33-16,-3 3-27 0,-1-1-38 15,-1 1-51-15,-4-2-46 0,2-3-84 16,-1 1-140-16,-1-2-399 0,3-1 177 0</inkml:trace>
  <inkml:trace contextRef="#ctx0" brushRef="#br0" timeOffset="65088.33">32436 11153 25 0,'0'0'315'0,"0"0"-25"0,0 0-27 0,2-5-28 0,-2 5-27 16,4-2-32-16,-4 2-38 0,9 0-40 15,-9 0-49-15,9-1-61 0,-1 0-60 0,0 0-69 0,-1-2-121 0,-2 2-285 16,4-2 126-16</inkml:trace>
  <inkml:trace contextRef="#ctx0" brushRef="#br0" timeOffset="65244.15">32695 11113 220 0,'0'0'292'16,"6"-3"-34"-16,-3 0-24 0,4 1-38 16,0 0-45-16,1 0-54 0,2-2-64 0,3 3-83 15,-3-2-189-15,-10 3-258 0,0 0 114 16</inkml:trace>
  <inkml:trace contextRef="#ctx0" brushRef="#br0" timeOffset="65409.78">33005 11076 143 0,'0'0'383'0,"0"0"-47"0,0 0-12 15,0 0-38-15,0 0-22 0,0 0-33 0,0 0-43 16,0 0-59-16,0 0-62 0,0 0-74 0,0 0-81 15,46-9-117-15,-46 9-138 0,16-9-369 16,-16 9 164-16</inkml:trace>
  <inkml:trace contextRef="#ctx0" brushRef="#br0" timeOffset="66231.95">33309 10478 6 0,'0'0'260'16,"0"0"-23"-16,0 0-22 0,0 0-22 0,0 0-21 0,0 0-19 0,0 0-18 0,0 0-20 15,0 0-11-15,0 0-14 0,0 0-8 16,0 0-8-16,0 0-12 0,0 0-3 0,0 0-10 0,0 0-1 16,0 0-4-16,-7 56-5 0,7-39-6 15,2 4 0-15,-1 4-2 0,0 1-3 0,4-1-1 16,0 1-6-16,0-7 3 0,1 5-3 15,-3-4-3-15,5-3 2 0,-3-3-3 16,5-1 1-16,-10-13-1 0,15 21-4 0,-5-12 1 0,1 4 1 0,-11-13-1 0,19 15-4 16,-7-8-3-16,-12-7 2 15,19 9-1-15,-19-9-1 0,0 0-1 16,26 3 5-16,-26-3 6 0,0 0 8 0,0 0-5 0,0 0-1 0,32-15 10 0,-32 15-1 16,0 0-2-16,15-15 1 0,-15 15 1 0,6-11-8 15,-6 11-3-15,0 0-3 0,2-17-4 16,-2 17-3-16,0 0-1 0,0 0-5 15,0 0 2-15,-15-21-6 0,15 21-8 16,0 0-2-16,0 0-3 0,0 0 1 0,0 0-1 0,-35 2 1 0,35-2 1 16,0 0 1-16,-36 29 0 0,23-15-3 0,-5 8 2 15,3 3 1-15,-3 0 3 0,1 2-1 16,2 5 7-16,-9 9-3 0,10-7-2 16,-4 11 9-16,8-13-5 0,2 4 0 0,-3 8 2 0,3-6 2 0,0-6-4 0,4 5 1 15,4 9 2-15,-1-11-1 0,0 9 2 16,-1 5-3-16,1-15 7 15,1 0 1-15,-5 16 0 0,5-4 5 0,0-11-2 0,-2 0-3 0,-2 0-2 0,-4-3-1 16,0-1 3-16,-6-5 1 0,0 0 2 16,-1-3-3-16,-6-5 1 0,2 0 6 0,2-7-1 15,-5 2 2-15,-5-4-1 0,-1 0-1 16,-7-4 1-16,2-3-3 0,-23 2-11 16,-2-6-59-16,-3-3-107 0,-34-5-249 0,33 1-454 0,-28-8 201 0</inkml:trace>
  <inkml:trace contextRef="#ctx0" brushRef="#br0" timeOffset="69522.88">3167 14292 87 0,'4'-1'99'0,"4"-3"-4"0,-1 1 6 16,-1-2-9-16,0 1 6 0,1 1 5 16,0 0 2-16,-2-3-11 0,-1 1 0 0,1 1 1 15,-1-2 3-15,2-1 7 16,-2 2 0-16,0 0 7 0,-3-2-3 0,3 2 2 0,-4 0-3 15,3-2 4-15,-3 0-9 0,0 2-10 0,1-1-2 0,-2 0-4 16,-2 2-13-16,2-2-7 0,-2-1-11 16,-2 2-5-16,-5-2-9 0,1 4-4 0,0 1-8 15,-4-1-5-15,0 3-4 0,-2 0-5 0,2 3 0 16,-6-1-4-16,4 4-4 0,-3 0 1 0,3 2-4 16,-3 1 0-16,4 4-1 0,-4-1-3 0,0 6-4 0,1-2 1 15,4-1 0-15,2 1-1 0,-2 1-5 0,3 0 4 16,4 0 0-16,-1 0 7 0,1-1-7 0,3 3 2 15,3-4-8-15,0 1 5 0,3-2 1 0,1-4 1 16,2 1 2-16,-2-1-2 0,3-2 6 16,1-2 6-16,1 0 2 0,1-2 9 0,2-1 5 15,-2-1 10-15,3-4 12 16,-3 1 12-16,3-4 6 0,1-1 4 0,0-1 4 16,1-4 5-16,-2 1-3 0,0-3 4 0,1 1-9 15,-2-2 0-15,0 2 4 0,-7 0 11 0,4-2-7 16,0 5-2-16,-6-1 2 0,3 0 11 0,-2 4-6 15,1 0 5-15,-4 2-20 0,2 1 0 0,1-1-26 16,-2 1-10-16,-1-1 5 0,-1 4-11 0,3-5-23 16,-3 5-27-16,0 0-18 0,1-3-16 0,-1 3-3 0,0 0 3 0,0 0 7 15,8 12-2-15,-7-7 7 0,2 2 5 0,-2 2 17 16,2 0-9-16,1 2 3 0,-2 2 3 0,3-3 7 16,-1 4 0-16,1-3 3 0,-1 0-10 0,0-1-22 15,1-1-22-15,-1 2-16 0,2-3-18 0,2 1-27 16,-3-1-27-16,3-1-53 0,0-2-56 0,-2-2-186 15,-1 1-491-15,3-4 216 16</inkml:trace>
  <inkml:trace contextRef="#ctx0" brushRef="#br0" timeOffset="69870.84">3528 14238 222 0,'0'0'236'16,"4"-2"-31"-16,-4 2-19 0,0 0-16 0,12 5-12 16,-5 1-16-16,-2-1-13 0,2 3-12 0,2 2-9 15,-1-1-7-15,-3 3-12 0,4 4-9 0,-1 0-2 16,-2 1-11-16,-2 1-8 0,1 0-4 0,-4-3-7 16,2 2-7-16,-3 0 1 0,0-5-5 0,-3 1-4 0,2-4 0 0,1-2-5 15,0 1 7-15,0-2 8 0,0-2 13 0,0 2 31 31,0-6 28-31,-2 5 30 0,2-5 28 0,-2 2 3 16,2-2-14-16,0 0-15 0,0 0-19 0,0 0-10 16,4-18-12-16,-3 7-8 0,5-5-15 0,2 1-18 15,4-7-21-15,1-3-31 0,2 3-25 0,3-3-24 16,0 3-16-16,0 1-8 0,-3 1-15 0,-4 8-6 0,2-1-32 16,0 4-23-16,-3 1-32 0,2 3-22 0,0-3-36 15,1 5-26-15,-1 3-225 0,-2 0-515 0,3 1 228 16</inkml:trace>
  <inkml:trace contextRef="#ctx0" brushRef="#br0" timeOffset="70287.87">3971 14401 70 0,'0'0'321'0,"0"0"-35"0,5 1-29 16,-5-1-22-16,0 0-25 0,10-11-15 0,-1 6-19 15,0-2-17-15,2 0-6 0,5-3-28 0,2 0-6 16,-1 0-13-16,8-6-2 0,-8 4-12 0,6-1-5 15,0-2-10-15,-8 1-1 16,9-3-10-16,-8 3-7 0,4-1-4 0,-6 3-6 16,-2-1-5-16,-1 4-3 0,-5 0 2 0,2 0-4 15,-3 1 3-15,-1 1 2 0,0 2-7 16,-4-2-3-16,0 2-6 0,-1 2-6 0,-6 0 0 0,1 0-9 16,-7 3-2-16,-3 1-3 0,-5 2-2 0,-6 4 0 15,3 3-5-15,0 2-3 0,-2 0 1 0,7-3 1 16,-3 8-5-16,7-3-1 0,2 2 1 0,3-3 3 0,1 2-4 15,5 0-3-15,-1 0 0 0,5-3 1 0,5 4 3 16,3-2 1-16,5-1 6 0,-1-2 7 0,14 0-5 16,5-1 12-16,2-1-9 0,4-6 1 0,17-3 1 15,-1-1 10-15,-4 2 12 0,-8-3 7 0,-6-1 2 16,0 2-2-16,-6-1 4 0,-7-2 9 0,-4 1 7 16,-4 3 28-16,-5-2 3 15,0 2 16-15,-2-1-1 0,-1 0 0 0,0 0-8 16,-6 1-12-16,8-2-20 0,-8 2-29 0,0 0-77 15,0-2-95-15,0 2-79 0,-20-3-79 0,0 1-357 16,6 2-704-16,1-3 312 0</inkml:trace>
  <inkml:trace contextRef="#ctx0" brushRef="#br0" timeOffset="71528.38">5475 14127 154 0,'0'0'208'0,"0"0"-10"0,0 0-15 16,0 0-18-16,0 0-18 0,0 0-14 0,0 0-10 16,0 0-17-16,0 0-12 0,0 0-13 0,0 0-6 0,0 0-8 15,0 0-12-15,0 0-1 0,-5 6-5 0,5-6-4 0,0 0-4 16,3 7-2-16,-2-3-7 0,1-2-1 0,-2-2-5 16,7 5 1-16,-4-2-4 0,1-1 0 15,3-1-12-15,0-1 3 0,2-1 0 0,-1 1-2 16,2-2-1-16,3-1-4 0,-3-1 4 0,-1 1-5 15,3-2 3-15,-5 0 0 16,1-1-2-16,0 1 0 0,-2 1-1 0,-2-2 6 16,-3 1 10-16,3 2 8 0,-3-1 2 0,2-1-2 15,-3 0-10-15,0 5 1 0,-8-5-3 0,3 5-4 16,-5 0-5-16,1 0 0 0,-9 4-1 0,4 0-3 16,-5 2-2-16,-7 2 0 0,1 2 0 0,-2 2-1 15,0 3-3-15,-1 2 0 0,1 1-1 0,0 2-6 16,0-3 4-16,3 4 2 0,4-2-2 0,1 1 3 0,2-1-6 0,5-3 4 15,5 0 6-15,-1 1-3 0,7-3 0 0,1 0 5 16,6-1-2-16,3 1 6 0,14 0 2 0,6-5-3 16,6 2 1-16,20-6 0 0,5 0 3 0,5-8-5 15,27-4 3-15,1-4-2 0,-30 5 0 0,29-7-1 16,-33 0 2-16,4 5-4 0,-6-7 2 0,2-2-2 16,-7 3 4-1,-3-5-3-15,-12 5-4 0,-8-1-5 0,2-2-2 16,-8 0 1-16,-8 6 1 0,-2 0 7 0,-4 0 2 15,-4 3-1-15,-3-2 9 0,-2 6-4 0,-1-5 0 16,-5 1-2-16,-4 3-2 0,-2 0-2 0,-7 2-2 16,-4 3 1-16,-8 4 0 0,-1 2-1 0,1 2-1 15,0 4-2-15,-1-3 2 0,4 4-3 0,1 1 4 16,9-2-4-16,0-2-2 0,4 2-4 0,0 2 5 0,6-4-2 0,4 0 6 16,1 2-4-16,1-3 0 0,6-1 4 0,1 4 5 15,4-5-2-15,9 0 1 0,1 1 2 0,3-7-1 16,9 2 0-16,1-2 2 0,1-2-1 0,1-2-1 15,-4-6 1-15,-1 1 0 0,-2 2-1 0,-8-4 0 16,2 1 3-16,-9-1-4 0,4-2 3 0,-6-2-2 16,-2 3 1-1,-2 1 3-15,2-5 2 0,-6 2 5 0,-2 1-1 16,-2 0-4-16,-2 1 2 0,-2 0-3 0,-2 1-4 16,0 3-4-16,-7-3-7 0,2 4-5 0,-5 1-5 0,0 2-7 15,-1 0-15-15,1 3-11 0,-4 0-24 0,3 3-34 16,1 1-40-16,4-3-55 0,1 3-178 0,2-1-409 15,2 1 181-15</inkml:trace>
  <inkml:trace contextRef="#ctx0" brushRef="#br0" timeOffset="71929.16">6559 14147 290 0,'0'0'315'0,"1"-5"-28"0,-1 5-36 16,2-2-27-16,-2 2-28 0,0 0-22 0,0 0-23 16,0 0-21-16,0 0-9 0,0 0-16 0,0 0-10 15,2 16-8-15,-2-8-10 0,0 3-10 0,0-1 2 16,-2 7-14-16,0-1-7 0,-1 2-1 0,1 1-7 16,0-4-4-1,2 2-2-15,-1-7-2 0,-1 1-4 0,-1-1-2 16,3-4-13-16,-1-1-3 0,1 0 0 0,-2-1 2 15,1 0 11-15,1 1 11 0,0-5 21 0,0 0 0 0,4 3 9 16,-4-3 3-16,0 0 6 0,19-12 1 0,-7 4 4 16,-3 2-13-16,1-2-2 0,1-1-15 15,0 2 1-15,-1-1-7 0,1 2-2 0,0-1 2 16,-4 3-10-16,2-2-5 0,-4 4 3 0,0-3-10 0,2 3 1 16,-5-1-4-16,6 1-5 0,-8 2-3 0,10 0 2 0,-2 0-3 15,-3 3-6-15,4 1-6 0,-4 1-2 16,4-2-6-16,-1 5-22 0,2 0-28 0,0 0-25 15,-2 2-35-15,2-2-39 0,-1 1-38 0,-1 0-44 16,1-2-285-16,-3-1-570 0,0-2 253 0</inkml:trace>
  <inkml:trace contextRef="#ctx0" brushRef="#br0" timeOffset="72329.67">7178 14130 130 0,'0'0'229'0,"-2"-2"-24"16,2 2-21-16,0 0-19 0,-4-3-17 16,4 3-18-16,0 0-11 0,0 0-12 0,-13 4-9 15,9 0-14-15,-1 0-6 0,-1 0-10 0,-2 2-10 16,-1 1 0-16,4 1-7 0,-5-2-6 0,2 1-7 0,1 2-6 0,0-1 2 15,2 0-11-15,0-1 1 0,-1 3-1 0,3-4-3 0,2 4-1 16,1-4-1-16,1 2-2 0,2 0 0 16,3 2-1-16,0 0-4 0,5-3 2 0,1 3-3 15,1-2-1-15,0 1-3 0,2-2 0 0,-2 3 3 16,-1-3-4-16,-1 0 1 0,-2-2-2 16,1 1 2-16,-1 1 1 0,-4-3 0 15,-1 1-7-15,0-3 1 0,-1 3 2 0,-2 0 4 16,-1 0-5-16,-1-3 2 0,-5 2 2 0,-3 2 5 15,-3 0-3-15,-5-1-1 0,-6 2-3 0,-4-1 1 0,0-1-1 16,-1 0-8-16,2 2-11 0,4-5-23 16,0-1-27-16,0 3-41 0,6-2-45 0,-1-3-186 0,4 0-363 15,7 1 161-15</inkml:trace>
  <inkml:trace contextRef="#ctx0" brushRef="#br0" timeOffset="73729.39">7603 13926 242 0,'-3'-7'304'0,"3"7"-18"0,-1-3-17 15,1 3-26-15,0-7-17 0,0 7-35 0,0-8-22 0,0 8-22 16,0 0-17-16,0 0-15 0,0 0-13 16,0 0-12-16,6 17-2 0,-6-4-18 0,3 4-3 0,-1 1-11 15,-2 8-9-15,1 0-3 0,-1 3-2 16,0 3-6-16,2-1-5 0,-5 0 2 0,3-1-8 16,-1 0-1-16,2-2 0 0,0-9-6 0,-3 1 2 0,3-2-3 15,-1-4 0-15,0-2-5 16,1-1 9-16,-1-4-10 0,0 0 4 0,0-1-2 0,0-2 7 0,0 0 3 15,0-4 30-15,0 0 18 16,-2 8 24-16,2-8-4 0,0 0-8 0,0 0-5 0,0 0-18 16,0 0-9-16,-15-14-16 0,6 7-4 15,1-1-15-15,-1 2-10 0,-1-2-3 0,-2 3-8 0,-3-5 1 16,-4 4-5-16,4 0 3 16,-3 1-1-16,0 0 3 0,-1 3-3 0,2-2 1 0,-1 3 2 0,5-1-3 15,1 2 1-15,0 0 10 0,7 0-24 0,-4-1-19 0,4 0-28 16,5 1-23-16,-9 1 4 15,9-1 10-15,0 3 9 0,0-3 7 16,9 5 4-16,0-4 8 0,6 1 3 0,7 0 3 0,6 0 8 0,6-2 2 0,4 0 5 16,0 0 5-16,14-4-1 0,1 1 3 15,3-1-1-15,-5-1 6 0,0-2 2 0,-11 4 0 0,-3-3 5 16,0-2-1-16,-4 0 1 0,-4 2 3 16,-8 0 26-16,-2 1 24 0,-6 3 22 0,0-3 24 0,-4 0 8 15,-3 2 4-15,0-1-7 16,-2-1-9-16,-1 1-11 0,-2 0-4 0,-1 4-13 0,0-7-9 15,-1 3-8-15,1 4-5 0,-7-2-5 16,0 1-7-16,7 1 0 0,-17 1-3 0,6 4-2 0,-1-1-9 16,-1 1-3-16,-2 7 1 0,-1-5 2 15,3 3-8-15,0 2-5 0,-1-1-16 0,1 2-2 0,5 1 1 16,-3-3-14-16,4-2-10 16,1 1-8-16,2 0-8 0,1-3-3 0,0-3 3 0,3 4 9 15,-1-1 9-15,3-2 9 0,3-1 6 0,-1-1 27 0,2-1-12 0,3-2 7 16,4 0 2-16,-1-2 11 15,4-3 4-15,0-2 3 0,4-1 6 0,-5-1 7 0,2-3-6 16,-3 0 9-16,3 2-4 0,-6-3-8 16,3-1 2-16,-2 0 8 0,-3 7 1 0,-1-4 8 0,-2 4-2 15,-1-2 6-15,-1 3-9 16,0 0 2-16,-3 2-6 0,3-2-2 0,-4 6-13 0,5-5 0 0,-4 4-19 16,-1 1-12-16,1-4-22 0,-1 4-4 0,0 0 3 0,0 0 0 15,0 0 1-15,0 0-13 16,-4 16-9-16,4-10-5 0,0 1-3 0,3-2 1 0,-2 3 3 15,3-1 4-15,0 3 1 0,2-4 8 16,1 2-2-16,2-2 5 0,0-2 4 0,2 1 6 0,3 0 2 16,-1-4 2-16,6 0 5 0,-2-1-1 15,2-1 5-15,-1-3 2 0,-2-1 5 0,1-1 10 0,-4 0 17 16,-2-1 21-16,1 2 23 16,-2-2 7-16,1-1 21 0,-4 1 16 0,3-1 18 0,-6 2 23 0,1 3 2 15,0-3 4-15,0 3-14 0,-1-1-8 0,-3 0-15 16,-1 4-4-16,5-4-14 0,-5 4-15 0,0 0-27 15,7-3-20-15,-7 3-19 0,0 0-14 0,0 0-1 0,0 0 3 16,0 11-8-16,0-11 7 16,-4 13-3-16,1-3-9 0,-3 0-6 0,2 3-11 0,0-3 12 15,3 2-12-15,-4-3-3 0,5-1-3 16,-4-4-2-16,2 2 1 0,0-1-1 0,1 0 4 16,1-2 14-16,0-3 13 0,0 0 27 0,-2 8 27 15,2-8 2-15,0 0-3 0,0 0-4 0,0 0-2 0,17-13 0 16,-9 10 11-16,-2-4-7 0,2 0 3 15,1-1-9-15,-1 1 6 0,-2 0 1 0,3 0-3 0,-1 2 9 16,-3 3-11-16,0-1-3 0,-1-3-1 0,0 4-8 16,-4 2-3-16,5-2-16 0,-2-1-4 15,-3 3-5-15,0 0-1 0,0 0-18 0,16 1-2 0,-16-1-2 16,9 6-2-16,1 2-5 16,-5-5-12-16,4 2-10 0,1 4 2 0,2-4-16 0,-2 3 4 15,7 1-12-15,-2-2-8 0,-1 0-6 16,-4-3-7-16,8 1 3 0,-5-3 1 0,0 1 1 0,-2-2 2 15,2-2 6-15,1-3 6 0,-5-1 5 0,3 1 10 0,-4-5 1 16,1 0 16-16,-2-2 19 0,3-3 15 16,-4 0 13-16,0-2 20 0,-3-1 14 0,1-1 8 0,-2 0 11 15,-1-2 12-15,3-6 7 0,-2 0 13 16,2 1 14-16,-3 6 13 0,0 2 5 0,1 5 8 16,-1 0-9-16,0 2-5 0,-1 0-19 0,2 4-6 0,-2 1-13 15,0 1-21-15,0 4-24 0,2-7-28 16,-2 7-28-16,0 0-11 0,0 0 2 0,0 0 5 0,0 0-4 0,-4 22 11 15,3-5-2-15,-2 3 5 16,1 4 6-16,1 0-5 0,-4 3-9 0,3-3-12 0,1-3-20 16,0 4-15-16,1-8-12 15,-1 1-18-15,-1-2-21 0,2-3-17 0,0-4-25 0,-1 2-22 0,1-6-15 16,0 1-6-16,1-4-24 16,-1-2-184-16,0 0-457 0,0 0 203 0</inkml:trace>
  <inkml:trace contextRef="#ctx0" brushRef="#br0" timeOffset="74310.81">8658 14074 39 0,'-9'-2'153'0,"-1"1"-2"15,1-1-13-15,4 2-13 0,-2-1-4 16,7 1-10-16,-9 0 9 0,9 0 4 0,0 0-4 0,-7 1 1 16,7-1 3-16,0 0-6 15,20 4-5-15,-2-4-11 0,13 0-11 0,-2 0-8 0,4-1-11 16,5-2-6-16,13 1-7 0,0-1-2 0,-10-2-6 15,10 0-5-15,5 1-3 0,-18 1 4 0,3-4-4 0,-5 4-9 16,-3-1 1-16,-3 0 0 16,-10 0 11-16,1 0 10 0,-4 1 14 0,-5 1 17 0,-1-1 3 15,-2 2 11-15,-1 0 4 0,-8 1-12 0,13-2-3 16,-11 0-3-16,-2 2-4 0,9-1-12 16,-9 1 0-16,0 0-11 0,0 0-6 0,8-2-6 0,-8 2-5 0,0 0-3 0,0 0-8 15,0 0 7-15,0 0-14 16,10 0-5-16,-10 0 0 0,0 0-1 0,0 0-2 0,0 0-2 15,0 0 8-15,0 0-13 0,0 0-4 16,0 0 0-16,0 0 0 0,0 0 2 0,0 0-4 0,0 0 2 16,0 0-4-16,0 0 5 15,0 0-2-15,0 0 1 0,0 0-6 0,0 0 2 0,0 0 2 0,0 0 2 16,0 0-6-16,7-3-3 0,-7 3 2 0,0 0-6 16,0 0 5-16,0 0-2 15,0 0-9-15,0 0-2 0,0 0 2 0,0 0-11 0,0 0 3 16,0 0 4-16,0 0 4 0,-17 13-3 0,8-6 2 15,0 0 1-15,-4 0 3 0,-1 5-1 16,0-2 2-16,1 2 1 0,0 2-4 0,0-3 4 0,1 0-3 16,-1 4 2-16,3-2 1 0,4-2 2 0,0-1 7 0,0 2-21 15,2-2-9-15,3-1 9 16,1 1 0-16,1 1 4 0,3 0 2 0,2-4 1 0,3 3-2 16,2-3 5-16,4 3 2 0,-1-3 3 15,5 4-6-15,-2-5 4 0,-1 1 5 0,0 0-4 0,-2-2 1 16,-4 0 0-16,0 0-1 0,-2-2 2 0,0-1-3 0,-4 1-13 15,-1-1-4-15,0 0 1 0,-3-2 5 16,0 0 0-16,-10 8-8 0,-12-6-43 0,-5 2-77 16,-5-1-102-16,-5-3-260 0,-3 0-549 0,3-3 243 0</inkml:trace>
  <inkml:trace contextRef="#ctx0" brushRef="#br0" timeOffset="146578.43">9991 14267 208 0,'0'0'221'0,"0"0"3"0,0 0-4 0,0 0-2 15,0 0 4-15,0 0-5 0,0 0-4 0,0 0 0 0,0 0-7 16,0 0-12-16,0 0-11 0,0 0-22 0,-1-6-14 0,1 6-17 15,0 0-13-15,0 0-13 16,0 0-9-16,0 0-27 0,0 0-39 0,0 0-43 0,0 0-45 0,0 0-57 16,0 0-67-16,0 0-11 0,0 0-36 15,0 0-203-15,0 0-468 0,0 0 208 0</inkml:trace>
  <inkml:trace contextRef="#ctx0" brushRef="#br0" timeOffset="147928.97">11648 13868 112 0,'4'-9'197'0,"-3"1"-11"0,3-2-11 16,0 3-8-16,-3-2-9 0,3-1-3 16,0 2-6-16,-3 2-4 0,-1-1 5 0,5-1-13 15,-5 3-2-15,0 0-16 0,0 1-10 0,2 0-16 16,-2 4-7-16,0-7-11 0,0 7-19 0,-3-7-18 0,-2 4-14 15,5 3-7-15,-13-1-10 0,4 3-6 0,-3 0-3 16,-1 3-3-16,-4 3-5 0,-1 4 1 0,-4 3-3 0,-2 4 0 16,0 2 3-16,2 3-1 0,-1-2 1 0,1 5-6 15,3 2-5-15,0-3 0 0,1 1 13 0,5 0-2 16,1 0-2-16,-1-2 14 0,8-7-16 0,0 7 0 16,2-7 13-16,4-3-14 0,-1-3 5 0,3 0 4 15,2-4 8-15,1 0 11 0,0-3 4 0,4 1 6 16,0-4 7-16,2-2 1 0,1-2 1 0,4-5 7 0,2-1-4 0,-1-1-2 15,0-1 2-15,5-7 1 0,-10 2 7 0,9-3 2 16,-8 3 0-16,0-7-2 0,-3 5 1 0,2 0-4 16,-1 1 6-16,-1-1 7 0,-3 0 15 0,-2 2 8 15,1 3 7-15,-1 4 3 0,-2-3 14 0,-1 3 1 16,0 1-10-16,0 4-8 0,-1-5-5 0,-2 6-10 16,1-2-10-16,2-1-4 15,-2 3-14-15,-1 2-19 0,3-4-22 0,-3 4-28 16,0 0-28-16,0 0-26 0,0 0-5 0,0 0 2 15,0 0 9-15,2 16 9 0,1-7 5 0,-6 3 7 16,3 5 6-16,-1-1 4 0,1 2 8 0,0 1-2 16,0 1 12-16,0-1-1 0,0 1 3 0,1-1 3 15,-2 0 1-15,1-4 5 0,1 2 0 0,-1-4 0 16,3-2 5-16,-3-1 0 0,0-1 3 0,1-4-2 0,-1 3 4 16,0-1 2-16,0-6 2 0,0 3 7 0,4 0 13 0,-4-4 18 15,1 7 13-15,-1-6 10 0,0-1 17 0,0 0-12 16,0 0-10-16,13-1-5 0,-4-3-3 15,4-3-20-15,4 2-40 0,8-8-61 0,2 0-92 16,2 1-120-16,-1-4-206 0,-1 0-533 0,1 3 236 16</inkml:trace>
  <inkml:trace contextRef="#ctx0" brushRef="#br0" timeOffset="148490.41">12209 14016 152 0,'-1'-5'266'0,"1"1"-18"16,-1 1-5-16,1 3-15 0,0-5-20 0,0 5-16 16,0-5-11-16,0 5-15 15,0 0-20-15,-2-5-20 0,2 5-16 0,0 0-14 16,0 0-17-16,0 0-21 0,0 0-21 0,0 0-7 15,0 0 18-15,-10 8-9 0,4 1-3 0,-2 1-7 16,-1 3 0-16,-4 1-4 0,3 2-3 0,0-1-3 16,1 2 1-16,0 0-4 0,4 0-1 15,-2-1 1-15,5-3-8 0,-2-1 0 0,4 1 1 16,-3-3-2-16,2 1 2 0,2-2-1 0,2-1 3 0,1-3 6 0,-2 2 5 16,6-3 5-16,1-2 1 0,1-1 9 0,3-1 3 15,0-2-1-15,1-6-1 0,4 1 3 0,-4-3 2 16,1 1-4-16,-1-6-3 0,3 1-2 0,-7 1-3 15,2-3-4-15,-1 1 2 0,-4-2-3 16,-2 5 3-16,1-2-1 0,-5 2 0 0,3 2-1 0,-4 0-2 16,0 1-9-16,-4 1-15 15,1 1-14-15,-3 0-18 0,-1 0-9 0,-2 2-19 16,-1 3-13-16,-2 1-19 0,-1 1-22 0,3 0-17 16,-2 3-28-16,0 1-27 0,1 1-43 0,2 3-194 15,-1-1-456-15,4-1 202 0</inkml:trace>
  <inkml:trace contextRef="#ctx0" brushRef="#br0" timeOffset="148690.97">12630 14105 2341 0,'0'0'241'15,"2"-2"-64"-15,-2 2-59 0,0 0-47 0,5-1-26 16,-5 1-14-16,0 0-14 15,0 0-9-15,0 0-3 0,0 0-2 0,0 8-3 0,-4 0 3 0,1 2 0 0,-6 4-19 0,-1 3-29 16,-1-1-28-16,2 1-23 0,-7 3-45 0,4-6-64 16,-2 1-210-16,0-2-449 0,2-2 199 0</inkml:trace>
  <inkml:trace contextRef="#ctx0" brushRef="#br0" timeOffset="149433.01">13282 13725 102 0,'-3'-7'238'15,"-1"3"-14"-15,0-2-16 0,0 2-20 0,-1 1-24 16,-4-2-16-16,-1 1-15 0,0 2-14 0,-2 1-14 16,-2 1-14-16,-5 1-10 0,1 6-6 15,-1 0-10-15,2 2-8 0,-2 0-6 0,-4 4-8 16,4 6-4-16,-1 3-4 0,2-2-6 15,0-1-6-15,5 5 3 0,0-1-4 0,4 0-2 16,-1 4-2-16,6-6 0 0,3-2 14 0,1-1-6 16,3-1-1-16,-1 0 0 0,2-3-3 0,2-2 7 15,2-3 4-15,-3-1 9 0,4-1 5 0,4-4 8 0,-3-1 6 0,7 1 3 0,-6-6 12 16,3 0 7-16,3-2 7 0,-2-1 3 0,2-5-4 16,-1 1 2-16,-3-2-4 0,4-8-3 15,-4 3-7-15,-2 2 3 0,3-2-2 0,-5 1 9 16,1-2-20-16,-2 2 4 0,-2 3 5 15,-2-1-6-15,0 5 6 0,0-1-2 0,-3 4 0 16,3-1-8-16,-3 5-17 0,-1-3-4 16,3 0-6-16,-3 5-25 0,2-4-37 0,-2 4-40 0,1-2-29 0,-1 2 11 15,0 0 4-15,0 0 13 0,-1 18 5 0,0-6 7 16,-3 0 1-16,-1 3 4 0,5 2 5 0,-2 2 8 0,-1 1 2 16,2-3-1-16,2 0 7 0,-1 0 3 15,3 0 5-15,-1-2 1 0,3-3 4 0,-1-1 7 16,4 1 2-16,1-7 5 0,2 2 4 15,3 1-2-15,7-4 5 0,9-4-3 16,3 0-29-16,-1-4-38 0,4-4-59 0,-4 0-80 0,0-4-96 0,0 1-200 0,-6-5-538 16,3 0 238-16</inkml:trace>
  <inkml:trace contextRef="#ctx0" brushRef="#br0" timeOffset="149960.07">13725 13921 104 0,'0'-7'323'16,"0"7"-7"-16,0-5-11 0,-2 2-27 0,2 3-28 0,0 0-22 0,0-5-26 0,0 5-22 16,0 0-24-16,0 0-18 0,0 0-18 15,0 0-17-15,0 0-14 0,0 0-13 16,0 0-13-16,4 15-8 0,-6-9-8 16,2 6 0-16,-2-2-7 0,1 8-1 0,1-1-8 0,-1 3-3 0,-3-1-3 15,3 5 2-15,-3-4-3 0,3-2-5 0,-2-2-1 16,-2-2-2-16,5-4 0 0,0-1 0 15,-3-1-3-15,2-3 0 0,1-1 6 16,-2 1 14-16,2-2 38 0,0-3 29 0,0 0 23 0,1 4 0 0,-1-4-8 0,0 0-13 16,13-12-6-16,-7 3-14 0,6-3-8 15,-1-1-8-15,1 1-9 0,0-3-1 0,2-1-8 16,-1 3-6-16,1 2-5 16,-5 1-4-16,-2 3-3 0,1 0-7 0,-3 2 0 0,2 0-9 0,-2 0 1 0,-1 3-8 15,0-1-13-15,-4 3-7 0,10 0-1 16,-10 0-15-16,10 3 8 0,-3 2-8 15,-1 2-1-15,4-1 1 0,-2 5-5 0,0-2 1 16,-1 1-21-16,1 5-28 0,0 1-22 16,-3-1-21-16,-1-1-31 0,-2-1-28 0,-1-2-34 0,2-2-46 0,-7 0-72 15,3 1-170-15,-2-4-548 0,1-2 243 16</inkml:trace>
  <inkml:trace contextRef="#ctx0" brushRef="#br0" timeOffset="150161.1">14237 14100 160 0,'0'0'253'0,"5"3"-25"0,-5-1-28 0,0-2-17 15,-9 10-16-15,3-2-18 0,-2 2-16 16,-2 2-10-16,0 2-10 0,-3 1-15 15,-1 6-37-15,0-7-50 0,-4 3-64 16,-1 3-90-16,2-8-138 0,-1-1-304 0,3-3 135 0</inkml:trace>
  <inkml:trace contextRef="#ctx0" brushRef="#br0" timeOffset="151174.81">14670 14066 103 0,'-7'1'226'0,"7"-1"-13"0,0 0-12 16,0 0-7-16,0 0-16 0,0 0-12 16,0 0-17-16,0 0-14 0,0 0-12 0,11-10-10 0,-3 7-8 0,-1-1-3 0,2-1-3 15,4-3-7-15,-4-1-5 0,4-3-2 16,1-3-4-16,-1-2 3 16,3-1-7-16,-2-4-5 0,2 0-6 0,-2 0-2 0,0-3-7 0,-3 0-5 0,5 0-1 15,-6-2-11-15,1 0 8 0,-2 3-2 0,0-2 4 16,-5 6 1-16,1 3 8 0,-3 1 9 15,0 3 17-15,-1-1 7 0,2 7 1 16,-3-3 8-16,0 3-1 0,0 2-17 16,0-1-8-16,1 0-21 0,-1 3-15 0,0 3-27 15,-1-5-34-15,1 5-35 0,0 0-18 0,0 0-1 0,0 0 5 0,-12 14 4 16,7-3 6-16,-7 6 8 0,1 4 2 16,1 4 7-16,-4 3 3 0,2 3 1 15,2 1 8-15,1 2 4 0,3-2 3 0,1-1 3 0,2 1 0 0,3-6 2 0,3-1 6 16,1-6 1-16,1-2 9 0,3 0 11 15,3-3 5-15,-2-3 9 0,7-1 9 0,2-2 1 16,4-3 6-16,-2-1-1 0,11-3 6 0,-10-2-1 0,7-4 2 16,-8 1-1-16,-1-3-2 0,2 0 3 15,-1-1-2-15,-4-1-5 0,-2-3 2 0,1-1-2 16,-4 1-10-16,1-1 1 0,-4 2 2 16,-6 0-12-16,3 0 2 0,-2-1-21 0,-6 3-1 15,-2-3-6-15,3 2-5 0,-9 3-11 0,1 0-10 0,-2 2-8 0,-4 0-11 16,-2 1-14-16,0 1-15 15,-1 5-21-15,1 1-16 0,2-1-25 0,-2 3-21 16,6 2-24-16,2-2-17 0,1 1-49 16,0 2-145-16,8-3-434 0,-2 4 192 0</inkml:trace>
  <inkml:trace contextRef="#ctx0" brushRef="#br0" timeOffset="151557.29">15360 13880 13 0,'3'-4'385'0,"-2"0"-20"0,-1 4-16 16,0 0-48-16,0-4-25 0,0 4-30 16,0 0-25-16,0 0-27 0,0 0-24 0,0 0-23 0,0 0-18 0,0 0-14 0,0 0-9 15,4 12-21-15,-4-8-5 0,-3 5-13 16,3 2-6-16,-1 2-7 0,0 1-3 15,-3 1-6-15,1-3-5 0,3 1-4 0,-1-1-1 0,-1-1 0 0,2-1-8 16,-2-5 0-16,2 2 0 0,0-2-2 0,-1 0-4 16,1-1 11-16,0-1 30 0,0-3 7 15,1 4 15-15,-1-4 5 0,0 0-9 16,0 0-4-16,17-9-10 0,-7 2-4 0,0-1-12 0,3-4-5 0,1 5-4 16,-2-3-2-16,0 4-8 0,0-1-1 15,-2 1 10-15,0-1-18 0,-1 2-7 16,-2 2-2-16,-1-1-16 0,2 4-9 0,-3 0-7 0,-5 0-3 0,14 4-7 15,-5 1-14-15,1 1-20 0,-1 4-25 16,1 3-44-16,-2 4-48 0,-2 0-63 16,2 7-106-16,-8-7-234 0,1-4-631 15,2-1 278-15</inkml:trace>
  <inkml:trace contextRef="#ctx0" brushRef="#br0" timeOffset="153834.63">16811 13276 114 0,'0'-4'214'0,"0"4"-12"0,-2-6-9 0,2 1-16 16,0 5-11-16,0-3-14 0,0 3-19 0,0 0-19 15,-1-7-11-15,1 7-21 0,0 0-16 0,0 0-9 16,0 0-5-16,-13 13-4 0,3 0-7 0,-4 3-6 16,-5 13-6-16,-9 7 0 0,-4 7-9 0,-1 3 1 15,-1 1-6-15,-3 4-2 0,3 1-3 0,-11 18 3 0,17-19 2 16,1 2 5-16,4-1 2 0,5-3-3 0,6-3-7 0,5-11 18 15,6-1-4-15,2-3-5 0,7 1 1 16,7-3-1-16,4-5-3 0,11-2 2 0,16 2-1 16,8-7-10-16,5-7-20 0,1-6-36 0,34-1-47 15,-28-11-60-15,-6-1-191 0,5-6-373 0,-6 1 165 16</inkml:trace>
  <inkml:trace contextRef="#ctx0" brushRef="#br0" timeOffset="154400.57">17228 13641 237 0,'-2'-1'287'0,"1"-3"-11"16,1 4-15-16,-2-5-25 0,2 5-29 15,0 0-25-15,0-5-27 0,0 5-35 0,0 0-18 16,0 0-14-16,0 0-13 15,-3 13-4-15,1-4-11 0,0 3-6 0,-1 3-5 16,1 5-5-16,-2 3-4 0,1 3-6 0,1-2-1 16,-1 2-1-16,2 1-5 0,1-8-3 0,0 0-5 15,0-6-4-15,0-2-2 0,0 2 0 0,1-5-2 16,0 0 5-16,-1-3 13 0,0 0 27 16,0-1 31-16,0-4 31 0,2 3 4 0,-2-3-12 15,9-10-15-15,-3 0-8 0,7-2-10 0,-2-5-4 0,6-2-9 0,-2-3-3 0,2 0-11 16,-1 1-6-16,2-3-13 15,-1 3-3-15,-2 5-5 0,-6 2-3 0,3 1 0 16,-5 5-1-16,0-1-6 0,-3 5 0 0,-1-1-9 0,3 1-18 0,-4 1-15 16,3 3-3-16,-5 0 2 15,9 0-6-15,-5 5 4 0,1-1 1 0,2 6 2 0,0 0 3 16,1 2 1-16,1 2 3 16,0 3 2-16,2 0-2 0,-2-2-12 0,0 0-22 0,3-1-19 15,-3 3-21-15,-2-3-21 0,2-4-27 16,-1-1-33-16,-2 1-34 0,3-3-63 0,-1-2-142 0,-3-2-450 15,3-3 199-15</inkml:trace>
  <inkml:trace contextRef="#ctx0" brushRef="#br0" timeOffset="154720.6">18011 13708 86 0,'0'0'285'0,"0"0"-26"0,0 0-25 16,0 0-28-16,0 0-21 0,11-7-15 15,-3 6-30-15,2-2-30 0,4 1-35 0,-1 1-42 0,6-3-46 16,-2 1-68-16,2 0-60 0,-6 1-117 16,3 0-280-16,-4 0 124 0</inkml:trace>
  <inkml:trace contextRef="#ctx0" brushRef="#br0" timeOffset="154883.84">18059 13810 16 0,'-3'3'183'0,"3"-3"8"16,-1 3-4-16,1-3-13 0,0 0-10 16,14 0-19-16,0-1-9 0,3-2-18 0,3 1-9 15,-1 0-34-15,2-1-44 0,7-6-54 0,3 6-56 0,-11-1-160 0,2-2-256 16,-2-3 113-16</inkml:trace>
  <inkml:trace contextRef="#ctx0" brushRef="#br0" timeOffset="155156">18504 13573 210 0,'0'0'367'0,"0"-5"-23"0,0 5-22 0,0-5-30 0,0 5-30 16,0 0-29-16,0 0-27 0,0 0-35 15,0 0-37-15,0 0-29 0,0 0-15 0,0 0-4 0,0 0-13 16,2 14-7-16,-2-6-7 0,0 4-5 16,2 0-6-16,-1 5-6 0,0-4-5 0,0 3-6 0,1-1 1 15,0 2-1-15,0 0-5 0,-1 1-5 0,0-6-11 0,-1 1-24 16,3-1-12 0,-5-4-5-16,4 4-11 0,-1-5-6 0,-2-2-10 0,2 2-4 15,-1-2-2-15,0 0 13 0,0-2-9 16,0-3-3-16,0 5-2 0,-1-1 2 0,1-4-14 0,0 0-76 0,0 0-81 15,0 0-140-15,0 0-405 16,0 0 180-16</inkml:trace>
  <inkml:trace contextRef="#ctx0" brushRef="#br0" timeOffset="155341.07">18786 13774 216 0,'3'2'223'0,"-3"-2"-29"0,0 0-23 16,0 0-17-16,-2 9-15 0,1-4-12 0,-1 3-8 16,-2 2-16-16,-2-1-7 0,-4 7-39 0,4-3-22 15,-2 2-27-15,-3 0-37 16,5-1-44-16,-1-2-71 0,-1 0-89 0,1-5-253 0,3-2 113 0</inkml:trace>
  <inkml:trace contextRef="#ctx0" brushRef="#br0" timeOffset="155760.53">18956 13595 191 0,'0'-7'304'0,"0"7"-21"15,0-4-20-15,0 4-26 0,0 0-27 0,4-4-20 0,-4 4-25 16,0 0-16-16,8 0-17 0,-2 0-12 0,-1-1-16 16,-5 1-14-16,19 1-14 15,-10 2-11-15,0 2-12 0,1 1-5 0,1 0-11 0,1 3-7 16,-3 4-8-16,-1-4-7 0,0 3 0 0,-1 3-10 0,-3 2-6 0,-1 2-5 16,-2 8-16-16,-6-10-5 15,-4 9 13-15,-3-4-5 0,-2 0-7 0,-1-1 2 0,3-8 0 0,-1 0 6 16,0 0 2-16,1-3 2 15,5-5 1-15,1 0 4 0,0-1 12 0,1 4 27 0,-1-8 25 16,2 2 36-16,4-2 26 0,-5 3 31 16,5-3-13-16,0 0-11 0,0 0-16 0,-3-8-13 0,3 8-14 15,5-12-14-15,0 10-1 0,3-3-7 16,-3-1-3-16,1 0-10 0,1 3-10 0,-1-1 6 16,2 3-4-16,0-2-29 0,1 2-25 0,-2 1-20 0,5 1-22 15,-1-1-25-15,3 4-33 0,-1 0-32 16,-3 1-48-16,3 2-53 0,-3 1-264 0,-2-4-555 0,1 1 245 15</inkml:trace>
  <inkml:trace contextRef="#ctx0" brushRef="#br0" timeOffset="155976.79">19378 13896 64 0,'0'0'360'15,"0"0"-37"-15,5-4-32 16,-5 4-30-16,0 0-29 0,0 0-26 0,0 0-44 0,0 0-31 0,0 0-16 16,0 8-14-16,-5-2-19 0,1 4-20 0,-2 0-23 0,-1 0-30 15,-3 7-25-15,0-2-30 16,-2 1-33-16,-2-1-53 0,4-1-63 0,-3-1-134 0,-1-5-355 16,5-2 157-16</inkml:trace>
  <inkml:trace contextRef="#ctx0" brushRef="#br0" timeOffset="156497.18">19549 13568 219 0,'5'-2'261'15,"-1"-2"-19"-15,0 1-24 0,2-1-21 0,-1 3-22 16,0-2-17-16,3 1-17 0,3 2-19 0,-3 0-17 0,1 1-18 15,-1 0-11-15,1 3-17 0,-3 3-16 0,1-1-15 0,-2-1-10 16,-3 5-11-16,3 1-9 0,-8-1-11 0,1 2-3 16,-4 1-2-16,-2 1-3 0,-1 1 1 0,2-5 0 15,-5 4 3-15,0-4 4 0,0 2 1 0,2-3 1 16,3-1-3-16,-3 0 6 0,6-4-4 0,-2 1 7 16,2 1-13-16,1 0 6 0,2-4-1 0,0 5 4 0,2-4-1 15,3 1 2-15,1-2 4 0,4 2 3 16,4 1 1-16,-2-1-4 0,3 1-3 0,2 2 4 15,-5-2 2-15,3-1 2 16,-1 1-4-16,0 0 2 0,-2 0 1 0,0 3-2 16,1-1-2-16,-7-2 1 0,3 4-2 0,-3 0 4 0,0-2-5 0,-4-1 6 0,3 4-2 0,-5-3-3 15,-3 5 5-15,-2-5 1 0,-2 3-6 16,-1-3 6-16,-9 5 0 0,4-2-19 0,-5 0-45 16,1-3-48-16,0 1-163 0,-2-4-295 0,7-1 131 15</inkml:trace>
  <inkml:trace contextRef="#ctx0" brushRef="#br0" timeOffset="156712.53">20127 13880 219 0,'0'0'235'0,"0"0"-23"0,0 0-21 16,-3 5-20-16,-3-1-16 0,0 4-20 0,-2 0-11 16,-1 1-27-16,-4 3-26 0,0 1-29 15,0 1-28-15,2-1-43 0,-1 0-46 16,-2-1-60-16,3-2-104 0,2 0-256 0,0-5 113 16</inkml:trace>
  <inkml:trace contextRef="#ctx0" brushRef="#br0" timeOffset="156957.66">20364 13781 225 0,'0'0'232'16,"0"0"-25"-16,0 0-21 0,4-5-31 0,1 3-46 15,-1 0-44-15,5 2-58 0,-4-3-57 0,7 2-58 16,-6 0-64-16,7 0-185 0,-3-3 81 0</inkml:trace>
  <inkml:trace contextRef="#ctx0" brushRef="#br0" timeOffset="157097.96">20699 13746 149 0,'0'0'261'0,"0"0"-38"0,5-2-45 0,-2-2-58 0,3 2-68 0,3-3-87 0,1 1-123 16,1-4-172-16,3 3 77 0</inkml:trace>
  <inkml:trace contextRef="#ctx0" brushRef="#br0" timeOffset="157252.2">21223 13691 231 0,'0'0'363'0,"4"-4"-42"0,-4 4-31 16,0 0-34-16,2-3-38 0,1 1-57 0,-3 2-84 0,6-4-83 0,-1 1-76 0,-1 0-96 0,5-1-98 15,-2-1-298-15,0 0 133 0</inkml:trace>
  <inkml:trace contextRef="#ctx0" brushRef="#br0" timeOffset="157837.5">21606 13079 242 0,'0'0'261'0,"0"0"-27"16,0-4-25-16,0 4-25 0,0 0-20 16,0 0-20-16,0 0-15 0,16 9-12 0,-5 3-12 15,3 3-8-15,5 7-7 0,3 7-8 0,-1 2-8 16,3 10-8-16,0 5-4 0,-6 5-3 15,0-2-8-15,-7 1-2 0,0-1-5 0,-8-3-4 16,-1-9-4-16,-5 8-5 0,-4-11-3 0,-2 0 0 16,-6-3-4-16,-9 13 0 0,-6-8-1 15,-9 1-1-15,1-5-3 0,-8-2-21 0,-3-1-44 16,-2-2-64-16,-4-6-98 0,-4-3-188 0,5-4-428 16,3-8 190-16</inkml:trace>
  <inkml:trace contextRef="#ctx0" brushRef="#br0" timeOffset="161588.51">23282 13354 80 0,'0'0'146'0,"1"-6"9"0,-1 2-14 0,0 4 1 16,1-5-8-16,-1 5-5 0,-1-8-13 15,0 6-2-15,1 2-3 0,-4-7-10 0,1 2-15 16,-1 3-7-16,-3-1-8 0,0 3-16 0,-4-1 0 0,-2 1-3 0,-5 0-9 0,0 1-6 16,2 4-2-16,-4 0-8 0,3 2-2 0,-1 2-1 15,-1-1-4-15,-6 7-2 0,9-4 0 16,-10 8-7-16,6 0-1 0,-1-1 1 0,-1 1-2 15,12-4 0-15,-4 2-2 0,5-2 3 16,1 1-5-16,2-1-7 0,4-1 1 0,0-4-2 16,1 0-2-16,4-1 10 0,-1-1 4 15,4-4-7-15,3 3 4 0,3-2 4 0,3-2 4 0,-2-1-6 16,6-4 0-16,1 0 3 0,0-3-5 16,-1 0 0-16,-1-2 4 0,1-1-3 0,-1-1 1 0,-1 0 3 0,-1-2-4 0,2 1-2 15,-8 3-1-15,2 1-1 0,-3 0 0 0,-3 3 9 16,2-1-2-16,-3 0 3 0,-1 3-5 15,0-1-12-15,-2-1 7 0,-2 3-9 0,7-2 1 16,-7 2 2-16,10 5-1 0,-6-2-4 0,-1 3 1 16,3-3 1-16,-1 5-5 0,0-2-17 0,0 4-17 15,0-1-29-15,3 1-26 0,-2 1-44 0,0-2-160 16,-1 0-328-16,-1-5 145 0</inkml:trace>
  <inkml:trace contextRef="#ctx0" brushRef="#br0" timeOffset="161945.29">23601 13358 153 0,'0'0'187'0,"0"0"-18"15,0 0-22-15,9 8-12 0,-8-4-17 0,0 3-11 16,2 3-17-16,1-1-3 0,1 4-5 15,-1 3-9-15,2 1-8 0,-6-2-8 0,4 4-7 16,-3-4-7-16,2-1-4 0,-2 2 0 0,2-4-7 16,-6-1-2-16,3-1-4 0,0-2 2 15,0-4-4-15,0 1 9 0,3 1 27 0,-3-3 45 0,0-3 24 0,-3 3 4 0,3-3-9 16,0 0-14-16,0 0-7 0,4-11-3 0,-4 5-8 16,1-5-5-16,3 2-4 0,0-8-12 0,1 3-6 15,0-3-8-15,4 0-5 0,-1-2-7 0,-2 1-3 16,3 1-10-16,0 2 1 0,0 0-14 15,2 2-14-15,-3 6-19 0,-1-2-25 0,0 3-32 16,6 1-26-16,-1 1-33 0,0 2-32 16,2 1-29-16,4 2-68 0,-4 2-141 0,-2 1-433 15,3 1 192-15</inkml:trace>
  <inkml:trace contextRef="#ctx0" brushRef="#br0" timeOffset="162359.66">24007 13494 41 0,'0'0'317'0,"0"0"-21"0,0 0-21 0,0 0-19 16,0 0-25-16,-2-12-24 0,2 12-20 0,4-8-21 15,2 3-25-15,1-2-24 0,5 1-24 0,2-3-22 16,5-1-20-16,3 1-17 0,1-3-16 0,1 0-8 16,2 0-5-16,-2-1-17 0,0-1-5 15,-6 4-10-15,0-1-5 0,0-1 0 0,-4 2 1 16,-1-1 4-16,-5 2 0 0,2 1 8 0,-4-2 13 0,-2 6 3 0,-4-1-2 0,0-2 2 15,0 2-1-15,-5 2-2 0,-4-2 2 0,-5 5-5 16,-7 3 6-16,-7 0-5 0,0 7 1 0,-9-1 0 16,6 6 2-16,-3-1-5 0,2 6 3 15,0-1-3-15,4 0 2 0,3 1 3 0,3 3-4 16,1 0 0-16,6 0 18 0,2 2 8 0,6-1 8 16,7-6-2-16,3 0 1 0,12 5-3 15,6-4 8-15,6-2 2 0,6-5-2 0,7-5-2 16,11 1-3-16,4-3-1 0,-1-5 8 0,4-3 10 15,-1-2 8-15,-6-1 4 0,-17 0-3 0,-2 3-3 16,0-4-4-16,-10 5 17 0,-7-1 18 16,-2 1-5-16,-3 0 3 0,2-2-1 0,-7 3-2 0,3 0-10 0,-5 1-5 0,1-3-18 15,-4 3-19-15,8-1-16 0,-8 1-30 0,0 0-47 16,0 0-65-16,0 0-58 0,0 0-93 0,0 0-157 16,-24 1-480-16,24-1 212 0</inkml:trace>
  <inkml:trace contextRef="#ctx0" brushRef="#br0" timeOffset="164078.96">25683 13366 7 0,'0'0'220'0,"0"0"-19"15,0 0-24-15,0 0-13 0,0 0-18 16,0 0-18-16,0 0-16 0,0 0-6 0,-3 2-12 16,3-2-18-16,0 0 0 0,0 0-12 0,0 0-7 0,0 0-2 15,0 0-5-15,0 0-7 0,0 0-3 0,0 0-1 16,0 0-4-16,0 0-5 0,0 0-5 0,0 0-2 0,0 0 0 15,0 0-1-15,0 0-7 16,14-6 1-16,-6 4 1 0,-1 0-3 0,2-3-1 0,-1 2-1 16,0-1-1-16,1 1 7 0,-3 1 6 0,4-5 5 0,-5 4 7 15,-1 0 3-15,1-1 4 0,-1-1 2 16,1 1 2-16,-1 0-1 0,1-1 2 0,-4 3 0 0,2-2 1 16,-3 4-3-16,4-3-3 15,-4 3-4-15,1-4-5 0,-1 4-3 0,0 0-7 0,0 0-3 16,0 0-3-16,-14-3-2 0,5 5-4 15,-2 0 1-15,-6 2-5 0,0 3 1 0,0 0-5 0,-1 2 0 16,2-1-1-16,-1 4-3 0,-7 2-1 16,4 3-1-16,2-5-1 0,-1 5 2 0,-1 3-3 0,7-6 2 15,1 2-2-15,-1 2 4 0,4-1-2 0,3 0-16 0,0 1-2 0,3-5-1 16,1 2 2-16,4-2 3 16,1-4 1-16,5 0 4 0,4 4 7 0,4-6 0 0,4 0 0 15,5-2 4-15,6-1-2 0,4-6 3 16,-1 0 0-16,3 1-2 0,4-8 1 0,9 4 16 15,4-9-6-15,-6 2-8 0,-11 3-5 0,14-8-5 0,-3-1-3 0,-15 6 2 16,-1-4-2-16,-3 1 1 0,-1 2 3 16,-10 1 4-16,-2 3 17 15,0-1 18-15,-7 0 10 0,-1 6 14 0,-2-4 12 0,-1 4 2 16,0 2-3-16,-1-4-11 0,-4 4-5 0,0 2-8 0,0 0-4 0,-6-4-8 16,6 4-7-16,-23 5 0 15,6 2-7-15,-6-1 2 0,-2 6-7 0,0-2 0 0,6 0-3 16,0-1 0-16,1 3 0 15,0-2-1-15,4 0-32 0,5-1-13 0,0 1-7 0,2-4-9 16,0 1 0-16,2-1 6 0,1-1 4 0,4 0 10 0,0 0 15 0,3-3 14 16,2-1 12-16,0 1 6 15,8-4 14-15,-3 0 1 0,2-2 1 0,0 0 7 0,4-4-1 16,-4 1-4-16,3-2-5 0,-4 1 1 16,4-3-6-16,-1 0-1 0,-5 4-3 0,0-2 0 0,1 1-1 15,-2 1 5-15,-3 5 4 0,0-4 2 16,-1 4 1-16,0-3-3 0,2 2-8 0,-2 2-6 0,-4 1-7 15,4-3-16-15,-4 3-20 0,5 0-10 16,-5 0 2-16,0 0 6 0,5 5 2 0,2 2 3 0,-1 1 3 16,-1-3 5-16,4 2-4 0,0 0-3 0,3 1-2 0,2 3-4 15,5-3-2-15,-2-1-13 0,3-2-13 0,2 2-15 16,-2-4-7-16,10 1-8 16,-6-3 1-16,4-2 12 0,-1-3-2 0,-6-1 10 0,-1-1 2 15,-1-3 12-15,0-1 7 0,0-7 25 0,-4 5 18 16,-2-3 18-16,1 1 27 0,0-4 9 0,-6 0 13 15,6-5 5-15,-9 5 15 0,3-1 4 0,-3-4 14 16,0 9 11-16,-1-3 16 0,-3 5 1 0,2 4-6 0,-2-2 11 16,-1 3-8-16,0 1-7 15,1-1-14-15,-1 2-31 0,0 2 14 0,0 3-46 0,0-5-38 0,0 5-29 16,0 0-17-16,0 0 5 16,0 0 0-16,0 0 9 0,-9 20 1 0,7-7 0 0,-3 3 3 15,1 2 4-15,0 4 2 0,-4 3 1 16,4 1 2-16,2-3-2 0,-1 3-10 0,2-5 0 0,2-3-1 15,-1-1 0-15,0 0 4 0,4-3 3 0,-3-2 0 0,3-2 5 16,0 0 0-16,1-2 8 0,-1-2 8 16,1-1 14-16,0-2 22 0,3 0 16 0,-3-3 15 15,4-1 7-15,1-3 2 0,0-2 2 0,1-1-3 0,4-5-16 16,-2-1 16-16,1-3-11 0,3-2-5 16,0-5-3-16,-2-2-7 0,1-1-6 0,-2-2-9 0,0 0 28 15,0-1-39-15,0 3 2 16,-2-1 1-16,-7 8 10 0,0 2 7 0,1-3 9 0,-1 8 8 15,-2 0 7-15,0 3-1 0,-2 2-13 16,0 1 4-16,0 2-4 0,1-3-12 0,0 4-9 16,-2 1-33-16,0 2-29 0,3-5-47 0,-3 5-31 0,0 0 3 15,0 0 10-15,0 0 8 0,0 18 10 0,0-7 5 0,-3 5 8 16,2 4 4-16,-2 6 10 0,1 0 4 16,1 2 2-16,-1 1 8 0,2 2 1 15,0-4 7-15,2-3 2 0,-1-4 0 0,3-1 6 0,-3-2 2 16,4-5 3-16,-1 0 5 0,-2-2 3 0,1 0-4 15,0-3 3-15,-2 0 1 0,3-2 6 0,0 2 5 0,-1-2 6 16,3-2-2-16,1-2-7 0,-2 0-10 16,2-1-18-16,0-1-24 0,3 0-39 0,-2-2-37 0,1-1-63 15,5-4-55-15,-4 3-247 16,2 0-535-16,3-7 236 0</inkml:trace>
  <inkml:trace contextRef="#ctx0" brushRef="#br0" timeOffset="165011.43">27267 13491 72 0,'0'0'288'0,"-6"0"-21"15,6 0-26-15,0 0-31 0,0 0-24 16,0 0-19-16,13-10-18 0,-5 8-17 0,1-3-18 0,4 2-17 15,1-4-12-15,-1 2-8 0,5-4-10 16,-3 2-4-16,2-1-8 0,-7 3-2 0,5-4-7 0,-4 1 0 0,0-1 8 16,-3 1 3-16,-1 1 15 0,0 2 11 0,-3 1 6 15,3-1 1-15,-4 1-1 0,1 0-3 16,-2-1-4-16,0 1-16 0,0 3-4 0,-2 1-17 0,-2-8-13 16,0 5-3-16,-4 1-4 0,-3 2-14 15,-3 0 0-15,0 0-5 0,-7 4 0 0,-1 2-1 0,-8 2 1 0,8 0-1 16,-1 1-7-1,-3 1 0-15,6 0 2 0,2 0-28 0,1-1-17 0,2 3-14 0,3 1-6 16,3-4 4-16,4 3 8 0,2 0 2 0,5 0 12 0,7 0 2 16,6 1 10-16,12-1 4 15,7-4 6-15,1-2 0 0,21 2 2 0,-1-5 1 0,3-2 2 0,4-3 2 16,-1-8 2-16,1 3 1 16,-3-4 0-16,-4 0 3 0,-2-3 1 0,-19 4 4 0,1-2-4 0,-2-3 14 15,-3 3 24-15,-7-5 12 16,-7 8 12-16,-4-6 5 0,-2 1 7 0,-2 2 13 0,-4 2-7 15,-4-2-10-15,-2 3-10 0,-4-1-8 16,-3 0-2-16,-2 3-10 0,-8-3-11 0,-3 4 4 16,2-2-8-16,-3 7-3 0,-7-2-4 0,-2 4-4 0,10 2 0 0,-8 1-8 15,7 3-11-15,3-2-16 0,2 2-7 16,2 1-13-16,3 2-3 0,2-3-5 0,1 4-4 16,3-1-1-16,2 1 6 0,0 0 7 15,5 0 5-15,0 1 8 0,5-3 4 0,3 0 1 0,0-4 8 16,3 3 5-16,2-1 7 0,3-5 4 0,-6 1 6 15,0-3 15-15,2-4 19 0,-5 3 17 16,5-4 16-16,-3-3 8 0,0 1-8 0,2-5 17 16,0-1 8-16,-4-5-6 0,2 2-3 0,2-7-4 15,-3-2-10-15,0-3-5 0,-1-3-13 0,-2-1 2 0,3-13-4 16,-5 14 5-16,-1-2 17 0,4 3-12 0,-3 4 20 16,0 8 11-16,-4 1 0 0,0 4 6 0,0 3-15 15,3-1 7-15,-4 3-10 0,0 0-10 0,0 4-11 16,2-1-17-16,-2 3-34 0,0 2-32 0,1-7-50 15,-1 7-40-15,0 0-7 0,0 0 12 0,0 0 6 16,-5 20 11-16,1-4 7 0,0 4 11 0,-1 9 11 0,-1 1 4 0,1 1 2 16,-3 1 7-16,3-1 5 0,-4-1 5 15,2 0 2-15,2 0 5 0,1 0 3 0,2-2 3 0,-1-9-1 16,2 4 3-16,-4-3 4 0,5-2-1 0,0-3 6 16,0-1 3-16,0-2 0 0,-1-4 6 0,1-1 1 15,0-2 2-15,0 2 5 0,1 0 2 0,-1-4 1 16,0 0 5-1,0 1 3-15,0-4 18 0,0 5-8 0,0-5 10 0,0 5-3 16,0-5 7-16,0 0 2 0,0 0-12 16,0 3 2-16,0-3 4 0,0 0-12 0,0 0-14 15,-1 4 11-15,1-4-5 0,0 0 0 0,0 0-2 0,0 0-3 16,0 0 5-16,0 0 0 0,0 0-4 0,0 0-1 16,4 2 6-16,-4-2 4 0,17-2 1 0,3-1-27 15,8-4-47-15,6 2-89 0,2-6-150 0,16-7-355 0,2 1-700 16,2-9 311-16</inkml:trace>
  <inkml:trace contextRef="#ctx0" brushRef="#br0" timeOffset="167974.31">29199 12992 157 0,'1'-7'164'0,"1"2"-4"0,-2-2 2 15,2 0-9-15,-2 1-3 0,2 0-9 16,0-1 4-16,-2 2-12 0,1 0-5 16,1 1-9-16,0 0-10 0,-2 4-12 0,0-4-6 15,0 4-13-15,5-7-8 0,-5 7-11 16,0-2-26-16,0 2-20 0,0 0-6 0,0 0 0 0,-5 17-2 15,-2-3-1-15,-1 12 2 0,0 5-4 0,-2 2 0 0,-4 14 2 0,-1 8-2 16,3-1-1-16,-2 0 4 0,0 1-11 16,1-3 3-16,3-2 1 0,-3-2 0 15,3-12 1-15,5-3-4 0,0 0 4 16,-3-4 1-16,3-1-5 0,1-10 2 0,-1-1 3 0,3-5 2 0,0 0-4 0,1-3 4 16,-2-1 2-16,3-4 24 0,-1 2 34 15,-1-2 29-15,0 0 25 0,2-4 37 16,-1 4-8-16,1-4-4 0,0 0-14 0,0 0-9 0,0 0-15 0,-13-10-16 15,8 1-8-15,-1 1-11 0,-1 1-12 16,1-3-14-16,-4 0-18 0,1 1 0 16,0 2-7-16,0-3-6 0,0 3-3 0,1 1-18 0,3 2 1 0,-1-1-30 15,0-1-25-15,-2 5-36 0,1 1-38 16,1-3-41-16,-3 3-42 0,9 0-63 0,-13 0-157 16,9 0-476-16,4 0 210 0</inkml:trace>
  <inkml:trace contextRef="#ctx0" brushRef="#br0" timeOffset="168359.86">28849 13409 46 0,'0'0'157'16,"0"0"-12"-16,0 0-14 0,-8-3-11 0,8 3-7 15,0 0-5-15,0 0 1 16,0 0-7-16,0 0-7 0,0 0-14 0,0 0 1 0,0 0 5 0,0 0-5 16,0 0 0-16,31-2-8 0,-8-1-3 0,8 1-8 0,3-2 3 15,5-2-2-15,14-3 2 0,-13 4 6 16,1 2-8-16,-5-1-3 0,-3 3-6 15,-4-4-7-15,-6 3-7 0,-5 0-4 16,-3 1-3-16,-2-1-7 0,-3 1-5 0,-2 1-1 0,-3-1-2 0,3 1-9 16,-8 0-2-16,0 0-4 0,0 0-9 15,0 0-7-15,0 0-10 0,0 0-11 0,0 0-17 16,-24 5-9-16,16-5-11 0,-4 3-32 0,2-2-22 16,1 0-36-16,4 1-145 0,-7-1-331 0,6-1 146 0</inkml:trace>
  <inkml:trace contextRef="#ctx0" brushRef="#br0" timeOffset="168988.46">29709 13284 67 0,'1'-4'244'0,"-1"4"-23"0,0 0-26 15,-4-3-17-15,4 3-19 0,-1-4-18 16,1 4-17-16,0 0-13 0,0 0-14 15,-22 7-7-15,17-3-11 0,-5 5-11 16,-3 0-7-16,4 1-6 0,-3 1-11 0,-1 2 2 0,0 1-9 0,5 1-4 0,-1 0-4 16,2 0-2-16,1-4-2 0,2 1-5 15,2 3 1-15,1-3-3 0,2-1 2 16,3 0 0-16,1-1 3 0,3 1 1 0,1-3 6 16,1-3 4-16,2 2 4 0,-1-4 6 0,4-1 2 0,-2 1 9 0,6-4 5 15,-1-1 6-15,-4-1 9 0,-1-2 3 0,1 0 4 16,0-4 10-16,-3 4 1 0,0-4-6 15,-2 1-12-15,-1-2-5 0,-1 1-14 16,-3-4-10-16,-3 3-21 0,1-1-9 0,-4-1-7 16,-2 0-17-16,-2 2-9 0,-3 0-11 0,0 1-5 0,0 3-4 0,-3-2-8 15,0 3-11-15,-2 1-12 0,1 3-22 16,-1-2-21-16,4 3-29 0,-2 2-32 16,2-1-14-16,1 1-45 0,0 1-141 15,5-1-403-15,-1 1 178 0</inkml:trace>
  <inkml:trace contextRef="#ctx0" brushRef="#br0" timeOffset="169394.8">29953 13326 328 0,'1'-4'339'0,"-1"4"-15"0,2-6-23 16,-2 6-17-16,1-4-43 0,-1 4-27 15,1-3-28-15,-1 3-35 0,0 0-33 0,0 0-28 0,0 0-25 0,0 0-6 16,0 0-11-16,0 0-5 0,0 14-4 16,0-6-5-16,0 2-4 0,-1 2-2 15,0 0-3-15,1 5-3 0,-4 0-1 16,4 0-3-16,0-3-2 0,0 0-1 0,-3-2 2 0,3-1-4 0,0-1-1 0,0-3-4 16,0 0 3-16,3-2-4 0,-6 2 2 15,6-2 3-15,-2-2 7 0,-1-3 21 16,3 5 27-16,-3-5 4 0,0 0 2 0,0 0 6 0,11-8-4 0,-3 5-8 15,1-6-6-15,0 1-6 0,-2-3-9 16,6-1-13-16,-1-2 4 0,-1 2 1 16,1-1-8-16,-5 3-2 0,1 3-1 0,1-2 9 0,-3 3-15 0,-1 1-7 0,-1 0-2 15,0 1-3-15,0 2-1 0,0-1-8 16,0 0-13-16,-4 3-8 16,9 0-5-16,-9 0-7 0,11 5-12 0,-5-2-16 0,2 1-23 15,0 1-22-15,1 5-26 0,1-3-36 0,-4 3-40 16,5-4-52-16,-5 5-227 0,0-4-526 15,-2-2 233-15</inkml:trace>
  <inkml:trace contextRef="#ctx0" brushRef="#br0" timeOffset="169905.3">30326 13251 132 0,'4'-5'270'15,"1"1"-25"-15,0-1-27 0,4 1-25 0,-1 1-22 16,1 3-13-16,2 2-17 0,2 0-19 16,4 3-13-16,-3 5-13 0,1 0-11 0,-1-1-10 15,0 7-10-15,-4 0-6 0,-1 0-8 0,2 2-9 16,-4 1-2-16,-2-1-8 0,-1 0-7 0,0-2-3 16,-3 4-7-16,-2-5-7 0,1-4-4 0,0 0-6 15,-1 0-2-15,0-5 2 0,-1 1 3 0,0-2 3 16,2 0-2-16,-2-1 14 0,1 1 23 0,1-5 31 15,-1 3 23-15,1-3 1 0,0 0-12 0,0 0-12 0,0 0-14 0,4-15-5 16,1 8-8-16,1-3-3 0,2-4-12 0,3 2-7 16,-2-5-3-16,8 2-8 0,-6 1 2 0,6-1-4 15,-3 1 1-15,3 0 2 0,-3 3 1 0,-2-1 6 16,-1 5 7-16,-2 0 4 0,1-1 8 0,-4 4 13 16,1 1-12-16,-2-1-1 0,1 1-8 0,-2-1-3 15,-2 3-10-15,2-1-2 16,-4 2-8-16,4-2 3 0,-4 2-5 0,0 0-4 15,9 5-3-15,-6 1-1 0,1-1-1 0,1 2 2 16,-2 3-4-16,1 2 2 0,0-1 0 0,0 2 0 16,-3 3 0-16,3 0 6 0,-2 0-1 15,1 1 3-15,2 0-6 0,-5-5-1 0,2-1 4 0,0 1-1 16,-2-1 1-16,-2-3 0 0,4 1-2 0,-2-4-19 16,0 1-1-16,0-1-10 0,0-1 3 0,0 1 13 0,0-3-1 15,0-2 4-15,0 5 1 0,0-5 7 0,0 0 2 16,0 0-4-16,0 0-28 0,0 0-36 0,0 0-50 15,-16-11-73-15,13 4-282 0,-3-4-514 0,0-3 227 16</inkml:trace>
  <inkml:trace contextRef="#ctx0" brushRef="#br0" timeOffset="170074.83">30772 13176 281 0,'0'0'408'0,"1"-5"-14"0,-1 0-29 0,0 5-40 0,0-2-32 31,0 2-37-31,3-5-21 0,-3 5-50 0,0 0-53 16,1-3-52-16,-1 3-54 0,0 0-46 0,5-1-46 0,-5 1-47 0,0 0-46 15,17 4-62-15,-13-2-180 0,1-1-433 0,-5-1 192 16</inkml:trace>
  <inkml:trace contextRef="#ctx0" brushRef="#br0" timeOffset="170506.98">30927 13391 81 0,'0'0'187'16,"0"0"-16"-16,0 0-14 0,0 0-14 0,0 0-18 15,0 0-10-15,9 3-11 0,-9-3-13 0,16-3-10 16,-7 1-6-16,0 0-6 0,5-2-10 0,-3-1-2 16,1-1-11-16,6 1 3 0,-1-1-5 0,-7-1-7 15,4-3-6-15,-2 4-2 0,-3-3-11 0,1 2 12 16,-1-1 1-16,-2 0 8 0,0 0 5 0,-2 5 19 16,1-2 6-16,-3-1 2 0,1 2-1 0,-2 1-3 0,-1-1-10 0,1-1-4 15,-2 5-10-15,2-5-4 0,-2 5-5 16,-6-4-7-16,1 3-2 0,-3-2-3 0,-2 6-6 0,-2-2-1 15,0 1-3-15,-5 3-2 0,-3 2-1 0,-1 3-3 16,3 0-3-16,-1-1-3 0,-4 6 1 0,10-1-3 16,-2 1 1-16,4 0 0 0,1-1-3 0,3 2 3 15,-2-2-4 1,4 2 5-16,4 0 0 0,-1-1-9 0,6 0 10 16,3 1 0-16,3-3 5 0,1-2-4 0,6-3-7 0,-1 2-27 15,6-5-34-15,-3-1-47 0,12 1-61 16,-9-5-197-16,-1-2-401 0,0-1 177 0</inkml:trace>
  <inkml:trace contextRef="#ctx0" brushRef="#br0" timeOffset="170945.86">31263 13264 168 0,'4'-3'257'0,"-2"2"-26"0,1-4-17 0,2 4-26 16,-5 1-16-16,10-4-21 0,-6 4-13 0,1-1-18 16,3-1-13-16,-8 2-10 0,14 2-14 0,-8-1-5 15,1 0-8-15,-1-1-9 0,2 4-5 16,2 1-6-16,-2 1 0 0,-1 1-13 0,1 0-9 16,-2 1 0-16,-1 1-8 0,1 1-6 0,-4 0 6 0,1 2-6 15,-1 0 0 1,1 0 2-16,-3 0-4 0,2-2-4 0,-2 2-3 15,-2 0-1-15,-1-1 2 0,-1-3-3 0,1 4 1 16,1-3 2-16,-3-1 2 0,3-4-2 0,-2 2 1 16,2-1 1-16,2-2 0 0,-2 1 6 0,1 0 16 15,1-4 27-15,-5 3 35 0,5-3 43 0,0 0 39 16,0 0 33-16,0 0 0 0,0 0-21 0,0 0-26 16,8-17-25-16,-2 3-17 0,5-3-6 0,4-7-15 0,2 2-13 0,2 0-15 15,-5 0-2-15,4 1-17 0,-5 6-8 0,0 1 3 16,-7 4-11-16,3 0 1 0,-1 2-7 0,-5 2-4 15,3-1-16-15,-4 2-16 0,1 2-31 0,-1-2-47 16,0 3-42-16,0-1-42 0,-2 3-50 0,0 0-29 16,0 0-19-16,0 0-41 0,-14 5-241 0,3-2-597 0,2 2 264 15</inkml:trace>
  <inkml:trace contextRef="#ctx0" brushRef="#br0" timeOffset="195205.97">3429 15925 140 0,'0'0'187'16,"-1"-3"-16"-16,1 3-14 0,0 0-20 0,0 0-14 16,0 0-13-16,-3-4-6 0,3 4-17 15,0 0-5-15,0 0-10 0,0 0-12 0,0 0-2 0,0 0-12 0,0 0-5 0,0 0 4 16,0 0-10-16,0 0-4 0,0 0-12 0,0 0-14 15,0 0-1-15,0 0-9 0,0 0-12 0,0 0-9 16,0 0-3-16,0 0-10 0,0 0 4 0,0 0 3 16,0 0-2-16,0 0 10 0,0 0-1 0,0 0 13 15,0 0-10-15,0 0 10 0,22 0-2 16,-13-2 5-16,4-1 2 0,-3-2-5 0,3 1 5 16,-3-1-2-16,1-1-1 0,0 0 16 15,-2-2-11-15,0 1 4 0,-2 1 9 16,0-1 4-16,-2 2 14 0,-1-1 19 0,-1 2 2 15,0 0 14-15,0-3-3 0,-2 5-5 0,-1 2-7 16,-4-5-10-16,1 2-4 0,-3 0-11 0,-3 3 2 0,-2 3-13 0,-7 1 2 0,-3 0 4 16,-8 6-7-16,6-1 2 0,-7 3-4 0,4 2-3 15,-2-2 0-15,1 5-4 0,-1-2 3 16,1 2-3-16,3 2 2 0,3 2-10 16,-1 0 10-16,6-2-3 0,6-2-4 0,1 0-5 15,2 2-25-15,2-2-10 0,8 2 10 0,0-2-5 16,9 3 17-16,7-1-7 0,9-2 11 0,7-3 0 15,15 1 0-15,5-3 7 0,2-7-3 16,3-5-2-16,0-2 0 0,4-5-9 0,-1-1-15 16,-5-1-22-16,0-3-13 0,-2-1-18 0,-2-6-15 15,-7 3-79-15,-12 1-203 0,0 1 91 0</inkml:trace>
  <inkml:trace contextRef="#ctx0" brushRef="#br0" timeOffset="195474.72">4150 16019 131 0,'1'-7'151'0,"2"-2"-16"0,-5 4-16 0,-1 0-8 15,-5-1-9-15,-1 2-20 0,-4 2-4 16,-3 2-10-16,-6 0 1 0,4 2-15 0,-5 2-4 15,-4 4-7-15,3 4-4 0,-2-2-12 16,7 2 3-16,0-3-4 0,1 4-8 0,4 3 0 16,1-3-4-16,4 2-2 0,0 2-18 15,4-2-18-15,4-4-1 0,2 1 10 0,3 0-2 16,4 3 18-16,2-8-10 0,8 0 4 0,1-2 7 0,9-2 7 0,2-4-11 0,-1-3 0 16,0-4-9-16,2-3 8 0,-7 1 0 0,-6-2 7 15,8-3 0-15,-11 1 5 0,-2 0 6 16,0-1 5-16,-6 1 16 0,-2-2 8 0,-1-1 3 15,-2 1 12-15,-4 1 3 0,-2 1-7 16,-1 5-6-16,-5-7-6 0,0 3-5 0,-4 2-5 16,1 5-5-16,-2-2-6 0,-3 5 2 15,0-2-6-15,3 5-9 0,-2 2-11 0,4 1-23 0,-5 1-23 16,7 2-40-16,0 1-46 0,0 1-132 16,2-1-286-16,4 3 127 0</inkml:trace>
  <inkml:trace contextRef="#ctx0" brushRef="#br0" timeOffset="196085.56">4439 16106 98 0,'0'0'210'16,"0"0"-13"-16,-5 1-27 0,5-1-14 0,0 0-17 16,0 0-17-16,0 0-16 0,0 0-9 0,0 0-15 0,0 0-5 0,17-3-12 0,-8-2-13 15,3 0-13-15,4-2-8 0,0-3-10 0,3 1-11 16,-1-1-7-16,-1-3 5 0,-1 0-5 16,0-2-1-16,-3 1 0 0,2-2-2 0,-5 1-6 15,1 0 7-15,-4 1-3 0,0 5 21 16,-3-2 10-16,0 2 5 0,-3 1-9 0,0 1 1 15,-2 1-10-15,-4 1 1 0,-1 3-5 16,-4 2 10-16,-4 0-13 0,-3 2-3 0,-3 5 5 16,-10 4-7-16,2 3-6 0,0 0-3 0,2 4 2 0,2-1 4 0,1 1-9 0,1 2 1 15,6 0 1-15,3-4-5 0,3 7 0 0,2-6-1 16,7-1-2-16,2 1-1 0,4 0 9 0,7-2-1 16,3-1 5-16,9 1 4 0,3-6 5 15,6-1 0-15,-1-7 1 0,5 0 1 0,0-4-1 16,-1-1 0-16,0-3 0 0,0-1 0 15,-6 0 0-15,1-4-3 0,-9 8 0 0,-3-6 5 16,-7 3 9-16,-1 3 21 0,-2-2 17 16,-3 3 4-16,-1-1-3 0,-1 0-12 0,0 1-12 15,-3-2-11-15,-1 5-13 0,-6-7-34 0,6 7-28 16,-14-5-40-16,7 3-44 0,-4-1-188 0,-1 0-351 16,3-1 155-16</inkml:trace>
  <inkml:trace contextRef="#ctx0" brushRef="#br0" timeOffset="197291.58">5060 15554 97 0,'0'0'278'0,"1"-4"-45"15,-1 4-54-15,0 0-36 0,0 0-16 0,0 0-12 0,1 15-12 0,0-4-11 0,-1 8-9 16,2 9-10-16,-2 5-7 0,-2 1-5 0,4 12-11 16,-5 0-6-16,3-12-4 0,-1 15 0 0,0-16-9 15,1 1-5-15,2 0 1 0,-2 0-5 16,3-3-1-16,1-3-2 0,-2 0-2 0,1-9-3 15,2 2 1-15,0-3-2 0,-3-5 2 0,2-2 4 16,-1-1-1-16,-1-2 1 0,1-2 5 0,-2-1 13 16,1-2 24-16,-1 2 28 0,0-3 30 15,-1-2 19-15,0 0 22 0,0 0-1 0,0 0 0 16,0 0-27-16,0 0-5 0,0 0-24 0,7-12-9 16,-6 5-34-16,-1 7-6 0,-5-15-29 0,0 6-19 15,-3-3-14-15,-5 2-10 0,-2-2-2 0,-2 2 0 16,-2 1 1-16,0 1-1 0,-1 2 3 0,-1 0 0 15,-2 1 3-15,3-1 3 0,4 2 0 0,1 2-1 16,3 2-1-16,5-2-17 0,-1 1-31 0,8 1-27 0,-9-2-16 16,9 2-2-16,-2-4 10 0,2 4 5 0,0 0-6 15,28-11 0-15,-8 4-7 0,9-3-9 0,2-1-19 16,4-1 3-16,-2-3-14 0,0 2-9 0,-1-2 10 16,1-1-1-16,-1-3 8 0,-1-1 4 0,-4-3 21 15,-3-1 20-15,1-1 24 0,-4-1 37 0,-2 1 31 16,-5 3 47-16,-1-4 32 15,-7 9 31-15,0-3 27 0,-3 6 11 0,0-2 18 16,1 3 5-16,-4 3 6 0,0-1-9 0,0 2-2 16,0 2-9-16,-3 1-17 0,3 1-16 0,0 5-14 15,-1-9-24-15,1 9-39 0,1-4-38 0,-1 4-20 16,0 0-6-16,0 0 1 0,-4 18 4 16,1-1-5-16,-1 8 2 0,1 5 1 0,-3 4 2 15,2 12-1-15,0 2 2 0,2-12 1 0,-1 10-3 0,2-10 3 0,1 1-1 16,1 0 3-16,2-3 2 0,1-2-17 0,2-3-1 15,0 0-2-15,-3-8 2 0,3-4 0 0,-2 0 3 16,2-6 8-16,-5 0-1 0,3-5 3 0,-1 0 17 16,-1 0 23-16,1-3 36 0,-2 1 40 0,2-1 29 15,-3-3 18-15,0 0-16 0,0 0-7 0,0 0-20 16,0 0-25 0,0-18-42-16,-3 7-27 0,-3-4-37 0,-2-1-2 15,-2 1-3-15,-1 0-4 0,-1 4-1 0,-5-3 1 0,0 1-4 16,-3 2 7-16,3 4-2 0,-5 0 7 0,5 1-3 15,-2-1 5-15,9 4-1 0,-4 1 0 16,5-1-16-16,1 3-33 0,0-2-37 0,8 2-25 16,0 0 9-16,0 0 16 0,0 0 10 0,0 0 4 15,30 4-1-15,-11-6-5 0,13 0-6 0,3-1-7 0,1-1-1 0,4-1 4 16,-4-5 13-16,15 1 12 0,-14 1 9 0,0 0 12 16,-2-1 8-16,-1 0 4 0,-2 1 4 0,-4-1 3 15,0 2 19-15,-9-1 18 0,-1 2 32 0,-6 3 5 16,-2-2 51-16,-1 2 22 0,-3-1 20 0,0 3 0 15,-1-1 5-15,-5 2 4 0,6-4-21 0,-6 4-6 16,6-2-13-16,-6 2-8 0,0 0-16 0,0 0-15 0,0 0-15 16,0 0-6-16,8 6-2 0,-8-6-8 0,-3 9-4 15,2 1-1-15,-3 2-1 0,0-3-7 0,2 4 5 16,0 2-3-16,-1-1 0 0,2 1-3 0,-1-1-21 16,0 0-13-16,2 2-6 0,0-5-11 0,1 2-12 15,-1-4-19-15,0 1-12 0,0-10-18 0,0 8-15 16,0-3-7-16,0-5 22 15,0 6-5-15,0-6 14 0,0 0-258 0,0 0-381 16,-8-19 169-16</inkml:trace>
  <inkml:trace contextRef="#ctx0" brushRef="#br0" timeOffset="197422.92">5737 15782 2954 0,'0'-7'274'0,"-1"0"-115"0,1 1-64 0,-2 0-11 0,1 1-27 16,1 5-18-16,0-7-15 0,0 7-32 0,-2-6-15 0,2 6-34 15,0 0-42-15,0 0-18 0,0 0 21 0,0 0-34 16,0 0-28-16,0 0-50 0,0 0-257 16,0 0-504-16,1 24 223 0</inkml:trace>
  <inkml:trace contextRef="#ctx0" brushRef="#br0" timeOffset="197638.78">6077 15961 171 0,'0'0'235'0,"0"0"-26"16,0 0-36-16,0 0-31 0,0 0-22 0,27-7-30 15,-16 0-34-15,7 0-52 0,2-2-36 0,6-2-41 16,-9 2-29-16,3 2-64 0,-7-3-180 0,2 2 81 15</inkml:trace>
  <inkml:trace contextRef="#ctx0" brushRef="#br0" timeOffset="198008.23">6265 15871 553 0,'6'-4'10'0,"-1"2"39"16,-1-2 24-16,1 1-6 0,-5 3-12 0,0 0-6 0,-1-8-4 16,1 8 1-16,0 0-9 0,-23 7-3 0,10-2-5 0,-6 2-3 15,0 1 1-15,-6 6-7 0,-1-1-3 0,3 3-3 16,0 1-3-16,2 0 1 0,5-6-5 0,-5 7 2 16,11-1-3-16,-3-2 0 0,3-1 0 15,4 1-3-15,0 0 5 0,5-4 0 0,-1 3 3 16,5-5 4-16,3 2 4 15,1-3 0-15,6-4 7 0,4 2-9 0,11-4 6 16,0-6-6-16,5 0 7 0,0 0-5 0,3-3 0 16,-3-4-2-16,3 1 2 0,-4-4-10 0,0 2-2 15,-4-5 0-15,1 1 1 0,-2-2 3 0,-5-2 9 16,-7 9 30-16,2-3 27 0,-4 0 21 0,-3 0 26 16,-5 6 21-16,4 2 14 0,-4-1 13 0,-2 2-16 15,-2 0 14-15,3 1-13 0,-4 4-16 0,2-6-14 0,-2 6-25 16,3-5-23-16,-3 5-29 0,0 0-22 0,0 0-7 15,0 0-2-15,0 0-4 0,0 0 1 0,0 21-2 16,-1-10-1-16,-2-1 0 0,2 5-8 0,0 2-2 16,-2 0 7-16,2-1-3 0,-2 0-15 0,3-1-12 15,-1-3-9-15,0-1-12 0,-2-2-11 0,3 1-13 16,0-3-17-16,0-2-11 16,-1 2-17-16,-2-4 2 0,3-3 8 0,0 9 11 15,0-9 6-15,0 0-126 0,0 0-194 0,0 0-436 16,-15-14 192-16</inkml:trace>
  <inkml:trace contextRef="#ctx0" brushRef="#br0" timeOffset="198155.43">6465 15759 29 0,'-1'-5'371'0,"-2"0"-24"0,2 0-29 16,1 5-31-16,-1-7-32 0,1 7-29 0,1-6-31 15,-1 6-38-15,0 0-45 0,0 0-36 0,1-5-30 16,-1 5-36-16,0 0-37 0,0 0-53 0,22 7-59 15,-17-4-226-15,3 2-393 0,-8-5 175 0</inkml:trace>
  <inkml:trace contextRef="#ctx0" brushRef="#br0" timeOffset="199041.22">6727 15998 125 0,'0'4'194'0,"0"-4"-15"15,0 0-16-15,0 0-16 0,0 0-8 0,7 3-8 16,-7-3-16-16,15-5-9 0,-2 3-12 0,-2-1-10 16,3 1-8-16,-1-4-8 0,4 0-6 0,-4 4-5 15,1-8-4-15,2 3-2 0,-6 0-8 0,3 0-2 0,-3 0-6 16,-2-2 0-16,5 2-3 0,-8-1 7 0,3 0 11 15,-7 3 2-15,4-1 5 0,-5 1 5 0,0 0-5 16,0 5-5-16,-1-9-9 0,-3 6-7 0,4 3-2 16,-12-5-5-16,1 3-5 0,-2 2-2 0,-1 1-2 15,-3 1-5-15,-2 3-2 0,1 1-1 0,-1 2-1 16,3-3-6-16,-2 5 3 16,0 0-5-16,5 0 0 0,0 1-4 0,2 2 1 15,-1-1-16-15,7 4-7 0,-4-4-8 16,5 3 1-16,7-5-1 0,-3 2 0 0,5-1-4 0,8 1 8 15,-3-4 3-15,9 1 5 0,7-1-1 0,3-3-7 16,2-1-20-16,1-4-7 0,-2-4-1 0,2-1-4 16,2-2 6-16,-2-2 4 0,-6 0 11 0,0-3 10 15,-8 3 25-15,0-1 19 0,-5-2 25 0,1 0 31 0,-5 3 27 16,1 1 30-16,-4-4 29 0,-1 7 17 0,-1-2 14 16,0 1-3-16,-3 1-7 0,3 0-4 0,-1 1-34 15,-3 4 3-15,2-7-17 0,1 5-16 0,-3 2-17 16,0 0-26-16,0 0-35 0,5-3-16 0,-5 3 4 15,0 0-5-15,0 0 1 0,0 0-16 0,-9 20-15 16,8-13-15-16,-2-1-11 16,3 2-5-16,-1 2 1 0,-2-2-10 0,3-3-2 15,-1 4-9-15,-2-4 3 0,2 0 2 0,1 1 7 16,0-6 10-16,1 5 15 0,-1-5 27 16,0 5 20-16,0-5 23 0,0 0-16 0,0 0 1 15,0 0-7-15,21-11 2 0,-15 1-4 0,3 5 1 16,0-4-3-16,0 4-1 0,0-4 2 0,-1 2-3 0,0 3-9 15,-1-2 10-15,-1 3 3 0,0-1-19 0,-3 1 9 0,3 1 0 16,-6 2-22-16,11 0 13 0,-11 0-10 0,14 4-6 16,-5 1 13-16,1 3-1 0,-1-3-4 0,1 2-11 15,0 2-13-15,3 1-3 0,0-3-9 0,4 3-22 16,-6-2-21-16,-2 0-20 0,4-1-13 0,1-1-10 16,-5-2-6-16,1-2 5 0,2-2 0 0,-12 0 16 15,21-5 9-15,-10-1 16 0,-5-1 22 0,2-2 26 0,-1 0 17 0,-2-3 25 16,1-4 15-16,-1-1 16 0,1-3 9 0,-2-4 6 15,2-1 9-15,-2-2-2 0,-3-1 11 16,4 2 15-16,-1 2 21 0,0 8 8 0,-2-1 9 16,-2 6 17-16,2 3-10 0,-2 1-13 0,0 0-14 0,1 2-15 15,-1 0-30-15,0 5-35 0,0 0 1 0,0 0-2 16,0 0-7 0,-6 17 0-16,-2-3-3 0,3 1 0 0,1 4 3 15,-3 6 2-15,4 1-27 0,-5 0-18 0,2-1-26 16,2 2-19-16,1-3-22 0,2-6-18 0,-4 0-7 15,3-3-32-15,0-2-31 0,2-4-24 0,2 3-41 16,-5-6-138-16,2-1-426 0,1-5 188 0</inkml:trace>
  <inkml:trace contextRef="#ctx0" brushRef="#br0" timeOffset="199293.33">7370 15859 155 0,'0'0'182'0,"-13"2"-21"0,13-2-17 0,-9 1-1 16,9-1-8-16,-1 5-2 16,1-5-3-16,15 5-7 0,5-2-11 0,9-1-9 15,8-3-13-15,19-3-2 0,11 2-13 16,30-6 2-16,-7 1 3 0,9-3-3 0,-10 5 0 0,-22-2-7 0,-8 5-6 0,-2-5-8 0,-1 2-5 16,-21 1-2-16,-2 2-7 0,-5 1-4 0,-10 0-3 31,-5 0-7-31,-2 1-4 0,-3-1-10 0,-2-2-2 15,-6 3-13-15,0 0-30 0,0 0-41 0,0 0-53 0,-30 3-69 0,8-3-164 16,5-3-388-16,1 3 173 0</inkml:trace>
  <inkml:trace contextRef="#ctx0" brushRef="#br0" timeOffset="201519.05">8061 15911 95 0,'0'-5'167'0,"0"5"1"16,1-5-17-16,-1 5-6 0,0-3-13 15,0 3-9-15,0 0-10 0,0 0-10 0,0-5-8 0,0 5-11 0,0 0-8 16,0 0-19-16,0 0-9 0,0 0-3 16,0 0-6-16,-16 10-6 0,7-5-4 0,-6 7 2 15,-2-2-6-15,-6 7-3 0,-2-1-3 16,3 2-2-16,0-4 5 0,-1 3-9 0,0-2 1 0,9-1-5 0,-1-4 1 0,6 0-1 16,0-1 7-16,0-2-17 0,1 3 6 15,3-6-2-15,4 2-1 0,1-1 1 16,0-1 1-16,4 2-2 0,5-3 3 0,5-2 0 0,5-1-4 0,9 0 4 15,3-1-1-15,-2 2 1 0,-1-1-2 16,0 3 4-16,-5-3-5 0,-2 1-2 16,-3 0 2-16,-5 2 2 0,-2 0-16 15,-2-1 1-15,0 0 5 0,-3 0-5 0,-2 1 3 16,-4-3 3-16,2 9 1 0,-2-9-1 0,-12 13 6 0,-6-2-1 0,-9 2-1 0,-5-2-3 16,-2 2 2-16,-4-3-12 15,0-1-6-15,-13 4-22 0,14-7-46 16,1 2-44-16,-1-3-137 0,4-2-289 15,5-3 129-15</inkml:trace>
  <inkml:trace contextRef="#ctx0" brushRef="#br0" timeOffset="202296.6">9765 15764 123 0,'0'0'159'15,"0"0"-11"-15,0 0-15 0,0 0-15 0,0 0-10 0,0 0-14 0,0 0-8 0,0 0-10 16,0 0 0-16,0 0-15 0,-25 6-4 16,16 0-7-16,-2 1-12 0,-4 4-2 15,-2 1-3-15,-1 1-2 0,-4 4-9 16,2 4 0-16,-2-1-7 0,3 1 2 0,0-1-5 0,2 2 5 0,2 0-6 0,6-5 2 16,1-1-1-16,2 0-1 0,2-3-7 15,4-1 11-15,3 1 1 0,-2-3 3 0,5 1 8 16,2-5 6-16,1 1 5 0,10-3 2 0,0-1-3 15,8-3-9-15,-4-3 11 0,5-3-4 0,-2 0 3 16,-1-6 1-16,-7 3 4 0,9-4 7 0,-5-3-3 16,-8 3 2-16,2 1 0 0,-4-5 3 15,-1 0-4-15,-2 0-3 0,-2 0-2 0,-3-1-4 16,-3 2-5-16,-2-1 0 0,-3-2-1 0,-3 2-7 16,-2 3 0-16,-2-1-8 0,-4 3 2 0,-3 2-6 15,0 0 1-15,-3 3-4 0,1 2-4 16,-2 1 2-16,3 1-4 0,0 2-1 0,6 0-19 15,-1 2-23-15,3 2-38 0,-1 0-34 0,3 0-1 0,4 1-20 16,2 2-25-16,5-1-190 0,3 0-373 0,5-1 165 0</inkml:trace>
  <inkml:trace contextRef="#ctx0" brushRef="#br0" timeOffset="202708.07">10166 15484 49 0,'1'-3'283'0,"-1"-1"-27"0,4 2-28 16,-4 2-30-16,0 0-27 0,4-2-30 0,-4 2-19 16,0 0-13-16,4 18-10 0,-4-2-14 15,0 4-6-15,-3 6-10 0,2 8-7 0,-3 10-9 0,-4 3-2 0,3-13-7 16,-1 12-5-16,2-11-4 0,2-1-4 0,-1-3-4 15,3 2 0-15,0-2-2 0,0-6-1 0,1-6-4 16,3 1 0-16,0-3 0 0,1-1-3 16,-3-4-2-16,5-2 3 0,-3-3 0 0,-3-1 3 15,3-1 12-15,0 2 8 0,-3-5 23 16,-1 0 22-16,0-2 7 0,9 2-11 0,-9-2-11 0,0 0-6 0,1-9-4 0,-2 4-13 0,-2-3-20 16,-3-4-19-16,-3 0-15 0,-4-2-8 15,-6 0-1-15,-3-3 3 0,-4 1 0 0,4 5 2 16,4 1 8-16,1 3 5 0,5 2 16 15,0-1-7-15,2 3 5 0,1-2-9 0,4 3-2 16,0-1-4-16,2 1 1 0,3 2-1 16,9-5-4-16,10 2-9 0,14-5-19 0,19 1-44 15,6-4-63-15,33-4-79 0,-32 3-229 0,30-7-482 16,-27 1 214-16</inkml:trace>
  <inkml:trace contextRef="#ctx0" brushRef="#br0" timeOffset="203822.81">11575 15443 151 0,'2'-14'174'0,"-2"0"-8"0,1 1-3 0,0-3-4 0,2 3 4 15,-1 2-3-15,1 1 2 0,-3 1-10 16,0 2-14-16,0 0-13 0,0 3-16 0,0 2-14 0,-2-5-15 16,2 7-26-16,-1-3-15 0,1 3-12 0,0 0 0 0,-10 18-6 15,2-1 1-15,1 10-3 0,-1 3-7 16,-2 3 2-16,-3 16-2 0,3 0-4 0,0 2 1 0,2-1-2 15,4 1 1-15,0-2-5 0,-2-3 1 16,5 2-4-16,-2-13 3 0,3 0 2 0,0-2-2 0,3 2-3 16,-1-4 0-16,3-2-1 0,-2 0 1 15,1-3 2-15,-3-8-3 0,0-5 5 0,-1-1-2 0,0-3-1 16,3 3 0-16,-3-8 21 0,1 4 21 16,-1-6 23-16,0 3 21 0,0-5 14 0,0 5-1 15,0-5-11-15,0 0-8 0,-13-3 2 0,6 0-23 0,-5-1-5 16,-1-6-7-16,-6 3-16 0,1 0-9 15,-1 0-22-15,-1 3-12 0,-1-3-10 16,-5-1-8-16,5 3-15 0,-2 2-9 0,4-1-9 16,-3 2-18-16,4-1-20 0,1 1-26 0,2 0-27 15,6-2-62-15,-5 2-169 0,8-3-415 0,2 1 185 0</inkml:trace>
  <inkml:trace contextRef="#ctx0" brushRef="#br0" timeOffset="204168.42">11285 15836 53 0,'0'0'158'0,"-5"0"-14"0,5 0-26 0,0 0 0 16,0 0-6-16,0 0-13 0,0 0-9 16,0 0-4-16,0 0-9 0,22 0-7 0,-2-5-2 0,2 3-6 15,10-4-9-15,2-2 6 16,2-1-15-16,3 2-7 0,12-5-4 0,-18 5-1 0,0 0-4 16,-5-1-3-16,3 4-2 0,-12-1 6 0,-6 3-9 0,-2-1-6 0,0 1-2 15,-5 2 0-15,1-2-11 16,-7 2-6-16,10-1 5 0,-10 1 0 0,0 0-31 0,0 0-28 15,0 0-20-15,-30 8-32 0,15-6-26 16,2 0-73-16,-1-2-226 0,0 0 100 0</inkml:trace>
  <inkml:trace contextRef="#ctx0" brushRef="#br0" timeOffset="204702.43">12047 15669 28 0,'5'0'157'0,"3"-3"-15"16,4 2-13-16,1 1-20 0,2 1-10 0,2-1-6 0,2 5-13 15,-2 0-5-15,2 0-5 0,1 4-10 16,-4-1-4-16,0 2-4 0,-1 1-7 0,-8-3-4 16,5 6-3-16,-6-4-6 0,-2 2-9 0,-1 0-1 0,-1 0-1 15,-4 0 0-15,-4 1-4 0,1-1 4 0,-5 0-5 0,0 0 8 16,-4-3 0-16,4-1 7 0,-2-2-19 15,2 0 26-15,0-1 9 0,2-1 5 0,2-3 14 0,-1 3 18 16,1-4 20-16,-2 0 16 0,8 0-14 0,-5-7-14 16,5 2-12-16,3-2 23 15,2-3-8-15,5-2-9 0,0-5-14 0,8 3-3 16,1-3-12-16,2-2-6 0,-6 6-8 0,2-1 1 0,-2 3-5 16,2-1-8-16,-5 4-6 0,1 0-8 15,-4 6 10-15,0-4-7 0,-3 2-4 0,2 2-7 0,-3-1-4 16,-2 1-9-16,-3 2-3 15,9 2-2-15,-9-2-2 0,6 7 0 0,-5-2 0 0,2 0 2 0,-2 3-2 16,-1 1 5-16,3 1-2 0,-1 0-17 0,0 0-20 0,-1 1-12 16,0-3-24-16,2 0-26 15,-2 1-31-15,2 0-37 0,-1-5-55 0,2-1-136 0,0 1-395 0,-1-4 175 16</inkml:trace>
  <inkml:trace contextRef="#ctx0" brushRef="#br0" timeOffset="204923.3">12656 15562 2304 0,'6'-4'253'0,"-1"0"-54"15,-1 0-58-15,2 2-54 0,-4-1-39 16,-2 3-18-16,5-3-12 0,-5 3-7 0,0 0-8 0,10 1-4 16,-5 4 6-16,2 4 0 15,0 0 0-15,-1 4-1 0,3 5 1 0,1 0-3 0,-1 10 1 16,-5-2-2-16,1 5-16 0,-6 0-15 15,-6-1-27-15,2 2-20 0,-10 1-13 0,-3-5-22 0,-4 0-37 16,-1-2-54-16,-5-4-196 0,-1-2-432 0,-3-4 193 0</inkml:trace>
  <inkml:trace contextRef="#ctx0" brushRef="#br0" timeOffset="205252.9">12163 15422 143 0,'-10'2'188'0,"0"3"-15"0,-7 2-18 0,-6 6 6 16,-2 7-33-16,-2 4-17 0,-7 11-10 16,-3 3-9-16,4 4-9 0,0 0-13 0,6 3-7 0,2-2-1 15,9-9-10-15,6-1-5 16,2 0-4-16,1 1 12 0,7-3-1 0,9-2 1 0,2 1-1 16,8-5 4-16,8 0-4 0,19 0-6 15,7-8-23-15,3-5-42 0,10-3-67 0,24-7-245 0,0-7-357 0,-28-1 157 0</inkml:trace>
  <inkml:trace contextRef="#ctx0" brushRef="#br0" timeOffset="206478.8">13053 15831 19 0,'0'0'400'0,"0"0"-42"15,0 0-35-15,1-4-36 0,-1 4-24 0,0 0-44 16,1-4-60-16,-1 4-78 0,0 0-92 0,0 0-145 0,8-4-168 0,-2 1-351 16,0 2 155-16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5:53:27.8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2875 2034 27 0,'0'0'155'0,"0"0"-9"0,0 0-3 0,0 0-8 16,0 0-1-16,0 0-10 0,0 0 0 0,3-4-2 16,-3 4-10-16,0 0 3 0,0 0-8 15,0 0 1-15,0 0-2 0,0 0-1 0,0 0 3 16,0 0 5-16,0 0 34 0,0 0-3 0,0-6-3 16,0 6-1-16,0 0 1 0,0 0-10 0,0 0 3 0,0 0-12 0,0 0-11 15,0 0 0-15,0-7-15 0,0 7-6 0,0 0-4 16,0 0-18-16,0 0-7 0,0 0-16 0,0 0-13 15,0 0-24-15,0 0-25 0,0 0-33 16,0 0-18-16,0 0-8 0,-1 21 11 0,-1-8 5 16,0 5 4-16,-3 11 8 0,-1 1-1 0,2 5 15 15,-1-2 3-15,0 2 1 0,1 13 6 16,0-13 6-16,-1-1 5 0,3 12 0 0,-2-14 4 16,0-1 2-16,0-4 2 0,3-8 0 15,-2 1 1-15,3-4-4 0,0-4 6 0,-1-2 0 16,1 0 1-16,-3-3 1 0,6 0 17 0,-6-4 18 15,2 2 20-15,1-5 12 0,0 0 7 0,0 8 10 16,0-8 6-16,0 4 3 0,0-4-2 16,0 0 4-16,0 0-12 0,0 0-10 0,0 0-30 0,0 0-17 0,0 0-21 0,0 0-38 15,-5-17-29-15,4 12-35 0,-2-7-39 16,3 2-59-16,-1-2-70 0,-2 0-275 0,2-6-585 16,1 1 258-16</inkml:trace>
  <inkml:trace contextRef="#ctx0" brushRef="#br0" timeOffset="397.09">2894 2041 209 0,'0'0'233'0,"0"0"-25"0,0 0-12 0,0 0-22 16,0 0-23-16,0 0-10 0,0 0-20 15,0 0-10-15,0 0-8 0,0 0-16 0,-12 5-11 0,12-5-6 0,0 0-8 0,0 0-4 16,0 0-11-16,0 0-2 0,0 0-3 0,0 0-3 16,0 0-6-16,0 0-2 0,0 0 5 0,0 0-5 15,31 2 6-15,-12-2 4 0,13-6-5 16,0 5 4-16,9-4 5 0,13-1-3 0,-2 1 2 15,-1-1-6-15,-15 4-6 0,2-1-2 0,-2-1-10 16,-5 2 5-16,-2-1-2 0,-10 1-4 16,-5 2 3-16,-1-1-8 0,1 1-1 15,-5-1-7-15,-1 1-16 0,-8 0-11 0,0 0-13 16,11 1-2-16,-11-1 8 0,-1 6 6 0,1-6 6 16,-18 11-13-16,6-6-20 0,-3 2-22 0,2-2-35 15,-2 5-42-15,0 0-76 0,1-2-116 0,0 1-368 0,0-2 163 0</inkml:trace>
  <inkml:trace contextRef="#ctx0" brushRef="#br0" timeOffset="1080.33">2820 2668 193 0,'0'0'198'0,"0"0"-19"15,0 0-1-15,0 0-13 0,0 0-2 16,0 0-9-16,0 0-8 0,0 0-11 0,-4 4-7 16,4-4-8-16,0 0-7 0,0 0-3 15,0 0-9-15,0 0-3 0,0 0-10 0,0 0-7 0,-3 5-8 0,3-5-11 0,0 0-5 16,0 0-6-16,0 0-6 0,0 0-4 0,0 0-7 15,0 0-4-15,0 0 0 0,0 0-5 16,0 0 5-16,13 3 3 0,1-3 0 0,4 0-3 16,10-3-1-16,4-4 2 0,4 4-5 15,3-1 2-15,1-1 5 0,16 1-1 0,-17 1-7 16,-1-2-3-16,0 1 1 0,-6-1-8 0,0 2 2 16,-3-1-2-16,-8 1-6 0,-3 1 5 15,-7 1 0-15,1-1-3 0,-2 2 4 0,-6-1-7 0,-4 1-7 0,10-1-10 0,-10 1-17 16,5-3-29-16,-5 3-26 0,0 0-13 0,0 0-35 15,0 0-42-15,-32-8-61 0,20 6-185 16,0 0-450-16,-2-1 200 0</inkml:trace>
  <inkml:trace contextRef="#ctx0" brushRef="#br0" timeOffset="1520.93">2916 2453 52 0,'0'0'245'0,"-3"2"-22"16,3-2-16-16,0 0-20 0,-4 2-17 16,4-2-21-16,0 0-12 0,0 0-17 0,0 0-10 15,-3 3-12-15,3-3-14 0,0 0-7 16,0 0-8-16,0 0-1 0,6 4 5 0,-6-4 3 0,9 5 3 0,-2-4 2 0,7-1-4 16,5-3-1-16,12 0 0 0,0 2-9 0,-2 0-5 15,4-4-11-15,2 3-9 0,-1-3 6 16,1-2-6-16,-3 2-3 0,-4 4-15 0,1-3 6 15,-10 2-5-15,-3-3 3 0,-2 3-4 16,-3-1-2-16,-3 2 0 0,-3 1-3 0,4-1 5 16,-9 1-6-16,9-1 17 0,-9 1-3 15,5-2-15-15,-5 2-7 0,4-2-14 0,-4 2-26 16,0 0-26-16,0 0-25 0,0 0-25 0,-18 6-36 0,18-6-43 16,-13 3-73-16,6-2-135 0,7-1-424 15,-11 0 187-15</inkml:trace>
  <inkml:trace contextRef="#ctx0" brushRef="#br0" timeOffset="2268.67">3672 2367 146 0,'0'0'402'16,"0"0"-20"-16,0 0-26 0,0 0-31 0,0 0-37 16,0 0-26-16,0 0-27 0,-12-8-32 0,12 8-24 15,0 0-24-15,0 0-24 0,0 0-27 0,0 0-13 16,0 0-19-16,3 21 9 0,-6-10-6 16,6 1-9-16,-3 4-7 0,0 2-8 0,-3-2-1 15,6 5-8-15,-3-2-5 0,0 1-4 16,4-3 5-16,-3 0-11 0,-1-1-1 0,3-5 4 15,-2 2-14-15,3-5 6 0,-3 0-9 16,-1-3 2-16,3 3 3 0,-2-5 3 0,-1-3 20 0,5 3 13 0,-5-3-8 0,17-5-6 16,-7-4 3-16,0 2-10 0,5-6-2 0,2 1 13 15,-3-3-5-15,4-4-7 0,-4-3 0 16,5 0 5-16,-5 0-5 0,-1 8-1 0,-4-2 1 16,1 2 4-16,-1 2 5 0,-4 3 1 15,3 0 1-15,-3 1 1 0,-2 3-8 0,1 1-8 16,-1 0-6-16,0 0-15 0,-3 4-13 0,4-4-31 15,-4 4-15-15,0 0 2 0,0 0 7 0,10 8 4 16,-7-2 11-16,2 1-8 0,2 5-2 16,1-2 8-16,1 0-6 0,2 4-2 0,-2-4-4 15,3 2-5-15,2-4-5 0,3 2-1 0,-2-3-10 0,-4-2 7 0,5-4-1 0,-1 2 4 16,0-3-2-16,2-4 10 0,2-2 6 16,-6-3-1-16,3 1 5 0,-3-4 1 0,0-4 8 15,-3 1 15-15,-2-4 5 0,1 1 15 0,0-6-1 16,-3 0 6-16,-5-7 3 0,3 1 11 15,-1 1 20-15,-3-3-2 0,1 6 49 0,-1 5 26 16,-1 4 20-16,1-1 5 0,0 1 6 0,-3 4 2 16,2 4 0-16,-2 0-12 0,3 2-12 15,-2 2-18-15,2 1-13 0,-1 0-18 0,-1 0-20 16,2 4-39-16,0 0-51 0,0 0-48 0,0 0-9 16,0 0 11-16,-4 15 10 0,4-4 8 15,-1 16 9-15,1 2 11 0,-1 4 1 0,-2 0 4 16,3 0 5-16,2 1 4 0,-1-1 9 0,0-2 0 15,0-3-6-15,1 1 4 0,-2-10-2 0,4-1 1 16,-3-1 6-16,1-8-6 0,0 4-1 0,-1-3 11 16,2-1-8-16,-3-4-17 0,0 0 16 0,1-1 1 0,-1-4 4 0,1 8 1 0,-1-8-18 15,2 4 10-15,-2-4-23 0,0 0-29 16,6 1-50-16,-6-1-67 0,0 0-57 0,11-9-78 16,-7 5-292-16,1-3-663 0,-1 2 294 0</inkml:trace>
  <inkml:trace contextRef="#ctx0" brushRef="#br0" timeOffset="2620.11">4415 2475 256 0,'0'0'304'15,"0"0"-21"-15,0 0-27 0,0 0-23 16,0 0-27-16,0 0-16 0,13-11-24 0,-2 9-14 0,0-5-18 15,-1 2-11-15,8-4-11 0,-4 3-17 0,4-5-6 16,-1 3-11-16,-2-2-5 0,3 0-7 16,-4-1-8-16,2 1-3 0,-6-1-9 0,-1 5-4 0,-2-1-2 0,0 0 5 0,0-1 8 15,-2 6 5-15,-1-5-2 0,-1 5-8 16,-3 2-7-16,2-5-25 0,-2 5 7 16,0 0-7-16,0 0 0 0,-30 6-1 0,11 2-6 0,2 1-2 0,-7 7 4 15,-2 0-2-15,3 0-5 0,3 2 2 16,-2 1 1-16,4 2-3 0,5-7-1 15,3 3 1-15,0 1 0 0,4-3-8 16,0 2 1-16,5-1-17 0,1-5 11 0,5 2 4 16,2-3-2-16,7 1-16 0,2-1-3 0,3-4-31 0,9-4-49 0,-1-2-44 15,4-2-58-15,-3-4-275 0,3-4-523 16,-3 0 233-16</inkml:trace>
  <inkml:trace contextRef="#ctx0" brushRef="#br0" timeOffset="3008.02">4826 2303 179 0,'11'4'237'0,"-2"-2"-10"0,0 2-9 0,3 0-11 0,2 1-14 0,3 3-16 16,-1 0-13-16,-2 2-14 0,1 0-13 15,-2 0-15-15,1 3-11 16,-1 0-7-16,-4 2-10 0,1 2-10 16,-2 0-5-16,-3 2-8 0,-1-1-8 0,-4 0-1 15,-1-1-7-15,-2 0 1 0,-1-2-9 0,-2 1 2 0,1-3 1 0,-3-1-1 0,2-2 1 16,-3-1 7-16,1-3-1 0,3-2 34 16,-3 0 36-16,3 0 32 0,0-3 26 0,5-1 1 15,0 0-3-15,0 0-9 0,-9-13-12 16,9 3-13-16,3-3-16 0,3-6-18 0,3-4-8 0,6-3-17 15,2 0-8-15,1 0-7 0,0 3-8 16,-2-3-10-16,5 6 3 0,-5-4-5 16,0 11 5-16,-5 0-12 0,0 3 2 0,-3 0-4 15,0 3-1-15,-3 0-8 0,0 2-8 0,-1 0-32 0,1 3-45 0,-5 2-62 16,5-4-85-16,-5 4-72 0,0 0-53 16,0 0-96-16,0 0-305 0,0 0-781 15,0 0 345-15</inkml:trace>
  <inkml:trace contextRef="#ctx0" brushRef="#br0" timeOffset="5190.35">5522 1860 119 0,'0'0'305'0,"-1"-8"-8"0,1 8-16 0,1-5-10 15,-1 5-13-15,0 0-23 16,2-5-18-16,-2 5-8 0,0 0-33 0,0 0-27 0,0 0-10 16,0-5-20-16,0 5-30 0,0 0-33 15,0 0-28-15,0 0-14 0,0 0-4 0,-8 13 1 16,0-3-4-16,-1 5-12 0,-7 6-18 0,-3 2-33 0,-2 0-45 15,2 1-55-15,0-3-79 0,-3-1-168 16,8-8-436-16,6 3 194 0</inkml:trace>
  <inkml:trace contextRef="#ctx0" brushRef="#br0" timeOffset="5655.24">5756 2092 170 0,'0'0'198'0,"5"2"-16"0,-5-2-17 16,-5 7-10-16,2-4-16 0,-3 0-10 16,1 6-14-16,-3-4-11 0,-1 5-3 0,-2 2-9 0,1-2-12 15,2 0-9-15,-3 4-3 0,-1-2-10 0,2 4-3 0,4-4-6 16,-1 1-5-16,2 3-1 0,1-6-5 0,4 3 0 16,0-3-4-16,0-1 1 0,4 0-1 0,1 1-1 15,5 0-4-15,6 0-4 0,3-1 2 16,-3 1-6-16,10 0-2 0,-10-3-1 0,5 2 0 15,-2-1 2-15,-2 1-5 0,-2 0-7 16,-1 0 3-16,-5 2-8 0,0-3 5 16,-5 4-5-16,-1 0 4 0,-3-4-1 0,-7 5 2 15,-3 0 0-15,-7-1-2 0,-1 1 4 0,-6-3-3 0,-5 5-1 0,2-5 1 0,-3 1 2 16,1-2-29-16,0-2-6 0,2 0-29 0,5-2-34 16,4-1-62-16,-3-3-214 0,9-1-396 15,1-3 176-15</inkml:trace>
  <inkml:trace contextRef="#ctx0" brushRef="#br0" timeOffset="6194.85">6824 2067 76 0,'-1'-7'335'0,"0"5"-12"0,1 2-8 0,0-6-33 0,0 6-27 16,0 0-27-16,-2-4-21 0,2 4-27 0,0 0-22 16,0 0-40-16,0 0-35 0,0 0-8 15,0 0-12-15,-3 15-5 0,0-4-7 0,1 6-3 16,-1 10-6-16,1-2-2 0,-2 6-3 0,0-2-2 16,0 4 0-16,1 1-6 0,-2-4 0 15,5 1-1-15,-3-3-22 0,0-2-13 0,3-7-15 16,0-2-16-16,0 0-11 0,-1-3-18 15,-1-3-20-15,2-4-17 0,-1-1 2 0,2-2-3 16,-1-4-49-16,0 0-51 0,0 0-161 0,0 0-397 16,-12-22 175-16</inkml:trace>
  <inkml:trace contextRef="#ctx0" brushRef="#br0" timeOffset="6378.87">6684 2029 195 0,'-4'-10'319'0,"1"5"-11"0,2-1-7 0,-3 1-25 15,3 0-25-15,1 5-19 0,0-6-28 16,0 2-21-16,4 1-17 0,1-1-15 0,5 1-23 16,11-2-16-16,-1 1-10 0,1 1-12 15,13-1-2-15,0-2-27 0,2 6-25 0,0 0-39 16,-1 1-38-16,-2 1-55 0,-4 3-51 0,-2 0-66 0,-7-1-238 0,-4 1-488 0,-3-3 216 16</inkml:trace>
  <inkml:trace contextRef="#ctx0" brushRef="#br0" timeOffset="6564.9">6820 2360 2852 0,'-7'8'323'16,"2"-3"-154"-16,1-1-50 0,0 0 1 0,2-1-26 15,-1 0-31-15,3-3-11 0,0 0-15 0,0 0-12 16,14-2 1-16,5-2-32 0,8-2-27 0,5-2-44 0,0 1-53 0,1 0-64 0,6 0-93 15,-6-1-239-15,4 0-570 0,-3-5 253 0</inkml:trace>
  <inkml:trace contextRef="#ctx0" brushRef="#br0" timeOffset="6935.23">7471 2231 2543 0,'0'0'175'0,"0"0"-75"0,-20-1-15 0,20 1-7 0,-7-3 1 16,7 3-17-16,-8-2-13 0,8 2-14 0,0 0-7 15,-9 0-2-15,9 0-6 0,-11 5-6 16,5-1-5-16,-2 1-1 0,0 5 2 0,-7 0-4 16,2 2 3-16,-1 5-1 0,1 0-2 15,-2 3 2-15,6-3-5 0,-7 4 7 0,7-7-9 16,2 3-16-16,1-5-5 0,2 1 0 15,0-4 3-15,3 1 2 0,0 2 4 0,3-5 3 16,2 0 6-16,1-2 3 0,4 0 3 16,1-3 8-16,4-1-10 0,3-2 3 0,2-3-5 15,-1 1 5-15,-1-6-4 0,3 4 3 0,-3-4 0 16,-3 0 0-16,-2-5 1 0,1 2-2 0,-4-2-12 0,-2-2-11 0,0 0-8 0,-4-1-8 16,-1 4-5-16,-4 2 2 0,-3-6-10 0,-3 0-14 15,-2 6-10-15,-2-2-21 0,-1 0-16 16,3 4-21-16,-5 2-14 0,2 1-42 15,-3-2-33-15,4 3-126 0,2 0-373 0,1 0 166 16</inkml:trace>
  <inkml:trace contextRef="#ctx0" brushRef="#br0" timeOffset="7262.3">7536 2172 67 0,'9'2'190'16,"4"0"-8"-16,0 3-7 0,-2 0-10 0,6 3-15 15,-2 1-5-15,1 1-13 0,-1 2-6 0,0 2-10 16,-2-1-7-16,0 4-17 0,-1-1-7 16,-1-1-9-16,-2 2-5 0,-2 7-4 0,0-7-10 15,-5 1-1-15,2-3-14 0,-4 0 3 16,-4-1 1-16,4-2-2 0,-5-2 2 0,0 1-1 16,-1-2 2-16,-1-1 1 0,1-2 5 0,-1-1 12 15,1-2 15-15,0 0 15 0,-1-3 16 16,7 0 0-16,-10-3 6 0,4-1 5 0,2-2-3 0,1-4-10 0,2-2-11 0,2-3-13 15,2-2-8-15,1-1-8 0,3-2-6 0,2-2-13 16,2 5-7-16,5-5 1 0,-4 6-1 16,5-2-12-16,0 2-24 0,-3 4-20 0,0 2-18 15,4 0-34-15,-5 2-35 0,5 1-35 16,-8 3-41-16,4 1-54 0,-1-1-54 0,-3 4-213 16,0-3-539-16,-2 2 238 0</inkml:trace>
  <inkml:trace contextRef="#ctx0" brushRef="#br0" timeOffset="7812.01">8081 2210 2908 0,'0'0'225'0,"0"0"-53"0,-7-9-7 16,7 9 18-16,-2-5-55 0,2 5 7 15,-3-4-36-15,3 4-25 0,0 0-21 0,0 0-4 16,0 0-16-16,0 0-9 0,0 0-26 0,0 0-11 15,0 0 11-15,-7 11-3 0,7-1 4 16,-2 0 0-16,2 2-6 0,0 5-7 0,1 1-5 16,-2 0-5-16,1 1-4 0,1-1 1 0,-1-2-8 15,-1-1 7-15,1-4 3 0,1-2-8 16,-1 0 3-16,0-3 3 0,1-1 6 0,-1 0 17 0,0-3 27 0,0-2 29 0,0 0 6 16,0 0-5-16,0 0 0 0,16-9 11 0,-8 2-22 15,2 0 9-15,-1-4 0 0,2-3-9 0,3-2-5 16,3-3-5-16,-3 4 1 0,-2-2-4 15,0 0-4-15,1 5-5 0,-8 4 5 0,4-2-5 0,-4 5 2 16,0 0-19-16,-1 1 5 0,0-1 2 0,1 3-5 16,-5 2-19-16,0 0-2 0,0 0 1 0,17 5 0 15,-13 1-1-15,1 0-3 0,2 4 5 16,2 0 5-16,-2 4-1 0,0 3 15 0,5-3-15 16,-3 1 0-16,-3-1 10 0,-1-1-6 0,3-4 8 15,-3 1-12-15,-1-3-12 16,-2 0 11-16,4-2 17 0,-4-1-9 0,2 1 4 15,-4-5 25-15,8 3 12 0,-8-3 2 0,0 0-10 16,18-8 0-16,-13 2 3 0,2-4-8 0,2 0-1 16,4-2 3-16,-2-2-5 0,1 0-2 0,1 1 0 15,-2-4 2-15,2 3 6 0,-2 4 1 0,-4 0 4 16,-1 1-2-16,1 1-5 0,-3 4-2 0,1 1-7 16,0 1-5-16,-3-3-3 0,-2 5-4 0,8-3-13 0,-8 3-3 15,9-2-15-15,-9 2-13 0,14 4-19 0,-8-1-25 16,3 2-32-16,3 0-29 0,-2 2-42 0,2 1-34 15,-1-3-48-15,4 3-45 0,-2-3-283 0,0 1-646 0,-3-2 287 16</inkml:trace>
  <inkml:trace contextRef="#ctx0" brushRef="#br0" timeOffset="8740.2">8786 2153 24 0,'0'-5'398'0,"0"2"-10"0,0 3-17 16,-1-7-21-16,1 7-34 0,2-1-33 0,-2 1-32 15,0 0-34-15,0 0-19 0,0 0-33 0,0 0-18 16,0 0-15 0,0 0-13-16,5 11-15 0,-2-2-11 0,-1 1-8 15,2 3-7-15,-3 3-8 0,2 1-6 0,0 0-4 0,-1 4-6 16,2-4-5-16,-3-2-16 0,3-2-8 16,-3-2-7-16,3-1-5 0,-4-1-5 0,1-4 1 15,2 2 4-15,-3-3 2 0,0-4 17 0,1 4 32 16,3-2 12-16,-4-2-9 0,8-6-8 0,-6 0-3 15,7-1 1-15,-4-1 4 0,3 0-2 0,1-5-4 0,4 1-6 0,-3-5-8 16,-1 3-4-16,0-1 4 0,0 3-11 0,-4 1 3 16,3 2 1-16,-2 0 0 0,-2 4-4 15,0 0-5-15,-2 0-2 0,1 0-9 0,-1 4-3 0,-2 1-21 16,6-6-19-16,-6 6-5 0,0 0-11 0,0 0 8 16,0 0 15-16,13 7-2 0,-9 0-12 15,1-1 0-15,3 2 0 16,1 3-9-16,0-2-8 0,0-1 0 0,0 1-6 15,2-2 0-15,1-1-3 0,-2 1 4 0,0 0-1 16,2-3 0-16,-1-3 5 0,2-1 8 0,-1 0 5 16,3-1 3-16,-3-1 5 0,-1-7 6 15,-1 3 1-15,1-1 12 0,1-8 15 0,-4 6 11 0,-2-3 13 16,3 0 9-16,-4-5 5 0,-1 3 12 16,0-6-4-16,1 2-11 0,-4-2 9 0,3-5 11 0,0 5 8 0,-4-5 17 0,2 8 11 15,1 0 4-15,-2-3 8 0,-2 4-4 0,1-1-2 16,-3 6-1-16,3 0 10 0,-2 0-2 15,2 2-1-15,0 1-7 0,-2 2-5 0,0 1-10 16,2 2-13-16,-1-1-12 0,1 4-24 0,-1-5-35 0,1 5-40 16,0 0-49-16,0 0-44 0,0 0-15 0,0 0 15 15,0 0 11 1,-3 19 19-16,3-7 7 0,-4 5 13 0,2 1 4 16,0 7 13-16,0-2 10 0,1-2 7 0,-2-4 3 15,2 8-5-15,2 0-6 0,-1-5-6 0,1-3 1 16,2 0 0-16,-1 0-2 0,0-5-1 0,2 1 5 15,2 1 8-15,4-4-2 0,-1-1 5 0,4-4 3 16,1-1-2-16,4-1 1 0,6-3-2 0,3-3 4 16,2-3-3-16,1-1 3 0,-1-3 5 0,-1 2 5 0,0-4-1 0,-1 3 7 15,-5-5 1-15,-3 4 7 0,-2-2-3 16,-3 2 9-16,-4 2 17 0,0-1 17 0,-3 2 9 0,-4-1 18 16,1 0-1-16,-2 2 17 0,0 0-13 15,-2 1-4-15,-1 1-3 0,0-1-2 0,-2 1-17 0,-2 1 3 16,0 1-1-16,-4 2-4 0,0 0-5 0,0 2-3 15,-1 2-3-15,-3 2 4 0,0 0-6 0,3 0 1 16,-3 5 2-16,3-3-6 16,-4 6 5-16,1 1-1 0,3-4-10 0,2 3-14 0,-1 0-5 0,3-4-2 15,-2 0-11-15,4-2 1 0,3-1 1 16,-3-1 6-16,4-2 8 0,-2 3 18 0,2-7 11 0,0 0 24 16,6 4 6-16,-6-4 3 15,17-3 0-15,-7 1 1 0,5-4 7 0,-2 2-2 16,5-1-7-16,-3-2 0 0,3 2-3 0,0-1-2 0,1 2-8 0,0-3-4 15,1 6 0-15,-3-4-8 0,4 2 5 16,-2 3-8-16,0 0-12 0,0 0-32 0,2 0-36 0,-2 3-56 16,-1 1-69-16,1-3-115 0,-5-1-287 15,-1 0-642-15,-4-1 284 0</inkml:trace>
  <inkml:trace contextRef="#ctx0" brushRef="#br0" timeOffset="10356.62">3358 3288 121 0,'0'0'188'15,"0"0"-3"-15,0 0-19 0,0 0-10 0,0 0-6 16,0 0-3-16,0 0-6 0,0 0-10 0,0 0-9 0,0 0-13 15,0 0-10-15,0 0-11 0,0 0-10 16,0 0-6-16,0 0-9 0,9-8-7 0,-2 5-8 0,0 3-4 16,5-2-7-16,0 0 3 15,4-1-6-15,1 0-1 0,5-1-7 0,6 1 0 16,1 1-7-16,2-2-1 0,1 0 3 0,5 0-4 0,0 2-2 16,4-1-5-16,9-1 4 0,1-3-5 15,0 5-1-15,4-1 1 0,-18 0 1 0,18 1-1 0,-3-2 0 16,5 0-3-16,-2 2-1 0,-3-1 4 0,0 3-7 0,2-5 2 15,4 1 1-15,-2 1 0 0,1-1-4 16,1 0 3-16,-1-1 1 0,0 1-4 0,0 1-2 0,-2-2 2 16,-13 1-1-16,13-2 0 15,0 2 1-15,-5 0 1 0,-11-1 1 0,15 0-5 0,-17 2 2 16,18 1 1-16,-4-4-2 0,2 5 1 16,-16 1-1-16,2-3 1 0,12-1-2 0,-11 1-1 0,0-1 6 15,15 1-3-15,-18-1-1 0,15-1 1 0,-15 4 0 0,2-2 2 16,1-3-1-1,10 3 0-15,1-1-1 0,-12-3 1 0,14 3-2 0,-14 2 1 0,13-5 0 16,-1 4-1-16,0-3 2 0,-11 3 2 0,15-2-5 0,-17 0 6 16,12 0-4-16,-8 3 1 15,10-3 1-15,-15 2-3 0,3 0 1 0,-1-1-3 0,0 2 3 16,1-3 1-16,-2 1-1 0,2 1-2 16,-2 0-1-16,3-2 3 0,-4 1-2 0,1 1 3 0,1-2-2 15,0 5-1-15,-3-5 1 16,5 1 3-16,-5-1 1 0,2 1 2 0,-1 0 1 0,5 0 8 0,-6 1-4 15,5-2 0-15,0 1 0 0,9-1-1 0,-16 3 0 0,6 1 6 16,-3-3-5-16,1 2 1 16,2-1 0-16,-2-1-2 0,-2 3-3 0,1-2-1 0,-1 1 4 15,3-2-3-15,0 4 2 0,0-3-2 16,15 0 2-16,-18-2 2 0,1 4-3 0,2 0 1 16,-2-1-2-16,-1 2 1 0,3-5-1 0,-4 4 1 0,5 0-2 15,-2 0 1-15,-1-2-3 16,0 0 3-16,3 2-4 0,-2-1 2 0,2 1 0 0,11 2 0 0,-11-5 2 15,11 1-2-15,-11 0 0 16,12 2 1-16,1-5 0 0,-13 5 2 0,14-3 1 0,-2 2 2 16,-2-2 0-16,-11 0 2 0,13 0-2 0,-13 1 3 0,-2 2 0 15,16-3-2-15,-14 2-3 0,-3-1 4 16,0 3 1-16,1-4-5 0,-3 3 2 16,-3 1 4-16,1 0 13 0,-5-2 2 0,0 2 4 15,-5 0 5-15,6-2-2 0,-8 2-2 0,1 0-2 0,0-3-2 0,9 1-6 16,-6-1-2-16,-4 3 4 0,10-1-14 15,-3 0 8-15,1-1-3 0,2-1 0 0,-1 2-3 0,-1 1 5 16,1-1 0-16,-9 2 1 16,5-1-1-16,-6 0-1 0,0 0-1 0,1 0 2 0,-2 0 3 15,-4-1 1-15,-1 1 5 0,-1 0 4 0,-1 0 2 0,-2 0 3 16,-4 0 5-16,-5 0 0 0,14 1-2 16,-14-1-1-16,11-1 3 0,-11 1 3 0,0 0-1 0,13 0-1 15,-13 0 2-15,0 0-11 0,8-3-5 16,-8 3 2-16,0 0 2 0,0 0-3 0,0 0-8 0,8-1-2 15,-8 1 5-15,0 0-6 16,0 0-7-16,0 0-3 0,0 0 7 0,0 0-5 0,0 0-29 16,0 0-33-16,0 0-46 0,0 0-57 15,0 0-84-15,0 0-406 0,0 0-695 0,0 0 307 0</inkml:trace>
  <inkml:trace contextRef="#ctx0" brushRef="#br0" timeOffset="20094.78">3141 4225 46 0,'-6'1'159'0,"6"-1"-4"0,-9-1-12 16,9 1-15-16,0 0-9 0,-7 0-9 0,7 0-13 0,0 0-20 0,0 0 3 16,-7 1-9-16,7-1-9 0,0 0 1 0,0 0-13 15,0 0-4-15,0 0-6 0,-6 1-6 16,6-1-9-16,0 0 6 0,0 0-6 0,0 0 0 16,0 0-1-16,0 0-4 0,0 0 2 0,0 0-2 0,0 0-6 15,0 0-6-15,0 0 7 0,0 0-5 0,0 0-3 16,0 0 0-1,0 0 8-15,0 0-6 0,0 0-2 0,0 0 4 16,0 0 13-16,0 0 5 0,0 0-1 0,0 0-7 16,0 0 2-16,0 0-6 0,0 0 5 0,0 0-1 15,31-4-3-15,-5 2-2 0,5-1 1 0,5-4 2 16,2 1-4-16,16-3-2 0,2 2 1 0,-1 1 22 16,-4-2 2-16,0 1-8 0,-14 5 4 0,-5-1-9 15,0-1-4-15,-5 1-2 0,-6 1 0 0,-5-1-6 0,-3 3 0 0,-3-1-5 16,-1 0-14-16,-1 1-8 0,-3 0-20 0,-5 0-4 15,9 0 3-15,-9 0 7 0,0 0 4 0,-8 8-12 16,0-3-20-16,-3-4-29 0,-3 4-19 16,-4 2-30-16,0-2-35 0,0-2-93 0,-1 2-282 15,0-1 125-15</inkml:trace>
  <inkml:trace contextRef="#ctx0" brushRef="#br0" timeOffset="20464.56">3452 4250 316 0,'0'0'342'0,"0"0"-14"15,0 0-5-15,0 0-19 0,0 0-17 0,0 0-14 0,0 0-29 16,0 0-26-16,0 0-18 0,0 0-30 0,0 0-24 0,0 0-37 16,0 0-51-16,-5 0-23 0,5 5-1 0,0 4-4 15,-4 7-4-15,2 3-3 0,2 6-16 0,-7 3 16 16,6 3 0-16,1-4-3 0,-4 3-3 0,4 3 5 15,-1-2-3-15,5 0-7 0,-3-4 0 0,-2-2 4 16,2-8-2-16,3 2-2 0,-4-8-1 0,1 0-3 0,2-2 11 16,-2-2-12-16,-1 0 6 0,0-2 0 0,1 2-3 15,3-3 23-15,-4-4 12 0,0 0 8 0,0 5 22 16,0-5 3-16,0 0 10 0,0 6-9 0,0-6 3 16,0 0-4-16,0 0-9 0,0 0-2 0,1 5-11 15,-1-5 3-15,0 0-25 0,0 0-26 0,0 0-17 16,0 0-43-16,0 0-19 15,4-14-27-15,-1 9-38 0,-2-2-43 16,0 1-41-16,3-1-50 0,3-2-80 0,-2-2-195 16,1 0-588-16,3-3 261 0</inkml:trace>
  <inkml:trace contextRef="#ctx0" brushRef="#br0" timeOffset="21365.6">3953 4201 5 0,'0'0'364'0,"1"-2"-18"0,-1 2-13 16,2-4-17-16,-2 4-22 0,0 0-18 0,2-6-30 15,-2 6-31-15,0 0-14 0,0 0-29 0,0 0-26 16,0 0-38-16,0 0-2 0,0 0-13 16,0 0-16-16,5 15-11 0,-2-5-9 0,-3 6-4 15,0 0-22-15,1 10 20 0,-2 1-7 0,1 4-4 0,-2-4-6 0,0 8 2 16,-2 1-4-16,-1 11 1 0,1-11 0 0,2-4 4 16,-2-4-13-16,0 0-4 0,1-10-1 0,2 0-15 15,0-2 15-15,0-6 0 0,2 0 4 0,-1-2 2 16,0-3 10-16,-1-1 22 0,1-4 17 0,0 9 27 15,0-9 21-15,1 5 22 0,-1-5 16 0,0 0 4 16,0 0-14-16,0 0-20 0,10-14-11 0,-3 6-12 0,-1-1-12 0,7-7-8 31,-3 3-11-31,-1 4-10 0,2-5-7 0,-2 4-8 16,-1 3-6-16,-2 1-11 0,-1 1-11 0,1 1-18 16,-3 1-27-16,-3 3-17 0,8-5-13 0,-8 5-17 15,18 1-3-15,-18-1-24 0,18 7-14 0,-7-1-14 16,1 0-17-16,3 4-13 0,-2 0-16 0,1 1-13 15,0 1-8-15,-1-3-10 0,-3 1-9 0,0 0-4 0,-2-2-1 16,2-1-1-16,0 2 11 0,-2-4 8 0,0 2 20 16,-2-3 19-16,-2 2 20 0,1-5 29 0,-2 3 43 15,-3-4 39-15,6 5 39 0,-6-5 31 0,5 7 35 16,-5-7 25-16,5 3 18 0,-5-3 12 0,1 3 8 16,-1-3 5-16,0 0 3 0,0 0-5 0,0 0-7 15,4 3-5-15,-4-3-12 0,0 0-5 0,0 0-21 0,0 0 7 16,0 0-8-16,0 0-18 0,0 0-3 0,12-6-15 0,-6 3 2 15,6-3-14-15,-2 0 0 0,-1 1-6 0,10-5-4 16,-2 1-2-16,-1-1-8 0,2 0-5 16,6-7 10-16,-8 6-9 0,6-9-3 0,-1 3-14 15,-4 0 11-15,-2 3 1 0,-2 0-2 0,-3 1 0 16,3 1-5-16,-4-2 6 16,-4 3 2-16,-1 0-1 0,2 4 8 0,-5-4-3 15,1 5 1-15,-4 1-10 0,1 0 1 0,-5 0-12 16,-3 3 1-16,-4-1-6 0,-2 6-8 0,-8-1 5 15,-8 8 2-15,3 3-5 0,-1 2 3 0,0 7-1 16,3 0 3-16,0 1 1 0,6 3-1 0,3-1-9 16,-1 1-6-16,5-2-2 0,7 2-7 0,6-2 1 15,0-5 5-15,10 6 6 0,3-9 5 0,6 2 3 0,3-2-7 16,7-4 11-16,2-3-3 0,3-1 5 0,1-3-1 0,3-4-3 16,2-2 4-16,-2-1 3 0,2 0-5 15,-4-4 7-15,-4 3 4 0,-6 0 0 0,-4 3 7 16,-9-1 12-16,-3-1 6 0,-1-1 9 0,0-1 3 15,-1 4 8-15,-8 0 6 0,12-1 1 0,-12 1-6 16,7-1-1-16,-7 1-7 0,0 0-15 0,9 0-21 0,-9 0-27 0,0 0-39 16,0 0-56-16,0 0-55 0,0 0-63 0,0 0-78 15,0 0-411-15,0 0-779 0,0 0 345 0</inkml:trace>
  <inkml:trace contextRef="#ctx0" brushRef="#br0" timeOffset="22234.95">5888 4151 36 0,'-3'-12'309'0,"3"0"-4"16,-2-1 2-16,-1 4-6 0,2 0-14 0,1 2-18 16,-3 3-25-16,3-2-22 0,0 2-30 0,-3 0-29 15,3 4-35-15,0 0-42 0,-3-3-18 0,3 3-11 0,0 15-3 0,-4-2-9 16,2 14-4-16,-5 3-2 0,6 17-5 0,-4 3-5 15,-2-1 4-15,1 7 2 0,5 0-9 0,-2 3-2 16,3 0 3-16,3-4-7 0,-2-5 3 0,5 0-1 16,-3-17-3-16,2 0 2 0,-4-3-3 0,3-3-3 15,-1-1-4-15,-3-9 2 0,1-4 4 0,-1-4-5 16,0 1 3 0,0-3 5-16,0-1 28 0,0-1 14 0,0-1 26 15,0 0 19-15,0-4 7 0,-4 3-10 0,-1-3-13 16,5 0-13-16,-18-2-6 0,8 0-6 0,-4-1-3 0,1-1-7 15,-3-2-3-15,4 1-16 0,2 0-18 16,-3 1-35-16,3-2-37 0,1 2-34 0,-1-2-35 16,2-1-33-16,0 3-33 0,0-2-49 0,1-2-73 15,3 0-270-15,1-2-628 0,1 1 278 0</inkml:trace>
  <inkml:trace contextRef="#ctx0" brushRef="#br0" timeOffset="22535.36">5654 4590 208 0,'-9'0'276'0,"4"0"-17"0,5 0-18 16,-10 2-20-16,3-3-17 0,7 1-18 0,-5 1-6 16,5-1-20-16,0 0-15 0,0 0-12 0,0 0-13 15,0 0-14-15,0 0-6 0,36-5-15 16,-8 2-4-16,3 1-10 15,3-3-9-15,3-1-11 0,-1 2-14 0,-3-1-5 0,0 0-4 16,-3 3-8-16,-2-1-2 0,-10-2-4 16,1 5 5-16,-7-2-13 0,-1 0-3 0,-5 2-4 15,2-1-6-15,-4 0-10 0,-4 1 2 0,6-3-4 16,-6 3 2-16,0 0-14 0,0 0-17 0,-19 7-10 16,6-2-19-16,2-3-17 0,-2 2-24 0,2 0-33 15,-1-2-35-15,2 1-186 0,-2 0-402 0,2 0 179 0</inkml:trace>
  <inkml:trace contextRef="#ctx0" brushRef="#br0" timeOffset="22948.26">6382 4470 214 0,'0'0'318'0,"-1"-4"-25"0,1 4-26 16,-5-5-29-16,5 5-22 0,-5-3-25 0,5 3-17 16,-9 1-13-16,9-1-23 0,-15 2-19 0,5 3-10 0,-2 4-13 15,3-1-8-15,-4 5-10 0,-2 0-5 0,2 1-10 0,-5 8-2 16,5-7-8-16,1 7-5 0,1-5-3 0,2 0-2 16,3 0-11-16,0 0-3 0,3-1-1 0,2-1 1 15,2-3-2-15,2 0-1 0,3 0 4 16,0-4-2-16,5 1 4 0,5-1 0 0,1-4-2 15,3 1 6-15,10-6-12 0,-2 0 1 0,0-5-3 16,-8 3 1-16,2-5 0 0,-3 0-5 16,-1 1-3-16,0-5-4 0,-4 2 2 0,0-1-1 15,-1-5-1-15,-4 0 10 0,-3 1-2 0,-2-1 1 0,1-1 7 0,-5 6 0 0,0 0 8 16,0-1-5-16,-5 0 0 0,1 4-7 16,-3-1 2-16,-4 1-12 0,2 3-3 0,-5-2-4 15,4 7 3-15,-4-4-6 0,0 3 0 0,2-1-23 16,0 4-19-16,0 0-30 0,1 1-30 15,0-1-34-15,4 4-31 0,-1 1-39 0,2 2-37 16,3-2-256-16,3-2-538 0,2 2 238 16</inkml:trace>
  <inkml:trace contextRef="#ctx0" brushRef="#br0" timeOffset="23401.02">6677 4421 81 0,'0'0'387'0,"-1"-4"-17"15,1 4-34-15,-1-5-32 0,1 5-26 0,0 0-38 16,0 0-18-16,0 0-26 0,0 0-42 0,0 0-19 16,0 0-13-16,0 0-12 0,1 15-10 15,0-6-13-15,2 4-8 0,-3 4-9 0,1 0-2 0,3 1 5 0,-4 2-18 0,4 1-6 16,1-2-4-16,0 5 3 0,-1-6-9 0,0-1-3 15,1-2-11-15,-1-3 1 0,0-2-5 0,1 0-2 16,-3-4 1-16,2 0-5 0,-1 0 4 16,0-3 0-16,3 0 4 0,0-3 2 0,3 0 19 15,-1-2-9-15,1-1-3 0,0-3 2 16,1-3 2-16,-1-1 0 0,1-1-5 0,1-5 2 16,-2 1-5-16,4-2-7 0,-5 1 4 0,2 0-4 15,-5-2 15-15,4 4 2 0,-4-3 8 0,0 2 5 16,-1 6 6-16,-3 0 2 0,2 4 4 0,-2 0-9 15,2 1-10-15,-2 0-6 0,-1 4-13 0,1-4-8 0,2 1-20 0,-3 3-34 16,0 0-1-16,0 0-1 0,0 0 4 0,6 10 5 16,-3 0 5-16,-1-2 4 0,2 2 5 15,3 1-7-15,-1-2-15 0,2 4-29 0,2 1-28 16,-1-1-32-16,1 0-39 0,-1-3-46 0,0-2-53 16,1 1-87-16,-1-3-184 0,-1-4-580 15,-2 0 257-15</inkml:trace>
  <inkml:trace contextRef="#ctx0" brushRef="#br0" timeOffset="23927.32">7085 4405 26 0,'5'-5'325'0,"-2"0"-20"16,1 1-22-16,2 1-22 0,0 0-28 15,4 1-21-15,2 0-21 0,0 1-16 0,0 4-14 16,4-1-19-16,-1 4-11 0,4 0-11 15,-1 2-9-15,-2 4-16 0,0 0-6 0,-3 2-7 16,2 1-8-16,-5 1-9 0,3 6-1 0,-8-4-12 16,0 2-11-16,-2-2-2 0,-3 1 6 0,-3 0-17 15,-2-1-4-15,0-1-6 0,-2-1-1 16,0-2 3-16,-2-3-4 0,0-3-1 0,-1 2 0 0,1-6 6 0,3 4 11 0,-1-4 16 0,0-2 14 16,2-1 8-16,-1-1 11 0,6 0 8 15,-6-6-6-15,5-2-12 0,1 0-1 0,3-5-12 16,3-3-10-16,3-2-1 0,8-5-6 15,0 1-10-15,4-2-10 0,4 1-5 0,3-1-7 16,0 3-4-16,2-1 6 0,-2 5-5 16,-1 1-4-16,-3 2 2 0,0 0-2 0,-5 6-3 15,-2 2 0-15,-3 1 3 0,-4 1-4 16,3-1 3-16,-8 3-1 0,0-1-2 0,2 1-1 16,-2 1-2-16,-1-2-10 0,-4 3 0 0,0 0 0 0,0 0-5 0,10 5 4 0,-10 1-2 15,1 1 10-15,-2 5-3 0,-1-3 0 0,-1 6 2 16,0 2 1-16,1-2 0 0,-1 4 4 0,2 0 0 15,0-1 6-15,-2 0-2 0,3-1-1 0,-1-2 1 16,-2-3 1-16,3 0-2 0,0 0 0 16,0-4 0-16,0 1 9 0,0-1-12 0,0-3 8 15,0-1 2-15,3 0-2 0,-3 0 3 16,0-4 4-16,0 5 9 0,0-5 22 0,0 4-9 16,0-4 3-16,0 0 6 0,0 0-31 0,0 0-34 15,0 0-22-15,0 0-31 0,1-19-45 0,-1 12-47 16,0-5-61-16,3 0-65 0,-2-1-289 15,0-3-630-15,-1-1 279 0</inkml:trace>
  <inkml:trace contextRef="#ctx0" brushRef="#br0" timeOffset="24099.59">7578 4241 337 0,'-1'-3'394'0,"-4"-1"-10"0,4 1-17 0,1 3-18 15,-4-4-24-15,4 4-32 0,-3-4-32 16,3 4-52-16,4-5-54 0,1 1-57 0,3 1-51 16,1-1-57-16,0-1-80 0,2 4-87 0,1 0-70 15,-1-2-203-15,1 2-486 0,-3-3 215 0</inkml:trace>
  <inkml:trace contextRef="#ctx0" brushRef="#br0" timeOffset="24584.79">7784 4496 76 0,'-4'3'182'0,"4"-3"1"0,0 0-2 15,0 0-7-15,0 0-7 0,0 0-4 16,0 0-9-16,0 0-13 0,0 0-13 0,0 0-11 16,0 0-16-16,0 0-7 0,18-3-9 15,-10-1-6-15,-3 3-10 0,5-2-6 0,-1-2-5 16,3 2-5-16,2-3-4 0,-4 0-6 0,2-1-6 16,3 2-4-16,-1-5-4 0,-2 5-2 15,-1-4-5-15,0 1-2 0,-2 2 1 0,0-1 2 16,1 1 8-16,-2-4 8 0,-3 3 9 0,0 3 12 0,-1-2 2 0,0-1 9 0,-3 4-1 15,-1 1-6-15,4-5-9 0,-8 3-5 0,4 4-8 16,-5-4-4-16,0 3-5 0,5 1-6 16,-16 0-3-16,5 1-6 0,-3 3-1 0,-4 3-5 15,3 2 4-15,-3 0-6 0,-4 6 0 16,7-3 2-16,-3 2-6 0,5 1-3 0,1 2 5 16,0 0-2-16,4 8-1 0,3-7-1 0,0 0 6 15,5-2-5-15,4 1 5 0,1-6 1 0,0 4-1 16,8-1 0-16,1-2-13 0,3-4-20 15,0 1-36-15,2-7-36 0,0 0-52 0,2-2-65 16,0-3-277-16,-3-1-529 0,2-2 234 0</inkml:trace>
  <inkml:trace contextRef="#ctx0" brushRef="#br0" timeOffset="24877.28">8107 4391 222 0,'2'-3'360'0,"-1"0"-16"16,0-1-11-16,-1 4-18 0,3-5-37 15,-1 3-25-15,-2 2-30 0,7-3-17 16,-2 3-27-16,-5 0-9 0,13 3-13 0,-7 1-13 16,4 2-17-16,-1 1-6 0,4 2-6 0,-3 2-15 15,3 2-11-15,-3 3-10 0,3 1-8 0,-4-1 1 0,0 2-18 0,-3 0-6 0,-2 2-5 16,-1-4-12-16,-2 0-4 0,-5-4 8 16,4 0-16-16,0-2 1 0,-1-3-7 0,-2-1-4 0,3-1 16 15,-4 1 7-15,3-4 35 0,1 2 34 0,0-4 31 16,0 0-6-16,0 0-1 0,0 0-1 15,0 0-6-15,-1-17-8 0,3 5-12 0,5-5-13 16,-1 0-19-16,6-7-22 0,3 0-34 0,3-2-29 16,4-1-37-16,1 3-40 0,1 1-44 0,0 3-43 15,-1 0-59-15,0 2-79 0,-1 3-106 0,-5 4-246 16,-2-3-729-16,-2 5 323 0</inkml:trace>
  <inkml:trace contextRef="#ctx0" brushRef="#br0" timeOffset="25630.52">9412 4332 40 0,'0'0'278'0,"-5"1"-28"16,5-1-21-16,0 0-21 0,0 0-21 0,0 0-23 16,0 0-13-16,0 0-14 0,0 0-19 0,-3 2-13 15,3-2-7-15,-4 6-9 16,-2-2-5-16,-1 2-6 0,-1 0-8 0,-7 5-5 15,3-4-6-15,-1 3-8 0,-2 2-4 0,1-1 1 16,-3 2-10-16,4 0-6 0,-2-1-3 0,4 0-3 16,1 1-3-16,2 0-2 0,3-1-1 0,-1-3-4 15,5 2 2-15,0-6-3 0,3 8 0 0,0-4 0 16,4 0-1-16,3 0-1 0,3 0-1 0,3-1 2 16,4 1-3-16,3 0 2 0,-3 1-6 0,7 0 4 0,-7-1-5 15,-1-1-1-15,-1 1 0 0,1 0-1 0,-7-3 2 16,-2 3 2-16,1-4-8 0,-4 3-8 0,-3-2 4 0,-3-2 2 15,-2 7 2-15,-5-5 2 0,-3 2-1 0,-6-1 5 16,0 0-1-16,-2 0-6 0,-3-1 5 16,0-1-5-16,1 1 2 0,-8-2 2 0,13-2-1 15,-5 1 1-15,2-1-3 0,4-2-18 0,1 3-25 0,2-6-39 0,4 3-48 16,4-2-67-16,3 2-219 0,3-8-451 0,7 0 200 16</inkml:trace>
  <inkml:trace contextRef="#ctx0" brushRef="#br0" timeOffset="26000.49">9659 4635 92 0,'0'0'326'0,"0"0"-15"0,0 0-22 0,0 0-9 0,0 0-24 15,0 0-25-15,0 0-12 0,0 0-41 0,0 0-20 16,7-7-15-16,5 2-16 0,1 2-19 0,4-1-24 15,5-1-14-15,-1 0-13 0,7-6-13 0,-1 3-13 0,-2 0-12 0,2-1-4 16,-2-4-2-16,-1 2-4 0,-7 1-3 0,0 2-2 16,-3-2 3-16,-2 5-4 0,-5-3 3 15,2 2 10-15,-1-4 9 0,-3 5 13 0,-5 1-2 16,4-2-6-16,-4-1-4 0,-1 3-2 0,-6 0-1 16,2 2-6-16,-5-1-4 0,-3 1 2 0,-5 0-2 0,-1 4-3 15,-3 0 2 1,2 2-1-16,-7 4-1 0,-1-3-5 0,7 4 5 15,-4 0-3-15,8 2-4 0,-2 0 3 0,5 1 2 16,-3 3-3-16,7-3-3 0,1-2-10 0,4 1-3 16,5 2-5-16,0-4-8 0,4 4-18 0,1-3-31 15,8 2-38-15,2-2-61 0,2-3-68 0,-2 0-219 16,6-4-498-16,-1-1 220 0</inkml:trace>
  <inkml:trace contextRef="#ctx0" brushRef="#br0" timeOffset="26501.52">10078 4405 328 0,'1'-5'341'0,"2"2"-39"15,-1-1-31 1,2 0-24-16,2 3-29 0,-2-1-27 0,6 2-17 16,2 0-20-16,-2 2-13 0,3 3-17 0,3 2-10 15,1 0-10-15,1 4-11 0,-1-1-9 0,-1 3-3 0,-2 3-22 16,3 2-7-16,-7-1-8 0,0-2-13 15,-2 1-4-15,-2-1-10 0,-3 2-10 0,0-2-2 16,-3-1-4-16,-2-3-6 0,0 0 1 0,-1-1 3 16,-3-1-5-16,-1-1 2 0,1-1 3 0,1 0 5 0,0-3 7 0,1 0 3 15,-1-2 14-15,1 0-1 0,4-2 2 0,0 0-1 16,-8-8-2-16,10 2-6 0,1-4-3 0,2 0-6 16,4-4-2-16,4-1 0 0,9-6 1 0,1 2-3 15,1 1 2-15,-1-2-3 0,4 1-10 0,3 3 7 16,-1 1 2-16,-1 0-3 0,-2 4 2 0,-2-1-8 15,-5 5 4-15,-4 1-3 0,-2 1 3 0,-3 1-5 0,-2 2 2 0,-2-1 2 16,1 2-2-16,-1-1 1 0,-1 0 7 0,-5 2-7 16,8 0 4-16,-8 0 4 0,4 5 2 0,-3-2 7 15,-1 3-3-15,0 2 2 0,0 1 4 16,0 1 0-16,-1 1 7 0,-2 2-5 0,2 2 2 16,-3 2-5-16,3 1-2 0,-2-1 5 0,-1 1-1 0,3 1-1 15,-4-4-2 1,5-1 2-16,0 1-9 0,0-6 5 0,-1 1 1 15,-2 1-1-15,2-5-1 0,1-1-4 0,-3 0 2 16,3-1 3-16,-1 1-4 0,1-3 5 0,0-2 7 16,0 0 24-16,0 5 15 0,0-5-30 0,0 0-38 15,0 0-32-15,0-14-23 0,-1 6-37 0,-2-5-43 0,3 3-57 16,0-9-72-16,0 0-262 0,4-6-576 16,-4-2 255-16</inkml:trace>
  <inkml:trace contextRef="#ctx0" brushRef="#br0" timeOffset="26664.51">10590 4214 193 0,'0'-5'349'0,"-4"3"-7"15,4-3-12-15,0 5-17 16,-1-5-26-16,1 5-10 0,-3-2-46 0,3-4-25 16,0 6-49-16,4-5-44 0,0 4-40 0,4-2-53 15,-3 1-53-15,5 2-73 0,-1-3-88 16,-1 0-233-16,1 3-462 0,0-1 205 0</inkml:trace>
  <inkml:trace contextRef="#ctx0" brushRef="#br0" timeOffset="27234.42">10794 4497 36 0,'-1'4'177'0,"1"1"3"0,0-5-13 0,0 7-4 16,0-3 0-16,4 0 1 0,0-2-1 0,1 3-9 16,-1-2-9-16,2 0-15 0,7-2-7 0,-4-1-14 31,8 1-11-31,-2-4-10 0,4 0-3 0,-1-1-5 0,1-4-6 0,0 4-6 0,-2-5-6 0,2 1 0 31,-1-2-7-31,-4 1-3 0,3-2-7 0,-2 2 3 16,-3 0 7-16,-2 1-3 0,-1-1 7 0,-3 2 7 0,2 0-6 15,-4 2 6-15,1 0-1 0,-3 2 4 0,2-2-3 16,-3 0-19-16,1 2-5 0,-2 3-7 0,-6-4-4 16,0 2-6-16,6 2-8 0,-16 2-1 0,3 2-1 15,0-1 5-15,-1 5-15 0,-4 1 5 0,5 0-2 16,-5 2 0-16,6 0-4 0,-2 0-2 0,2 1 3 16,-1 2-2-16,4-2 2 0,3 0-2 0,2 0 1 0,3-2 3 0,-1 2 2 15,4 2-2-15,0-2 3 0,4-2 0 0,-3 0 0 16,5 1 4-16,2-3 1 0,0 0 1 0,2-2 7 15,2 0 0-15,1-1 3 0,3-3 14 0,-5-2 2 16,6 0-1-16,-1-2 16 0,0-2 2 0,2-3 17 16,1 1 1-16,-5-6 8 0,7-2-7 0,0-1-2 15,-2-2-2 1,3-1-10-16,-2 0 6 0,-4 0-5 0,1-3 0 16,-5 6 11-16,0 1 0 0,-6 5 11 0,0-1 11 0,-1 2-2 15,-2 3-11-15,-1-1-7 0,0 3-16 0,0 0-4 16,-2 1-12-16,-2 2-28 0,7-3-25 15,-7 3-6-15,0 0-4 0,9 6 4 0,-6 0-1 16,3 3 1-16,-1 0-3 0,2 3-9 0,-2-1-14 16,0 2-29-16,1 1-40 0,0-2-40 0,-2 0-46 0,2 0-61 0,-2-4-96 15,-4-2-348-15,0-1-757 0,0-5 335 0</inkml:trace>
  <inkml:trace contextRef="#ctx0" brushRef="#br0" timeOffset="29733.09">13132 4021 67 0,'-2'-11'193'16,"0"0"-10"-16,1-1-2 0,-2 2-5 0,1 0-8 16,0 3-2-16,1 0 0 0,0 0-3 0,-1 2-13 0,1 2-15 15,0-1-15-15,0 0-14 0,1 4-24 16,0 0-14-16,0 0-11 0,0 0-4 0,-12 19-8 15,6-1-4-15,-3 11-8 0,-2 8-1 16,-2 9-2-16,-3 4-4 0,5-1-3 16,-1 1 5-16,2 1-11 0,1 3 2 0,4-2 0 0,0-3 10 0,2 2 4 0,3-2 2 15,3-15 0-15,-2 0 3 16,0-2-3-16,3-2-1 0,-4-5-1 0,3-6-3 16,-3 0-2-16,1-9-4 0,-1 2-2 15,0-3 3-15,0-1-7 0,0-1 3 0,0-2 18 0,4-1 21 0,-8 0 9 16,4 0-3-16,0-4-5 0,-10 2-6 0,-2-2-10 15,0-1-1-15,0 1-10 0,-6-3-12 16,0 1-14-16,-1-2-9 0,0 0-24 0,4-1-24 16,-3 0-21-16,1-2-29 0,3 3-35 0,1-1-36 0,4-4-47 15,-1 3-238-15,1-2-492 0,4-1 218 0</inkml:trace>
  <inkml:trace contextRef="#ctx0" brushRef="#br0" timeOffset="30047.33">12692 4458 52 0,'0'0'224'0,"-10"1"-19"16,10-1-22-16,-10 0-16 0,10 0-10 0,-7 0-14 15,7 0-10-15,0 0-14 0,0 0-4 16,0 0-13-16,27 7-7 0,-8-7-8 0,15-3-8 0,5 1-7 0,17-3-11 15,-1-5-6-15,4 3-8 0,-9 2-4 16,-8 1-12-16,-4 1-8 0,0 0-7 16,-4 0-7-16,-6 0-4 0,-1 2-2 0,-8 1 5 0,-6-3-6 0,1 2-11 0,-4 0 1 15,-3 1-4-15,-1 1 10 0,-6-1-3 16,0 0-1-16,5 1 5 0,-5-1 1 16,0 0-4-16,-19 4 2 0,10-1-1 15,-2-1-7-15,-1 0-12 0,-1 1-10 0,-1 1-21 0,5-2-29 0,-1-1-28 16,1 1-34-16,3 0-145 0,0-2-313 0,6 0 140 15</inkml:trace>
  <inkml:trace contextRef="#ctx0" brushRef="#br0" timeOffset="30409.56">13537 4316 53 0,'-5'-8'290'0,"5"8"-22"0,0 0-21 16,-4-2-28-16,4 2-21 0,0 0-20 0,0 0-20 16,-14 5-15-16,9-3-11 0,-4 5-22 0,0 3-8 0,1-5-14 15,0 6-3-15,1-2-11 0,-3 7-7 0,3-6-7 16,-2 4-6-16,4 1-6 0,1-3-3 16,2 3-4-16,-2-3-4 0,4 0-4 0,0 2-1 15,6-4-1-15,-3 4-3 0,3-7 0 16,2 4 0-16,1-4-1 0,1 2-4 0,2-4 1 0,-2-1 0 0,3-1-7 15,-1-2 3-15,2 0-6 0,-2-1 3 16,-2-2-1-16,0 0-1 0,-2 0 7 16,-1-1 4-16,-2-1 2 0,0-1-7 15,-3-1-1-15,1 1-1 0,-3-1-11 0,-2-2-2 0,-1 0-5 0,-2-1-2 0,0 0-8 16,-5-1-13-16,1 3-15 0,-1-2-18 16,1 0-15-16,0 2-23 0,-2-1-27 0,3 2-30 15,1 1-38-15,-1-4-46 0,-1 3-141 16,5-1-406-16,2 0 181 0</inkml:trace>
  <inkml:trace contextRef="#ctx0" brushRef="#br0" timeOffset="30749.47">13652 4291 206 0,'0'0'211'0,"6"-2"-15"0,1 2-25 15,-7 0-17-15,11-1-10 0,-3 1-10 16,-1 2-7-16,1 0-12 0,4 2-6 0,-2 0-11 0,-1 3-7 0,2 2-5 0,3 0-14 15,-1 5-2-15,-4 1-7 0,-1-1-4 16,1 4-5-16,-2-2-4 0,-2 2-8 16,-1-2 0-16,0 5-4 0,-4-5-5 0,1-1 0 15,-2-2 0-15,1-1 7 0,-5-4 4 16,1 2 8-16,0-3 3 0,-2 0 14 0,2-2 27 0,0-2 17 0,-1-3 2 16,5 0 13-16,-10-3 6 0,6-2 0 15,0-2-8-15,2-1-22 0,-1-4 2 16,3-1-10-16,2-4-20 0,0-1-6 0,6 0-11 0,-1-7-13 0,0 5-13 0,3-2-13 15,3 0-11-15,-3 5 1 0,1 3-15 16,2-2-13-16,-5 7-14 0,2 1-17 0,-2 0-23 16,1 2-21-16,1 0-20 15,0 2-23-15,-1 3-29 0,-1 1-34 0,3-1-38 0,1 1-51 0,-4 1-173 0,4 0-497 16,0-1 221-16</inkml:trace>
  <inkml:trace contextRef="#ctx0" brushRef="#br0" timeOffset="31893.47">15031 3866 320 0,'0'-4'336'0,"2"-4"-9"0,-2 3-29 16,2 1-25-16,-1 0-31 15,-1 4-25-15,0-4-25 0,0 4-20 0,0 0-29 16,0 0-17-16,0 0-14 0,4 9-9 0,-4 4-12 0,0-1-16 0,2 6-3 16,-1 11-10-16,-2 6-3 0,-4 8-5 15,1-6 0-15,2 13-8 0,-1-4-3 0,-1-12 0 0,3 4-7 16,1-4-4-16,-1-2-3 0,2-3-2 15,0 0-3-15,3-3 0 0,-3-9-3 0,2 1 2 0,-2-2-6 16,1-5 5-16,-1-1-3 0,1-1 1 16,-2-5-2-16,0 1 2 0,2 0 4 15,-2-1 8-15,0-1 1 0,0-3 24 0,0 5 11 0,0-5 17 0,0 0 5 16,0 0-14-16,0 0-29 16,0 0-24-16,0 0-10 0,-12-12-9 0,7 7-15 0,-3-1-4 0,-2-1-8 15,0 1-2-15,-8-3-11 0,0 2 2 0,-9-2-5 16,-1 0 7-16,-5 4 0 0,1 0 0 15,-1-2 5-15,-2 4 4 0,6 1 2 16,-1-2-2-16,4 3 7 0,5-1 5 0,4-1-6 0,6 3 6 0,1 0 3 16,2-1-12-16,2-2-10 15,2 2-8-15,4 1-9 0,0 0-13 0,0 0-6 0,20-9-8 16,7 2-13-16,5 2-12 0,5-5-19 16,2 1-5-16,12-3-7 0,0 2-1 0,0-4-4 0,-1 0 0 0,-13 3 0 15,-3-1 11-15,3-3 6 0,-4 1 12 16,-1-6 16-16,-1 6 29 0,-4-2 34 0,-13 3 35 15,5 1 38-15,-3 2 35 0,-4-2 29 16,-3 3 27-16,-2 0 19 0,-1 0 10 0,-1 5 19 0,-1-2 7 16,1 2-3-16,-2 1-18 0,1-1-11 15,-3 0-16-15,-1 4-23 0,4-3-16 0,-2 2-18 16,-2 1-15-16,0 0-20 0,0 0 4 0,4 12-3 16,-4-2-4-16,0 3-12 0,0 5-6 0,0 7 2 0,-2 4-7 0,-2 0-1 15,1 3 0-15,1-1-5 0,-4-2-1 0,4 0-21 16,1-3-9-16,-2 1 15 0,2-8-18 15,1-2-2-15,1-6-2 0,-2 0-1 0,2-1-2 0,-1-4 6 16,0-1 12-16,0-1 23 0,1-1 32 16,-1-3 31-16,2 2 3 0,-2-2-6 0,0 0-12 15,11-9-4-15,-4 1-7 0,1 0-9 16,3-4-6-16,0 0-3 0,3-4-6 0,-1 2-5 16,1 1-2-16,-4 1-4 0,-3 3-1 0,-1 1-1 0,2 5-6 15,-6-3-3-15,2 0 0 0,0 4-6 16,-1-3-17-16,-1 3-31 0,-2 2-15 0,0 0 8 0,0 0 2 0,14 4-6 15,-9 1 1-15,2 2-2 0,0 1-8 16,2 0-11-16,0 1-5 0,0-2-3 0,5 4-2 0,0 0 0 16,-5-2 0-16,1-3 4 0,1 2 12 15,1-4 1-15,-3 0 8 0,4-1 6 16,-2 1 8-16,2-7 5 0,0 1 1 0,5 0 6 0,1-3 9 0,-3-2 0 16,0-2 13-16,0 1 10 0,-1-2 3 15,-2-2 4-15,1 0 3 0,-3-1 3 0,-2 4 12 0,-1 0 5 16,-1-1 13-16,-1 3 15 0,0 0 10 15,-5 1 18-15,3 2-9 0,1-1 0 16,-4 1-8-16,-1 4-8 0,4-3-22 0,-4 3-1 0,0 0-1 0,-18 1-7 16,8 2-19-16,-8 5 9 0,2 0-5 15,-1 2-3-15,2 1-1 0,-2 2 7 0,3 1-3 0,3-1-17 16,2 2-16-16,2-3-1 0,3 3-7 16,3-2 12-16,4-1-3 0,3-1 8 15,6 2 3-15,4-1 3 0,10 0 12 0,4-5-14 16,4-2-2-16,4-3 9 0,16 0 2 0,-3-4-7 0,1-3 7 0,-1 4 8 15,-15-2 1-15,-3-1-4 0,-5 3 6 16,-7 1-9-16,-8-3 23 0,-2 3-5 0,-1 0 6 0,-3-2 3 16,-1 2 0-16,-1 0 1 15,-5 0 0-15,10 0-15 0,-10 0-8 0,4-3-28 0,-4 3-40 16,0 0-45-16,0 0-51 0,0 0-66 0,0 0-73 16,-30 5-99-16,23-5-197 0,7 0-637 0,0 0 282 0</inkml:trace>
  <inkml:trace contextRef="#ctx0" brushRef="#br0" timeOffset="32577.6">17239 3793 45 0,'-3'-11'314'16,"1"0"-10"-16,-1 3-21 0,2 1-29 16,-1 2-29-16,0 0-26 0,1 1-44 0,1 4-18 0,0 0-15 0,-9 17-12 15,5-1-10-15,-4 11-10 0,2 8-9 16,-6 12-9-16,2 7-4 0,1-1-7 0,0 3-6 0,3 2-5 15,-3-5-1-15,0 2-6 0,5-4-4 16,-1 1 0-16,0 0-3 0,2-7 6 16,3-9-10-16,-4-3-5 0,4-8-3 0,0 2 0 0,-1-9-1 15,1-3-4-15,-1-3-1 0,-2-1-5 16,3-5 10-16,0 1 22 0,0-1 32 0,0-2 13 0,0-1 32 0,-5 2 3 16,5-5-13-16,0 0-10 0,0 0-29 15,-23-8-17-15,13 2-15 16,-5-5-20-16,-1 4-18 0,4-3-23 0,-5 1-16 0,3-1-16 0,0 0-26 15,1 3-24-15,1-1-35 0,1 2-35 16,1-2-56-16,2 0-45 0,1 0-219 0,3-1-531 0,1 0 236 0</inkml:trace>
  <inkml:trace contextRef="#ctx0" brushRef="#br0" timeOffset="32886.8">16864 4332 123 0,'-10'-2'306'0,"10"2"-22"0,-8 0-25 0,8 0-27 15,0 0-24-15,0 0-18 0,0 0-18 16,-7 2-18-16,7-2-16 0,0 0-11 16,0 0-17-16,20 1-5 0,-2-2-12 0,10-3-9 0,4 0-8 0,7 1-6 15,-2-2-10-15,16 0-6 16,-12 1-7-16,-4 0-3 0,1 1-10 15,-4-1-3-15,-2 3-2 0,-3-2-6 0,-10 2-3 0,-6 1-4 0,1-2 1 0,-4 2-4 16,-3 0 1-16,-1 0-4 0,0-1 4 16,2 2 2-16,-8-1-2 0,8-1 0 0,-8 1-3 15,0 0-2-15,0 0-13 0,0 0-17 0,0 0-9 16,0 0-15-16,-26 0-19 0,21 1-29 0,0 0-14 16,5-1-43-16,-13 0-46 0,8-1-223 15,5 1-453-15,-11-3 201 0</inkml:trace>
  <inkml:trace contextRef="#ctx0" brushRef="#br0" timeOffset="33663.36">17498 4200 183 0,'0'0'382'0,"0"0"-25"0,0-5-29 16,0 5-30-16,0 0-31 0,0 0-32 0,0 0-21 15,0 0-32-15,0 0-28 0,0 0-19 0,0 0-13 16,0 0-14-16,0 12-3 0,0-5-25 0,0 0-3 16,0 5-4-16,0-2-10 15,3 2-9-15,-1 4 0 0,-1-5 6 0,3 6-18 16,-4 0-9-16,2-3-7 0,0-2-6 0,2 0 2 16,-3 0-8-16,3-7 7 0,-4 3-11 15,4-3-3-15,-3 0 2 0,3-1 2 0,1-2 7 0,0 1 13 16,3-3-5-16,-3 0 0 0,8-5-7 0,-3 0 0 15,-1-2 1-15,4 0-4 0,-3-5 3 0,2 2 1 16,3-3-1-16,-4 2-7 0,1-1 0 0,-3-5 3 0,-1 8 5 16,0 1 6-16,-4-1 6 0,1 2 2 0,-1 3 3 15,0-1-9-15,-1 3 4 0,-1-1-15 0,-2 3 2 16,3-7-17-16,-1 6-22 0,-2 1-23 0,5-2-10 0,-5 2 4 16,0 0 4-16,5 6 7 15,-1-2-11-15,0 0 2 0,3 3-9 0,0 1-2 0,3-1-9 16,3 3-18-16,4-2-17 0,-3 3-11 0,5-5-16 0,-1 1-17 0,2-3-14 15,7 2-17-15,1-3-10 0,-7-2-8 16,-1 0 17-16,8-3-8 0,-6-1 23 0,0-2 25 0,-4 0 42 16,-1-2 41-16,0 0 46 0,-2-3 29 0,-2-2 34 15,0 0 30-15,-3 0 26 0,1-2 17 0,-4 6 17 16,2-4 14-16,-4 2 7 0,0-1 12 0,-1 2 12 16,1 2 20-1,-1 1-2-15,-1 3-10 0,-1-2-19 0,-2 1-22 16,4 0-13-16,-4 4-21 0,4-4-18 0,-4 4-20 15,1 0-37-15,-1 0-33 0,0 0 5 0,0 0-1 16,0 12-4-16,-1-4 1 0,-3 5 1 0,0 2-4 16,0 2 0-16,0 1 3 0,0 2-13 0,0 5-5 15,1-5-13-15,1-1-10 0,0-2 6 16,0-1-3-16,0-4-3 0,1-1-6 0,2-3-1 0,-2 0 16 0,1-3-3 0,0 0 18 16,0 0 28-16,0-5 43 0,1 3 17 0,-1-3-8 15,0 0-11 1,13-9-5-16,-3 3-5 0,-1-2-10 0,3-1-2 15,3-3-6-15,-2 0-5 0,2-1 0 0,-2 0-10 0,1 0 8 0,-5 4-8 16,0 0 2-16,0 1-2 0,-3 4 3 0,-1-1-9 16,1 0-5-16,-4 2 6 0,2 1-10 15,-1 0-16-15,-3 2-22 0,4-4-21 0,-4 4-15 16,0 0 6-16,0 0-6 0,13 5-16 16,-9 0-28-16,1-1-30 0,2 0-24 0,2 3-29 15,0 0-41-15,0-2-60 0,2 2-60 0,-2 0-187 16,0-2-584-16,2-2 258 0</inkml:trace>
  <inkml:trace contextRef="#ctx0" brushRef="#br0" timeOffset="34573.17">18596 4234 260 0,'-2'-6'291'0,"2"6"-25"15,-2-3-27-15,2 3-27 0,0 0-21 0,0 0-18 16,0 0-33-16,0-4-28 0,0 4-10 15,0 0-13-15,0 0-9 0,0 0-7 0,0 0-7 0,15 6-6 0,-7-5-4 0,2 1-9 16,-1 1-2-16,4-2-5 0,-2-1-6 0,5 1 0 16,-5-1-7-16,3 0-4 0,-2-1 2 0,0-3-6 15,0 2 4-15,-3-1-6 0,2-1 1 0,-3 0-6 16,1-1 1-16,-3 0 10 0,0 0 10 0,-3 2 11 16,1-1 3-16,-2-2-2 0,0 2-6 15,-2 2-5-15,0 2-4 16,-4-5-11-16,0 2-3 0,4 3-4 0,-13 0 4 0,1 3 2 0,-2-1-8 15,-3 1-3-15,-2 3-1 0,1 2-1 0,-1 2-4 16,1 0 2-16,-1-1 1 0,1 3-3 0,5 0 1 16,4 0 0-16,-5 1 9 0,9-2-3 0,-1-1-18 15,3 2 4-15,3-3-3 0,0 4 7 16,5-6-3-16,3 3 4 0,7-2 6 0,3 1-11 0,5-2-7 16,7 0-13-1,2-5-9-15,0-1-11 0,-3-1-2 0,2-3-4 0,-1-4 5 16,1 2 1-16,-2-5 6 0,-3 1 7 0,-1-3 1 15,-3 1 17-15,0-6 17 0,-4-1 5 0,0 0 11 16,-2-3 7-16,1-2 14 0,-2-3 0 0,-3-1 9 16,-1-1 6-16,1-1 27 0,-3 0 17 0,-2 0 14 15,2 2 30-15,-2 2 29 0,-3 8 15 0,-2 2 6 16,-2 4 12-16,3 2-13 0,-3 3-18 0,2 0-21 16,-2 1-25-16,0 2-25 0,0 3-43 0,3-7-48 15,-3 7-48-15,0 0-8 0,0 0 5 0,0 0 1 16,-5 27 10-16,1-11 3 0,-4 9 2 0,2 4 1 15,-1 0 4-15,0 2 7 0,0 1 2 0,1-3-4 0,1 5 8 16,2-7 2-16,-1-1 4 0,3-6-13 0,-3-1-12 0,3 0-1 16,1-3-5-16,0-5 2 0,0 1-3 0,-1-3-3 15,1-1 0-15,0-3 3 0,-3 0 9 0,3 0 29 16,0 0 11-16,0-5 31 0,0 4 0 16,0-4-5-16,0 0-2 0,0 0-9 0,-17-12-14 15,10 5-9-15,-5 2-18 0,2-3-21 0,-8 1-7 16,2-4-1-16,-2 3 3 0,0 2 1 15,1-1-1-15,-1 2 6 0,6 1-1 0,-2-1 0 16,3 3-1-16,2 0 4 0,3-1-3 0,-3 1-14 0,5 0 3 0,4 2-12 0,-5-2 1 16,5 2 3-16,0 0 6 0,18-3-2 0,0 0 7 15,9 0-6-15,3 1-5 0,5 0-2 0,3-2-2 16,3 3 4-16,9-4 3 0,2 0 1 0,-15 3-1 16,0 0-1-16,-1-1 4 0,-1 0 7 15,-6-1 2-15,2 0 5 0,-12 2 0 16,-6 0 17-16,0-3 18 0,-1 5 30 0,-1-2 22 15,-2 0 22-15,-1 0 21 0,-4 1 21 0,1-1 3 16,-1 2-1-16,-4 0-3 0,0 0-5 16,9 0-3-16,-9 0-14 0,0 0-12 0,6-2-14 15,-6 2-20-15,0 0-22 0,0 0-31 0,6 4-13 0,-4-1 1 0,-2 1 2 0,-2 2-5 16,0 1 4-16,1 0 7 0,-2 1-2 0,2 3 2 16,1 0 3-16,-5 0-7 0,5-1-16 15,0 0-12-15,1 0-15 0,-1-1-12 0,0 3-16 16,0-8-23-16,0 1-22 0,0 2-13 0,0-3-12 15,0 0 0-15,0-4-1 0,-5 2-39 16,5-2-65-16,0 0-251 0,-9-10-545 16,2 2 242-16</inkml:trace>
  <inkml:trace contextRef="#ctx0" brushRef="#br0" timeOffset="34717.71">19430 4068 233 0,'-2'-6'341'0,"2"0"-7"0,0 1-26 0,0 1-21 16,-2 2-38-16,2 2-25 0,2-7-35 15,-2 7-29-15,2-4-44 0,-2 4-49 0,0 0-37 16,0 0-30-16,0 0-35 0,0 0-46 16,11 8-55-16,-5-5-68 0,-4 1-143 0,3-2-377 15,1 3 167-15</inkml:trace>
  <inkml:trace contextRef="#ctx0" brushRef="#br0" timeOffset="35101.83">19821 4130 154 0,'0'0'265'0,"-5"-3"-21"15,5 3-19-15,-10 0-17 0,10 0-21 16,-12 3-18-16,5-1-18 0,-2 5-15 0,-4 0-14 16,0 3-11-16,-1 1-11 0,1 4-11 15,2-2-9-15,-2 1-9 0,1 2-4 0,1-2-7 16,2 2-6-16,3-3 0 0,1-2 1 0,3 1-7 15,2 0 3-15,3-2 0 0,3 0-2 16,-2-1 1-16,5-3-1 0,9 2 0 0,-6-3-9 16,1-2 0-16,7-2-8 0,-2-1-1 0,-4 0 0 0,0-3 18 0,-1 1 3 0,-1-2 3 15,-2-1-1-15,1-3 0 0,-1 0-2 16,-2 1 0-16,-2 0-4 0,0-4-9 0,-2 1-1 16,-1-1-5-16,-1 0 1 0,-2-1-1 0,0 1-8 15,-6 1-5-15,3 0-2 0,-2 2 1 0,0 0-6 16,-3 0 5-16,2 2-22 0,-3-1-7 15,-1 2-11-15,1 2-12 0,-2 1-22 0,4-1-21 16,-3 2-32-16,1-1-34 0,1 4-46 16,3-1-51-16,-1 2-251 0,2-1-532 0,4-2 236 15</inkml:trace>
  <inkml:trace contextRef="#ctx0" brushRef="#br0" timeOffset="35416.65">20065 4159 326 0,'0'0'397'0,"5"-1"-39"0,-5 1-36 0,0 0-29 15,8 0-31-15,-8 0-29 0,0 0-35 16,5 5-22-16,-4-2-16 0,-2 2-17 0,1 4-10 16,-1-1-8-16,-2 5-19 0,2-1-10 15,-1 3-6-15,0 1-17 0,2-3-16 0,-4-2-15 0,4-1-9 0,-1 0-7 0,1-2-10 0,0-1 1 16,-1-2 3-16,1 0 16 0,0-2 33 15,0-3 41-15,0 5 33 0,0-5 18 0,0 0-14 16,0 0-19-16,16-8-17 0,-9 4-5 0,3-2-12 16,1-1-4-16,-2 2-12 0,0 0-10 15,-1 3-12-15,-2-2-2 0,-2 1-9 0,4 1-6 16,-7 0-11-16,3 1-34 0,-4 1-24 0,14 2-34 16,-9 2-35-16,7 0-54 0,-4 2-68 15,-1-2-77-15,1 3-121 0,-2-3-244 0,1-1-717 16,1-1 317-16</inkml:trace>
  <inkml:trace contextRef="#ctx0" brushRef="#br0" timeOffset="38535.44">21260 3778 55 0,'5'-10'218'0,"-7"1"-13"0,5 0-4 0,0-2-6 0,-2 2-23 0,-1 1-7 0,0-1 2 16,3 4-10-16,-2-3-7 0,-1 3-4 15,0 2-9-15,0-2-22 0,3 2-12 0,-3 3-16 16,0 0-23-16,0 0-15 0,0 0-7 16,0 0-4-16,-11 16-4 0,4 9-4 15,-2 5 1-15,1 3-8 0,-6 13 8 0,1 4-8 0,1 1-1 0,5 4 0 16,-6 0-5-16,6 0-1 0,-2-1 3 16,1-3-5-16,6-1 6 0,-1-14-4 15,3 1 3-15,-3-2-5 0,2-1 2 0,0-2 0 0,1-2-2 0,-3-2 2 0,3-3-2 16,-2-8 0-16,-1-4-4 0,2-2 2 15,0-2 16-15,-1-1 25 0,1-3 14 16,1 2 20-16,-1-4 5 0,1-1 9 0,-4 1-12 16,4-3-10-16,-19 0-7 0,6-3-14 0,-2 1-8 0,-6 1-3 0,2-4-3 15,1 1-1-15,-1 1-7 0,1-2-19 16,0 2-18-16,-1 0-30 0,5 0-25 16,-3 2-17-16,1-1-28 0,-2-3-26 15,5 1-19-15,3 0-38 0,1 0-53 0,4 0-253 0,1-2-530 0,3-1 235 0</inkml:trace>
  <inkml:trace contextRef="#ctx0" brushRef="#br0" timeOffset="38857.94">20918 4311 123 0,'-8'0'200'0,"1"0"-15"16,1 2-18-16,6-2-12 0,-6 0-8 0,6 0-5 0,-7 0-14 0,7 0-4 0,0 0-2 15,0 0-6-15,0 0-8 0,19 3-9 0,-3-3-11 16,7-3-8-16,7 1-10 0,5-3-5 16,2 0 1-16,0 0-2 15,16 0-7-15,-13 0-7 0,-4 1-5 0,-4 1-5 0,-1 2-2 0,-12 0-6 0,3-2-1 16,-3 2-6-16,-8 0-12 0,1 1-8 15,-5 0-10-15,0 0-9 0,-7 0-6 16,8 0 1-16,-8 0-4 0,0 0-14 0,0 0-18 16,0 0-21-16,0 0-29 0,-18 6-20 0,10-6-19 15,2 1-13-15,-1 0-145 0,1-1-325 16,6 0 145-16</inkml:trace>
  <inkml:trace contextRef="#ctx0" brushRef="#br0" timeOffset="39311.31">21729 4113 95 0,'3'-3'248'0,"2"2"-27"0,0-1-21 16,4 2-21-16,2 2-19 0,1-1-16 0,2 2-15 0,-1 4-13 0,4 0-12 0,-2 3-11 15,1 2-8-15,-3 2-10 16,-2-2-7-16,-2 2-7 0,-1 4-7 16,1-4-1-16,-4 4-5 0,-5-2-5 0,-4 1-6 0,2-1-4 0,-6-3 1 0,0 2 0 15,-1-1 0-15,-1-5-4 0,1 2 6 0,0-5 7 16,-1 2-3-16,-1-1 6 0,2-3 8 16,-2 1 9-16,6-1 25 0,-2-2 24 15,1 0 18-15,6-2-1 0,-8-4-21 16,5 0-10-16,2-2-16 0,2-1-1 0,2-4-8 0,7 0-8 0,1-4-11 15,3-2-8-15,4-3-8 0,-3 6 0 16,4-4-5-16,-2 5-3 0,-1 0-6 0,0 2 8 16,-3 1-21-16,1 5 6 0,-6-2-10 15,1 1 6-15,-2 2-9 0,-2 1-5 0,1 3 0 0,0 0 4 0,-1 3-2 16,-1 1-2-16,2 1 5 0,-2 3-1 0,0 1-9 16,0 0 4-16,-3 3 0 15,2-1-3-15,-1 1-17 0,0 0-20 0,-1 5-20 0,-1-4-21 0,-1-1-28 0,2 0-21 16,-2-2-26-16,1 2-31 0,0-6-37 15,0 0-36-15,0 0-185 0,0-6-483 0,0 0 213 16</inkml:trace>
  <inkml:trace contextRef="#ctx0" brushRef="#br0" timeOffset="39550.83">22212 4046 231 0,'4'-4'298'15,"-2"-1"-34"-15,1 2-33 0,1 2-20 0,-4 1-18 16,8 0-25-16,-2 5-9 0,0 2-15 16,3 0-6-16,-2 9-11 0,3-1-9 0,-3 1-11 0,5 8-12 0,-4 2-5 15,-2 3-6-15,-6-2-8 0,0 3 1 16,-4-3-15-16,-3 2-15 0,-2 0-15 0,-2 1-16 16,-3-5-16-16,-1 0-13 0,-2-1-11 15,-3 1-35-15,-6-6-37 0,-2 0-53 16,3-5-57-16,-5-3-198 0,2-2-437 0,-1-4 194 0</inkml:trace>
  <inkml:trace contextRef="#ctx0" brushRef="#br0" timeOffset="39845.99">21795 3935 67 0,'-7'0'233'0,"-3"3"-22"0,-1 2-10 0,0 2-11 0,-7 6-11 0,-2 8-5 15,-2 5-9-15,-3 3 0 0,-3 13-11 0,4-1-14 0,1 0-9 16,10-7-8-16,3 2-10 0,0-5-3 15,6 1-3-15,5 0-14 16,5-1-3-16,9-1-5 0,5-5-12 0,7-2-5 16,6-2-29-16,13 3-47 0,3-7-74 0,-11-14-103 0,1 1-255 0,13-6-475 15,-14-2 210-15</inkml:trace>
  <inkml:trace contextRef="#ctx0" brushRef="#br0" timeOffset="45467.47">23390 4124 128 0,'-5'-3'336'0,"5"3"-15"0,0-8-17 0,-2 6-6 16,2 2-26-16,0 0-24 0,-2-6-26 0,2 6-27 15,0 0-20-15,0 0-21 0,0-3-18 0,0 3-19 16,0 0-10-16,0 0-10 0,0 14-14 0,0-5-9 16,0 4-2-16,0 2-10 0,0 3-4 0,0 0-10 15,0 2-2-15,0-1-7 0,-1 6 2 0,-2-5-4 16,3-2-3-16,0 2-4 16,-1-1-5-16,1-3-4 0,-2 0 4 0,2-3-3 15,0-2-5-15,-2 0 7 0,2-3-10 0,0-1-25 16,-2-1-9-16,2 0-6 0,0-2-5 0,0 0 1 15,-2-1 6-15,2-3-1 0,0 0 11 0,0 0-59 16,0 0-56-16,0 0-45 0,-11-11-53 0,7 0-42 16,-2 1-203-16,3-7-511 0,-3-8 226 0</inkml:trace>
  <inkml:trace contextRef="#ctx0" brushRef="#br0" timeOffset="45614.9">23324 3925 135 0,'-1'-7'295'0,"-1"-1"1"0,1 3-14 0,1-1-18 15,0 0-24-15,-1 2-26 0,1 4-22 0,-2-6-27 16,2 6-35-16,2-3-38 0,-2 3-41 0,1-5-16 0,-1 5-19 16,0 0-30-16,0 0-31 0,6 14-31 0,-1-6-35 15,-5 0-44-15,0 0-180 0,0 3-362 0,0-1 160 16</inkml:trace>
  <inkml:trace contextRef="#ctx0" brushRef="#br0" timeOffset="46015.06">23633 4197 115 0,'0'4'349'0,"0"-4"-39"0,0 0-39 16,1 4-25-16,-1-4-28 0,0 8-19 0,-1-3-21 15,-3 2-19-15,3 3-17 0,-3-1-10 0,3 2-19 16,-2 1-6-16,2 1-13 0,-2 3-10 0,2-1-22 16,-2-2-9-16,3-2-6 0,0 0-9 0,-1-2-5 15,1-2-2-15,0-1-8 0,0 0-1 0,0-1 10 16,0-3 10-16,0-2 8 16,8 0-4-16,-8 0-6 0,15-10-2 0,-3 5 4 15,3-7 3-15,2-1 1 0,-3-3-4 0,4-3-6 16,3-2 1-16,-1 2-9 0,1 1 3 0,-6 4 2 15,0 1 2-15,-1 3 1 0,-7 1-2 0,1 4-3 16,-3 0-7-16,-1 1-11 0,5 3 0 0,-4 1-5 16,-5 0-1-16,14 8-6 0,-4-3 14 0,-1 4-16 15,0 0-2-15,3 4-3 0,-2 2-30 0,-1 0-26 0,2-2-26 16,0 1-34-16,-1 1-36 0,3-1-38 0,-1 1-45 16,2-2-246-16,0-6-527 0,4 2 234 0</inkml:trace>
  <inkml:trace contextRef="#ctx0" brushRef="#br0" timeOffset="46384.07">24738 3910 45 0,'0'-11'357'0,"0"-4"-10"0,4 6-24 16,-4 1-10-16,0 3-23 0,0-3-13 0,0 3-25 0,0-1-25 16,3 1-26-16,-3 5-24 0,0-4-27 0,0 4-15 15,2-3-18-15,-2 3-17 0,0 0-21 0,2 19-8 16,-1-3-8-16,-1 3-8 0,1 8-2 16,-1 3-9-16,0 1-1 0,-1 3 0 0,0 11-7 15,-1-9 2-15,1-3-6 0,1 0-6 0,-1-2 4 0,-2-2-5 0,3-2-1 16,0-4 0-16,-1-5-5 0,-2-1 2 0,3-7 2 15,-1 1-19-15,2-1-7 0,-2-3-35 0,2 1-5 16,-2-2-9-16,2-3-3 0,-1 0 3 0,0-3 6 16,-1 6-5-16,1-6-2 0,0 0-32 0,0 0-54 15,0 0-45-15,-14-9-49 0,10 5-55 0,-1-4-169 16,-3-1-496-16,2-1 220 16</inkml:trace>
  <inkml:trace contextRef="#ctx0" brushRef="#br0" timeOffset="46646.53">24443 4192 8 0,'-19'0'222'0,"2"0"-8"16,4 3-11-16,3-3-13 0,3 0-8 0,0 0-16 0,1 0-3 15,6 0-8-15,-10 0-17 0,10 0-9 0,-3 1-2 0,3-1-6 16,0 0-11-16,24 1-6 0,6 1-14 0,4-2-8 16,17-3-8-16,3 2 0 0,2 1-5 0,-1-3-9 15,-4 0-5-15,-11 3-4 0,-2-1-7 0,-3 1-2 16,-3-3-6-16,-4 3-3 0,-9-1-5 0,0 1-2 15,-9 0-4-15,2-1-2 0,-6 2 2 0,1-1 6 16,-2 0 6-16,-5 0 0 0,6-1-5 0,-6 1-1 0,0 0-3 0,0 0-3 16,0 0-7-16,0 0 11 0,-18-3-13 0,13 1-19 15,5 2-17-15,-13 0-16 0,13 0-22 0,-9 0-19 16,9 0-28-16,-5 0-29 0,5 0-41 0,0 0-46 16,-8-3-186-16,8 3-444 0,0 0 196 0</inkml:trace>
  <inkml:trace contextRef="#ctx0" brushRef="#br0" timeOffset="47247.1">25101 4007 172 0,'4'-8'366'0,"-3"1"-5"0,1 2 7 0,0 0-14 0,-1 2-27 0,2-1-33 16,-3 4-39-16,3-4-26 0,-3 4-21 0,3-4-34 15,-3 4-23-15,0 0-14 0,2 12-13 0,-2-2-12 16,2 5-12-16,-4 3-12 0,0 7-3 0,2 2-6 16,-5-1-8-16,0 4-9 0,1-3-4 0,0 0-13 15,1 1 7-15,-1-2-15 0,2-8 7 0,1-2-9 16,1-6-8 0,-2 1-14-16,-1 0 2 0,3-4 1 0,0-1 0 15,0 0 5-15,3-1 13 0,-6-3 20 0,6 1 35 0,-3-3 18 16,0 0 5-16,3 2-9 0,-3-2-16 0,13-7-8 15,-5 0-3-15,3 2-14 0,1-4-5 0,-2 1-8 16,0 0-5-16,2-1-10 0,-2 2-1 16,0 2-2-16,-1-3-3 0,-2 4-6 0,-2 2-2 15,0-1 0-15,-1 0-12 0,0 1-11 0,-1-1-16 0,-3 3-13 0,6-2-22 16,-6 2 1-16,7 0 2 0,-7 0 2 0,9 7 3 16,-4-2-11-16,0-2-13 0,4 3-17 0,3 1-4 15,-3 0-1-15,2-1-4 0,7 2-11 0,1-1-3 16,-1 0 1-16,4-2-4 0,5 0 5 0,-8-3 3 15,1-2 8-15,2 0 5 0,0-2 7 0,-2-1 8 16,1 1 9-16,0-8 9 0,-3 4 4 0,-1-3 13 0,-2 0 17 0,-1-2 9 16,-1 0 7-16,1-3 13 0,-5 0 10 0,1 1 5 15,-1-1 8-15,-4-2 18 0,-1 4-3 0,-1 2 17 16,-1-2 4-16,-2 3 1 0,-2 0-8 0,-1 2-11 16,-2 2-5-16,-2 1-9 0,-5 1-6 0,-2 3-4 15,-5 3 3-15,-3 4-10 0,-9 8 1 0,3-2-4 16,0 7-3-1,1-2-2-15,4 7 2 0,3-4 4 0,2 2-1 16,5 1 3-16,9-6 7 0,3 7-8 0,6 1 3 16,8-1-17-16,9-3-17 0,8-7-33 0,18 6-53 15,3-9-66-15,4-2-110 0,10-7-332 0,-4-3-663 0,4-5 293 16</inkml:trace>
  <inkml:trace contextRef="#ctx0" brushRef="#br0" timeOffset="47901.44">26660 4099 30 0,'0'-6'402'0,"-4"-2"-5"16,4 4-4-16,0-2-16 0,-1 2-34 0,-2 1-27 16,3 3-37-16,0-5-37 0,0 5-34 0,0 0-26 15,0 0-29-15,0 0-18 0,0 0-14 0,-5 18-11 0,5-6-3 0,-4 5-3 16,3 0-28-16,1 2-7 0,-4-2-4 0,4 4-14 15,0-1 7-15,-2 4-18 0,-1-4-9 16,6-4-4-16,-1 2-14 0,2-1-3 0,-4-3-12 16,1-2-6-16,2-3-13 0,-2 2-16 0,-1-5-17 0,3-1 4 15,-2 0 2-15,-1-2 4 0,0-3 2 0,0 0-44 16,0 0-52 0,0 0-34-16,0 0-26 0,0-17-25 0,0 7-24 15,-1-3-249-15,-3-5-535 0,0 0 237 0</inkml:trace>
  <inkml:trace contextRef="#ctx0" brushRef="#br0" timeOffset="48033.16">26647 3866 18 0,'-1'-12'287'15,"-2"3"-7"-15,3-2-14 0,-1 5-18 0,1 2-24 0,-2-3-24 0,4 3-23 16,-4 1-30-16,2 3-43 0,0 0-26 0,0 0-24 16,0 0-31-16,0 0-43 0,11 10-47 0,-6-3-55 15,-1 3-195-15,0-1-342 0,2-1 152 0</inkml:trace>
  <inkml:trace contextRef="#ctx0" brushRef="#br0" timeOffset="48631.88">26957 4132 259 0,'0'2'359'15,"0"-2"-39"-15,2 7-34 0,-2-3-29 0,-1 1-29 0,0 3-22 0,-1 0-20 16,0 6-18-16,0-5-17 0,-1 11-15 0,1-4-15 16,0 0-8-16,-2-2-13 0,4-2-3 0,0-1-19 15,0 0-11-15,0-4-9 0,0 1-7 0,0-1-10 16,0-2 3-16,4-3 12 0,-2 1 14 0,-2-3-23 16,0 0 3-16,16-5-1 0,-6 0 0 0,-1 0-2 15,1-5-1-15,4 0-9 0,2-2-5 0,-1 0 2 0,-2 0 4 16,3 0-10-16,-2 0 5 0,-5 4-2 0,4 1-3 0,-4 0 3 15,-1 2-3-15,-2 1-3 0,0-2-13 0,-2 5 4 16,1 1-9-16,-5 0-3 0,11 1-2 0,-1 5-1 16,-3-1-1-16,4 2 0 0,-1 2-5 15,5 2 7-15,0 1-3 0,1 1-6 0,2-1-12 16,2 3-13-16,3 1-10 16,-5-5-16-16,-4-1-11 0,5-1-7 0,-2-1-3 15,0-2-3-15,-5 0 1 0,2-5 6 0,-2-1 8 16,1 0 4-16,-3-1 9 0,-1-7 6 0,0 1 13 15,-3-3 10-15,1-1 16 0,0-5 14 0,-3 1 17 16,2-2 6-16,-2-9 11 0,3 3-1 0,-3-5 4 16,2 1 6-16,-1-3-2 0,1-3 3 0,2 1-3 0,-4 0 10 15,2-2 11-15,-2 5 25 0,2 5 31 0,-2 9 19 0,-1 5 2 16,-2-2-15-16,-1 6-16 0,3-1-13 0,-3 3-22 16,1-2-47-16,-1 6-53 0,0 0-18 0,0 0 9 15,0 0 3-15,-4 18 5 0,0-1 1 16,-2 8 2-16,1 3-4 0,-3 2 11 0,4 2 0 0,-2 2 0 15,-2-2 10-15,5-1 0 0,0-2-11 16,3-3-8-16,-3 1-11 0,2-8-9 16,1-4-12-16,1-4-13 0,-1 0-19 15,0-1-13-15,3-2-24 0,-3-2-3 0,0-2-1 16,0-1 6-16,0-3-47 0,0 0-75 0,0 0-267 16,0 0-553-16,-10-13 244 0</inkml:trace>
  <inkml:trace contextRef="#ctx0" brushRef="#br0" timeOffset="48817.37">27304 4120 267 0,'-5'2'273'0,"0"-1"-12"0,5-1-8 16,-6 1-21-16,6-1-17 0,-4 1-21 15,4-1-18-15,0 0-7 0,29-2-27 0,-8 1-15 0,12-1-34 0,0-1-30 0,7 0-41 16,13 0-40-16,0-2-49 0,-1 2-46 15,0-4-37-15,-13 5-207 0,-1-3-386 0,-2 1 170 16</inkml:trace>
  <inkml:trace contextRef="#ctx0" brushRef="#br0" timeOffset="49184.3">27883 4182 103 0,'0'0'302'0,"0"0"-22"0,-2 3-19 0,2-3-19 15,0 0-25-15,0 0-26 0,0 0-19 0,24-3-15 0,-10-1-18 0,-1 1-10 0,4-4-19 16,1 2-9-16,4-1-1 0,-3-2-18 16,1-1-9-16,5-3-9 0,-8 0-5 0,-1 3-9 15,1 1-4-15,-2 0 0 0,0 0-3 0,-3-1 5 16,-3 2 0-16,-1-1 8 0,-2 0 8 15,-3 4 7-15,3-1 5 0,-2 1-14 0,-3 0-6 16,-1 3-22-16,0 1-4 0,-4-5-7 16,-1 2-1-16,-4 3-4 0,-1 3-7 0,-3-1 1 15,-6 3 4-15,2 5-9 0,0-3 2 0,0 3-3 0,-1 2-1 0,3 2 0 0,-1 0 2 16,2 1-7-16,0 0-20 0,4 2-13 0,2-3-12 16,-1 3-5-16,7-2-3 0,2-3-19 15,0-1-11-15,2 1-20 0,6-1-23 0,-2-2-31 16,5-2-49-16,-1-1-57 0,1-3-144 15,2-2-442-15,1 0 196 0</inkml:trace>
  <inkml:trace contextRef="#ctx0" brushRef="#br0" timeOffset="49494.83">28268 4049 252 0,'6'-11'297'0,"2"3"-16"0,-2-1-19 0,1 1-17 15,-1 5-22-15,1-3-25 0,-1 3-25 0,1 2-19 16,0 1-15-16,1 3-17 0,0 2-10 0,1 0-8 15,2 4-8-15,1 3-15 0,-3 4-4 16,0 0-3-16,1 2-11 0,-3 0-2 0,-2 0-9 16,-1 1-7-16,-2 1 0 0,-2 1-5 15,-5 1-5-15,1-3-3 0,-1-2 1 0,-3 0-2 16,1-4-2-16,1-3-8 0,0-3 3 16,-1 0 0-16,4 0 8 0,-4-5 22 0,3 3 39 15,1-3 35-15,1 1 18 0,2-3-11 0,0 0-27 0,-6-10-6 0,5 5-12 0,4-3-8 16,1-2-11-16,1-1-15 0,6-3-6 0,-1-1-4 15,6-6-26-15,0-1-33 0,5-1-18 16,-1 1-25-16,-1 2-20 0,2 2-19 16,-7 5-24-16,1 2-28 0,-1-2-35 0,-3 6-47 15,1-2-61-15,-3 2-277 0,0 0-614 0,1 0 272 16</inkml:trace>
  <inkml:trace contextRef="#ctx0" brushRef="#br0" timeOffset="49908.16">28719 4037 78 0,'0'-4'442'0,"-2"-1"-1"0,2-1-19 16,0 6-10-16,0-6-25 0,0 6-31 0,0-6-37 15,0 6-31-15,2-5-35 0,-2 5-28 0,0 0-25 16,0 0-19-16,5-1-26 0,-5 1-13 15,11 9-17-15,-4-4-18 0,0 5-14 0,0-1-8 16,0 4-10-16,2 1-13 0,0 3-6 0,-5 0-8 0,3-1-6 0,0 2 0 0,-2-1-7 16,-1 0 0-16,1 0-9 0,-1-3-3 0,-4-2-5 15,2 0-4-15,0-2-1 0,-1-3-2 0,-1-1 3 16,0 0 4-16,0 0-7 0,0-2 0 16,4-1 6-16,-4 1 22 0,0-4 38 0,0 4 34 15,0-4 27-15,0 0 17 0,0 0-23 16,0 0-21-16,5-14-11 0,0 7-12 15,0-5-11-15,3-1-10 0,2-3-16 0,2-1-15 0,2-7-17 16,2 2-12-16,2 1-10 0,-7 5-7 16,-2 0-7-16,2 1-6 0,-5 5-3 0,2-1-7 15,-1 3-16-15,1-2-22 0,-3 4-24 0,3 1-28 16,1-1-23-16,-1 0-21 0,3 3-19 0,2 2-13 0,1-1-19 0,4 0-19 0,1 6-18 16,3-3-28-16,0 3-20 0,6 0-27 0,-6 0-290 15,4 1-670-15,2-2 296 0</inkml:trace>
  <inkml:trace contextRef="#ctx0" brushRef="#br0" timeOffset="50545.23">29434 4010 129 0,'5'-7'228'0,"-3"0"11"0,0 1 4 15,-2-2-1-15,0 3-6 0,-2-1-12 0,0-1-11 16,-1 3-15-16,1 0-20 0,-5 1-13 0,2-1-26 16,-2 4-12-16,7 0-19 0,-18 3-11 0,4 0-5 0,-2 3-14 0,0 0-10 0,0 5-1 15,-1 1-13-15,-1 1-5 0,0 5 3 16,3-1-7-16,-2 4-6 0,3 1-4 0,3-7-2 15,-1 1 1-15,7 0-6 0,-1-4-3 16,2-2 2-16,1 3-5 0,3-8 3 0,0 5-2 16,0-5 5-16,2-1 15 0,1-2-13 0,3 1 6 15,1-3-3-15,7-3 6 0,-3-1-6 16,6-1 6-16,0-4 2 0,-2 1 0 0,2-4-4 16,-2 2 4-16,2-1-3 0,-2-1 1 15,1 0 7-15,-2 0 0 0,-1 3 14 0,-3 0 5 16,-3 4 7-16,0 0-3 0,-1 1-2 0,-3 1-5 0,4 0-13 0,-4-1-11 0,-1 3-8 0,-2 1-15 15,8-2-17-15,-8 2-10 0,5 3 4 16,4 1 8-16,-6 0-29 0,4 4-4 0,1-2-7 16,-3-2-3-16,5 3-4 0,-2 0-3 15,0-1-4-15,-2 1 14 0,2-5-9 0,-2 2-6 16,1-2 8-16,-1 1 1 0,0-3 5 0,-6 0 14 16,14-4 2-16,-8 1 1 0,1-3 0 15,2-2 4-15,-4-2 7 0,2 0 14 0,-2-2 8 16,3-2 14-16,-2-2 11 0,-1-1 14 15,1 1 11-15,1-2 3 0,3-9 11 0,-1 2-5 0,2-1 5 0,-3-3-2 0,2 0-1 16,-1 5 10-16,0 0 12 0,1 6 12 0,-5-2 10 16,-1 9 10-16,-1 1 10 0,-2 3-3 0,4-2-12 15,-5 2-14-15,3 3-15 0,-2-2-17 16,-1 1-26-16,4 0-29 0,-3 4-31 0,-1 1-45 16,0 0-8-16,0 0 7 0,0 0 7 0,-5 21 1 15,-1-3 9-15,-6 7 6 0,0 5 0 0,0 1 5 16,-4 2 4-16,-3 11 5 0,0-2 3 15,6-9-1-15,4-2 2 0,-3-1 7 0,4-1 3 16,0-3-1-16,2-3 4 0,2-6-3 16,2-5 2-16,0-2 3 0,0-2 11 0,1 0 3 15,-1-3 12-15,2 2 22 0,-1-5 28 0,1 1 20 0,4 1 20 0,1-2 11 0,8 4-3 0,5-5-9 16,12-1-10-16,2 0-8 0,9-1-14 0,-3-5-39 16,17-3-70-16,-3-3-95 0,1-2-113 15,-16 1-146-15,12-8-528 0,-1-4-984 16,-16 5 435-16</inkml:trace>
  <inkml:trace contextRef="#ctx0" brushRef="#br0" timeOffset="53694.42">3716 6234 108 0,'0'0'307'0,"0"0"-24"0,0 0-19 16,0 0-25-16,0 0-21 0,0 0-25 0,0 0-20 15,0 0-16-15,0 0-19 0,0 0-14 0,0 0-10 0,0 0-12 16,0 0-16-16,0 0-8 0,-3 3-8 16,3-3-4-16,0 0-15 0,0 0-2 0,0 0-6 15,0 0-9-15,0 0-4 16,0 0-4-16,0 0-3 0,0 0-2 0,0 0-3 16,0 0 5-16,7 5-4 0,-7-5-3 0,0 0 5 15,0 0-8-15,15-5 7 0,-12 4-5 0,3-1 10 16,-6 2 1-16,11-3 8 0,-6-1 13 0,0-2 5 15,0 2 12-15,-1 2 23 0,2-3 8 0,-3 0 7 16,0 3 5-16,-1-2 0 0,1 0 3 0,1 1 2 16,-3 2-8-16,-1 1-7 0,3-5-15 0,-3 5-13 0,0 0-11 0,0 0-11 15,-22 5-13-15,8 4-6 0,-5 3 3 0,-5 5-6 16,-2 3-8-16,-4 2-1 0,3 4 2 0,3-2-10 16,1 1 11-16,4 0-16 0,4 0-2 0,3 4-11 15,3-4-3-15,6 2-7 0,5-1-2 16,7 0 5-16,8-2-7 0,6-3-9 0,6-2-20 0,8-5-42 15,18 0-63-15,1-8-100 0,4-9-420 0,-1-2-734 0,6-10 325 32</inkml:trace>
  <inkml:trace contextRef="#ctx0" brushRef="#br0" timeOffset="60385.12">4694 6050 1 0,'0'-4'258'0,"0"4"-13"0,0-4-21 16,0 4-11-16,0 0-17 0,4-4-22 15,-4 4-9-15,0 0-19 0,0 0-14 0,0 0-16 16,0 0-13-16,0 0-8 0,0 0-8 0,0 0-11 15,0 0-7-15,-3-4-7 0,3 4-8 0,0 0-3 16,0 0-5-16,0 0-8 0,0 0 1 16,0 0-1-16,0 0-7 0,0 0-1 15,0 0-5-15,0 0-3 0,0 0-2 0,0 0-3 0,0 0-1 0,0 0-2 0,0 0-5 0,0 0 5 16,0 0-2-16,-8 19-2 0,3-9 1 16,-3 6-2-16,-5 8 0 0,-4 4 0 0,-2 1 13 15,-5 11-1-15,-3-2 0 0,7-5-1 16,-6 8-6-16,2 0 2 0,7-10-6 0,1-1 4 15,-1-1-6-15,0-1 6 0,2-1 2 0,2-5 16 16,4 2 2-16,3-9 2 0,1-4 6 16,0-1-2-16,2-3 8 0,1-1-6 0,0 0 0 15,0-2 1-15,1 2-2 0,-2-3 2 0,3-3 7 16,0 7 4-16,0-7-3 0,-1 2 8 0,1-2-5 16,0 5-4-16,0-5 6 0,0 0-6 0,5 3 5 0,0-1-16 0,-5-2 3 0,11 1-3 15,-3-1-9-15,-1 1-2 0,3 2-5 16,0-3 4-16,1 2-10 0,2 0-3 0,-1 2 0 15,1 0 0-15,0-2-2 0,3 5 10 16,3-2-16-16,0 0-1 0,-1 0 1 0,0 2 2 16,-1 1 4-16,0-1-5 0,-1-1-6 0,0 2 1 15,-4-3 7-15,1 0-4 0,-2 1 2 16,1 0-1-16,-3-2-1 0,1 0 0 0,-4-2 5 16,3 3-6-16,-5-2-6 0,1-2 4 15,-1 2 3-15,-4-3-5 0,5 2 7 0,-5-2 1 0,5 5-1 0,-5-5-1 0,4 1 8 0,-4-1 1 16,0 0-4-16,0 0-1 0,8 2 3 15,-8-2 1-15,0 0-1 0,0 0 1 0,1 3-5 16,-1-3 6-16,0 0-5 0,0 0 0 0,0 0 1 16,0 0-2-16,0 0-4 0,0 0-26 15,0 0-14-15,0 0-23 0,0 0-16 0,0 0-42 16,0 0-69-16,0 0-79 0,0-11-79 0,0 11-243 16,-1-9-635-16,2 2 282 0</inkml:trace>
  <inkml:trace contextRef="#ctx0" brushRef="#br0" timeOffset="60970.25">5082 6266 140 0,'1'-2'321'0,"0"-1"-22"16,-1 3-30-16,4-6-30 0,-2 2-27 16,1 2-23-16,2 0-20 0,0 1-16 0,2 1-16 15,1 0-16-15,3 1-11 0,-1 3-13 0,1 3-12 16,-2-1-9-16,4 5-8 0,1 3-6 0,-5 1-9 0,0 2-4 0,0 3-5 0,-1 5-3 16,-3-2-5-16,-3 2-2 0,-2-6-3 0,-2 8-3 15,-2-8-3-15,0 0 0 0,-1-2-7 16,-5 0 6-16,6 0-7 0,-2-2 1 0,-1-5 5 15,1-1-3-15,-2 3 2 0,4-5 3 0,-1-2 3 16,4-1 4-16,-3 1 8 0,2-1 20 16,-1-2 19-16,0 0 37 0,3-2 36 0,0 0 16 15,-1 4 14-15,1-4-3 0,0 0-17 0,0 0-18 16,9-18-17-16,-5 7-11 0,6-5-14 16,3-2-8-16,1-5-19 0,4-2-13 0,-1 2-12 15,-1-1-3-15,2 1-8 0,-3 1-2 0,-4 5-1 0,0 3-6 0,-2-1-2 0,-3 6-4 16,0-1 7-16,0 3 0 0,-2 2 0 0,-2-1-7 15,2 2-3-15,-1 2 0 0,-2-2-8 16,-1 4-10-16,3-4-13 0,-3 4-23 0,2-4-17 16,-2 4-5-16,0 0-5 0,-8 17 12 0,1-4 6 15,-7 9 6-15,2 2-3 0,1 1 8 0,-1-1 0 16,2 1 6-16,1-1 4 0,5-5 7 16,-1-2-3-16,4 2 0 0,1-2-10 0,1-2 22 15,2 2 0-15,3-5 7 0,2-2 3 0,5 2 1 16,2-3-12-16,3-4 17 0,3 0 0 15,7 0 0-15,6-2-1 0,-5-3-25 0,4 0-28 0,-1-2-48 0,-2-2-51 0,-1 0-40 16,-9 1-66-16,10-2-94 0,-12-2-340 0,1 0-737 16,-4 0 327-16</inkml:trace>
  <inkml:trace contextRef="#ctx0" brushRef="#br0" timeOffset="62946.41">6165 6038 213 0,'0'0'229'0,"1"-2"-9"0,-1 2-15 16,3-4-7-16,-3 4-7 0,0 0-11 0,0 0-12 15,5-4-13-15,-5 4-14 0,0 0-11 0,0 0-14 16,5-2-10-16,-5 2-11 0,0 0-12 0,0 0-10 15,0 0-6-15,0 0-10 0,0 0-12 0,0 0-3 0,0 0-8 0,-10 15 1 16,5-3-3-16,-8 2-4 0,-5 11-2 0,-1-3-4 16,0 6 2-16,-3-1-3 0,-1 2 16 0,5-2-6 15,-5 1 2-15,1 1-6 0,4-2-2 0,-2 0-3 16,4-3 0-16,-1 0-5 0,0 0 0 16,7-7-1-16,0-1 2 0,0 0-6 0,2-7 0 0,4-1-2 15,0-1 1 1,-1-2 16-16,4 0 6 0,-2-1 5 0,1 1 7 15,-1-2 9-15,2-2 5 0,1-1 2 0,-1 4 6 16,1-4 10-16,0 0 8 0,0 5-17 0,0-5 7 16,2 2-18-16,-2-2-2 0,12 5-7 0,-6-5 3 15,6 4-17-15,2-1-5 0,2 2-1 0,5 0-5 16,7 4-7-16,1 1 1 0,3 2-8 0,1 1 5 16,3 1 4-16,0 1-8 0,10 6 1 0,-12-6 1 0,-3 0 8 0,1 0-14 15,-4 0 7-15,-1 0-3 0,1 0-4 0,-12-4 20 16,3 0-23-16,-5-2 2 0,-3-4 1 0,-1 2 3 15,-4-2-2-15,2-3-1 0,-3 4 2 0,1-5-1 16,-2 2-10-16,-4-3 6 0,7 5 37 0,-3-3 13 16,-4-2 0-16,6 2 26 0,-6-2 2 0,0 0 9 0,0 0-10 15,0 0-4 1,5 3-9-16,-5-3-5 0,0 0-3 16,0 0-7-16,0 0-15 0,0 0 6 0,0 0-5 0,0 0 1 15,0 0-18-15,0 0-17 0,0 0-18 0,0 0-15 16,0 0-33-16,0 0-33 0,0 0-18 0,0 0-85 15,0 0-62-15,0 0-64 0,4-12-53 0,-4 5-291 16,-1 2-721-16,1-3 319 0</inkml:trace>
  <inkml:trace contextRef="#ctx0" brushRef="#br0" timeOffset="63500.71">6717 6297 104 0,'0'0'241'0,"0"0"-10"0,-6-2-13 0,6 2-16 0,0 0-7 16,0 0-18-16,0 0-14 0,0 0-13 0,0 0-15 16,0 0-13-16,0 0-13 0,-7 4-6 0,7-4-7 0,0 0-8 15,0 0-6-15,0 0-9 0,0 0-6 0,0 0-6 16,0 0-5-16,0 0-4 0,0 0-3 0,0 0-3 15,0 0-6-15,23 0-3 0,-16-2-3 0,-1 0-6 16,3-2 0-16,4 0-4 0,-2 0-1 0,0-1 0 16,0 0-5-16,-2-4 12 0,1 5 2 0,0-5 8 15,-1 4 8-15,-2-4 1 16,0 1 4-16,-2 4 1 0,-2-4 11 0,0 3 0 16,-1-2 1-16,-1 2-3 0,-1-2-18 0,-1 5-8 15,-4-1-3-15,-1-2-4 0,-3 4-10 0,-3 2-5 16,-2 2-4-16,-4 2 3 0,-2 3-6 0,-4 3-5 15,-1 4 0-15,1 2 0 0,1 2-3 0,10-5 0 16,-10 6 1-16,8 2-2 0,5-5-1 16,2 2 7-16,1-1 0 0,4 0-5 0,2 3 3 0,5-3 4 0,6-1 6 0,4-2-5 15,7 3 1-15,6-6-21 0,5-2-34 16,4-1-48-16,6-3-55 0,9-1-90 0,-10-8-324 16,9-2-607-16,-13-2 268 0</inkml:trace>
  <inkml:trace contextRef="#ctx0" brushRef="#br0" timeOffset="64164.8">7333 6395 98 0,'-9'0'248'0,"1"0"-6"0,3 1-5 0,5-1-6 0,-5 1-5 0,5-1-12 0,-9 3-5 0,9-3-9 15,0 0-13-15,-5 1-16 0,5-1-11 0,0 0-12 16,0 0-19-16,0 0-8 0,0 0-15 0,-6 0-6 15,6 0-9-15,0 0-8 0,0 0-8 16,0 0-6-16,0 0-7 0,0 0-5 16,0 0-10-16,0 0 1 0,0 0-6 0,0 0-4 15,0 0-6-15,0 0-4 0,0 0-5 0,0 0 1 16,0 0 0-16,-5 2-7 0,5-2 2 0,0 0-7 16,0 0 8-16,0 0-8 0,0 0 1 15,0 0-2-15,0 0-4 0,0 0 6 0,0 0-3 16,0 0 8-16,0 0 16 0,0 0-12 0,15-4 3 0,-2 2-2 0,0 0-6 0,8 1 4 0,2-2-2 15,8-4-7-15,2 5 4 0,2-4-4 16,2 1 2-16,1 0-4 0,-1-2-1 0,13 2-2 16,-13 1-1-16,-5 2 0 0,-3-2 0 15,-1 1 3-15,-7 3 0 0,-2-5-10 0,-6 5-2 16,-3-2-31-16,-2 2-14 0,-2-1-14 16,-1 0-15-16,-1 0-25 0,-4 1-37 0,0 0-33 15,0 0-25-15,-13-4-31 0,2 3-28 0,-2-1-224 16,-5-1-520-16,5 3 230 0</inkml:trace>
  <inkml:trace contextRef="#ctx0" brushRef="#br0" timeOffset="64393.61">7549 6271 250 0,'-8'-5'335'0,"5"0"-3"0,0 3-2 0,-1-6 19 16,0 4 0-16,4 0 9 0,-4-2-4 15,0 3-10-15,3 0-19 0,1 3-11 0,1-6-23 16,-4 3-26-16,3 3-27 0,0 0-29 0,-4-2-25 0,4 2-25 15,0 0-24-15,0 0-26 0,0 0-40 16,0 0-11-16,-4 9-6 0,5 0-3 16,1 2-5-16,-1 6-2 0,3 2-5 0,2 6-1 15,-3-6-8-15,4 7-22 0,-3-2-41 0,0-4-37 0,6 6-47 0,-6-8-59 0,0-1-57 0,1 1-81 16,3-1-117-16,-7-7-278 0,4 0-769 16,0-8 340-16</inkml:trace>
  <inkml:trace contextRef="#ctx0" brushRef="#br0" timeOffset="65174.48">8161 6036 84 0,'0'0'259'0,"-6"0"-14"0,6 0-5 16,0 0-19-16,0 0-17 0,0 0-10 15,0 0-22-15,0 0-18 0,0 0-17 0,0 0-13 0,0 0-10 16,20-5-13-16,-10 6-14 0,3-1 1 0,1 1-15 15,3 2-3-15,-1-1-6 0,4 2-2 16,-3 2-5-16,-4-1-6 0,2 4-2 0,1 0-8 16,-2 1-7-16,-3 3 0 0,-2-2-8 0,0 0-3 15,-1 6 1-15,-3 2-5 0,-2 6-1 16,-6-2-5-16,-2 2-6 0,-2-1 2 0,-6 2-4 0,-2-4 0 0,-5 1 2 0,2-2-2 16,-1-3 2-16,-1-1-3 0,-1 2-1 0,6-8-1 15,-2 1 3-15,3 0 3 0,5-6 18 0,-1 3 2 16,1-4-5-16,5 1-3 0,-2-3 2 15,3 0 10-15,-1 1 7 0,-1-1 4 0,5-3 21 16,-1 2-13-16,1-2 6 0,5 6 7 16,3-6-4-16,3 1-5 0,8-1-3 0,-1 1 9 15,4-2-25-15,9 1 3 0,-2-1 1 0,-1 1-5 16,2 1-8-16,-9-2-2 0,1 1 1 0,-3-1-15 16,0-1-22-16,-6 2-29 0,1 0-27 15,-5 0-28-15,0 0-26 0,-2 0-33 0,-7 0-47 0,11-3-60 0,-9 2-262 0,0-3-566 0,-2 4 250 16</inkml:trace>
  <inkml:trace contextRef="#ctx0" brushRef="#br0" timeOffset="65594.42">8904 6153 286 0,'2'-3'412'0,"-2"3"-32"0,5-2-31 0,-5 2-30 0,0 0-27 0,4-3-30 16,-4 3-40-16,0 0-25 0,0 0-25 15,0 0-28-15,0 0-3 0,-1 14-13 0,-2-8-7 16,-2 3-14-16,-1 8-16 0,-1-3-1 0,-2 2-14 16,-1 2-6-16,-3-2-10 0,4 2 2 0,-2-2-8 15,-2-2-1-15,4 0-7 0,2-4-10 16,1-3-5-16,2 0 0 0,-1-3-2 0,3 0 18 15,-2 0-14-15,3-2 4 0,-3 1 34 0,4-3 41 16,-3 4 26-16,3-4 22 0,0 0-4 16,0 0-19-16,0 0-10 0,0 0-17 0,8-18-9 15,-3 10-12-15,0-1-10 0,2-1-9 0,-1 2-6 0,-1 1-9 0,0-2-7 0,-1 5-5 16,1-2-6-16,-1 3-5 0,1 1-7 16,-1-1-7-16,-3 1-3 0,-1 2-7 0,0 0-2 0,17 4-18 15,-12-1-1-15,3 0-3 0,-1 4-11 16,2-2-9-16,2 4-18 0,-4-1-28 15,2 1-22-15,3 1-54 0,-2 0-51 16,-3-2-53-16,1 1-60 0,1 0-72 0,-3-4-338 16,-1-1-793-16,-1-1 351 0</inkml:trace>
  <inkml:trace contextRef="#ctx0" brushRef="#br0" timeOffset="66118.17">8634 6178 208 0,'-17'0'332'15,"2"-1"-18"-15,5 1-11 0,1 0-13 0,1 1-14 0,2 0-14 16,6-1-20-16,-11 0-10 0,11 0-17 16,-7 0-18-16,7 0-18 0,0 0-21 0,-8 0-13 0,8 0-10 15,0 0-22-15,-6 2-1 0,6-2-10 0,0 0-9 16,0 0-4-16,0 0-20 0,0 0-3 15,0 0-1-15,0 0-9 0,0 0-3 0,0 0-9 16,0 0-4-16,0 0-5 0,0 0-4 0,0 0-1 0,0 0-9 0,0 0 2 0,0 0-6 16,0 0 3-16,0 0-1 0,0 0-7 15,0 0-2-15,0 0-15 0,0 0 17 0,0 0-5 16,0 0 6-16,0 0-4 0,0 0-2 0,0 0 3 16,-4 1-5-16,4-1 5 0,0 0-3 0,0 0-2 0,0 0-2 15,0 0 8-15,0 0-6 0,0 0-7 0,0 0 4 16,0 0-2-1,0 0 6-15,0 0-1 0,0 0 0 0,0 0-4 16,0 0-2-16,0 0 14 0,0 0-26 0,0 0 17 16,0 0-2-16,0 0-7 0,0 0 11 0,0 0-6 15,0 0 12-15,0 0 3 0,25 0-14 0,-6-1 6 16,12-2-1-16,1-1 2 0,4 1-3 0,18-2-1 16,-3-1 3-16,5 3-1 0,0-1 8 0,3 0 0 15,-8 2 3-15,4-2-4 0,-4 1 4 0,-15 3-5 0,1-3 2 0,-5 2-3 16,-13-2-16-16,0 2 1 0,-5 0 16 0,-4 1 2 15,2-1-2-15,-7 1 11 0,0 0-5 0,-5 0 2 16,12 0 5-16,-12 0-19 0,6-2-32 0,-6 2 12 16,0 0-55-16,3-1-57 0,-3 1-64 0,0 0-77 15,0 0-117-15,0 0-276 0,0 0-715 0,-21-4 316 16</inkml:trace>
  <inkml:trace contextRef="#ctx0" brushRef="#br0" timeOffset="68611.22">10641 6183 167 0,'0'-6'342'16,"0"0"-3"-16,0 1 12 0,0-1-24 15,0 0-13-15,0 2-18 0,0 1-11 16,0 3-20-16,0-6-27 0,0 6-28 0,0-5-23 16,0 5-23-16,0 0-20 0,0 0-20 0,0-4-23 15,0 4-25-15,0 0-7 0,0 0-18 0,0 17 6 16,0-7-9-16,-2 2-4 0,1 5-6 0,1-1 0 16,-3 1-3-16,3 1-6 0,-1 4-2 15,1-3-3-15,0 0-2 0,-3-1-7 0,3 1 5 0,0-2-2 0,-1-5-4 0,2-1-18 16,-2 0-11-16,-2-3-16 0,2 0-17 0,1-1-14 15,0-3-15-15,-1 0 1 0,1 3-3 0,0-4 7 16,0-3-18-16,0 0-59 0,0 0-53 0,-11-12-44 16,9 2-36-16,-3-1-226 0,1-9-550 0,0-5 244 15</inkml:trace>
  <inkml:trace contextRef="#ctx0" brushRef="#br0" timeOffset="68736.77">10571 5964 278 0,'-3'-13'307'0,"2"3"-2"15,-1 0-6-15,0 0-7 0,1 4-16 0,1 0-23 0,0 1-24 16,0 1-28-16,0-1-6 0,0 1-29 16,0 4-56-16,-3-5-41 0,3 5-27 0,0 0-29 15,0 0-10-15,0 0-43 0,13 2-44 0,-7 2-57 0,5 1-55 0,-6 1-234 16,1-4-466-16,2 5 207 0</inkml:trace>
  <inkml:trace contextRef="#ctx0" brushRef="#br0" timeOffset="69213.13">11115 6060 148 0,'0'0'346'0,"0"0"-17"0,0 0-21 16,0 0-20-16,0 0-26 0,0 0-27 15,0 0-23-15,0 0-22 0,0 0-17 0,0 0-18 0,0 0-18 16,0 0-23-16,0 0-16 0,0 0-14 16,-2 5-14-16,-2-3 3 0,-3 7-12 0,-3-1-5 15,0 4-3-15,-3 2-6 0,-2 1-6 0,5-4-7 0,-4 3-3 0,2 1-2 0,-1-3 0 16,5 2-4-16,1-1-4 0,-2 0-9 0,7-1-7 15,0 1 3-15,2-2 0 0,0 2 0 0,4-1-4 16,5 2-1-16,4-2 5 0,2-1 0 16,3 0 3-16,0-1-7 0,1-1 3 0,8 0-3 15,-3 2 1-15,-3-5-4 0,-3 2 4 0,0 1-5 16,-2-2-2-16,-6-2-13 0,0 0-9 16,-4 0-3-16,0-2 3 0,-5 2 5 0,-1-1 9 15,-4 2 1-15,-2-1-1 0,-12 2 2 16,-1 0 4-16,-7 0-2 0,-3-2 4 0,0 1-1 15,-1-4-9-15,-2 2-24 0,2 1-36 0,0-3-53 16,0-1-66-16,9-2-100 0,2-1-186 0,8-3-517 16,2-1 229-16</inkml:trace>
  <inkml:trace contextRef="#ctx0" brushRef="#br0" timeOffset="70332.7">12814 6041 245 0,'-7'-3'256'0,"-2"1"-22"15,-1-1-19-15,0 2-22 0,-2 2-17 0,-7 2-20 0,1-1-16 0,2 3-10 0,-2 5-14 16,-9 2-13-16,9 0-11 0,0-2-7 0,-3 8-8 16,5-7-7-16,2 4-10 0,4-3-17 15,1 2-16-15,2-2-7 0,5-4-6 0,-2 3-2 16,4-1-1-16,5-1 1 0,4-3-2 0,-1 1-3 16,2-5-5-16,13-2-2 0,5 2-9 15,-1-6-1-15,2-4-7 0,-2 1 0 0,0-2 1 16,-3-3 0-16,-2-1 1 0,1-1 5 15,-6 0 9-15,-3 1 6 0,1-3 8 0,-2 1 3 0,-2 3 6 0,1-3 10 0,-6 1 10 16,1 4 9-16,-2-2 15 0,2 4 8 0,-4 4 4 16,-1-1-7-16,1 0-9 0,0 0-18 15,-1 3-17-15,-2 2-8 0,0 0-2 0,0 0-3 16,0 17 0-16,-4-7 2 0,3 9-8 0,-2 9-3 0,1 2 2 16,-1 4 0-16,3 2 4 0,-3 12-4 15,1-2 1-15,4 3-1 0,1-3 1 0,-3-11-1 16,3 0 2-16,1-1 0 0,-3-4 1 0,2 2-5 15,-1-5 3-15,-2-1-2 0,1-5 4 16,-2-4 1-16,-3-4-6 0,2 0-1 0,-2-4-1 16,-4 0 3-16,-1 2-2 0,0-6 3 15,-5-1 1-15,-2 0-1 0,-6-3 2 0,2-2 2 16,-1-2 3-16,-6-5 3 0,-1 2 0 0,0-5-3 0,4-1 1 0,-2-2 0 0,6-1-1 0,-2-2 2 16,9 1 4-16,-6-5-3 0,10-2 3 15,0-1-21-15,8-1-10 0,1-1-10 0,10 1-2 16,3 1-1-16,6 0 3 0,4 2-3 15,8-2 2-15,13-2 3 0,4 4 1 0,2 4-1 16,2-5 2-16,0 6-1 0,0 4 7 0,0-2 0 16,-15 9 0-16,5-4 1 0,-5 5 0 0,0-3 1 15,-5 0 3-15,-1 2 1 0,-3-1-3 16,-8 6 5-16,0-2 1 0,-6 0 10 0,-3 1 13 16,-2 0 15-16,-1 1 16 0,-1-1 4 0,-1 2 7 15,-6 0 3-15,7 0-4 0,-7 0-2 0,0 0-4 0,10 0-5 0,-10 0-13 0,0 0-3 16,5 0-6-16,-5 0-13 0,3 7 3 0,-3-2-2 15,0 0-5-15,-4 4-2 0,0 0 3 16,2 2 6-16,-1 2-12 0,0-2 2 0,1 1-2 16,1 2 3-16,0-3-3 0,1 3 0 0,0-3-2 15,-2-1-3-15,1 1 6 0,1-2-5 16,0-2 2-16,0-1-1 0,0 0 5 0,-2-2-8 16,2 0 2-16,0 0 13 0,0-4-15 15,0 4 2-15,0-4 6 0,0 0-1 0,-2 5 4 0,2-5 5 16,0 0-15-16,0 0-25 0,0 0-36 15,0 0-56-15,-7-18-49 0,3 8-54 0,0-2-82 16,-4-5-227-16,2-3-568 0,-1-4 251 0</inkml:trace>
  <inkml:trace contextRef="#ctx0" brushRef="#br0" timeOffset="70491">13331 5929 244 0,'1'-3'378'0,"-1"-2"-4"16,2 1 0-16,-2 4-19 0,0-4-12 15,1 0-43-15,-1 4-27 0,1-4-25 0,-1 4-30 16,0 0-19-16,0 0-25 0,0-5-46 16,0 5-39-16,0 0-53 0,0 0-40 0,0 0-23 15,0 0-35-15,0 0-31 0,14 8-36 0,-12-6-37 16,3 2-51-16,-1 2-48 0,-2-1-197 0,-1-1-500 0,1 1 221 0</inkml:trace>
  <inkml:trace contextRef="#ctx0" brushRef="#br0" timeOffset="70877.6">13569 6053 123 0,'6'0'377'0,"-6"0"-13"0,0 0-25 16,0 0-39-16,0 0-32 0,4 1-26 15,-4-1-25-15,3 3-27 0,0 0-25 0,-3 1-14 0,4 2-21 0,-3 0-16 0,3-1-9 0,0 7-8 31,1-2-13-31,3 7-5 0,-2-1-6 0,2 1-4 0,-3 1-9 0,3-1-9 0,-3 3 2 16,1-1-4-16,-1 0-2 0,-1-4-6 0,5 2-10 16,-6-4-1-16,1-2-1 0,-2-2-3 0,1-1-3 15,-2-3-3-15,0 0 2 0,2 0 4 16,-2-1 21-16,2-1 41 0,-2 0 42 0,-1-3 33 16,1 4 32-16,-1-4 25 0,0 0-18 15,0 0-22-15,9-10-15 0,-5 0-19 0,5 1-14 16,-4-3-17-16,5-2-9 0,0-4-11 0,5-4-13 15,-4-2-10-15,2 8-11 0,0-6-12 0,-1 5-11 16,-3 0-21-16,-1 2-15 0,-2 5-38 16,3 0-39-16,2-2-45 0,-4 1-49 0,3 5-56 15,3-3-36-15,-1 4-34 0,3 3-41 0,4-4-46 0,-6 2-352 0,0 2-795 0,1 1 352 16</inkml:trace>
  <inkml:trace contextRef="#ctx0" brushRef="#br0" timeOffset="71495.07">14067 6227 1 0,'-5'2'351'0,"1"-2"-5"15,0 3-6-15,4-3-11 0,0 0-14 0,-5 2-10 16,5-2-10-16,0 0-33 0,-2 3-22 16,2-3-28-16,0 0-30 0,0 0-19 0,0 0-36 0,19 0-34 0,-8-3-25 0,10-2-28 0,-2 3-24 15,3-3-14-15,4 0-11 0,5-2-3 16,-3 0-1-16,-3-1-4 0,-4 1-4 0,-2-2 1 15,2 1 3-15,-6-2-2 0,-2-1 0 16,1 1 2-16,0-2 2 0,-2-2 1 0,-3-1 8 16,-3 7 3-16,-1-4 13 0,-4 0 9 0,2 2 12 15,-3-1-2-15,0 1-3 0,-3 2 0 0,0 0 0 16,-4 0-8-16,-2 3 5 0,-1 2-10 16,0 1 2-16,-1-1 1 0,-6 4-6 0,0 1-7 15,-1 3 3-15,-1-2 1 0,1 3-3 16,0 3-4-16,1 2 0 0,2-2 4 0,2 4-4 0,1 0 0 0,0 2-15 0,3-2-11 0,2 2-2 15,5-2 3-15,4 0 2 0,3-1 2 0,5 2 0 16,3-1 4-16,3-1 3 0,2-3 0 16,13 1-3-16,-2-3-5 0,7 1-4 0,-5-4-3 15,1-4-1-15,-3-2 4 0,0 0 1 0,-3-3 2 16,-6-3 10-16,2 0 13 0,0 0 32 0,-7-2 15 16,3-2 10-16,0-5 12 0,-1 3 19 15,-5 1 13-15,1-3 15 0,-1 1 28 0,-1 4 22 16,-5 0 22-16,1 4 14 0,-3 2 1 0,-2 0-6 15,2 0-8-15,0 3-25 0,-3-1-19 0,3 1-17 16,-4-3-19-16,0 5-16 0,5-2-22 0,-5 2-35 16,1-5-33-16,-1 5-36 0,0 0-25 0,0 0 7 15,0 0 4-15,4 10 7 0,-4-3-15 0,0-1-6 16,2 5-2-16,-2-2 4 0,0 0-9 0,2 0 0 16,-2-1 1-16,1-2 2 0,2-1 2 0,-2 1-4 0,1-3 23 0,0 0 4 15,2-1 9-15,6-1 0 0,0-1 15 0,2-1-4 16,7 1 5-16,0-3-4 0,-1 1 0 0,1 2 3 15,-1-2-1-15,1 2-3 0,2-1 2 0,-3 4 4 16,2 0-8-16,-1-1-1 0,-2 4-21 0,1 0-26 16,-3 0-36-16,4 0-48 0,-8 4-56 0,0-3-87 15,-2 1-336 1,0-1-684-16,-1-2 302 0</inkml:trace>
  <inkml:trace contextRef="#ctx0" brushRef="#br0" timeOffset="72680.2">16592 6132 191 0,'-6'1'234'0,"6"-1"-21"0,0 0-8 0,0 0-9 16,-7 0-17-16,7 0-15 0,0 0-15 0,0 0-18 0,0 0-8 0,0 0-11 15,0 0-5-15,0 0-11 0,0 0-6 0,26-6-9 16,-16 2-6-16,4-1-11 0,-1 0 1 16,2 0 6-16,-1-6 6 0,4 5-3 0,-1-6 13 0,-2 0-2 15,1-1 10-15,3-5-4 0,1 1 2 0,-4-5-1 16,0 2-5-16,-2-4-7 0,-2-2-8 0,0 2-1 16,0-4-3-16,-2 1-5 0,-1-1 2 0,-4 2 6 0,-1-1 0 0,1 1 4 15,-5 1 3-15,0 7 9 0,0 1 5 0,0 0-7 16,0 5-5-16,0 2 9 0,-1 0-8 0,-2 5-6 15,3-1-9-15,0-1-9 0,-1 3-18 16,1 2-22-16,0 2-40 0,-4-4-11 0,4 4 10 16,0 0 5-16,-14 13-8 0,5-3 5 0,0 9 5 0,0 3-8 15,-5 5-12 1,4-1 0-16,2 3-6 0,0 0-2 0,2 3 4 16,3-2 1-16,3-2 7 0,1 2 0 15,4-2 2-15,4-2 6 0,-2-1 4 0,4-3 3 16,3 2 5-16,-1-12 1 0,-1 2 4 0,-2-1 4 0,3-4 1 0,-3 0 11 15,1-3 8-15,-2 0 14 0,-2-3 22 0,1-2 29 16,-3 1 6-16,2-2 1 0,-7 0 1 0,12-3 1 16,-9-5-16-16,1 2-3 0,-2-1-8 0,0-1-4 0,-1 0-8 15,-4-1-7-15,3 0-6 0,-1 0-8 0,-3 1-9 16,-1-2-9-16,0 5-10 0,-1-1-29 0,-3 0-17 16,-2 0-27-16,1 2-23 0,-3 0-32 0,2 3-27 15,-2 0-39-15,4 1-50 0,-1 1-47 0,4-1-69 16,0 1-240-16,6-1-647 0,0 0 287 0</inkml:trace>
  <inkml:trace contextRef="#ctx0" brushRef="#br0" timeOffset="73227.14">17143 5886 92 0,'1'-3'361'0,"-1"-1"-5"16,0 0-21-16,0 4-30 0,0 0-45 0,3-4-21 0,-3 4-31 15,0 0-36-15,1-4-31 0,-1 4-14 0,0 0-14 0,1 9-12 16,3-2-14-16,0 1-7 0,1 1-25 0,0-1-24 16,1 4-9-16,2-3-16 0,-1 3-6 0,0-4-5 15,3 3-4-15,1-5-3 0,-2 3 0 0,2-4 2 16,-4-2-2-16,2 1 4 0,1-1 2 0,-3-3-3 16,1 0 4-16,2-2 11 0,0-1 7 0,2-2 14 0,-5 0 12 15,4-2 11-15,-2-1 16 0,-3-3-6 0,3 3 9 16,0-4 13-16,-1 4 23 0,-2 0 0 0,3-1 10 15,-4 1 13-15,-1 3 3 0,-1 0-3 0,2 2-14 0,-4-1-12 16,3 1-21-16,-1 1-6 0,-3 2-25 16,3-3-37-16,-3 3-8 0,0 0 1 0,5 11-14 15,-2-2 13-15,-2 5-3 16,2 6-2-16,-3 2-1 0,0 11-5 0,-3 1 13 16,-2 14-2-16,-5 1-6 0,-3-3 6 0,-1 0-4 15,0 0 6-15,-4-2 1 0,5-10 5 0,0-2-5 16,-1-3-9-16,4-1 7 0,-4-6 2 0,5-6-4 15,3-5-4-15,-2-2 13 0,3 0 2 0,1-4 36 16,0 0 39-16,1-3 5 0,-3-2-11 0,6 0-2 16,-7-11 4-16,2-2 1 0,3-2-5 0,2-6-9 0,7-8-12 0,6-2-10 15,8-13-13-15,9-4-5 0,4 1-17 0,3-1-9 16,19-22-3-16,-18 27-3 0,-1-1-2 16,-3 4 8-16,-6 13 14 0,-1 6 17 0,-4-2 23 0,-3 7 13 15,-4 5 15-15,-7 4-2 0,-2-1-10 0,0 4-9 16,-3 0-10-16,1 0-5 0,-1 2-27 0,1-1-31 15,-5 3-40 1,2-4-49-16,-2 4-4 0,0 0-1 0,-7 13-14 0,0-5-44 16,-2 2-60-16,-5 2-66 0,-5 5-85 15,4-5-430-15,-1 0-863 0,0-7 382 0</inkml:trace>
  <inkml:trace contextRef="#ctx0" brushRef="#br0" timeOffset="74976.3">4923 8427 80 0,'0'-9'202'0,"0"3"-5"0,0-1-6 15,-3-1-4-15,2 1-3 16,1-1-1-16,0 4-7 0,-4-1-2 0,3 0-9 16,1-2-13-16,0 7-16 0,0-5-13 0,0 5-15 15,0-7-13-15,-4 5-21 0,4 2-22 0,0 0-2 16,0 0-12-16,-6 16-3 0,-3 0-2 0,1 12-8 16,-3 6 2-16,-2 19-4 0,1 3-3 0,1 3-5 15,-4 24-1-15,7-24-1 0,-6 1 0 0,5-4 0 16,4 2-5-16,-5-1 1 0,7-1 7 0,1-1 13 0,-5-6-2 0,3-3-1 15,4-16 0-15,-1-1-1 0,0-2 1 0,1-11 2 16,0 1-7-16,-3-5-3 0,3-4-3 0,0-1 6 16,-1-2 5-16,2 0 31 0,-1 1 27 0,0-3 22 15,0-3 13-15,-1 3-19 0,1-3-12 0,0 0-10 16,-18-5-14-16,9-2-22 0,-5 2-8 0,-1-5-13 16,-2 3-3-1,-5-7-16-15,-2 1-10 0,-2 0 13 0,6 2-18 16,-2 0-4-16,2 4 6 0,1 1-3 0,-1 3 0 0,1 2 0 15,-1 2 0-15,2-1-4 0,-1 3-4 16,2-3-6-16,2 2-14 0,-1 3-20 0,4 1-23 16,2-1-28-16,-3 0-36 0,5 1-34 0,3-1-51 15,-3-1-249-15,6-2-523 0,-2 1 231 0</inkml:trace>
  <inkml:trace contextRef="#ctx0" brushRef="#br0" timeOffset="75330.92">4519 9026 180 0,'-9'1'232'16,"3"1"-14"-16,0-2-11 0,0 1-18 0,6-1-15 15,-9 2-19-15,9-2-11 16,-5 2-13-16,2 0-13 0,3-2-5 0,0 0-14 16,0 0-7-16,16 3-7 0,-3-1-11 0,7-4-7 15,14 1-6-15,4-3 0 0,0 0-9 0,15-4-7 16,4 0-3-16,-3 1-4 0,-1-1-5 0,-16 3-10 16,1-1-3-16,0 3-7 0,-6 0-7 0,-5 2-2 15,-8-2-2-15,-1 3-10 0,-7 0-7 0,0 0-11 16,-3 0 3-16,-3 0-7 0,-5 0 4 0,4 4 1 0,-4-4 6 0,-6 5-10 15,-3 1-8-15,1-2-18 0,-2 1-28 0,0 0-14 16,-3-2-37-16,3 1-212 0,-4-1-373 0,4-1 165 16</inkml:trace>
  <inkml:trace contextRef="#ctx0" brushRef="#br0" timeOffset="75847.32">5433 8874 2 0,'0'0'262'15,"0"0"-25"-15,9-5-28 0,-4 5-21 0,1-2-19 16,1 0-16-16,0 2-18 0,4 2-15 0,0 0-11 15,2 1-13-15,0 0-9 0,1 4-9 0,1 2-5 16,-1 1-9-16,-4 0-8 0,0-1-6 0,2 3-5 16,-3 5-1-16,-4-2-7 0,0 2-3 0,-1-1-2 0,-4 3-1 0,0-1 0 15,-8-1 1-15,2 0-5 0,1 2 3 0,-7-4 0 16,2 1 5-16,-1-2 1 0,-1-2 10 0,1-3 6 16,3-2 10-16,2 0 13 0,0-2 18 0,1-1 31 15,-1-1 20-15,2-2-3 0,4-1-3 0,-8-5-12 16,6 2-17-16,1-3-3 0,1-6-21 0,1 2-3 15,1-6-8-15,5 2-11 16,3-6-10-16,0 4 2 0,1-1-12 0,1 0-4 16,1 2-5-16,1 0-2 0,-1 4-4 0,-4 2-6 15,1 0-3-15,-1 2-4 0,0-2 1 0,-1 4 0 16,-1-1-11-16,1 4-8 0,-3-1 2 0,3-1-4 16,-2 4-3-16,-6 0 2 0,13 3-1 0,-5-1-3 15,2 2-4-15,0 3 0 0,-1-2-3 0,1 3 2 16,-2 0-5-16,1 3-7 0,-3-3-17 0,4 3-19 0,-2-1-10 15,1 0-26-15,-5 0-24 0,2 0-29 0,1 2-34 16,-4-3-48-16,0-1-72 0,-2-3-195 0,-1-1-542 0,0-4 240 16</inkml:trace>
  <inkml:trace contextRef="#ctx0" brushRef="#br0" timeOffset="76079.39">6000 8770 273 0,'4'-2'357'0,"-4"2"-47"0,5-3-34 0,-5 3-32 15,4-1-28-15,-4 1-22 0,9 4-20 0,1 0-23 0,0 4-7 16,3 1-9-16,5 1-15 0,4 7-15 0,-4 3-6 0,2 1-9 16,0 1-7-16,-4 0-3 0,-1 3-11 0,-2 2-11 15,-4 1-2-15,-1-2-13 0,-6 3-6 0,-4-2-15 16,-6 2-13-16,-1 2-8 0,-5-1-14 0,-4-3-21 15,-5-1-33-15,-8-4-41 0,-2-1-38 0,4-2-67 16,-7-4-249-16,-14-1-499 0,12-8 222 0</inkml:trace>
  <inkml:trace contextRef="#ctx0" brushRef="#br0" timeOffset="76387.14">5581 8631 166 0,'-8'0'169'0,"2"1"-12"0,-3 6-15 15,-5 3-16-15,0 6-12 0,-3 4-10 0,-2 9-7 16,1 4-8-16,-4 11-4 0,1 5 3 0,-2-1 2 0,0-1-5 15,6-1 2-15,8-11 2 0,-1 12-4 0,6-13 7 16,2 0 0-16,6-3-5 0,2-1-2 0,4-2-5 0,3-1-4 16,6-5-5-16,4-3-4 0,4-3-7 0,7-4-15 15,3-6-31-15,13 1-36 0,9-7-53 16,0-3-59-16,2-2-252 0,2-6-417 0,0 0 185 16</inkml:trace>
  <inkml:trace contextRef="#ctx0" brushRef="#br0" timeOffset="76650.69">6807 8966 178 0,'-4'3'390'0,"4"-3"-26"0,-5 4-22 16,2-2-32-1,-1-1-8-15,4-1-17 0,0 0-35 0,0 0-28 16,-5 2-24-16,5-2-35 0,0 0-31 0,0 0-30 0,27-8-38 16,-9 4-42-16,2 2-52 0,-1-4-74 15,-1 1-74-15,1 1-89 0,-2-1-191 0,-3 0-496 16,-2-2 220-16</inkml:trace>
  <inkml:trace contextRef="#ctx0" brushRef="#br0" timeOffset="76788.64">6851 9068 183 0,'-4'4'242'0,"1"0"3"16,-1-2-7-16,1 1-16 0,3-3-12 0,0 0-19 16,0 0-12-16,15 1-25 0,3-3-2 0,13-5-28 15,6 2-54-15,12-7-70 0,3 0-87 0,-1-2-268 16,-15 0-382-16,10-5 169 15</inkml:trace>
  <inkml:trace contextRef="#ctx0" brushRef="#br0" timeOffset="77583.53">8547 8609 108 0,'-4'-6'272'0,"2"1"-17"16,-1 0-14-16,0 2-24 0,1-3-15 16,-2 2-21-16,1 0-19 0,-2 0-15 0,0 1-15 15,-2 2-18-15,-1-2-8 0,-2 3-13 0,-3 4-11 16,-1 3-11-16,-5 3-3 0,-7 5-8 16,3 4-10-16,-3 2-6 0,2 2-1 0,0-2-7 15,5 5-3-15,-3-1-5 0,3 3-3 0,1-5 1 0,7 4-4 0,-1-5 12 0,8-3 2 16,-1-3-3-1,5-3-1-15,-4-1-1 0,8 0 6 0,1-5 6 0,-1 3-2 0,1-5 4 0,8-3 0 16,1 1 0-16,4-3-4 0,4-3 3 16,-2-2-6-16,6-4 8 0,-6 1-1 0,3-5-3 15,-4 4 5-15,-2-5-4 0,-2 2 6 16,3-1 1-16,-4-1 4 0,2 3 9 0,-4-2-2 16,-3 5 1-16,-1 2 9 0,-1 0-2 0,-1 2-12 15,-3-1-9-15,3 4-4 0,-4-2-13 0,2 1-13 16,-4 2-24-16,4-1-11 0,-4 1 5 0,0 0-7 15,10 7-5-15,-5-2-10 0,2 5-29 16,0-4-25-16,3 5-32 0,2-1-41 0,0 1-59 0,4-2-75 0,-6-1-239 0,3-3-579 16,-3 0 256-16</inkml:trace>
  <inkml:trace contextRef="#ctx0" brushRef="#br0" timeOffset="77923.88">8961 8724 287 0,'0'0'373'0,"-4"-4"-28"15,2 1-16-15,2 3-33 0,-2-4-32 0,2 4-27 0,0 0-41 0,0 0-14 0,0 0-23 0,-10 8-16 16,5-3-10-16,1 4-16 0,-1 2-11 16,0 1-10-16,1 2-15 0,0-1-16 0,2-1-14 15,-1 0-5-15,3-1-13 0,0 0 1 16,5-2-3-16,-5-1-8 0,4-2 5 0,0 0-3 15,1-3 5-15,1 1-4 0,6-4-3 0,-1 0-5 16,3-3 3-16,-2-1-7 0,0 1 3 16,1-4 3-16,-2 1 5 0,-1-3 12 0,-2 2-2 15,-2-5-6-15,-1 4 4 0,-1-3-7 0,-1 0 3 16,-1 1-9-16,-4-1-1 0,0 2-14 0,-3 0-7 16,0 2-17-16,-3 1-16 0,-4-1-25 0,-4 4-33 0,-4 3-36 0,-10 1-50 0,4 3-71 15,-6-2-307-15,-2 3-604 0,5 1 268 16</inkml:trace>
  <inkml:trace contextRef="#ctx0" brushRef="#br0" timeOffset="78418.45">8069 9302 194 0,'-27'8'262'0,"4"-3"-14"16,5-1-12-16,3 1-10 0,2-3-14 16,3 3-11-16,1-4-11 0,3 0-12 0,0 0-13 15,0 1-1-15,6-2-11 0,-6 0-12 16,6 0 1-16,-7 2-22 0,7-2-10 0,0 0-6 16,-5 1-3-16,5-1-15 0,0 0-5 0,0 0-6 15,0 0-7-15,0 0 0 0,0 0 0 16,-6 0-1-16,6 0-10 0,0 0-7 0,0 0-2 15,0 0-5-15,0 0-7 0,0 0 0 0,0 0-3 0,0 0 0 0,-3 2 0 0,3-2-10 16,0 0 2-16,0 0 14 0,0 0-23 0,0 0-5 16,0 0 18-16,-3 2-17 0,3-2-4 15,0 0 2-15,0 0 0 0,0 0-3 0,0 0 0 16,0 0 14-16,0 0-16 0,0 0 0 0,0 0 1 16,0 0-1-16,0 0-4 0,0 0 4 0,0 0 3 15,15 1 16-15,-5-2-6 0,9-3 0 16,9 1 5-16,8-4-2 0,18-3-3 0,4-1-5 15,10 2 2-15,31-8 6 0,-3 3 12 0,7 0 4 16,-6-1-4-16,-5 8-5 0,-27 3 0 16,-1-1-3-16,-5 2 2 0,-9 1-6 0,-16-1-1 0,-1 2-6 0,-11 0 4 0,-3 1-6 15,-5 1 8-15,-2-2-16 0,-6 2-6 0,3-1-21 16,-1 0 8-16,-3 0-2 0,-5 0-6 0,0 0-8 16,0 0-22-16,-13 7-20 0,1-5-25 15,-6 3-27-15,-2 2-34 0,-5 1-35 0,-2-2-48 16,8-2-60-16,-9 2-268 0,1-1-617 15,4-1 273-15</inkml:trace>
  <inkml:trace contextRef="#ctx0" brushRef="#br0" timeOffset="78904.98">8414 9518 32 0,'-3'3'279'0,"2"-1"-25"15,1-2-23-15,-5 4-27 0,5-4-20 16,-3 3-17-16,3-3-15 0,0 0-14 0,3 5-10 16,-3-5-12-16,5 3-11 0,-1-1-9 0,0 1-11 15,0-2-6-15,2 2-4 0,-1 1-14 0,0 0-6 0,2 1-6 0,-1-1-5 0,-1 1-4 16,-1 2-7-16,1-1 5 0,-1 2-11 0,-4 4-3 15,4 0 1-15,-4-2-6 0,-4 7 0 0,-1 2-2 16,-3-2 5-16,-3 5-6 0,-5 2 2 16,6-7 2-16,-4 5 3 0,1-3 5 0,-1-5 1 15,3-1 3-15,-2-1 2 0,5-4-3 16,3-1-5-16,-4 1 7 0,6-4 10 0,0 0 8 16,-1 0 7-16,3 0 7 0,1-4 10 0,0 2 3 15,0-2 0-15,20 0-10 0,-2-4-1 0,8 1-11 16,4-4-10-16,2 3-4 0,6-2 2 15,-3 1-3-15,1 1-9 0,1-3-2 0,0 4-4 16,1 0-4-16,-2-2 2 0,1 4-5 0,-6-2-4 0,-4 3 2 0,-7 0-5 0,-6 0-4 16,-1 0 5-16,-3 0-4 0,-2 0-5 0,-3 0 6 15,-5 0-2-15,9 0-5 0,-9 0-6 0,0 0 0 16,0 0 7-16,0 0-18 0,0 0-19 0,0 0-30 16,0 0-36-16,-26 2-52 0,15-4-66 15,-2 2-96-15,2-5-231 0,0 0-588 0,2-2 260 16</inkml:trace>
  <inkml:trace contextRef="#ctx0" brushRef="#br0" timeOffset="79810.67">10057 9225 112 0,'-18'2'205'0,"4"1"3"16,-1-3-5-16,1 1-2 0,5 0-1 0,-1 2-3 0,1-3-6 15,1 1-6 1,3 1-12-16,5-2-5 0,-9 0-2 0,4 1 5 16,5-1-6-16,-5 1-8 0,5-1-11 0,0 0-7 15,0 0-12-15,0 0-3 0,0 0-7 0,0 0 2 16,-6 2-9-16,6-2 0 0,0 0-8 0,0 0-5 0,0 0-6 15,0 0-4-15,0 0-2 0,0 0-15 16,0 0 2-16,0 0-11 0,0 0-11 0,0 0 1 16,-7-6-10-16,7 6-6 0,0 0 1 0,0 0-1 0,0 0-8 0,0 0-4 15,0 0 11-15,0 0-10 0,0 0-9 0,0 0 0 16,0 0-2-16,0 0 3 0,0 0-5 0,0 0-2 16,0 0-5-16,0 0 3 0,0 0-2 0,0 0 2 0,0 0 3 15,0 0-8-15,0 0 0 0,0 0-1 0,0 0 4 16,0 0-7-16,0 0 1 0,0 0 4 15,0 0-7-15,0 0 2 16,0 0 2-16,0 0 3 0,0 0 0 0,0 0-1 16,0 0 3-16,28-1 1 0,-10-2-11 0,13-2 4 15,0 0 3-15,4-2 0 0,4 1 0 0,14-4-1 16,-3 4 2-16,2-1-2 0,-2-5 1 0,-11 7-3 16,-1 0 7-16,-2-2-6 0,-5 3-4 0,-3-1-16 0,-9 2 0 15,-6 0-26-15,-1-1-19 0,-3 3-21 16,-2 0-25-16,-1-2-50 0,-6 3-47 0,0 0-40 0,0 0-36 0,-13-5-31 15,0 2-234-15,-3 2-595 0,-1-2 263 0</inkml:trace>
  <inkml:trace contextRef="#ctx0" brushRef="#br0" timeOffset="80026.22">10139 9019 231 0,'0'-6'363'0,"-4"1"17"0,4 0 0 0,0 1 8 15,-4 0-3-15,4 4-15 0,-1-7-20 0,1 5-33 16,0 2-30-16,0 0-43 0,-4-3-27 0,4 3-45 16,0 0-24-16,0 0-15 0,-5 17-14 0,4 0-12 15,-3 7-13-15,-2 3-10 16,1 2-18-16,2 7-50 0,2-2-41 0,-2-2-53 16,3 4-49-16,0-3-59 0,1 1-93 0,1-4-414 15,-2-11-751-15,0-2 332 0</inkml:trace>
  <inkml:trace contextRef="#ctx0" brushRef="#br0" timeOffset="82014.6">11410 8690 50 0,'-5'-2'200'0,"0"1"1"0,5 1-1 0,-7-2-7 16,3 0-9-16,4 2-9 0,0 0-7 0,-7-2-9 15,7 2-11-15,0 0-6 0,-3-3-3 0,3 3-12 16,0 0-9-16,0 0-15 0,0 0-9 0,0 0-8 0,0 0-10 16,18-5-8-16,-1-2-5 0,11 5-3 0,7-4-13 15,2-1-2-15,14-2-11 0,0-1-11 16,3 2-17-16,0-2-10 0,-14 5-20 0,-3-1-25 0,-3 1-29 0,-4 0-27 0,-3 2-41 16,-6-1-37-16,-7 3-204 0,-4-2-419 15,-3 1 185-15</inkml:trace>
  <inkml:trace contextRef="#ctx0" brushRef="#br0" timeOffset="82477.95">11501 8649 18 0,'-5'2'215'0,"-5"0"-19"0,5-1-17 0,-2 2-21 15,1-1-18-15,2 0-15 0,0 1-10 0,-1-1-19 16,4 6-4-16,-2-3-10 0,3 1-8 0,3 4-1 15,1-1 0-15,1 1-8 16,4 3-7-16,1 1 2 0,4 1-7 0,4-1-5 16,2-2-4-16,5 3-1 0,0-1-9 0,0-4 2 15,2 2-5-15,2-1 0 0,-1 0-5 0,0-4-3 16,-1 0-11-16,-8-2-5 0,-2 1-12 0,-1 0-1 16,-4-2 5-16,-2-1-7 0,0 1 0 0,-1 0 4 15,-2-1-3-15,-4 2 3 0,1 0-1 0,-4 0 5 16,-4 6 3-16,-5 3-3 0,-1 3-1 0,-8 3 3 0,-2 6 0 0,-3 3 3 15,-10 10 7-15,-2 1 3 0,-1 5 5 0,3 1 7 16,-4-1 8-16,3-1 4 0,2 0 11 0,-3-2-1 16,7-2 6-16,5-8 1 0,4-3-2 0,2-5-1 15,2 2 3-15,1-3-5 0,4-6 2 0,2-2-3 16,2-3 1-16,0-4 6 0,3 1 4 0,0-3 2 16,0 0 6-16,1-1 3 15,0-1 15-15,0 0-11 0,1-2 3 0,1-2 0 16,-3 6-3-16,3-6-7 0,-1 4-1 0,1-4-19 15,0 0 1-15,0 0-2 0,0 0-17 16,0 0-20-16,0 0-25 0,0 0-31 0,0 0-32 0,0 0-36 16,15-4-38-16,-10 1-46 0,3 0-60 0,1-3-258 15,3 2-557-15,0-5 247 0</inkml:trace>
  <inkml:trace contextRef="#ctx0" brushRef="#br0" timeOffset="82816.35">11363 9682 204 0,'-19'5'279'0,"1"-2"-25"0,4 0-13 0,0-2-13 0,5 2-18 16,3-1-15-16,-2-2-23 0,3 5-13 0,1-4-12 15,-1 0-9-15,5-1-17 0,0 0-9 16,0 0-7-16,0 0-12 0,18 4-9 0,1-5-3 15,17-4-8-15,5 0-12 16,16-1-4-16,3-4-6 0,2 2-8 0,26-7-2 16,-23 5-3-16,-1-1-2 0,1 1 4 0,0 2-7 15,-6 2-1-15,-5-2-2 0,-17 6-6 0,-5 1 1 16,-3 0-4-16,-10 0 2 0,-6-1-7 0,0 1-2 16,-2 0 2-16,-4 2-2 0,-1-2-3 0,2 1-2 0,-8 0-2 15,7 0-4-15,-7 0-1 0,0 0-12 16,0 0-19-16,0 0-24 0,0 0-39 0,-20 2-49 0,20-2-55 0,-17-1-83 15,7-3-179-15,5 2-495 0,0-1 220 0</inkml:trace>
  <inkml:trace contextRef="#ctx0" brushRef="#br0" timeOffset="83587.66">13077 8893 267 0,'-2'-12'301'15,"0"0"-11"-15,-2 0-8 0,-1 1-17 0,0 0-19 16,2 2-28-16,-2-1-15 0,-1 3-21 0,-3-1-20 0,0 4-17 0,3-2-15 15,-6 5-20-15,-3 1-11 0,-6 4-10 0,3 1-15 16,-6 7-6-16,-4 1-9 0,3 3-7 0,-1 2 0 16,4 1-10-16,-1 5-3 0,0-2-5 0,5 2 1 15,-1-1-6-15,3 5-4 0,3-2-1 0,1-2-4 16,3 1-6-16,6-5-2 0,0 1 0 0,2-7-7 16,3 3 2-16,2-5-4 15,1 0 8-15,4-1 0 0,-1-2 1 0,3-4-1 16,3-2 1-16,3-2-1 0,2-2 1 0,-1-2 4 15,1-3 4-15,-1-5-1 0,0 1 1 0,5-5 0 16,-8-1 6-16,6 0-2 0,-1-5 4 0,-1 0-3 16,-2-1 14-16,-1 2-9 0,1-3 6 0,-4 9 9 15,-3 0 6-15,-3 4 16 0,-1 0 1 0,0 6 0 16,-2-4-9-16,0 4-14 0,-1 2 3 0,-1-2-20 0,2 0-20 0,-4 4-13 16,5 0-7-16,-5 0 1 0,8 8 8 0,-5-2-15 15,1 6 13-15,0-1-8 0,3 5 13 0,4-1-6 16,-2 3-7-16,4 3-26 0,2 1-24 0,1-1-27 15,-4-4-25-15,5 2-34 0,-3-4-44 0,-4-2-54 16,4 1-85-16,-5-7-194 0,0-1-568 0,-1-3 251 16</inkml:trace>
  <inkml:trace contextRef="#ctx0" brushRef="#br0" timeOffset="83934.58">13399 9014 101 0,'1'-6'425'0,"-1"6"-31"0,0 0-22 16,3-1-45-16,-3 1-34 0,0 0-39 0,0 0-27 15,0 0-27-15,0 0-26 0,0 0-7 0,0 0-24 16,0 0-18-16,-3 17-2 0,-1-10-22 0,3 4-8 16,1 0-11-16,-4 1-6 0,0 4-9 0,3 0-10 15,1 1 6-15,-4 0-20 0,4-6-7 0,0-1-12 16,0-2 0-16,-2-1 3 15,2-2-5-15,-2 0 2 0,1-1 17 0,1-4 17 16,0 5 31-16,0-5 9 0,0 0-4 0,0 0-2 16,14-9-11-16,-6 3-2 0,-1-5 0 0,1 4-5 15,5-4 2-15,-3 1-12 0,-2 1-4 0,-2 2-7 16,1 1-3-16,-1 2-12 0,-1-1-1 0,-1 1-13 16,-3 4-7-16,3-3-18 0,-4 3-24 0,10 0-16 15,-2 5-12-15,0 0-15 0,-2 6-23 0,4-2-33 0,3 5-39 0,-3 3-54 16,4 5-65-16,-4-5-95 0,2-2-261 0,-2-2-691 15,-3-4 305-15</inkml:trace>
  <inkml:trace contextRef="#ctx0" brushRef="#br0" timeOffset="86092.54">14218 8838 192 0,'0'0'207'0,"0"0"-15"16,0 0-15-16,-3-3-17 0,3 3-13 0,0 0-17 0,0 0-12 0,0 0-13 16,0 0-11-16,0 0-17 0,-1-4-3 15,1 4-8-15,0 0-8 0,0 0 0 0,0 0-15 16,0 0 2-16,0 0-4 0,0 0-9 15,10 0 0-15,-10 0-3 0,9-3-5 16,-4 3 0-16,3-3-3 0,0-1-2 0,1 2-2 0,2-2 0 0,2 0 0 0,0-1-3 16,-3 0 0-16,5-2-3 0,-2 0-3 15,0 1 5-15,-3-2-5 0,-1 0 11 16,0 1 15-16,-3 0 0 0,1-1 10 16,-2 3 8-16,-1-2 0 0,-2 1 6 0,2 2 4 0,-1-2-3 0,-3 2-8 0,0 4-9 15,-3-6-8-15,-2 5-2 0,5 1-3 16,-13-1-8-16,-5 3-1 0,7 0-5 0,-11 4 2 15,4 3-5-15,-5 3 0 0,-4 1-1 16,3 1-4-16,2 5-2 0,-3-2 4 0,3 1-6 0,2 2 0 16,2 0-1-16,4-3 1 0,1 3 0 0,5-1 2 15,-2 5-5-15,6-7 6 0,4 1-12 16,3 2 3-16,3-2-4 0,8 3 5 0,2-6-5 16,10 1 2-16,4-1-1 0,6-5 3 0,19-2 2 0,1-2-1 0,2-6-1 15,4-2-2-15,-1-1-1 0,3-5-2 0,-1 2-5 16,-5-3-4-16,0-1-6 15,-7-3-1-15,-17 4-5 0,0-4 1 16,-5 0 7-16,-6 2 2 0,-5-1-1 0,-4 3 6 0,-5-2 9 0,0 2 12 0,-3 0 13 16,-2 1 3-16,-4 0 1 0,0 2-4 0,-4-2-1 15,-2 1 2-15,0 3-3 0,-6-1 1 16,-2 5-5-16,-3-3 0 0,-2 3-3 16,1 3 0-16,-10 2-3 0,3 3 0 15,-1 1 1-15,6 0-3 0,3 1-2 0,-1 1 1 0,4 1-5 0,4-1 1 16,2-2-2-16,3 1-2 0,5 2 4 0,0-2-3 15,8-1 2-15,3-1 0 0,7 2 1 16,13-3 0-16,0-2 0 0,3-2 2 0,-1-2-4 0,4-3-1 0,-2-2 1 16,-6 1-3-16,0-4-5 0,-3 1 4 0,-5 1 2 15,-4-3 0-15,-2 0 2 0,1-2-1 16,-7 1-1-16,0 0-3 0,-4 0-1 16,0-1-2-16,-5-1-5 0,0-4 1 0,-4 5 1 0,3-1 3 0,-6-2-3 15,0 4 3-15,-2-1-1 0,-1 3 2 0,-2-2-6 16,-3 3-3-16,2 1-10 0,0 1-9 15,-2 2-12-15,4 2-13 0,-5 0-24 16,4 0-26-16,1 1-18 0,4 0-50 0,-1 1-184 16,4 0-393-16,4-2 174 0</inkml:trace>
  <inkml:trace contextRef="#ctx0" brushRef="#br0" timeOffset="86554.34">15491 8775 169 0,'0'0'245'0,"-2"-5"-20"15,2 5-20-15,0 0-16 0,0 0-25 0,0 0-18 16,0 0-12-16,0 0-16 0,0 0-15 0,0 0-7 0,0 0-17 0,0 0-3 16,-11 6-6-16,6-1-1 0,-5-1-15 15,1 2 7-15,-3 2-11 0,-2 1-3 0,0 1-8 16,0 3-3-16,0-1 0 0,-3-1-8 16,3 2-3-16,0 0 1 0,5-1-6 0,-2 2-1 15,-1-2-1-15,5 0-6 0,1 0 4 0,3-2 1 0,1 3-1 16,0 0-1-16,4-5 1 0,2 5 2 0,4-2-2 15,3 1-2-15,3 0 1 16,4-2-4-16,0-1 2 0,5-2 0 0,4 2-4 0,-8-2 2 0,0-2-2 0,0 0-4 16,-6 1 1-16,-1-1-12 0,-1-3-6 15,-2 2-14-15,-4-1-6 0,2 0-8 16,-2 2 6-16,-5-4 1 0,0-1 9 16,-5 6 2-16,-7-2 4 0,-2 3 3 0,-4-2-1 0,-1 3 0 0,0-1 4 0,-3-5-8 15,-1 4-19-15,-5-1-33 0,6-1-38 16,-6-4-50-16,0 2-186 0,6-4-374 15,2 0 166-15</inkml:trace>
  <inkml:trace contextRef="#ctx0" brushRef="#br0" timeOffset="87024.58">15787 8831 129 0,'0'0'322'0,"0"-6"-26"0,0 6-26 16,0 0-25-16,0-5-28 0,0 5-22 0,0 0-21 0,0 0-24 0,0 0-12 16,0 0-20-16,0 0-15 0,0 0-11 15,0 16-7-15,0-8-6 0,0 2-13 16,0 0-5-16,-2 3-7 0,0 4-6 0,-2 0-4 15,3 0-3-15,-3 2-9 0,-1-1-1 0,4 0-1 0,-2-1-3 0,2-1 3 16,-1-3-4-16,2-1-1 0,-3-2-1 16,2-1 0-16,1-4-2 0,0 2 1 0,0-2 1 15,0 0 11-15,-2-2 18 0,2-3 23 16,2 7 29-16,-2-7 33 0,2 1-21 0,-2-1-9 0,9-7-10 0,0 3 3 16,-2-5-17-16,0 1 10 0,3-1-20 15,3-5-9-15,-1 2-5 0,-1 1-7 0,-2 2-1 0,0 2-6 16,-1-1 7-16,-2 3-17 0,-1 0-2 15,-1 2-6-15,0 2-5 0,-1-2-7 0,-3 3-17 0,7-5-16 16,-3 3-3-16,-4 2-1 0,8 5-7 16,-4-3 2-16,-1 5-3 0,1-2 11 0,4 3 0 15,-3 1-7-15,1 0-11 0,-1 1-32 16,1 2-24-16,1-2-26 0,-2 0-32 0,0 0-35 0,1-1-46 0,-1-1-59 16,-4-3-281-16,4-1-617 0,0-1 273 15</inkml:trace>
  <inkml:trace contextRef="#ctx0" brushRef="#br0" timeOffset="87722.4">16242 8828 98 0,'0'0'296'0,"-4"-7"-16"0,4 7-25 16,0 0-24-16,0 0-24 0,0 0-23 0,0 0-19 15,13-3-16-15,-13 3-14 0,15 1-17 0,-3 1-12 0,-1 5-13 0,2-3-9 16,5 4-9-16,-3 1-8 0,1-1-3 15,-2 4-2-15,-3 0-13 0,1 1-5 16,-5 2-4-16,1-2-3 0,-2 2-7 0,-2 1-1 16,-4 1-2-16,0 0-2 0,-4-1-4 0,-4 3 0 0,0-5-5 0,-1 1-2 15,-1-1 2-15,-2-1 1 0,2-1 5 0,-2-3-1 16,3-1 3-16,2 0-1 0,-3-4 3 16,5 1 5-16,-2-1 7 0,2-1 11 15,1 1 15-15,0-4 37 0,4 0 25 0,-6 2 7 0,6-2-12 0,0 0-22 16,4-13-9-16,1 4-11 0,1-2-3 0,3-4-13 15,5 1-5-15,2-8-9 0,3-1-7 16,0 0-3-16,3-3-10 0,-1-1-8 16,2 4-4-16,-2-2 3 0,-1-1-9 0,-2 4 4 0,-5 7 0 0,-1 3 6 0,-4 0 16 15,-3 7-4-15,1-5 2 0,-3 5-7 16,1 3-3-16,-1-5-12 0,-1 4-26 16,-2 3-24-16,0 0 0 0,0 0 3 0,-3 14 5 0,-3-1-1 0,-4 4 1 15,-4 7 8-15,0 0 0 0,4 1 2 16,-3 1 6-16,8-2 1 0,1 4 4 15,4-3 3-15,5 0-5 0,4 2 10 16,9-6-2-16,5 1-9 0,5-1-34 0,5-7-49 0,17 2-89 16,5-9-122-16,-1-3-328 0,5-3-684 15,-6-6 304-15</inkml:trace>
  <inkml:trace contextRef="#ctx0" brushRef="#br0" timeOffset="100231.04">11433 10205 106 0,'-1'-6'268'0,"1"0"-13"0,-2 1-17 16,2-2-11-16,-3 2-13 16,2 2-8-16,1-2-10 0,0 5-20 0,0-7-10 15,0 5-19-15,0 2-17 0,0 0-13 0,0 0-13 16,-1-5-19-16,1 5-20 0,0 0-9 0,0 0-12 15,0 0-3-15,-3 14-8 0,-1-1 10 0,2 1-15 16,-4 5-6-16,3 6-2 0,-4 1 3 0,1 1-4 16,-2-2-2-16,3 1-2 0,0 0 7 0,0-1-11 15,0-6 0-15,1-2-1 0,1 0-1 0,1-2-2 0,-1-4 0 0,2 0 3 16,1-5 6-16,-1 1 1 0,-1-1 4 0,2-2 8 16,-1 1 19-16,2-2 20 0,-1-3 23 0,2 4 15 15,-2-4-18-15,9-8-9 0,-3 2-9 0,4-5-7 16,6-2 4-16,1-7-11 0,0-2-3 0,2-2-5 15,3 0-13-15,-4 0 2 0,1 2 15 16,1 1-15-16,-5 7-4 0,-3 1 1 16,-4 4-7-16,0 0-4 0,-2 2-8 0,-1 3-1 15,0-2-14-15,-2 4-15 0,1 2 0 0,-4 0-3 16,9 2-4-16,-3 6 2 0,0 1-2 0,1 1-4 0,-1 0 6 0,-1 5-3 0,3 1 5 16,2 1 7-16,-5 1 1 0,3-2-5 0,-2 2 9 15,2-2 7-15,-3 2-6 0,0-4 2 0,-1-1-6 16,0-4-18-16,1 0-15 0,0 1-11 15,-4-5 1-15,3 3-16 0,0-2-5 0,-1-2-5 16,-1 0-10-16,1 0-1 0,1-1-12 16,-3-1-18-16,-1-2-36 0,10-2-45 0,-10 2-43 0,9-7-212 15,-5 2-494-15,1-3 219 0</inkml:trace>
  <inkml:trace contextRef="#ctx0" brushRef="#br0" timeOffset="100416.29">12076 10270 126 0,'0'0'353'0,"0"0"-25"0,0 0-23 0,0 0-25 16,0 0-25-16,0 0-27 0,13-3-28 16,-8-1-30-16,8 1-22 0,-3-3-35 15,12-2-30-15,-2 3-43 0,6-3-48 0,3 2-65 16,-10 1-61-16,3 0-81 0,-4-1-152 0,-5 2-397 15,0-1 176-15</inkml:trace>
  <inkml:trace contextRef="#ctx0" brushRef="#br0" timeOffset="100586.84">12147 10382 173 0,'-7'7'207'0,"2"-5"-24"0,1 3-12 0,-1-1-3 15,0-1-11-15,5-1-3 0,0-2-5 0,4 5-12 16,-4-5-11-16,18 0-11 0,-2-5-11 15,10-1-13-15,5 0-19 0,-1-2-28 0,1-1-35 0,2 0-45 16,-5 2-40-16,8-2-47 16,-8-2-182-16,0-1-329 0,-1 3 146 0</inkml:trace>
  <inkml:trace contextRef="#ctx0" brushRef="#br0" timeOffset="100772.33">12756 10164 84 0,'0'0'341'0,"0"-5"-9"15,0 5-16-15,0-5-7 0,0 5-12 0,0-5-18 16,0 5-26-16,0 0-30 0,0 0-17 0,-4-5-36 16,4 5-21-16,0 0-21 0,0 0-7 0,-7 17-17 15,5-4-12-15,-3 6-10 0,0-2-8 16,1 4-22-16,0 6-21 0,3-2-14 0,2 3-28 16,2-1-34-16,0-3-50 0,4 3-67 0,-2-11-94 15,-3-3-260-15,1-2-558 0,0-2 248 0</inkml:trace>
  <inkml:trace contextRef="#ctx0" brushRef="#br0" timeOffset="102369.71">11928 8214 123 0,'0'0'196'0,"0"0"-14"0,0 0-11 0,-4-10-21 16,4 10-12-16,0 0-18 0,0 0-9 0,0 0-12 0,0 0-7 0,0 0-16 16,0 0-3-16,0 0-6 0,0 0-13 0,0 0 0 15,0 0-1-15,0 0 0 0,0 0 7 0,0 0 7 0,0 0 1 16,0 0 8-16,0 0 0 0,0 0-8 0,0 0-5 16,0-5-5-16,0 5-5 0,-1-4-9 15,-2 0 2-15,3-1-4 0,-1-2-2 0,1 2-3 16,0-5-4-16,0-1-2 0,0-2-7 0,-1 2 2 15,2-6 3-15,-1 1 2 0,0-1-2 16,0 2 2-16,0 0 4 0,0 1 5 16,0 2 3-16,-1 0 1 0,-3 1 3 0,4 1-3 0,0 3-1 15,-1 2-2-15,-2-1-5 0,2 1-6 0,-2 1-13 16,-2 1-2-16,0 1-15 0,-11 6-1 0,-4 1 2 0,-9 8 1 0,-6 1 0 0,-12 7-3 16,2 6-1-16,-2 1-3 0,0-2 2 15,-2 4 1-15,2 0-3 0,5-1 3 0,-4-1-6 16,4 1 4-16,10-7-1 0,0-1 4 0,1 1-4 15,3-4 3-15,5-1 0 0,5-6 1 16,2 0 2-16,5-2-2 0,1-3 21 16,2 2 17-16,2-3 17 0,1-2 38 0,1-1 8 0,-2-2 0 0,6 0-1 0,-8-9-11 15,7-1-9-15,-2 0-13 0,4-2-2 16,2-7-10-16,2 0-8 0,-1-6 7 0,5 1-15 16,-4 6-2-16,0 0-2 0,0 3 2 15,-1 3 7-15,-3 1-3 0,4-2-6 0,-3 8-8 16,0 0-7-16,0-2-7 0,0 6-18 0,1-2-9 0,-3 3-8 0,10 7 5 15,1-1-7-15,2 2-2 16,10 9 2-16,0 3-1 0,6-1 10 16,1 4-1-16,11 5 1 0,-12-7 15 0,4-3-26 0,16 10-19 0,-4-6-31 15,-13-7-36-15,0-3-53 0,2-2-72 0,3-5-367 16,0-1-653-16,-2-4 290 0</inkml:trace>
  <inkml:trace contextRef="#ctx0" brushRef="#br0" timeOffset="103840.58">17911 9056 126 0,'0'0'186'0,"-5"2"-20"0,5-2-10 0,-7 1-11 16,7-1-16-16,0 0-10 0,0 0-15 15,0 0-9-15,0 0-11 0,-7 0-8 0,7 0-10 0,0 0-4 16,0 0-7-16,0 0-5 0,0 0-3 0,0 0 5 0,0 0 1 16,0 0 9-16,0 0 2 15,0 0 0-15,0 0-1 0,0 0-2 0,0 0-1 16,0 0-3-16,0 0-5 0,0 0-5 0,0 0-5 0,0 0-6 0,0 0-5 15,0 0-3-15,0 0-6 0,0 0 4 16,-8-3-6-16,8 3-3 0,0 0-3 0,0 0 3 0,0 0-4 16,0 0-4-16,0 0-2 0,0 0-9 15,0 0 0-15,0 0-1 0,0 0-2 0,0 0 1 0,0 0 2 16,22-2 2-16,-9-1-3 16,8-1-6-16,6-2 3 0,5 1 2 0,1-2-1 0,3 2 1 0,2-2-7 15,12-3 7-15,-13 3-2 0,3 1 1 0,-3-1 4 16,-3 2-6-16,-3 1-14 0,-8 2-15 15,-5-3-20-15,1 4-24 0,-10 0-17 0,1 0-23 0,-1-1-16 16,-5 1-45-16,-4 1-115 0,0 0-320 16,0 0 142-16</inkml:trace>
  <inkml:trace contextRef="#ctx0" brushRef="#br0" timeOffset="104056.64">18124 8884 76 0,'-2'-5'351'15,"-1"0"-7"-15,2 2-19 0,1-3-29 0,0 6-27 0,-1-5-38 16,1 5-23-16,-3-3-43 0,3 3-31 0,0 0-25 16,0 0-11-16,-9 22-15 0,4-4-5 0,-1 10-7 0,0 4-21 15,0-2-11-15,2 7-21 0,1 8-22 16,1 1-28-16,4-11-45 0,2-1-70 0,2-3-97 0,-4-2-164 15,-1-8-440-15,1-8 196 0</inkml:trace>
  <inkml:trace contextRef="#ctx0" brushRef="#br0" timeOffset="104994.39">19679 8439 204 0,'0'0'221'16,"-7"0"-13"-16,7 0-13 0,0 0-17 0,-3-3-19 0,3 3-12 0,0 0-18 15,0 0-13-15,13-5-11 16,2 1-8-16,3 1-9 0,9-1-12 0,5-2-7 0,5 2-3 16,1-2-12-16,13-3-4 0,-11 4-13 0,-3 0-20 0,-1 2-32 15,-3-1-28-15,-5 0-31 0,-7 1-36 16,-6 2-43-16,-5 0-151 0,-3 0-329 0,-4-2 146 16</inkml:trace>
  <inkml:trace contextRef="#ctx0" brushRef="#br0" timeOffset="105552.27">19659 8511 65 0,'-6'0'250'0,"6"0"-29"0,-4 3-24 15,4-3-19-15,0 0-21 0,0 0-16 0,10 9-14 0,0-3-14 16,0 5-15-16,3 2-14 15,5 6-7-15,1 1-6 0,0 3-7 0,2 4-6 16,-3 2-4-16,-2 3-6 0,1 0-7 0,-4 1-3 0,-1 1-3 0,0 13-5 16,-7-14-3-16,-1 3-4 15,-3-3-10-15,-2 2 3 0,-2 0-6 0,-4 0-2 0,-4-1 0 0,0-3 2 16,-2 1-1-16,-2-5-1 0,1-1-2 0,-4-4 4 16,3-3 1-16,1-2 5 15,2-5 4-15,-1 2 0 0,1-2-2 0,3-4 0 0,2-1-1 16,0-2-2-16,1 2-1 0,3-3 2 15,1-3-4-15,-2 3-1 0,3-3 6 0,-3 2-8 0,4-3 4 0,-5 4-5 16,5-4 0-16,-2 4 2 16,2-4-3-16,0 0-3 0,-5 3 2 0,5-3 0 0,0 0 2 0,0 0-1 15,0 0-2-15,-2 3 2 0,2-3 0 16,0 0-2-16,0 0 0 0,0 0 2 0,0 0-4 0,-1 4 3 16,1-4-2-16,0 0-1 0,0 0-2 15,0 0 1-15,0 0 1 0,0 0 10 0,0 0 1 0,0 0 1 16,0 0 8-16,0 0-3 0,24-4 3 0,-13 2-2 15,18-4-1-15,-1 1-3 0,11-4 0 0,10-3-3 16,6 4-3-16,1-6 3 0,3 4-7 16,6-4 5-16,-1 3 11 0,-4 2 1 0,0 0 0 0,-4 4-8 15,-4 5-1-15,-18-4 0 0,-3 1-2 0,-11-2-2 0,-1 3 0 16,-3 2-11-16,-5 0-10 0,-2-2-4 0,1 2-4 16,-6 0 0-16,-4 0-4 15,0 0-5-15,0 0-13 0,0 0-19 0,0 0-21 0,-19-5-24 0,10 2-16 16,-4-1-24-16,3-1-41 0,0 0-181 15,1-2-397-15,3-2 175 0</inkml:trace>
  <inkml:trace contextRef="#ctx0" brushRef="#br0" timeOffset="106218.02">20891 8954 199 0,'-3'3'196'0,"3"-3"-5"0,0 0-5 16,0 0-9-16,0 0-6 0,0 0-2 15,0 0-20-15,0 0-7 0,0 0-12 16,0 0-11-16,13-8-8 0,-4 6-10 0,-1-5-3 0,1-1 1 0,-1 2-2 16,1-2 0-16,4-4-7 15,1 0 2-15,-3 0-1 0,1-3-2 0,1-2-10 16,2-2-5-16,1-8-12 0,0 3-1 0,-3-3-2 0,4-1-7 0,-5-1-2 15,3-2-7-15,-1 1-1 0,-3-4-6 0,2 2-1 16,-7 0-2-16,1 3 13 0,0 1-11 0,0 4 4 0,-4 4 4 16,1 4 13-16,-4 4 2 15,0 4 4-15,4-2-2 0,-4 3-7 0,0 2-8 0,0 0-2 16,0 0-14-16,0-2-16 0,-2 4-17 16,2 3-16-16,0 0 6 0,0 0-3 0,-21 20 0 0,7-1 4 15,-2 8 1-15,0 0 3 16,1 7-3-16,-3 12-14 0,-1-1 3 0,6 1 0 0,-1 1 0 0,6-11-4 15,3-2-2-15,1-3 4 0,7 2 2 0,-2-1 12 0,4-4-9 16,3-3 4-16,2-3 2 16,3-6 10-16,-1-3-1 0,4 0 8 0,-2-1 5 0,5-7 1 15,2-1 9-15,1 1-2 0,-1-5 3 16,-2 0 10-16,-1-2 7 0,-4-3 6 0,-1 2 10 0,1-1-2 16,-5-4 4-16,3-1-4 0,-2 1-4 15,-3-1 1-15,-1-2-16 0,-1 2-6 0,-4-3-18 0,-1 0-3 16,-1 0-14-16,-4-4-11 0,-3 2-3 0,-2 1-11 15,-3 0-16-15,-5 4-5 0,0-1-22 0,-5 5-7 0,2 1-17 16,1 0-19-16,-3 3-19 0,3 1-24 16,4 0-26-16,3 0-39 0,1 0-248 0,4 1-515 0,3-1 229 15</inkml:trace>
  <inkml:trace contextRef="#ctx0" brushRef="#br0" timeOffset="106606.39">21458 8782 231 0,'0'0'316'0,"0"0"-25"0,0 0-26 16,5-1-28-16,-5 1-26 0,0 0-24 16,0 0-22-16,4 4-17 0,-4-4-14 0,0 6-16 0,0 0-12 15,1 0-9-15,2 6-12 16,-3-1-7-16,1 1-10 0,-1 0-4 0,0 0-6 0,0 0-5 0,-1 0-5 0,1-2-4 15,0-3-5-15,1 0-1 16,-2-2-5-16,1-1 14 0,0 2 17 0,0-3 32 0,0-3 30 16,1 4 25-16,-1-4-13 0,0 0-11 0,0 0-15 15,22-14-11-15,-13 6-7 0,6-1-9 16,-1-2-7-16,0 0-8 0,2 1-16 0,-1-1-3 16,-4 5-1-16,0-1-3 0,-2 2-4 0,-2 1-8 0,-2 0-2 15,1 3-15-15,1-4-2 0,-2 5-7 0,0-1-5 16,-5 1-2-16,17 3-10 0,-11 1 0 15,3 2-7-15,3 0-7 0,-1 2-8 0,2 2-25 0,1 2-26 16,0-4-22-16,3 3-23 0,-2-1-27 16,0 0-29-16,0-3-44 0,1 0-48 0,-6-2-307 0,3-2-628 0,-3-3 278 15</inkml:trace>
  <inkml:trace contextRef="#ctx0" brushRef="#br0" timeOffset="107107.18">22425 8290 79 0,'0'-4'282'16,"0"4"-19"-16,2-4-26 0,-2 4-23 0,0 0-24 0,0 0-24 16,-3-3-19-16,3 3-16 0,0 0-13 0,-11 7-10 15,2 0-13-15,-3 3-10 0,-4 1-8 0,-5 6-7 0,-1-1-10 16,-1 2-3-16,0 2-4 0,-1 0-8 0,4 1-2 16,-3 0-5-16,1 2-4 0,5-1-1 15,5-6 0-15,0 2-11 0,4-1 2 0,-2 0-4 16,8 0-4-16,-2 0 0 0,1 0-6 0,7 0 4 0,0-4-1 0,6 3 0 15,2 0 1-15,-1-4-1 0,11 5-1 0,-6-5-4 16,6 1 0-16,3 0 0 0,-1 0-3 0,-4-3 0 16,-6-1 3-16,4 1-8 0,-5 2 4 15,-4-5-3-15,1 1 0 0,-5 1-1 0,-1-1-1 0,-3-1 0 16,-2 3 5-16,-3-1 1 0,-5-1-3 0,-5 3 0 16,-4-3 5-1,-6 4-1-15,-5-4-3 0,0 1 4 0,1-2-3 16,0-2-1-16,0 2 1 0,0-3-1 0,0 0-1 0,5-3 3 15,6 2-16-15,3-2-1 0,3 2-10 0,3-3-21 16,3-1-30-16,5 1-35 0,-3-5-32 0,3 5-11 16,17-7 1-16,2 0 0 0,9-1 0 15,4 2-18-15,-1-2-127 0,1 0-321 0,4-1 142 16</inkml:trace>
  <inkml:trace contextRef="#ctx0" brushRef="#br0" timeOffset="107307.9">22451 8831 178 0,'24'-7'116'0,"-3"-1"17"0,-4 3 7 15,0-4 19-15,-4 4 14 0,-3-3 17 0,-1 1 9 16,1 3 20-16,-1 1 11 0,-5-2 14 0,5 3 10 0,-5-1-5 15,1 1-2-15,-1-2-8 0,-2 3-9 0,-2 1-23 16,4-5-27-16,-1 3-24 0,-3 2-7 16,0 0-28-16,5 0-15 0,-5 0-16 0,0 0-39 0,0 0-14 0,0 0-10 15,5 7-4-15,-4-2-3 0,-1 2 2 0,2 1-6 16,-2 1-6-16,0 3-6 0,0 0-20 0,0-2-10 16,0 4-16-16,-2-4-11 0,2 2-14 0,-1 0-16 15,0-4-17-15,0 3-19 0,-1-3-18 0,0-1-27 16,-1 0-26-16,-1-2-5 0,0-2-40 0,-1-3-264 15,5 0-540-15,-14-5 238 16</inkml:trace>
  <inkml:trace contextRef="#ctx0" brushRef="#br0" timeOffset="107452.42">22588 8552 131 0,'2'-10'327'0,"1"-1"-15"15,-1 5-31-15,0-1-6 0,-1 3-39 16,3-2-22-16,-2 4-30 0,0-3-32 0,-2 5-57 0,0-4-30 15,0 4-23-15,0 0-42 0,0 0-37 16,12 9-44-16,-6-4-46 0,-1 2-219 0,-2 0-373 0,1-3 166 16</inkml:trace>
  <inkml:trace contextRef="#ctx0" brushRef="#br0" timeOffset="107804.37">22930 8647 33 0,'0'0'316'16,"5"2"-33"-16,-5-2-34 0,0 0-29 15,5 2-21-15,-5 1-23 0,0-3-18 16,-1 10-17-16,1-3-13 0,-3 0-13 0,2 5-12 0,-4 1-8 0,1-2-11 16,-1 4-8-16,1 2-8 0,2 0-6 15,-1 0-6-15,-1-3-6 0,2-2-7 16,-2-3-2-16,4-3-3 0,-1 4-5 0,0-6-2 15,-1 1 2-15,0-1 9 0,2 0 19 0,0 0 16 0,0-4 26 0,0 0 9 16,2 3-5-16,-2-3-10 0,0 0-16 16,14-10-5-16,-9 7-6 0,6-4-2 0,0 0-15 0,-1 3-2 15,-1-2-9-15,0 2-5 16,0-1 9-16,-1 2-23 0,2-1-4 0,-2 3 2 0,2-1-6 16,-2 0-7-16,-1 2-8 0,1 0 3 0,0 0-17 15,-1 2-17-15,3 1-21 0,1 1-20 0,-4 1-29 0,2 0-35 16,2 0-49-16,-2 2-45 0,-2-3-307 15,3-1-582-15,-2-3 257 0</inkml:trace>
  <inkml:trace contextRef="#ctx0" brushRef="#br0" timeOffset="108237.07">23478 8597 131 0,'4'-3'332'0,"-3"1"-20"0,-1 2-29 16,4-3-24-16,-4 3-31 0,0 0-22 0,3-3-26 15,-3 3-25-15,0 0-15 0,0 0-12 0,0 0-16 0,0 11-9 16,-1-2-12-16,1-1-12 0,-3 6-5 16,-1-5-7-16,0 8-11 0,-1 4-3 0,0-3-5 0,0 1-4 15,-1 5-4-15,-3-4-8 0,1-3-1 0,0 1 0 0,2 2-3 16,-3-3 0-16,1-3-6 0,6-3-5 0,-5-1 3 15,4-1 0-15,1-2 6 0,-2 0-10 16,3-3 14-16,-3-1 27 16,3 2 24-16,1-2 32 0,0-3 34 0,-2 3 31 0,2-3 8 0,0 0-15 0,0 0-13 15,0 0-17-15,12-14-15 16,-7 4-13-16,3-1-14 0,5-1-10 0,-3-1-9 16,2 0-10-16,0-3-5 0,-1 3-9 0,-2 8-3 0,-2-6-10 15,-2 7-1-15,0 0-8 0,1-2-4 16,-3 2-4-16,1 1-9 0,0 2-7 0,0-3-13 0,-4 4-23 0,5-1-7 15,-5 1-11-15,9 5-10 16,-5-4-18-16,1 4-18 0,1 3-27 0,2 0-25 0,-2 3-27 0,1-5-26 16,-1 5-32-16,2-1-32 0,-2-2-44 15,-1 0-62-15,-1-2-220 0,0-2-634 16,-3-1 281-16</inkml:trace>
  <inkml:trace contextRef="#ctx0" brushRef="#br0" timeOffset="108666.23">23855 8636 175 0,'4'-1'322'0,"-1"-4"-35"0,-1 2-18 0,5-2-22 16,-2 3-24-16,0 0-24 15,-1-1-24-15,2 3-6 0,-6 0-31 0,13 5-14 0,-6-2-11 0,2 2-16 16,-1 3-9-16,-1 3-10 0,1 0-9 15,-1 6-13-15,-3 0-5 0,-2-2-6 16,0 3-3-16,-2 1-5 0,-2 0-6 0,-2-1-3 0,1 0-6 16,-5-2-6-16,-3 1-3 0,0-1 4 0,1-4-9 0,0 2 2 15,1-6 2-15,1 0 4 0,-1-1 0 0,4-5 3 16,0 3 12-16,1-3 18 0,0 2 35 16,3-1 41-16,1-3 31 0,0 0 1 0,0 0-14 15,0 0-12-15,0 0-13 0,1-17-11 0,7 7-13 0,1-5 6 0,4 1-21 16,-2-3-15-1,7-3 4-15,-2 1-6 0,-3 4-10 0,-1-1 1 0,-3 7-8 0,0 1 8 16,-5 2 1-16,0-1-8 16,-1 2-3-16,1 0-17 0,-1 2-23 0,-1 0-16 15,3 3-35-15,-5 0-21 0,0 0 16 0,0 0 5 0,0 12-4 0,0-2 8 0,-5 2 7 16,4 2 4-16,-3 4 1 0,4 0 2 16,2 0 5-16,0-1 1 0,6 0-6 15,-1-1-24-15,6-1-42 0,2 0-56 0,6-2-84 0,7 0-141 16,0-6-240-16,2-6-669 0,-1-2 295 15</inkml:trace>
  <inkml:trace contextRef="#ctx0" brushRef="#br0" timeOffset="111331.21">20037 9693 71 0,'-4'-5'214'0,"4"5"-8"0,0-3-14 0,0 3-6 15,0 0-4 1,-1-7-3-16,1 7-11 0,0 0-18 0,0 0-12 0,1-6-15 0,-1 6-12 0,0 0-15 0,0 0-11 15,0 0-18-15,0 0-12 0,0 0-6 16,0 0-7 0,-5 15-11-16,1-5 3 0,-3 4-6 0,-1 3 1 15,-2 7-3-15,-3-2-5 0,3 4-3 0,1-4 1 16,-4 3-3-16,4 1-3 0,1-2 1 0,3-7-3 0,-1 1 2 0,2-1-4 0,-1-7-5 0,2 2 5 16,2-5 7-16,1 0 4 0,-2 0 1 0,0-2 8 15,1-1 20-15,1 1 34 0,0-5 18 0,0 0 3 16,0 0-9-16,14-7-13 15,-4-2-8-15,3-5 1 0,-1-3-2 0,7-1-9 16,0-1 7-16,-2-1-15 0,3-1-4 0,-3 1-6 16,-5 6-6-16,1 0-6 0,-3 6 4 0,-2 0-8 15,-1-1-2-15,0 2-10 0,-1 4 1 0,-2-4-7 16,0 5-21-16,0-1-22 0,-4 3-2 16,5 1 0-16,-5-1 7 0,8 4-11 0,-5 4 3 15,0-3 4-15,2 6 0 0,-2-1 5 0,-1 0 3 0,2 4-2 0,0-2 4 0,1 3 3 16,-1 2-8-16,1 0-5 0,0-1-26 15,-1-6-17-15,1 3-24 0,2-3-20 0,-2-1-28 16,1-1-35-16,2-1-61 0,-3-3-193 0,4-1-471 16,2-1 209-16</inkml:trace>
  <inkml:trace contextRef="#ctx0" brushRef="#br0" timeOffset="111501.21">20543 9847 40 0,'0'0'314'0,"3"-5"-14"0,-3 5-23 0,2-4-20 16,0 1-26-16,-2 3-29 0,2-3-21 0,-2 3-35 15,7-5-31-15,-1 4-28 0,4-3-33 0,-1 2-36 0,1 0-43 0,4 2-43 16,-1-3-43-16,1 3-86 0,-2-2-107 0,-1 2-329 16,-3 0 146-16</inkml:trace>
  <inkml:trace contextRef="#ctx0" brushRef="#br0" timeOffset="111671.24">20544 9959 126 0,'-3'6'175'0,"1"-3"-6"0,0 2-6 0,-1-1-3 16,3-4-2-16,9 3-14 0,0-2-12 0,4-1-11 0,7-1-15 0,10-2-9 0,3-3-24 0,2 2-28 0,1-5-27 16,-2 4-35-16,0 1-28 0,-2-6-35 15,0 5-64-15,-3-5-90 0,-2 5-253 0,-10-2 113 16</inkml:trace>
  <inkml:trace contextRef="#ctx0" brushRef="#br0" timeOffset="111816.34">21089 9784 145 0,'0'-6'297'0,"1"4"-10"0,-1-2-15 0,0 4-23 16,0 0-20-16,1-5-27 0,-1 5-25 0,0 0-19 15,0 0-21-15,0 0-15 0,0 0-13 0,-11 17-8 0,6-5-13 0,0 5-6 16,-3 2-29-16,3 5-24 0,1 6-23 0,-2-2-38 15,3 2-49-15,2 1-63 0,2-6-271 0,2 1-449 16,1-12 199-16</inkml:trace>
  <inkml:trace contextRef="#ctx0" brushRef="#br0" timeOffset="113129.76">20049 7897 47 0,'0'0'220'0,"0"0"-19"16,-3-2-17-16,3 2-15 0,0 0-19 16,0 0-16-16,0 0-14 0,0 0-14 0,-1-5-8 15,1 5-7-15,0 0-7 0,0 0-12 0,4-5-7 16,-4 5-5-16,2-6-5 0,-2 6-5 0,3-5 5 0,-1 1-10 0,0-1 4 0,-1 0 4 0,1 1 4 15,0-4 5-15,0 0-1 0,0-2-7 16,-1 1 3-16,0-2-3 0,4 0-1 0,-5-2-1 16,0 2-4-16,2-1-1 0,-1 2-2 0,1-2-4 15,-2 4-3-15,0 2 0 0,3-1 4 16,-3-2-1-16,1 6-3 0,0-2-8 0,-2 0-6 16,1 5-2-16,0-5-12 0,0 5-5 0,-9 0-3 15,9 0 1-15,-25 13-4 0,2-1 1 16,-6 5 0-16,-14 9 1 0,0 2-2 0,-5 2-2 15,2 3 6-15,-5 0-6 0,0 0 2 16,-3 3 0-16,5 0-1 0,-5-1 10 0,1-3-3 0,6-4 2 0,5 0-1 0,9-11-1 16,3 1 3-16,2-5-2 0,4 1 2 0,6-7 2 15,4 1 8-15,4-3 16 0,1-1 18 0,1-1 39 16,3-1 35-16,-1-2 32 0,6 0-7 0,-12-3-16 16,9-2-12-16,1-4-14 0,2-1-12 0,0-3-18 15,4-4-1-15,3-2-3 0,5-6-31 16,-3 0-8-16,4 0-7 0,-2 1 2 0,-2 10-12 15,4-1 7-15,-5 4-4 0,-3 2-5 16,0 3-11-16,-1 1-5 0,1 1 3 0,3 4-19 16,2 3-3-16,2 3-8 0,4 3 5 0,6 6 1 0,2 2-4 15,6 5 5-15,12 4-4 0,5-3-9 16,-1-1-29-16,1 0-49 0,0-3-67 0,-11-4-63 0,17 2-92 0,-20-8-257 0,0-3-637 16,-5-5 282-16</inkml:trace>
  <inkml:trace contextRef="#ctx0" brushRef="#br0" timeOffset="128065.19">25161 8836 137 0,'0'0'153'0,"0"0"-18"0,0 0-9 0,0 0-24 16,0 0 2-16,0 0-12 0,0 0-15 0,3-4 3 15,-3 4-15-15,0 0-7 0,0 0-2 0,0 0-6 0,0 0-10 16,0 0-3-16,0 0-1 16,0 0-5-16,0 0 0 0,0 0-10 0,0 0 4 0,0 0-3 15,0 0-8-15,0 0 3 0,0 0 0 0,0 0-6 0,0 0 1 16,0 0-2-16,0 0-5 0,0 0 1 15,0 0 5-15,0 0-5 0,0 0-7 0,0 0 5 0,0 0-1 16,0 0-2-16,0 0 4 16,0 0-2-16,0 0 2 0,0 0-7 0,0 0-3 15,0 0 9-15,0 0-18 0,0 0 18 0,0 0 1 16,-17 6-8-16,17-6 10 0,0 0-9 0,0 0 4 0,0 0-10 16,0 0 9-16,0 0 2 0,0 0-3 0,0 0 1 0,0 0 3 0,0 0-12 15,0 0 15-15,0 0-2 0,0 0 0 16,0 0 5-16,0 0-3 0,36-2 7 0,-15 1 2 15,10 1 2-15,3-2 6 16,5 0 0-16,16-1-1 0,-5-1-4 0,-12-1 3 0,3 2 2 0,9 1-3 16,-12-1-3-16,-6-2 3 0,0 1-3 0,-4 1-4 0,-7 1-2 15,-3 2 2-15,-7-3-2 16,1 3-2-16,-5-3-8 0,1 2-3 0,-3 1-1 0,0-1-9 16,-5 1 0-16,7-2 0 0,-7 2 0 15,0 0 5-15,0 0-3 0,0 0-3 0,0 0-9 0,0 0-13 16,0 0-20-16,0 0-24 0,0 0-13 0,-25 2-18 15,22-5-141-15,3 3-269 0,-6-1 119 16</inkml:trace>
  <inkml:trace contextRef="#ctx0" brushRef="#br0" timeOffset="128495.45">25749 8647 137 0,'0'0'120'0,"0"0"-3"0,0 0-18 0,0 0-10 0,0 0-17 15,0 0-4-15,0 0-7 0,0 0-12 16,0 0-1-16,0 0-11 0,0 0 4 0,7 12-4 0,0-7 1 15,-2-1 0-15,4 4-4 16,0 1-5-16,5 1 1 0,0 0-9 0,0 2 4 16,-1 0-1-16,1 0-3 0,-2 0-1 0,0 0-3 0,-1 1-5 15,-4-4-3-15,0 3 5 0,0-2-2 0,-3-1-7 0,-1 4-3 16,-3-4 2-16,0 1 5 0,-4 0-4 0,-5 1-2 16,-1 2 1-16,-3-3 6 0,-4 2-6 15,-2-3-3-15,-4 4-7 0,4-4 13 0,-8 1-7 0,9-1 3 0,-2-1-2 16,-1-2 9-16,3 2-4 0,2-1 0 0,4-4-4 15,-2 3-3-15,4-1 6 0,2-1 0 0,1-2-4 16,2 0-4-16,1 1 6 0,1 0-1 0,2 0-3 0,1-3 1 16,8 3-9-16,3-3-21 0,2 0-34 0,7-3-51 15,2 0-83-15,0 0-215 0,5-2 95 16</inkml:trace>
  <inkml:trace contextRef="#ctx0" brushRef="#br0" timeOffset="129174.4">27188 8508 195 0,'0'-6'195'0,"0"6"0"0,2-3-18 15,-2 3-10-15,3-2-7 0,-3 2-17 16,0 0-8-16,1-7-7 0,-1 7-9 0,0 0-7 0,2-4-11 16,-2 4-15-16,0 0-10 0,0 0-9 0,0 0-10 15,0 0-11-15,0 0-24 0,0 0-15 0,0 0 3 16,0 0-8 0,-3 13-1-16,0-1 2 0,1 5 3 0,-3 1-4 0,1 7-1 15,0 0-1-15,-1 3 2 0,2 2 7 0,0 1-9 16,0-1-3-16,2 1 6 0,-2-2-3 15,1-3-2-15,-1 1 4 0,3-3-2 0,0-7-1 16,-1-2 3-16,2-3 0 0,-1-2-4 0,-1-1 4 0,2 1-2 16,-1-4 4-16,0-1-4 0,3-1 10 0,-3 0 16 15,0-1 10-15,0-3 10 0,0 6 6 0,0-6 8 0,0 4-1 16,0-4 6-16,0 0-11 0,-3 4-4 0,3-4-4 0,0 0 5 16,3 4-12-16,-3-4-4 0,0 0-9 0,0 0-10 15,0 0-17-15,0 0-17 0,0 0-29 16,0 0-64-16,0 0-52 0,0 0-37 0,0 0-194 15,-5-12-426-15,2 8 188 0</inkml:trace>
  <inkml:trace contextRef="#ctx0" brushRef="#br0" timeOffset="129945.06">27015 8265 22 0,'-11'-1'85'0,"-1"0"-9"16,1 2-8-16,0-1-7 0,0 1-2 15,2 2-5-15,-3-1-15 0,0 2-4 0,2-1 2 0,-4 2-4 16,-2 3-5-16,2 1 3 0,-2 0-4 0,-1 3-7 15,2 0 8-15,-3 10 8 0,-1 0 1 16,3-3 3-16,0 5-8 0,0 0-3 0,4 3 4 16,0 0-14-16,-1 2 17 0,3-1-8 0,4 2-5 0,-2 1 6 15,0 1 4-15,3-1-8 0,0-1-4 0,4 0 1 0,1 0 2 16,0-1-9-16,1 0 6 0,-1-2-3 0,4-1 0 16,1-1-2-16,5-2-2 0,-3-3 8 0,2 2 4 15,1-4 2-15,0 0 0 0,5 3 7 0,-3-5 7 16,1 1 3-16,2-3 3 0,7 3-2 0,-7-4 2 15,4 5-1-15,3-2-6 0,-3-4 15 0,4 4 2 16,4-5 4-16,-4 1 7 16,4-3-5-16,-7-2-2 0,8 0-6 0,-5 0-2 15,4-3-5-15,-5 1 1 0,-2-1-1 0,2-3 5 16,-4 2-2-16,4-2 6 0,-3-1 0 0,-2 0 0 16,2-1 5-16,-1-2 1 0,-1 2-3 0,1-4 2 15,0 0-2-15,1-2 0 0,1-3 1 0,-1-1-7 16,4-2-3-16,-7 2 2 0,9-6-7 0,-2 2 3 15,-2-1-7-15,1-1-1 0,1 0-5 0,-4-1-2 0,3 2 8 0,-3-6-12 16,-1 1-5-16,0 3-5 0,-2-5 3 0,-3 1-3 16,1 0-8-16,-3-2 3 0,-2-1-1 0,1-2-1 15,-3-2-11-15,-1 0 8 0,-4 2-3 0,1-3-6 16,-5-1-1-16,-3-3-2 0,-1 1-3 0,-6 0 4 16,-3-9-1-16,-1 9-1 0,-4 2-1 0,-4 2 5 15,-3 2-12-15,-13-3-9 16,-3 2-13-16,-2 6-8 0,-6 2-16 0,1 4-17 15,-10 4-21-15,0 5-31 0,-2 4-34 0,-1 3-43 16,5 7-72-16,0-2-167 0,7 5-477 0,16-4 211 16</inkml:trace>
  <inkml:trace contextRef="#ctx0" brushRef="#br0" timeOffset="135033.4">5567 12170 82 0,'0'-8'147'0,"0"4"-8"0,0-1-4 16,0-2 1-16,0 0-7 0,1 4-2 0,-1-4 1 0,0 1-4 0,-1 2-4 0,2-1 1 15,-2-1 5-15,2 2-4 0,-1 0-5 16,-1-2-10-16,1 2-2 0,0 0-12 15,-2 1-12-15,-1-2-12 0,0 1-7 16,2 1-4-16,-4-2-8 0,0 3-6 0,-2-2-8 16,0 2-5-16,0-1-3 0,-2 2-3 0,-3 0-3 0,0 1-3 0,-1 1-3 0,-3 4-7 15,-3 0-3-15,-2 3-2 16,-2 3 2-16,3-2-4 0,-6 6-5 16,4 1 2-16,1 4-4 0,2-1 2 15,1 5 2-15,-1-1-3 0,4 3 1 0,0-2-5 0,6 3 5 0,3-3-2 0,-3 3 2 16,5-3 3-16,4-3-2 0,0-2-3 0,4-1 7 15,5-1-5-15,-3 0-3 0,4-2 6 16,0-4-3-16,2 2 20 0,-2-6-1 16,0 0 0-16,2-2-3 0,-2 0 3 0,3-3 2 0,-1-2 7 0,0 0 12 15,1-2 9-15,-4 0 18 0,2-3 6 16,1-3 1-16,-3 1 1 0,4-3-5 16,-3-3 0-16,-1-3 0 0,4 2-4 0,-4-1-3 15,-2-1 4-15,3-1-9 0,-3 1 0 0,2-1 8 0,-4 3 4 0,4-1-4 16,-5 4 17-16,-2-1-11 0,2 5 2 0,-1-1 18 15,-2 2-25-15,0 0-9 16,2 1-9-16,-2 2-8 0,0-1 8 16,-1 4-25-16,3-5-1 0,-3 5-20 0,1-4-30 0,-1 4-21 0,0 0 3 0,0 0-1 15,0 0 5-15,5 12 6 0,-2-3 2 0,-2 1 3 16,0 3 2-16,2-2 3 0,0 3 3 16,-1 4 3-16,-1-1 4 0,3-1 2 0,-1 1 1 15,-1-2 1-15,0-1 2 0,1-1-1 16,1 1 4-16,-3-5-3 0,2 1 4 0,-2 2 6 0,1-5 0 0,0-2-6 15,0 3 4-15,0-4 4 0,-1-1 0 16,1 1 2-16,-1-1 7 0,-1-3 28 16,1 4 30-16,-1-4 19 0,0 0 11 0,4 3-1 0,-4-3-8 0,0 0-13 0,11-10-5 15,-3 3-8-15,1 0-8 0,1-2-3 16,3-3-22-16,1 2-44 0,4-5-46 0,-1 3-53 16,-1 1-60-16,7-1-61 15,2-3-88-15,-6 7-290 0,-1-1-663 0,2 1 294 0</inkml:trace>
  <inkml:trace contextRef="#ctx0" brushRef="#br0" timeOffset="135539.62">6138 12308 76 0,'0'-3'246'0,"0"-3"-9"0,2 0-8 16,-1 2-7-16,-1 4-16 0,0-7-17 0,0 4-18 0,0 3-18 0,0-7-21 15,0 7-12-15,0 0-19 0,-1-3-19 16,1 3-11-16,0 0-12 0,0 0-2 16,-16 13-7-16,10-4-5 0,-7 4-6 0,4 0-4 0,-2 1-2 0,-1-2-6 0,3 6-1 15,-1 1-7-15,1-2-1 0,0 0-2 16,1-1-3-16,2 0 0 0,2 0-2 16,0-1-5-16,3-1 2 0,-3-4-2 0,5 3 0 15,-1-4 0-15,3-2 3 0,-3 0-1 16,3 0 3-16,3-4 6 0,4 0 4 0,0-3 0 0,2 0 6 0,7-5-3 0,0-2 2 15,-1 1 8-15,-1-3-1 0,-1-1 1 0,0-2 4 16,-3-2 0-16,-1-1-5 0,0 1-2 16,-2-1 0-16,0 2 1 0,-3-2-7 0,-1 0 4 15,-3 2-5-15,-1 3-1 0,-2-2-5 0,-2 2-3 0,-1 2-14 16,-1 0-13-16,-1 3-2 0,1-3-15 0,-5 7-8 16,-1-2-12-1,1 3-9-15,-4 0-24 0,2 0-16 0,0 5-23 16,-2 0-17-16,2 2-32 0,1 0-15 0,0 0-205 15,0-1-422-15,3 0 187 0</inkml:trace>
  <inkml:trace contextRef="#ctx0" brushRef="#br0" timeOffset="135771.37">6469 12416 78 0,'0'0'245'0,"0"0"-26"16,5 3-25-16,-5-3-21 0,0 0-18 0,0 3-20 0,0 1-12 0,-1 2-9 15,-3 1-15-15,-1 3-7 0,1 1-23 0,-4 1-29 16,1 5-33-16,-5-1-30 0,3-2-49 0,-1 2-68 16,-3-1-112-16,-1-1-272 0,2-3 121 0</inkml:trace>
  <inkml:trace contextRef="#ctx0" brushRef="#br0" timeOffset="136458.01">7215 12216 155 0,'2'-11'240'0,"0"2"-18"0,-1-2-12 0,1-2-12 16,-2 5-14-16,0-2-12 0,-2-1-16 0,2 2-14 16,-2-2-11-16,-1 2-17 0,1 3-13 0,-3 0-12 15,1 1-14-15,-2 0-3 0,-1 1-12 0,-2 2-5 16,-5 1-5-16,4 2-8 0,-4 0-5 0,-4 4-5 0,0 3-5 0,0 0-2 16,-5 5-1-16,0 2-6 0,-1 4-3 0,5-2-1 15,1 2-1-15,0 3-4 0,3 0 3 0,2 1-5 16,0 1-2-16,5-1 2 0,3-3-2 15,-1-3 1-15,6-1-3 0,-4 1 1 0,4-6-2 0,4 1 0 16,-4 0 2-16,6-3 4 0,-2-2-2 0,1 1 0 16,3-3 2-1,2-1 9-15,-1-1 9 0,0-3 5 0,5 0 8 16,-2-5 6-16,0 2 0 0,1-3 3 0,3-2 3 16,-3-1 10-16,0-1-15 0,1-2-3 0,-1-1-2 0,1 1-5 15,-5-2 2-15,1-1-8 0,3 1-2 16,-5 4 1-16,-3 0 0 0,0 2 7 0,3 2-6 15,-3 1 3-15,-4-1-5 0,3 2 0 0,-3 0-9 16,3 1-6-16,-4 3-6 0,3-4-14 0,-3 4-20 0,0 0 0 0,0 0 0 16,0 0 1-16,1 11 4 0,-1-1 2 0,-4 1 0 15,3 5 5-15,-3 0 0 0,0 3 0 0,0 1 1 16,2-3 3-16,-1 0 0 0,2 0 4 0,1-2 0 16,0-1-2-16,0-4 1 0,1 0-1 0,2-3 7 15,-1 0 4-15,2-2 1 0,1-1 6 0,4-3-3 16,9-1 2-16,3-3-3 0,8-4 1 0,0-3-7 0,2-2-30 0,1-2-38 15,2 0-54-15,2-3-64 0,10-3-90 0,-14-2-173 16,0 3-487-16,-5-1 216 0</inkml:trace>
  <inkml:trace contextRef="#ctx0" brushRef="#br0" timeOffset="137013.2">7605 12304 84 0,'0'0'300'0,"0"0"-25"16,0 0-19-16,0-8-23 0,0 8-21 0,0 0-21 0,0 0-22 16,0 0-17-16,0 0-20 0,0 0-16 0,0 0-15 15,0 0-22-15,0 0-19 0,0 0-7 16,0 0-3-16,0 0-8 0,-2 19-5 0,2-12-4 15,0 2-2-15,0 2-5 0,-3 2-1 0,3 3-5 0,-1 0-4 16,1 0 2-16,-1-3-1 0,-2 0-3 0,3-1-2 0,-1 2 4 16,1-6-5-16,-3 1-5 0,3-2 4 0,3 1 1 0,-3-4-1 15,0-1 1-15,-3 2 17 0,3-5 18 0,3 5 21 16,-3-5-2-16,0 0 0 0,0 0-13 0,11-10 5 16,-5 7-5-16,3-6-5 0,-2-1-2 0,3 1-6 15,0-1-2-15,-2-2-4 0,0 3-5 0,1-1-5 16,0 2 12-16,-3 1-19 0,-2 2-1 0,2 0-2 0,-3 1-6 15,0-1-3-15,0 3-7 0,-3 2-15 0,7-1 0 16,-7 1 6-16,9 2-4 0,-6 1-3 0,4 2-8 16,-1 0-3-16,-1 3-8 0,3 0-3 0,-2 1-3 15,3 0-22-15,-1 3-29 0,1 0-26 0,-3 1-30 16,3-5-31-16,-1 4-37 0,-3-2-199 0,0-2-451 16,0-2 200-16</inkml:trace>
  <inkml:trace contextRef="#ctx0" brushRef="#br0" timeOffset="137213.72">8097 12420 59 0,'0'0'259'0,"0"0"-31"0,4 1-26 16,-4-1-17-16,0 0-21 0,-9 11-17 0,1-4-14 15,2 4-16-15,-3-1-7 0,2 5-39 0,-3 1-46 16,0 1-41-16,1 0-47 0,-6 5-81 16,-2-3-103-16,6-4-266 15,-2-5 118-15</inkml:trace>
  <inkml:trace contextRef="#ctx0" brushRef="#br0" timeOffset="138263.17">8285 12492 44 0,'0'0'200'0,"0"0"-18"0,0 0-12 0,0 0-9 16,0 0-14-16,0 0-7 0,0 0-10 0,0 0-1 16,0 0-11-16,0 0-2 0,0 0-6 0,8-10-11 0,-3 8-7 15,1-2-2-15,-1 3-3 0,0-4-1 16,3-3 0-16,1 1-6 15,5-2-2-15,1-3-2 0,1-1-4 0,-3 0-2 16,3 0 3-16,2-6-3 0,-4 3-3 0,4-7-1 16,-1-1-2-16,-1 0-5 0,0 0-6 0,0 0 1 15,-2-1-6-15,-1 1-6 0,0-1-4 0,-4-1-3 16,-3 0-4-16,2 8-3 0,-6-1-2 0,1 0-9 16,-2 1 4-16,-1-1-3 0,0 2-3 0,-1 8-1 15,1-1-1-15,-2 0 5 0,1 3-11 0,-1 0-7 0,-2 3-5 0,0 0-13 16,2 2-7-16,2 2-7 0,0 0-3 0,-18 8 4 15,7 2 0-15,0 1 9 0,2 5-5 0,-5 5 2 16,2 3 0-16,1-1 4 0,2 2 0 0,4 0 4 16,1 3 0-16,0-1 1 0,4-3 1 0,0-5 3 15,4 8 6-15,4-3-1 0,0-6-2 0,1-1 6 16,4-3-1-16,1-1 0 0,2 0 2 0,3-4 2 0,0-1 1 0,8 0 0 16,-7-4 4-16,2-4-2 0,-4 3 1 0,0-5 4 31,-5 1 1-31,1-1 7 0,-2-3 8 0,0 3 7 15,-4-4 5-15,1 1-1 0,-2-1 0 0,-1 1-11 16,-4 0 0-16,-1-2-7 0,-2-1-21 0,-2 1-12 16,-3 2-8-16,-4-1-10 0,-3 0-8 0,-5 4-7 15,-2-1-3-15,-1 1-4 0,-7 2-5 0,1 1-1 0,6 3-14 0,-1-2-19 16,6 6-25-16,0-4-28 0,0 3-35 0,4-1-195 16,3-2-408-16,4 1 182 0</inkml:trace>
  <inkml:trace contextRef="#ctx0" brushRef="#br0" timeOffset="138663.29">8924 12308 150 0,'0'0'343'0,"0"0"-28"15,0 0-32-15,0 0-34 0,0 0-26 0,2-3-27 16,-2 3-27-16,0 0-24 0,0 0-33 0,0 0-13 16,0 0-10-16,3 10-10 0,-3-3-5 0,0-2-11 15,0 9 0-15,0-2-11 0,0 4-6 0,0 1-5 16,0 0-5-16,-1 0-5 0,-1-5-2 0,2 4 1 16,-1-4-6-16,0-1-1 0,0-5-1 0,1 2-3 15,0-4 1-15,-3 0 2 0,3 2 5 0,3-4 30 0,-3-2 29 0,-3 5 34 16,3-5 6-16,0 0-18 0,0 0-8 0,14-14-9 15,-6 6-9-15,-1-4-8 0,5 0-15 0,2-2 10 16,-1 4-23-16,1-4-5 0,-1 4-7 0,-2 2-9 16,-1 1 9-16,-2 2-12 0,-3 0-11 0,4 3-16 15,-3-1-11-15,2 1-1 0,1 4-4 0,0 1 2 16,1 0-17 0,-1 6-4-16,3-2-16 0,-2 3-13 0,3 0-25 15,1 5-39-15,-1 1-39 0,-2 0-46 0,3 0-68 0,-4-2-228 16,-2-5-555-16,0-1 246 0</inkml:trace>
  <inkml:trace contextRef="#ctx0" brushRef="#br0" timeOffset="139395.04">10578 12143 199 0,'-2'-2'215'0,"1"-3"-21"0,-3 1-18 0,4 1-18 15,-4-1-17-15,0 1-17 0,0 0-14 0,-1 1-11 16,-1 1-12-16,-4 0-8 0,2 1-9 0,-2 0-8 15,-3 4-10-15,2-1-1 0,-6 1-7 0,2 6-5 16,-4-3-6-16,2 5-1 0,-6 4-8 0,5-3 0 16,4 0-5-16,-7 5-2 0,4 2 0 0,5-4-5 15,1-1 4-15,-1 1-8 0,6-2-1 0,-1 0 2 0,5-2 0 16,-1-2-4-16,1-3 5 0,2 0 1 0,0-2-3 0,2-1 1 16,5-1 0-16,-1-2 3 0,9-2 1 0,-6-3-2 15,9 1 4-15,-3-5 5 0,7 4 3 0,-8-6 1 16,4 3 2-16,-1-2 1 0,-2 0 6 0,2-4-2 15,-2 5 2-15,-3 1 3 0,0 1-6 0,-3 1 4 16,0 0-2-16,0 0-7 0,-3 3-1 0,0-1-7 0,-1 0-1 16,0 3-4-16,0 0-2 0,-5 0 0 0,11 0-12 15,-5 1-6-15,0 2-15 0,-1 1-21 0,1 5-19 16,2-3-24-16,-3 3-32 0,0-5-39 0,3 4-208 0,-3 0-395 16,-1-2 176-16</inkml:trace>
  <inkml:trace contextRef="#ctx0" brushRef="#br0" timeOffset="139717.62">10838 12132 96 0,'5'-3'237'0,"-1"0"-32"15,4 3-23-15,-3-1-18 0,-5 1-18 0,10 4-17 0,-4-3-17 16,0 5-11-16,4-1-4 0,-4 4-14 0,1-1-7 15,-2 2-9-15,1 1-5 0,0 1-5 0,-2 0-5 16,0 3-5-16,3 2-4 0,-6-5-3 0,3-2-9 16,-1 0-3-16,-1-2 0 0,0-3-5 0,-2 1 0 15,3-3 2-15,-2 1 16 0,0-1 30 0,1 2 38 16,-1-1 37-16,0-4 33 16,-1 0 21-16,0 0-9 0,0 0-21 0,4-8-20 15,1 4-19-15,-2-3-13 0,4-3-8 0,-2-4-25 16,3 3-18-16,1-3-28 0,1 0-25 0,1 0-31 15,0-1-22-15,3 2-23 0,-2 3-37 0,3-3-27 16,-2 3-40-16,-2 3-28 0,1 3-29 0,1-3-37 16,0 3-206-16,0 1-503 0,0 2 223 0</inkml:trace>
  <inkml:trace contextRef="#ctx0" brushRef="#br0" timeOffset="140118.94">11305 12230 132 0,'0'0'302'0,"0"0"-2"0,0 0-18 16,0 0-21-16,0 0-29 0,0 0-26 0,11-11-18 0,-6 7-24 0,5-2-16 16,2-2-13-16,2-1-13 0,2-1-15 0,0 0-8 15,0-4-12-15,1 6-11 0,-2-6-3 16,2 1-13-16,-2 2-13 0,-2-1-2 0,1 0-7 0,-2 0-6 16,-6 4-6-16,4 0 2 0,-3-1-6 0,-5 5-2 15,1-1-9-15,-2 2-1 0,-4-1-5 0,3 4-5 16,-11-4 2-1,0 4 0-15,-9 4-4 0,-3 0-2 0,-5 8 0 0,-3 1-1 16,1 0-2-16,-1 3 4 0,6 0-4 0,-1 1 1 16,8 0-1-16,-1 4 2 0,10-4-2 0,0 3 0 15,5-3 2-15,7 1-1 0,8 5 12 16,6-2-8-16,10-4 2 0,2-4-1 0,7-1 1 16,14-2 0-16,-11-5 4 0,18-3-1 0,-1-2 1 0,1-4 6 15,2-5 14-15,-5 4 7 0,-4 2 4 0,-14-3-6 0,-1 2 5 16,-8 0 5-16,-8-1 0 0,-1 2 8 0,-6-2 1 15,-2 5-4-15,-4-2-8 0,2 0-2 0,-3 1-12 16,-5 1-27-16,9 0-34 0,-9 0-30 0,0 0-51 16,0 0-69-16,0 0-117 0,-15 5-186 0,15-5-531 15,-21 2 236-15</inkml:trace>
  <inkml:trace contextRef="#ctx0" brushRef="#br0" timeOffset="141919.37">13671 12021 188 0,'0'0'232'0,"0"0"-17"15,0 0-13-15,0 0-25 0,0 0-18 0,0 0-23 0,0 0-13 16,-4-3-10 0,4 3-15-16,0 0-10 0,0 0-11 0,0 0-6 15,0 0-10-15,0 0-5 0,0 0-9 0,0 0-2 0,0 0-8 16,0 0-2-16,0 0-5 0,0 0-1 0,0 0 0 16,0 0-3-16,23 4-3 0,-15-5-3 0,1-1-2 15,1-2 1-15,0 2-2 0,3-1-1 0,-1-2 1 16,-2 1-9-16,1-4 11 0,-1 3 0 0,0 1 6 15,-2-4 3-15,-3 4 6 0,3 0 11 0,-4-2 3 0,-3 2 2 16,3 0 3-16,1 1-4 0,-5-1-6 0,0-1-11 16,0 5-3-16,-4-5-6 0,4 5-7 0,-12-1-5 15,1 2-3-15,-3 2 0 0,-5 1-1 0,-7 5 0 16,1 2-4-16,-3 1-1 0,-3 3-1 0,3-1 1 0,0 6-2 16,1-2-1-16,2-1 1 0,1 0-1 15,4 3-8-15,4-7-12 0,4 2-10 0,3-1-6 0,-1 2 4 0,6 1-1 16,4-2 6-16,4-4 9 0,6 2 0 0,16 2 1 15,2-6 8-15,22 0 0 0,3-1-2 0,6-6-7 16,8-3-6-16,23-5-3 0,-23 0-7 0,25-2-3 16,-31-2-12-16,-1 1 6 0,-2-4-9 0,-3 1 5 15,-1-5 1-15,-1 3 7 0,-15 2 0 0,-3-4 10 16,-6 2 4 0,-5-1 23-16,-2-1 34 0,-8 4 23 0,-6 4 29 0,-2-2 5 15,2 1-6-15,-7-1-1 0,0-1-13 0,-2 7-5 16,-4-4-8-16,-4 0-15 0,-5 4 1 0,-8 0 1 15,-6 3-11-15,-1 2-3 0,-2 2-7 0,0 2-1 16,2 4-6-16,2-1 1 0,3 5-3 0,2-1-3 16,3-1-5-16,6 0 1 0,-1 2-22 0,3 2-4 15,1-3-6-15,3-1-2 0,2 1 0 0,1-3 6 0,3 0 0 16,1-4 4-16,1 2 7 0,4-2 8 0,2-1 6 16,4-3 5-16,2-1-1 0,6-1 5 0,-5-3 1 15,4-5 2-15,10 4 0 0,-10-7 1 0,1 5 1 16,-2-4-2-16,7 0 4 0,-5 1-4 15,-2-1 0-15,1 0-1 0,-3 2-4 0,-1-1 6 16,-3 4 3-16,-1 2 0 0,-4 0 1 16,-1 0-4-16,0 2-3 0,0 0-3 0,0-1-5 15,-5 3-9-15,9-1-1 0,-9 1-2 0,12 4 1 0,-3-1 3 0,0 2-5 0,0 1-3 16,0 1 1-16,6 2-1 0,-1 2-4 16,3-4-6-16,-1 3-3 0,2-2-5 0,0-1-4 15,0-2-7-15,2 0-3 0,2-1 2 0,-4-1 3 16,1-3 3-16,3-3 9 0,-4-1-5 15,-2-1 13-15,0-3 1 0,0 0 3 0,-1-2 13 16,-2-1 10-16,0-3 10 0,1-1 6 0,0-6 3 16,-1-1 12-16,2 0 0 0,-3-4 3 15,1 1-1-15,-3-4 1 0,2 0-7 0,-5 0 0 16,1 1 3-16,0 1 8 0,-3 2 11 0,-4 5 12 16,-1 6-6-16,5 2 2 0,-4 2-4 0,-1 0-5 0,1 4-10 0,-1 2-21 0,2-1-43 15,-2 5-23-15,0 0-8 0,0 0 7 0,0 0 3 16,-5 18 4-16,1-1 2 0,3 1 7 0,-2 7 2 15,1 4 3-15,-1 0 0 0,-1 2 5 16,4-3-2-16,-1 0 4 0,0-1 0 0,2 0 2 16,0-3 3-16,2-7 3 0,1 0 2 0,-2-4-2 15,2-4 0-15,2 1 4 0,-1-1 3 0,4-3 3 16,-2-2 4-16,5 0 5 0,0-3 7 16,2-2 1-16,-1-3 2 0,5-1 0 0,2-3-6 15,-2-1 3-15,0-1-2 0,5-6 5 16,0 1-6-16,-4-2-3 0,2-4-3 0,-2 0-1 15,-4 0 0-15,2-5-2 0,2-1 1 0,-6 2-3 0,0-2-2 0,-1 0-2 0,-3 2 0 16,-4 6 6-16,4 1 37 0,-4 1 6 0,-2 8 2 16,-1-3 0-16,2 2 5 0,-1 3 2 15,-2 1-3-15,-1 0-3 0,3 1-13 0,-2 0 0 16,-1 1-14-16,0 4-9 0,1-4-27 0,-1 4-24 16,0 0-16-16,0 0 6 0,0 0 2 0,0 0 4 15,0 16 15-15,0-4-6 0,-1-2 0 16,1 6 5-16,0 1 2 0,0 0-2 0,-1 2 1 15,2 1 13-15,-1-1-8 0,0 0 5 16,0 1-2-16,1-2 5 0,3 0-1 0,0-6 1 0,-3 2-1 16,2-2 1-16,-2-3 3 0,0 2 4 15,2-4-2-15,-2 0 1 0,2 0-1 0,-2-1 2 0,2-1 2 0,-1-1-10 0,1 0-11 16,-1-1-6-16,2 3-16 0,-2-4-24 0,1 3-18 16,2-3-36-16,0 1-41 0,2-1-46 0,-1-2-234 15,3 0-478-15,-1 0 212 0</inkml:trace>
  <inkml:trace contextRef="#ctx0" brushRef="#br0" timeOffset="142634.94">15626 12018 202 0,'0'0'251'15,"0"0"-10"-15,0 0-23 0,0 0-21 0,0 0-26 16,0 0-15-16,23-8-14 0,-11 3-16 0,3 3-14 15,4-5-17-15,0 2-8 0,1-2-10 16,6-4-10-16,1 3-11 0,-3-2-2 0,3-1-8 16,-10 3-6-16,2-2-5 0,-5 2-2 15,3-4-4-15,-3 3-3 0,-3 1 1 0,-3 0-1 16,0-1 5-16,-3 2-1 0,2 2 1 0,-4 0-5 16,-1 0-1-16,-2-2-5 0,-2 3-6 15,-1 1-2-15,-7 3-1 0,-1-3-1 0,-7 4-3 0,-2 1-2 0,-9 2-3 0,1 3-1 0,-3 1 1 16,3 2 0-16,0 1-3 0,0-1 1 15,9 0 0-15,1-1 0 0,3 1-3 0,1 0-4 16,6 0 3-16,-1-2 1 0,7 2 4 16,2 1-2-16,2 0-2 0,11 0 6 0,7 1-2 15,10-2-2-15,5 0 3 0,15-3 0 16,5 0-2-16,1-2-2 0,6-3-1 0,0-2 1 0,29-3 2 16,-26-1-1-16,3-3-4 0,24-1 3 15,-31-1 0-15,1 1 0 0,-6-1-1 0,-5-3 1 16,-17 4-1-16,-3-1 6 0,-3-1-2 15,-14 2 4-15,0 2 11 0,-3 1 7 0,-4-3-6 16,-4 2-3-16,-6 1-5 0,-2-2-1 0,-5 1-2 0,-9 2-1 0,-11-1 1 0,0 2-3 16,-5 3-2-16,1 0 4 0,0 3-7 0,0 2-3 15,-2-1 3-15,5 5 0 0,2-1-3 0,7-1 4 16,3 3-5-16,3-3-7 0,3 1-9 0,4-1 1 16,1 2-2-16,3 0 8 0,1 0-1 15,4 0 4-15,4 1 5 0,4-3 2 0,6 2 0 16,5-1 2-16,9 0 3 0,2-2-5 15,4 1 1-15,-2-4 6 0,1-3 3 0,1-3-6 16,-4 3-6-16,1-5 2 0,-6-2 2 0,2-2-1 16,-3-1 1-16,-7-2 1 0,1 0 13 0,-5-2 12 15,-2 0 2-15,5-9 0 0,-5-1 1 16,-1-5 1-16,-2-2 5 0,-1-4 0 0,-1-1 3 0,0-14 10 0,-2-2 10 0,-4 2 18 0,3 1 28 16,-3 16 20-16,0 1 14 0,-2 4 3 15,2 9-1-15,0 3-12 0,0 6-13 0,-1-2-7 16,1 6-33-16,-1-1-56 0,2 3-54 0,-1 4 4 15,0 0-5-15,0 0 5 0,-10 32 2 16,4-4 5-16,0 7 7 0,0 15-2 0,2 4 7 16,0-1-2-16,2 1 4 0,5-3-1 0,3-4-12 15,1-1-24-15,1-11-27 0,-2-4-41 16,1-2-50-16,0-4-63 0,-1 0-291 0,0-8-565 16,-4-6 250-16</inkml:trace>
  <inkml:trace contextRef="#ctx0" brushRef="#br0" timeOffset="143460.49">18272 11718 264 0,'-2'-5'280'0,"1"2"-28"0,1-2-22 0,-2 2-23 0,2 3-21 15,-1-5-26-15,1 5-19 0,-1-4-29 0,1 4-8 16,0 0-17-16,0 0-10 0,0 12-10 16,2-3-5-16,0 2-14 0,-1 1 0 0,1 4-5 15,1 2-7-15,-2 1 0 0,2 7-2 0,-1-2-5 16,-2-4-1-16,0 6-5 0,0-7-8 16,0 1 3-16,-1-2 0 0,-1-1-2 0,0-1-3 15,0-4-4-15,-1-3 2 0,2-1-5 0,0-1 0 16,-1-1 2-16,1-2 4 0,0-1 6 0,-1 2 31 15,2-1 14-15,0-4 7 0,0 0-6 0,0 0-6 16,0 0-8-16,-11-13-8 0,6 4-2 0,1-10-15 16,-2 2 0-16,2 0-11 0,-4-9 0 0,6-2-2 0,-2-5-6 0,1 1 1 0,2 0-4 15,0 0 2-15,1-1-1 0,0 0 4 16,0 4 12-16,1 1 4 0,0 3 11 0,2 6-4 16,-2 6 8-16,3-4-7 0,0 6-3 0,2-2-5 15,2 4-7-15,2-2-3 0,4 5 0 16,1-2-3-16,3 4-3 0,0 4-2 0,5 0-23 0,0 3-22 15,4 6-23-15,0 1-20 0,-2 4-19 0,-1 2-37 16,0 4-35-16,-3 2-23 0,-3 0-60 0,-2-2-162 16,-7-2-451-1,-2 0 200-15</inkml:trace>
  <inkml:trace contextRef="#ctx0" brushRef="#br0" timeOffset="143654.76">18329 12059 132 0,'-4'2'162'0,"1"1"-3"0,3-3-14 16,-5 4-9-16,5-4 13 0,0 0 6 15,0 0 12-15,16 4-12 0,-5-4-13 0,8-1-12 16,11 1-17-16,0-3-10 0,2 3-11 0,0-3-31 16,0 2-42-16,0-2-40 0,-3 1-58 0,2-2-59 0,-11 0-159 15,0 1-322-15,-2-2 142 0</inkml:trace>
  <inkml:trace contextRef="#ctx0" brushRef="#br0" timeOffset="143824.28">18276 12013 249 0,'-4'0'331'0,"-1"1"-17"0,5-1-43 16,0 0-32-16,0 0-25 0,0 0-27 0,27-9-16 15,1 2-42-15,9 0-43 0,13-1-53 0,3 1-70 16,-15 6-61-16,14-5-71 0,-15 1-151 0,-1 0-347 16,-3-1 153-16</inkml:trace>
  <inkml:trace contextRef="#ctx0" brushRef="#br0" timeOffset="144441.21">18891 11918 401 0,'0'0'398'0,"0"-5"-2"0,0 5-48 0,-1-6-33 16,1 6-34-16,0 0-39 0,0-3-27 0,0 3-34 0,0 0-51 16,0 0-39-16,0 0-19 0,0 0-12 0,0 0-7 15,5 17-12-15,0-8-4 0,-4-1-4 16,2 5-9-16,-3-2-3 0,1 6-10 0,0-3-7 15,2 5-6-15,-2-9 0 0,-1 5-2 0,0-5-1 16,3-2 2-16,-1 0 4 0,-2-3-2 0,2 0 1 0,-1 0 7 0,3-3 14 16,-4-2 11-16,10 2 8 0,-4-4 1 0,3-1 13 15,0-2-13-15,3-2 0 0,-2 0-2 0,5-4 2 16,-3 0 5-16,-1 0-18 0,3-2 0 0,-1 1-4 16,-2-1-7-16,1 2 14 0,-4 4-12 0,-1 0-6 15,2 0-3-15,-5 3 3 0,1 0-8 0,-1 0 0 16,0 2-12-16,0-2-13 15,-4 4-7-15,5-2-10 0,-5 2 3 0,8 3 5 16,-3 0 2-16,-1 3-1 0,1-2 1 0,1 0 7 0,0 5-6 0,1-2-3 0,-1 1 1 0,4 1-5 31,-1-1-4-31,0 1 1 0,3-4 10 0,-5 3-5 16,2-4 3-16,3 1 6 0,-3-2 3 0,-3-2 1 16,3-1 4-16,-4-2 2 0,4-2 0 0,-4 0 3 15,3-4 0-15,-3 0 13 0,1-4 5 0,-2 0 16 0,0 0 12 0,1-4 13 16,-2-4-1-16,-2 2 8 0,3-8 5 0,-3 0 7 15,2-1-10-15,-3-1-6 0,1 0-8 0,4-1-2 16,-4 3-3-16,-1-2-8 0,3 3 0 0,-3 8 19 16,1 5 6-16,3 4 0 0,-5-2-9 0,1 3-13 15,1 2-9-15,-1 0-41 0,0 5-40 0,0 0-7 16,0 0 19-16,0 0-2 0,-5 17 0 0,4 0 7 0,-2 1 6 16,2 9-3-16,-3 1 16 0,3 3-7 0,-2-2-1 15,7 1-6-15,-4 1-5 0,4-3-11 0,0 1-10 0,-2-3-16 16,5-2-19-16,-4-5-18 0,0-2-19 0,4-3-24 15,-1 3-32-15,-1-5-24 0,-1-4-230 0,2-1-477 16,1-3 211-16</inkml:trace>
  <inkml:trace contextRef="#ctx0" brushRef="#br0" timeOffset="144764.07">19493 11979 165 0,'1'-3'301'0,"-1"3"-14"0,0-4-21 15,0 4-6-15,0 0-36 0,5-4-24 0,-5 4-23 0,6-4-21 16,1 2-16-16,-2-2-16 0,8 1-10 0,0 0-12 0,1-1-12 16,4-1-9-16,-2-1-13 0,3 2-8 0,2-3-2 15,-3 2 3-15,-2-2-16 0,1-1-4 0,-2 0-2 16,-4 3-8-16,1-3 3 0,0 2-4 0,-6-4 0 16,4 4-7-16,-3-2-2 0,-3 4 2 0,1-1-1 15,0-3 8-15,-3 4-12 0,0-1-3 0,-1-1-6 16,3 3-3-16,-4 3-4 15,-4-6-4-15,0 4-4 0,-2 0-1 0,6 2-3 16,-16 2-3-16,6 2 3 0,0 0 1 0,-3 1 1 16,4 1-17-16,0 1-8 0,0 1-7 0,-1 1 1 15,2 0-7-15,3-1-4 0,-1 5-19 0,3-1-5 16,-3-2-14-16,2 7-16 0,4-4-13 0,0-3-33 16,4 1-36-16,2-3-193 0,-2-1-408 0,3-1 181 15</inkml:trace>
  <inkml:trace contextRef="#ctx0" brushRef="#br0" timeOffset="145096.29">19935 11786 138 0,'1'-4'255'0,"0"2"-28"0,-1 2-25 16,4-4-21-16,-4 4-24 0,9 0-15 0,-1 4-18 0,2 1-13 15,-1 0-14-15,0 3-10 0,5 3-11 0,0 2-9 16,-2 1-5-16,-2 2-6 0,-1-1-8 0,1 2-6 15,-5 0-5-15,2 0-8 0,-4 1-2 16,1-1-2-16,-4 0-3 0,-2-4-2 0,0-3-1 0,0 2-12 16,-2 0 6-1,1-4 4-15,0-1 0 0,-1 0 0 0,-1-2 10 16,1-1 25-16,1-1 27 0,-1-1 15 0,4-2 8 16,0 0 18-16,0 0-19 0,-11-7-4 0,8 0-3 15,1 0 4-15,2-3-9 0,1-4-16 0,2-3-4 0,2 1-14 16,1-4-16-16,6-3-20 0,3 0-16 15,-1 1-28-15,5 0-17 0,2 3-16 0,-1-1-19 16,2 3-25-16,-4 6-27 0,0 0-39 0,-1 2-45 0,-1 0-241 0,0 3-490 16,0-1 217-16</inkml:trace>
  <inkml:trace contextRef="#ctx0" brushRef="#br0" timeOffset="145843.87">20510 11456 180 0,'1'-3'250'0,"0"-2"-10"0,-1 5-10 0,4-5-19 0,-4 2-19 0,0 3-21 0,0 0-20 16,3-4-17-16,-3 4-20 0,0 0-15 15,0 0-22-15,0 0-12 0,0 0-19 0,2 11-15 16,-3-5-8-16,-1 2-23 0,-2 5-15 0,-1 3-22 0,-4 3-26 16,1 1-28-16,-2 3-45 0,-3 1-176 0,4-6-338 15,1-1 149-15</inkml:trace>
  <inkml:trace contextRef="#ctx0" brushRef="#br0" timeOffset="146229.91">20822 11757 15 0,'0'0'205'0,"0"0"-14"0,0 0-22 15,0 0-18-15,0 0-20 0,0 0-22 0,0 0-5 16,0 0-8-16,0 0-9 0,0 0-11 0,-17 8-8 0,10-2-13 0,-3-2-1 16,0 3-8-16,1-2-1 0,-1 2-6 0,1 1-8 15,0 2-6-15,0-1-3 0,0 1 2 0,2 0-2 16,0 3-8-16,2-3 6 0,0 6-6 0,2-4 0 16,2 0-3-16,2 3 0 0,1 1 0 0,2-4-4 0,3 3 5 15,1-1 0-15,1 1-8 0,-3-3 4 16,3 0-1-16,-5-2-1 15,4 0-2-15,-4-2 1 0,-1 0-4 0,-1 0-1 16,-2-1 4-16,-3 0-5 0,-5 0 6 0,-2 0-8 16,-5 3-19-16,-4-4-32 0,-2-1-50 0,-7-1-189 15,1-2-315-15,7-4 140 0</inkml:trace>
  <inkml:trace contextRef="#ctx0" brushRef="#br0" timeOffset="147314.87">22355 11687 81 0,'0'0'250'0,"-1"-4"-13"0,1 4-17 0,-1-4-17 16,1 4-20-16,-3-4-19 0,3 4-16 0,0 0-15 15,0 0-12-15,0 0-14 0,0-5-14 0,0 5-8 16,0 0-12-16,0 0-8 0,0 0-9 0,0 0-7 15,0 0-6-15,-4-2-11 0,4 2-5 0,0 0-2 16,0 0-4-16,0 0-2 0,0 0-2 0,17-1-1 0,-11 1-1 0,2 0 0 16,0-3 1-16,0-1-5 0,3 2-2 0,-2-1-5 15,2 0 9-15,-2-2-4 0,0 2 1 0,-1-1-1 16,-1-1-2-16,-2 2 6 0,1-4 5 0,-1 4 8 16,-3-1 2-16,3 0 2 0,-1-2 8 0,-3 3-5 15,1-1-4-15,0 1 0 0,-2 3-8 0,-4-8-7 16,2 7-7-16,-6-2 4 15,-1 3-11-15,-4 3 2 0,-6-2-3 0,-2 5-1 16,-10 3 3-16,-1 4-2 0,4-1-4 16,-7 5 2-16,4 0-6 0,-3 3 2 0,5 1 1 15,1-1-2-15,2 3 2 0,4 2-3 0,3-4 4 0,0 1-2 16,8 1 1-16,5-4 1 0,5 8 1 0,5-8 1 16,6 2 5-16,8 1 3 0,10-1-3 0,21-1 1 15,6-3-23-15,7-4-25 0,33-1-34 0,-4-6-45 0,-24-5-32 0,27-4-42 16,-34-1-168-16,5-1-395 0,-3-2 176 15</inkml:trace>
  <inkml:trace contextRef="#ctx0" brushRef="#br0" timeOffset="147715.37">23100 11679 6 0,'-2'-4'210'0,"2"4"-17"16,-2-6-10-16,2 6-12 0,-4-2-17 0,3-1-21 16,1 3-10-16,0 0-14 0,-1-6-17 0,1 6-6 15,0 0-10-15,0 0-8 0,-6-1-11 0,6 1-5 0,-9 5-6 0,0 0-4 16,0 1-5-16,-5 5-6 0,1-3 0 0,-4 5-5 0,3-1-4 16,-8 5-3-16,7-3-2 0,-5 6 0 0,6-6-6 15,1 1-5-15,0 0 3 0,4-1 1 0,1 1-4 16,3-2 0-16,0-4 3 0,4-3-5 0,-1 4 2 15,4-3 5-15,3 1 29 0,4-4 6 0,3 2 3 16,7-4 0-16,11-1-1 0,2-2-4 0,2-4-2 0,-1 0-2 16,-1-6 1-16,2 1 7 0,-6-2 2 0,0 1-5 15,-2-2 3-15,-3-3 4 0,-6 5-2 0,-2-3-6 16,-4 1 4-16,0-1-4 0,-4-3-8 0,-3 0-4 16,-1-1-7-16,-5 1-2 0,-3 0-15 0,-1 0-13 15,-4 1-2-15,-2 3-5 0,-2 2-5 0,-5 1-9 16,0 5-11-1,-2-1-13-15,2 4-20 0,0 2-29 0,0 2-15 0,5 2-40 16,2 0-28-16,1 2-195 0,3-1-407 0,4 4 180 16</inkml:trace>
  <inkml:trace contextRef="#ctx0" brushRef="#br0" timeOffset="148063.76">23492 11805 14 0,'-1'4'256'0,"1"-4"-13"15,0 0-21-15,0 0-18 0,0 0-25 16,0 0-18-16,0 0-21 16,18-2-4-16,-5-2-19 0,2 2-12 0,4-3-10 0,8 0-9 15,0-1-6-15,-2-5-9 0,-4 5-6 16,8-5-5-16,-10 2-2 0,1 0-2 0,1-4-5 15,-4 2 9-15,-3-1-11 0,0-1-1 0,-2 2-3 16,-6 0 1-16,2 0-1 0,-1 0-1 0,-3 1-4 0,-4 3-9 16,0-3-6-16,-5 4-3 0,-8-1-1 0,1 2-3 15,-9 5-5-15,-6 2-1 0,-2 3-4 0,0 5-3 0,-2-2-4 16,0 6 1-16,3 3-4 0,6-2 1 0,-1 2-1 16,3 4 1-16,6 0-3 0,7-1 2 0,6 4-3 15,6 1 7-15,7-2 3 0,11 1-19 0,7-2-30 16,20 1-57-16,8-8-74 0,2-4-257 0,6-7-468 15,27-7 207-15</inkml:trace>
  <inkml:trace contextRef="#ctx0" brushRef="#br0" timeOffset="148833.2">24223 11444 101 0,'2'-9'242'0,"0"1"-13"16,1 3-19-16,-2-2-25 0,0 4-24 0,3-1-20 15,-4 1-25-15,0 3-14 0,0 0-10 16,0 0-12-16,0 12-11 0,0-2-3 16,-4 9-11-16,0 7-1 0,-1 4-8 0,-2 3-7 15,-5 14 1-15,2-1-12 0,-3 2-6 0,0 1 0 16,4-13-5-16,4-1 3 0,0 2-1 16,0-5-5-16,3 1-3 0,0-5 4 0,5 0-1 0,-2-7 8 0,4-5-2 0,0 1 1 0,0-6 1 15,1 0 9-15,0-2 2 0,4-2 4 0,-2-2 11 16,2-2 11-16,-2-2 8 0,1-1 12 15,0-1 13-15,-2-2-4 0,2 0-7 16,0-2-7-16,-2-1-3 0,0-2 0 0,-3 0-14 16,2-5-5-16,-3 3-17 0,-3-2-22 0,-3-2-17 15,-1-3-10-15,-6 3-9 0,0-3-2 0,-9-1 1 16,-2 3 0-16,-3 0 5 0,0 3 0 0,-4 3 2 16,8 1 2-16,-6 0-3 0,4 5 5 0,4-3 6 15,4 2-8-15,0 4 3 0,5-3-18 0,0 2-16 0,5 0-18 0,-3 1 5 16,7 0 8-16,0 0-7 0,0 0-16 0,21-2-23 15,2 1-18-15,9-1-33 0,3-4-19 0,3 1-30 16,12-4-125-16,-13 0-348 0,0 2 155 0</inkml:trace>
  <inkml:trace contextRef="#ctx0" brushRef="#br0" timeOffset="149388.04">24567 11486 151 0,'4'-17'254'15,"1"1"13"-15,-3-1-5 0,1 6-7 0,-2 0 1 16,1 2-14-16,-2 1-22 0,1 1-13 0,0 2-26 15,-1 1-23-15,3-1-24 0,-3 1-30 0,0 4-39 16,0 0-13-16,0 0-6 0,0 0-4 0,-3 13-7 16,2-1-4-16,-2 5-6 0,1 9-3 15,-6 2-2-15,3 5 0 0,-4 13-1 0,0-1-4 0,4 2 1 0,0-11-4 0,0 11 1 16,2-12-1-16,2-1 0 0,1-2 1 0,3 0-3 16,-2-3 0-16,3-2 0 0,0-8-3 15,1-1 3-15,-3-1 2 0,3-3 1 0,-1-4-2 16,-1-1-3-16,1-2 3 0,-3-2 6 0,0-1 17 15,0 1 17-15,2-2 24 0,-3-3 7 0,4 3-12 16,-4-3-2-16,0 0-15 0,0 0-13 16,-4-17-26-16,-1 9-14 0,-2-4-20 0,-3-1 9 15,-4 0-10-15,-4-7 3 0,-5 3-5 16,2 1 5-16,1-1-1 0,-3 1-1 0,0 2 7 0,6 6-2 16,2-3 1-16,5 4 0 0,-1 2 6 15,3 0 0-15,2 1 2 0,-1 1-11 0,6 0 2 16,1 3-18-16,5-4-6 0,5 1-6 0,8 1-13 0,4 0-6 0,11 1 0 0,5 0-1 15,17-1 3-15,2-2 3 0,3 3 0 0,-1-2 7 16,1 1 0-16,-2 0 5 0,0-2-1 16,-20 1 7-16,3 1 2 0,-5 0 0 0,-3-1 9 15,-4-1 4-15,-8 1 21 0,-3-2 28 0,-4 0 25 16,-3 3 26-16,0-1 28 0,-4 1 19 0,2-1 1 16,-4-2 3-16,0 2 8 0,-1 2-6 0,1-3-5 15,-1 3-6-15,-4 1 6 16,4-4-30-16,-3 0-15 0,-1 4-4 0,0 0-15 0,7-1-9 0,-7 1-17 0,0 0-27 0,0 0-30 15,0 0 2-15,0 0 6 0,2 9-9 0,-2-4 10 16,0 2 1-16,0-2 8 0,0 5-16 0,0 0-3 16,0-1-11-16,-1 2-7 0,0 0-4 0,1-1-11 15,-3 0-12-15,2-1-19 0,1 0-23 0,-3-1-19 16,3-1-14-16,-1 1-26 16,-2-2-25-16,2-3-7 0,-3 2-65 0,3-2-139 15,1-3-440-15,0 0 196 0</inkml:trace>
  <inkml:trace contextRef="#ctx0" brushRef="#br0" timeOffset="149541.4">25173 11469 244 0,'0'-5'303'16,"0"-2"-32"-16,1 1-26 0,-1 2-39 0,0 0-45 16,3 0-57-16,-3 4-31 0,0 0-18 15,0 0-26-15,0 0-31 0,14 9-43 16,-8-1-37-16,1 1-179 0,-1-1-282 0,3 2 125 15</inkml:trace>
  <inkml:trace contextRef="#ctx0" brushRef="#br0" timeOffset="150126.41">25565 11597 27 0,'0'0'248'0,"0"0"-17"16,0 0-25-16,0 0-21 0,0 0-21 0,0 0-14 16,0 0-18-16,0 0-8 0,0 0-15 15,23-4-16-15,-14 1-7 0,5 2-8 0,-1-2-6 0,-1 3-11 0,0-1-3 16,1-2-8-16,0 0-3 0,1-1-5 0,-2-2-3 16,1 2-2-16,-1-1-4 0,-1 0-5 15,-2 1 2-15,0-4-4 0,-3 4 4 16,0 0-3-16,-3 2-4 0,1-2-1 0,0 1-2 0,-4 3-9 0,4-4-1 15,-4 4-2-15,0 0-2 0,0 0-2 16,-18 0-1-16,5 7 1 0,-1-2-2 0,-5 4-1 16,5 1-1-16,-4 0-6 0,3 2 5 15,0-1-4-15,-1 1 1 0,2 1 1 0,4 0-2 16,-3 2-2-16,8-1 0 0,-3 1 2 0,4 0 0 0,3-2 0 16,0-4 4-16,2 4 1 0,4-2 2 0,3-1 3 15,2-1 0-15,6 0-4 0,3-1 2 16,-1-2 2-16,10-4-1 0,1 0 1 0,-1-3 1 0,-5-1 9 0,5-2 6 0,-5 0 4 15,-2-2 9-15,4-4 8 0,-7 4 4 16,-1-4 1-16,-1-3 4 0,-1 2 5 0,0-1-1 16,-2-3 8-16,-1 1 3 0,1-3 1 15,-4 2 15-15,0-1 5 0,-3 6-6 0,1 2 10 0,-5-3 4 0,5 3-5 16,-6 2-13-16,3 2-1 0,1 0-15 16,-4 0-9-16,2 0-13 0,-3 4 3 0,4 0-44 15,-4 0-28-15,0 0-4 0,0 0 9 16,0 0-4-16,5 8 6 0,-5-3 0 15,-3 6-2-15,6-3 10 0,-6 3-5 0,6 0 2 0,-6 0-13 0,6 0-2 16,-6 0-6-16,6 1-10 0,-3-1-14 16,0 0-17-16,0-2-11 0,-3 1-20 0,3-5-20 15,0 2-18-15,0-2-4 0,0-3-15 0,0 4 12 0,0-6-33 0,0 0-192 16,0 0-412-16,0 0 182 0</inkml:trace>
  <inkml:trace contextRef="#ctx0" brushRef="#br0" timeOffset="150265.66">25991 11314 194 0,'0'-4'252'0,"0"0"-27"16,0 4-34-16,0-8-45 0,0 8-35 0,6 0-35 0,-6 0-37 0,11 5-46 0,-2-2-66 16,2 1-120-16,0 0-208 0,1 3 93 15</inkml:trace>
  <inkml:trace contextRef="#ctx0" brushRef="#br0" timeOffset="151647.34">26290 11705 88 0,'0'0'196'0,"0"0"-12"0,-4 3-19 0,4-3-17 16,0 0-9-16,9 2-14 0,-2 0-16 15,5-4-6-15,2 2-9 0,0-2-9 0,4-1-9 0,2-1-10 0,-3-4-5 16,2 0-3-16,-1 2-6 0,-4-3 0 16,4-2-9-16,-3-1 1 0,1 0-8 0,-2 1-4 15,0 0-2-15,-1-4-3 0,-1 3 0 16,0-2 2-16,-6 5 6 0,2-1 2 15,-2 0 4-15,-1 1 9 0,-1 1-5 0,-3 0-7 0,1 2 0 0,-2-2-8 0,-2 1-9 16,0 3 0-16,-5 0-4 0,0 1-1 16,-2 0-2-16,-1-1-3 0,-4 3-2 15,-3 1 1-15,-1 2-4 0,4-2-3 16,-5 9 0-16,2-1-3 0,-1-2 2 0,1 3 2 0,1 1-4 0,-2 3 2 0,4 3-2 16,2-3-2-16,0 2 0 0,4-1 1 15,2 0-3-15,1-2 0 0,4 2 3 0,2-3 0 16,4 0 1-16,0 1-2 0,8 0 2 15,3-2-7-15,2-1-8 0,5-2-4 0,5 0-18 0,-1-4-10 0,4 0-3 16,-2-3 1-16,2-1 4 0,-2-4 0 16,-1-4 6-16,-1 2 13 0,0-4 17 15,-9 2 14-15,0 0 17 0,-3-5 16 0,0 2 17 16,0-1 8-16,-3 0 21 0,-1 4 23 0,-5 1 22 0,2-1 10 0,-1 1 12 0,-3 2-5 16,0 0-8-16,0 1-10 0,0 1-14 15,-2 2-23-15,0-1-4 16,-1-1-26-16,1 1-26 0,-2 3-19 0,0 0-27 15,0 0 2-15,0 0 0 0,7 10 3 0,-9-4-2 0,2 2 0 0,0 1 4 16,0 3-5-16,-6 3-2 0,4 1-2 0,0 1-7 16,-2-3 1-16,1 2-13 0,1-4-3 15,0-2 5-15,0 0 2 0,1-3 1 0,1 0 1 16,0-2 5-16,-1-1 8 0,1-1 6 16,0-3 0-16,9 2 1 0,-3-3 0 0,4-2 1 0,-3 1 3 0,3-5 0 15,0 2-3-15,3-3 5 0,-3 3-1 16,0-5-2-16,2 3 1 0,-3-1 3 15,1 0 6-15,-1 0 8 0,-1 2 2 0,0 0 14 0,2-1-8 0,-5 3 0 0,0 1-4 16,0-1-5-16,-2 1-3 0,1 1-2 16,2 1-16-16,-6 1-3 0,9 0-1 0,-3 1-11 15,2 3-2-15,2 3-15 16,0-3-12-16,-1 4-13 0,5-2-3 0,0 5-17 0,0-2-10 0,-1-1-7 0,-2-2-3 16,1 0-4-16,0-1-10 0,-2-1 5 15,0-1 7-15,-1-3 18 0,1-2 9 16,0-3 9-16,-1 0 5 0,2-3 22 15,-2-2 15-15,-2 2 21 0,2-9 12 0,0 2 23 0,1-2 14 0,-3 0 15 16,3-2 15-16,3-3 6 0,-2-3 7 16,1 1-2-16,-1-1-2 0,-2 0 1 0,1 3 1 15,-1 2-4-15,-1 3-2 0,-2 0-2 0,1 7 6 0,-5-1-5 0,2 1-1 16,-1 3-12-16,1 2-8 0,-3 0-10 16,0 3-26-16,2-3-34 0,-3 5-2 15,0 0 1-15,0 0-2 0,5 10 4 16,-4-3 0-16,-1 3 2 0,0 1-5 0,-1 7-4 0,1 1-5 0,-5 1-5 15,0 6 0-15,-2 1-6 0,3-3-8 0,-1 3-1 16,4-10 2-16,-3-3 4 0,-1-2-1 0,4 0 6 16,-2-3-1-16,-1-1 3 15,3-4 8-15,-3 2 0 0,3 1 6 0,-6-6 4 0,1 1-1 0,1-2 6 0,-6-2 1 16,2-2-1-16,-3 0 6 0,-1-2-2 16,1-1-2-16,-4-1 1 0,0-1 0 15,-1 0 3-15,3-3-1 0,1 7 3 0,4-4 1 0,-1 2 7 0,4 3 5 16,-2-2 14-16,4 0-7 0,3 3-7 0,1 3-6 15,6-6 1-15,6 4-1 0,2-2-2 0,4 0-10 16,11-3-5-16,3 7-5 0,6-1-9 16,12-4-4-16,-10 3-2 0,16 0-1 15,0 2-2-15,3-2 5 0,-1 0 0 16,-5-3 1-16,-13 1 2 0,0 2 6 0,-5-5 1 0,-4 4 0 0,-12-1 6 0,1 0 17 16,-2 1 3-16,-6-1 25 0,-1-1 15 15,-1 2 7-15,-3-1 2 0,-1 0-6 16,-2-1-5-16,-2 2-7 0,-1-1-5 0,0 2-3 0,-1 2-4 0,-4-7-4 15,0 4-2-15,-1 1-4 0,-1-1-3 16,-3 1 3-16,0 0-7 0,-1 1-2 16,-2 1 4-16,2 0-2 0,-3 1-3 0,-1 2 0 0,1-1-4 0,-3 3 1 15,-1 1-5-15,-1-1 10 0,5 1-6 16,-2 1-4-16,2 3-1 0,1-1 3 16,0 2-3-16,4-1 3 0,-2 5-3 0,3 0 2 0,3-3 1 15,0 0-2-15,3 5 4 0,1-2-2 16,3 2 4-16,4 1-4 0,1-3 1 0,6 1 4 0,-2 0 1 0,4-2-2 15,4 2-1-15,-2-3 5 0,-4 0 0 16,3-6-1-16,-3 2-5 0,-4-2 1 16,-4-4-5-16,1 2-11 0,-2-2-8 0,-1 2-4 0,-2-3 1 0,-2-2 4 15,-7 3 2-15,-2-1-8 0,-9-4-8 0,-3 4-17 16,-7-4-24-16,0 2-40 0,-5-3-41 0,1 2-220 16,1-3-408-16,3 1 181 0</inkml:trace>
  <inkml:trace contextRef="#ctx0" brushRef="#br0" timeOffset="151946.37">28160 11722 68 0,'0'0'509'15,"0"0"-12"-15,0 0-23 0,0 0-36 0,0 0-42 16,8-5-47-16,-8 5-45 0,0 0-72 0,0 0-92 0,0 0-109 0,0 0-143 15,0 0-179-15,0 0-216 0,0 0-547 16,0 0 242-16</inkml:trace>
  <inkml:trace contextRef="#ctx0" brushRef="#br0" timeOffset="162111.72">2513 14408 150 0,'0'0'150'0,"-3"-7"-20"0,3 7-17 0,0 0-8 0,0 0-13 0,0 0-11 15,0 0-10-15,0 0-9 0,0 0-13 0,0 0-6 16,0 0 2-16,0 0-10 0,0 0-6 0,0 0-2 15,0 0-5-15,0 0-2 0,0 0-1 0,-2 10 1 16,2-10 0-16,0 4-13 0,0-4 4 16,0 5-1-16,0-5 5 0,-2 3 5 0,2-3-21 15,0 0 12-15,0 5-2 0,0-5 5 16,0 0 14-16,0 0 39 0,0 0 28 0,0 0 37 16,0 0 31-16,0 0-12 0,0 0-21 15,8-20-15-15,-3 5-14 0,3-2-4 0,3-9-14 16,1-4-11-16,1-1-15 0,7-12-19 0,2-2-13 0,0 2-5 0,-7 12-5 0,2-2-2 15,-2 1 0 1,-1 3-2-16,-2 0 2 0,-5 12-2 0,1 1 1 16,-1 5-2-16,-4 2-1 0,1-1-6 0,1 5-2 15,-4 2-18-15,2-1-3 0,-3 4 1 0,0 0-2 16,13 12 2-16,-10 2-3 0,4 2 9 0,-2 8-6 0,-1 2 5 16,-2 3 5-16,2 1-2 0,1 1-1 0,-1 0 2 15,0 0 1-15,1-2-4 0,-1 0-15 0,1-3-2 16,4-3-2-16,-5-3-11 0,0-2-3 15,0-3-15-15,-2-5-2 0,1 1-18 0,-2-3-9 0,2-2-10 0,-2-1 11 0,0 1-1 16,-1-1 19-16,0-3 8 0,4 1-6 0,-4-3-54 16,0 0-137-16,-10-7-281 0,5 1 125 15</inkml:trace>
  <inkml:trace contextRef="#ctx0" brushRef="#br0" timeOffset="162352.07">2442 14284 53 0,'-12'2'74'0,"2"-2"-10"0,0 1-7 16,4-1-1-16,0 2 3 0,1-2-14 0,5 0-7 16,0 0 11-16,0 0 11 0,0 0 20 0,0 0-1 15,31 2-19-15,-10-2-4 0,12-2 0 0,3 0-8 16,4-1-5-16,16-4 6 0,-2 3-6 0,-6 0-3 0,-7 0-14 0,-9 1 7 0,0 1 2 16,-1-1-5-16,-12 3-9 0,0-2-1 15,-5 2 3-15,-4-1-8 0,-2 1-5 0,-1-1 0 16,0 1 6-16,-2-1-11 0,-5 1 3 15,0 0 5-15,8 0-2 0,-8 0 3 0,0 0-8 16,0 0-12-16,-14 3-14 0,6 0-14 0,1-1-19 16,-3 0-35-16,0 3-22 0,-1-3-73 15,3-1-198-15,-1-1 89 0</inkml:trace>
  <inkml:trace contextRef="#ctx0" brushRef="#br0" timeOffset="162779.01">3319 14166 129 0,'4'-5'253'0,"-4"5"-19"0,3-4-22 0,-3 4-18 16,0 0-23-16,0 0-18 0,2-3-16 0,-2 3-17 15,0 0-20-15,0 0-13 0,0 0-11 0,0 0-10 0,0 0-8 0,-16 5-1 0,8-2-12 0,-1 1-6 16,-2 1-4-16,2 2-8 0,0-2-3 16,-3 1-6-16,3 0-11 0,0 0-17 15,2 2-10-15,-1 0-10 0,4-2-4 0,-1 1 1 16,2-1-6-16,2-1 9 0,-2 5 2 16,2-6 6-16,2 4 1 0,2-1 2 0,1 2 4 15,0-1-1-15,2 0 6 0,2-1-1 0,2 0 1 16,3 0-9-16,-4 0 11 0,9 0 4 0,-8-3-4 15,3 3 2-15,-3-3-1 0,-2 1 2 16,-1-1-8-16,0 0-1 0,-2-3-7 0,-1 4-3 0,-1-2-4 0,-1-1 8 0,-1 1-3 16,-1-3 9-16,0 0-3 0,-17 13 8 15,5-9 0-15,-5 3 1 0,-2 0 9 0,0-3-14 16,-8 4-4-16,5-3-12 0,3 0-22 0,-3-1-31 16,0 1-30-16,3 1-111 0,1-2-241 0,4-3 107 15</inkml:trace>
  <inkml:trace contextRef="#ctx0" brushRef="#br0" timeOffset="163205.49">3805 14146 41 0,'0'0'209'0,"0"0"-21"0,0 0-18 0,-1-5-18 16,1 5-15-16,0 0-21 0,0 0-11 0,0 0-7 15,-11 1-16-15,11-1-9 0,-16 4-3 0,7 0-12 0,-3 0-6 0,-2-1-3 0,3 2-4 16,-2 1-5-16,-2-1-5 0,2 0-12 15,0 2 12-15,3 0-9 0,0 1-10 0,-1-1-7 16,5 2-6-16,-3-3-4 0,4 2-4 0,0-2-3 16,1 2 0-16,2 0 5 0,2-2-12 15,2 3 10-15,2-1 2 0,2-1-1 0,3 1 3 16,1 1-1-16,3-1 7 0,4-3-9 16,-2 4 8-16,-2-4-10 0,-4 2 8 15,4-2 0-15,-4 0-3 0,0-1-3 0,-2-1-9 16,-2 2-7-16,0-2 0 0,-5-3 6 0,7 4-7 15,-5 0 3-15,-3-2 6 0,-4 3 5 0,-3 1-5 0,-4-1-8 0,-5 1-13 0,-3 0-34 16,-7 0-21-16,0-1-29 0,-2 2-103 0,-1-4-236 16,10-1 105-16</inkml:trace>
  <inkml:trace contextRef="#ctx0" brushRef="#br0" timeOffset="163697.1">3983 14204 135 0,'-2'-4'250'15,"2"4"-21"-15,0 0-21 0,0 0-22 0,0-7-20 16,0 7-23-16,0 0-20 0,0 0-26 0,0 0-25 15,0 0-9-15,0 0-3 0,0 0-9 16,0 0-5-16,-6 19-4 0,5-14-6 0,1 4-5 16,0 1-2-16,-3 2-2 0,2-3-8 0,-1 3 1 15,1-2-1-15,1 1 2 0,0-1-6 16,1-1 3-16,1 0-6 0,-1-2 0 0,0 1 3 16,1-3-6-16,-1 2 2 0,1-5-1 0,0 2 0 0,-2-4 3 0,4 7 10 0,-1-6 11 0,-3-1 8 15,12 0 9-15,-12 0 4 0,17-4 5 0,-12-1 1 16,5 0-1-16,-3-3-3 0,1 1-5 15,1-3-8-15,0 1-2 0,0-2-3 16,0-2-2-16,1-1-4 0,-2 4-4 0,-3 1 6 16,0 1 1-16,0 1-3 0,0 3-2 0,-2 0-6 0,1-1-5 15,-4 5-10-15,2-4-10 0,-2 4-25 0,0 0-14 16,4-3 9-16,-4 3-7 0,0 0 10 0,6 14-4 16,-3-9 1-16,1 3-8 0,1 1-2 15,0 1-9-15,3 0-9 16,-2 1-15-16,7 2-17 0,-3-1-31 0,4 0-35 15,-2-2-36-15,-3-2-154 0,2-2-373 0,-1-1 165 16</inkml:trace>
  <inkml:trace contextRef="#ctx0" brushRef="#br0" timeOffset="164544.94">4536 14218 218 0,'0'0'257'0,"0"0"-26"0,0-2-28 0,0 2-19 16,0 0-22-16,0-4-24 0,0 4-31 0,0 0-29 16,0 0-14-16,0 0-9 0,0 0-4 0,1 10-3 15,-2-6-7-15,1 4-3 0,-3-3-11 0,2 6 2 0,0-6-5 16,-2 7 3-16,-1-4-4 0,3 4-4 0,0-5-3 31,-2 0-4-31,2 0 2 0,1 1 6 0,-4-3-6 16,4 0-5-16,0-1 5 0,-3-1-1 0,3 1 2 0,0-4 24 0,0 0 15 0,0 5 23 0,0-5-2 15,0 0-8-15,0 0-8 0,12-8-3 0,-7 7-9 16,3-4-3-16,2-3-4 16,-1 0-2-16,0 0-7 0,5-2 3 0,0 0-10 15,-3 1-4-15,0 3-4 0,-2-2 1 0,1 2-3 16,-5 3-3-16,1-1-3 0,0 0-2 0,-1 1-2 16,-5 3-3-16,11 0-2 0,-11 0-3 0,12 3-2 15,-8 1 0-15,1 0-1 0,2-1-2 0,-3 4-3 16,-1 1 1-16,-1-1 0 0,2 3 3 0,-4-1-3 15,4 2 5-15,-4 0-8 0,1-4 0 0,3 1-2 0,-4-3 0 16,0 2 2-16,5-2 3 0,-5 0 5 0,0-5 1 16,1 7 21-16,3-3 19 0,-4-4 24 0,1 3 25 15,-1-3 19-15,0 0-6 0,0 0-8 0,0 0-13 16,13-7-6-16,-6 3-8 0,0-4-4 0,0 3-13 16,2-2-11-16,-3-1-13 0,7 2-18 0,-3-2-7 15,4-1-19-15,-1 1-8 16,-4 1-17-16,2 2-7 0,-2 0-14 0,0 0-14 15,3 1-3-15,-2 1-15 0,2 2-6 0,-2 0-8 16,1 1-3-16,-2 1-8 0,5-1-7 0,-5 1-1 16,4 2 0-16,-4-1 9 0,0 2 13 0,-4 1-2 15,0-3 15-15,3 1 7 0,-3 0 14 0,-1 0 4 16,-4-3 10-16,6 5 5 0,-2-3 18 0,-4-2-5 16,4 5 7-16,-4-5 31 0,3 2-2 0,-3-2 18 0,0 0 15 15,0 0 24-15,6 4 11 0,-6-4 16 0,0 0 12 16,0 0 9-16,0 0 5 0,0 0 5 0,0 0-14 15,0 0-8-15,15-2-9 0,-9-1-7 0,7-1-6 16,-1 1-9-16,7-2-5 0,-2 1-5 0,4-1-2 16,0 0-4-16,0-2-5 0,-3 0-1 0,3-1-3 15,-3 2-1-15,-2-2-3 16,0-2-2-16,-4 5 1 0,0-1-2 0,-3 2-4 16,-2 0 4-16,-2-1 6 0,1 2-1 0,-4-1-5 15,1 0-9-15,-3 4-2 0,-3-4-4 0,3 4-1 16,-14-2 1-16,0 4-3 0,-4 1 2 0,-10 2-5 15,1 4 1-15,2-1-3 0,-2 3 6 0,5-4-6 16,4 4-2-16,0-2-3 0,3 1 1 0,1 4-2 16,5-6 2-16,0 2-2 0,1 1 3 0,3 4-5 0,4-6 6 15,4 1 2-15,3-1 0 0,3 1 3 0,6-2 4 16,4 0 0-16,11-2-1 0,3-3-6 0,4 2 4 0,-1-4-4 16,3 2-18-16,-2-5-20 0,1 1-14 15,-3-3-20-15,-1 1-20 0,-5-1-25 0,-1 0-32 16,-8-2-43-16,-3-1-135 0,-5 2-358 0,-2-1 158 15</inkml:trace>
  <inkml:trace contextRef="#ctx0" brushRef="#br0" timeOffset="164783.84">5907 14129 293 0,'0'0'311'15,"-1"-7"-23"-15,1 7-26 0,-4-4-23 0,4 4-26 16,0 0-26-16,0 0-29 0,0 0-47 0,0 0-61 16,6-7-42-16,-6 7-45 0,0 0-45 0,0 0-44 0,16 8-54 15,-14-4-103-15,2 2-306 0,-4-6 135 0</inkml:trace>
  <inkml:trace contextRef="#ctx0" brushRef="#br0" timeOffset="164914.94">5952 14396 295 0,'0'0'297'0,"0"0"-21"0,2 4-21 0,-2-4-36 15,0 0-26-15,14-2-39 0,-14 2-58 0,13-2-56 16,-4-1-60-16,2 0-71 0,1 2-195 0,-3-2-309 15,2-1 136-15</inkml:trace>
  <inkml:trace contextRef="#ctx0" brushRef="#br0" timeOffset="165100.15">6367 14278 43 0,'0'0'341'0,"0"0"-23"0,0 0-27 0,0 0-31 0,0 0-30 0,0 0-33 32,18-6-34-32,1 4-50 0,1 1-56 0,1-1-71 15,7-2-83-15,-6 3-220 0,-2-1-344 0,1-3 152 0</inkml:trace>
  <inkml:trace contextRef="#ctx0" brushRef="#br0" timeOffset="167080.41">7315 14052 64 0,'0'-2'243'0,"0"-5"-15"0,0 3-9 16,0 4-16-16,0-6-16 15,0 3-21-15,0 3-15 0,0-6-13 16,0 6-22-16,0-3-14 0,0 3-13 0,0 0-19 0,0 0-11 0,0 0-4 0,0 0-8 15,0 12-11-15,0-6 0 16,0 5-3-16,-3-2-7 0,2 3-4 0,1 3 0 0,0 1-2 16,0 1-4-16,0-2 14 0,0 1-1 15,-2 0-2-15,2-3-6 0,2-1-1 0,-2-1 1 0,0-1-3 16,0 1-4-16,0 0 2 0,0-5-2 16,0 1 1-16,-2-2-1 0,2-2 3 0,0 2-2 0,0 0 2 15,0-5-1-15,0 5 3 0,0-5 13 16,0 3-5-16,0-3 11 0,2 2 0 0,-2-2-3 15,0 0-17-15,0 0-34 0,0 0-31 0,4-8-41 0,-4-1-41 16,1 3-56-16,2-2-214 0,-6-3-433 16,3-3 191-16</inkml:trace>
  <inkml:trace contextRef="#ctx0" brushRef="#br0" timeOffset="167240.87">7292 13914 35 0,'0'-5'266'16,"0"5"-24"-16,-4-5-25 0,4 1-22 0,0 4-23 0,-1-3-34 16,1 3-44-16,-1-5-51 15,1 5-45-15,0 0-40 0,7-3-43 0,-7 3-128 0,9-1-229 0,-9 1 101 16</inkml:trace>
  <inkml:trace contextRef="#ctx0" brushRef="#br0" timeOffset="167695.74">7201 13709 81 0,'-10'7'111'0,"-6"-1"-15"16,-1 5-13-16,-1 3-5 0,-3 3-7 0,1 4-8 0,-2 2-7 16,4 1-2-16,-1 2-1 0,0 1-11 15,2 5-3-15,2 2 1 0,2-1 3 0,-3 11-6 0,8-10 0 16,-1 0-6-16,4-2 0 0,0 2-5 0,4-4-6 0,1-3 3 16,5 4-7-16,0-6 3 15,0 0 1-15,7-7 22 0,3 2 19 0,3 0 15 16,5-5 11-16,5-2 8 0,3 1 0 0,3-7 2 0,3 1 6 15,3-3-1-15,-2-2-1 0,13-3-4 16,-1 0-3-16,-9-3-2 0,-4-3 3 0,0-3 2 0,-2 1 8 16,-1-3 0-16,-2-3 8 0,-1 1 2 15,-7-3-5-15,3-2-3 0,-6 0-8 0,0-3-5 0,-4-5-10 16,-5 0-10-16,1-8-11 0,-5 2-20 0,-4 0-13 0,-6-3-8 16,-1-2-3-16,-8 3-18 0,-4 1-7 15,-11-7-10-15,-2 0-9 0,4 19-10 0,-4-2-15 16,-4 8-18-16,-5 2-22 0,-3 7-27 15,1 4-45-15,0 5-47 0,-12 6-276 0,14-1-526 0,5-2 232 0</inkml:trace>
  <inkml:trace contextRef="#ctx0" brushRef="#br0" timeOffset="170197.2">8748 13851 150 0,'0'-7'168'0,"1"0"-1"0,-1 2-12 16,0-2-21-16,0 3-12 0,1 0-14 0,-1 4-14 16,-1-5-21-16,1 5-13 0,0 0-6 0,0 0-8 15,-3 18-6-15,1-6-5 0,-2 8-2 0,0 3 5 16,-2 6-15-16,-2-4 3 0,3 5-6 0,0-2-4 16,0 0 1-16,-1 2-6 0,3-1 3 0,-2-2 1 0,1 1-7 0,0-3 15 15,4-6-3-15,0-1-1 0,-1-2-4 0,1 1 0 16,-3-7-3-16,6 0 2 0,-6-3 3 15,3 0-4-15,0-2 14 0,0-1 31 0,0 1 32 0,0-5 25 16,0 4 1-16,0-4-13 0,0 0-5 0,0 0-14 16,3-17-8-16,-3 8-4 0,0-3-12 0,1-3-7 15,-1-4-2-15,0 0-6 0,3-8-10 0,-3-1-3 0,0 0-5 16,0 0-8-16,1-6-1 0,0 5-2 0,-1-5 1 0,4 2-5 16,0 0-1-16,-1 6-3 0,0-3 1 15,2 3-1-15,-1 7-3 0,2 1 4 0,0 2-4 16,2 1 1-16,3 2-3 0,-1 2-3 0,1-2-2 15,2 2 2-15,0 6-1 0,1-4-2 0,3 3 0 0,2 4 2 16,-7-1-4 0,4 6-10-16,-2-3-5 0,0 2-4 0,3 6-8 15,-7-1-6-15,0 2-2 0,0-1-2 0,-1 5 1 16,-4 4 1-16,-2 1 7 0,-2 1 0 0,-3 5 1 16,-6 2 6-16,-6-1 1 0,-4 1 7 0,-2-1-2 15,-2-1 2-15,-4-4 1 0,2-1 0 0,0-1 1 16,0-5 4-16,1 1 5 0,5-3-3 0,1-5 5 15,5 2 2-15,3-5 2 0,-2 1 16 0,6-2 15 0,0 0 9 0,1 3 3 16,0-4-6-16,0 2-3 0,4-3-5 0,-6 2-4 16,6-2-6-16,0 0 4 0,10 7-1 0,-1-4-8 15,3 2-2-15,3-1-3 0,2 3 0 0,0 3-2 16,1 0 0-16,-1 0-2 0,1 2-1 0,-1 0 2 16,0 0-5-16,6 5 3 0,-10-5 0 0,0 0-1 15,1 2-13-15,-2-6-3 16,-5 5-9-16,2-5-28 0,-3 0-19 0,0 0-19 15,-3 0-29-15,1-3-29 0,1 0-32 0,-2 0-179 16,-2-2-386-16,0-3 171 0</inkml:trace>
  <inkml:trace contextRef="#ctx0" brushRef="#br0" timeOffset="170366.19">9139 14183 217 0,'0'0'387'0,"5"-3"-37"0,-5 3-22 0,0 0-28 16,4-4-33-16,-4 4-21 0,2-2-27 0,-2 2-31 16,0 0-46-16,4-3-68 0,-4 3-64 0,5-5-53 15,-1 2-52-15,1 2-61 0,4-3-73 0,1 0-139 0,-5 0-398 0,4-2 176 16</inkml:trace>
  <inkml:trace contextRef="#ctx0" brushRef="#br0" timeOffset="170598">9449 13793 261 0,'0'-3'299'0,"0"-2"-29"16,0-1-30-16,0 3-26 0,0-1-29 0,0 4-47 15,0 0-25-15,0 0-12 0,0 0-10 0,-4 13-13 16,2-2-3-16,-2 5-7 0,1 2-9 15,-1 2-4-15,2-2-5 0,-2 10-10 0,0-8-20 0,-1 5-13 0,1-1-18 16,0 1-26-16,2-4-17 0,1 2-19 0,-3-5-30 16,2 2-21-16,1-4-17 0,0 1-163 0,-3-9-329 15,3 2 146-15</inkml:trace>
  <inkml:trace contextRef="#ctx0" brushRef="#br0" timeOffset="170851.54">9628 13779 249 0,'1'-5'301'15,"1"0"-26"-15,-1 2-30 0,0-2-28 0,-1 5-28 16,1-6-27-16,-1 6-25 0,0 0-14 0,0 0-13 16,0 0-13-16,-2 21-9 0,1-4-10 0,-2 2-9 0,0 6-5 0,0 2-10 15,-1 1-4-15,-1 1-5 0,1 2-5 0,-1-3 2 16,2 1-11-16,-1 0-21 0,2 0-3 15,-1-3-5-15,1-6-15 0,-1-1-18 0,2-1-14 0,-1-2-19 16,0-2-21-16,-2-2-19 0,4-3-16 0,-2 2-24 16,0-5-15-16,1 0-16 0,0-1 5 0,-3-3-93 15,4-2-284 1,0 0 126-16</inkml:trace>
  <inkml:trace contextRef="#ctx0" brushRef="#br0" timeOffset="171034.49">9392 14077 102 0,'0'0'218'16,"-5"-2"-10"-16,5 2-6 0,0 0-7 0,0 0-14 0,-6-1-15 0,6 1-18 15,0 0-13-15,0 0-15 0,0 0-11 0,21-3-11 16,-7 1-5-16,6 0-16 0,12-1-6 0,-1 3-23 16,-2-5-26-16,1 2-32 0,-1 1-33 0,-6 0-32 15,-2 1-38-15,0 0-41 0,-8 1-146 0,1-3-325 0,0-2 144 16</inkml:trace>
  <inkml:trace contextRef="#ctx0" brushRef="#br0" timeOffset="171268.23">9849 14105 72 0,'4'0'393'0,"-4"0"-27"15,0 0-41-15,0 0-31 0,0 0-37 0,0 0-39 16,0 0-59-16,0 0-50 0,0 0-75 0,0 0-91 16,11-3-71-16,-5 2-73 0,-1-4-107 0,0 2-331 0,1-1 146 0</inkml:trace>
  <inkml:trace contextRef="#ctx0" brushRef="#br0" timeOffset="172016.62">10292 13759 127 0,'0'0'141'0,"0"0"-15"0,0 0-8 15,0 0-14-15,0 0-8 0,-15 5-12 0,5-1-9 16,0 2-9-16,-3-1-3 0,0 5-10 0,-1 0-3 16,-1 3-5-16,-2 0-2 0,3 1-4 0,2-2-5 15,1 3-6-15,-2-1 0 16,4-2-2-16,-1 1-6 0,2-1-3 0,3 0 3 16,1 0-3-16,1 0-6 0,3 0 4 0,0-2-3 15,3 2 2-15,3 0 11 0,0-2 4 16,9 2 3-16,-2 0 3 0,6 0-4 0,-2-3-5 0,1 3-1 15,-3-5-2-15,4 5-4 0,-3-4-1 0,-1 2-3 16,-5-3 0-16,0 0-6 0,-2-2-1 0,-3 0-5 16,0 0 2-16,0 0-4 0,-2-2 4 0,-3 2 1 0,-3 0 0 15,0-1 1-15,-6 1-2 0,0 0 2 0,-8 1 0 16,2 2-3-16,-7-3 1 0,3 3-7 0,-3-4-23 16,3 2-34-16,1-1-44 0,0-2-173 0,-11 0-299 15,11-3 132-15</inkml:trace>
  <inkml:trace contextRef="#ctx0" brushRef="#br0" timeOffset="172485.09">10944 13946 173 0,'-6'-3'167'0,"6"3"-17"0,-7-2-17 16,7 2-15-16,-11 5-12 0,2-3-8 0,-1 2-13 0,-2 1-4 0,-1 0-10 15,3 2-12-15,-1-1 0 0,-1 1-12 0,-2 3-9 16,1-2 1-16,4 0-11 0,3 0-4 0,-2 1 3 15,-1-1-7-15,4-1-4 0,1 3-2 16,3-4 7-16,-1 2-6 0,4-1 6 0,-1 1 24 0,3-2 11 16,1-2 8-16,5 1 3 0,2 1 0 15,1-4-2-15,5-1-2 0,1-1 3 16,0-1-5-16,-1-1 1 0,0-4 9 0,-4 1 2 16,-2 1 4-16,-1-1 5 0,-1-3 7 15,-1 2 1-15,1-5-9 0,-6 3-10 0,1-5-11 0,-1 1-22 16,0-3-9-16,-7 2-10 0,2-4-9 0,-7-2-12 15,3 2-2-15,-5 2-1 0,-1-2 0 16,-1 5-5-16,-3-1-4 0,2 1-2 0,-2 2-11 16,4 2-20-16,-3-1-23 0,4 4-25 0,1-1-33 0,2 4-40 0,0-2-39 0,2 1-163 15,5 3-400-15,0 0 176 0</inkml:trace>
  <inkml:trace contextRef="#ctx0" brushRef="#br0" timeOffset="172841.22">11154 13673 182 0,'3'-3'278'0,"-3"3"-29"0,3-3-28 0,-2 1-26 0,-1 2-25 0,0 0-21 0,0 0-17 16,0 0-13-16,4 12-14 0,-4-5-10 0,0 8-11 16,-2 2-7-16,-1 14-10 0,-2 1-4 0,0 1-5 15,1 2-9-15,-1-2-2 0,1 1-7 16,1-2-5-16,1-1-3 0,1-4-3 0,1-2-3 15,1 0-3-15,1-8-3 0,-2-4 2 16,2-1-4-16,-1-3 0 0,0 1-2 0,1-3 3 16,-1-1 1-16,0-1-3 0,-1-1 14 15,1 0 31-15,-1-4 26 0,2 5 18 0,-2-5 18 0,0 0-3 0,0 0-15 0,0 0-24 0,0 0-26 16,-11-12-32-16,1 3-16 0,-4-1-14 16,-2-2-5-16,-1-1-4 0,-6-3 2 0,0 1-2 15,5 6 7-15,2-2-6 0,5 2 6 0,2 5 5 16,-1-1 2-16,5 0 6 0,0 1-4 0,2 0-1 15,2 0-5-15,6 0-12 0,5-2-7 16,12-1-11-16,10-1-33 0,4-1-53 0,20-3-71 16,4-2-86-16,0-1-165 0,-1 0-479 15,-2 1 212-15</inkml:trace>
  <inkml:trace contextRef="#ctx0" brushRef="#br0" timeOffset="173356.26">12364 13822 175 0,'0'0'286'0,"-3"-6"-4"0,2 3-24 15,1 3-18-15,0-5-19 0,0 5-19 0,0 0-25 16,0 0-18-16,0-3-17 0,0 3-21 0,0 0-17 16,0 0-10-16,0 0-15 0,0 0-9 15,0 0-8-15,0 13-8 0,0-4-4 0,0 1-6 0,0 3-4 0,-1-1-1 0,1 1-10 0,-3 4-5 16,3 0 1-16,-1 0-4 0,-2-2-4 16,2 2 2-16,1-4-2 0,0-2-2 0,0-1-6 15,-1-1 4-15,-2-1 0 0,3-1-2 0,0-2-1 16,0 2-1-16,0-5 1 0,0 3-4 15,0-5 1-15,0 5 1 0,0-5 3 0,0 7 0 16,0-7 4-16,0 3-4 0,0-3 3 0,0 0 1 16,0 0-14-16,0 0-21 0,0 0-41 15,0 0-71-15,0 0-84 0,0 0-253 0,-1-20-508 16,2 11 226-16</inkml:trace>
  <inkml:trace contextRef="#ctx0" brushRef="#br0" timeOffset="173753.18">12428 13644 135 0,'-3'-3'200'0,"3"3"-20"0,-5-5-14 0,1 3-25 16,0-1-13-16,4 3-17 0,-10 0-7 0,0 1-10 15,2 2-16-15,-3 1-7 0,-2 1-11 16,-4 4 0-16,-2-1-10 0,1 4 5 0,-5 4-11 15,0 1 2-15,-1 2-3 0,4 3-5 16,-2 0 4-16,3 2-3 0,-3 3-3 0,4 0-10 0,3 1 1 0,-1 1-2 0,2 2-6 16,4-3 1-16,1 0-3 0,5-1 1 0,-1 0-2 15,5-1 21-15,9-1 17 0,0-1 10 0,5-2 9 16,5-2 5-16,8-3 4 0,4-1-3 16,3-4 0-16,3-1-3 0,17 0 1 0,-3-6 3 15,0-3 9-15,-12-4 11 0,0-7 6 16,-2 5 13-16,-1-5 16 0,0-6 10 0,-7 1-2 15,-2-3-4-15,-3-3-2 0,-2-3-15 0,-2-2-30 0,-2-6-5 16,-4-3-48-16,-5-2-26 0,-1-9-16 16,-8 10-17-16,-5-11-14 0,-3 12-14 15,-10 2-10-15,2 3-15 0,-10 0-21 0,-12 0-25 0,2 11-36 0,-11 1-35 0,-6 6-64 0,-1 4-294 16,-4 4-594-16,3 1 264 0</inkml:trace>
  <inkml:trace contextRef="#ctx0" brushRef="#br0" timeOffset="193460.89">13906 13784 12 0,'0'0'156'0,"0"0"-9"0,14-8-2 0,-14 8-11 15,3-4-8-15,-3 4 1 16,2-3-6-16,-2 3-9 0,3-2-7 16,-3 2-1-16,0 0-9 0,2-3-4 0,-2 3-13 15,0 0-7-15,0 0-13 0,0 0-13 0,2-3 6 0,-2 3-16 16,0 0-2-16,0 0-4 0,0 0-7 0,0 0 1 16,-2 15-6-16,2-5 0 0,-1 0-3 0,-1 2-6 0,-1 3 4 15,-1 3-4-15,3 2 1 0,-3-1-4 0,-1 1 7 16,4-2-7-16,-2 0 0 0,1 1 2 0,-1-3-2 0,-1 0-5 15,4-3 2-15,-4 3-2 0,3-6 2 0,0-1 2 16,-3 3-4-16,4-7 5 0,0 0 13 0,-1 2-4 16,-2-3 4-16,3 0 19 0,0-4 24 0,3 7 17 15,-6-3 17-15,3-4 14 0,0 3 10 0,0-3 9 16,0 0 6-16,0 0-3 0,0 0 0 0,0 0-9 16,0 0-4-1,0 4-2-15,0-4-5 0,0 0-4 0,0 0-19 16,0 0-33-16,0 0-33 0,0 0-11 0,3-16-21 0,-3 10-37 15,0 2-37-15,0-8-44 0,0 5-54 0,0-5-69 16,-3 0-279-16,1-3-574 0,-5-2 254 0</inkml:trace>
  <inkml:trace contextRef="#ctx0" brushRef="#br0" timeOffset="193614.21">13925 13629 222 0,'2'-2'241'0,"-2"2"-22"0,1-3-24 16,-1 3-22-16,1-5-18 0,-1 5-67 0,0 0-55 0,0 0-35 0,0 0-25 15,0 0-43-15,0 0-47 0,0 0-68 0,5 10-201 16,-3-8 88-16</inkml:trace>
  <inkml:trace contextRef="#ctx0" brushRef="#br0" timeOffset="194062.52">14320 13726 59 0,'0'0'237'0,"0"0"-23"0,0 0-22 15,0 0-24-15,0 0-16 0,0 0-16 16,8 0-16-16,-8 0-16 0,0 0-12 0,0 0-9 16,1 4-7-16,-1-4-10 0,-1 4-11 0,1-4-5 15,-8 9-6-15,8-2-4 0,-9-3-3 0,4 6-3 16,-4-2-8-16,1 1-1 0,-3 3-5 0,-2 0-1 0,4-1 1 16,-5 1-3-1,5-3-2-15,1 1 0 0,0 0-1 0,0-1-7 16,3 1 3-16,0-1-4 0,2-2 1 0,1 1 1 15,0 3 3-15,5-5-3 0,1 0-2 0,3 2 2 16,8 0-1-16,2 1-2 0,5-2 3 0,7 0-3 16,2 2 1-16,0-3-2 0,-2 1 2 0,2 1-4 15,-4 0 0-15,-9-4-4 0,2 3-3 0,-2-2-4 16,-3 0-6-16,-3 0-7 0,-1-1-6 0,-7 0 0 0,4 0-5 0,-4 0 4 16,-2 1 1-16,-2-2-2 0,-5 1 6 0,-1 1 4 15,-7 2 7-15,-8-2 2 0,-5 1-3 0,-4 1 1 16,-6-1 4-16,6 0 2 0,-2-1 0 0,1-1-12 15,0-1-51-15,8-3-59 0,-3 0-152 0,10 0-303 16,2-3 135-16</inkml:trace>
  <inkml:trace contextRef="#ctx0" brushRef="#br0" timeOffset="195002.7">15276 13796 35 0,'0'0'232'0,"-3"-5"-15"15,3 5-17-15,0-5-17 0,0 5-19 0,0 0-17 16,0-3-11-16,0 3-20 0,0 0-18 0,0 0-7 15,0 0-8-15,0 0-14 0,0 0-10 0,0 0-6 16,0 0-2-16,0 0-7 0,0 0-8 0,-2 20-1 0,1-11-4 16,-1 4-3-16,1 2-5 0,-2 0-4 0,0 5-1 15,-1-2-1-15,2 0-5 0,2 0-4 0,2-1 5 0,-2 0 0 16,4-1 0-16,-2-4 2 0,2-2-8 0,1 1 2 16,0-2-1-16,5-2 5 0,-2-1-3 0,1-1-2 15,4-1 10-15,2 0 17 0,0-4 2 0,3 0 3 16,4-5 9-16,-4 0 4 0,3-3 1 0,-2 0-1 0,-3-2 3 0,9-6 0 15,-5-1-8-15,2-3-2 0,-4 3-2 0,2-7-5 16,-7 8-2-16,2-5-1 0,-6 7 6 16,0-2-5-16,0 5 11 0,-4 0 1 0,-1 1 6 0,-3 4-2 15,3 1-2-15,0-3-11 0,-3 3 0 0,2 2-10 16,-2-2-6-16,-1 5-19 0,0-3-17 0,0 3-3 16,0 0 2-1,-6 8 2-15,2-1-3 0,-1 3 2 0,-2 5 0 16,1-1 2-16,-2 3 0 0,4 1 0 0,2 0 0 15,-2 3 3-15,1-3 1 0,6 1 3 0,-2-1-2 16,4 0 6-16,6-1-2 0,0-2 4 0,6-1 2 16,6 3 0-16,5-5-2 0,2-4-8 0,5-2-27 15,2-2-39-15,1-1-49 0,-2-3-71 0,5-3-76 16,-4-3-179-16,1-1-481 0,-2-5 214 0</inkml:trace>
  <inkml:trace contextRef="#ctx0" brushRef="#br0" timeOffset="195848.2">15975 13786 186 0,'-1'-2'290'0,"1"2"-16"0,0 0-28 0,0-5-26 0,0 5-23 15,0 0-22-15,0 0-24 0,-3-3-33 0,3 3-21 16,0 0-13-16,0 0-8 0,0 0-8 0,0 15-10 16,0-3-5-16,0 0-3 0,-2 2-4 0,4 2-9 0,-4 2-3 15,0 2-3-15,0-2 0 0,0 2-6 0,0 0-2 16,1 0-6-16,-1-1 0 0,2 0-6 16,-2-4 5-16,0-1-4 15,2-4 0-15,0 2-1 0,-1-8-2 0,1 1 2 16,-2 2 4-16,2-4 20 0,-1 1 24 0,1-4 29 15,0 7 37-15,0-7 35 0,0 0 21 0,1 3-5 16,-1-3-16-16,0 0-17 0,10-16-18 0,-6 8-10 16,5-1-2-16,-2-8-22 0,6 0-16 0,1-4-16 15,0 1-4-15,-1 3-6 0,0 2-2 0,-4 6-6 16,-3-3-2-16,2 4-8 0,-2-1-4 0,1 4-8 0,-5-2-2 0,2 3-18 16,0 0-11-16,-2 2-32 0,2-1-10 0,-1 3 3 15,-3 0 4-15,10 3 7 0,-6-1 5 16,1 2-9-16,1 4 0 0,3 0-5 0,-1 1 9 0,2 3-4 15,-1 0-4-15,4 2-3 0,-3-3-5 16,3 3 1-16,-2-4-3 0,1 0 3 0,-2-1 2 16,-1-3 3-16,0 0 7 0,1-2 12 15,-2 0-1-15,1-1 1 0,2-2 3 16,-2-1 6-16,3-1-1 0,-2-3 8 0,0 0 1 0,0-3 5 16,2 1-4-16,-2-3 4 0,-1 0-1 15,5-3 7-15,-4-1-3 0,4 3 6 0,-5-4 9 16,2-1 10-16,-4 6 3 0,3-7 7 0,-2 7 10 0,-3 0-8 0,2-1 3 0,-1 3 5 0,-2 2-5 15,-3-2 0-15,3 3-6 0,0 0-8 16,-3 0 1-16,-1 4-5 0,4-5-5 16,-4 5-10-16,4-3-17 0,-4 3-11 0,0 0 6 15,5 8 1-15,-5-3 1 0,1 2-2 0,-1 1 1 16,3 1 6-16,-2 3 2 0,0 1-2 0,-1-3 5 16,3 5 2-16,-3-1-1 0,1-1-2 0,-1-1 4 15,3 0 2-15,-1-1 0 0,-2-3 9 0,1 2-16 16,1-3-9-16,-1 1-4 0,-1-3 20 0,0-1-2 0,0 1-6 0,0-2 0 15,0 1 5-15,0-4 2 0,0 0 3 0,0 6-7 16,0-6-28-16,0 0-62 0,0 0-85 0,-10-13-91 16,2 4-219-16,2-5-536 0,-3-2 238 0</inkml:trace>
  <inkml:trace contextRef="#ctx0" brushRef="#br0" timeOffset="196003.11">16435 13629 64 0,'0'-3'309'0,"-3"-1"-24"16,3 4-27-16,3-5-30 0,-3 5-25 16,0-5-23-16,0 5-36 0,0 0-39 0,0 0-23 15,0 0-28-15,0 0-24 0,0 0-27 0,0 0-39 16,11 10-39-16,-7-6-39 0,0-1-173 0,-3 0-311 0,2 0 138 0</inkml:trace>
  <inkml:trace contextRef="#ctx0" brushRef="#br0" timeOffset="196665.06">16754 13609 12 0,'3'3'55'16,"1"-1"-4"-16,-4-2 2 0,0 0 11 0,8 0 4 16,-8 0 4-16,0 0 2 0,12-3 17 15,-8-1-4-15,0-1 3 0,0 3 5 0,1-4 8 16,0-3 4-16,-1 4 3 0,1-2 5 0,-1 0 0 15,1-3 3-15,0 4-2 0,-2 0 2 16,-1-1-1-16,2 2-3 0,-3 0 2 0,2 1-14 0,-1 1-11 16,-2 3-8-16,4-5-15 0,-4 2-9 15,0 3-26-15,0 0-8 0,0 0-5 0,0 0-3 16,1 16 0-16,-2-5-6 0,-1 8-1 0,-4 6 1 0,3 4 3 0,-5 0-4 16,2 7 2-16,-2 9-1 0,1 4 2 0,0-4-3 0,2-10-3 15,1 11 1-15,0-10 1 0,1-3-1 16,1 0-3-16,1-2-1 0,-1-4 0 0,2 2 18 15,-2-10-3-15,0-1-2 0,0-1-4 0,1-1 1 16,0-6-1-16,1 0 0 0,-2-3-2 0,1-1 4 16,0 0-1-16,-1-1 9 0,1-4 8 15,0 4 5-15,1-5 5 0,-1 6 9 16,-1-4-5-16,2-2-1 0,0 0-8 0,-7 2-1 16,7-2-4-16,0 0-3 0,-13-7-9 0,8 5-22 15,0-1-31-15,-4-1-29 0,0-1-50 0,0 1-62 16,-3-3-77-16,-3-2-191 0,2 2-479 0,4-2 213 15</inkml:trace>
  <inkml:trace contextRef="#ctx0" brushRef="#br0" timeOffset="197003.83">16617 13880 250 0,'-6'-2'264'16,"6"2"-24"-16,0 0-26 0,0 0-19 0,0 0-21 15,0 0-20-15,0 0-15 0,19-6-11 0,3 5-15 16,6-4-10-16,11 0-14 0,12-5-7 16,-12 6-5-16,0-1-8 0,-1 0-13 0,-6 1-10 0,0 0-6 0,-9 0-8 0,-4 4-1 15,-5-3-5-15,-1 1-3 0,-3 0-2 0,-1 1 2 16,-1 0-9-16,-2 0 0 0,-1 1-4 15,-5 0-2-15,5-2-2 0,-5 2 4 16,0 0-6-16,0 0 1 0,0 0-1 0,0 0-5 16,0 0-6-16,-21-1-11 0,21 1-13 0,0 0-20 0,-8 1-19 0,8-1-18 0,0 0-21 15,-5 2-21-15,5-2-17 0,0 0-7 16,0 0-21-16,0 0-106 0,0 0-304 0,0 0 135 0</inkml:trace>
  <inkml:trace contextRef="#ctx0" brushRef="#br0" timeOffset="197417.54">17235 13747 54 0,'1'-7'267'16,"-1"7"-22"-16,0 0-25 0,1-3-24 15,-1 3-20-15,0 0-23 0,0 0-19 16,0 0-27-16,0 0-11 0,0 0-9 0,0 0-6 0,-12 9-12 0,5-5-7 16,0 2-3-16,-2 2-11 0,-3 0-9 15,1 5-2-15,2-4-2 0,-3 4-4 0,1 0-4 16,2 0-4-16,-3 1-3 0,7-3-1 16,0 2-5-16,1-4 2 0,0 1-3 0,-1 1-2 0,5 2 0 0,0-4 1 0,4 3-2 15,-3-3 2-15,4-1 0 0,3-2 0 16,1 1 1-16,5-1-2 15,-2-2 1-15,3-2 4 0,-2-1 1 0,-2-1 12 16,3 0 6-16,-2-3 3 0,1 1 4 0,-2-2 5 0,-1 0-3 0,0-3-2 0,-2 1 1 16,1-3-3-16,-5 1-10 0,0-4-5 15,-2-5-17-15,-2 8-8 0,-2-5-13 16,-2-1-1-16,-2 4-4 0,-3-4-8 16,2 6-2-16,-5-3-7 0,3 3-14 0,-2 2-17 15,0 0-30-15,-1 2-15 0,5-2-36 0,-1 4-31 0,2-1-176 0,0 1-382 16,4-1 169-16</inkml:trace>
  <inkml:trace contextRef="#ctx0" brushRef="#br0" timeOffset="197743.94">17401 13739 42 0,'7'-1'259'0,"-3"0"-25"15,-4 1-24-15,7-2-22 0,-7 2-21 16,10 2-21-16,-3-1-14 0,0 0-15 0,1 7-9 15,1-4-14-15,0 4-10 0,2-1-8 16,-2-1-10-16,0 8-4 0,1 1-6 0,-2-1-8 0,-3 1-1 0,0 1-7 16,-1 2-3-16,1-2 1 0,-5 4-7 15,0-3-6-15,-3-1 0 0,1-1-2 16,-3-2-4-16,1-2-3 0,2 0 1 0,-1-2 0 16,-3-1-5-16,2-2 1 0,1-1 2 0,-2-2 10 0,3 1 22 0,-1-1 24 15,2 0 32-15,1-3 23 0,0 0 25 16,0 0-1-16,0 0-9 0,0 0-10 0,0-12-27 15,4 4-19-15,1-5-27 0,2 0-16 16,4-3-27-16,6-5-20 0,0 1-15 0,1 0-21 0,-1 2-22 0,-2 6-18 16,-2 0-29-16,-1 4-28 0,0-2-31 15,-3 3-40-15,2 0-57 0,-4 2-170 16,-1 1-471-16,4-1 209 0</inkml:trace>
  <inkml:trace contextRef="#ctx0" brushRef="#br0" timeOffset="198607.78">17815 13798 332 0,'0'0'318'0,"0"0"-28"0,-1-7-32 0,1 7-30 0,0 0-20 0,-3-2-28 16,3 2-24-16,0 0-18 0,0 0-24 15,0 0-11-15,0 0-10 0,5 16-10 16,-5-11-11-16,2 3-4 0,-2 3-13 0,-2 0-2 0,2 0-7 0,0 4-6 0,-1-3-6 16,0 3-4-16,-2-3-5 0,3 0-3 15,-1-2-3-15,0-1-3 0,-1-2-4 0,2-2 5 16,0 0-3-16,0 0 0 16,-1-2 7-16,1-3 8 0,1 7 24 0,-1-7 46 0,0 0 25 0,0 0-8 15,0 0-9-15,0 0-12 0,12-11-16 0,-4 4-9 16,-2-4-3-16,8-1-5 0,-2-1-6 15,0-1-13-15,2 1 0 0,0-1-1 16,-1 3-10-16,1-1-4 0,-5 3-4 0,-2 2 0 16,0 3-3-16,-3 1-5 0,2-2-14 0,-2 1-19 0,0 3-11 15,1 0-1-15,-5 1-2 0,8 2 1 0,-4 3 4 16,-1 1-3-16,4 2-1 0,-3 4 0 16,-2 0 3-16,2-1 0 0,0 5-5 0,1 1-11 0,-1-1 2 0,-3-3-10 0,4-3 5 15,-5 3 2-15,4-4 0 0,-1 0 2 16,-2-4 8-16,0-1 5 0,1 2 7 0,-2-2 30 15,0-4 40-15,2 5 40 0,-2-5 15 16,0 0-6-16,0 0-27 0,0 0 6 0,10-12-6 0,-6 7-8 0,4-4-8 16,0-2-12-16,1 0-28 0,1-4 0 15,0 1-6-15,-1-2-9 0,2 3-5 16,-2 3 2-16,0 0 1 0,-1 3-2 0,-2-2-1 16,1 2-3-16,-1 2 2 0,-3 0-5 15,4 2-18-15,-3 0-2 0,-4 3-6 0,9 0-9 0,0 0-9 0,0 0-10 0,1 3-6 16,-1 1-10-16,5 1-11 15,-2 0-10-15,5 2-2 0,0 3-3 16,1-5-6-16,0 5-13 0,0-5-5 0,0 0-12 0,-3 2 3 0,0-7 5 0,-2 1 16 16,0-2 8-16,1 1 10 0,-4-3 17 15,3-5 13-15,-3 2 18 0,-2-6 18 0,0-1 25 16,-2 1 23-16,-1-4 23 0,-2-1 14 16,0 0 17-16,0 0 7 0,-2-3 9 0,-1-6 6 0,2-2 5 0,-4 3 2 15,5 2-7-15,-3 2 1 0,1 2 4 16,2 2 3-16,-2 0 8 0,0 5 0 15,2 3-6-15,-2-2-10 0,-1 6-9 16,0-2-3-16,0 2-27 0,0 3-27 0,0-2-26 0,0 4-8 0,0 0 0 0,0 0-1 16,-5 11 7-16,2 1-4 0,2 0 1 0,-4 5-4 15,1 3 2-15,-2 6 4 0,2-1-2 16,-5 2 0-16,7 1 0 0,0 3 5 16,-3-2-1-16,5-2 0 0,-1 0 1 0,1-7 0 0,-3-1 3 0,3 2 1 15,0-8-1-15,3-1-1 0,-3 0-1 0,0-6 6 16,1 0 0-16,-1 1 3 0,-1-4 5 15,2 1 24-15,-1 1 11 0,0-5 12 16,0 5 3-16,0-3 6 0,0-2-36 16,0 0-42-16,0 0-34 0,0 0-41 0,5-9-58 0,-3 4-74 0,0-1-74 0,3-3-208 15,-1-1-539-15,1-2 238 16</inkml:trace>
  <inkml:trace contextRef="#ctx0" brushRef="#br0" timeOffset="199151.42">18658 13705 119 0,'3'-1'304'0,"-3"1"-29"0,4-3-26 16,-4 3-31-16,0 0-22 15,0 0-24-15,4-2-20 0,-4 2-17 0,0 0-18 0,0 0-14 16,5 7-14-16,-4-4-11 0,3 4-10 16,0-2-11-16,1 0-11 0,-1 2-9 0,-2-1-2 0,3 2-8 15,0-1-12-15,1 3-6 16,-3-6-5-16,4 4-5 0,-2-5 0 0,0-1 0 15,0 1 2-15,2-1-2 0,-1-2 2 0,-6 0-1 0,14-2 3 16,-8-3 0-16,3 2-1 0,0-4 2 0,0 2 9 0,-4 0 10 0,4-4 8 16,-4 5 0-16,3-4 2 0,-3 3 7 15,0 2-1-15,0-4-3 0,-1 5 3 0,0-1-10 0,-3-1-7 16,3 3-7-16,-4 1-2 16,0 0-3-16,0 0-7 0,9 5-1 0,-5 0-2 15,-3 5-3-15,4 4-4 0,-5 3 1 0,4 3 1 0,-3 6-2 16,2 1 4-16,-3 2-3 0,-3 5 1 15,2-3 2-15,-3 1-1 0,-1 4 0 0,-1-2 3 0,-2 0-1 16,0-3 0-16,0-1 7 0,1-1-7 16,-1-3 1-16,1-8-2 0,1-1-2 0,-2-1 4 15,1-3 1-15,0-5 3 0,0 0 6 0,0-1 13 0,-2-2 7 16,0-1 12-16,0-3 21 0,-3-2 29 0,2 0 39 0,0-4 38 16,1 0 2-16,2-3 3 15,2-4-11-15,0 0-6 0,5-7-22 0,4-7-33 0,8-4-30 0,7-2-34 16,14-13-22-16,9-2-12 0,21-12-23 0,-20 19 6 15,7 3 16-15,1 4-15 16,1 6-2-16,-4 4 3 0,-2 3 21 0,-10 6-6 0,-2-1-2 0,-5 5 9 16,-2 1 9-16,-14 3 3 15,1 1 1-15,-5 3-9 0,0-1-2 0,-3 2 12 16,2-2-33-16,-5 3-35 0,-3 0-33 0,0 0-11 0,0 0-23 16,0 0-51-16,-26 9-79 0,12-1-111 0,-5-4-213 0,1 0-612 15,5 0 272-15</inkml:trace>
  <inkml:trace contextRef="#ctx0" brushRef="#br0" timeOffset="200621.2">20266 13711 81 0,'0'0'146'15,"0"0"-12"-15,0 0-11 0,0 0-16 16,0 0-16-16,0 0-8 0,0 0-9 0,0 0-7 15,0 0-3-15,0 0-13 0,-4 5-14 0,4-5 5 0,0 0 6 16,0 0-7-16,0 0-4 0,0 0-8 0,21 0 5 0,-14-2-3 0,1 0 0 16,-1 1-2-16,4-2-10 15,0 0 6-15,2-1-6 0,-4-1 2 0,2 0 9 0,-2 1 9 16,-1-1-2-16,1 0 6 0,-3 0 6 16,2-1 1-16,-4 1 4 0,1 1 6 0,-2 0 0 0,2-1-1 15,-3 1-8-15,1 1-4 0,-3 1-8 16,0 2-8-16,0 0-5 0,-9-5-3 0,4 3 0 0,5 2-5 15,-21 3-3-15,2 0 0 0,0 0-4 16,2 5-3-16,-10 1-2 0,-1 5 2 0,2-3 1 0,0 2-6 16,1 5 2-16,0-2-3 0,-2 6 0 15,4 2 1-15,0-2-3 0,3 2 0 0,-1 0 4 0,6 1 1 16,4 1-4-16,4-4-4 0,5-5 5 0,3 4-7 0,4-5 4 16,7 0 5-16,11-1-1 15,3-1 1-15,6-4-1 0,21-1-3 0,3-4 1 0,5-5 4 16,3-3 0-16,27-6 0 0,-27 3-1 0,25-9-2 0,-25 5 3 15,-3-2-1-15,-2-3-1 16,0 0 0-16,-6-1 1 0,-4-2-6 0,-13 2 7 0,-4-2-2 16,-1 0 1-16,-7 1 8 0,-1 2 13 15,-9 1 6-15,-1 2 13 0,-6 4 3 0,-1-3 2 0,-5 2-9 16,0 1-5-16,-5-1-4 0,-2 3-4 16,-4 0-4-16,-7 0-5 0,-2 6 0 0,0-3-3 0,-11 6-4 15,2-1 1-15,0 5-6 0,-1 1-1 0,1 1 3 0,3 1-3 16,6 2-12-16,3-2-7 0,0 5-9 15,5-1-5-15,2 0-6 0,2-1 6 0,6-2 4 0,2-1 5 16,3 2 0-16,8 0 2 0,6-3-3 16,7 0 9-16,3-1 2 0,4-5 1 15,-1 0 0-15,3-3 3 0,1-2-2 0,1-1 4 0,-2-4 3 16,-2 0-5-16,-2 2 6 0,-5-7-2 16,-6 4 9-16,-1-1 7 0,-4-1-2 0,-1-2 8 0,-3 4 4 15,-5-3-6-15,2 1-4 0,-5-2-1 0,-2 2-6 0,0 0 0 16,-5-1-5-16,0 2-3 0,-4 0 0 0,0 0-2 15,-10 1 0-15,6-1-5 16,-6 5 2-16,6 1-7 0,-5-2-17 0,4 2-14 0,0 3-8 16,1 0-18-16,2 2-28 0,-2 0-15 0,4 3-14 15,3-2-19-15,-2 0-20 0,3 1-138 16,4 1-327-16,0 0 144 0</inkml:trace>
  <inkml:trace contextRef="#ctx0" brushRef="#br0" timeOffset="200998.16">21468 13722 2 0,'4'-4'304'0,"0"-1"-6"0,1 3-9 0,-1-3-7 16,-3 3-19-16,2-1-26 0,-3 3-29 0,2-4-22 16,-2 4-23-16,4-2-18 0,-4 2-33 0,0 0-30 15,0 0-15-15,0 0-9 0,0 0-4 0,4 9-3 16,-5-1-6-16,-2 1-5 0,3 3-5 0,-4 5-8 0,2 2 1 0,-5 2-3 15,5 2-2-15,-6 3 2 0,3-7-7 0,1-1 1 16,0-1 0-16,3-4-5 0,0-1 0 0,-2-1-2 16,2-4 1-16,-2 0-1 0,2-2 2 0,1 0 12 15,0-1 35-15,0-4-6 0,0 0-5 0,0 0-5 16,0 0-3-16,22-13-9 0,-12 7 0 0,-1-3-2 16,5-3-4-1,0-3-2-15,0 5-2 0,2-2-4 0,-4-2-1 0,4 2 0 16,-7 4 1-16,2-1-6 0,-3 4-6 0,-3 0 0 15,1 0-1-15,-2 1-3 0,1 1-1 16,-1 0-6-16,1 2-1 0,-5 1 3 0,10 0-1 16,-6 2-18-16,1 2-3 0,4 1-14 0,-4 2-11 0,0 1-14 15,3 2-11-15,0-2-14 0,-2 3-18 0,-1-1-29 16,-1 1-29-16,-1 2-19 0,1-7-35 0,-3 5-211 0,0-6-464 16,-1 2 206-16</inkml:trace>
  <inkml:trace contextRef="#ctx0" brushRef="#br0" timeOffset="201361.56">21849 13734 53 0,'3'-8'310'0,"1"3"-12"0,2 0-13 0,-5 2-21 16,1-2-22-16,0 2-31 0,3-1-21 0,-4 3-24 16,-1 1-19-16,0 0-17 0,0 0-16 0,13 4-13 15,-9-2-17-15,0 5-13 0,0 1-9 0,-2 1-4 16,3 4-9-16,2-2-1 0,-5 4-8 0,5 2-4 15,-3 2-5-15,-2-3-3 16,6 2 6-16,-6-2-12 0,1 0-5 0,-2-4 1 16,2 1-2-16,-2-4-1 0,0 2-5 0,1-5 0 15,-2 1 1-15,1-2-4 0,-1-3 24 0,0 3 20 16,0-5 25-16,4 5 37 0,-4-5 27 0,0 0-1 16,0 0-4-16,0 0-14 0,0 0-13 0,11-12-9 15,-6 1-13-15,3 2-10 0,-2-3-9 0,2-5-7 16,3 3-5-16,-2-3-4 0,2 0-11 0,1 1 2 0,1 0-19 0,-1 1-12 15,-1 1-26-15,0 0-27 0,-1 3-33 0,-3 4-21 16,2-2-34-16,0 4-29 0,0-2-29 0,-1 5-25 16,1-1-28-16,2 1-29 0,1 2-56 0,0 0-166 15,-1 0-532-15,0 2 236 0</inkml:trace>
  <inkml:trace contextRef="#ctx0" brushRef="#br0" timeOffset="201715.66">22309 13802 208 0,'0'0'259'0,"0"0"-17"0,-2 3-12 15,2-3-11-15,0 0-26 0,0 0-19 0,0 0-21 16,0 0-13-16,0 0-15 0,0 0-13 0,12 0-11 0,1-2-13 16,-3 1-4-16,3 0-11 0,6-1-7 0,0-1 1 15,-1-2-14-15,3 0-3 0,-1 3-5 0,0-3-7 0,1 0 0 16,3-3-3-16,-6 1-8 0,0-2-6 15,-5-2 0-15,4 2-5 0,-7 2 3 0,1 0-2 16,-3-3-2-16,-2 3 0 0,1-1 1 0,-1 0 0 16,-3 0 10-16,-2 3-10 0,0 0-3 0,-2 1-4 0,-2 0 0 0,-3-2-4 15,1 3-2-15,-3 1-2 0,-2 0 1 0,-3 1-2 16,-1 2-1-16,0 3-3 0,-4-1 1 0,3 4-3 16,-1 0 9-16,1 1-10 0,1 3-1 0,2 0 3 15,1 0-1-15,1 4-5 0,0-2-12 0,5 3 1 16,1 1-3-16,3 0-14 0,2 0-7 0,0-2-18 15,3 1-22-15,1-4-28 16,5-1-35-16,-1-2-36 0,0-1-192 0,1 0-408 16,-1-4 181-16</inkml:trace>
  <inkml:trace contextRef="#ctx0" brushRef="#br0" timeOffset="202549.13">22689 13675 195 0,'5'-7'275'0,"-1"1"-19"0,-1 2-25 0,1 1-26 16,0-2-18-16,-1 3-24 0,3 0-23 0,0 2-14 16,-6 0-9-16,13 3-14 0,-4 1-12 0,1 1-9 15,-1 3-11-15,-1 1-5 0,2 0-11 16,-1 1-3-16,-2 4-6 0,0 0-6 0,-3-3-5 0,0 6-4 16,-3-3-5-1,0 1-5-15,-1 0-6 0,-2-4-1 0,-1 0-1 16,0-2 0-16,0 0-1 0,-1-3 1 0,2 0-2 15,-1-2 11-15,2 0 18 0,-2-1 11 0,3-3 17 16,-4 4 8-16,4-4-3 0,0 0-6 0,0 0-12 0,-1-11-1 16,2 3-19-16,3 0-13 0,3-1-10 15,3-5-18-15,5 1-13 0,9-1-8 0,2-3-1 16,2 0-8-16,5 0-6 0,0 2-7 0,2 2-6 0,1 0 1 0,0 0 2 16,-1 4 2-16,2 0-3 0,-5 1 0 0,0 1 9 15,0 1 2-15,-5 2 1 0,-8 0 6 0,-1 1 4 16,-8 1 2-16,2 1 1 0,-6 1 5 0,1-2-7 15,-7 2 7-15,5 0-6 0,-5 0 7 0,0 0 4 16,-18 5 3-16,4-2 3 0,-4 4-2 0,0 0 2 16,-1 2 1-16,0-2 0 15,1 3 5-15,0-2-4 0,1 2-3 0,3 0-6 16,1 1-9-16,4-4-11 0,1 1-1 0,5-1 5 16,-1-1-6-16,4 2 16 0,4-5 8 0,6 3-3 15,3 0 3-15,6-4 0 0,9 1-2 0,2-4-7 16,-1-1-7-16,2-3-1 0,-1-2 0 0,0 2-2 15,-5-5 7-15,2 2 3 0,-4-5 1 0,-2 1 5 16,-5 2 12-16,0-4 23 0,-4 1 7 0,0 1 33 0,-5-2 19 0,1 4 12 16,-3 1 7-16,-2-1 6 0,1 0-10 0,-1 8-11 15,-1-5-5-15,0-1-11 0,-4 6-7 0,2 2-11 16,-5-4-4-16,5 4-4 0,0 0-9 0,-14 1-1 16,7 4-4-16,-2 3-7 0,0 0 0 0,-1 5-4 15,2 2-3-15,-3 2-2 0,2 7-1 0,-1 0 0 16,2 3-1-16,-1 2 1 0,5-3-2 0,-1 3-2 0,4-2 0 0,-2 0 0 15,3 1 1-15,0-1 2 0,0 2-2 0,3-3-3 16,-6 0 19-16,3-3-3 0,-1-2-10 16,0-3-5-16,-3 2-4 0,0-3-5 0,0-3-12 0,2-2 1 15,-5 1 3-15,2-4 5 0,0 0-2 0,-4 1 1 16,0-3 5-16,-5-2 1 0,3-2 0 0,-5 0 2 16,-3-2 1-1,0-1 2-15,0-5 1 0,-8-2 1 0,7 0 2 16,-6-4 10-16,8 1 14 0,2-1 13 0,1 1 11 0,4-1 21 15,2-1 5-15,1-4-14 0,6-2-11 16,4-1-15-16,7-6-8 0,7-2-5 0,2 2-5 16,3 0-4-16,6 1-1 0,1-1-2 0,0 4 2 15,4 0-5-15,1 3 2 0,3 1-3 0,0 3 0 0,1-1-3 16,0 5 1-16,-1 1-2 0,-4 1 2 0,-12 0-2 0,2 7 2 16,-4-5-4-16,-5 1 0 0,-2 3-4 0,-3-1-27 15,-2 2-31-15,-2-2-24 0,-4 3-44 0,7 0 2 16,-7 0-19-16,0 0-43 0,0 0-225 0,0 0-448 0,-25 3 199 15</inkml:trace>
  <inkml:trace contextRef="#ctx0" brushRef="#br0" timeOffset="203489.02">23838 13772 253 0,'-2'-1'248'0,"2"1"-24"0,0 0-26 0,0 0-28 16,0 0-20-16,0 0-30 0,0 0-21 0,14-4-24 16,-6 4-19-16,-2 0-12 0,7 0-14 0,-1 0-8 15,-1-1-7-15,3-1-9 0,-1 0 2 0,1-4-4 16,1 0-2-16,-2 2 2 0,-1-3 3 0,2-2 2 0,-2 0 10 15,-4 1 8-15,1-1 6 0,-1 1 14 0,-1-1 10 16,-3 2 6-16,0 0-1 0,-3 0 2 0,-1 1-12 31,0-1-7-31,-1 0-3 0,-3 2-6 0,-5-1-6 0,-1 0 6 16,-2 3-15-16,0 1 0 0,-7 2-5 0,-2 0-3 16,2 2 0-16,-2 1-5 0,1 2-2 0,1 0-2 15,1 2 1-15,-1 2 0 0,2 2-4 0,3-2 4 0,0 3-6 16,4 0 2-16,2-2-2 0,2 2 2 0,3 0 0 15,1 1 6-15,4 3-4 0,7-2-2 0,0-1 3 16,5 3 1-16,0-5-2 0,4 0 2 0,1-4-1 16,3 1-6-16,4-3 3 0,-3-2 0 0,-2-2-3 15,1-2 4-15,-3-2 5 0,2-2 8 0,0-4 14 16,-4 1 25-16,1-1 23 0,-4-2 7 0,0 0 3 0,-4 0 15 0,1-3 14 16,-3 4 3-16,-1 1 11 0,-2-1 3 0,-1 3 4 15,0 4-5-15,-2-5-5 0,1 4-16 0,0-1-11 16,-1 1-12-16,0 0-15 0,0 0-32 0,-2 4-52 15,0 0-19-15,0 0-4 0,0 0 3 0,0 0 0 16,-3 15 3-16,-1-6-3 0,-1 0-3 0,1 4-3 16,0-1 1-16,-2 3-1 15,1 1-3-15,0 1-1 0,-1-2-2 0,3-4 4 16,-1 1-2-16,0-3 8 0,4-2 1 0,-2-2 9 16,0 0 8-16,2-3 21 0,-1 3 25 0,1-5 14 15,0 0-14-15,0 0-4 0,14-7 8 0,-5 2 4 16,0-3 6-16,1 1-9 0,-1-2-4 0,4-3-4 15,-3 0 0-15,4 2-2 0,-1-2-1 0,0-1-2 16,-2-1 14-16,-2 7-10 0,0-4 12 0,-2 6-2 0,0-4-20 0,-3 5 16 16,1 0-5-16,-1-2-5 0,2 4-10 0,-3-1-27 15,1 1-15-15,-4 2-2 0,9 0-10 0,-4 2-8 16,-1 2-9-16,3 0-8 0,0 3-5 0,-1 0-7 16,2 3-8-16,1-1-10 0,-2-1-10 0,0 2-11 15,2-1-5-15,-2-1 6 0,-1 0 4 0,-1-3 10 16,0-1 7-1,-1 0 13-15,2-3 9 0,-6-1 5 0,0 0 11 16,10-6 6-16,-5 3 17 0,-3-5 13 0,3 0 15 0,-3-4 12 16,5 1 21-16,-4-3 11 0,1-2 11 0,3 0 10 15,-3-1 10-15,1-1 11 0,2-1 8 16,2-6 6-16,0-1-12 0,-1 1-4 0,3-3-4 16,1 1-16-16,-1 3-5 0,-3 7 7 0,0 0 22 0,-3 5 0 0,-1 4-9 15,2-1-17-15,-5 4-21 0,1 0-53 0,-1 2-26 16,-1 3 0-16,0 0 3 0,0 0 7 0,-1 20-3 15,-4-5 4-15,-2 4 7 0,1 3 3 16,-3 4 1-16,-3 1-17 0,3 2-18 16,0-1-18-16,-1-2-16 0,3 0-18 0,0 0-30 0,-1 2-15 0,5-10-16 0,-4-4-22 15,3-3-35-15,3 0-144 0,-3-5-401 0,0-4 178 16</inkml:trace>
  <inkml:trace contextRef="#ctx0" brushRef="#br0" timeOffset="203715.59">24323 13643 137 0,'0'-3'274'0,"-4"1"-7"0,4 2-11 16,-1-6-20-16,1 6-28 0,1-5-16 15,6 4-17-15,5-1-22 0,6 1-17 16,4-3-14-16,10 3-12 0,4 0-9 0,17 0-13 0,0-3-7 0,2 4-10 0,-2-1-4 16,1-3-8-16,-4 1-5 0,-12 0-6 15,-3 2-6-15,-1-5 0 0,-13 4-2 16,0-2 10-16,-8 1 24 0,0 1-1 15,-4-1 1-15,-3 3-12 0,-2-1-18 0,0-2-26 16,-4 3-30-16,0 0-23 0,0 0-40 0,-14-4-38 0,1 4-59 0,0 1-81 16,-1 3-196-16,0-4-487 0,3 2 215 15</inkml:trace>
  <inkml:trace contextRef="#ctx0" brushRef="#br0" timeOffset="204490.91">25916 13532 52 0,'0'0'293'0,"0"0"-25"0,-1-4-27 0,1 4-26 0,0 0-21 16,0 0-27-16,0 0-21 0,0 0-28 0,0 0-19 16,0 0-6-16,0 0-11 0,-5 14-8 15,1-6-10-15,2 0-7 0,-1 5-6 0,1-4-4 16,0 4-7-16,1-2-3 0,0 2-7 16,-1-1 0-16,0 0 1 0,2 2-8 0,0-6-1 0,-1 4-4 0,1-3 0 15,1 1 0-15,-1 0-2 0,-1-3 0 16,1-2-3-16,0 0 1 0,0-1-6 15,-2 1 3-15,2-2 0 0,0-3 1 0,0 5-3 16,0-5 3-16,0 5 3 0,0-5-2 0,0 0 0 0,0 0 3 0,0 4 2 0,0-4-4 16,0 0-41-16,0 0-54 0,-11-9-61 15,7 4-51-15,-5-6-190 0,3 1-415 16,-2-6 184-16</inkml:trace>
  <inkml:trace contextRef="#ctx0" brushRef="#br0" timeOffset="204642.98">25871 13272 27 0,'1'-8'271'0,"0"3"-31"0,0-3-24 0,1 4-19 0,-1-1-28 0,1 2-40 16,-2 3-26-16,4-2-30 15,-4 2-23-15,0 0-23 0,8 12-37 0,-3-6-31 16,-1 3-39-16,-2 2-149 0,1-3-248 16,0 3 111-16</inkml:trace>
  <inkml:trace contextRef="#ctx0" brushRef="#br0" timeOffset="204991.73">26196 13499 2321 0,'0'0'248'16,"4"1"-97"-16,-4-1-74 0,1 3-37 0,-1-3-17 0,0 0-13 0,4 2-5 15,-4-2-7-15,0 3 2 0,0 2 2 16,0 0-6-16,0 2 1 0,0 2 1 15,-1 2 0-15,-3 0-3 0,0 5 5 16,2 0-2-16,-3 2 0 0,-1-1 2 0,0-1-7 0,2-2 6 0,0-2 1 0,3-2-1 16,-3-1 3-16,4-1-2 0,-2-1 3 0,2-2 0 15,-2-3 6-15,1 3 26 0,2-2 35 16,-1-3 28-16,0 0-3 0,0 0-10 16,0 0-14-16,19-10-8 0,-11 5-5 0,6-7-9 15,-1 4 0-15,1-3-8 0,3 1-9 0,-2 0-1 0,2 1-9 16,-7 1 1-16,-1 3-6 0,2-2-2 15,-2 5-3-15,-2-3-9 0,1 4-5 16,0 1-18-16,-1-2-12 0,3 5-14 0,-3 1-20 0,3 2-21 0,-3 1-26 0,2 3-38 16,0-1-38-16,0 1-54 0,-4-2-222 0,3 3-502 15,-1-4 223-15</inkml:trace>
  <inkml:trace contextRef="#ctx0" brushRef="#br0" timeOffset="206204.34">27295 13304 260 0,'9'-16'256'0,"-3"1"-9"0,-2 5-11 15,0-2-13-15,-1 7-23 0,-1 1-23 0,2-4-23 16,-4 6-18-16,4 0-25 0,-4 2-16 16,0 0-10-16,0 0-7 0,0 19-11 0,0-5-8 0,-5 12-3 0,0 1-9 15,-2 5-7-15,1 2-8 0,-7 11 5 16,4-11-6-16,-3 10-4 0,5-12-1 16,-1-1-2-16,5-2-5 0,-3 0 2 0,3-6-3 0,1-2 1 0,-3-4-3 15,3 0 0-15,2-5 0 0,-1-3-6 16,-2-1 2-16,2-3 0 0,-1 3 5 0,2-4 19 15,0-2 13-15,0 2 16 0,0-4 2 0,0 0-9 16,0 0-9-16,0 0-14 0,0 0-19 0,-9-17-23 0,7 11-23 0,-3-5-9 16,-5-3-15-16,-2-2-11 0,-3 1-3 15,2 0 8-15,-6-4 10 0,3 5 0 16,-3-3 5-16,5 5 4 0,-4 1 6 0,4 2 5 16,-2-3 7-16,5 7 8 0,-1-2 7 0,4 2 9 0,2 4 4 0,0-3-1 15,0 2-6-15,2-1-1 0,4 3-1 16,0 0 2-16,0 0 0 0,0 0 5 15,0 0 0-15,19 9-3 0,0-5 3 0,12 1-1 0,1-2-2 0,4-1 2 16,1 0-1-16,3 0 1 0,0-2-5 16,-2-2-2-16,0 2 3 0,-1-3-1 15,-3-1 2-15,1-1-1 0,-4-3 2 16,-3 1 8-16,-4-2 11 0,-5 0 26 0,0-2 13 0,-1 0 8 0,-1 0 6 0,-3-3 9 16,0 2 6-16,-4 2 18 15,-2 3 16-15,1-1-9 0,-2 1-7 16,-3 4-9-16,1-3-12 0,-1 3-12 0,0 1-18 0,0 0-23 0,-4 2-25 15,0 0 1-15,0 0-5 0,2 11-1 0,-2-6 5 16,-2 7-7-16,-4 3 2 0,-1 2-2 0,1 0 3 16,-3 2-2-16,-1 5 3 0,1 1 3 15,0-1-1-15,-1-1 4 0,2-5-12 0,3-1-10 0,1-3-8 16,1-3-5-16,-1-2 1 0,3 0 1 16,0-1 11-16,-3-1-3 0,4-5 5 0,5 2 15 15,0-1 2-15,2-3 0 0,6-3-3 0,4-1 10 0,-1 0-9 16,2-1-2-16,1-3-1 0,-1 1-1 0,2-2 0 0,-1 2 4 15,-1-3-2-15,-3 3 1 16,-3 2-3-16,0 0 3 0,-2 0-1 0,-3 0 0 0,0 0 0 16,-2 3-3-16,0 1 2 0,-1-1-7 15,-4 2-3-15,6-2-2 0,-6 2 3 0,4-1 0 0,-4 1-2 16,0 0-1-16,9 3 5 0,-3 0-5 16,-2 2 7-16,3-1-2 0,-1-1 1 0,3 3-2 0,4-2 5 15,0-2 2-15,4 3-1 16,0-1-2-16,2-1 1 0,4-1 5 0,-2-2-2 0,0 0 0 0,0 0-1 15,-3-5 3-15,0 1-3 0,-1-1 5 16,-4 2 4-16,-1-4 0 0,0 2 0 0,-3-3 5 0,3 2 10 0,-6-2 4 16,-1 1 2-16,-1-1 6 15,0 2-1-15,-4 0-9 0,0 0-5 0,-4-2-8 0,-1 4-2 0,-3-1-1 16,-7 2-5-16,-4 3-1 16,-2 0-4-16,-7 4 3 0,0 3-5 0,8-1-4 0,-7 6 0 15,13 0 0-15,-3-2-8 0,7 5-7 16,1 0 6-16,5 3 0 0,8 0 1 0,5-2-12 0,10 8-32 15,13-7-47-15,12 8-64 0,11-8-92 16,2-5-285-16,7-5-590 0,1-2 261 0</inkml:trace>
  <inkml:trace contextRef="#ctx0" brushRef="#br0" timeOffset="206825.61">29052 13516 266 0,'0'-8'372'0,"0"0"-18"0,0 1-31 0,0 0-17 0,3 0-34 0,-2 1-24 16,-1 0-27-16,0 1-21 15,0 2-20-15,0 3-21 0,1-8-24 0,2 7-14 0,-3 1-21 16,1-3-15-16,-1 3-23 0,0 0-3 0,0 0-16 16,3 15 2-16,-3-6-11 0,0 2 4 0,1 1-4 0,-2 6-7 15,1 0-3-15,0 1-6 16,0 0 3-16,0-2-6 0,-3 0 0 0,3 0-4 0,-1 0-11 16,-2-4-16-16,3-1-11 0,-1-1-14 0,1-3-9 15,0-1-19-15,-1 1-14 0,1-2 3 16,-3-3 8-16,3 1 6 0,0-4 14 0,0 6 7 0,0-6-10 15,0 0-76-15,0 0-99 0,-5-13-233 16,3 3-499-16,0-3 221 0</inkml:trace>
  <inkml:trace contextRef="#ctx0" brushRef="#br0" timeOffset="206965.5">29056 13208 149 0,'4'-12'298'0,"-3"2"-26"0,-1 0-30 0,0 5-29 0,3-1-27 16,-2 3-46-16,-1 0-46 0,0 3-22 15,0 0-32-15,0 0-32 0,15 10-38 0,-11-1-39 0,3 0-59 16,0 2-121-16,-2-1-268 16,-1 2 120-16</inkml:trace>
  <inkml:trace contextRef="#ctx0" brushRef="#br0" timeOffset="207558.34">29422 13455 306 0,'0'0'377'0,"3"2"-40"16,-3-2-41-16,4 2-35 15,-4-2-22-15,0 5-25 0,3 2-28 0,-6-1-21 16,-2 5-19-16,1 0-10 0,-2 3-18 0,-1 5-12 0,2-4-20 16,0 1-21-16,-1 0-7 0,1-6-9 15,1 1-7-15,1 0-8 0,1-3-1 0,0-1-5 0,1-2-2 16,-1 0 1-16,0 0 14 0,2-3 40 0,0-2 19 0,0 0 4 15,0 0-18-15,0 0 1 0,22-9-12 16,-13 1-3-16,1 0-14 0,4-1-6 0,2-3-3 0,-3 0-11 16,3 4 2-16,-2-1-6 0,-4 3-5 15,3-1-10-15,-5 2 0 0,3-1 11 0,-4 1-26 0,3 3 3 16,-4 2-13-16,2-3-9 16,-2 3-8-16,3 3-2 0,3 1-9 0,-3 1 0 0,1 0-4 15,1 3 0-15,-2-1-2 0,6 4-7 0,-2-3-7 0,0 4 2 0,0-5-5 16,-3 5-4-16,3-6-2 15,-3 1 6-15,-1 0 7 0,0-2 5 0,4 0 8 0,-5-3 3 16,2-2 6-16,-1-2 3 0,-3 0 5 16,4-2-1-16,-2-2 8 0,1-5 17 0,-3 0 10 0,2-4 3 15,0-2 16-15,-1 0 9 0,0-1 20 16,-1-7 7-16,1-2 12 0,0 1-3 0,0-1-2 16,0-3-9-16,1-1 3 0,-3 0-21 0,4 0 0 0,0 3-5 15,-4 3-13-15,-1 8 5 16,0 3-1-16,-2 3 5 0,3 1-11 0,-5 3-11 0,3 2-20 0,-2 1-54 15,-1 4-4-15,0 0 4 16,0 0 5-16,-1 17 8 0,-3-2 0 0,-2 4 4 0,-2 7 3 16,3 3 4-16,-3 1 2 0,3 3 3 0,-4 1 6 0,2-3 2 15,0 1 4-15,3 2 0 0,0-7-4 0,-2 0-10 16,6-4-20-16,-2-3-11 0,0-4-8 0,2-6-13 16,0 2-6-16,-2-2-18 0,2-5-10 0,-1 2-1 0,2-2 15 15,-1-2-20-15,0-3-56 16,0 0-65-16,0 0-170 0,0 0-447 15,1-13 198-15</inkml:trace>
  <inkml:trace contextRef="#ctx0" brushRef="#br0" timeOffset="207728.83">29728 13425 130 0,'-2'-4'371'0,"2"4"-30"0,-3-3-28 16,2-1-29-16,1 4-34 0,6-9-27 0,7 5-21 15,1-1-22-15,9 1-28 16,8-1-36-16,5 1-27 0,-1 1-38 0,2 1-34 0,0 1-48 0,0 2-64 16,-2-2-74-16,-3-1-235 0,-3 2-438 0,-8-3 193 0</inkml:trace>
  <inkml:trace contextRef="#ctx0" brushRef="#br0" timeOffset="208090.46">30151 13496 27 0,'0'0'186'16,"0"0"-2"-16,0 4-7 0,0-4 0 0,0 0 3 0,10 3-8 0,-3-1-7 16,4-4-13-16,5 4-13 0,0-4-10 0,3 2-10 15,2-4-3-15,-1 1-10 0,1-2-8 0,8 0-3 16,-11-2-8-16,5 1-11 0,1-5-3 0,-3 4-8 15,-3-3-6-15,-1-1-5 0,-2 2-8 0,0-2-2 16,-5 2 3-16,-1 1 12 0,1 2 3 0,-5-1-5 16,1 2-8-16,-4 1-10 0,-1 0-6 0,-1-1-2 0,0 5-6 15,-10-4-6-15,-1 4 0 0,-3 3-9 0,-8 0 1 16,-5 6-1-16,3 1-5 0,-6 2 0 0,2 1 0 16,1 2-3-16,4 2-4 0,2 0 1 0,1 1 4 0,5-4-5 15,2 1-17-15,3 2-10 0,0-1 0 16,5-1 2-16,1 2-6 0,7 2-4 0,0-4-11 15,4 0-25-15,2-6-29 16,4 1-55-16,2-1-40 0,1-2-214 0,2-4-444 16,-2-2 197-16</inkml:trace>
  <inkml:trace contextRef="#ctx0" brushRef="#br0" timeOffset="208397.37">30540 13401 30 0,'7'-9'285'0,"0"1"-23"15,3 1-31-15,-4 2-22 0,3 0-25 0,0 3-19 16,-1 0-18-16,2 2-16 0,0 4-15 0,1-1-11 16,-2 4-12-16,1 0-12 0,2 4-8 0,0 0-10 15,-3 4-6-15,0 1-4 0,-1-1-4 0,-3 2-7 16,1 0-8-16,0 2-3 0,-4-2 1 0,-2 0-8 16,0-1 1-16,-2 0-1 15,0 0-3-15,-1-3-2 0,-2-4 0 0,3 0-3 16,-2-1-1-16,1-3 5 0,1 2 13 15,0-4 25-15,2 0 32 0,-1 1 36 0,1-4 39 16,-2 3 34-16,2-3-1 0,0 0-23 0,0 0-12 16,0 0-24-16,3-17-16 0,0 6-12 0,2 0-14 0,4-4-6 15,-3-2-24-15,5 3-25 0,1-3-20 16,-3 0-26-16,4-5-48 0,1 8-35 0,-5-3-35 0,4 2-34 0,-2 1-51 16,-4 4-57-16,-1 0-85 0,1-2-204 0,-1 4-598 0,-5-1 265 15</inkml:trace>
  <inkml:trace contextRef="#ctx0" brushRef="#br0" timeOffset="209438.99">31034 13413 275 0,'0'-4'398'0,"4"-1"-20"0,0 0-28 0,-2 1-28 16,0 0-29-16,-1 2-34 0,-1 2-27 0,4-6-20 15,-4 6-30 1,4-3-23-16,-4 3-23 0,0 0-16 0,0 0-10 0,13 9-11 16,-9-3-3-16,0 0-20 0,1 5-9 0,-1-2-14 15,0 3 2-15,1 5-10 0,-1 0-5 0,1-2-4 16,-2 2-2-16,-1 1-2 0,0-1-8 16,0 0 1-16,1 0-6 0,-3-5-4 0,0 1 0 15,0-5-1-15,1 3-1 0,-1-5-4 0,1 0 4 0,-1-1 1 16,0 0 9-16,0 0 24 0,2-3 41 0,-2-2 41 0,1 5 40 15,-1-5 23-15,0 0-18 0,0 0-19 0,11-8-17 16,-4 1-13-16,2-1-13 0,2-4-11 0,1-2-6 16,2-3-13-16,0 3-8 0,2-8-10 0,5-1-16 15,-6 2-23-15,2 0-1 0,-7 4-9 0,1 2-5 16,-2 1-7-16,-1 3-7 0,-3 2-6 0,0 2-13 16,-1 2-13-16,-1 0-18 15,-1 1-22-15,1-1-12 0,1 2-29 0,-2 3-30 16,-2 0-14-16,15 3-8 0,-4-3-12 0,0 4-9 15,3 1-13-15,4 0-7 0,0 0-11 0,0 1-10 16,0-2 13-16,2 1-6 0,1 0 3 0,-3-1 21 16,1-4 21-16,-5 3 22 0,0-6 27 0,-1 3 34 15,-1-2 30-15,1-4 37 0,-4 2 15 0,1-2 22 16,-1-5 27-16,-1 4 21 0,-3-3 11 0,1 3 17 0,-2-2 9 0,0 1 9 16,0-1-21-16,-3 4-4 0,-1-2-9 0,0 0-12 15,0 1-10-15,-4 1-8 0,2 0-5 0,-5 3-3 16,-4 0-6-16,-1 2 1 0,1 3-7 15,-6 3-5-15,0 1 4 0,0 4-8 0,-1 0 0 0,-2 5 0 16,0 2-2-16,5-2-5 0,0 5 4 0,-2 1-3 16,8-4 3-1,1-2-4-15,3 1 3 0,0-4 3 0,5 0-2 16,0-1 4-16,5-3-2 0,-1 0 2 0,5-1-3 16,3-3 3-16,2-2 0 0,1-1-3 0,4-2 3 15,-1-2-6-15,1-2 3 0,2-4 3 0,-3-1 0 16,3-2 9-16,-3 2 4 0,2-8 7 0,-3 5 19 15,1-2 7-15,-4-1-10 0,-1 0 2 0,0 3 11 16,-3-1 6-16,-2 4 7 0,-1 3 6 0,-2-2-12 0,-1 5-7 0,0-2-11 16,-1 0-10-16,-2 3-7 0,2 0-35 0,-1-1-35 15,-2 3-24-15,6-2 1 0,-6 2 8 0,0 0 4 16,4 10 2-16,-2-5-7 0,-1 2-1 0,3 1 1 16,-3-2 1-16,0 2 7 0,3-1 2 0,-1 0 1 15,-2 0 8-15,2-3 0 0,-3 2 7 0,1-2 7 16,0-1 9-16,-1-3 18 0,6 3 3 0,-6-3 1 0,0 0 2 0,13-8 5 15,-8 4 5-15,1-4 3 0,2-2 11 0,0 1 1 16,-2-3 7-16,5-3 0 0,0-2 0 16,-2 1 1-16,1-1 5 0,3-5 5 0,-1 0-9 0,2-2 9 15,-4 1-9-15,3 0 0 0,-3 6 11 0,-2 0 10 16,-1-2 2-16,1 9 1 0,-3-5 0 0,0 4 3 16,-2 5-14-1,-1-1-9-15,3 2-3 0,-5 1-15 0,2-1-12 16,-1 2-35-16,0-1-15 0,-1 4-19 0,0 0 3 0,0 0 5 15,0 0 2-15,-9 19 8 0,0-4-7 16,1 3 2-16,-5 9 5 0,-2 0 11 0,1 0-4 16,0 2 3-16,0 1-6 0,0-2 6 0,3 1 6 15,2 0 4-15,-1-3 0 0,4-1-1 0,3-6 3 16,-1-4-4-16,1-1 9 0,3-4-2 0,0 0 9 0,0 0 29 0,3-1 30 16,-2-2 28-16,9 0 25 0,-1-1-1 0,9-1-7 15,10 2-7-15,8-3-12 0,2 1-7 0,17-3-17 16,3 2-14-16,-20-2-64 0,17-4-85 0,-17-2-99 15,2 2-115-15,1-5-438 0,-4-3-812 0,9-7 359 16</inkml:trace>
  <inkml:trace contextRef="#ctx0" brushRef="#br0" timeOffset="-209585.75">13930 14923 184 0,'0'0'198'0,"0"0"1"0,0-5-13 15,0 5-4-15,0 0-3 0,0 0-7 0,0 0-4 16,0 0-12-16,0 0-11 0,0 0-10 0,0 0-14 0,0 0-15 16,0 0-13-16,0 0-7 0,0 0-11 0,0 0-13 15,0 0-6-15,0 0-7 0,0 0-6 0,0 0-4 16,0 0-4-16,0 0-2 0,0 0-11 0,0 0-12 15,0 0-12-15,0 0-9 0,0 0-7 0,0 0-7 16,-6 10 1-16,6-10-1 0,0 0 3 0,0 0-1 16,0 0 1-16,0 0 8 15,3 5 1-15,-3-5 5 0,7 0 1 0,-7 0-1 16,13-3 5-16,-2 2-2 0,1 0 7 0,2-3-2 16,-2 0-2-16,0 0 4 0,1 0 5 0,-4 0 10 15,0 0 8-15,-3 0 10 0,2 0 2 0,-4-1-3 16,-1 1-2-16,-1 1-11 0,2-1-6 0,-4-1-5 15,0 5-8-15,-9-3-4 0,-3 1-6 0,-3 4 1 16,-4-1 0-16,-12 1 1 0,-1 7-5 0,4-1 3 0,-5 4-4 16,6 0 1-16,-1 1 3 0,1 3-3 0,4-2 0 15,2 2 3-15,8-5-8 0,0 3-4 0,5 0-8 16,3-2 5-16,3 4-1 0,2 0 3 0,7-1 8 16,5 0-1-16,10 5-1 0,8-6 8 0,7-2-14 15,13 2-19-15,2-4-42 0,2-6-55 0,1-1-225 16,-4-3-392-16,-11-3 173 0</inkml:trace>
  <inkml:trace contextRef="#ctx0" brushRef="#br0" timeOffset="-209106.67">14769 14754 219 0,'2'-4'294'0,"-2"4"-31"16,3-3-26-16,-3 3-31 0,2-5-23 0,-2 5-14 0,0 0-44 16,0 0-40-16,0 0-14 0,0 0-3 0,-10 12-11 15,1-2-4-15,-5 5-6 0,-8 3-4 0,-1 1-7 16,-1 1 1-16,-2 6-6 0,0-2-5 0,0-3-4 15,2 1-2-15,1-1-6 0,1-3 2 0,4 2-2 16,3-7 4-16,2 0-9 0,0-1 2 0,5-2-3 16,1-2-5-16,3-1 7 15,0-1-4-15,0-1 3 0,3 2-4 0,-1-2 7 16,0 1 2-16,4 0 2 0,0-2 7 16,5 1 5-16,2 0 0 0,8 0-6 0,0 2 3 0,5 0-4 15,-2-1-2-15,1-1-2 0,6 3-2 0,-1 0-1 16,1 1-4-16,-8-3 3 0,1 1-4 0,-3 0-3 15,-5-2 2-15,3 1-3 0,-6-2-3 16,0-1 3-16,-1-2-4 0,-3 3 2 0,0-3 2 0,0 2-1 0,-1-1 2 16,0 1-1-16,-4-3 1 0,6 0 0 0,-6 0-8 15,0 0-9-15,5 2-14 0,-5-2-18 0,0 0-26 16,0 0-20-16,0 0-35 0,0 0-16 0,0 0-19 16,4-5-47-16,-1-1-111 0,-2-2-341 0,3-3 152 15</inkml:trace>
  <inkml:trace contextRef="#ctx0" brushRef="#br0" timeOffset="-208649.67">15116 14808 14 0,'0'0'288'16,"4"-7"-30"-16,-3 6-30 0,-1 1-23 0,8-3-24 15,-2 3-24-15,-6 0-13 0,17 0-15 0,-3 4-14 0,-4 0-13 16,3 3-9-16,1 2-11 0,0 0-5 0,0 4-11 16,-4 1-11-16,2 2-9 0,-3-2-9 15,-3 6-5-15,-2-4-6 0,0 1-2 0,-3 0-3 16,-2-2-2-16,-2 1-4 0,-2 0-2 0,0-5-8 0,-6 4 6 0,4-4 1 16,0-2 0-16,0 0-1 0,-2-2-1 0,3 0 2 15,1-2 8-15,0 0 12 0,-2-2 17 0,5-1 22 16,-1 1 24-16,-2-1 22 0,5-2 3 0,0 0-13 15,0 0-9-15,0 0-15 0,10-17-5 0,-3 7-13 16,4-4-10-16,7-6-6 0,2 0-8 0,4-1-15 16,-1-2-11-1,2 2 0-15,-1 3-8 0,-2 2 5 0,1 1-5 16,-9 4-3-16,-2 4 0 0,-3 0 0 0,-2 4-4 0,-3 1-21 16,2-2-19-16,-2 3-3 0,-4 1 1 0,7 5 3 15,-7 0 2-15,-2 2 1 0,1 4 10 0,-4 5 0 16,0 1 9-16,0 2-9 0,-3 0 5 0,3-1 1 15,0 7-5-15,1-7 2 0,4-1 3 16,0 1-2-16,4-1-17 0,-1-5-11 0,2 1-25 0,5-1-35 0,0-3-53 16,7-1-65-16,-1-3-194 0,5-2-455 0,2-2 202 0</inkml:trace>
  <inkml:trace contextRef="#ctx0" brushRef="#br0" timeOffset="-208234.99">16187 14715 36 0,'0'-4'279'0,"0"4"-20"15,0 0-24-15,-2-7-31 0,2 7-23 0,0-2-22 0,0 2-20 0,0 0-19 16,0 0-7-16,0 0-14 0,-7 13-10 0,3-5-11 15,-4 6-9-15,-2 0-5 0,-4 8-6 0,-4 0-10 16,-1 1-1-16,-4 2-7 0,2-1-1 16,-4-1-10-16,6-1-1 0,1 2-3 0,-3-3 0 15,1-2-3-15,5-4-4 0,2-1-1 0,-1 0-4 0,5-6 1 16,1 2-2-16,2-1-1 0,0-1-1 0,2-3-1 0,1 2-3 16,1-3 0-16,2 2 6 0,0 1-1 0,5 0 3 15,4 0 4-15,0 0 0 0,6 1 0 0,3 0-2 16,2 1 2-16,0-5-3 0,10 4-1 0,1 2-2 15,-4-2 2-15,0-2-2 0,1 4-1 0,-9-5-2 16,-2 1 1-16,-4-2-4 0,-2-1 1 0,-1-3 0 16,0 2-1-16,-6 1 0 15,1-2 8-15,0 1-4 0,-5-2-2 0,8 3-6 16,-4-3-17-16,-4 0-38 0,0 0-82 0,0 0-54 16,-4-10-228-16,0 6-450 0,-1 0 199 0</inkml:trace>
  <inkml:trace contextRef="#ctx0" brushRef="#br0" timeOffset="-207764.52">16647 14855 47 0,'-9'0'239'16,"9"0"-17"-16,0 0-15 0,0 0-18 0,0 0-18 16,0 0-19-16,0 0-15 0,0 0-14 0,0 0-13 15,0 0-12-15,14-5-7 0,-7 3-9 0,4 1-8 0,-2-1-9 0,5 0-6 16,-2 0-2-16,0 0-9 0,0-1-4 0,3 0-5 15,-5-1-1-15,2 1-4 0,-2-2-2 0,-4 1-4 16,1-1-5-16,-1 1 2 0,0 0 1 0,0 0 3 16,-4-1 2-16,1 1-5 0,-1 0 0 0,1 0-5 15,-3 4-4-15,-6-5-6 0,0 3-1 0,-5 1-3 16,-1 2-2-16,-1 2 1 0,-4 4-4 0,-4-1-3 0,-8 6 0 0,2 1-4 16,4 0 0-16,0 3 0 0,-1 1-2 0,2 0 3 15,9-1-4-15,-1 0-19 0,4 1 10 16,2 1 0-16,3-2 2 0,4 1 7 0,1-1-1 15,6 0 1-15,3-2 8 0,5 1 5 0,10 1-6 0,1-3-14 32,7-1-39-32,0-6-52 0,1 1-78 0,3-5-177 15,-4-2-389-15,1 0 173 0</inkml:trace>
  <inkml:trace contextRef="#ctx0" brushRef="#br0" timeOffset="-207532.67">17034 14980 22 0,'0'0'282'0,"-4"2"-9"16,4-2-10-16,0 0-11 0,0 0-19 0,0 0-26 15,0 0-23-15,0 0-19 0,18-7-16 0,0 3-16 16,1 1-10-16,13-2-18 15,-1 1-15-15,3 0-20 0,2-1-25 0,0 2-22 16,2-1-28-16,-6-2-24 0,-1 2-39 16,-10-1-28-16,-5 0-34 0,3-2-35 0,-9 3-190 15,-6-1-384-15,0 0 171 0</inkml:trace>
  <inkml:trace contextRef="#ctx0" brushRef="#br0" timeOffset="-207317.11">17237 14783 63 0,'0'0'287'0,"-2"-4"-8"16,2 4-22-16,0 0-26 0,-1-4-24 0,1 4-26 16,0 0-25-16,0 0-18 0,0 0-17 0,0 0-14 15,-6 12-13-15,6-4-5 0,-2 5 0 0,1 3-17 16,-1 1-5-16,1 1-11 16,0 2-2-16,-2 1-6 0,6 3-1 15,-1-5-4-15,1 1-2 0,-1 0-20 0,1-2-30 16,0 1-41-16,-2-2-38 0,0-2-43 0,3 2-66 15,-3-8-183-15,2-4-409 0,-1 2 181 0</inkml:trace>
  <inkml:trace contextRef="#ctx0" brushRef="#br0" timeOffset="-206963.18">17671 14757 233 0,'4'-3'237'0,"-1"1"-23"15,5 0-20-15,-4 1-17 0,6 0-18 0,0 3-12 0,4-1-13 16,-1 2-13-16,5 5-17 0,-8-2-5 0,8 2-7 16,-9-1-13-16,6 5-7 0,-7-2-10 0,1 3-7 15,-1 3-7-15,-2 2-3 0,-4 0-6 0,-3 2-8 16,-5-1 1-1,-2 5-3-15,-6 0-8 0,0-2-1 0,-4-3-2 16,-5 3 2-16,0-5-2 0,5 0-4 0,-1-5-1 0,3-2-1 16,1 0-1-16,5-3 3 0,0 0-8 15,2-4 0-15,3 2-3 0,0-1 2 0,-1-1 7 16,2-1-2-16,1 1 5 0,1-1 3 0,2-2 0 16,0 0-3-16,14 4-2 0,-3-4 2 0,8 3-3 15,3-3-24-15,5 0-29 0,1 0-49 0,7 0-80 0,-3 0-231 0,0-3-432 16,-2-1 192-16</inkml:trace>
  <inkml:trace contextRef="#ctx0" brushRef="#br0" timeOffset="-206598.18">18331 14877 2299 0,'0'0'181'0,"3"-4"-14"0,-3 4-58 0,2-3-41 16,-2 3-30-16,4-2-20 0,-4 2-4 0,0 0-9 15,0 0 0-15,0 0-1 0,-6 9-2 0,1 1-3 16,-2-3 2-16,-2 8 0 0,-1 0 2 16,-5 6 0-16,3-4 0 0,-3 4-1 0,-3 1-2 15,5-7-3-15,2 2 7 0,-1-4-1 0,6-4 1 0,-3 1 1 0,5-4-3 16,-1 1 7-16,1-3 1 0,0-2 4 0,3 2 36 16,-3-1 40-16,1-1 34 0,3-2 5 0,0 0-18 15,0 0-6-15,0 0-7 0,10-14-15 0,-4 6-5 16,3-1-11-16,5-3-5 0,-1 0-15 0,1 2 2 15,-1 1-12-15,-3 1-3 0,0 4-2 0,-1-2-3 16,-3 2-8-16,0 0-5 0,0 2-1 0,-1 0-5 0,0 0-12 0,0 2-15 31,-5 0-1-31,13 3-14 0,-8-1-18 0,2 2-24 16,-2 1-31-16,0-1-25 0,1 6-28 0,0-3-45 16,2 1-45-16,-4-1-72 0,-1-1-164 0,-1-2-523 15,0-1 231-15</inkml:trace>
  <inkml:trace contextRef="#ctx0" brushRef="#br0" timeOffset="-206430.91">18197 14875 2808 0,'-10'-11'276'0,"2"2"-38"0,-1 2-44 0,4 2-22 16,0-1-54-16,5-1-33 0,0 1-23 0,5-2-20 15,7 1-10-15,14-1-13 0,13 4-28 0,21 0-26 0,34 2-44 0,-27 3-55 16,26-1-85-16,-29-1-376 0,27-4-646 0,-35-1 286 15</inkml:trace>
  <inkml:trace contextRef="#ctx0" brushRef="#br0" timeOffset="-204960.27">12078 16017 33 0,'0'-5'199'0,"0"5"-6"0,0-2-8 0,0 2-11 15,0 0-14-15,-2-7-15 0,2 7-13 0,0 0-12 16,2-3-13-16,-2 3-16 0,5-2-8 0,1 2-8 16,-2-3-9-16,-4 3-9 0,19 0-3 0,-9 0-8 15,4 3-6-15,3-1-4 0,-3-2-6 0,0 2 2 0,4 4-13 0,-3 1-2 16,-3-3-4-16,-3 2-6 0,0 1-4 16,0 2 3-16,-2 0-3 0,-3 0-4 0,-1 4 1 15,-2 2 0-15,-5 2 2 0,-4 0-1 16,-3 1-3-16,-7 5-1 0,-2-2 0 0,-3 0 3 15,-4-3-6-15,5 1 6 0,-5-5-6 0,3 0 13 16,1-2-7-16,5 0-1 0,0-5 0 16,3 4-1-16,2-5-3 0,3 2 7 0,1-2-2 15,0-3-6-15,4 0 6 0,0 1-6 0,0-1 6 0,1 1-2 0,1-2 8 0,3-2-2 16,0 0 15-16,12 3-2 0,-2-5-3 0,8 1 4 16,3 0 25-16,9-2-8 0,-1 1 0 15,3 2-7-15,0-5 1 0,0 2-6 0,0 0-1 16,0 1-4-16,-11 0 1 0,0 0-6 15,0 2 2-15,-6-2-4 0,-1-1 1 0,-4 2-4 16,-2 2 0-16,1-1 7 0,-4 0 7 0,-5 0 8 16,9 0 2-16,-9 0 3 0,9 0 0 15,-9 0-2-15,6-1-6 0,-6 1-2 0,0 0-5 16,0 0-12-16,0 0-10 0,0 0-11 16,0 0-15-16,0 0-11 0,0 0-25 0,-24-1-47 0,24 1-57 0,-9-1-50 0,9 1-137 0,-13-7-386 15,8 5 171-15</inkml:trace>
  <inkml:trace contextRef="#ctx0" brushRef="#br0" timeOffset="-204531.93">12360 15840 180 0,'-10'-7'204'16,"-3"5"-20"-16,0-1-16 0,-6-1-13 0,0 4-15 16,-3 0-16-16,-6 4-6 0,6-1-9 15,-8 4-11-15,-1 3-9 0,3 1-10 0,-4 1-1 16,3 5-8-16,-2 1-8 0,2 2-3 0,1 2-9 16,2 2-1-16,-4 2-6 0,1 10 1 15,6-8-7-15,5 1 4 0,-1 3-9 0,5-3 1 16,0 5-6-16,5 0 0 0,1-3-3 15,4-1-2-15,2 0 5 0,7-2-7 0,0 0 16 16,5-2 10-16,4 0 8 0,7-6 10 0,4 1-5 16,7-4 0-16,7-5 2 0,12 2-4 0,6-5-1 15,3-6-2-15,3-3-6 0,1-7 8 0,-2-3 3 16,2-1 9-16,-4-6 5 0,-5-1-1 16,-9-3 0-16,0-3 9 0,-14 4-8 0,-1-4-3 0,-7-2-6 0,-3 0-6 0,-4-4-16 15,-5-7-11-15,-7 4-24 0,-6-1-17 0,-5 0-13 16,-15-10-10-16,-7 6 4 0,-8 3-15 0,-9 7-17 15,-7 1-30-15,-9 10-30 0,-26 0-34 16,-4 7-39-16,25 9-85 0,-29 1-184 0,4 2-500 16,26 4 221-16</inkml:trace>
  <inkml:trace contextRef="#ctx0" brushRef="#br0" timeOffset="-198479.69">13739 16032 93 0,'-8'-1'148'0,"8"1"-4"0,0 0-17 0,0 0-8 15,0 0-10-15,0 0-13 0,0 0-8 0,-4-2-6 0,4 2-10 0,0 0-11 16,0 0 2-16,0 0-6 0,0 0 3 0,0 0-6 16,0 0-9-16,0 0 1 0,0 0 0 0,0 0-5 15,0 0-2-15,0 0-2 0,0 0-8 16,0 0-2-16,0 0 1 0,0 0-3 0,0 0-1 0,0 0-13 15,0 0 4-15,0 0 1 0,0 0-5 0,0 0-2 16,0 0 3-16,0 0-4 0,0 0-2 0,0 0 3 0,0 0-6 16,-5-2 2-16,5 2-2 0,0 0-1 0,0 0 4 0,0 0-1 31,0 0 7-31,0 0-8 0,0 0-1 0,0 0 0 16,0 0-9-16,0 0 12 0,0 0-1 0,0 0-2 15,31 0 1-15,-10-1 0 0,13-1-3 0,4-1 3 16,13-2-1-16,3 1-5 0,-3-1 2 0,4-2 6 15,-3 5 5-15,-16-1 0 0,2 2 2 0,-2-3 0 0,-5 0-4 16,-3 1-4-16,-5 3 3 0,-5 0-10 0,-5 0-11 16,-7 0-12-16,3 0 1 0,-1 0-9 0,-8 0-13 15,0 0-10-15,0 0-9 0,0 0-8 0,0 0-2 16,-26 3-14-16,7-2-2 0,2 2 2 0,0-2-2 16,-2 2 5-16,-1-2-10 0,1-1-79 0,0 3-189 15,0-3 84-15</inkml:trace>
  <inkml:trace contextRef="#ctx0" brushRef="#br0" timeOffset="-198163.12">14063 16016 73 0,'0'0'214'0,"0"0"-16"32,0 0-13-32,0 0-18 0,0 0-17 0,0 0-17 15,0 0-16-15,0 0-7 0,0 0-18 0,0 0-14 16,0 0-9-16,0 0-10 0,0 8-6 0,-1 0-6 15,-3 3-5-15,-1 4-2 0,-3 3-3 0,0 10-10 16,-3 1 1-16,2 0-7 0,3 0 3 0,-2-2-5 16,2 2-1-16,1-2-1 0,0-1 1 0,1-4 20 15,2 0-2-15,1-5-4 0,-2-1-2 0,3-1-7 0,0-3 4 0,1-4-7 16,1 2 0-16,-2-1-3 0,0-4 1 16,0 2-1-16,1-2 3 0,2-3 12 0,-3 3 12 15,0-5 9-15,0 5 9 0,-1 0 9 0,1-5 2 0,2 1 1 16,-2-1-10-16,0 0-13 0,0 0 3 0,0 0-17 15,0 0-18-15,0 0-17 0,0 0-23 16,3-10-33-16,-3 10-21 0,-1-7-27 0,1 7-38 0,1-10-43 0,-1 7-217 16,0 3-432-16,1-12 191 0</inkml:trace>
  <inkml:trace contextRef="#ctx0" brushRef="#br0" timeOffset="-197330.51">14706 16026 194 0,'-1'-5'225'0,"1"5"-20"15,-3-2-27-15,3 2-20 0,0 0-17 0,0 0-19 16,0 0-8-16,-5 13-13 0,3-2-15 0,-1 4-10 16,-1 3-7-16,0 6-4 0,-1 3-9 0,-4-2-3 15,5 2-6-15,-2 2-5 0,0 0-2 0,-2 0-8 16,2 3-2 0,-2-5-1-16,1-1 0 0,2-1 8 0,-1 0 3 15,2-10 0-15,2-3 1 0,-1-1 2 0,1-2 1 16,0-2 6-16,1-2 17 0,-2 0 28 0,3-1 27 0,-1 0 33 15,1-4 15-15,-1 4-9 0,1-4-21 16,0 0-9-16,14-12-10 0,-5 0-14 0,2 2-18 16,2-4-11-16,5-4 0 0,1-1-15 0,0 2-40 15,1 0 17-15,-5 3-8 0,0 1-1 0,1 1-9 0,-6 5-4 0,0 0-5 16,-2 2-10-16,0 0-5 0,-1 0-7 0,-1 3-18 16,1 0-8-16,1 2-1 0,0 2-15 15,1 0-3-15,2 3-12 0,-1 0 6 0,0 1-5 0,5 3-3 16,-4-4 2-16,4 7-2 0,0-5 0 0,-1 2 4 15,-1-2 2-15,4 0 2 0,-6 1 3 0,1-3 10 16,-3-1 2-16,2 0 3 0,-4-2 6 0,0 0 6 0,0-1 9 16,0-1-6-16,1 0 6 0,0-1 3 0,-1 1 10 15,5-5 0-15,-2 0 4 0,3 1 7 0,-2-2 5 16,3-2 8-16,3-1 3 0,-4 0 1 0,-2 0 6 16,2-2 2-16,2 2 2 0,1-3 1 0,-5 0 0 15,4 0 4-15,1-2 4 0,-7 7-7 0,4-5 3 16,-3 3 4-16,-1 0-5 15,-2 0 2-15,1 1 13 0,-2-1 0 0,-2 1 3 16,-1 1-21-16,-1 2 14 0,-3 0-5 0,1 5-9 16,-6-8-5-16,6 8-9 0,-19-1-1 0,-1 5-1 15,-4 4-1-15,-4 4-7 0,-3-1 3 0,3 6-9 16,0-1 3-16,1 1-6 0,6-1 2 16,3 4 0-16,-2-1 1 0,10-3-5 0,3 2 3 15,4-1 5-15,3 2 0 0,6-2-2 0,6 0 2 0,12 0 0 0,5 0 0 16,6-4 3-16,1-2 0 0,15-1-3 0,-1-4 4 15,0-3-5-15,3-3 5 0,1 0-5 0,-14-3 9 16,-1-1-11-16,-3 2 3 0,-4-1 1 0,-12 0 4 16,-2 1 15-16,-2 2-6 0,-7-2 19 0,2 1-4 15,-2 0 8-15,-3 1 5 0,-2-3-20 0,-4 3 6 16,10 0-3 0,-10 0-7-16,6 0-14 0,-6 0-29 0,0 0-21 0,0 0-34 15,0 0-29-15,0 0-49 0,0 0-60 0,0 0-84 16,-16 5-250-16,9-3-593 0,1-2 263 0</inkml:trace>
  <inkml:trace contextRef="#ctx0" brushRef="#br0" timeOffset="-195329.18">16670 16175 180 0,'4'-6'179'0,"-3"-1"-6"16,-1 0-10-16,4 2-7 16,-3-2-10-16,4-3-2 0,-1 5-3 0,-1-2-10 15,-1 2-7-15,1 1-10 0,-2 1-5 0,3-1-14 16,-4 4-10-16,3-6-10 0,-3 6-12 0,0 0-21 15,2-1-5-15,-2 1-8 0,0 0-5 0,5 14 0 16,-7-2-3-16,-1 7-2 0,-2 0-4 0,1 6-1 16,-1 1-2-16,1 2 4 0,-5-3 23 15,4 7-9-15,-4-3 0 0,2 0-4 0,0 2-2 0,2-6-5 0,0 1-1 0,-1-9 0 16,2 1-28-16,-1-2 2 0,3-1-1 16,-4-6 0-16,5 1 4 0,0-4-1 0,1 0 5 15,-2-3 19-15,2 2 31 0,-4-1 43 0,4-4 25 16,0 0 8-16,0 0-16 0,0 0-13 0,-4-12-10 15,4 2-11-15,2-4-4 0,-1-3-18 0,-1-4-9 16,5-4-9-16,-1-3-14 16,2-2-12-16,1-2-2 0,-3 1-5 0,3-3-2 15,2 1-3-15,1-1 4 0,2 4-2 0,-6 0-1 16,8 2 2-16,-3 2 0 0,-4 2 8 0,2 9-8 16,0 0-2-16,-2 3 0 0,0-2-2 15,2 6 1-15,0-1-1 0,0 1 3 0,-3 1-2 16,3 2-2-16,0 0-3 0,4 1 2 0,-4 1-11 0,3 3-6 0,0 0-8 0,-3 3-5 15,-1-2-2-15,-1 3-4 0,1 3 0 0,1-2 7 16,-5 4-9-16,0 1 2 0,-3 2 3 16,-1-1-1-16,-4 6 1 0,-1-1 4 0,-4 4 4 15,-6 1 0-15,0 0 1 0,-5 0 7 0,2-5 2 16,-3 2 3-16,4-5 4 0,1-1-3 0,-2 0-4 16,2-3 10-16,0 0 0 0,4-4 0 15,2-1 2-15,1 1-1 0,5-3 4 16,-3 3-5-16,4-3 7 0,-1 2-1 0,-3-2 1 0,4 0 0 0,3-2-2 0,0 5-2 0,0-1 18 15,5 1 6-15,5 0 1 0,-1 2-2 16,3 1 3-16,3 2 2 0,2-1-3 0,-2 1-5 16,4 2 3-16,-6 0-2 0,3 0-3 0,1-2-1 15,0 1-1-15,-3 0 2 0,2 1 3 0,-3 0-11 16,-4-5-18-16,1 0-18 16,-1 3-14-16,-1-4-21 0,-3-1-26 0,0 1-3 15,-1-4-6-15,0 3-23 0,-3-2-14 0,3-2-18 16,-4-1-169-16,0 0-355 0,0 0 157 0</inkml:trace>
  <inkml:trace contextRef="#ctx0" brushRef="#br0" timeOffset="-195145.89">17167 16384 364 0,'3'-1'350'0,"-3"1"-28"16,0 0-24-16,5-1-23 0,-5 1-34 15,0 0-23-15,0 0-28 0,5-2-40 0,-5 2-46 16,0 0-45-16,0 0-44 0,0 0-63 16,0 0-72-16,14-1-72 0,-8-2-179 0,-1 2-403 15,1-4 179-15</inkml:trace>
  <inkml:trace contextRef="#ctx0" brushRef="#br0" timeOffset="-193047.89">27225 8563 50 0,'0'0'131'0,"1"-3"-6"0,0 0 4 15,-1 3-9-15,0-7 0 0,2 2-4 0,-2 2-4 16,-2-2 2-16,4 1-2 0,-4-1 2 0,2 5-7 0,2-7-2 0,-2 1-1 0,2 2-5 16,-2 1-5-16,0 3 5 0,0-7 2 0,0 7-6 15,2-4-3-15,-2 4-6 0,1-5-5 0,-1 5-2 16,0-6-9-16,0 6-4 0,3-4-8 15,-3 4-5-15,0 0-8 0,-2-4-6 0,2 4-5 16,0 0-10-16,0 0-6 0,0 0-21 0,0 0-5 16,0 0 3-16,0 0-2 0,-8 9 0 0,2 1 3 15,-7 4-1-15,2 3 0 0,-7 5-1 16,0 4 2-16,-1 1-7 0,-3 5 0 0,0 11 0 16,7-11 3-16,-8 9 4 0,8-7 0 15,0-3-3-15,0 2-2 0,5-3 4 0,-1-1 3 0,0-2 1 0,2-4-2 0,2-3 1 0,2-4-2 16,0-2 3-16,-1-1 2 0,4-4 1 0,-2 0-4 15,-1-1 2-15,5-2 1 0,-2-3 6 0,-1 1 19 16,3 0 9-16,-1 0 19 0,-2-3 19 0,3-1 18 16,0 0 12-16,0 6 17 0,0-6 11 0,0 0-9 15,0 0-12-15,0 0-15 0,0 0-9 0,0 0 1 16,0 0-18-16,4-14-5 0,-1 11-2 0,-2-1-11 16,0 1-3-1,3-1-6-15,-2 0-21 0,0 0-14 0,-2 4-12 0,1-5-6 16,0 1-26-16,-1 4-17 0,1-6-20 0,-1 6-18 15,0-3-23-15,0 3-27 0,-1-4-31 16,1 4-14-16,0 0-42 0,-1-5-57 0,-3 3-174 16,4 2-497-16,-6-7 219 0</inkml:trace>
  <inkml:trace contextRef="#ctx0" brushRef="#br0" timeOffset="-192629.63">27083 8857 81 0,'-5'-2'163'16,"5"2"-4"-16,0 0-12 0,-6-2-19 0,6 2-5 15,0 0-12-15,0 0-13 0,0 0-12 0,0 0-3 16,0 0-9-16,0 0-7 0,0 0-11 0,0 0 5 16,0 0-14-16,0 0 6 0,0 0-2 0,0 0 0 15,0 0 2-15,0 0 3 0,0 0-6 0,29 0-1 16,-12 1-2-16,6-1-1 0,-3-1-8 0,1 0-2 0,-1 1-3 0,-2 0-2 15,0 0 2-15,-6 0-7 0,1 0-1 0,-6-2-3 16,2 2-2-16,-4 0-1 0,1 0-14 0,-6 0-15 31,0 0-21-31,9 0-10 0,-9 0-16 0,0 0-39 16,0 0-38-16,-17 5-177 0,5-3-334 0,0-2 147 0</inkml:trace>
  <inkml:trace contextRef="#ctx0" brushRef="#br0" timeOffset="-190555.19">12384 13846 12 0,'-5'-4'140'0,"5"4"-7"0,0 0-14 16,0 0 3-16,0 0-12 0,0 0-6 0,0 0-13 15,0 0 13-15,0 0-6 0,0 0-7 0,0 0 1 16,0 0-1-16,0 0-2 0,0 0 1 16,0 0-5-16,0 0-1 0,0 0-4 0,0 0-1 15,0 0-7-15,0 0-2 0,0 0-11 0,0 0-2 0,0 0-9 16,0 0-7-16,0 0-6 0,0 0-8 15,0 0-10-15,0 0-14 0,0 0-12 0,0 0 3 16,-4 7-3-16,2-2 2 0,-2 3 0 0,0 2-6 16,-2 5 11-16,-2 0-4 0,0 4-1 0,1-2 0 0,-1 0 1 0,0 3 1 0,3-3-3 15,-4 2 20-15,4-2-2 0,0 2-1 16,-1-4 8-16,2 0-9 0,1-2-1 0,-3-1 0 16,3-3 0-16,2 0-3 0,1-4 2 0,-4 0 0 15,3 1 14-15,0-3 10 0,1-3 23 0,-2 6 12 16,2-4 17-16,0-2 23 0,-2 4 10 15,2-4-7-15,0 0-13 0,0 0-13 0,6-14-4 16,-1 5-12-16,4-6-7 0,0 0-11 16,2 0-11-16,5-12-14 0,-2 1-12 0,4 0-6 15,-1-3-2-15,1 0 4 0,-2 2-2 0,-2 4 0 16,0-2 3-16,-2 8-3 0,-5 2 9 0,1-1 8 16,0 5 7-16,-2 4 1 0,-1-2-2 15,-1 4-7-15,-1 0-5 0,-2 0-4 0,3 3-1 0,-2-1-16 0,-2 3-7 0,5-2 1 0,-5 2-4 16,7 5-7-16,-6 2 4 0,4 3-1 0,-1 2 2 15,1 2 1-15,-3 4 4 0,5 1-1 16,-6 2 4-16,7 1 0 0,-3 5 2 0,-1-3-2 16,-3-6 3-16,3 2 2 0,1 0-1 0,-1-2 2 15,0 0 1-15,-3-1 4 0,3-6-6 16,-3 0 3-16,2 1 1 0,-2-5 4 0,3 1-5 16,-4-1 4-16,1-2-1 0,2 0-1 0,-3-1-3 15,0-1-7-15,1 1-13 0,-1 0-13 16,0-4-13-16,4 5-15 0,-4-5-11 0,0 1-3 15,0-1-42-15,0 0-73 0,-13 0-41 0,13 0-177 0,-13-4-445 0,7 1 197 0</inkml:trace>
  <inkml:trace contextRef="#ctx0" brushRef="#br0" timeOffset="-190301.18">12356 14028 81 0,'-9'0'304'0,"9"0"-14"0,-4 1-9 0,4-1-7 16,0 0-20-16,0 0-12 0,0 0-26 0,-10 0-20 0,10 0-17 0,0 0-21 0,23-11-15 15,-4 6-16-15,12-7-11 0,3 3-7 0,14-4-18 16,-10 4-13-16,-1 1-21 0,0 1-24 16,-2-2-16-16,-7 4-8 0,-8 3-14 0,-2-1-10 15,1 2-13-15,-6 1-23 0,-3-4-22 16,-2 4-20-16,-3 2 2 0,-5-2-10 0,1 3-8 15,-1-3-34-15,-9 5-38 0,0 0-214 0,-2 0-427 16,-1-1 190-16</inkml:trace>
  <inkml:trace contextRef="#ctx0" brushRef="#br0" timeOffset="-185647.54">17576 16116 196 0,'0'-3'182'16,"3"0"-12"-16,-3 3-18 0,1-6-8 0,-1 6-21 15,1-4-7-15,-1 4-21 0,0-3-12 0,0 3-13 0,0 0-10 16,0 0-4-16,0 0-6 0,0 0-23 0,-1 18 11 0,-3-5 0 16,0 4-5-16,-1 7-2 0,1 1-10 0,-2 1 3 15,1-1-1-15,-2 2 20 0,2-1-4 0,1 3-2 16,3-11-10-16,-2 9 5 0,1-9-6 0,1 7 1 16,-2-9-5-16,2 1-2 0,1-7-1 0,-3 1-4 15,2-1-2-15,1-2 4 0,0-1-4 0,0-1 2 16,0-2 4-16,0 0 4 0,0 0 1 0,0-4 0 0,0 0-22 0,0 0-21 15,0 0-31-15,0 0-20 0,11-9-30 0,-7 4-34 16,0-4-37-16,-4 1-104 0,4-4-297 0,0-1 132 16</inkml:trace>
  <inkml:trace contextRef="#ctx0" brushRef="#br0" timeOffset="-185362.23">17774 16049 256 0,'1'-5'266'0,"-1"5"-19"16,7-6-25-16,-7 6-28 0,1-5-22 0,3 3-21 15,-4 2-20-15,0 0-15 0,0 0-13 0,0 0-10 16,0 20-9-16,-3-8-10 0,3 5-11 0,-2 7-1 0,2 3-8 0,-4 0-8 16,1 1-2-16,-2-1 0 0,3 1-8 15,-1 0-5-15,2-2-6 0,1-1 4 0,-4 1-5 16,2-6 0-16,0-3-1 0,2 1-5 0,-4-4 1 15,4 2-3-15,-1-4-2 0,1-2 4 0,0 2-8 0,0-7-18 16,-4 2-11-16,4-2-8 0,0 0-10 0,-1-1-2 16,-4 1-7-1,5-1-12-15,0-4-35 0,-8 1-39 0,8-1-32 16,0 0-37-16,-14-6-114 0,5-1-340 0,2 1 151 16</inkml:trace>
  <inkml:trace contextRef="#ctx0" brushRef="#br0" timeOffset="-185161.81">17526 16312 173 0,'0'0'181'0,"0"0"-9"16,0 0-15-16,0 0-15 0,0 0-12 0,0 0 0 16,0 0 1-16,0 0 3 0,19 5-12 0,3-5-12 15,6 0-8-15,2 2-11 0,3-2-8 0,-1-2-20 16,-3 4-30-16,-1-2-34 0,-6 0-37 0,1-2-37 0,-4 2-44 0,0-1-49 15,-7 0-92-15,-3 1-279 0,-1-3 123 0</inkml:trace>
  <inkml:trace contextRef="#ctx0" brushRef="#br0" timeOffset="-184933.5">18003 16368 2037 0,'0'0'250'15,"0"0"-65"-15,1 2-14 0,-1-2-33 0,0 0-15 16,0 0-17-16,0 0-9 0,0 0-17 0,0 0-4 0,0 0-18 0,0 0-8 0,0 0-20 16,3 3-10-16,-3-3-20 0,0 0-21 15,0 0-21-15,0 0-19 0,0 0-17 0,0 0-16 16,6 2-22-16,-6-2-27 0,10 0-33 0,-10 0-39 15,9 0-198-15,-9 0-447 0,4-7 198 0</inkml:trace>
  <inkml:trace contextRef="#ctx0" brushRef="#br0" timeOffset="-184378.29">18501 16056 107 0,'0'0'222'16,"0"0"-19"-1,0 0-16-15,3-6-20 0,-3 6-19 0,0 0-18 16,0 0-13-16,0 0-13 0,0 0-10 0,0 0-15 0,0 0-3 0,0 0-10 0,-26 8-7 16,16-4-4-16,1 2-10 15,-1 1-3-15,-3-4-7 0,-4 7-5 0,3 0 0 16,4-2 0-16,-1 5-8 0,-1-1 5 15,4-3-8-15,3 3-2 0,0-2 6 0,-2 2-9 0,3-2 0 16,3 2-3-16,1 0-1 0,2 0-3 16,1 0 1-16,4 1 1 0,0-1 7 0,6 1-9 15,-1-2-1-15,2 1 2 0,0 0-3 0,-1 2-2 16,2-4 5-16,-3 2-6 0,0 0 3 0,-4-3-9 0,0-1 4 0,-2 1-1 16,0-1-6-16,-3 0 5 0,0 1 1 0,-3-4-3 15,-1 2 5-15,-4 0-1 0,-3-1 0 0,-4 1 3 16,-7 1-3-16,0 0 2 0,-3-3-1 15,-5 4 5-15,-1-5-8 0,0 3 4 0,1-5-4 0,6 1-1 16,0-2-15-16,-2 2-17 0,7-5-26 16,0 2-27-16,6-1-43 0,0-3-41 15,3 2-121-15,6-2-315 0,2 0 140 0</inkml:trace>
  <inkml:trace contextRef="#ctx0" brushRef="#br0" timeOffset="-183562.61">19576 16095 130 0,'0'0'137'0,"0"0"-18"15,-3-2-11-15,3 2-14 0,0 0-9 0,0 0-15 16,0 0-5-16,0 0-3 0,-15 6-11 0,11-1 0 15,-2-2-13-15,-2 5 12 0,-2 1-13 0,-2 3-2 16,2-3-7-16,-3 1-8 0,3 5 7 0,-4 2-7 0,5-1-2 0,-2-1 4 16,1 2-8-16,2-2 4 0,3 0-11 0,-1-3 1 15,4 1 4-15,1-3 1 0,1 2 0 0,0-2 3 16,2 1 11-16,-1-5 15 0,5 0 5 0,-1-1 9 16,1 1 4-16,6-3 4 0,-1 0-7 15,-1-3 7-15,4 0-1 0,3-3-1 0,-3 0 1 16,4-5-4-16,-8 1-2 0,3-1-4 15,2-4 3-15,-2 2-7 0,-3-6-4 0,2 2-6 16,-3-2-1-16,-3 1-6 0,4-2-1 0,-8-1-6 0,-1 1-1 0,-1-2-4 0,-1 5-3 16,-1-1-3-16,-4 5-1 0,-3 1-10 0,3-1-3 15,-5 4 1-15,0 0-8 0,-1 1-5 0,-5 1-1 16,1 3-10-16,0 1-3 0,0 1-20 0,5 1-16 16,-2 2-19-16,0 2-22 0,3-2 2 15,4 2-34-15,2 0-2 0,1-1-23 16,3 1-115-16,3 0-295 0,3-1 130 0</inkml:trace>
  <inkml:trace contextRef="#ctx0" brushRef="#br0" timeOffset="-183164.72">19848 15934 162 0,'3'-3'211'0,"-2"-1"-28"0,0 2-19 0,-1 2-22 16,0 0-13-16,0 0-14 0,0 0-13 16,0 0-14-16,-1 17-6 0,-3-5-15 0,-4 6-5 15,1 8-10-15,-1 2 1 0,0 2-16 0,1 1 2 16,-5 4 2-16,3-2-8 0,3 3-8 16,1-2 5-16,-2-3 0 0,5-1 19 0,2-1 3 15,1-3-11-15,-1-1-1 0,4-8-6 0,1 0 0 0,-1-7-3 0,1 1-1 0,0-1-2 16,2-2 16-16,-1-2 7 0,1-2 8 0,4 0 9 15,-5-4-3-15,3 0 12 0,-4-3-8 16,7 2-5-16,-6-5-4 0,4-1-5 0,-6-1-7 16,-1-2-20-16,-3-2-18 0,-2-4-15 0,-3-2-14 15,-11-4-10-15,-1 1-5 0,-1-1 4 16,-5 1 6-16,3 1-1 0,-2-1 4 0,-1 6 7 16,9 1 11-16,-3-1 9 0,7 5 8 0,-3 2 6 15,8 2 2-15,0-1-3 0,-1 4-7 16,4-2-7-16,2 5-2 0,11-4-11 0,9 0-5 15,12 3-30-15,8 0-40 0,15-1-61 0,5 2-78 16,1-2-156-16,4-3-410 0,0-2 181 0</inkml:trace>
  <inkml:trace contextRef="#ctx0" brushRef="#br0" timeOffset="-182524.31">21206 15965 64 0,'0'-4'248'0,"2"0"-20"0,-2 4-28 0,0 0-24 0,0 0-21 0,0 0-21 16,0 0-18-16,0 0-12 0,0 0-13 15,-10 12-6-15,3-2-9 0,-1 4-9 0,-4 0-11 16,1 3-7-16,-3 4-1 0,-5 4-6 16,1 2-2-16,2-1-1 0,-3 3-9 0,3-2-3 15,-3 0-2-15,2-6-1 0,6-4 20 16,1-1-2-16,1-3-4 0,1-3-3 0,4-4 0 16,-1 0 3-16,1-1 23 0,-1 0 31 0,2 0 27 15,3-3 30-15,0-2 16 0,0 0-19 0,0 0-14 0,0 0-16 0,8-19-14 0,-3 9-8 16,3-3-2-16,3-3-22 0,5-5-7 15,-1-3-3-15,2 3-3 0,-2-2-13 0,3-2-1 16,4 1 0-16,-6 2-10 0,1 1 3 0,-1 1-3 16,-5 5 2-16,-3 6-11 0,0-1-8 0,-3 2 4 15,1 2-6-15,-3 1 6 0,3 0-17 16,-4 3-7-16,-2 2-21 0,7-6 0 0,-7 6-2 16,0 0 4-16,11 11 3 0,-10-6-1 0,3 7-1 15,1 0 6-15,-1 2 1 0,5 4-5 16,-4-1 3-16,4 7-2 0,-1-4 2 0,-1 4-7 15,0-6-2-15,-1-1-8 0,2 0-17 16,-3-1-21-16,3-2-22 0,-5-3-25 0,3 0-19 16,-4-3-25-16,2-2-26 0,-1 1-29 0,-2-4-28 0,-1-3-187 0,2 2-467 0,-2-2 207 15</inkml:trace>
  <inkml:trace contextRef="#ctx0" brushRef="#br0" timeOffset="-182252.02">21030 16148 70 0,'0'0'203'0,"-13"2"-8"0,13-2-14 0,-5 0-8 16,5 0-3-16,0 0-3 0,0 0-10 16,0 0-17-16,37 0-10 0,-16-2-14 0,9 2-8 0,0-9-17 0,-1 6-5 0,3-2-6 15,0 3-8-15,1-3-2 0,-1 2-10 0,-10-2-4 16,-3 5-4-16,-1-1-7 0,-5-2-3 0,-6 3-1 15,1 0-8-15,0-3-4 0,-1 1-14 16,-7 2-17-16,9-1-11 0,-9 1-26 0,0 0-20 16,0 0-12-16,0 0-7 0,0 0-34 0,0 0-23 15,-32-1-15-15,32 1-31 0,-11-1-110 16,11 1-315-16,-13-4 141 0</inkml:trace>
  <inkml:trace contextRef="#ctx0" brushRef="#br0" timeOffset="-181767.3">21206 15810 73 0,'-23'-1'135'16,"9"2"-2"-16,-2 0-10 0,-3 1-8 0,1 1-8 16,-4 7-3-16,-9-5-8 0,7 8-11 0,-4-2-1 15,-1 5-2-15,0 1-3 0,-1 4 0 0,0 2-10 16,2 1 0-16,0 1-5 0,1 4-3 0,-5 7-5 15,13-7 0-15,-1 1-8 0,4 1-2 16,5-2-3-16,2-1-2 0,4-1-4 16,3 1 12-16,5-2 10 0,3 0-1 0,4-4 8 15,3 4 7-15,8-7 6 0,3-1-2 0,8-1 4 0,4-3-1 0,13 1-6 0,5-5 6 16,5-2-1-16,1-5 7 0,0-5 6 0,0 1-5 0,-1-7-3 16,-3 0 6-16,-2-4-13 0,-16 1-5 15,7-11-5-15,-12 6-2 0,11-12-8 16,-20 3-14-16,2-3-13 0,2-11-18 0,-12 5-14 15,-2-10-20-15,-10 8-19 0,-8-12-12 0,-6 14-4 16,-12-10 6-16,-6 4-10 0,-5 2-6 16,-8 9-23-16,-6 3-27 0,-4 8-36 15,-5 2-49-15,-10 4-246 0,-22 2-485 0,27 3 215 16</inkml:trace>
  <inkml:trace contextRef="#ctx0" brushRef="#br0" timeOffset="-171993.88">22994 15962 67 0,'0'0'145'0,"-4"-1"-24"0,4 1-8 0,-2-4-13 16,2 4-10-16,0 0-9 0,0 0-16 0,0 0 1 15,-8 0-8-15,8 0-3 0,0 0-4 0,0 0-18 16,0 0-3-16,0 0 9 0,0 0-10 0,0 0 0 16,0 0-4-16,0 0 4 0,0 0-13 0,0 0 9 15,0 0-1-15,0 0-9 0,0 0 5 0,14-3-8 16,-9 1 3-16,0-2 3 15,-1 1 1-15,4 1-4 0,-3-1 9 0,1 0 2 16,-2-2 8-16,1 0 4 0,-2 3 5 0,1-3 7 16,-2 1 5-16,0-1-7 0,-1 2-6 0,-1 3-5 15,0-7 2-15,0 4-9 0,0 3-1 0,-4-4-8 16,4 4-5-16,-10-1 1 0,0 1-5 0,-2 2 4 16,-1 1-8-16,-6 2 1 0,-8 0-1 0,-1 4-2 15,9-1-4-15,-7 4 1 0,-1 1-5 0,3 2 2 0,1 1-1 16,0 1 4-16,5 2 3 0,4-3-8 0,2 1 2 15,-1 3-1-15,5-3 0 0,4 0 6 0,2 0 1 16,6-2-2-16,4 2 1 0,7-3-4 0,6 3 3 16,10-6 0-16,2 0 2 0,8-4-1 0,15-2 0 0,-1-5-1 15,5 0 3-15,2 0-2 0,0-3-2 0,-2-4 3 16,-2 2-4 0,-5-5 0-16,-16 0-6 0,3 1-1 0,-5-4-1 15,-5 0-1-15,-4 1 6 0,-2-3 0 0,-11 4-1 16,0-1-1-16,-6 1 10 0,0 1 15 0,-3 0 3 15,-2 1 2-15,-4-3-6 0,-2 4 3 0,-3 1-1 16,0 0-3-16,-5 2-5 0,-3 1 0 0,-4 0-2 16,-2 1-1-16,-2 3 3 0,-4 3-4 0,-1 1-3 15,0-2-3-15,7 5-2 0,1-2 1 0,1 4-2 0,2 1 2 16,1 0 0-16,3 0 1 0,3-1-12 0,2 1 1 16,4 0 1-16,3-1 1 0,1 1-1 0,4-2 1 15,4-1-4-15,8 1 5 0,1-2 3 0,5-1 3 16,6 0-3-16,0-2 0 0,1-6 0 0,-1 2-1 0,0-3 3 15,-7 4-3-15,1-5 4 0,-1-1-6 16,-3 0 6-16,1 0 3 0,-6-5-5 0,1 1 3 0,0 1-2 0,-4 0 2 16,-5 2 9-16,3 1-2 0,-5-2 8 0,2 0-1 15,-4 3 6-15,4 0 2 0,-5 0-2 0,1-1-2 16,-1 4-5-16,0 2 0 0,-1-5-5 0,1 5 7 16,-5-4-11-16,1 2-2 0,4 2-10 0,0 0-11 15,0 0-4-15,-10 4-7 0,7-1-10 0,3-3-1 16,-2 6 3-16,2-6-4 15,1 7 7-15,0-3-1 0,3 0 5 0,5-1 0 16,4-1 4-16,-3 2 1 0,3-1 4 16,8-1 8-16,-2 1-6 0,0-3-2 0,-1 0 4 15,1-2-2-15,-4 0 3 0,0-2-2 0,2 0 8 16,-3 0 13-16,-4-1 10 0,2 0 12 0,-1-2 12 0,0 1 12 16,-2 0 20-16,-2 2 4 0,-3 0 9 0,3 2 2 15,-2-1-3-15,-1 1-11 0,-2-1-9 0,-2 3-5 0,9-4-10 16,-9 4-9-16,4-3-10 0,-4 3-6 0,0 0-4 15,0 0-3-15,0 0 2 0,1 12-1 0,-2-7-5 16,-1 0 2-16,-1 4-3 0,-1 1-2 0,0-1-1 16,-1-1-1-16,1 4-10 0,2-2-6 0,-1-2 0 15,2 1 0-15,-2-2 0 0,-1-2 4 0,4-2-1 16,0 1 5-16,-1 1 0 16,1-5 14-16,0 0 8 0,1 3-2 0,-1-3-3 15,0 0 0-15,18-8 8 0,-6 1-11 0,-1 2-2 16,5-5-2-16,0 1 1 0,1 1-4 15,-1 1 1-15,2-2 0 0,-2 2-2 0,-2 3-6 0,-3-1-2 16,2 1 4-16,-2 1-3 0,1 1-7 0,1 0-1 16,-3 4-6-16,2-1-4 0,0 0-10 0,0 2-14 15,0 1-22-15,4 2-26 0,-1 2-32 0,-1 3-43 0,3-4-48 16,-2 3-196-16,4-5-445 0,2 2 197 0</inkml:trace>
  <inkml:trace contextRef="#ctx0" brushRef="#br0" timeOffset="-171425.86">25097 16055 132 0,'0'0'138'15,"0"0"-10"-15,0 0-15 0,0 0-1 0,0 0-3 16,0 0-8-16,0 0-3 0,20-2-7 0,-8-1-4 16,-3-1 1-16,4-1-1 0,-3 1 0 15,3-4 1-15,4-2 4 0,-3 1 2 0,1-1 7 0,-1-4 3 0,3 0-9 0,-3-1 1 16,2-5-3-16,-3 3-6 0,1-5-8 15,2-1-4-15,0-2-6 0,-7 1-6 0,6-4-2 16,-6 0-8-16,-1-1-2 0,0 5 5 0,-2 5-3 16,-5 2 5-16,3 5 0 0,-4 2-5 0,3-2-5 15,-2 5-9-15,-1-1-7 0,0 3-4 0,-4 3-8 16,0 0-3-16,4 2-4 16,-16 4-5-16,0 7 10 0,-1 9-15 0,-4 0 3 15,3 5-2-15,-4 1-2 0,2 1-3 0,5 1 4 16,-1 3-3-16,4-1 4 0,3-4-8 15,1-2 0-15,3 1 3 0,2-11-2 0,5 4 2 0,-1-8 1 16,2 0 0-16,-1-1 0 0,6-3 4 0,-1 2-1 16,1-5 7-16,2-1 0 0,3-2 8 15,-3 0 6-15,2 0 5 0,-1-2 3 0,-2-2 9 0,1-3-12 0,-1 1 10 16,0 1-5-16,0-2 0 0,-2 0-9 0,0-1 1 16,-3 1-2-16,1 2-1 0,-1 0-6 0,1-2-14 15,-1 3-10-15,-3 1-16 0,2 0-20 0,-2-1-33 16,-1 4-35-16,1-4-34 0,-1 4-41 0,3-3-14 15,-3 3-8-15,0 0-20 0,0 0-169 0,0 0-430 16,0 0 191-16</inkml:trace>
  <inkml:trace contextRef="#ctx0" brushRef="#br0" timeOffset="-171025.3">25481 16027 48 0,'0'0'245'16,"-1"5"-7"-16,1-5-24 0,0 0-19 15,0 0-22-15,0 0-19 0,0 0-15 0,21-7-13 16,-10 3-12-16,1-1-10 0,0 0-11 0,5-3-5 16,3 3-14-16,-1-6-6 0,1 3-12 15,4-5-1-15,2 3-8 0,-2-3-2 0,-7 2-2 16,0 1-7-16,1-4-3 0,-4 1-6 0,0 1-2 16,-3 1-5-16,-2 4 6 0,-4-3-2 15,0 3-3-15,-2 0-2 0,-6-1-5 0,2 6-4 0,-5-1-2 0,-6-1-3 0,1 3-1 16,-3 1 0-16,-6 4-1 0,-8 0 4 0,1 6-8 15,1-1-3-15,0 6 0 0,3-1-3 0,1 6 0 16,7-7-4-16,3 2 5 0,1 1 2 16,3 2 1-16,5-1 1 0,5 0 4 0,5-1 0 15,5-2 8-15,6-1 3 0,8 3 1 0,3-5 9 16,4-3-8-16,7-1-4 16,12 0 3-16,3-2 10 0,-2-4 6 0,-1-3 0 0,-14 2-1 15,-4-3 0-15,-4 2-1 0,-8-1 7 0,-5 0 4 16,-3 2 6-16,-3-5 3 0,-4 5 1 15,-1-1-5-15,2 1-7 0,-5-1-11 0,-3 1-13 16,0 0-17-16,0 0-27 0,0 0-29 0,0 0-34 0,-19-1-41 0,9 2-47 0,-1-1-48 16,-2 0-175-16,4 0-439 0,9 0 194 15</inkml:trace>
  <inkml:trace contextRef="#ctx0" brushRef="#br0" timeOffset="-170384.92">26844 15828 122 0,'-2'-5'266'0,"2"1"-13"16,0-2-22-16,0 6-22 0,-2-4-23 0,1 0-23 16,1 4-19-16,0 0-15 0,1-5-18 0,-1 5-15 15,0 0-11-15,0 0-7 0,-1 19-9 0,1-7-6 0,-2 0-10 0,0 2-7 16,2 3-2-16,-2 0-2 0,0 0-7 0,-2 0-9 16,4 1 6-16,-1 0-6 0,1-2-1 15,0 0-2-15,1-6-4 0,-1 3-3 16,2-4 3-16,-2 0-3 0,0-2-1 0,0 0 1 15,0-1 1-15,0-2-2 0,0 0 4 16,0 0-3-16,0 0 6 0,0-4 8 0,0 0 0 16,0 0-23-16,0 0-37 0,0 0-28 0,-7-11-42 15,7 5-23-15,-5-4-48 0,2-2-47 0,-3-4-135 0,-1-8-381 0,4-2 168 0</inkml:trace>
  <inkml:trace contextRef="#ctx0" brushRef="#br0" timeOffset="-170232.68">26778 15566 249 0,'0'-7'246'0,"1"3"-21"0,-1-1-26 0,1 3-18 16,-1-1-20-16,0 3-18 0,2-5-21 15,-2 5-10-15,0 0-24 0,8 0-27 0,-8 0-22 0,0 0-29 0,9 10-21 0,-5-6-24 16,0 1-30-16,1 3-33 0,-1 2-26 16,2-1-127-16,-4-2-271 0,0-2 120 15</inkml:trace>
  <inkml:trace contextRef="#ctx0" brushRef="#br0" timeOffset="-169582.23">27051 15831 39 0,'0'2'227'0,"0"-2"-23"16,0 5-23-16,0-5-18 0,1 7-25 0,-2-2-6 0,1 0-13 0,0 5-13 15,-2-1-10-15,0 1-13 0,0 2-9 16,0 0-2-16,-1 0-11 0,1 0-2 0,2-1-10 16,-2 0-1-16,4-2-5 0,-2-1-3 15,0 0-6-15,0-4-1 0,0 0 4 0,0 2 19 0,0-4 29 0,0-2 9 16,0 0-5-16,11 0 4 0,-11 0-12 16,16-9-2-16,-7 4-5 0,1-3-7 15,4-3-6-15,-2 3-4 0,2-2-5 0,-1 0-10 16,-3 2 2-16,0 2-7 0,0 0-5 15,-4 1-5-15,3 2-4 0,-2 0-3 0,-2 0-2 0,0 2-5 0,2 0-11 0,-7 1 1 16,14 2-3-16,-8 2-3 16,3 1-1-16,1 0-3 0,-3 3 1 15,0-2-4-15,1 3 1 0,2 1-3 0,3 0 6 0,0 2-18 0,-2 0-1 0,-2-6-4 16,2 5 2-16,0-7 0 0,1 4 4 16,0-6 1-16,1 2 2 0,0-3 0 15,1-1 1-15,-2-2 2 0,1-2-1 0,0-2 2 16,-1-1 0-16,1-5 4 0,-2 2-1 15,1-5 6-15,-3-1 3 0,-2-1 12 0,6-5 3 0,-4-3 11 0,-3-2 7 16,4-1 0-16,-2-5-1 0,0 2 9 16,-2 0 13-16,2 2 1 0,-2 3 3 15,-2 0 7-15,0 9 6 0,0 2 3 0,-3 5-2 16,2 0-1-16,-2 3-21 0,2 2-7 0,-3-1-35 0,1 5-24 0,-1 1 1 16,0 0-1-16,0 0 3 0,-7 18 1 0,2 0-1 15,-2 10 3-15,0 2 0 16,-2 1 6-16,3 3-6 0,-2-2 7 0,4-2 0 0,-2 1-2 0,2-1 3 0,4-4 0 15,0-1-1-15,0-6 5 0,0-3-2 16,-1 0 1-16,1-2 5 0,0-4-2 16,0 1 8-16,0-4-6 0,0 0 2 0,0-3 3 15,0 1 1-15,-3 0 10 0,3-5 7 16,3 5-1-16,-3-5-6 0,0 0-24 0,0 0-30 0,0 0-35 0,0 0-42 16,0 0-37-16,1-16-39 0,-1 4-60 15,-1 4-189-15,1-6-474 0,0-2 210 0</inkml:trace>
  <inkml:trace contextRef="#ctx0" brushRef="#br0" timeOffset="-169395.44">27434 15813 79 0,'-2'2'261'0,"2"-2"-22"0,-8 1-13 0,8-1-20 16,0 0-17-16,-1 3-18 0,1-3-20 15,0 0-14-15,28-3-13 0,0 2-10 0,4-2-13 0,4 3-15 0,2-1-6 16,12-6-28-16,-12 5-29 0,-4 0-41 16,0 1-49-16,-3-3-41 0,-4 2-75 15,-9-1-128-15,1 0-336 0,-8-2 149 16</inkml:trace>
  <inkml:trace contextRef="#ctx0" brushRef="#br0" timeOffset="-168420.55">27885 15932 60 0,'0'0'172'0,"0"0"-5"0,-6 2-3 16,6-2-23-16,0 0-14 0,0 0-11 0,0 0-3 0,0 0-23 0,25-4-10 16,-13 1-3-16,1 2-4 0,4 0-9 15,3-4-13-15,2 3-10 0,6-2-1 0,1-2-12 16,1 1 1-16,-2-2-10 0,1 2 1 15,-10 0-3-15,1-2-11 0,0 3 5 0,-7-1-5 0,-3 1 5 0,0 0 8 16,-1 0 12-16,-2 1 4 0,-2-2 0 0,0 5-6 16,-1-2-5-16,-4 2-3 0,2-3-2 15,-2 3-10-15,0 0 5 0,-14-1-1 0,5 1-6 0,-1 1 4 0,-4 2-4 16,-3-1-5-16,-2 3 0 0,2 1-3 16,0-1 2-16,0 3 1 0,5-3-3 15,2 2 3-15,-1 0-2 0,2 1-2 0,2 0 2 16,1 1-1-16,2-2-1 0,8 2-3 15,0 1 8-15,4 0-6 0,1-3-4 0,8 1 0 0,1 0-20 0,9-2-3 0,1-2-2 16,3 0-3-16,1-5 3 16,1-3 1-16,-1 1 3 0,2-1 2 15,-3-3-2-15,-3-3 7 0,-5 0 6 0,-2 1-2 16,0-7 16-16,-5 5 2 0,-2-2 16 0,-4-2 5 0,0-1 6 0,-2 3 15 16,-3-2 2-16,-1 2 11 0,-3 1 0 15,0-1 7-15,1 2-7 0,-4 3-3 0,0-2-12 16,-1 6-4-16,-1-2-7 0,1 1 0 15,-5 2-13-15,2 2 0 0,-1 1 1 0,1 0-3 0,-3 3-15 0,0 1-10 16,1 3-5-16,-2-1-8 0,4 3-7 16,-2 1-2-16,0-1-9 0,3 1 2 15,0 2-11-15,1-2 3 0,3 2 3 0,2-4 12 16,-1-1-3-16,4-1 10 0,1 2 7 0,0-3-8 0,-1-1 4 0,5-1 2 16,-1 0 7-16,-1-2 2 0,0-2 4 15,-7 1-6-15,13-3 6 0,-6 0 8 16,1-1 13-16,0-1 0 0,-2-2 11 15,-1 2 3-15,4-1 34 0,-3-2 2 0,0 3 1 0,-1 0-2 0,-1-2 9 0,1 2-6 16,-2 3-3-16,1-1-7 0,-2-3-4 16,-1 2-14-16,-1 4-3 0,4-3-15 0,-4 3-26 15,0 0-2-15,0 0-1 0,0 0 3 16,6 13 1-16,-6-6-2 0,0 4 4 16,0 2 0-16,0 2-1 0,0 1-4 0,0 4-1 0,1 6 6 0,-2 0-7 15,1 0 4-15,-4 0 0 0,-1 0 3 16,-1 4 1-16,2-5-4 0,-2 2-5 15,0-2 6-15,1-8 0 0,-1 2 2 0,1-7-1 0,-4 3-3 0,4-6 5 0,0-1 2 16,-4 0 6-16,3-4 10 0,-1 1 5 16,-1-3 7-16,2-2 17 0,-1 0 9 15,7 0 10-15,-15-4 7 0,6-2 16 16,3-2 1-16,-2 0-5 0,4-2 11 0,-1 0-2 0,1-6 4 0,4 0-15 0,0 0-13 16,4-3-15-16,5-6-16 0,4 3-19 15,1 0-11-15,-3 5-15 0,7-3-21 16,5 2-11-16,-1-3-29 0,-1 7-32 15,-4 4-46-15,2 0-63 0,-2 0-71 0,-3 0-147 0,-5 3-463 0,3 0 206 16</inkml:trace>
  <inkml:trace contextRef="#ctx0" brushRef="#br0" timeOffset="-167547.15">28753 15833 149 0,'5'-4'288'0,"0"2"-26"16,-2-1-27-16,-3 3-23 0,8-4-23 16,-8 4-24-16,15 3-15 0,-5 1-19 0,0 0-9 0,3 1-14 0,-3 3-11 15,6 2-12-15,-1 1-10 0,-6 1-9 16,0-2-5-16,5 3-11 0,-8-2-9 16,0 0-7-16,-2 1-6 0,0-1-3 15,-2-1-8-15,-2 1 1 0,1-1-6 0,0 0 8 0,-1-5-14 0,0 2 3 0,0-7-1 16,0 4 3-16,0-4 4 0,-4 6 8 0,4-6 1 15,0 0 6-15,0 0-4 0,0 0-2 16,0 0-5-16,0 0-4 0,-4-17-12 16,8 9-10-16,2 1-9 0,0-3-6 0,3 1 1 0,8-3-2 0,-1 1-6 15,7-1-2-15,-2 3 1 0,5 0-13 16,0-1-6-16,2 4 4 0,-1-3 2 16,-5 6 0-16,-2-1 2 0,-1 2 7 15,-2-2 2-15,-4 3 4 0,-1-2 1 0,-3 3 5 16,-1-1 3-16,-3-1 0 0,0 1-3 0,-5 1 5 0,8-1-1 0,-8 1 2 0,0 0 6 15,0 0 2-15,0 0 5 0,-22 8-2 16,13-3 0-16,-3-1-6 16,-4 3 9-16,1 0-4 0,1 3 3 0,-5 0 0 15,2-1 4-15,0 2-2 0,3-1 0 0,3-1-2 0,1-1-1 0,3-1 5 16,1 0-2-16,-2 0 3 0,3-4 1 16,1-1 25-16,4-2 26 0,-1 5 19 15,2-1 7-15,-1-4 6 0,0 0-1 0,19-4-4 16,-10 1-5-16,3 1-7 0,1-6-6 0,-2 1-6 0,7 1-4 0,-1-4-7 15,-1 2-3-15,0 0-9 0,0-1 0 16,0 2-5-16,-4 1 0 0,-1 0-4 16,-2 1-3-16,-1 3 1 0,-2-1-8 0,0 1 3 0,-1-1-5 0,-1 3-3 15,-4 0-1-15,10-3-6 0,-10 3-6 0,10 3-3 16,-6-3-3-16,4 4-4 0,-2 1-5 16,3 0-7-16,1 2-6 0,0 1-5 15,1-3-9-15,-1 2-7 0,1-1-6 0,0 1-4 0,0-2 0 0,1 0 0 16,-1 1 6-16,-2-4 4 0,1 0 3 15,-1-2 10-15,-1-2 1 0,0 1 4 16,3-1 7-16,-3-4 1 0,-3-3 3 0,1 1 9 0,2-2 12 0,-3-1 11 16,0-6 11-16,2 0 3 0,0 0 0 15,1-8 9-15,0-2 0 0,-1 1 7 16,2-3 0-16,2-2 5 0,-2-1 7 16,-1 3 0-16,3 3 8 0,-5-1 14 0,-2 8 11 0,0 4 2 0,1 3 3 15,-3 3-16-15,0-1-5 0,-1 4-14 0,0 0-14 16,0 0-41-16,-1 6-19 0,0 0 3 15,0 0-2-15,0 0 3 0,-3 18 1 16,0-1 1-16,0 4 3 0,-4 6-1 0,0 2 0 0,1 0 4 0,1 2-3 16,-3 0 4-16,3-2 2 0,1-3-1 15,1 1 1-15,1-6 0 0,0-3 2 16,-1-1 4-16,3-1-2 0,-3-7-2 0,5 1 4 0,-4-3-3 0,2 0 6 16,0-2-2-16,-1-2 5 0,1 1 3 15,0-4 2-15,-1 8 2 0,1-8-1 0,-3 2-12 16,3-2-37-16,0 0-36 0,0 0-31 15,0 0-43-15,-7-14-49 0,4 9-55 0,-2-4-162 0,1-1-447 0,2-1 198 16</inkml:trace>
  <inkml:trace contextRef="#ctx0" brushRef="#br0" timeOffset="-167310.78">29291 15770 59 0,'0'0'284'0,"-9"0"-14"0,9 0-18 16,-6 0-22-16,6 0-23 0,0 0-20 16,0 0-21-16,24 0-15 0,-2 0-15 0,5 0-13 0,1-3-16 0,1 3-5 15,4 0-13-15,-1-3-8 0,-1 2-9 16,0 0-14-16,-3-2-14 0,-8 2-8 16,-1 1-10-16,-1-3-8 0,-5 2-2 0,-3 0-9 15,-1-1-7-15,-2 0-15 0,-1 0-13 16,-6 2-21-16,5-6-11 0,-5 6-20 0,0 0-3 0,0 0-17 0,0 0-19 15,-13-9-22-15,9 8-23 0,4 1-150 0,-12-2-340 16,12 2 150-16</inkml:trace>
  <inkml:trace contextRef="#ctx0" brushRef="#br0" timeOffset="-166404.36">29811 15869 133 0,'0'0'255'0,"0"0"-21"15,-1 2-21-15,1-2-19 0,0 0-19 0,0 0-20 0,0 0-16 16,13 1-10-16,-6-2-16 0,2 1-11 16,2 0-10-16,1-1-8 0,1 0-9 15,1 1-4-15,4-3-10 0,0-1-5 0,-1 1-6 16,-1 1-5-16,-2-2-3 0,-1 1-8 0,-1 1 1 0,-1-2-2 0,-3 0 0 15,-2 0 4-15,-1 1 1 0,0 1-4 16,2-2-2-16,-5 0-5 0,-1 0-3 16,-1 4-6-16,-6-7-3 0,0 6-3 0,-3-4-1 0,-3 1-2 0,-7 4-1 15,-4-3-3-15,5 3-2 0,-2 0 0 0,-2 3 1 16,4-3-4-16,-2 4-1 0,1 1 0 16,8-3-3-16,-2 4 1 0,2 1-1 15,1-2-1-15,2 4-3 0,3 1 4 0,8-2 3 0,2 3 3 0,1-1-3 16,16 7 4-16,2-1-2 0,8-3-4 15,5-1-14-15,13 1-8 0,2-1-11 16,5-5-5-16,-3 1-8 0,4-4 3 0,-3-4 0 0,-1 0 5 0,-2 0 4 16,-15-5 3-16,0-2 8 0,-1 0 11 15,-5 0 17-15,-6-3 18 0,-6 2 11 16,-1-3 5-16,-5 1 6 0,-4 0 1 0,-5-1-2 16,-2 0-11-16,-7-1 0 0,-1 2-7 0,-7-4-3 0,-5 2-4 15,-11 0 3-15,-2 0-4 0,-2 2-1 16,0 3-3-16,-2 2 1 0,3 2-4 0,0-1-5 0,2 5 1 15,8 2-3-15,0-2-1 0,6 2-2 16,-1 4-4-16,4-1-3 0,4 2-1 0,-1 0 1 0,6 3 0 0,3-1 3 16,2-1-1-16,4 3 3 0,9 2-6 15,3-2-16-15,9 3-10 0,-1-5-10 16,1 2-16-16,2-6-12 0,-3 0 2 16,-2-3-13-16,4-5 4 0,-5 2 9 0,-3-4 16 0,-1 0 1 0,0-4 27 15,-4-3 2-15,0-1 15 0,-4-1 19 0,-3-3 15 16,0-1 3-16,1-7 9 0,-4-3-1 15,-2 0 3-15,-2-5 11 0,0-2 10 16,0 2 6-16,-4-3 20 0,4-13 17 0,0 13 1 0,0-12 0 0,2 12 7 16,0 4 3-16,2 2-9 0,-3 3 3 0,1 8-1 15,0 2 2-15,0 2-1 0,0 2-10 0,-1 6-6 16,-1-3-12-16,0 4-14 16,0 5-6-16,0-10-34 0,0 10-27 0,0 0-7 0,0 0 1 0,0 0 1 15,0 0-3-15,0 0 1 0,4 24 0 16,-4-7 3-16,0 0 1 0,-1 7-1 15,-2 2 4-15,0 3-4 0,1-1 0 0,0 4 4 0,0-1-5 0,-3-1 0 16,1 2 1-16,-1-3 2 0,0 0 1 16,1 0 3-16,1-2-3 0,-3 0-1 15,3-8 0-15,-1 0-1 0,0-2 9 0,0-2-5 16,7-4-4-16,-8 2 9 0,3-3-5 0,-2-1-13 0,3-4 14 0,0 3-2 16,1-1 1-16,-4-3-1 0,3-1-11 15,-1 1 14-15,2-1 6 0,0-3 1 0,2 7-2 0,-2-7-1 16,-2 2 20-16,2-2 7 0,2 6 7 0,-2-6 11 15,7 2-5-15,5 0 5 0,3 0-8 0,13 3-22 16,3-2 14-16,0-2-28 0,3 1-60 16,5-1-80-16,14 0-103 0,-16-5-366 0,18-4-654 15,0-2 289-15</inkml:trace>
  <inkml:trace contextRef="#ctx0" brushRef="#br0" timeOffset="-162663.9">14368 17158 59 0,'-4'-16'250'0,"2"3"-2"0,0 4-11 15,2-3-21-15,0 4-13 0,-2-2-20 0,2 5-17 16,-1-3-17-16,0 5-16 0,1-2-20 15,-4 3-18-15,4 2-27 0,0-5-23 0,0 5-9 16,0 0-12-16,0 0-1 16,4 21-5-16,-4-4-3 0,4 7 3 0,-4 4-7 15,0 3 1-15,1 1 0 0,-1-1-1 0,1 2 0 16,2 0 2-16,-3-5-4 0,1 0-2 0,1-2 1 16,-1-7 0-16,0-2-3 0,0 2 3 15,3-4 0-15,-3-4-3 0,2-2-14 0,-4-1-18 16,1-2-8-16,2-1-12 0,-2-1 3 0,1 1 0 0,-2-2 1 15,1-3-6-15,0 0-84 0,0 0-200 0,0 0-361 0,-15-8 160 16</inkml:trace>
  <inkml:trace contextRef="#ctx0" brushRef="#br0" timeOffset="-162434.84">14189 17343 142 0,'-8'0'162'0,"8"0"-5"0,0 0-16 16,0 0-8-16,0 0-5 0,0 0-5 0,0 0-9 16,25-5-4-16,-3 1-11 0,7 1-6 0,3-2-7 15,3-2-9-15,-2 4-9 0,2-2-4 0,-1 1 1 16,-2-1-14-16,-9 4-3 0,-4 1-9 0,-2-2-15 16,-2 2-9-16,-6 0-9 0,0 0-15 0,-1-2 4 0,-8 2-22 0,10 2 2 15,-10-2-8-15,4 0 0 0,-4 0-3 0,0 0-17 16,0 0-10-16,-13 8-32 0,7-6-27 0,-2 0-119 15,8-2-261-15,-10 3 116 0</inkml:trace>
  <inkml:trace contextRef="#ctx0" brushRef="#br0" timeOffset="-162049.56">14792 17345 126 0,'0'0'288'0,"0"0"-17"0,0 0-21 0,0 0-23 15,-9-5-20-15,9 5-27 0,0 0-18 0,0 0-26 16,0 0-21-16,0 0-14 0,16-4-20 0,-5 1-15 16,-1 1-12-16,4 0-13 0,-3-1-10 0,1 0-7 15,2-1-8-15,-4 1 2 0,4-1-5 0,-5 0 4 16,0-2-6-16,-1 3 1 0,-2-2 1 0,-1 1 4 15,-1-1 2-15,0 2 12 0,-3-2-4 0,2 3 3 0,-3 2-8 0,1-5-4 16,-1 5-2-16,0 0-5 0,-12-4 3 0,12 4-5 16,-15 2-4-16,6 0 0 0,-4 3-1 15,1-1-1-15,-4 4 0 0,1 2-2 0,1-2-2 16,5 1-2-16,-6 2-1 0,2 2 2 0,1 0 6 16,1-2-7-16,3 1 3 0,2-1-3 0,2-1-13 15,0 3-1-15,3-1-12 16,2-2-5-16,-1 2-20 0,4-2-16 0,4 1-25 15,-1-5-38-15,1 3-46 0,1-4-164 0,2-2-371 16,0-3 163-16</inkml:trace>
  <inkml:trace contextRef="#ctx0" brushRef="#br0" timeOffset="-161748.81">15019 17273 22 0,'3'-10'277'0,"-1"5"-19"0,1 1-23 16,-1-2-25-16,1 2-24 0,1 1-18 0,-4 3-21 15,11-2-11-15,-11 2-16 0,0 0-18 0,19 5-5 16,-10 4-10-16,0-4-12 0,-1 4-9 0,3 2-4 16,2 3-7-16,-8-4-17 0,4 4 8 0,-4-1-7 15,-1-2-8-15,0 5-3 16,-3-4 2-16,-1 1-9 0,3-3 3 16,-6 3-2-16,3-4-9 0,-1-2 1 0,1 0 2 15,0 0 6-15,-3-4 4 0,3-3 32 0,-3 7 20 16,3-7 15-16,0 5 23 0,0-5 17 0,0 0-10 15,0 0-6-15,0 0-9 0,0 0-15 0,-7-19-13 16,11 12-14-16,-3-5-4 0,1 2-23 0,1-6-10 16,1 4-16-16,4-3-24 0,1-2-22 0,1 6-19 0,3-3-34 15,-3 6-35-15,-1-1-37 0,0 2-37 0,0 2-49 0,0 1-254 16,-1-4-538-16,-2 6 239 0</inkml:trace>
  <inkml:trace contextRef="#ctx0" brushRef="#br0" timeOffset="-161232.5">15400 17341 2 0,'0'0'375'0,"0"0"-30"16,0 0-23-16,0 0-27 0,-8-11-38 0,8 11-28 16,0 0-20-16,0 0-32 0,0 0-25 15,0 0-21-15,0 0-24 16,0 0-10-16,0 0-8 0,0 0-13 0,0 0-8 15,0 17-4-15,0-11-12 0,0 4-4 0,0 0-7 16,0 1-12-16,-1-1-10 0,-2 2-5 0,2-2-9 16,1 1-5-16,0-1-7 0,0-3-2 0,0-2 0 15,0 2 2-15,0-2 2 0,0-3 4 0,0 1 16 16,0-3 18-16,1 3 23 0,-1-3 0 0,0 0-7 16,0 0-8-16,13-7 1 0,-4 1-7 0,0-1-5 0,0-2 1 15,0-3-6-15,4 0 1 0,-2 2-9 0,3-2 2 16,-3 5 0-16,-2-3-4 0,1 5-6 0,-3-2 3 15,-3 4-5-15,1-1 0 0,-1 2-5 0,1-1-1 16,-5 3-3-16,7 0-3 0,-7 0 4 0,6 4-4 16,-1 1 0-16,-1 0-2 0,-1 1 1 0,2 2-4 15,1 2 5 1,-3 2 0-16,0-4-2 0,1 4 2 0,0-2 1 16,0-3 1-16,1-2 0 0,-3 2-5 0,1-1 6 15,1-1 6-15,-3-1 1 0,-1 0 1 0,4-1 12 16,-3-1 12-16,-1-2 8 0,8 0-4 0,-8 0 0 15,18-7 0-15,-8 2-7 0,3 0 5 0,1-3-11 16,8-2-2-16,-4 2-16 0,7-5 12 0,-6 4-1 16,4 2-4-16,-5-2-5 0,13 1-22 0,-3 2-17 0,4 2-22 15,-3 1-20-15,2 1-43 0,1 3-33 0,0-1-60 16,-3 1-81-16,2 2-211 0,-4-1-545 0,2 0 242 16</inkml:trace>
  <inkml:trace contextRef="#ctx0" brushRef="#br0" timeOffset="-160716.13">16629 17401 73 0,'-6'3'222'15,"6"-3"-20"-15,0 0-16 0,0 0-16 0,0 0-18 16,0 0-10-16,0 0-14 0,0 0-12 0,0 0-10 16,0 0-13-16,24-8-9 0,-14 6-6 0,2-3-6 15,-1-2-10-15,6-2-2 0,-4-2 5 0,1-1 12 16,-1-2-2-16,-2-1 4 0,1-1-1 0,-2-2-2 16,5-3 3-16,-3-5-9 0,-1 1 0 0,1 0-4 0,-1-1-1 15,-1-5-11-15,-3 4-2 0,3-2 2 0,-4 3-4 16,-1-1-2-16,-1 9 11 0,-4 7 8 0,4-6 5 15,-4 6-6-15,0 0-2 0,0 5-11 0,0 6-9 16,0-10-4-16,0 10-34 0,0 0-4 0,0 0-2 16,0 0 0-16,0 0-1 0,-32 32 5 0,14-9-7 15,5 4 0 1,0 2 3-16,1-1-8 0,3 4 10 0,-2-1-8 16,5-2 3-16,1 0 3 0,3-2 0 0,3-10-4 15,2 0 1-15,0 1 2 0,0-6-1 0,2-1 2 0,5-1 5 16,-2-3 3-16,1 0 6 0,1-3-3 15,3-3 4-15,-3 2 5 0,4-4 11 0,-1 1 3 16,-2-3 11-16,1-2-5 0,-2-1-1 0,3-1-5 16,-4-3-1-16,-4 2-3 0,5-4 4 0,-1-3-11 0,-5 4 3 0,-1-1-14 15,-2 2-10-15,-1 0-1 0,1 3-19 0,-2-3-19 16,0 4-15-16,-1 0-27 0,2 6-26 0,-7-9-27 16,0 6-30-16,7 3-21 0,-10-3-37 0,10 3-23 15,0 0-204-15,0 0-482 0,0 0 213 16</inkml:trace>
  <inkml:trace contextRef="#ctx0" brushRef="#br0" timeOffset="-160230.9">17094 17194 66 0,'0'0'314'0,"0"0"-16"15,0 0-17-15,0 0-27 0,0-6-29 0,0 6-23 16,0 0-25-16,0 0-19 0,0 0-20 0,0 0-33 0,0 0-6 0,0 0-14 15,0 0-8-15,9 14-6 0,-4-9-11 16,0 0-6-16,3 3-13 0,-4-1-7 0,10-2-1 16,-6 0-7-16,2-1-3 0,3 0-2 0,-2-1-6 15,0-2 0-15,0 2-1 0,-3-3-4 0,1 0-1 16,2-3 3-16,-2-1-3 0,-3 3-1 0,2-4 9 16,2 0-5-16,-5 0 2 0,6 0 7 0,-5 0-1 0,0 1 0 15,-1-1 3-15,1 1-3 0,-3 0-7 0,-3 4 1 16,8-4-7-16,-8 4-5 0,9 0-1 0,-9 0-2 15,5 8-5-15,0 1 3 0,-1 3-3 0,0 2-2 16,1 6 3-16,-1 1-1 0,-2 4 1 0,-2 1 2 16,-1 3 0-16,-4-1 1 0,0 2 1 0,1 1-2 15,-5-3 0 1,-3 3 2-16,1-4-1 0,-2-2 1 0,-2 0 2 16,3-8 0-16,1-2 0 0,3-4-1 0,2-2 13 0,0-1 23 15,0-4 28-15,-1-3-5 0,7-1-5 0,0 0 0 16,-18-13 1-16,13 2 7 0,1-1 7 0,2-8-9 15,3-3-4-15,5-6-1 0,3 2-12 16,4-4-4-16,16-9-4 0,-11 7-5 0,11-6-2 16,-2 12-7-16,-5-1-8 0,5 3-8 0,-3 4 9 0,2 2-6 0,-3 2-26 15,-5 7-11-15,-2 1-44 0,2 1-34 0,-6 5-40 16,-3-1-63-16,2 2-60 0,-11 2-244 0,10-1-557 16,-10 1 248-16</inkml:trace>
  <inkml:trace contextRef="#ctx0" brushRef="#br0" timeOffset="-159701.83">18548 16951 221 0,'0'-5'229'0,"-1"0"-26"15,1 5-26-15,-1-2-20 0,1 2-15 0,0 0-19 0,-8 12-12 16,6 0-11-16,-3 5-38 0,0 7-6 16,1 3-4-16,0 3-10 0,1 4 0 0,1 3-4 0,-2 14-6 0,3-22-6 0,-1 7 32 15,0-1-8-15,2-4 2 0,1 0-13 16,2-3-4-16,-2-3 3 0,1-7-7 0,-2 1 1 16,3-3-9-16,0-4-1 0,-2-3-10 0,-1 0-10 15,-1-1-15-15,1-2-8 0,-2-3 4 0,1 0-54 16,1-3-68-16,0 0-186 0,-13-6-351 0,7-1 156 15</inkml:trace>
  <inkml:trace contextRef="#ctx0" brushRef="#br0" timeOffset="-159493.59">18189 17319 215 0,'-5'2'243'0,"5"-2"-10"16,-5 1-12-16,5-1-13 0,0 0-9 15,0 0-18-15,0 0-9 0,0 0-12 0,23-5-29 16,3 4 1-16,11-3-18 0,1 0-9 16,16-5-14-16,-3 7-7 0,-10-1-6 15,-2 1-22-15,-1 0-19 0,-6-1-27 0,-1 1-26 0,-9 0-34 0,-2 1-29 0,-3-4-33 0,-3 5-39 16,-2-2-46-16,-7 1-148 0,-1 0-372 0,-4 1 164 16</inkml:trace>
  <inkml:trace contextRef="#ctx0" brushRef="#br0" timeOffset="-159109.49">18793 17317 273 0,'0'0'298'0,"0"0"-22"16,0 0-23-16,0 0-26 0,0 0-20 0,6-12-25 15,1 9-16-15,3 0-20 0,1-2-17 16,-1 2-10-16,7-1-13 0,1-1-9 0,-3-2-19 16,6 2-11-16,-3-3-13 0,-1 2-4 15,1-1-10-15,-4-2-4 0,3 1 0 0,-2 0-9 16,-6 1 3-16,0 2-16 0,-4 0 14 0,0 0-1 16,3 1 3-16,-4-3 0 0,0 5-2 15,-1-1-9-15,0 1 0 0,-3 2-10 0,0 0-3 16,0 0-7-16,-18-1 4 0,7 1-4 0,-3 3 3 0,-2 4-2 0,-4 0-3 0,1 3-10 15,1 0 11-15,-5 6-2 0,0-3 1 16,2 5-2-16,6-3 4 0,2-1-4 0,-1 1 4 0,4 0-3 16,0 0 3-16,0 1 0 0,4-1-20 15,3-3-1-15,3-2-6 0,2 2-6 0,2-2-15 16,6-1-22-16,-1-1-35 0,7-1-39 16,4-6-52-16,-2 0-202 0,-5-2-433 0,7 0 191 15</inkml:trace>
  <inkml:trace contextRef="#ctx0" brushRef="#br0" timeOffset="-158809.43">19219 17200 133 0,'2'-3'250'0,"0"0"-26"0,2 0-26 16,-4 3-24-16,0 0-18 0,0 0-16 0,0 0-19 16,10 9-11-16,-9-3-10 0,3 3-9 15,0 3-7-15,0-2-13 0,1 7-2 0,-3-1-11 16,0 1-5-16,-2-2-5 0,5 2 0 0,-5 0-8 15,-5-1-5-15,1 2-1 0,0-1-4 16,-1 0-3-16,1-8-1 0,0 2-2 0,3-5 0 16,-3 1 12-16,-1-2 18 0,4-2 29 15,-3 3 31-15,4-6 29 0,-4 3 23 0,4-3-9 16,0 0-15-16,0 0-10 0,-1-14-20 0,4 7-11 16,1-3-4-16,2-2-28 0,1-4-1 0,2 0-38 0,9-5-3 0,-9 6-23 0,9-6-19 15,-5 6-33-15,1 0-25 0,0-2-29 0,2 5-33 16,5-5-39-16,-3 8-47 0,-3-1-68 15,-3 2-186-15,-1 1-514 0,2 2 228 0</inkml:trace>
  <inkml:trace contextRef="#ctx0" brushRef="#br0" timeOffset="-158294.82">19605 17261 227 0,'0'0'376'0,"-1"-8"-42"0,1 8-20 0,0 0-50 0,-3-5-18 16,3 5-25-16,0 0-30 0,0 0-19 0,0 0-21 15,0 0-15-15,0 0-11 0,-2 19-19 16,0-11-6-16,2 4-14 0,-1-2-7 0,-1 4-18 16,1-3-18-16,1 1-7 0,-2 1-17 0,2-2-5 15,-1 0-8-15,1-1-1 0,1-2-5 16,-1-1-1-16,0 0 0 0,0-2 1 0,0-5 16 15,-2 5 13-15,2-5 6 0,0 0-2 16,0 0-3-16,16-3 8 0,-16 3-4 0,16-10-3 16,-4 3 5-16,0-3-7 0,3-1-2 0,-1-1 2 0,1 2-5 0,1-2-8 0,-2 1-1 15,0 2-1-15,-2 1-1 0,-1 1-2 16,-6 3 0-16,3 1-3 0,-3-1-7 0,1 1-7 16,-6 3-3-16,8 0-9 0,-8 0 3 15,9 4 9-15,-6-1-2 0,-1 4 0 0,1 0 1 0,-2 1 2 16,3 2-3-16,-3 2 5 0,-1-2-5 15,2 0 6-15,-2 0 3 0,2-1-1 0,0 1-4 16,-2-3-9-16,2-2 5 0,-2 2-3 16,0-7 5-16,1 6 12 0,-1-6 25 0,2 4 13 15,-2-4-10-15,0 0-6 0,20-10 1 16,-10 5-7-16,4-5-3 0,1 0 2 0,4-1-8 16,-5 1 5-16,12-5-2 0,-12 3-17 0,5 1 19 0,-6 2 0 0,1 3 4 0,2-2-10 15,-4 3-1-15,-2 2 2 0,1 2-10 0,0-2 1 16,-1 3-3-16,-1 4-11 0,3 1-33 15,-2 1-30-15,-1 3-44 0,1-1-63 0,-1 2-107 16,0-3-266-16,1 2-600 0,-6-4 266 0</inkml:trace>
  <inkml:trace contextRef="#ctx0" brushRef="#br0" timeOffset="-157176.84">21171 17194 37 0,'0'0'282'0,"-3"-4"-27"15,3 4-24-15,-1-2-30 0,1 2-25 16,0 0-20-16,0 0-16 16,0 0-18-16,-7 12-12 0,6-4-10 0,0 3-10 15,0 1-7-15,1 1-8 0,0 1-12 0,-4 3-8 16,4 0-2-16,-3-1-9 0,4-1-3 0,-2-2 24 15,0-1-2-15,-1 0-5 0,4-2-8 0,-2 1-4 16,1-5-4-16,-1 3-13 0,0-2 4 0,0-2-6 16,0-2 2-16,0 2 5 0,0-1 2 0,0-4 9 15,-1 5 12-15,1-5 2 0,1 2-8 0,-1-2 15 0,0 0-5 0,-1 6-6 16,1-6-7-16,0 0-8 0,0 0 2 0,0 0-4 16,0 0-3-16,0 0-19 0,2 2 13 0,-2-2-11 15,0 0-9-15,0 0-9 0,0 0-38 16,0 0-34-16,0 0-26 0,0 0-28 0,-7-12-20 15,7 5-25-15,-3 2-26 0,2-5-27 0,-3-1-181 0,2-5-437 16,-1 0 195 0</inkml:trace>
  <inkml:trace contextRef="#ctx0" brushRef="#br0" timeOffset="-157014.1">21096 17120 23 0,'-2'-12'233'15,"-1"7"7"-15,2-3-5 0,1 3-5 0,-1 0-2 16,-1-3-20-16,1 3-15 0,1 5-14 0,-1-7-24 15,1 7-16-15,-1-5-15 0,1 5-10 0,0 0-19 0,0-7-26 16,0 7-32-16,0 0-30 0,0 0-21 0,0 0-13 16,0 0-20-16,0 0-27 0,0 0-30 0,0 0-33 15,0 0-63-15,0 0-118 0,0 17-344 0,0-17 152 0</inkml:trace>
  <inkml:trace contextRef="#ctx0" brushRef="#br0" timeOffset="-156257.82">21369 17217 150 0,'0'0'303'0,"2"-5"-20"0,-2 5-24 16,0 0-31-16,0 0-23 0,0 0-21 0,0 0-24 0,0 0-21 16,0 0-11-16,0 0-13 0,0 0-13 0,-1 12-10 15,0-5-12-15,-2 3-5 0,-2 1-12 0,4 0-5 0,-3 5-19 16,0 2 9-16,-1 1 1 0,1-4-11 0,2 2-1 15,-2-2-5-15,0-4-5 0,3 2-8 0,-1-5 4 16,0 1 4-16,-2-5-3 0,4 1 1 0,-1-2-12 16,1 4 42-16,0-7 13 0,5 1 6 0,-5-1-11 15,0 0-3-15,16-13-1 0,-8 6-7 0,3-3 1 16,4-2-9 0,-1-1 4-16,-2-1-12 0,6-1-18 0,-5 1 23 0,6-4-9 15,-6 7-1-15,0-1-5 0,-4 5 4 0,0 2-8 16,-4-1 3-16,1 1-2 0,-2 1-10 15,-1 2-6-15,2 2-13 0,-5 0 11 0,10 0 3 16,-3 2-3-16,1 2-9 0,0 4 3 0,0-1-12 16,2 3-18-16,-3-3-11 0,6 6-28 0,1-3-26 15,-1 3-30-15,-2-7-39 0,6 5-55 0,-3-5-80 0,-1-1-176 0,0-2-513 16,2-2 227-16</inkml:trace>
  <inkml:trace contextRef="#ctx0" brushRef="#br0" timeOffset="-155590.99">22480 16907 142 0,'4'-12'292'0,"1"3"-5"15,-1-3-13-15,-1 4-15 0,-1 2-24 16,0 0-27-16,-2 6-20 0,3-7-27 0,-3 7-18 16,3-7-21-16,-3 7-12 0,0 0-14 0,0 0-10 0,4 22-13 0,-4-3-7 0,-4 7-7 15,1 4-3 1,0 3-9-16,-1-1-2 0,1 14-1 0,-1-11-8 0,0 9-6 0,2-8-2 0,1-2 3 15,-1-4-10-15,2 1 2 0,-3-4-2 0,3 0 0 16,0-10-6-16,0-1 0 0,0 0 2 16,3-5-6-16,-3-4-14 0,0 1-1 15,0-4 1-15,2 0 5 0,-2 2 1 0,1-3 3 16,-1-3-3-16,0 0-12 0,0 0-8 16,0 0-10-16,0 0-14 0,1-17-18 15,-2 11-16-15,-5-5-15 0,-1-3-5 0,-2-1-15 0,1 3 4 0,-2-3 6 16,-4 2 9-16,-1 2 10 0,0-4 7 15,-2 6 7-15,-1-1 19 0,-4 0 12 0,3 4 10 16,0 0 8-16,-3-1 14 0,-6 2 18 0,8 2 11 0,3-1 2 0,-1 4 7 0,7-3 0 16,0 3 3-16,3 0-6 0,0-1-7 15,8 1 1-15,-10 0-7 0,10 0 5 0,0 0-8 16,0 0 18-16,0 0-8 0,0 0 1 0,0 0-1 16,52-3-9-16,-22 3 7 0,6-1-8 15,2 0 0-15,1-3 1 0,16 3-2 0,1-3-4 16,-3 1 0-16,-15-1-2 0,-1 0 0 0,-1 1 3 15,-5 0-6-15,-3 1 2 0,-9-2-3 16,-6 3 7-16,-1 0 13 0,-3 0 5 0,-1 1 9 16,-8 0-1-16,9-2 7 0,-3-1 0 15,-6 3-7-15,0 0-4 0,5-2-7 0,-5 2-9 0,0 0-10 0,0 0-10 0,0 0-16 16,0 0-8-16,0 0-24 0,0 0-27 0,0 0-23 16,0 0-35-16,-22-1-34 0,22 1-44 15,0 0-156-15,-7-2-400 0,7 2 176 0</inkml:trace>
  <inkml:trace contextRef="#ctx0" brushRef="#br0" timeOffset="-154779.51">22967 16999 298 0,'0'0'310'0,"4"-9"-16"16,-4 9-26-16,1-6-27 0,-1 6-22 16,4-5-31-16,-4 5-19 0,0 0-21 0,0 0-13 15,0 0-18-15,0 0-12 0,0 0-11 16,0 0-21-16,0 0-1 0,-1 25-11 0,-2-10 2 16,2 2-14-16,-3 2-3 0,-2 0-4 15,2 7-6-15,-4-1-2 0,3 4-16 0,-4 1 11 0,-1-2-4 16,4-1 0-16,-3-3-3 0,1-3-5 0,4-3-14 15,0-3 18-15,3-3-13 0,-1-3 10 16,2-2 3-16,-2-1 0 0,1-1 10 0,2 1 24 0,-1-6 26 0,0 5 33 0,0-5 9 16,0 0-14-16,0 0-14 0,0 0-8 15,23-11-4-15,-16 3-13 0,2 1-12 0,3 0-3 16,-3 1-12-16,4-6 0 0,1 1-19 0,-1 0-2 16,-3 4-10-16,2-2-17 0,-3 4-7 0,2 0 3 15,-5 0-4-15,2 3-12 0,-1-1-14 16,1 1-5-16,0 2-12 0,0 2-6 0,0-2-18 15,0 3-4-15,1 3-14 0,2 0-3 16,-1 0-3-16,-1 2-7 0,-1-1 0 0,0 0 0 16,1 1 7-16,-4-1 0 0,3 0 8 0,-4-1 9 15,4-2 11-15,-5-1 4 0,1 1 12 0,0 1 14 0,-3-3 29 0,-1-2 26 0,7 3 22 16,-7-3-3-16,4 0 2 0,-4 0 4 16,0 0-4-16,11-2 1 0,-11 2-12 0,9-3 9 15,-4-1 0-15,2 3 2 0,0-3-1 16,0 1-8-16,-2 1 4 0,5-1-3 0,0-3-2 15,2 3-1-15,2 0 1 0,2-5-4 0,1 2 2 16,-4 1-4-16,5 0 4 0,-2-3-2 16,2-1 0-16,0 1-1 0,0-3 6 0,-4 3 6 15,4-1-1-15,-9-1 4 0,2 4 12 16,-2-5 6-16,-2 6 14 0,-1-4-4 0,2 1 8 16,-6 2 2-16,3 1-5 0,-2-1 1 0,-3 2-16 0,0 4-21 0,-8-8 7 0,-1 5-1 15,-3 1-6-15,-9 4-8 0,1 1 4 0,-10 4-9 16,2 4 2-16,1-2-10 0,-1 4 2 15,4 1-5-15,1 0 0 0,4 3-3 0,3-2 0 16,5 1 6-16,3 1-9 0,1 0 3 0,4-2 8 16,9 2-2-16,3-4 0 0,5 3 5 15,4-4-3-15,9-2-11 0,6 2 8 0,4-5-5 16,3 0 7-16,15-2 0 0,-1-3-3 16,-1-1 3-16,-12-4-2 0,-2 3 4 0,0-1 10 15,-6-3 8-15,-1 4 8 0,-9-1 1 0,-5-2 9 0,-4 0 2 0,-1 3-1 0,-4-1-8 16,-9 1-6-16,15-1-15 0,-15 1 7 0,9 1 1 15,-9-1-4-15,9-1-34 0,-9 1-33 16,5 0-33-16,-5 0-34 0,4 2-27 0,-4-2-35 16,0 0-55-16,-18 7-120 0,18-7-220 0,-13 0-618 15,13 0 273-15</inkml:trace>
  <inkml:trace contextRef="#ctx0" brushRef="#br0" timeOffset="-152245.62">24539 17091 172 0,'0'0'280'0,"-4"-4"-16"16,4 4-26-16,-1-2-24 0,1 2-24 0,0-6-25 15,0 6-20-15,0 0-17 16,0 0-9-16,0 0-21 0,0 0-8 0,-4 12-8 16,3 0-11-16,-2-4 0 0,3 5-15 0,3 5-4 15,-6-1-8-15,3 2-2 0,0-2-4 0,3 0-7 16,-6 2 0-16,3-2-5 0,-1 2 32 0,1-7-6 15,-3 5-3-15,3-5-6 0,0-1-8 0,-1 1 1 16,2-3-9-16,-2-1 2 0,0-3-1 0,1 0-6 16,-3 0-13-16,3 0 5 0,0-5 3 0,0 5-1 0,0-1 0 15,0-4-6-15,0 0-12 0,0 0 0 0,-4 2-56 16,4-2-72-16,0 0-72 0,-6-14-251 0,5 4-490 16,-2 0 217-16</inkml:trace>
  <inkml:trace contextRef="#ctx0" brushRef="#br0" timeOffset="-152077.22">24571 16868 122 0,'-1'-8'320'0,"-1"2"-33"0,2 6-25 16,0-8-29-16,0 8-26 0,-1-8-42 0,1 8-56 16,0 0-26-16,0 0-21 0,0 0-23 0,0 0-39 15,0 0-35-15,-5 21-51 16,2-12-69-16,0-1-115 0,1 4-291 0,1-5 130 15</inkml:trace>
  <inkml:trace contextRef="#ctx0" brushRef="#br0" timeOffset="-151200.28">24858 17137 2080 0,'-1'-7'195'16,"0"4"-41"-16,0 0-49 0,1 3-16 0,0 0-36 15,-3-4-12-15,3 4-28 0,-3-3 1 0,3 3-4 16,0 0 1-16,0 0-4 0,-7 13-2 0,3-3 2 15,1 2-7-15,-4 4 6 16,-2 2-3-16,3-1 2 0,-2 7 1 0,0-6-3 16,0-2-3-16,2 0 4 0,2-3-3 0,-1-2 2 15,3-1-3-15,-2-5-5 0,1 1 13 0,3 0 6 0,-1-3 25 0,0 2 37 0,1-5 21 0,0 0-8 16,0 0-8-16,0 0-3 0,15-19-11 16,-4 7-8-16,1-1 4 0,7-6-9 0,-2 2-6 15,1-5-11-15,0 3 0 16,3-1 0-16,0 1-6 0,-6 7 3 0,0 0-4 15,-2 1-5-15,-4 3 0 0,0 2-4 0,-4 3-4 16,0-1-9-16,-1 2 5 0,3 0-12 0,-7 2-4 16,15 4-2-16,-10 0-3 0,5 2 4 0,-1 1-3 15,3 5 1-15,-5-2 2 0,5 3 2 0,-1 1 5 16,3 2-6-16,-5 0-2 0,4-2 2 16,4 0-5-16,-2 1-9 0,0-2 2 0,-2-2-5 0,4-2 4 0,-6-4-1 0,3 1 6 15,-1-3-4-15,1 0 1 0,-2-3 9 0,0-3 2 16,2-3-3-16,-3 0 2 0,3-3 0 15,-3-4 1-15,-1-3-3 0,3 2 8 0,-3-3 4 16,3-5 2-16,-3-3-1 0,2-1 5 0,-1-3-5 16,-2-2 2-16,2-1 1 0,-1 0 7 0,-1-2-9 15,0 1 7-15,-2-1 4 16,0 8 16-16,-1 9 12 0,-2 0 2 0,-1 5 10 16,-2 4-6-16,3-1-15 0,-4 2-9 0,2 1-22 15,-2 6-29-15,0 0 4 0,0 0-2 16,0 0 1-16,0 0-1 0,-5 35 5 0,-1-9 4 0,0 5 0 15,1 0 0-15,-2 3-3 0,0 1 12 16,5-1-4-16,-2 3 3 0,0-4-5 0,4 0 7 16,-4-3-7-16,3-4 2 0,1-7-10 0,1-1-5 0,-2 0-6 0,2-7-13 15,2 1-10-15,-4-5 5 0,1 0-3 0,1 0 4 16,-1-5 1-16,-1 1 11 0,1-3-25 0,0 0-58 16,0 0-34-16,0 0-32 0,0 0-43 0,-4-22-58 15,-1 12-144-15,2-4-462 0,1-2 204 0</inkml:trace>
  <inkml:trace contextRef="#ctx0" brushRef="#br0" timeOffset="-151030.56">25267 17051 141 0,'-10'0'233'16,"1"-1"-7"-16,9 1-12 0,-16 0-18 16,16 0-22-16,-9 0-11 0,9 0-19 0,-8-2-12 15,8 2-7-15,0 0-8 0,0 0-5 16,0 0-12-16,33 3-12 0,-4-4-15 0,5-1 0 0,19 2-21 15,-13-3-21-15,12 1-21 0,2-2-31 16,-12 1-40-16,12 0-63 0,-16 1-243 16,-1-2-397-16,-3 1 176 0</inkml:trace>
  <inkml:trace contextRef="#ctx0" brushRef="#br0" timeOffset="-150677.78">25786 17162 97 0,'0'0'212'0,"-4"4"-4"15,4-4-7-15,0 3-10 0,0-3-11 0,0 0-8 16,0 0-10-16,0 0-22 16,9 2-5-16,-9-2-18 0,14 0-9 0,0-3-12 0,4-1-6 0,1-2-11 15,8 0-4-15,0-1-10 0,-1-3-5 0,-1-1-7 16,-6 4-2-16,4-4-9 0,-5-1-6 15,0 5 1-15,-4-6-4 0,3 8-7 0,-7-3 3 16,-2 2-3-16,1-1 12 0,-3 2 1 16,-2 1 4-16,-2 1-13 0,-2 3-10 0,0-7 4 0,0 7-5 15,-7-5-4-15,7 5-1 0,-18 3 2 0,5 0-8 16,-5 3-2-16,-1 2 2 0,0-1-16 16,1 4 13-16,1 1-2 0,-4 5-3 15,5-4 3-15,1 3 1 0,3-2 0 0,1 1-1 0,3 2 0 0,2 0-5 0,2-2-5 16,3-1-23-16,2 3-6 0,4-7-27 15,4 4-21-15,1-6-43 0,6 1-67 16,-5-4-219-16,8-3-447 0,-1-2 198 0</inkml:trace>
  <inkml:trace contextRef="#ctx0" brushRef="#br0" timeOffset="-150351.29">26187 17023 177 0,'2'-4'282'0,"0"1"-32"16,-2 3-25-16,5-3-25 0,-5 3-22 0,0 0-15 16,0 0-22-16,19 10-12 0,-7-2-14 0,-6 2-11 0,7 4-15 0,-4 0-8 15,-1 3-8-15,1-2-10 0,1 8-5 16,-6-7-9-16,1 3-2 0,-1 0-9 0,-2 0-3 16,-3-1 2-16,0-6-8 0,2 2 3 15,-1-1-9-15,-1-5 0 0,1 0 1 0,-2-3 1 0,5 2 19 0,-4-4 23 16,-1 2 24-16,2-5 32 0,-2 4 30 15,2-4 15-15,0 0-7 0,0 0-18 16,0 0-12-16,0 0-10 0,4-24-17 0,0 15-24 16,-2-4-3-16,6-3-13 0,-2-1-26 0,3 0-16 0,6-8-39 0,0 4-7 15,-4 6-25-15,6-7-26 0,-6 8-28 16,1 0-30-16,-3 1-27 0,0 8-28 16,-1-6-48-16,1 3-56 0,-5 3-208 15,4-1-542-15,-2 3 239 0</inkml:trace>
  <inkml:trace contextRef="#ctx0" brushRef="#br0" timeOffset="-149323.35">26538 17039 211 0,'0'0'386'0,"1"-8"-9"0,-1 8-27 0,1-9-36 0,0 5-15 16,-1 4-29-16,0 0-25 0,3-6-31 0,-3 6-29 15,0 0-29-15,0 0-12 0,0 0-19 16,0 0-6-16,0 0-21 16,14 11-6-16,-10-3-15 0,-2 1-9 0,2 2-9 0,0 3-11 0,0 2-4 0,1 2-12 15,-1-2 7-15,0 2-7 0,-1 0 4 0,1-3-4 16,-1 3-6-16,-1-1-2 0,2-3-6 16,-4-2-2-16,3-2 0 0,-1-3-12 15,-2-2 10-15,0 2 1 0,0-2 3 16,3 0 6-16,-3-1 13 0,2-1 26 0,-2-3 28 0,2 2 35 0,-2-2 37 15,0 0 6-15,0 0-15 0,0 0-15 16,11-12-12-16,-3 5-12 0,-2-3-13 16,2 1-12-16,1-6-9 0,1-2-9 0,0 0-16 0,6-5-13 0,-5 5-16 0,1 1-7 15,-1 0-6-15,-3 0-1 0,-1 5-10 0,0 2-12 16,-1 1-14-16,1 0-7 0,-4 4-18 16,1-1-17-16,-4 5-13 0,7-8-26 15,-1 4-14-15,4 0-13 0,1 3-18 0,1 1-10 0,10 0-25 0,1 1 3 16,-3 2-10-16,12-1-14 0,-1 4-4 15,2-1-3-15,-1-1 8 0,0-2 8 16,0 1 14-16,0 1 26 0,-1-4 8 16,-3 0 25-16,-8 0 7 0,-3-4 18 15,1 4 27-15,-7-4 34 0,0-1 23 0,-3 1 24 0,0-3 15 0,-3 0 27 0,0-2 13 0,-1 1 12 16,-4 3 8-16,0 5-2 16,-4-12-1-16,3 5-12 0,1 7-2 15,-6-10-15-15,-3 6-2 0,-3 0-10 0,3 0-4 0,-6 7-14 0,-2 1 5 0,0-1 1 16,1 3-9-16,-3 2 2 0,2 2-8 15,-2 0-1-15,0 7-1 0,2-3-1 16,5-2-5-16,0 3 6 0,-1-1-7 16,6 3 4-16,-1-2-1 0,4-3-1 0,2-1-3 15,0-2 1-15,2-1 4 0,2-2 6 0,0 1 5 0,3-3 4 16,2-1 10-16,4-3 0 0,-1 0 4 16,4-3-3-16,-1-1-6 0,6-3 5 0,-2 2-6 15,2-3 1-15,-1-1-8 0,1 2 4 16,-1-4 0-16,-4 5-4 0,1-6-3 0,1 5 6 0,-8-1 4 0,2 3-3 0,-4 1 7 15,1 2 1-15,-4-4-2 0,-3 6-3 16,9-5-8-16,-9 5 0 16,7 0-36-16,-7 0 12 0,0 0 3 0,11 5 0 0,-11 1 2 0,4-1-6 0,5 1 0 15,-3 4-15-15,1-1 2 0,2-1-4 16,1 1-12-16,-1 0-3 0,0-1-1 16,2-2 4-16,0 0 3 0,-1-1 0 0,1-2 0 15,1-1 3-15,1-1 5 0,-1-2-4 16,1-2 6-16,0-1 1 0,2-5 0 0,-3 3 5 0,-1-6 4 0,0-2 9 15,0 2 3-15,-1-4 5 0,-1-2 12 16,4-6 9-16,-3 1 9 0,-1-3 1 16,1-3 4-16,-1 2 4 0,2-2-4 0,-1 3 1 15,0-1 6-15,-1 1-12 0,0 9 23 0,-3 0 9 0,1 1 13 0,-4 5 4 16,1 1-17-16,-1 3 1 0,-1 1-8 16,1 1-10-16,-3 5-13 0,2-8-29 0,-2 8-28 15,0 0-7-15,0 0 3 0,0 0 1 0,0 0-2 0,-12 30 5 16,5-12 6-16,-4 11 1 0,-1 3-2 0,2 2 6 15,-3-1-16-15,2 13 12 0,2-14 3 16,2 1-1-16,-1-1 4 0,1 0-5 16,3-2 4-16,3-3-2 0,0 1 7 0,2-10 18 15,0-3 14-15,3-3 4 0,3 1 12 0,-5-4 14 0,7 1 7 0,-4 0 9 16,5-3 0-16,2-5 1 16,-2 5-1-16,3-6-4 0,1-1-9 0,-1-1-18 15,5-4-50-15,0-2-78 0,1-2-132 0,1-3-148 0,3-8-383 0,-1-3-808 16,-2 0 358-16</inkml:trace>
  <inkml:trace contextRef="#ctx0" brushRef="#br0" timeOffset="-146190.31">29247 16911 97 0,'-3'-4'151'0,"3"4"-9"16,0 0-24-16,0 0-5 0,0 0-15 15,0 0-8-15,0 0-8 16,0 0-11-16,0 0-4 0,0 0-12 15,0 0-8-15,0 0-2 0,0 0 1 0,0 0-10 0,0 0 3 0,0 0-7 0,0 0 3 16,0 0-12-16,0 0 9 0,0 0-7 0,0 0 11 16,0 0-5-16,0 0-4 0,0 0-8 15,11-2 8-15,-7-1 2 0,0 1-5 16,1 0 8-16,-1-2-7 0,1 1 1 16,4 0 4-16,-4-1-1 0,0 1-4 0,2 0 8 0,-2 1 3 0,1-2 5 15,-1 1 2-15,-1 0 1 0,0 1 7 16,-1 0 1-16,-3 2-6 0,3-5-2 15,-3 5-14-15,3-3-15 0,-3 3-3 0,0 0-2 0,0 0-5 0,-19 3-2 0,2 6 3 16,-2-3-1-16,-8 3-4 0,-2 4 2 0,1 4-2 16,2-4-5-1,-2 7-1-15,1-8 6 0,4 7 0 0,4 0-1 16,0 1-1-16,6-4-2 0,0-1-1 0,3 2 3 0,4-2 1 0,4 2 9 0,4 0-3 16,4-3 7-16,4 1-4 0,6-4 2 15,13-1 23-15,4 2-31 0,19-2-36 0,7-3-56 16,0-6-77-16,-6-1-179 0,-1-3-373 15,0-1 165-15</inkml:trace>
  <inkml:trace contextRef="#ctx0" brushRef="#br0" timeOffset="-145769.28">30055 16835 84 0,'0'0'307'0,"4"-3"-30"15,-4 3-22-15,0 0-35 0,0 0-20 0,3-7-23 0,-3 7-23 0,0 0-15 0,0 0-15 16,0 0-12-16,-14 15-13 0,5-4-12 16,-3 4-4-16,-2 5-11 0,-5 0-5 0,4 1-10 15,-2 3-7-15,-1-5-3 0,5-2-6 16,-1 2 0-16,-1-4-10 0,6 0 0 16,-2-1-5-16,4-3 0 0,1-2-7 0,1 0 2 0,1 3-16 0,0-3 12 15,0-3 1-15,2 0-2 0,4 2-2 16,2-1 0-16,-2 0 0 0,6 1 0 15,3-1-3-15,2 2-1 0,4-1 5 16,5 0-3-16,5 2-2 0,-2 0-2 0,2-1-22 0,-1 0-33 0,1-1-46 0,1-1-50 16,1 0-69-16,-9-2-208 0,3-3-454 15,-2-2 201-15</inkml:trace>
  <inkml:trace contextRef="#ctx0" brushRef="#br0" timeOffset="-145328.91">30407 16973 2307 0,'2'-5'200'0,"0"-2"-47"16,0 0-32-16,-1 1 10 0,-1 6-12 0,3-11-33 0,-3 6-12 0,0 5-20 15,4-8-16-15,0 4-3 0,-4 4-10 0,0 0-2 16,0 0-2-16,0 0-7 0,15 14 0 15,-13-9-25-15,5 6 5 0,-6 1 1 0,2 0-9 0,1 1 2 0,-4 4 0 16,-3 0-1-16,1-2 2 0,-1 2-3 16,-1-1-1-16,-2 0-4 0,0-1 4 0,0-4-5 15,2-2 2-15,-1 0 3 0,1-3 1 16,2 0 4-16,-1-1 5 0,2-2 17 16,-2 0 15-16,3-3 30 0,-2 6 34 0,2-6 26 0,0 0 1 0,0 0-2 15,0 0-19-15,9-13-7 0,-1 2-12 16,1 1-7-16,6-3-14 0,0-2-4 15,7-4-8-15,-2 0 1 0,-2 2-10 16,3-1-17-16,-5 7-2 0,-2 0 7 0,-5 4-2 0,1 0 0 0,-2 0-2 0,-3 2-8 16,-1 2-9-16,5-1-8 0,-9 4-9 15,6-6-12-15,-6 6-5 0,8-1-7 16,-8 1 12-16,7 9-5 0,-7-9 0 0,2 13-4 16,1-5-11-16,-1 3-16 0,1 1-17 0,0 0-22 0,0-2-34 0,0 7-19 15,-1-5-43-15,3-3-50 0,3 3-283 16,0-4-574-16,-2-3 254 0</inkml:trace>
  <inkml:trace contextRef="#ctx0" brushRef="#br0" timeOffset="-145002.58">31177 16741 75 0,'0'0'241'0,"7"-2"-20"0,-7 2-26 0,0 0-24 0,0 0-19 0,0 0-14 15,-3 12-14-15,-3-5-14 0,-1 4-6 16,-7 3-14-16,1 1-9 0,-6 5-2 16,-5 0-11-16,5 5-7 0,-3-4-6 0,2 1-7 0,-1-1 0 0,2 0-9 0,6-6 2 15,-1 0-10-15,3 1-4 0,4-4 4 16,-3 0-9-16,6-1 1 0,-1-4-8 0,1 2 2 15,-1-1 2-15,4-1 2 16,1 0 22-16,2 0 10 0,4 2-4 0,3-2 4 0,3-2-10 0,6 6-1 16,5 0-4-16,4-1-40 0,-1 1-49 0,-6-3-76 15,8 1-99-15,-7-5-151 0,7 1-409 16,-7-5 180-16</inkml:trace>
  <inkml:trace contextRef="#ctx0" brushRef="#br0" timeOffset="-144505.15">31484 16871 70 0,'0'0'253'0,"3"-5"-10"0,-3 5-15 0,0 0-24 16,0-6-23-16,0 6-14 0,0 0-20 15,0 0-15-15,2-6-13 0,-2 6-14 16,0 0-13-16,0 0-9 0,0 0-15 16,0 0-5-16,0 0-8 0,0 0-13 0,0 0-3 0,0 0-3 0,0 0-7 0,0 0-3 15,0 0-1-15,0 0-5 0,0 0-2 0,0 0-3 16,0 0 3-16,0 0-4 0,0 0 0 0,0 0 3 15,0 0-3-15,0 0 4 0,0 0-5 0,0 0 1 16,0 0 0-16,0 0-2 16,23 10 7-16,-14-12-11 0,2 2 4 0,0-2-4 15,0-2 2-15,1 2-1 0,-3-3 3 0,3 3 14 0,-8-3 6 16,3 3 1-16,-3-1 9 0,-4 3-12 0,9-5 6 16,-7 2-17-16,-2 3-4 0,0-5-10 0,0 5-4 15,0 0 2-15,0 0-3 0,-33 4 0 0,17 2-3 16,-3 0-5-16,0 3 6 0,-1-2-4 0,1 3-2 15,-6 7 1 1,2-2-3-16,9-1 8 0,-3 7 1 0,6-5-7 16,3 3 2-16,3-2-9 0,3 0-7 0,4 2-8 15,3-2-17-15,11 2-24 0,6-2-52 0,4-1-76 16,1-2-195-16,5-7-426 0,0-3 189 0</inkml:trace>
  <inkml:trace contextRef="#ctx0" brushRef="#br0" timeOffset="-144288.88">31803 16980 326 0,'0'0'322'0,"-11"-1"-18"16,11 1-21-16,0 0-31 0,0 0-25 0,18-6-17 0,3 3-29 15,8 1-32-15,4 0-34 0,0 1-31 0,0-1-48 0,1 0-45 16,-3 3-35-16,0-2-49 0,-8-2-33 15,-5 1-42-15,-4 0-32 0,-2-3-109 0,-7 0-333 16,-3-2 147-16</inkml:trace>
  <inkml:trace contextRef="#ctx0" brushRef="#br0" timeOffset="-144088.15">31985 16842 134 0,'0'0'222'0,"0"0"-7"0,0 0-16 0,-8-2-18 15,8 2-21-15,0 0-15 0,0 0-19 0,0 0-14 16,0 0-16-16,0 0-15 0,0 0-5 0,-9 12-16 16,8-5 0-16,-4 7-2 0,0 2-8 0,-2 2 4 0,2 2-8 0,0 4-2 15,0 0 0-15,-1-3-9 0,2 2 1 0,-1 2-4 16,1-7-3-16,1 3-2 0,1-4-23 0,2 0-23 16,-3 3-33-16,6-8-35 0,-2 1-50 0,0-4-61 15,-2 1-108-15,4-5-331 0,3-1 147 0</inkml:trace>
  <inkml:trace contextRef="#ctx0" brushRef="#br0" timeOffset="-143734.4">32330 16722 201 0,'4'-3'212'16,"-4"3"-18"-16,11-1-22 0,-2 1-14 0,0 1-19 15,5 2-10-15,-4 2-17 0,2 1-16 0,2 4-4 16,-4-2-15-16,-1 2-11 0,3 3-6 0,-5 0-9 16,0 5-6-16,-5-1-11 0,2-1-5 0,-4 5-1 0,-4-4-6 0,0 2 2 15,-1-2-7-15,-5 0 2 0,0 2-5 0,1-5-5 16,-3 3 4-16,2-8-8 0,3 2 9 0,-3-3-8 15,3 1 0-15,1-2-3 0,2 0 4 0,0-3-3 16,1 1 3-16,-1-1 0 0,4-4 1 16,-5 5 13-16,5-5 2 0,0 0 7 0,4 8-2 15,-4-8-9-15,12 0 9 16,-1 1-19-16,6 3-37 0,2-3-59 0,0-1-59 16,0 0-184-16,0-4-357 0,-1-1 159 0</inkml:trace>
  <inkml:trace contextRef="#ctx0" brushRef="#br0" timeOffset="-143402.31">32906 16837 300 0,'0'0'267'0,"0"0"-29"0,0 0-32 0,0 0-22 15,0 0-19-15,0 0-19 0,0 0-17 0,0 0-8 16,0 0-16-16,0 0-8 0,-29 41-6 0,18-28-12 15,0 3-10-15,-2 0-25 16,2 0-8-16,-5 1-11 0,5-6-6 0,0 2 1 16,4-5-5-16,1 0-2 0,2 0 6 0,-4-6-1 15,6 3-2-15,-1-2 20 0,-1 1 34 16,4-4 43-16,-4 3 25 0,4-3 5 0,0 0-13 16,0 0-14-16,0 0-7 0,0 0-20 0,21-19-14 15,-15 13-10-15,-6 6-4 0,0 0-2 0,23-16-14 16,-23 16-5-16,14-8-1 0,-14 8 0 0,0 0-10 0,18-7-7 0,-18 7-11 15,0 0-13-15,0 0-18 0,0 0-22 0,0 0-34 16,42 7-30-16,-42-7-43 0,19 11-45 16,-19-11-59-16,17 9-249 0,-17-9-544 0,0 0 242 15</inkml:trace>
  <inkml:trace contextRef="#ctx0" brushRef="#br0" timeOffset="-143248.88">32741 16800 73 0,'-5'-6'470'0,"4"-1"-38"0,-2 2-53 15,3 5-40-15,13-13-39 0,1 4-58 0,14 1-67 0,7 1-58 16,19 1-80-16,4 3-88 0,4-2-125 0,-4-2-214 0,1 2-422 16,-4-9 187-16</inkml:trace>
  <inkml:trace contextRef="#ctx0" brushRef="#br0" timeOffset="-108677.43">28351 11243 116 0,'-17'32'136'0,"2"1"-8"0,-4 9-12 0,11-6-10 16,1 13-4-16,6-13-1 0,1 10-18 0,5-10-6 15,4 0 4-15,3-2-10 0,8 10-3 0,-2-14-9 16,1 0-7-16,13 11-20 15,-9-18-20-15,4-2-43 0,4 0-65 0,-2-6-107 16,1-1-219-16,0-7 98 0</inkml:trace>
  <inkml:trace contextRef="#ctx0" brushRef="#br0" timeOffset="-107552.07">28792 10968 163 0,'-2'-4'161'0,"2"4"-19"0,0 0-6 0,0 0-19 15,0 0-20-15,0 0-4 0,-5-3-9 0,5 3-9 16,0 0-8-16,-13 8-9 0,4-2-10 0,-6 3 2 16,2 2-6-16,-5 2-13 0,-4 7 5 15,-5 2-7-15,-9 12-5 0,1 0-2 0,-2 1-4 16,0 2 0-16,2 2-10 0,1 0 5 16,2 0-1-16,4 1 2 0,10-8-2 0,0-3-6 15,6 5 28-15,0-1-9 0,3 0 9 0,5-3-2 0,2 1 5 0,4-2-3 0,2-2 5 16,7-5 7-16,4 3-2 0,6-1 5 0,4-7-2 15,0 0-2-15,9-3 1 0,0-1-2 0,-1-2-6 16,0-5 2-16,-6 3-2 0,1-5-3 0,-10 1-13 16,-4-1 12-16,-1-2 7 0,-4 0 11 15,1-1 11-15,-3 1 6 0,-1-2 6 0,-1 1 12 16,-1 0-15-16,2 1 0 0,-6-2-1 16,7 0-7-16,-7 0-7 0,0 0-7 0,5 1-9 15,-5-1-12-15,0 0-14 0,0 0-10 0,0 0-15 16,0 0-21-16,0 0-24 0,0 0-26 0,0 0-32 15,0 0-32-15,0 0-38 0,0 0-45 16,0 0-165-16,0 0-426 0,0 0 188 0</inkml:trace>
  <inkml:trace contextRef="#ctx0" brushRef="#br0" timeOffset="-107081.43">29236 11396 262 0,'0'-6'334'0,"0"1"-21"16,-2 0-17-16,4 1-16 0,-4-1-34 16,2 5-29-16,0-4-20 0,0 4-23 0,0-5-21 0,0 5-42 0,0 0-31 0,0 0-23 15,0 0-6-15,0 0-9 0,0 0-5 0,-3 17-5 16,3-6 5-16,-2 2-11 0,0 6-3 0,0 6 0 15,-1 0-6-15,-1 0-1 0,-1 1-1 16,0 1-2-16,3-8 3 0,-2 6-6 0,0-1 0 16,1-6 4-16,-1 0-5 0,2-1-2 0,-2-3-1 15,3-3-2-15,-2-2 1 0,2 1-4 0,-1-3 6 16,0 0-3-16,1-1 4 0,0-2 9 0,-1-1 25 16,2-3 23-16,0 6 38 0,0-6 45 15,0 0 29-15,0 0 20 0,0 0-8 0,0 0-15 16,-6-12-18-16,6 1-15 0,-1-9-18 0,1-6-13 0,0-3-9 0,1-3-12 0,2-5-17 15,0 2-11-15,4-14-15 0,-1 14-9 0,2 0-1 16,1 1-5-16,0 1-4 0,3 2-4 16,-4 3 4-16,1 2 4 0,1 8-2 0,-2 1-7 15,-2 2-4-15,6 1 0 0,-6 3-5 0,6 4-6 16,-1-1-20-16,5 2-26 0,0 1-30 0,3 2-31 16,2 5-35-16,-1 0-34 0,3 3-25 15,-4 2-33-15,-2 3-33 0,1 2-34 16,-4-3-45-16,-3 4-269 0,0-1-657 0,-6-3 290 0</inkml:trace>
  <inkml:trace contextRef="#ctx0" brushRef="#br0" timeOffset="-106897.35">29195 11546 250 0,'-4'0'247'0,"4"0"-13"15,0 0-22-15,0 0-17 0,13 5-16 16,6-5-20-16,9 2-19 0,3 0-26 0,4 1-45 16,-1-1-67-16,-1-2-69 0,3 3-80 15,-6-3-118-15,0-3-287 0,-8 1 128 0</inkml:trace>
  <inkml:trace contextRef="#ctx0" brushRef="#br0" timeOffset="-106527.44">29834 11465 304 0,'-1'-1'308'0,"1"1"-22"0,-1-7-29 16,1 7-23-16,-2-4-27 0,0 2-21 0,2 2-24 15,-5-3-16-15,5 3-14 0,-9-1-20 0,9 1-2 0,-17 6-22 0,6-2-8 0,2 4-11 16,0-2-8-16,-4 1-8 0,0 4-7 15,2 2-6-15,-1 2-3 0,2-3-4 0,1 2-4 16,0 1-2-16,5-4-5 0,0 1 1 0,3 0-3 16,-1-1 1-16,0 0-2 0,4-1-5 0,0 0 2 15,2-2 2-15,1 1-1 0,0-4 0 16,1 2-4-16,2-4 1 0,1-1 3 16,0-1 13-16,1 0 19 0,-2-2 10 0,0 0-2 15,-2-1 3-15,4-3-7 0,-1-2-6 0,0-1-5 16,-1-2-8-16,-3-1-8 0,1 0-17 0,1-6-9 0,-5 5-15 0,2-6-11 0,-1 2-8 15,-4 3-14-15,-1 3-8 0,1-5-28 16,-3 3-29-16,2 1-41 0,-5 0-36 0,2 2-41 16,-4-1-229-16,4 2-496 0,2 2 220 0</inkml:trace>
  <inkml:trace contextRef="#ctx0" brushRef="#br0" timeOffset="-106173.57">30040 11422 132 0,'6'0'277'16,"-6"0"-24"-16,4 0-31 0,-4 0-24 0,0 0-20 15,8 3-25-15,-5-1-8 0,0 3-20 0,2 2-13 16,0 0-11-16,1 3-15 0,-1 2-4 16,1 5-9-16,-2-5-7 0,-3 8-8 0,-2 1-8 15,-2 4 1-15,2-4-6 0,-3-4-6 0,-1 3-4 16,1-5-9-16,-3 2 1 0,0-6 1 0,2 0-6 15,1-1-2-15,1-5-1 0,1 1 2 16,-2-1 1-16,2-1 21 0,0 1 31 0,0-3 37 16,2-2 52-16,0 3 43 0,0-3-10 15,0 0-29-15,4-10-25 0,4 2-19 0,-2-4-10 0,7-1-8 0,-2-4-13 0,10-3-19 0,-3-1-17 16,6-4-26-16,-1 4-8 0,1-1-14 16,-5 5-3-16,-2 2-11 0,-2 2-2 15,-1 2-16-15,-5 1-28 0,0 4-16 0,1 0-27 16,-5 3-29-16,-1-2-41 0,0 2-45 0,1 2-41 15,-1 0-22-15,-4 1-248 0,0 0-562 16,0 0 249-16</inkml:trace>
  <inkml:trace contextRef="#ctx0" brushRef="#br0">30436 11491 286 0,'1'-4'284'0,"2"0"-15"15,-2 0-12-15,2 1-26 0,-3 3-21 0,4-3-22 16,-2 1-20-16,-2 2-20 0,4-3-16 0,-4 3-13 16,0 0-12-16,4-3-15 0,-4 3-11 0,0 0-12 15,0 0-10-15,6 6-11 0,-5-3-4 0,1 2-10 16,-1 1-4-16,-1 0-4 0,1 5 0 0,-2-1 2 15,0 1-11-15,-1 8 0 0,-2-3-3 0,0-1-1 0</inkml:trace>
  <inkml:trace contextRef="#ctx0" brushRef="#br0" timeOffset="-104656.79">31150 11511 323 0,'4'-8'364'15,"-2"5"0"-15,0-1-14 0,1-2-36 0,-2 3-13 16,-1 3-45-16,2-7-31 0,-2 6-41 0,0 1-47 0,0 0-34 15,0 0-17 1,0 0-4-16,0 0-14 0,-2 18-2 0,1-7-7 16,-2 1-8-16,-3 4 2 0,1 6-10 0,1-4-6 15,-4 4-10-15,2-2 12 0,1-3-13 0,0 0-10 0,1 0-5 0,0-6-2 0,0-2-5 0,3-1-2 16,-2-2 4-16,3 1 2 0,-4-4 18 16,3 2 33-16,0-4 39 0,1-1 4 0,2 6-6 15,-2-6-6-15,0 0-11 0,16-10-7 16,-9 5-20-16,2-3 13 0,1-1-1 15,3-1-16-15,1-2-2 0,-1-1-5 0,2 1-2 0,-2-1-27 16,1 1 19-16,-5 4-8 0,0-1 2 16,0 1-7-16,1 1 4 0,-6 2-3 0,3 0-5 15,-2 1 0-15,-1-2-12 0,1 5-21 0,-2 0 6 0,3-1-3 0,-6 2-20 16,10 3-11-16,-4 1-7 0,0 0 4 0,0 1-9 16,3 0-3-16,-3 3 3 0,4-1-3 0,0 1-2 15,-1 2 2-15,2-1 8 0,-2-2 5 16,2-2 4-16,-1-2 6 0,-1 1 8 0,2 0 3 15,1-4 0-15,0-4 14 0,-1 1 2 16,-2-1 10-16,0-1 10 0,0-5 17 0,1 0 13 16,-3-1 14-16,3-4 4 0,-2-2-2 0,0 0-3 15,-1-3 0-15,1 2 2 0,-1-9-14 16,1 2 10-16,1 0-6 0,-1 2-10 0,0-1 4 16,-2-2-6-16,-1 6-10 0,-1 2 4 0,-1-1 10 0,-3 2-4 0,2 4-8 0,0 2-10 0,-2 2 7 15,0 0-3-15,2 4-2 0,0-1-10 16,-4 1-32-16,2 1-36 0,0 4-11 0,0 0 7 15,0 0 15-15,0 0-4 0,-11 15 7 0,5-4 13 16,-1 1-5-16,-1 8 1 0,0 2 7 16,-1 4 3-16,4-1 3 0,0-1-9 0,2 7-6 15,1-6 0-15,3 4 6 0,5-3 4 0,4-2 4 16,-2 1 5-16,4-2 3 0,4-3 1 0,-2-5-6 16,9-1 2-16,-5-3 4 0,10-1-2 0,-2-2 6 15,-6-4-3-15,10-4 1 0,-2 0 2 16,1-5 2-16,-10 1 2 0,3-3 2 0,-3-2 22 0,-1 1 3 0,-4-5 3 0,3 1-7 15,-4-2 8-15,-3-1 2 0,1-1 6 0,-4 1 0 16,0-1 3-16,-1 6-6 0,-4-1-3 0,0 0-5 16,-2 0 0-16,-1 1-6 0,-2 2-2 15,0 3-6-15,-2 1 0 0,-2 1 2 0,-2-1-6 16,-1 4-8-16,-4-1 6 0,3 4-2 16,-3 1-2-16,-2 1 5 0,2 1-4 0,1 2 0 15,-2 2 3-15,0 2-11 0,1 2-11 0,2-1 1 16,0 2 5-16,1-1-6 0,2 1-2 15,5-5-2-15,-2 1 0 0,2-1 4 0,0-3 8 16,3 2 14-16,0-3 14 0,2-2 15 0,0 0 12 0,2-1 16 0,1-2-6 0,3-1 20 0,-7 0-7 16,16-4 9-16,-6 3-2 0,1-3-11 15,2-1-5-15,1 1-9 0,-1 0 1 0,-1-3-5 16,0 2 0-16,0 1-4 0,-1 0-2 16,1 0-2-16,1 0-7 0,-3 3 3 0,-1-2-9 15,2 3-8-15,-3-1-3 0,2 2-4 0,1-1-13 16,0 3-13-16,-3-3-21 0,1 4-22 0,3 0-27 15,-3 0-24-15,0 1-41 0,1-1-44 16,-4 0-49-16,3 0-67 0,-2 0-229 0,2-2-592 16,-4-1 263-16</inkml:trace>
  <inkml:trace contextRef="#ctx0" brushRef="#br0" timeOffset="-104189.94">32304 11033 134 0,'0'0'144'0,"14"11"-8"0,-7-5-7 0,3 8-11 16,3 2-4-16,2 7-5 0,2 4-3 16,-3 1-16-16,5 4-5 0,4 11-6 0,-4 1-2 15,-2 3-14-15,-6 5 3 0,-7 3-10 16,-4 1-6-16,-4 4-4 0,-5-3-1 0,-10-3-15 15,2 0 3-15,-6-7-6 0,-2-2-4 0,-7-3 1 0,-4-7-2 0,9-12 0 0,-5-3 2 16,0-1 6-16,-1-2 2 0,0-2 10 0,2-4 21 16,-1-4 15-16,5 1 10 0,8-4 1 15,7-1 2-15,0 1-1 0,2-2-3 0,3 1 1 16,0-2 15-16,2 0 7 0,0 2 9 0,1-3 0 16,4 0 12-16,0 0 5 0,-8 3-20 15,8-3-5-15,0 0-14 0,0 0-39 0,0 0-55 16,0 0-63-16,0 0-73 0,19-3-99 15,-9 2-320-15,-4-2-597 0,1-1 264 0</inkml:trace>
  <inkml:trace contextRef="#ctx0" brushRef="#br0" timeOffset="-101349.71">30584 11439 212 0,'0'0'219'0,"0"0"-1"0,0 0-10 16,3-4-10-16,-3 4-8 0,0 0-9 0,0 0-3 0,2-4-9 0,-2 4-9 15,0 0-13-15,0 0-6 0,0 0-7 0,0-4 2 16,0 4-17-16,0 0-5 0,0 0-9 16,0 0 10-16,4-2-20 0,-4 2-8 0,0 0 3 0,0 0-16 0,3-3-11 15,-3 3-9-15,0 0-7 0,0 0-7 16,0 0-11-16,0 0-13 0,0 0-13 15,0 0-26-15,0 0-8 0,0 0 2 16,0 0 2-16,1 14 2 0,-2-7 3 0,-3 4 0 16,0 4 7-16,0 3 0 0,-2 0-3 0,1 3 5 0,-3-4 3 0,4 3-5 0,-1-2 6 15,0-1 0-15,1 3-3 16,-1-5 5-16,3 2 2 0,-1-5-1 16,-1-1 6-16,0 0-4 0,2-2 0 0,2-2-1 15,-3-2 2-15,3 0 1 0,0 0-2 0,-5-1 3 0,5-1 0 0,-2 1 5 16,0 0 1-16,2-4 1 0,0 0 14 0,-1 6 14 15,1-6 3-15,-1 3 5 0,1-3 0 16,0 0 3-16,0 0 7 0,0 0 6 16,0 0 7-16,0 0 19 0,0 0 20 0,0 0 12 0,0 0 19 0,0 0 13 15,0 0 6-15,0 0 3 0,0 0 2 0,0 0-13 16,0 0-13-16,8-13-13 0,-4 6-16 16,2 2-8-16,1-4-15 0,2-4-7 15,4 0-10-15,1-2-25 0,1 2-7 0,6-5-11 0,-6 3 5 0,1 2-3 0,-2-2 0 16,0 4-8-16,0-1 0 0,-1 0 2 15,-1 3-8-15,-1 1-1 0,-1 3-2 16,-1-2 0-16,-2 2-1 0,-2 1-7 16,1 4-11-16,1-3-9 0,-2 0-12 0,0 3-12 0,-5 0 0 0,12 3-25 0,-8 0 4 15,1 0-9-15,1 6 5 0,2-2 5 16,-4 4-6-16,0 2 15 0,-2 2 5 16,5 0-7-16,-1 2 13 0,-5 0 7 0,3 1 1 15,-4 0 1-15,1 1 7 0,1-2-3 16,-1 0 23-16,-2 0-17 0,2-5 8 0,-2-1-4 0,1-1 7 0,0-4-10 15,1 1 9-15,0 0 17 0,1-1-8 16,-4-3 2-16,4 1 0 0,-2-4 25 16,0 6 36-16,0-4 23 0,0-2 32 0,0 0 25 0,1 4 52 0,-1-4 23 0,0 0-8 15,0 0-20-15,8-12-33 0,0 2-28 16,5-5-23-16,4-8-27 0,-1 4-12 0,3-5-10 16,1 3-12-16,0 1-2 15,-5 3-8-15,-2 3 2 0,0 2-2 0,0-1-7 0,-7 6 1 0,1 0-1 0,-2 2-7 16,1 0-3-16,-2 2-8 0,-3 2-15 15,3-2-26-15,-1 1-27 0,-3 2-27 0,0 0-3 16,0 0 13-16,0 0 12 0,7 10-2 16,-4-3 6-16,-2 2 4 0,4-1 0 15,-2 2-11-15,-2 1 13 0,2 0-5 0,-2 0-9 0,1 1-21 0,1-1-44 16,0 1-46-16,-3-1-45 0,1 1-53 16,-1-3-60-16,-1 2-370 0,-1-4-773 0,2-2 342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6:31:40.7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6836 2426 6 0,'3'-2'160'0,"-1"-1"-5"0,3 0 2 15,0-2-7-15,-2-1-25 0,1 5 23 0,-2-3-8 0,2 3-5 0,-3-3 4 16,-1 4 21-16,2-8 1 0,0 6-2 15,-2-1-3-15,4 0-8 0,-4 3-4 0,0-4-11 0,0 4-6 16,1-4-8-16,-1 4-7 0,-1-5 3 16,1 5-16-16,0-5-1 0,0 0-5 0,0 5-11 0,-3-7-9 15,2 4-7-15,-1-1-7 0,-1-1-4 16,3 1-8-16,0 4-6 0,-6-5-8 0,2 4-8 0,1-3 9 16,3 4-16-16,-10-4-2 15,6 2-5-15,-1 0-8 0,-1 2 2 0,-2-3-16 0,-1 6-17 16,-4-1-9-16,-3 3-4 0,-1 2-5 0,-2 3-7 0,-4 4 2 15,1 4 0-15,-1 3 4 0,0 3 5 16,-1 0 5-16,1 8 3 0,-5 7 6 0,6-8 0 0,-1 13 3 16,9-15 1-16,-1 2 7 0,2 1 0 15,5-3 2-15,-2 0 3 0,6-5 3 0,0 3 2 0,3-8 1 16,1-2 2-16,4 0 0 0,1-7 8 16,-1 0 0-16,2-2 3 0,-1 0 6 0,3-3 6 0,1 0 7 15,1-3-1-15,2-2 8 0,1-2 6 16,0-2 9-16,4 0 9 0,-4-3 7 15,2-1 9-15,1-3-2 0,-2-1 0 0,-2-3-1 0,1 2 15 16,1-3-14-16,-4 2 4 0,3-10-2 0,1 2 3 0,-5 5 6 16,3 1-4-16,-6 0 10 0,0 0-2 15,0 2-1-15,0-1-3 0,-2 0 0 0,0 3-5 0,-1 2-2 16,0 2-4-16,0-1-12 16,-2 4 5-16,0-2-6 0,0 0-8 0,2 5-3 0,-2-3-7 15,1 1-3-15,-1 0-4 0,0 1-6 16,-1-1-3-16,0 4-4 0,1-3 0 0,-1 3-4 0,3-4-5 15,-3 4-5-15,0 0 0 0,0 0-5 16,0 0-8-16,0 0 1 0,0 0-14 0,1-3-15 0,-1 3-13 16,0 0-12-16,0 0-23 0,0 0-11 0,0 0-13 0,0 0 7 15,2 12 3-15,-2-7 13 16,0 4 7-16,-2 2 10 0,1 3 7 0,0 3 5 16,-1 2 6-16,0 1 6 0,1-2 5 0,-2 3 5 0,-1 3 9 15,2-8-6-15,-1 2 12 0,3-1 1 0,-3-1 0 16,3-3 5-16,2-1 2 15,-4 0-1-15,2-2-1 0,0-2 5 0,2 0-2 0,-2-3-1 16,0 0 9-16,0-5 7 0,1 7 4 0,-1-7 13 0,0 7 10 0,0-7 18 16,0 0 17-16,3 3 11 0,-1-1 20 15,-2-2-1-15,0 0-19 16,27-12 4-16,-8 4-11 0,13-6-18 0,14-10-46 0,5-5-78 16,4-2-106-16,-1-1-115 0,0-5-418 0,-1 2-766 0,-9-1 339 15</inkml:trace>
  <inkml:trace contextRef="#ctx0" brushRef="#br0" timeOffset="730.52">7519 2750 153 0,'-8'-2'222'0,"8"2"-12"15,-8-3-14-15,8 3-18 0,-5-2-19 0,5 2-12 0,-8-2-17 16,8 2-13-16,-14 1-15 0,9 0-7 16,-1 3-14-16,-1-1-7 0,-4 2-12 0,0-1 1 15,0 4-8-15,0 0-7 0,-1-1-3 0,3 4-8 0,-6 2-1 16,3 1 2-16,1-3 3 0,-1 4 0 15,8-5-4-15,-2 2 0 0,-2 0-6 0,2 2 13 0,2-1 6 16,4 0 8-16,-4 4 0 16,4-6 3-16,1 1 3 0,2-2 7 0,1 0 6 15,1-1 11-15,-1-2 9 0,3-4 3 0,5 1 7 0,1-1-2 16,1-3-5-16,7-3 5 0,-2-1-6 0,0-3-8 0,-3-1-3 16,3-3-3-16,0 1-11 0,-2-2 8 15,1-1-15-15,-8 1-5 0,4-4-2 0,-2 1-2 0,-7-2-13 16,3 3-2-16,-6 2-4 15,2 2 1-15,-4-2-5 0,-5-1-10 0,1 4-3 0,-4-1-5 16,2 1-6-16,-10-3-9 0,5 9-5 16,-8-2-8-16,1 2-25 0,-1-3-2 0,1 5-26 0,-1 4-21 15,1-1-30-15,0 1-27 0,3 2-28 0,2 0-34 0,0 2-42 16,7-2-42-16,-2 4-257 0,3-4-588 16,5 1 261-16</inkml:trace>
  <inkml:trace contextRef="#ctx0" brushRef="#br0" timeOffset="1176.5">8221 2769 171 0,'-9'0'296'0,"9"0"-3"0,0 0-6 0,-10-2-11 0,10 2-5 15,0 0-6-15,0 0-20 0,-4 0-4 0,4 0-11 0,0 0-13 16,0 0-7-16,0 0-15 0,0 0-16 16,0 0-15-16,0 0-22 0,0 0-14 0,0 0-14 0,0 0-10 15,23-7-13-15,-11 6-9 16,7-1-6-16,0 0-4 0,3 2-12 0,7-2-8 0,-2 1-16 16,-6-1 14-16,6-3-8 0,-6 3-2 0,2 1-17 0,-3 0 5 0,1 0 2 0,-3-1-13 15,-4 2-7-15,-2 0-40 0,0 0-19 0,-2 0-21 16,-2 0-27-16,-2 0-39 0,-1 0-38 0,-5 0-42 15,0 0-65-15,0 0-75 0,0 0-199 16,0 0-601-16,0 0 266 16</inkml:trace>
  <inkml:trace contextRef="#ctx0" brushRef="#br0" timeOffset="1477.54">8217 2946 24 0,'-1'4'291'0,"1"-4"-27"0,-4 5-17 0,4-5-12 16,0 0-2-16,9 4-18 0,-9-4-18 16,28 0-16-16,-7 0-13 0,0 1-16 0,11-1-3 15,4-2-7-15,2-1-19 16,-2 2 4-16,4 0-9 0,-3-1-12 0,1 1-9 15,-5-1-4-15,-2 0-6 0,-12 2-5 0,-1 0 0 16,-5-2 0-16,-4 2-1 0,-3 0 1 0,-6 0-4 16,13 0-10-16,-13 0 2 0,11-1-20 0,-11 1-16 15,0 0-25-15,3-1-40 0,-3 1-41 0,0 0-56 16,0 0-58-16,-27 2-93 0,12-4-267 0,3 1-590 16,3-2 261-16</inkml:trace>
  <inkml:trace contextRef="#ctx0" brushRef="#br0" timeOffset="2741.49">9698 2414 211 0,'4'-12'301'16,"-3"-1"-13"-16,1 4 8 0,0-3-10 0,-2 4-8 15,4-1-9 1,-4-1-8-16,0 3-18 0,1-1-20 0,-1 4-20 16,3 1-11-16,-3-2-30 0,1 1-22 0,-1 4-12 15,0-5-17-15,0 2-21 0,0 3-23 0,0 0-35 0,0 0-31 16,0 0-27-16,0 0-8 0,0 0-3 15,1 15 8-15,-1-3 2 0,0 5 3 0,0 0 4 16,0 9 2-16,-1 1 7 0,0-2-1 0,-2 3 5 16,2-8 0-16,-2 5 2 0,2-7 5 0,-1 2-3 0,-1-2 6 0,4-3-1 15,-2-2-5-15,1-3-29 0,0 2-24 0,-4-5-33 16,4 4-34-16,0-1-30 0,0-2-37 0,4-1-47 16,-4-2-204-16,1-1-478 0,-1-4 212 15</inkml:trace>
  <inkml:trace contextRef="#ctx0" brushRef="#br0" timeOffset="3057.86">9397 2856 268 0,'-7'3'254'15,"4"-2"-13"-15,3-1-16 0,-7 3-6 0,7-3-5 16,-4 1-16-16,4-1-24 0,0 0-17 0,0 0-17 0,18-2-14 16,3-1-11-16,11-1-16 0,6 2-4 0,21-4-14 15,6 1-6-15,1 2-8 0,26-2-12 16,-27 1-2-16,30-1-7 0,-32 1-4 0,-3 1-4 16,-3 5-4-16,-6-4-4 0,-15 6 5 0,-1-4-11 0,-5-1-1 0,-8 2-7 15,-4-1-1-15,-4 1-10 0,-3-2-24 0,-3 2-22 16,0 1-14-16,-5 0 6 0,-3-2-1 0,-3 4 0 15,3-4-16-15,-17 8-26 0,-1-1-22 0,-1-1-25 16,-8 1-37-16,7-1-210 0,-8-1-418 0,7-1 185 16</inkml:trace>
  <inkml:trace contextRef="#ctx0" brushRef="#br0" timeOffset="3512.03">9877 3084 2601 0,'0'3'211'0,"0"-3"-86"0,-1 5-72 16,1-5-31-16,0 0-4 0,0 4-6 0,0-4-7 15,0 7-5-15,0-7-4 0,-3 5 0 0,1-3 2 16,-2 5-1-16,0-1-1 0,-1 3-1 0,-6 6 2 15,0-2 2 1,-4 9 0-16,-3-2 2 0,-1 3-1 0,1-2 3 16,-1 3-1-16,2-6 1 0,3-1 3 0,1-6-3 15,5-1-1-15,1-3 2 0,-1 1-1 0,3-2 2 16,0-3 9-16,1 2 38 0,2-3 39 0,-1 1 42 16,1-1 34-16,2-2-3 0,0 0-13 0,0 0-27 15,4-17-7-15,2 7-9 0,0-2-9 0,4-2-17 16,0-1-7-16,2 1-5 0,1-3-10 0,-7 5-10 0,6 3 3 0,-6-2-4 15,2 4 1-15,-4 0-4 0,2 2-4 16,-2 1-10-16,0 1-8 0,-3 0-9 0,3 1-8 16,-4 2-22-16,0 0 0 0,12 8-7 0,-6 0 7 0,0 2-7 15,-2 1 4-15,4 5 7 0,-2 1-3 0,0 1 8 16,0 0-8-16,0-1-24 0,-1 1-26 0,0-2-23 16,3 1-27-16,-4-2-23 0,-3-5-26 0,1 1-28 0,0-3-39 15,0-1-44-15,1-2-46 0,-3-5-207 0,3 3-570 16,-3-3 253-16</inkml:trace>
  <inkml:trace contextRef="#ctx0" brushRef="#br0" timeOffset="3812.76">9568 3185 184 0,'-13'3'245'0,"2"1"-10"0,3-2-13 0,-1-1-2 16,5 2 8-16,-1-2-4 0,0 0-12 0,5-1-6 16,0 0-18-16,0 0-16 0,0 0-15 0,36-8-18 0,-1 1-12 0,15-5-17 15,4 2-14-15,1-1-7 0,4 1 7 0,-2-1-11 16,5 2-4-16,-6 0 2 0,-5 2-11 0,-12 1-7 16,-5 0-5-16,-8 4-2 0,-5-1 4 0,-2 2-14 15,-10 0-4-15,4-2-7 0,-7 3-3 0,2 0-1 16,-3-3-11-16,-5 3-5 0,11-1-16 0,-11 1-9 15,0 0-1 1,0 0-21-16,0 0-29 0,0 0-38 0,-16 12-46 16,7-8-54-16,1-1-73 0,2-2-254 0,6-1-567 15,-9 3 252-15</inkml:trace>
  <inkml:trace contextRef="#ctx0" brushRef="#br0" timeOffset="4662.09">11564 2346 2 0,'0'-4'228'0,"0"4"-3"0,-3-8-6 0,3 8-12 15,2-4-11-15,-2 4-17 0,0 0-16 16,-2-4-18-16,2 4-13 0,2-4-16 0,-2 4-14 0,0 0-15 0,0 0-11 15,0 0-10-15,0 0-4 0,-7 17-9 0,2 0-5 16,-5 7-9-16,-3 5-2 0,-3 19-4 0,-5 5 1 0,-12 24-1 16,-3-1-7-16,14-19 2 0,-11 27-8 0,0 2 8 15,5-1 0-15,6-3 1 0,4-23-8 0,0 23 1 16,6-29-2-16,5 2 1 0,3-4-4 0,-1-2 1 16,0 0 1-1,0-4-5-15,4-13 3 0,-4-1-2 16,-1-2 1-16,3 0-5 0,-9-6-1 0,6 0 2 15,1-3 0-15,-3-7 10 0,-1 3 9 0,1-7 20 16,-5 3 26-16,2-7 11 0,0 0 9 0,-9-2 12 16,1-2 12-16,3-3 11 0,-5-1 13 0,-2-1-10 15,4-1 3-15,-4 0-3 0,6-2 2 0,-2-1-1 16,1 4-12-16,2-5-11 0,2 5-12 0,1 0-9 0,4 1-13 0,1 1-7 16,-2-2-8-16,5 1-9 0,5 3-32 0,-12-3-41 15,12 3-46-15,0 0-46 0,0 0-19 0,0 0-29 16,-19 7-33-16,15 0-60 0,-1-2-52 0,1 1-89 15,4-6-200-15,-1 10-640 0,1-10 283 0</inkml:trace>
  <inkml:trace contextRef="#ctx0" brushRef="#br0" timeOffset="5928.4">10865 4218 142 0,'0'0'204'0,"-5"0"-16"0,5 0-16 0,0 0-16 16,0 0-16-16,-9 0-11 0,9 0-13 0,0 0-11 0,0 0-5 0,0 0 1 15,0 0-10-15,0 0-2 0,0 0-8 16,0 0-6-16,0 0-3 0,0 0-13 0,24-7-3 15,-12 3-5-15,3-2-5 0,-1 2-2 16,1-4-6-16,-4 3 6 0,1 1 16 0,-3-4 16 0,-2 4 14 0,2-1 9 16,-3 0 7-16,-3 1-1 0,-1-1-10 0,-1 1-16 15,-1 4-9-15,-7-5-11 0,-6 5-4 16,0 2-7-16,-6 2-9 0,-9 8-5 0,-5 4-6 0,-2-1 6 0,-7 14-12 16,11-5-2-16,-9 6 0 0,15-6-9 15,1 3 0-15,2 1-3 0,7 0 1 16,1 0 7-16,9 1 4 0,6-2-2 15,11 2 4-15,9-3-1 0,24 2 0 0,10-7-16 0,36-4-41 0,3-6-76 0,7-14-130 16,-5-4-293-16,5-7-581 0,-3-10 257 16</inkml:trace>
  <inkml:trace contextRef="#ctx0" brushRef="#br0" timeOffset="6727.12">12052 1898 201 0,'0'0'228'16,"0"0"-16"-16,0 0-17 0,0 0-18 16,0 0-16-16,0 0-12 0,0 0-15 15,0 0-12-15,0 0-14 0,0 0-12 0,0 0-3 0,0 0-19 0,0 0-3 16,0 0-11-16,0 0 1 0,0 0-9 15,0 0-7-15,0 0-1 0,0 0-3 0,0 0-5 16,0 0 3-16,0 0-7 0,0 0 2 16,0 0-8-16,0 0 1 0,0 0-7 0,10-8-2 0,-4 4 9 0,0 2-6 15,0-1 4-15,-2 1 4 0,-4 2 3 16,9-7 14-16,-9 7 5 0,6-3 2 16,-6 3-1-16,4-2-7 0,-4 2-8 0,0 0-6 0,0 0-8 0,0 0-4 15,0 0-3-15,-23 7-2 0,5 0-5 16,3 5-1-16,-7 5-3 0,-2-2-4 15,3 4 1-15,1 1-2 0,0 3 1 16,0-1 10-16,5 0-10 0,2 2 0 0,4 1 4 0,6-8-5 0,1 4 4 16,6 1-1-16,6 5 0 0,8-8 1 15,5-2-13-15,8-1-30 0,6-5-64 16,14-5-82-16,0-3-282 0,2-8-505 0,-1-5 224 0</inkml:trace>
  <inkml:trace contextRef="#ctx0" brushRef="#br0" timeOffset="7023.22">12481 2070 106 0,'0'0'231'15,"-9"2"-25"-15,9-2-18 0,0 0-20 0,-7 0-12 0,7 0-5 0,0 0-16 16,0 0-15-16,-8 1-9 0,8-1-10 16,0 0-12-16,0 0-6 0,0 0-10 15,0 0-7-15,21-4-6 0,-11 2-7 0,4 0 0 0,3-3-10 0,0 2-2 16,10-2-9-16,1 1 2 0,2-3-7 0,-2 1-1 16,4 2-7-16,-2-1 2 0,2 1-13 15,-4-1-23-15,-1 0-23 0,-5 2-28 16,-4-1-31-16,-1 0-27 0,-5 0-35 0,-4 2-158 0,-3-1-344 0,-1 1 152 15</inkml:trace>
  <inkml:trace contextRef="#ctx0" brushRef="#br0" timeOffset="7245.64">12630 1908 204 0,'-3'-2'285'0,"3"2"-17"0,0 0-20 0,-3-5-23 0,3 5-27 0,0 0-20 15,-6 0-20-15,6 0-24 0,0 0-15 16,0 0-16-16,-7 7-10 0,7 0-9 16,0 3-9-16,-4 6-6 0,4 4-7 0,-3 6-6 0,2-1-4 0,0 2-5 15,-1 2 3-15,1-3-31 0,2 1-18 16,-1 0-31-16,4 0-26 0,0-1-30 16,-1-3-32-16,1-6-54 0,-1 1-206 15,2-7-409-15,-2-1 181 0</inkml:trace>
  <inkml:trace contextRef="#ctx0" brushRef="#br0" timeOffset="7660.91">12961 1735 202 0,'0'0'245'0,"2"-5"-24"0,2 2-26 0,-4 3-17 15,9-5-19-15,-2 2-16 0,5 3-14 0,3-2-16 16,2 2-13-16,2 0-8 0,0 2-3 0,2 3-8 16,-2 0-11-16,-1 0-1 0,0 4-8 15,-7-4-12-15,4 4 0 0,-2 2-5 0,-4-2-8 0,0 1-3 0,0 5-4 31,-5-4-8-31,-4 6 0 0,-1 0-3 0,-7 3-4 16,-1-3 2-16,-9 5-2 0,-1-3-5 0,0 1 4 16,1-1 0-16,3-5-4 0,1 0 2 0,-1-1-6 0,4-4 4 0,1 1-7 0,1-3 3 0,0 1-2 15,3-4-1-15,2 1 5 0,0-1-7 16,0-1 1-16,4-3 3 16,-8 5 0-16,7-2 5 0,1-3 0 0,0 0 2 15,9 6 0-15,-9-6-1 0,18 0-5 0,2 1-24 16,-1-2-42-16,10-1-64 0,-1-2-72 0,-8 1-177 15,7-1-405-15,0-4 180 0</inkml:trace>
  <inkml:trace contextRef="#ctx0" brushRef="#br0" timeOffset="8030.36">13688 1835 271 0,'0'-6'303'0,"0"6"-36"16,0 0-29-16,0 0-27 16,0 0-24-16,0 0-25 0,0 0-16 0,0 0-15 15,0 0-15-15,0 0-15 0,-7 22-5 0,6-13-10 16,-3 3-11-16,-5 4-2 0,4-1-7 0,-4 4-7 16,-1-2-6-16,1-2-5 0,5-1-6 0,-1-4-6 15,-1 0-2-15,4-1 0 0,-4-4-3 0,3 0 3 16,0 0-6-16,1-3 0 0,2-2 19 0,0 0 30 15,-1 8 21-15,1-8 26 0,0 0 18 0,0 0-14 0,0 0-18 16,0 0-5-16,15-15-17 0,-6 8-11 0,-1-1-2 16,1 1-14-16,1-2-10 0,2 2-4 0,-3 0-7 0,1-1-7 15,-3 5-7-15,0-3 1 0,-2 3-3 0,4 0-4 16,-1 1-18-16,-8 2-5 0,14 0-22 0,-3 4-25 16,-2 1-29-16,0 0-37 0,1 3-38 0,0 1-41 31,2 1-50-31,-1-3-62 0,-3 1-224 0,1 2-575 15,1-4 254-15</inkml:trace>
  <inkml:trace contextRef="#ctx0" brushRef="#br0" timeOffset="8331.07">13510 1852 150 0,'-9'0'303'0,"9"0"-3"0,-10-1-21 16,10 1-10-16,-10-3-13 0,10 3 4 0,0 0-19 16,-8-2-17-16,8 2-20 0,0 0-19 15,0 0-22-15,31-13-14 0,-3 8-17 0,6-2-18 0,5 0-12 0,14 1-11 16,6-6-6-16,-2 5-14 0,2-1-9 0,-1 1-1 16,-19 2-6-16,-1-1-11 0,-7 1 1 0,0 2 9 15,-14 0-10-15,-4 2 1 0,-1-2 4 0,-3 1 7 16,-1 2 4-16,-3-2-3 0,-5 2-5 0,0 0-22 15,14-4-6-15,-10 3-21 0,-4 1-20 0,0 0-48 16,0 0-42 0,0 0-52-16,0 0-53 0,0 0-67 0,0 0-301 15,-18 12-629-15,18-12 278 0</inkml:trace>
  <inkml:trace contextRef="#ctx0" brushRef="#br0" timeOffset="10317.78">12725 2728 59 0,'0'-4'255'16,"3"1"-3"-16,-3 3-11 0,-3-5-14 0,3 5-17 16,3-3-19-16,-3 3-23 0,0 0-15 0,0-6-22 15,0 6-19-15,0 0-26 0,0 0-29 0,0 0-17 16,0 0-7-16,0 0-7 0,-4 24 3 0,-2-5-6 16,-1 7-2-16,-1 4-6 0,-4 3 7 0,-4 16-9 0,-1-3 5 0,1 4-1 15,1 0-1-15,2 3-2 0,1-6 7 16,0 0 0-16,-1-2 10 0,4-12 0 0,4-3 6 15,-3-2-1-15,6 0 1 0,-3-9-3 0,1-1-4 0,0-1-3 16,0-6-2-16,3 0 1 0,-3-2-1 0,4-4 0 16,-2 2 0-16,2-7 34 0,-2 6 29 15,1-2 26-15,1-4 11 16,-9 2-9-16,9-2-15 0,-13-2-3 0,4-2-14 16,-3-2-8-16,-4-1-14 0,0-3-8 0,2 1 3 15,-3-2-13-15,3 1-15 0,0-3-11 0,0 1-25 16,-4 2-10-16,5-3-15 0,-1 1-11 0,5 5-16 15,0-2-18-15,-1 0-26 0,1 3-25 0,1-1-24 16,3-1-38-16,-1 0-63 0,3 2-235 0,2-1-527 16,2-1 233-16</inkml:trace>
  <inkml:trace contextRef="#ctx0" brushRef="#br0" timeOffset="10617.99">12386 3058 19 0,'0'0'227'0,"0"0"-18"16,-11 1-11-16,11-1-9 0,0 0-15 0,0 0-19 16,0 0-12-16,0 0-16 0,32-2-11 0,-11 0-11 15,6-3-11 1,3 5-11-16,6-3-7 0,1 1-8 0,-1 0-5 15,1 0-4-15,-4-1-8 0,0 3-3 0,-2-3-6 16,-4 3-1-16,-7-2-7 0,-4 2-5 0,-5-2-2 16,2 2-4-16,-8 0-13 0,-5 0-5 0,14-3-13 15,-14 3-6-15,6-1 0 0,-6 1-8 0,0 0-7 16,0 0-12-16,0 0-27 0,0 0-9 0,0 0-27 16,-26 6-23-16,26-6-27 0,-13 0-140 0,13 0-317 0,-14 0 142 0</inkml:trace>
  <inkml:trace contextRef="#ctx0" brushRef="#br0" timeOffset="11102.79">13239 2949 96 0,'8'-1'223'0,"1"-1"-28"0,2 0-20 0,2 2-14 16,1 0-7-16,6 0-14 0,-2 5-17 0,0-1-4 0,-2 2-17 15,1-1-5-15,0 3-13 0,-8 0-8 0,5 4-3 16,-6-2-7-16,-2 1-5 0,-1 3-5 0,-5-1-9 16,0 4-1-16,-5-2-4 0,1 2-1 0,-3-2-11 15,-1 1 1-15,-4-1-1 0,2-2 1 0,0-2 0 16,0-1 3-16,0-2-1 0,3-2 3 0,1-1 7 15,1 0 11-15,1 0 12 0,-2-3 18 0,3 1 29 0,3-3 21 0,-5 4 40 16,5-4-1-16,0 0 5 0,0 0-25 0,0 0-17 16,14-22-20-16,-5 13-27 0,4-4 11 15,7-6-10-15,0 0-13 0,0 0-13 0,0 1-13 0,3 1-7 16,-1 1-4-16,-6 2-6 0,0 6-20 0,-7 0 17 16,2 2-5-16,-2 0 3 0,-1 2-11 0,-2 1-17 15,-2 0-6 1,1 1-11-16,-5 2-9 0,0 0-6 0,0 0-2 15,14 5 3-15,-13 3 2 0,-1-2 1 0,0 5 2 16,-1-1 4-16,-1 6 3 0,0-2 3 0,2 2 8 16,0 1 2-16,-5-1-23 0,4-4-17 0,0 0-28 15,1 0-16-15,1-2-28 0,0 0-24 0,-1-1-23 16,2-2-21-16,1 0-40 0,1-6-54 0,0 2-211 16,-4-3-529-16,12-1 235 0</inkml:trace>
  <inkml:trace contextRef="#ctx0" brushRef="#br0" timeOffset="11318.6">13821 2878 233 0,'3'-4'271'0,"1"1"-24"0,0 0-29 0,1 1-23 16,-5 2-23-16,9 0-18 0,-9 0-12 0,14 5-15 15,-6 1-7-15,2 1-5 0,-1 1-10 0,1 7-3 16,2-1-9-16,-2 4-3 0,1 6-3 0,-2 1-7 15,-2 0-11-15,-2 3-6 0,-4 0-8 0,-1-1-12 16,-6 0-17-16,-2-2-23 0,-3 0-18 0,-6 0-24 16,0-3-38-16,-7 0-24 0,-3-4-62 0,-1-3-240 0,-4-3-436 15,0-5 193-15</inkml:trace>
  <inkml:trace contextRef="#ctx0" brushRef="#br0" timeOffset="11681.76">13338 2721 24 0,'0'0'187'0,"-17"4"-11"16,8 1-14-16,-4 2-10 0,-2 1-14 0,-3 4-11 15,-2 7-10-15,-2 3-9 0,-3 2-1 0,1 2-14 16,-3 14-6-16,6-11 3 0,-1 12-14 0,7-10-8 16,3 1-2-16,1 2-9 0,6-2 5 0,1-2 4 0,5 0 1 0,7-2 5 15,0-1 1-15,5-1-3 0,5 1-2 0,4-5-5 16,7-2-1-16,3-2-15 0,14 1-28 0,-7-6-55 15,0-5-66-15,14-2-74 0,-13-3-189 0,13-1-396 16,-14-5 175-16</inkml:trace>
  <inkml:trace contextRef="#ctx0" brushRef="#br0" timeOffset="12279.32">14645 3093 37 0,'1'-9'241'0,"-1"0"-15"0,-1-2-24 0,-2 2-14 16,-2-1-18-16,-3 0-18 0,1 3-16 0,-3 0-16 15,-2 1-9-15,-6 0-11 0,1 0-11 0,-3 1-8 16,-3 3-3-16,-3 0-13 0,-2 2-9 0,9 3-6 16,-4 2-2-16,4 2-6 0,-1-2-4 0,-2 2-3 15,5 0-8-15,-2 3 0 0,5 1-4 0,0 1-3 16,1 1-1-16,3 0-2 0,2-4-2 0,3 8 0 0,1-7-2 15,3 2-1-15,1 0 0 0,6 0 1 0,-2 2 2 16,4-6 0-16,1-1-1 0,1 0-5 0,3-2 5 16,1 0 3-16,3-3 5 0,0 1 8 0,3-3 9 15,-4-3 12-15,5-4 4 0,-5-1-3 16,2-3 17-16,-4-1 6 0,4-1 3 16,1-8-8-16,-7 4 4 0,3-7-5 0,-2-3-20 0,-1-5 9 0,-2-1 1 0,0 1-11 0,-2-4-9 15,0 0-5-15,-2-10 1 0,0 11-8 16,-1 0-1-16,2 3-2 0,-5 3 0 0,2 5 20 15,-2 4-1-15,0 8 13 0,-1 2 12 0,1 1-14 16,-2 1-1-16,0 1-11 0,2 3-14 0,-1-1-22 16,-1 2-37-16,0 3-5 0,0 0 6 0,0 0 4 15,-1 20 2-15,1-3-1 16,-3 7 5-16,3 1 2 0,-1 8 6 0,1-2 3 16,0 3 2-16,2 0 2 0,1 12 3 0,2-10 2 15,0-2-22-15,-1-3-18 0,5 0-25 0,-4-2-27 16,-1-2-18-16,2-4-32 0,-3-4-41 0,2-5-56 15,-3-2-249-15,2-2-528 0,0-4 234 16</inkml:trace>
  <inkml:trace contextRef="#ctx0" brushRef="#br0" timeOffset="12750.46">14868 2897 202 0,'13'0'197'0,"-2"3"-5"16,2 0-7-16,6 2-15 0,-2 4-11 0,1-2-14 0,0 1-14 0,-3 3-15 0,-1 1-9 0,0 1-10 16,-1 1-8-16,-3 1-4 0,-2 2-6 15,-4-1-9-15,-3 2-8 0,-2-2-2 0,0 4-5 16,-3-5-5-16,-3 0-4 0,0-2-3 0,-3-1 1 16,0-3-3-16,2 2 3 0,0-2 1 0,2-2 4 15,-5-2 6-15,5-1-1 0,1 0 10 16,1 0 17-16,0-1 26 0,4-3 30 0,-6 4 30 15,6-4 26-15,-4 0 18 0,4 0-9 16,0 0-33-16,0 0-19 0,5-18-21 0,4 8-11 16,0-5-14-16,8 1-19 0,3-8-15 0,-1-2-13 15,4 3-8-15,0-1-14 0,-2 0-5 0,-1 3-1 16,0-1-2-16,-3 0-9 0,-3 7-1 16,-1 0 1-16,-3 5 1 0,-2 0 4 0,-3 3-10 0,0 0 2 0,-1 2-12 0,-1-2-7 15,-3 5-16-15,3-4-23 0,-3 4-14 0,0 0 18 16,0 0 10-16,0 0-5 0,-20 17 7 0,6-5 1 15,1 0 9-15,-5 7-25 0,1 2 30 16,0 0-8-16,5 2 11 0,1-6 2 0,3 2-6 16,5-1 20-16,5 0-12 0,5 7-1 0,7-3 3 15,8-1 7-15,4-1 4 16,20 1-2-16,7-3-35 0,5-4-63 0,3 0-85 0,0-7-101 16,2-4-397-16,-3-5-731 0,-1 0 323 15</inkml:trace>
  <inkml:trace contextRef="#ctx0" brushRef="#br0" timeOffset="14572.76">7231 6534 180 0,'-1'-12'259'0,"-1"1"-18"0,-2-1-23 0,0-1-15 16,-1 4-26-16,-2-1-21 0,-1 2-19 16,-1 1-18-16,-4 2-13 0,1 1-13 0,-6 2-14 15,-3 2-7-15,0 2-8 0,0 2-6 0,-8 3-9 0,3 3-2 0,-1 3-9 0,2 1-3 16,-2 4-4-16,0 0-7 0,4 4-3 0,0-1-2 16,0 1-1-16,4 3-4 0,3-2 2 15,0 2-6-15,3 1 0 0,2-2 0 0,3 1-1 16,3-4 0-16,1 4 0 0,4-8 2 0,4 2 3 15,0 1 4-15,2-4 0 0,3-3 3 16,0-2-2-16,1-4 4 0,2 2 2 0,3-3 6 16,-1-3-1-16,4 0 3 0,2-6 10 15,-2-2 16-15,-1 0 17 0,1-3 35 0,-3-3-3 16,-2-1 17-16,4-1-10 0,2-6 24 0,-6 5-2 16,-1-10 8-16,0 7-2 0,-2-1 1 0,-1 2-6 0,1-8-7 0,-1 6-4 0,0 1-3 15,-3 1-3-15,0-1-5 0,0 2 2 0,-1 4-2 16,-5 3 1-16,1-1-2 0,2 2-8 15,-3 2-15-15,1 0-9 0,2 1-11 0,-2 0-13 16,-1 4-9-16,0-4-21 0,0 4-29 0,0 0-34 16,0 0-25-16,0 0-3 0,0 0 7 15,0 0 0-15,-5 18 18 0,1-6-19 0,0 4 22 16,0 3 1-16,-1 6 0 0,0-1 6 16,0 2 3-16,0 0 4 0,1-6 0 0,0 6 6 15,3-7 4-15,1-2-18 0,0 3 19 0,3-4-1 0,-1-7 5 0,-2 2 2 0,0-1 1 16,4-3 1-16,-3-2 7 0,3 2 7 0,-3-2 6 15,4-3 8-15,1-1 4 0,5-1 0 16,7-2-4-16,0-3-1 0,13-6-28 0,-1-3-48 16,6 6-72-16,0-8-128 0,12-8-172 0,5-3-335 15,-10 0-818-15,1-2 362 0</inkml:trace>
  <inkml:trace contextRef="#ctx0" brushRef="#br0" timeOffset="15172.03">7820 6713 76 0,'0'-4'371'0,"0"4"-12"15,-4-5-15-15,4 5-16 0,0 0-35 0,0 0-29 16,0-5-30-16,0 5-28 0,0 0-32 16,0 0-13-16,0 0-19 0,0 0-29 0,0 0-24 15,0 0-7-15,0 0-10 0,0 14-16 0,-1-9 1 16,-3 8-5-16,0 1-8 0,-1 2-2 0,1-3-5 16,-4 13-1-16,1 1-2 0,-2-1-1 15,1-1-2-15,4-5-5 0,-1-2 1 0,0-2-11 16,4-4 3-16,-3-2-5 0,1-2 3 0,2 0-8 15,1-3 5-15,0-1 5 0,0 1 9 0,-2-2 27 16,2-3 28-16,0 0-3 0,0 0-8 0,0 0-4 16,16-12-5-16,-7 4-10 0,0-2-8 0,5-3-10 0,-5-2 0 0,4 1 4 15,2 0-9-15,-2-2-4 0,0 3 0 0,0 1-5 0,-6 4-3 16,2-1-4-16,-2 5-8 0,-2 1-1 0,-1-1 7 16,1 1-18-16,-1-1-19 0,2 4-6 0,-6 0-3 15,10 3-4-15,-4 1-1 0,5 0-13 0,-4 6-2 16,1-1-19-16,2 3-26 0,3 1-26 0,0 2-34 15,1-3-47-15,0 1-65 16,0-1-312-16,4-3-630 0,0-1 279 16</inkml:trace>
  <inkml:trace contextRef="#ctx0" brushRef="#br0" timeOffset="15383.48">8588 6807 315 0,'0'0'425'0,"0"0"-25"0,-5 1-29 0,5-1-23 16,0 0-14-16,0 0-37 0,0 0-35 0,0 0-42 0,0 0-44 0,15-5-48 0,2 0-45 16,3 0-45-16,7-2-59 0,1 4-74 15,1-2-84-15,1-2-102 0,-3 1-190 0,-8 1-509 16,0-1 226-16</inkml:trace>
  <inkml:trace contextRef="#ctx0" brushRef="#br0" timeOffset="15539.31">8661 6904 50 0,'-11'8'219'16,"5"-1"-12"-16,2-4-3 0,-2 2-1 0,2-3 12 15,0 1-11-15,4-3-13 0,0 0-15 0,0 0-18 0,18 1-16 0,-1-2-13 0,11-3-43 16,4-2-64-16,1 0-77 0,6-4-109 15,10-6-168-15,-13 6-359 0,2-4 160 0</inkml:trace>
  <inkml:trace contextRef="#ctx0" brushRef="#br0" timeOffset="16197.44">10520 6191 113 0,'0'-7'278'0,"0"-3"-7"16,0 3-9-16,0 1-3 0,0-1-3 0,0 2-9 16,0 1-16-16,0 0-19 15,1 1-7-15,-1 3-28 0,0-5-30 0,0 5-21 0,0 0-15 0,0-5-20 16,0 5-14-16,0 0-6 0,-5 13-9 16,4-2-9-16,-3 6-5 0,-1 6-6 0,-2 5-3 15,1-2-8-15,-2 3 0 0,3-1 0 16,-1 2-11-16,2-3 15 0,-1 2-12 0,1-2-2 15,-2-1 1-15,2-9-1 0,3 1-22 0,-3-2-17 0,1-4-26 0,1 0-26 0,-1 0-33 16,-1-2-34-16,-1 1-38 0,0-3-61 0,0-2-236 16,1-5-511-16,-1 1 226 0</inkml:trace>
  <inkml:trace contextRef="#ctx0" brushRef="#br0" timeOffset="16525.41">10047 6738 62 0,'-8'2'267'16,"3"3"-29"-16,0-3-21 0,1 0-19 16,1 1-20-16,0-1-9 0,3-2-9 15,0 0-19-15,0 5-9 0,0-5-15 0,22-2-8 0,7 1-13 0,8-1-9 16,15-2-7-16,10 1-12 0,3-1-5 15,32-4-7-15,-4 1-4 0,3 1-11 0,-5 5 1 16,0-4-10-16,-26 2 3 0,3-2 0 0,-5 2 2 16,0 3-1-16,-8-1-1 0,-18 0-1 15,-5 0-3-15,-10 1 0 0,-6-2 3 0,-2 4 1 16,-2-4-1-16,-3 2 3 0,1-1 0 16,-5 1 4-16,-1 3 1 0,-4-3-6 0,7 0 3 15,-7 0-19-15,0 0-14 0,0 0-25 0,-26 6-28 0,9 1-31 0,-11 0-36 0,0-1-35 0,-1 1-62 16,1 1-226-16,-3-2-474 0,4 1 209 15</inkml:trace>
  <inkml:trace contextRef="#ctx0" brushRef="#br0" timeOffset="16951.5">10576 7100 135 0,'0'0'376'0,"-4"3"-43"0,4-3-31 15,0 0-37-15,-1 4-29 0,1-4-31 16,-3 3-27-16,2 0-18 0,1 1-19 0,-5 3-16 0,-1 1-12 0,-2 4-10 0,-1 3-15 16,0 1-5-16,-1 1-7 0,-5 6-7 0,3-7-7 15,-1 1-5-15,3-3-9 0,0-1-1 0,1-3-1 16,5-3-10-16,0 0 4 15,-1-3-6-15,2 0 23 0,0 0 8 0,0 0 41 16,2-2 27-16,1-2 24 0,0 0-10 16,0 0-17-16,0 0-15 0,7-18-3 0,-1 9-18 0,1-4-10 15,2-3-5-15,3 0-6 0,-1 0-16 0,-1 1-7 0,2 3-5 0,-3-1-4 16,0 2-6-16,-3 4-7 0,1-1-1 0,-3 2-3 16,1 3-5-16,1-1-9 0,-2 0-2 0,0 4-13 15,2-1 4-15,-6 1-5 0,9 1-13 16,-2 3-6-16,4 2-7 0,-5 1-7 0,3 2 8 15,1 1-35-15,2 3-28 0,1-1-29 16,-1 1-28-16,-3-1-32 0,3 0-39 0,-4 0-46 16,-2-6-47-16,-2-1-264 0,0 0-628 0,0-3 278 15</inkml:trace>
  <inkml:trace contextRef="#ctx0" brushRef="#br0" timeOffset="17123.66">10342 7054 346 0,'-10'-2'368'0,"1"1"-27"0,3 0-15 0,-1 1-19 16,2-3-23-16,5 3-26 0,-4-4-25 15,4 4-27-15,25-5-20 0,8 0-20 0,23-6-3 16,9 2-40-16,33-5-32 0,0-3-49 0,-4 5-55 0,-30 2-63 16,27-6-91-16,-32 8-143 0,3-7-169 15,-3 4-520-15,-7-2 231 0</inkml:trace>
  <inkml:trace contextRef="#ctx0" brushRef="#br0" timeOffset="17846.52">12271 6004 81 0,'0'-9'236'0,"0"0"-13"0,2 1-15 15,-2 3-5-15,0-2-8 0,0 2-20 0,-2 3-10 0,2-4-13 16,0 6-22-16,0-6-12 0,0 6-23 0,0 0-13 0,0 0-12 16,0 0-8-16,-16 14-6 0,5 0-7 0,-2 8-4 15,-4 9-6-15,-5 13-2 0,1 6-4 0,-3 5-4 16,-11 27-6-16,4-3 2 0,1 3-4 0,-1-2-5 0,11-22 3 15,-8 28 1-15,3-2-3 0,2-4 3 16,3 1-2-16,8-21 2 0,-3 19-5 0,6-19-3 16,-1 1-1-16,2-3 2 0,-1 0-1 0,1-5 2 0,-3-1 0 0,3-5-4 15,-1-15 0-15,-1 3 1 0,-3-5-3 0,2-3 0 16,-4 0 27-16,-1-4 14 0,-3-3 13 0,6-8 18 16,-5-1 18-16,-2-5 7 0,2-1 15 0,-4-3 8 15,-1-4 10-15,-2 0 12 0,-2-5 11 0,6 0 6 16,-5-2-3-16,4 0-8 0,5 4-8 0,-1-5-10 15,4 3-12-15,3 1-11 16,1 1-18-16,3 0-7 0,-2 2-11 0,3 0-40 16,1-1-53-16,1 2-61 0,0-1-73 0,4 3-46 15,0 0-23-15,-9 9-39 0,7-3-56 0,-3 3-364 16,2-1-730-16,2-2 323 0</inkml:trace>
  <inkml:trace contextRef="#ctx0" brushRef="#br0" timeOffset="19086.5">11579 8061 153 0,'-7'4'191'16,"0"0"-20"-16,-1 0-11 0,0 1-16 0,-4 1-9 0,-2 5-12 15,-1 2-17-15,2 1-5 0,-1 0-11 0,-4 6-6 16,0-1-11-16,3 2-5 0,3-4-5 0,-1 4-2 0,3-4 1 16,4 0 2-16,1 0-4 0,0-1 10 0,2-2 6 15,2-1 7-15,2-2 0 0,-1-4 1 16,3 3-2-16,2-2 8 0,1 1 5 0,4-1 2 16,3-4-4-16,6-3-5 15,3-1-4-15,9-5-10 0,-2-1-2 0,1-1 7 0,-5-3 3 16,-6 1 5-16,-2 0 24 0,-2 0 1 15,-6 1 14-15,1-1 3 0,-1-2 1 0,-4 2-5 16,-1-2-8-16,-3 2-13 0,2-1-13 0,-7-2-21 0,-4 0-9 16,-3-2-29-16,-1 2-32 0,-5 1-53 0,-8-1-38 15,-5 0-44-15,-1 7-62 0,-6-1-74 16,2-1-361-16,6 3-684 0,7-4 303 0</inkml:trace>
  <inkml:trace contextRef="#ctx0" brushRef="#br0" timeOffset="20064.73">12876 5540 216 0,'0'0'296'16,"-2"-4"-17"-16,2 4-23 0,0 0-16 0,0 0-22 0,-5-3-17 0,5 3-14 16,0 0-22-16,0 0-14 0,0 0-19 0,0 0-12 15,0 0-13-15,0 0-8 0,0 0-12 0,-3-2-9 16,3 2-10-16,0 0-7 0,0 0-4 16,0 0-2-16,0 0 0 0,0 0-5 0,0 0-1 15,0 0-3-15,0 0 0 0,0 0-6 0,0 0-4 0,10-6 1 16,-6 2-12-16,4 1 6 0,1-2-3 0,-3-2-2 0,2-1-1 15,1 0-2-15,0 2-6 0,-3-2 2 0,0 2 10 16,1 0 7-16,-4 1 16 0,1 1 3 0,0-1 0 31,-2 2 13-31,0-1-22 0,-2 4-21 0,-4-2-11 0,4 2-2 16,-15 1-8-16,-2 5 7 0,-2 5-2 0,-6 6-5 16,0 0 1-16,1 4-2 0,1 1-9 0,0 1 11 15,5 4-9-15,-1-1-1 0,1 1 0 0,7-3 10 0,4 3-9 16,-1-3-18-16,6-6-2 0,4 0 2 15,4-1 6-15,5-2-1 0,10 4-1 0,4-6-13 0,10 1-40 16,0-4-51-16,5-6-74 0,15-6-91 16,-14-2-249-16,10-4-581 0,-13 0 258 0</inkml:trace>
  <inkml:trace contextRef="#ctx0" brushRef="#br0" timeOffset="20319.75">13242 5668 47 0,'-4'2'251'0,"0"-1"-15"16,0 2-27-16,4-3-20 0,0 0-14 0,-5 3-4 16,5-3 0-16,-4 1-10 0,4-1-17 0,0 0-6 15,0 0-14-15,0 0-13 0,22 0-8 16,-8-3-12-16,7 1-5 0,7-3-16 0,2 0-5 15,2-1-7-15,0 0-5 0,5 1-12 0,-2-2-17 16,-2-1-25-16,-4 4-30 0,-1-1-36 0,-8 0-41 0,-4 1-43 0,-3 0-49 0,-3 2-160 16,-6-2-390-16,-3-1 172 0</inkml:trace>
  <inkml:trace contextRef="#ctx0" brushRef="#br0" timeOffset="20533.96">13350 5485 261 0,'0'-4'361'0,"0"4"-6"0,-4-5-19 0,4 1-20 0,0 4-27 0,0-5-34 0,0 5-34 15,-1-4-33-15,1 4-25 0,0 0-20 0,0 0-16 16,-1 13-9-16,2-3-11 0,-2 7-14 0,1 8-19 16,1 4-19-16,0-2-18 15,-1 4-33-15,2 2-25 0,-2 2-27 0,2-1-36 16,-2-1-37-16,2-4-57 0,1 1-49 0,-3-11-244 15,4-2-510-15,-2-5 226 0</inkml:trace>
  <inkml:trace contextRef="#ctx0" brushRef="#br0" timeOffset="21005.41">13773 5267 82 0,'0'-5'237'16,"3"2"-19"-16,-1 1-21 0,2-2-17 16,1 1-22-16,2 0-14 0,5 1-15 0,0 2-7 0,3-3 6 15,2 6-10-15,2-1-8 0,3 3-11 16,-4 0-8-16,1 0-11 0,-1 2-5 0,-2 2-6 16,-1 4-7-16,-2 1-5 0,-2 3-4 15,-4 1-7-15,2 0-5 0,-5 6-1 0,-4-3-3 16,-2 4 3-16,-9 1-10 0,4-3 3 0,-5 1-6 15,-3-4-2-15,3-3-2 0,2-1 4 0,-3 0-4 16,4-3-5-16,-1-4 1 0,4-1 1 0,-2 0-2 0,6-2 2 0,-5 0-5 0,5-1-1 16,0-3 0-16,0 0-2 0,-2 3 10 15,4-5 1-15,0 5 1 0,0-5 5 0,6 3 1 16,-2-2-2-16,9-1-3 0,6 1-4 0,-1-1-2 16,9 2-21-16,-4-4-32 0,6 0-53 15,-2-1-69-15,4-1-88 0,-11 0-198 0,9-3-479 16,-4-4 213-16</inkml:trace>
  <inkml:trace contextRef="#ctx0" brushRef="#br0" timeOffset="21373.85">14431 5332 2629 0,'-1'-5'273'15,"0"3"-80"-15,1 2-45 0,-1-7-41 0,2 3-27 16,-1 4-22-16,0 0-10 0,0 0-13 0,-3-6-9 15,3 6-5-15,0 0-9 0,0 0-2 16,0 0-7-16,0 0-2 0,0 0 4 0,-1 12-1 16,0-5 0-16,-1 3 2 0,-1 2-1 0,-3 5-3 15,-4 0 2-15,0-1-1 0,-3 6 2 16,3-5-1-16,0 0 1 0,1-4-2 0,0-4 2 16,3-1 2-16,-1 0-2 0,3-3 2 0,2-1 9 15,-1 0 9-15,2 0 48 0,1-4 43 0,-9 1 25 0,9-1-18 0,0 0-13 0,0 0-11 16,13-19-15-16,-4 4-4 0,1 3-11 0,3-3-9 15,0 6-8-15,2-7-17 0,-1 7 14 16,-3-3-15-16,-2 4-2 0,0 3-4 0,1 0-7 16,-5 0-14-16,3 2 4 0,-3 0-12 0,3 2-9 15,2 1-5-15,0 4-7 0,-1 3-14 16,3 0-10-16,-1 4-22 0,2 2-31 0,-4 1-33 16,4 3-39-16,-3 0-41 0,-2 0-54 15,1 0-67-15,-1-2-263 0,-2-7-644 0,-1 1 285 16</inkml:trace>
  <inkml:trace contextRef="#ctx0" brushRef="#br0" timeOffset="21658.23">14336 5267 14 0,'-11'-4'346'0,"2"3"-17"16,2-2-13-16,-1 1-10 0,8 2-10 15,-9 0 0-15,9 0-22 0,0 0-27 0,-3-4-33 16,3 4-17-16,31-6-6 0,1 1-38 0,6 0-7 16,19 0-33-16,5-2-1 0,0 2-5 0,3-1-2 0,27-1-38 0,-31-1-2 0,1 3 2 15,-5-3-1-15,-5 3-8 0,-16 1 6 0,-5-1-16 16,-10 3-4-16,-3 0-4 0,-5 1 6 16,-3 1-6-16,-4-2 0 0,0 1-14 0,-2-1-27 15,-4 2-40-15,0 0-37 0,0 0-32 0,-21-3-35 16,0 3-45-16,-6 5-73 0,-1-1-339 15,0-2-650-15,7 0 288 0</inkml:trace>
  <inkml:trace contextRef="#ctx0" brushRef="#br0" timeOffset="23781.1">13483 6443 31 0,'5'-18'220'0,"2"-1"-13"0,-4 2-3 0,4 3-2 15,-3-2-10-15,-2 6-12 0,1-1-9 0,1 4 4 16,-2 2-17-16,0-1-11 0,-1 2-14 0,-1-1-14 15,3 3-15-15,-3 2-22 16,2-5-25-16,-2 5-10 0,0 0-10 0,-3 13-5 16,-3 3-2-16,-3 9-4 0,-3 6 3 0,-8 12-6 15,-3 3 2-15,1 2-4 0,2 3-2 0,-4 0-2 16,3 0-1-16,1 4 1 0,2 0-1 0,4-2 0 16,-2-5-2-16,2 2 0 0,6-15 0 0,1-2-5 15,1-2 0-15,0-4-1 0,3-7 0 0,0 0 1 16,2-6-1-16,-3-2-1 0,3-2 3 0,0-3-4 0,-2-2 10 0,2 2 24 15,1-3 23-15,-3-1 23 0,3 1 21 0,0-1 19 16,0-3 15-16,0 0-2 0,-5 3-9 0,5-3-18 16,0 0-13-16,-22-7-7 0,12 1-19 0,-6-2-30 15,1 1-17-15,0-1-26 0,-4 0-19 0,0-2-11 16,2 1-17-16,-2 0-10 0,1 1-9 0,3-2-14 16,-2 1-19-16,6 1-16 15,0 5-21-15,0-4-22 0,3-1-39 0,3 3-45 16,1-4-244-16,3 4-527 0,2-4 233 0</inkml:trace>
  <inkml:trace contextRef="#ctx0" brushRef="#br0" timeOffset="24081.67">13075 6795 205 0,'0'0'205'0,"-5"1"-21"0,5-1-14 0,0 0-5 0,0 0-20 0,0 0-11 15,0 0-12-15,24 2-10 0,-5-2-11 0,2 0-11 16,11-3-9-16,0 2-5 0,4-2-9 0,1 1-9 16,-2-1-2-16,-3 5-7 0,3-4-3 0,-3-2-5 15,-6 0-4-15,-7 4-5 0,-5-1-3 0,-1 1-1 16,-4-3-4-16,0 3 1 0,-3 0 5 0,-1-3-8 0,-5 3-5 15,7 0-7 1,-7 0-12-16,0 0-26 0,0 0-16 0,-21 6-28 16,14-4-30-16,-5 1-22 0,-2-1-57 0,1 0-121 15,0-2-326-15,3 0 144 0</inkml:trace>
  <inkml:trace contextRef="#ctx0" brushRef="#br0" timeOffset="24581.99">13942 6695 115 0,'11'-1'170'0,"2"2"-16"15,6 3-11-15,-2-1-12 0,2 0-7 0,-5 3-8 16,4 1-22-16,-5 3 3 0,-3-3-7 0,0 3-15 16,-2-1-1-16,1 2-6 0,-5 1-3 0,-3-1-7 15,-1 5-5-15,-4 0-2 0,-2 2-1 0,-6-2-5 16,2 0 2-16,-4 1-1 0,-4-1-3 0,2-2 2 0,0-3-3 16,0 0 7-16,4-5 4 0,1 2 9 0,0-4 8 0,2 1 8 15,2 0 7-15,2-2 12 0,0 1 12 0,-1-1 20 16,3-1 16-16,0 1 23 0,3-3-16 0,0 0-31 15,0-12-12-15,5 4-17 0,5-6-6 16,3-1 3-16,6-8-28 0,2 1-1 0,0 2-10 0,1-2-10 16,1 3-2-16,0-1-4 0,0 1-10 0,-1 2 2 0,-7 6-3 15,-1 1-4-15,-2 0 4 0,-3 7-9 0,-2-3-3 16,0 0-3-16,-1 3-4 0,-1 1-16 0,-1-1-13 16,0 2-4-16,-4 1-7 0,0 0-3 0,8 6 0 15,-7 0 6-15,-1 0-1 0,1 0 5 0,-2 6 6 16,1 0 2-16,0 1 0 0,-1 1 10 0,-1 3-3 15,1 2-6-15,-1-2-14 16,2 0-18-16,-2-4-24 0,0 0-26 0,0-2-30 16,1-2-39-16,1-1-42 0,-1-2-281 0,1 0-534 15,1-5 237-15</inkml:trace>
  <inkml:trace contextRef="#ctx0" brushRef="#br0" timeOffset="24797.62">14438 6627 81 0,'2'-3'249'15,"-2"3"-29"-15,5-3-21 0,-5 3-20 0,0 0-15 0,13 6-4 16,-5 0-9-16,-1 2-12 0,2 1-9 0,3 6-9 16,-2 2-8-1,-1 0-7-15,0 7-7 0,1 3-9 0,-3 2-2 16,-1 0-8-16,-7 2-13 0,-3 0-7 0,-4 1-12 15,-2-3-19-15,-4-3-23 0,-4 1-26 0,-4-2-32 0,-3-2-48 16,-3-5-63-16,-6-3-211 0,1-3-406 0,-4-3 180 16</inkml:trace>
  <inkml:trace contextRef="#ctx0" brushRef="#br0" timeOffset="25129.6">13983 6491 78 0,'-9'0'184'0,"0"3"-17"15,-3 1-14-15,-3 2-14 0,-3 7-7 0,-1 4-3 16,-4 5-11-16,0 4-13 0,1 4-5 0,-6 11 2 0,-1 0-6 0,-1 4-5 16,6 4-7-16,9-3-3 0,2-10-8 0,9-2-1 15,4 2 11-15,4-4-1 0,9 2 3 0,5-2-6 16,18 2-2-16,9-3-5 0,10-7-25 0,4-5-56 16,28-2-101-16,-22-10-275 0,-1-6-418 15,4-1 185-15</inkml:trace>
  <inkml:trace contextRef="#ctx0" brushRef="#br0" timeOffset="26198.18">15118 6682 16 0,'-2'-3'242'0,"2"3"-19"0,0 0-11 16,0 0-16-16,0 0-17 0,0 0-17 0,0 0-10 15,0 0-17-15,0 0-7 0,0 0-6 0,0 0-19 16,0 0-10-16,0 0-9 0,0 0-8 0,0 0-6 0,0 0-7 15,0 0-5-15,0 0-1 0,0 0-12 0,7-7-1 0,-3 5-4 16,-4 2-6-16,12-3-1 0,-4 1-4 0,1-3-3 16,2 0-3-16,-2 0-2 0,4 0-1 15,4-2-3-15,-7 1 2 0,0-2-5 0,0 0-4 16,-1-1 5-16,-1 1-6 0,1-1 1 0,-3 0 1 0,-1 2 8 16,-1-2 0-1,0 3 1-15,-4 1 3 0,4 0 2 0,-7-2-5 16,3 2-12-16,-3 2-5 0,-3-2-3 0,-1 5-3 15,-6-2-6-15,-4 2 5 0,-3 2-2 0,-7 5 0 16,-2 1 2-16,-2 2 0 0,3 3 0 0,0 2-1 16,-2 3 0-16,1 2-2 0,1-2-2 0,0 6 1 15,-2-2 3-15,6 4-3 0,-1 2 3 0,4 0 2 16,6 4 3-16,3-2 1 0,3 0 1 0,7 0 0 0,4-1-1 0,6-2 3 16,6-1 2-16,8-1-2 0,4-5 0 0,9-2 5 15,11-1-3-15,9-5-1 0,5-3 0 0,4-6 3 16,0-3-3-16,29-4 1 0,-30 2-3 15,-2-1-2-15,1-5 0 0,-5-2-2 0,-1-3 1 16,-6 0 0-16,-14 2 3 0,-4-3-1 0,-3-3 0 0,-1 1 0 16,-5-4-2-16,-9 6 4 15,0-1 9-15,-6 0 17 0,-3 3-6 0,-1 0 1 16,-4 2-4-16,-1-2-3 0,-3 3-6 16,-4-1 1-16,-2 3-1 0,0 0-2 0,-3 2-2 15,-9 2-3-15,3 2-3 0,-1 2-1 0,-7 2 1 16,5 3-2-16,-3 5-3 0,7 0 0 0,1-1 4 0,-1 2-1 0,8-2 1 0,-3 3-8 0,3-3 7 15,6-1-6-15,0 4-2 16,3-2-1-16,2-1 0 0,4-1 7 0,3 1 2 16,2-3 2-16,2-3 2 0,6 2-2 0,0-4 1 15,2-2 3-15,2-1-2 0,1-2-2 0,-3-1 0 16,1 0 1-16,-2-1 1 0,-3-4 1 0,2 1 3 16,-4-3-1-16,3 1-2 0,-7 1 2 0,-1-4-1 15,1-1 1-15,-3 4-9 0,-3-2-9 16,-1 1 0-16,-3 0 1 0,-1 1-1 0,0 0-10 0,-2-1-8 0,-2 2-10 0,0 3-7 15,-4-2-8-15,0 2-9 0,-1 1-19 0,-3 0-19 16,0 2-17-16,3 2-22 0,-4 0-28 0,5-2-206 16,-1 2-404-16,4 0 179 0</inkml:trace>
  <inkml:trace contextRef="#ctx0" brushRef="#br0" timeOffset="26614">16334 6649 165 0,'-4'-6'173'0,"4"6"-11"0,0 0-22 0,0 0-15 0,0 0-6 16,0 0-17-16,-19 7-12 0,13-4-7 15,-3 2-9-15,0 2-12 0,-3 2-5 0,-2-1-5 16,4 2-2-16,1-2-9 0,-4 5-1 0,3-1-4 16,1 2-1-16,0-4-7 15,2 2-5-15,3 1 0 0,1-1-5 0,-1 0 4 16,4-3-2-16,4 4 2 0,-1-1 9 0,4-2-14 16,2 6 6-16,0-3-2 0,5 0-6 0,-1 0 2 15,2-3-6-15,-2 3 0 0,0-4-2 0,2-2 2 16,-3 3-3-16,-2-3-1 0,-2 1 3 15,-2-4-4-15,-2 1 3 0,1 0-2 0,-2-1-2 0,-1 1 11 0,-2 0-3 0,-4 1 2 16,0-1 2-16,-5 1-3 0,-2 1-3 0,-7 0 5 16,4-3 1-16,-5 0-5 0,1 2-4 0,1-2-1 15,-4-2-17-15,2 3-18 0,2-2-25 0,-2-3-43 16,2 0-25-16,3 0-182 0,2-1-329 0,0-3 145 16</inkml:trace>
  <inkml:trace contextRef="#ctx0" brushRef="#br0" timeOffset="27154.98">16669 6695 5 0,'-3'-4'299'16,"3"4"-6"-16,0-4-15 0,0 4-16 0,0 0-21 16,0-5-17-16,0 5-25 0,0 0-27 0,0 0-23 15,0 0-19-15,0 0-17 0,0 0-14 0,0 0-9 16,0 0-11-16,0 0-12 0,-1 13-3 0,-2-4-7 0,2 2-4 0,1-2-5 16,-4 5-5-16,0 2-7 0,3 1-4 0,-4 0-4 15,1 8 2-15,0-4-6 0,-2 3 0 0,0 0-2 16,4-5-4-16,-4 0 2 0,5-3-4 0,-2-2-2 15,3 1 0-15,-2-6-1 0,0-1-1 0,1-2 0 16,0 0-1-16,-1-1 2 0,1-2 9 16,1 0 39-16,0-3 37 0,-1 5 38 15,1-5 41-15,0 0 21 0,0 0-18 0,0 0-18 16,8-10-17-16,0 1-16 0,0-5-14 0,2 0-11 16,4-1-11-16,3-11-11 0,2 6-17 0,-1 0-8 15,-4 4-8-15,-1 2-3 0,2 1-7 0,-3 2-2 16,-3 3-4-16,-2 1-7 0,-3 1-3 15,3 2-5-15,-3 0-8 0,-2 0-25 0,3 3-24 16,-5 1-9-16,0 0-11 0,0 0 0 0,15 6 7 0,-11-1-4 0,3 5 7 0,-1-1 0 16,-1 6 6-16,2 0-7 0,0 1 12 15,-2 1 0-15,4-2-1 0,-4 3 8 0,3-2 14 16,-1-2-11-16,-4-1-6 0,5-2-14 0,-7-1-11 0,3-2-17 0,1-1-9 16,-2-2-10-16,-2 0-5 0,-1-1-2 0,1-1 6 15,3 1 3-15,-1-2-5 0,-3-2-4 16,0 0-25-1,0 0-59-15,0 0-70 0,0 0-268 0,0 0-568 16,5-13 252-16</inkml:trace>
  <inkml:trace contextRef="#ctx0" brushRef="#br0" timeOffset="27652.76">17140 6731 25 0,'7'-3'249'0,"-2"-1"-17"15,1 2-20-15,6 0-19 0,-6 0-23 0,7 2-18 16,0 2-13-16,-3 0-6 0,1 4-11 0,1 0-12 0,-2 0-6 0,0 3-11 0,0 1-6 16,-2 5-8-16,-1 1-8 0,-1 4-4 15,-6-5-6-15,0 3-7 0,0 0-4 0,-4 3-2 16,-1-2-1-16,-3-1-5 0,-2-1 3 15,-3 5-10-15,2-5 1 0,-2-3 0 0,2 0 0 16,2-6-1-16,-1 2 3 0,0-3 5 0,3 2-1 16,-1-6 2-16,3 2 6 0,1 0 16 15,2-3 26-15,-2 0 25 0,4-2 40 0,-4 3 28 16,4-3 30-16,-5 0 20 0,5 0-28 0,0 0-27 0,6-15-26 0,1 7-17 0,4-6-13 16,3-1-15-16,4-6-8 0,0 2-16 0,2-3-13 15,2 0-8-15,-4 3-7 0,2-1-10 16,-3 5-10-16,-2 3-4 0,-3 0-1 0,-2 3 0 15,-1 4-7-15,-4 0-2 0,-1 1-4 0,3-1-18 16,-5 1-15-16,3 1-23 0,-2 0-19 16,-3 3-35-16,0 0-3 0,0 0 10 0,0 0 9 15,-3 15 5-15,-4-6 8 0,-1 5 6 0,-4 2 24 16,-2 7-9-16,4-3 1 0,-3 5 3 16,3-8 16-16,2 1-10 0,3 2 8 0,1-3-3 15,-2-1 8-15,6 2-11 0,1-3 11 0,4-1 8 0,4 1-3 0,4-4-31 0,6 0-37 16,11 1-52-16,-1-3-64 0,8-5-83 0,0 0-366 15,13-4-700-15,-13-1 311 0</inkml:trace>
  <inkml:trace contextRef="#ctx0" brushRef="#br0" timeOffset="28219.44">18455 6911 101 0,'0'-7'201'0,"0"2"-19"0,-1-4-15 15,-3 4-14-15,3 0-14 0,-6-4-15 16,0 3-15-16,-1 0-8 0,-2 0-16 0,-3 3-7 15,-1-1-9-15,-6 2-6 0,-1 2-9 16,1 0-7-16,-8 0-2 0,1 6-4 0,0 0-3 0,0 3 0 0,8-3-8 0,-2 3 2 0,2 1-4 16,3 2-10-16,-2 0 1 0,2 2-6 0,4 1 0 15,1-1 2-15,4 1 0 0,1-3 0 16,3 0 0-16,2 2-1 0,3-3-1 0,4 1-2 16,0-5 5-16,3 4-1 0,1-5 9 0,5 3-3 15,-1-4 4-15,4-5-2 0,1 0 2 16,-2-2 9-16,2-1 2 0,-1-4 9 0,0 0 6 15,5-8 11-15,-8 2 3 0,2 0 3 16,-6-2 3-16,7-9 6 0,-4 2-2 0,0-1-1 16,-5-5-5-16,2 0-6 0,-3-1 6 0,1 0-13 15,0-1-5-15,-1-1 4 0,-2-1-3 0,2-1 4 16,-3 3-12-16,0 1 5 0,2 3 13 0,-6 7 3 0,1 3 17 0,1 5-13 0,-2 1-3 16,-1 1-16-16,0 4-4 0,0-1-19 0,0 2-29 15,0 4-30-15,0 0 2 0,0 0 1 16,0 0 7-16,-10 12-2 0,5-1 4 0,-3 5 2 15,2 3 4-15,-3 4 2 0,1 5 3 16,3-4-1-16,1 5-1 0,-1 0 5 0,5-2-14 16,0 7-9-16,0-5-11 0,1 0-11 0,2-3-21 15,-2-1-22-15,1-7-19 0,0-3-28 0,-1-3-37 16,2-2-24-16,1 0-256 0,-3-5-496 16,-1-4 220-16</inkml:trace>
  <inkml:trace contextRef="#ctx0" brushRef="#br0" timeOffset="28801.5">18592 6715 45 0,'0'0'270'16,"4"-4"-31"-16,-4 4-24 0,0 0-24 16,0 0-19-16,11 4-18 0,-6-1-19 0,4 3-12 15,1 2-8-15,2 0-9 0,-3 4-7 16,0-3-12-16,0 7-5 0,-1-3-9 0,-1 1-6 15,0 4-7-15,-2 1-2 0,-4-2-5 0,-1-1-1 0,0 0-4 0,-3-3-7 0,0 4-4 0,-4-3 0 16,1 1-3-16,-2-7 1 0,2 2 4 16,-1-3 1-16,0 1-2 0,-1-4 5 15,3-1 10-15,-2 2 10 0,5-3 14 0,-6 1 19 16,7-2 25-16,-3 2 27 0,0-1 33 0,4-2 25 16,0 0 11-16,0 0-23 0,0 0-26 15,-1-11-20-15,2 3-12 0,6-1-14 0,-1-8-15 16,3 2-17-16,1-1-11 0,8-7-8 0,-1 0-9 15,2 1-8-15,-1 4-3 0,-4 4-10 16,-1-2-4-16,1 3 4 0,-1 3-9 0,-5 3-8 0,0 1-1 0,-1 0-3 0,-4 1-4 16,0 1-5-16,2 1-8 0,0 0-6 0,-4 1-32 15,-1 2-26-15,4-2-10 0,-4 2 8 0,0 0-5 16,0 0 9-16,-10 13 10 0,4-4 8 0,-1 3 7 16,-2 2-9-16,-2 3 17 0,3 0 1 15,0 1-5-15,-1-2-2 0,2 0 15 0,2-1-4 16,2-2 2-16,1-3 9 0,2 2-2 0,1-1 18 15,3-2 16-15,2 2 9 0,9 1 6 16,4-2 5-16,9-1 14 0,7-1 6 0,1-2 4 16,15 1 16-16,4-3 7 0,0-2-1 15,-1-2 3-15,-2-3-6 0,-14 3 0 0,1-2 1 0,-5 0-3 16,-2 1-2-16,-10-1 4 0,-4 0-1 0,-8 2 1 0,2-1-6 0,-6 0-2 0,2 1-6 16,-8 0-5-16,10 0 4 0,-6-1-16 15,-4 1-7-15,0 0-10 0,10 0-21 0,-10 0-36 16,0 0-56-16,0 0-64 0,0 0-59 0,2 2-49 15,-2-2-45-15,-15 8-63 0,6-4-89 16,-1 1-364-16,0-4-874 0,2 4 387 0</inkml:trace>
  <inkml:trace contextRef="#ctx0" brushRef="#br0" timeOffset="34115.01">6736 10655 128 0,'-2'2'181'0,"2"-2"-12"16,0 0-16-16,0 0-9 0,0 0-16 15,0 0-13-15,0 0-12 0,13-13-9 16,-7 8-10-16,7-4-7 0,-1 0-6 0,2-2-13 0,2-2-5 0,6-6-4 16,2-2-5-16,0-3-9 0,-1 1 12 15,4-2 1-15,-3-3-1 0,6-11 2 0,-2-1 1 16,0 2 2-16,-5-3-1 0,-7 10 3 0,1-2 4 0,-3 0 2 0,0-12-1 0,-4 10-2 15,2-10-2-15,-6 12 9 0,-2 3 15 16,0 1 12-16,0 3 5 0,-4 8-5 16,1-1-6-16,-1 1-5 0,-1 4-2 15,1 5-1-15,-3-3-3 0,3 4-10 0,-1 2-7 0,1-2-7 0,0 4-11 16,0-1-16-16,-3 2-19 0,3 3-26 0,-1-5-16 16,1 5-2-16,0 0 2 0,-14 9 1 15,5 1 2-15,-3 5 7 0,-3 11 0 16,-3 3 5-16,3 3-3 0,-7 11 3 15,3 3 3-15,0 0-1 0,4-1 5 0,3 0 1 0,4-11 2 0,2 1 4 0,-1-1 0 16,3-2 1-16,5 0 4 0,2-3 2 16,3-2 3-16,0-3 1 0,2-7 6 15,0-1 2-15,3-3 7 0,1-2 4 16,-2-3 0-16,6-2 2 0,1-2-3 0,2-1 0 0,0-3 3 0,2-1 0 0,-2-4 5 16,0 0 1-16,-2-1 4 0,-2-2-5 0,-1-1 5 15,-5-1 2-15,0 0-4 0,-1 0 2 16,-2 0-2-16,-2-3 6 0,-3 4-11 15,3-2-4-15,-8 0-8 0,0 0-8 0,-2 1-13 0,-3 3-6 0,-2-1-9 16,-5 1-4-16,-4 3-5 0,-1 2-6 16,-10 3 0-16,3 2-6 0,-2-1-6 15,0 3-8-15,1 3-6 0,0-1-9 0,3 2-8 0,6-1-14 0,3 0-15 0,0 0-22 16,7-1-35-16,1 1-20 0,4-2-201 0,0-2-420 16,5 1 186-16</inkml:trace>
  <inkml:trace contextRef="#ctx0" brushRef="#br0" timeOffset="34589.54">7509 10318 273 0,'-1'-2'288'0,"1"2"-3"0,0-5-12 16,0 5-19-16,0-5-19 0,0 5-24 0,0 0-26 16,0 0-20-16,-2-4-21 0,2 4-16 15,0 0-4-15,0 0-28 0,0 0-9 0,0 0-14 0,0 0-11 0,0 0-8 16,0 0-8-16,-4 16-7 0,2-8-4 16,0 2-1-16,-1 2-9 0,1 4 1 15,-5-1-1-15,1 4-5 0,1-3 2 0,-2 3-5 16,4-2 0-16,-1-5-4 0,0 0 2 15,1-1-1-15,2-2-3 0,-3-2 4 0,2-1 1 0,0-1 3 0,1-1 12 0,1-4 24 16,-1 6 16-16,0-4 46 16,1-2 18-16,0 0-19 0,0 0-9 0,11-9-14 15,-3 1-4-15,3-6-12 0,3-1-4 0,-2 1-8 0,6-8-9 0,-3 0-6 16,4 1-3-16,-2-1-14 0,-3 7 1 16,-4 2 2-16,2 2-10 0,-5 1-1 0,0 5-5 15,-2-1-1-15,0 0-8 0,-1 4-14 0,-2-2-13 16,2 1-11-16,1 2-8 0,-5 1-7 15,10 5-2-15,-4-1-2 0,0 3-5 0,3 2 7 0,-1 3 5 16,-1 1-5-16,5 2-8 0,-3 2-18 0,0-1-21 16,2-1-19-16,3 8-32 0,0-9-43 15,-5 2-36-15,4-7-45 0,-3-1-268 0,2-2-579 16,-2 1 256-16</inkml:trace>
  <inkml:trace contextRef="#ctx0" brushRef="#br0" timeOffset="34802.53">8179 10277 113 0,'0'0'382'0,"0"0"-10"16,0 0-16-16,6-2-14 0,-6 2-26 15,0 0-29-15,0 0-27 0,0 0-25 16,1-5-27-16,6 3-28 0,-2-1-33 0,9-1-45 0,-4-1-25 0,7 2-56 0,1-4-41 15,0 4-44-15,-2 1-53 0,-2 2-56 16,3-4-44-16,-7 4-252 0,-1 0-506 0,-2 0 224 16</inkml:trace>
  <inkml:trace contextRef="#ctx0" brushRef="#br0" timeOffset="34976.85">8180 10411 23 0,'-9'7'217'0,"4"0"-7"16,-3-3 10-16,7-1 11 0,-6 0 11 15,4 0 14-15,0 1-8 0,3-4-13 0,0 0-14 0,0 4-27 0,0-4-20 0,20-4-10 16,-1-1-20-16,0-2-25 16,14 0-3-16,-2-3-23 0,6 1-38 15,0-1-43-15,12-5-56 0,-13 5-71 0,4 1-88 0,-11 0-266 0,3-2-508 0,-6 1 225 16</inkml:trace>
  <inkml:trace contextRef="#ctx0" brushRef="#br0" timeOffset="35541.14">9996 9847 168 0,'3'-12'254'0,"-2"3"-20"0,3 0-6 0,-7 3-15 0,6 1-15 16,-3 0-21 0,0 2-18-16,0-3-19 0,0 6-17 0,0-3-28 15,0 3-12-15,0 0-13 0,0 0-6 0,-4 12-4 0,3-2-13 16,-6 6-6-16,6 1-1 0,-7 11-4 0,3 3-3 16,0-2-4-16,-1 2-1 0,-1 0 0 15,2-1-1-15,0 1 0 0,-4-2-2 0,1-2-16 0,3-1-27 16,0-2-23-16,1-4-33 0,0-3-45 0,-1-3-75 15,4-2-171-15,-3-3-396 0,4-3 175 0</inkml:trace>
  <inkml:trace contextRef="#ctx0" brushRef="#br0" timeOffset="35889.21">9590 10357 58 0,'-14'3'198'0,"2"-1"-12"0,2 1-7 0,0-1-17 15,2 0-11-15,3-2-16 0,-2 0-13 0,7 0-13 16,-6 3-3-16,6-3-3 0,-6 0-2 0,6 0-8 16,0 0 4-16,0 0-7 0,20 2-5 0,2-2-13 0,8-2-3 15,8-4-9-15,15 2-6 0,6-1-5 0,1-1-6 0,6-1-4 16,29-1-1-16,-4-4 1 0,-27 5 6 15,28 0 3-15,-3-2 8 0,-29 4-5 0,-1-2-7 16,-8 1 2-16,-11 4-4 0,-10-1-6 0,1-2-1 16,-12 4-2-16,-9 1-5 0,2-1-2 0,-2 1-2 0,-1-1-3 15,-5 1 4 1,-4 0-2-16,9-2-8 0,-5 2 1 0,-4 0-15 16,0 0-17-16,0 0-15 0,-17 7-26 0,2-1-31 15,-6 1-35-15,2 2-41 0,-6 1-68 0,-2-1-159 16,8-2-423-16,-1 0 188 0</inkml:trace>
  <inkml:trace contextRef="#ctx0" brushRef="#br0" timeOffset="36328.61">10262 10664 194 0,'0'0'366'0,"0"0"-40"0,0 0-25 0,0 0-38 16,0 0-22-16,0 0-37 0,0 0-30 0,0 0-24 15,-7 1-25-15,6 2-18 0,0 1-7 0,-2 0-16 0,-1 2-11 16,-3 4-4-16,0-1-8 0,-3 7-5 0,0-3-2 16,1 1-8-16,-1-1-1 0,0 1-7 15,2-5-2-15,-1-1-4 16,1 1-5-16,2-4-2 0,2 0-1 0,-1 0 2 15,2 0 0-15,2-3-2 0,-3 1 20 0,2-1 27 16,2-2 38-16,0 0 25 0,0 0-2 0,0 0-21 16,0 0-7-16,2-14-12 0,3 2-13 0,3 0-5 15,1-1-13-15,0-1-3 0,0 1-9 0,-4 2-7 0,4 3-3 16,-4-1-4-16,0 3 7 0,-1 1-15 16,1-1-10-16,-1 4-8 0,0-2-1 0,-4 4-2 0,6-1-14 0,-6 1-4 0,10 2-3 15,-3 3-4-15,-2 1 7 0,2 0-14 16,0 5 6-16,-1-2-3 0,3 5-1 0,0 3-6 15,-1-2-9-15,1 0-22 0,-3 1-35 0,2-2-23 16,-3-2-26-16,0 0-17 0,-1-2-27 0,-1 0-36 0,0-1-40 16,-3-6-260-16,2 0-569 0,-2-3 251 0</inkml:trace>
  <inkml:trace contextRef="#ctx0" brushRef="#br0" timeOffset="36607.4">9987 10631 42 0,'-14'2'245'15,"1"0"-17"-15,4-1-22 0,1 1-18 0,2-1-16 16,1-1-3-16,5 0-1 0,-8 0-13 0,8 0-8 16,0 0-12-16,0 0-13 0,40-4-14 0,-5-1-7 0,4 1-12 15,12-4-9-15,6 0 3 0,-1 0-8 16,2 3 1-16,5-2-3 0,-4-1-3 0,0 1 4 15,-10-1-6-15,-13 3-3 16,-4 3 0-16,-14-1-5 0,1 1 4 0,-6-2 9 16,0 4 13-16,-7-1 6 0,1 1-11 0,0-1 12 15,-3 0-28-15,-4 1-9 0,9-2-8 0,-9 2-21 16,0 0-36-16,0 0-33 0,0 0-30 0,-29 0-40 16,16 2-38-16,0 0-52 0,3-1-59 0,-3-1-223 0,4-1-524 15,1-1 232-15</inkml:trace>
  <inkml:trace contextRef="#ctx0" brushRef="#br0" timeOffset="37462.35">11549 9576 107 0,'-2'-4'171'0,"2"4"-16"0,0 0-26 0,-1-7-4 0,1 7-13 15,0 0-12-15,0 0-17 0,0 0-8 0,0 0-7 16,-9 11-11-16,5 0-12 0,-4 6 10 0,-3 11-5 16,2 3 5-16,-9 11-6 0,3 8 4 0,-7 5-6 0,-6 30 7 0,-4 2-5 15,4 2 4-15,-1 0-6 0,1-6-7 16,3-5-6-16,7-21 0 0,5 0-3 0,2 1-5 15,2-2-9-15,0-1 7 0,4 1 2 0,3-3-9 16,-2 1 0-16,2-7-1 0,1-1 1 0,1-13-3 0,-2 0 0 16,0-2-1-16,0-3 1 0,-1-3-4 0,-1-6 1 15,2-2 11 1,-1-2 6-16,-1-3 9 0,3-1 14 0,-3-2 13 16,2-2 19-16,-1-2 15 0,1 0 13 0,-4-1-7 0,0-1-6 15,-3-1-5-15,-2-2-8 0,-1 0-8 0,-3-1-8 16,-2-3-8-16,-2 0-9 0,1 1-6 15,0 1-3-15,3 0-6 0,-6 1-8 0,4 0 1 16,-1 1-11-16,0 1-30 0,-3 0-31 0,2 3-30 0,4 3-31 16,-4 1-41-16,5 0-42 0,5-2-66 0,0 3-189 0,1-3-476 15,4 0 210-15</inkml:trace>
  <inkml:trace contextRef="#ctx0" brushRef="#br0" timeOffset="37909.01">11202 11722 166 0,'0'0'187'0,"-9"0"-25"0,-1 5-6 0,1 3-11 16,-1-1-9-16,-3 5-15 0,0 2-9 0,2-2-8 0,-3 2-15 15,2 2-8-15,1 0-12 0,3 1-7 0,-1-2-2 16,5-1-5-16,-2 3 13 0,5-5 9 0,-2 0 10 15,3-3 8-15,4 1 10 0,5-2 9 0,-1-1 7 16,3-3-2-16,10-4-6 0,7-3-5 0,2-2-9 16,2-3-2-16,2-4-3 0,-1-1 8 0,-4-4 3 15,-1 1-2-15,-5-3 0 16,-1 0-9-16,-7-1-10 0,-4 3-6 0,1 0-7 16,-8 1-11-16,1 1-10 0,-3 0-11 0,-4 1-28 15,-3-3-22-15,-1 5-37 0,-7 0-14 0,-2 1-32 16,-6 6-32-16,-4-1-37 0,-3 3-36 0,7 2-78 15,-7 0-210-15,6 1-529 0,3-3 234 0</inkml:trace>
  <inkml:trace contextRef="#ctx0" brushRef="#br0" timeOffset="39410.18">12049 9322 174 0,'0'0'290'0,"0"0"-20"0,0 0-19 0,0 0-22 15,0 0-23-15,0 0-21 0,0 0-17 0,-5 0-21 16,5 0-8-16,0 0-19 0,0 0-15 0,0 0-7 16,0 0-11-16,0 0-8 0,0 0-6 0,0 0-9 15,0 0-1-15,0 0-4 0,0 0-3 0,0 0-7 16,0 0-3-16,11-8-8 0,-6 4-4 0,3-3-4 16,0 2-2-16,0-3-1 0,2 3-4 0,0-4 0 0,-1-1-6 0,4-2 3 15,-4 2-3-15,0-2-5 0,-1 2 2 16,-1 1 0-16,1-1-4 0,-4 1 5 0,1 1 2 0,-2 3 1 15,-1-1 3-15,-1 0-2 0,1 3-4 0,-2-1-9 16,0 4-12-16,-8-2 0 0,8 2-4 0,-19 7-1 16,1 3 3-16,-9 11-1 0,-1-1 6 15,1 2-8-15,-4 3 3 0,5 0-2 16,2 2-1-16,3-1 6 0,-1-1-5 0,8 1 0 16,0-1-2-16,1 3 5 0,4-4 0 15,8-6 3-15,6 3 2 0,1 1 14 0,10 0-7 16,7-4 3-16,8-4-11 0,6-2-30 0,18-6-59 0,2-3-92 15,-2-5-307-15,0-5-529 0,-1-3 234 0</inkml:trace>
  <inkml:trace contextRef="#ctx0" brushRef="#br0" timeOffset="41895.3">11606 8216 234 0,'0'0'281'0,"0"0"-23"16,0 0-21-16,-6-1-20 0,6 1-16 0,0 0-23 0,0 0-16 0,0 0-16 0,0 0-8 16,0 0-11-16,0 0-12 0,0 0-10 15,0 0-11-15,0 0-8 0,0 0-4 0,0-4-12 16,0 4-7-16,7-4-11 0,0 1 0 0,2-2-9 0,-3 2-3 16,4-3-5-16,3-2-2 0,-4 3 2 0,1-4-7 15,3 1 0-15,-4 1 8 0,5-3 7 0,-4 0 4 16,-1 2 17-16,0 0 6 0,0 1 10 0,-3-2 24 0,1 1-6 31,-5 1 4-31,3 3 1 0,-1-3 0 0,-2 5-22 0,-1-2-1 0,0 0-19 0,-1 4-11 0,-2-4-19 16,2 4-13-16,-9-3-13 0,-2 8-11 0,-5 3 9 15,-10 5-4-15,-2 3-12 0,-3 3 11 0,2 2-4 32,1 3 6-32,0-1-4 0,2 3-3 0,2-1 8 0,5 1-5 0,1 0-7 15,5 2-4-15,3 1 9 0,6-2-1 0,4 0-2 16,8-2 3-16,3-2 10 0,6-2 4 0,10-4 1 15,2-2 1-15,4-3 3 0,17 0-4 0,3-7 0 16,3-1 2-16,-4-4-1 0,6-4-1 0,-2-2-2 16,-5 2 1-16,-11-2 0 0,-8 2 1 15,-3 0-3-15,-7-2 28 0,-6 2 17 0,-2 4 16 16,-1-2 2-16,-8 2 1 0,4-1 0 0,-1-1-6 0,-3 1-8 0,0 0-14 0,-2-3-18 16,-3 4-38-16,7-1-34 0,-7 1-50 15,0 0-65-15,0 0-70 0,-19 12-79 0,4-5-360 16,-3 0-728-16,0-2 322 0</inkml:trace>
  <inkml:trace contextRef="#ctx0" brushRef="#br0" timeOffset="43281.71">11382 11903 8 0,'0'0'200'15,"-5"-5"-10"-15,5 5-17 0,-4-1-16 0,4 1-7 16,0 0-11-16,0 0-12 0,-3-3-10 16,3 3-12-16,0 0-5 0,0 0-6 0,-4-3-2 15,4 3-7-15,0 0-8 0,0 0-6 0,0 0-8 16,0-4-7-16,0 4-5 0,0 0-4 0,7-6-4 16,-1 4-8-16,-1-2 1 0,2-2-3 0,3 1-5 0,1-4-5 0,-1 4-1 0,4-6-5 15,0 2 1-15,0-1-2 0,0-2-3 0,0 0 0 16,-2 1 2-16,-2-2 1 0,0 0 14 15,0 1 4-15,-3 1 7 0,-2 1 12 0,0-1 0 16,-1 1 8-16,-2 3 7 0,0-1-6 16,-1 3-9-16,-2-1-6 0,-3 3-9 0,-2-1-6 0,-5 4-3 15,-3 1-5-15,-11 7-4 0,-6 3-1 16,-4 2-5-16,2 4-3 0,-13 9-2 0,4 4-1 16,4 0-6-16,7-4 1 0,8 0 2 15,-2 3-4-15,-4 12 0 0,10-12-1 0,5 3-1 16,3-1-1-16,7 1 6 0,5-1-8 0,4-6 7 0,9 3 1 0,8-1-2 0,6-3 5 15,5-3 6-15,15-1 2 0,3-5 1 0,0-5 0 16,3-1 12-16,3-8 2 0,-3 1 10 0,1-4 7 16,-2-1 0-16,1-1 0 0,-17 3 6 15,-2-3-2-15,-9 2 0 0,-8-1 10 0,0 0 3 16,-8 5 16-16,3-4 7 0,-8 1 0 0,3 0-1 16,-5-1-5-16,-3 2-6 0,7 0-9 15,-7 0-13-15,9-1-24 0,-9 1-38 0,0 0-38 16,0 0-44-16,6 1-47 0,-6-1-53 0,0 0-51 15,0 0-57-15,0 0-263 0,0 0-607 0,0 0 269 16</inkml:trace>
  <inkml:trace contextRef="#ctx0" brushRef="#br0" timeOffset="44353.75">12600 9316 170 0,'0'0'227'0,"0"0"-24"0,0 0-17 0,0 0-18 0,0 0-13 16,0 0-16-16,-6 1-16 0,6-1-10 0,0 0-15 15,0 0-11-15,0 0-6 0,0 0-7 0,0 0-11 16,0 0-1-16,0 0-12 0,0 0-5 0,0 0-2 15,0 0-7 1,-5 2-4-16,5-2-1 0,0 0-1 0,0 0 8 16,0 0 3-16,0 0 5 0,0 0 6 0,0 0 13 0,0 0-5 15,0 0 2-15,0 0 6 0,0 0 3 0,0 0 9 0,0 0 4 0,0 0 3 0,0 0-7 16,0 0-9-16,0 0-10 0,0 0-5 16,15-14-4-16,-2 9-9 0,2-5-3 0,12 1-3 15,1-1-11-15,1 0 1 0,3 0 1 0,-1 2-5 16,1-3-2-16,0 0-2 0,0 1-6 15,-4 5-1-15,0-4-10 0,-9 3-7 16,-6 4 1-16,0-1-12 0,-3 0-16 0,-2 0-15 0,-3 4-18 16,0-2-20-16,-5 1-12 0,6-3-25 15,-6 3-25-15,0 0-9 0,0 0-11 0,-20 3-4 0,6 1-10 0,-3-2-18 0,-1 1-150 16,2-3-376-16,-3 0 167 0</inkml:trace>
  <inkml:trace contextRef="#ctx0" brushRef="#br0" timeOffset="44579.33">12733 9166 168 0,'0'-6'212'16,"-4"0"-1"-16,3 2 0 0,1-2 0 0,0-1 8 16,1 2-5-16,-1 1-5 0,-1-3 0 15,1 2-10-15,1 3-13 0,-1 2-20 0,-1-7-14 16,1 7-15-16,-3-4-17 0,3 4-9 0,0 0-15 0,0 0-22 0,0 0-18 0,0 0-17 16,0 0-12-16,0 0-8 0,3 20-4 0,-3-6 0 15,0 6 0-15,-4 9-1 0,0 0-5 0,2 3 5 16,-1 3-14-16,-1-1 3 0,0-2-1 15,2 2-16-15,0-2-17 0,2-3-21 0,0-1-17 16,2-3-31-16,-1-7-27 0,0-1-34 16,2-6-51-16,-3-2-217 0,3-4-463 0,0-2 206 15</inkml:trace>
  <inkml:trace contextRef="#ctx0" brushRef="#br0" timeOffset="44993.86">13003 8926 213 0,'1'-7'237'0,"5"3"-23"0,1-3-21 16,-1 0-18-16,3 2-14 0,10-2-20 0,-1 0-11 15,1 4-9 1,2-2-14-16,2 3-7 0,-3-1-7 0,3 5-6 0,5-1-8 0,-6 2-13 0,0 3-1 0,-3 1-6 16,-3 1-8-16,0 2-3 0,-1 2-11 15,-3 2-5-15,-6 1-5 0,-1 2-2 0,-2 1-4 16,-4 7 0-16,-3 0 1 0,-5-1-5 16,-2 1 0-16,-5 0-1 0,0 0-4 0,-1-3 0 0,-1-1 0 15,0-2-2-15,4-4-2 0,1-2 1 16,-1-2-1-16,5-3-2 0,0 1 0 0,1-2-7 15,2-2 8-15,2 0-2 0,0-2-2 16,3 1 1-16,-3-1 11 0,3 2 3 0,1-5 2 16,-3 2 4-16,3-2 0 0,0 0 2 0,6 3 0 15,-1-2 0-15,1-1-1 0,5 0-5 0,1 0 2 0,3-2-2 0,3 0-3 0,4 0-30 16,-3-3-46-16,2 2-54 0,7-4-75 16,-10 2-243-16,1 1-468 0,1-2 208 0</inkml:trace>
  <inkml:trace contextRef="#ctx0" brushRef="#br0" timeOffset="45336.42">13731 8949 79 0,'4'-2'390'0,"1"-2"-26"0,-3 0-26 15,1 1-31-15,-3 3-29 0,5-1-26 0,-5 1-33 0,3-3-31 0,-3 3-24 0,0 0-28 0,0 0-18 16,0 0-9-16,6 8-17 0,-4-1-12 15,-1-2-7-15,-1 7-7 0,-1 0-7 0,-2 4-4 16,-2 0-4-16,1 1-10 0,-4 0 0 16,1 0-6-16,0 0-6 0,1-3 1 0,-1-2-5 0,4 0-7 15,0-8 2-15,-2 3-3 0,4-1 3 16,-2-2 3-16,1-1 1 0,-1 2 24 0,2-3 37 16,1-2 38-16,0 0 24 0,0 0-3 15,0 0-13-15,0 0-12 0,6-13-14 0,-2 4-17 16,5 0-7-16,-4-2-8 0,7-3-12 0,-6 6-5 15,3 0-4-15,-1 0-13 0,-1 2-2 0,1 1-4 16,-2-2-5-16,-1 4-10 0,-1 0-40 0,5 1-19 0,-1 2-23 0,2 2 2 0,0 0-41 16,4 3-14-16,0 1-21 0,-1 3-33 0,-3-1-35 15,3 3-40-15,0-3-53 0,-3 4-325 16,-1-5-675-16,-4-1 299 0</inkml:trace>
  <inkml:trace contextRef="#ctx0" brushRef="#br0" timeOffset="45636.99">13496 8961 333 0,'-13'0'368'16,"5"-3"-22"-16,2 2-22 0,-1 0-21 0,0-1-5 16,7 2-36-16,-5-2-30 0,5 2-26 0,0 0-21 15,31-9-13-15,2 1-6 0,19 1-29 16,7-3-17-16,29-5-13 0,2 2-9 0,-25 4-16 15,-1 0-10-15,25-6-9 0,-25 6 2 0,-4 1-8 16,-5-4-6-16,-6 3-4 0,-15 4-19 16,-7 0 13-16,-8 0-3 0,-2 2 13 0,-6 1 14 15,0 0 8-15,-4 2-1 0,-1 0 7 16,-2-3-24-16,-4 3-17 0,7-3-16 0,-7 3-51 0,0 0-48 16,0 0-33-16,-17-1-34 0,2 5-36 15,3 1-48-15,-2-1-63 0,-4 2-309 0,-1-1-649 16,6-3 287-16</inkml:trace>
  <inkml:trace contextRef="#ctx0" brushRef="#br0" timeOffset="46368.47">13773 9895 256 0,'4'-17'262'15,"0"-1"-16"-15,-2 0-11 0,1 2-4 0,-2 5-8 0,1 0-12 0,0 5-13 0,-2-3-20 0,0 3-19 16,2 0-17-16,-2 1-23 0,1 4-24 15,-1 1-34-15,0 0-11 0,0 0-6 0,-7 13-4 16,2 4-8-16,-5 9-2 0,-4 21-3 16,-2 3 1-16,-6 31-5 0,2-25 1 0,-4 23-4 15,6-21-3-15,3 0-2 0,-2-3-1 0,3 0 0 16,4-3 0-16,0-3-2 0,3-16-3 16,1-2 3-16,2-2-4 0,-1-4 0 15,4-9-2-15,-2-3 2 0,3-4 2 0,-2 1-3 0,0-4 6 0,1-1 33 0,0 1 33 0,-1-3 47 16,2 1 36-16,0-4 37 0,-2 3-18 0,2-3-17 15,0 0-20-15,-11-9-13 0,3 3-21 0,-1 0-24 32,-4-7-40-32,-2 4-25 0,-2-7-21 0,-1 5-24 0,2-1-14 0,-6-3-7 0,4 3-2 15,-2 3-7-15,-1 0-17 0,3 0-3 0,-3 1-19 16,0 3-15-16,1 1-24 0,-2 2-27 0,2 0-24 16,3 0-46-16,4 1-40 0,-1-1-243 0,6-1-555 15,3 2 246-15</inkml:trace>
  <inkml:trace contextRef="#ctx0" brushRef="#br0" timeOffset="46690.37">13403 10260 247 0,'-7'1'234'0,"7"-1"-24"0,0 0-19 16,0 0-19-16,0 0-13 0,0 0-20 0,0 0-10 16,37-1-12-16,-11-1-14 0,11-3-7 15,13-2-12-15,3 0-8 0,5-1-6 0,-1 1-6 0,-2-2-4 0,-3 5-4 0,-13 0-5 0,-4 2-4 16,-6-1-5-16,-2-1-5 0,-10 3-3 16,-5-1-6-16,0 1-1 0,-5 1-1 0,1-1 0 15,-2 1-2-15,-6 0-7 0,8 0 2 0,-8 0-4 16,0 0-2-16,0 0-5 0,0 0-9 0,-19 6-9 15,9 0-16-15,1-4-16 0,-4 2-19 16,4 0-19-16,-1 0-22 0,2-1-24 0,1-1-40 16,0-2-169-16,1 2-362 0,6-2 160 15</inkml:trace>
  <inkml:trace contextRef="#ctx0" brushRef="#br0" timeOffset="47219.18">14351 10120 102 0,'13'-2'179'0,"-1"-1"-12"15,1 0-18-15,6 2-14 0,-6 1-9 0,7 0-5 16,-1 4-8-16,2-1-14 0,-6 4-9 0,2-1-6 16,-2 1-8-16,2 2-14 0,-4 4-3 0,-3 1-6 15,-2 2 2-15,-4 0-10 0,-3 2-1 16,-1-1-1-16,-4 4-5 0,-1 2-7 0,-8 2-1 16,-1-4-3-16,-3 1 1 0,1-3-6 15,-5-1 1-15,7-7 3 0,-1 1 6 0,2 0-5 16,4-5 6-16,-5-1-3 0,4 0 5 0,1 0-2 15,1-2 11-15,5-2 12 0,-3 2 28 0,3-2 22 16,-1 0 26-16,4-2-7 0,0 0-15 16,-2-9-15-16,2 9-3 0,8-15-11 0,-1 5-13 15,5-5-2-15,5-4-9 0,1 0-7 0,1-1-2 0,0-1-7 0,4 1-5 0,-1 1-5 16,-3 0 0-16,-5 4-5 0,3 3-4 0,-3 2 1 16,-5 2-2-16,-2 1-9 0,1 3-1 15,0-2-3-15,-3 4-16 0,0-1-2 0,-1 3-5 0,-4 0 1 16,9 5 0-16,-6 3-6 0,1 0 8 15,-2 5-3-15,-1 3 4 0,0 2-2 0,-1 2 2 16,0-2 4-16,1 3-11 0,1-2-3 16,-1 0-17-16,-1-1-21 0,1-1-25 0,1-5-21 15,-2 0-27-15,-2-1-26 0,4-1-25 0,-2-4-53 16,0-1-183-16,2-1-453 0,-2-4 201 16</inkml:trace>
  <inkml:trace contextRef="#ctx0" brushRef="#br0" timeOffset="47461.67">14941 10047 245 0,'4'-4'273'0,"2"0"-34"0,-2 3-22 0,1-1-23 16,3 2-14-16,1 3-13 0,5 1-14 15,-1 8-8-15,5-2-7 0,0 11-9 0,-1-1-10 16,0 1-7-16,-3 4-8 0,-4 4-9 15,0 1 0-15,-4 3-18 0,-4 2-12 0,-6-3-11 0,-1 2-9 0,-7 0-17 0,-4-1-21 0,-3-1-19 16,-5-5-11-16,-3-3-22 0,0 0-24 0,-6-1-45 16,-12-1-64-16,-3-1-229 0,11-12-441 0,-2-6 196 15</inkml:trace>
  <inkml:trace contextRef="#ctx0" brushRef="#br0" timeOffset="47774.45">14531 9921 19 0,'-10'-2'214'0,"-6"-2"-17"0,2 3-9 15,-1 2-21-15,-5 3-14 0,0-1-13 16,0 7-9-16,-8 6-14 0,2 1-10 0,-3 8-8 16,-7 11-5-16,0 7-6 0,0-1-12 0,1 6-5 15,7-1-9-15,1 0-7 0,5 0-5 16,6-4-6-16,8-8 0 0,4-1-4 0,8 0 8 0,5-4 9 0,5 1-1 0,9-4 1 0,4 0-3 16,17-1-7-16,11-6-2 0,7-1-31 0,0-7-69 15,32 0-106-15,-29-10-226 0,-1-6-419 16,0-1 187-16</inkml:trace>
  <inkml:trace contextRef="#ctx0" brushRef="#br0" timeOffset="52246.14">16174 9861 142 0,'0'0'182'0,"4"-2"-7"0,-4 2-7 0,3-3-7 15,-3 3-10-15,0 0-15 0,0 0-8 0,4-2-10 16,-4 2-12-16,0 0-10 0,0 0-12 0,0 0-11 0,0 0-8 15,0 0-8-15,0 0-6 0,-25 7-6 0,12-4-2 16,-4 2-7-16,-4 2-1 0,-6 0-7 0,2 0-2 16,-5 2-3-1,6 2-2-15,1-2-3 0,-1 0-1 0,-2 2-2 0,6 0-2 16,-1-3 1-16,-2 5-4 0,4-4 2 16,0 1-5-16,6-3 1 0,-1 5-2 0,4-6-1 15,2 2-2-15,-1 0-3 0,4-3 4 0,0 2 3 16,3-1-7-16,0 2 2 0,4 0 1 0,1-1 0 0,6 0 0 15,0 3 1-15,5 1 0 0,7-1 1 0,3 2-1 16,3 1 0-16,0-1 0 0,2 0-1 16,-1 1-3-16,-1-3 6 0,1 3-5 0,-5 2 3 0,3 1-3 0,-3-1-5 15,-8 0 2-15,-1-3 1 0,-2 1-3 0,-3 2-2 16,-3-4 2-16,-4 0-5 0,0 2 8 0,-5-1-3 16,-3-2 5-16,-2 1 1 0,-5 2 3 0,-11 1 4 0,0-4 0 15,-3 1 7-15,0-2 2 0,-3-1 3 0,0-2 0 16,2-1 3-16,0 1-1 0,0-3-5 0,5-1 2 15,1-1 0 1,-1 2-2-16,1-3 0 0,4 0-4 0,4 0 2 16,2 1-1-16,1-1 12 0,4-1 11 0,0 1-3 0,7 0-9 15,-7-3-35-15,7 3-26 0,4-5-14 16,-4 5-12-16,16-8-21 0,0 1-14 0,3 2-34 0,0-1-35 0,1 0-184 0,-2 1-378 0,0 0 168 16</inkml:trace>
  <inkml:trace contextRef="#ctx0" brushRef="#br0" timeOffset="52515.25">16302 10311 4 0,'0'-4'231'0,"0"1"-6"0,0 3-11 0,4-5-13 0,-3 3-11 15,-1 2-18-15,3-3-15 0,-3 3-15 16,0 0-14-16,0 0-18 0,1-5-10 0,-1 5-12 0,0 0-10 15,0 0-11-15,0 0-10 0,0 0-8 16,0 0-2-16,0 0 1 0,0 0-9 0,0 0-1 16,-1 15-4-16,1-9-1 0,0 0-8 0,0 1 1 15,-1 0-2-15,-1 1-3 16,2-2-2-16,-1 1-2 0,0-1 2 0,1 2-4 0,-3-1 1 16,3-3 1-16,0 2-16 0,0 1-20 15,-3-3-15-15,1 1-16 0,-2-2-19 0,3 1-25 16,-3-1-40-16,-1-1-46 0,5-2-166 0,-13-3-374 15,9-1 166-15</inkml:trace>
  <inkml:trace contextRef="#ctx0" brushRef="#br0" timeOffset="52670.43">16307 10002 174 0,'0'-2'187'0,"0"2"-22"0,0-6-13 16,0 6-28-16,2-2-16 0,-2 2-18 0,0 0-16 15,0 0-18-15,5 9-37 16,-4-3-22-16,1-2-40 0,0 4-142 0,0-3-198 16,-1 2 88-16</inkml:trace>
  <inkml:trace contextRef="#ctx0" brushRef="#br0" timeOffset="53070.78">16525 10198 140 0,'0'7'167'0,"-2"-2"-21"0,1-1-8 0,-3 4-15 16,3-3-16-16,-2 4-5 0,1 1-13 0,-2 4-9 0,0-1-4 0,-1 2-2 0,-3 1-21 15,3-4 4-15,1 0-11 0,-1-2 1 16,1-1-6-16,3-1 0 0,-2-3-6 0,0 1-4 15,0 0 17-15,3-4 17 0,0 2 18 0,0-4 21 16,-4 5 6-16,4-5 1 0,0 0-9 0,0 0-15 16,0 0-6-16,19-9-7 0,-11 1-9 0,1 2-9 15,5-6 7-15,0 2-17 16,0 0-6-16,0 0-2 0,1 1-6 0,-5 1-3 16,0 1-1-16,0 2-6 0,-1 1-2 0,-1-2-6 15,0 5 8-15,0 0-10 0,-1-1-2 0,-1 4 0 16,-6-2-1-16,15 2-6 0,-7 2 3 0,-2 1-8 15,3 1-4-15,0 2-18 0,-1 0-19 0,-3 1-20 16,0 0-24-16,4 1-30 0,-5-3-32 16,1 3-21-16,-1-5-55 0,-2 1-125 0,4-3-379 0,-5 0 168 0</inkml:trace>
  <inkml:trace contextRef="#ctx0" brushRef="#br0" timeOffset="53552.42">16976 10184 75 0,'0'-3'271'0,"1"-2"-8"0,-1 2-12 16,0 3-11-16,0-5-3 0,0 5-29 0,0 0-19 16,0-7-19-16,2 6-19 0,-2 1-9 15,0 0-26-15,0 0-16 0,0 0-14 16,0 0-6-16,0 0-13 0,0 0-2 0,-3 13-11 0,0-5 2 15,2 1-12-15,-2 1-4 0,-1 5-5 16,-1 1-4-16,2 2-2 0,-4 1-3 0,3-2-3 16,0 2-4-16,-2 0 7 0,1-2-10 15,2 0 0-15,-3-2-4 0,2-3 4 0,0-1-5 0,0-1 0 0,3-3-3 0,1-1-1 16,-4 1 5-16,4-3 0 0,-1-1 2 0,-2 0 18 16,3-3 29-16,-4 5 38 0,4-5 25 15,0 0 30-15,0 0 1 0,0 0-15 0,0 0-18 16,0 0-13-16,16-17-15 0,-11 8-6 0,1-1-10 15,6-5-9-15,-3 0-9 0,2 1-12 16,0-3-4-16,-2 2 0 0,-2 4-9 0,1 1 1 16,-2 2-3-16,-2 2-7 0,0 1-5 15,-1 0-10-15,0 1-1 0,1 3-26 0,-3-2-14 16,-1 3-17-16,4-3 1 0,-4 3-2 0,0 0 5 0,7 9-2 0,-6-3-5 0,0 1 18 0,0 0-11 16,3 3 3-16,-1 1 1 0,-2-2 3 0,2 3-10 15,-1 0-16-15,3-2-11 0,-4 1-14 0,2-2-14 16,-2-1-15-16,1-1-17 0,-2 1-24 15,-2-3-15-15,4 2-22 0,-4 0-28 0,2-5-43 16,-2 1-199-16,2-3-502 0,-5 1 223 16</inkml:trace>
  <inkml:trace contextRef="#ctx0" brushRef="#br0" timeOffset="54078.53">17175 10190 83 0,'4'-5'237'16,"3"-2"-20"-16,0 1-17 0,3-2-22 16,-2 4-15-16,2 0-16 0,3 0-12 0,-2 3-17 15,3 0-9-15,-4 2-13 0,3 2-1 0,1-1-12 16,-5 3-6-16,5 1-8 0,-5 1-6 0,0 3-5 16,-1-1-7-16,-2 3-4 0,2 2-4 15,-4 3-9-15,-3 0 0 0,0 0-3 0,-2 0-11 16,-3 0 6-16,0 0-3 0,-1 0 0 15,-5-2-4-15,2-1 1 0,-1-2-2 0,-1 0-4 16,2-4 4-16,2 1 2 0,-4-3-3 0,2 1-1 0,4-1 2 0,-1-3-2 0,1 2 5 16,2-3 6-16,-1 0 13 0,1 3 13 0,2-5 20 15,-4 2 24-15,4-2 27 0,-4 1 9 16,4-1-5-16,0 0-10 0,0 0-21 0,5-15-1 16,0 5-16-16,2-1-5 0,2-5-10 0,3 0-9 15,2-6-17-15,4 0 4 0,-1 1-7 16,1-1-5-16,-1 1 1 0,-4 6-8 0,0-1 0 15,3 0-3-15,-4 3-7 0,-2 4 6 0,0 0 1 16,-4 2-4-16,2-1-4 0,-4 4-4 0,-1-1-1 16,1 3-3-16,1-1-5 0,-4-1-16 0,-1 4-10 15,3-3-16-15,-3 3 0 0,0 0 7 16,0 0 0-16,-4 19 4 0,-2-9 1 0,-2 4 6 16,-1 2 4-16,2 4 0 0,-3 2 1 0,0-2 5 0,1 1 0 0,3-3 2 0,1 1-5 15,0 0 9-15,2-2-2 0,5 1 5 0,-1-3-2 16,4-2 4-16,6-1 0 0,4 2 1 15,10-3-23-15,4 1-24 0,6-3-32 0,6-2-32 16,10 0-51-16,7 1-52 0,2-4-43 0,-8-1-230 16,1-1-530-16,-14-4 234 0</inkml:trace>
  <inkml:trace contextRef="#ctx0" brushRef="#br0" timeOffset="54717.88">18611 10241 37 0,'-4'-4'171'16,"-3"-4"-21"-16,-1 3-10 0,-2 3-16 0,-2-4-12 15,0 4-13-15,-5-1-12 0,-1 3-4 16,0 0-5-16,-2 1-5 0,-10 3-1 0,10 2-10 16,-1 0-1-16,0 2-6 0,0-1-8 0,3 3-3 15,-3 5-2-15,1-4-5 0,5-1-5 0,0 1 0 16,3 0-6-16,1 2-5 0,1-1 4 15,3-1-7-15,3-1-1 0,-1-1 1 16,5-1 0-16,4 2-3 0,-3-1 7 0,6-1 7 16,2 1 2-16,1-4 1 0,3 1-8 0,3-2 5 15,-3-1-4-15,6-2-3 0,0-1 6 0,0-2-6 0,1-4 6 0,-1 0 7 0,1 1 6 16,-3-6 6-16,1 1 0 0,2-10-2 0,-7 6-1 16,5-6-5-16,-3-4 2 0,-1 0-6 15,-1-3-7-15,-3-2 4 0,4-3-5 0,-5 0 0 16,1-2-2-16,3-10 3 0,-1-2 0 15,-6 13-4-15,-1 0-5 0,-1 0 7 0,0 4 5 16,-3 4 5-16,-1 6 6 0,3 2 16 0,-3 5-5 16,0 2 4-16,0 0-5 0,1 3-9 15,-2 0 10-15,1 2-22 0,0 1-12 0,0 0-30 0,0 4-14 0,0 0 6 0,0 0-6 16,-12 8 4-16,7 0 1 0,-4 8 8 0,0 8-6 16,-4 6 3-16,1 0 4 0,0 7 1 0,0 7-2 15,4-10 2-15,-1 0 8 0,4 0-6 16,0 2 4-16,2-5-2 0,1 1 1 0,2-1 2 15,1-4 1-15,-1-7-1 0,2-1 1 0,0-2 1 16,0-5 2-16,1 0-3 0,-2-3-7 0,1 2-20 16,0-5-16-16,-2 1-31 0,1-2-22 15,-2 0-28-15,3-2-25 0,0-1-71 0,-2-2-145 16,0 0-397-16,0 0 176 0</inkml:trace>
  <inkml:trace contextRef="#ctx0" brushRef="#br0" timeOffset="55293.07">18762 10055 192 0,'14'-5'191'0,"1"7"-17"16,4 1-13-16,-1-1-18 0,0 2-17 0,4 4-13 15,-4-3-13-15,-3 7-8 0,3 1-4 0,-4-1-13 16,-4 2-6-16,-1 1-10 0,-1 1-6 15,-4 0-3-15,-3 1-2 0,-1 0-3 0,-4-1-5 16,-2 2-3-16,-3-2-3 0,-1-1 0 0,-2-1-1 0,-2 0-4 0,0-2 7 0,1 3-4 16,-1-5 4-16,-1 1-1 0,3-5 3 0,2 1 4 15,3-2 1-15,0-1 1 0,-1-1-1 16,4-1 6-16,-2 1 11 0,2 1 19 0,1-2 22 16,3-2 25-16,-6 2 29 0,6-2 20 0,0 0 14 15,0 0-19-15,0 0-27 0,2-13 3 16,4 2-25-16,8-2-20 0,-4-2-8 0,8-7-10 15,3-1-9-15,-1-3-9 0,7 1-8 16,-2 0-3-16,0 1-11 0,0 0-3 0,-2-1 4 0,-1 4-8 16,-4 3-3-16,-4 4 1 0,-5 0-4 15,0 4 6-15,0 4 4 0,-4 0-3 0,-1 1-3 0,0 0-7 0,0 3-11 0,-2-1-7 16,1 1-10-16,-3 2-30 0,0 0-8 0,0 0 3 16,0 0 23-16,-9 17-21 0,0-3 1 0,-4 1 11 15,4 5 1-15,-4 3 5 0,-1-1-3 16,5 5-1-16,0-5 0 0,4 2 4 0,0-2 3 15,6-3 0-15,1 1 4 0,6-2-5 16,1 0 14-16,9 1 11 0,4-3 5 0,1-1-11 16,8-2 3-16,1-1-1 0,1-6 2 0,4 2 10 15,1-4 5-15,3-1 9 0,-2-1 0 0,-4 0-1 0,-3-2 1 0,1-1 13 0,-12 0 19 16,-2 0 21-16,-6 0 18 0,-2 1 10 0,-3 0 1 16,-3-2-8-1,3 2-5-15,-2-1-13 0,-6 1-11 0,9-2-11 16,-9 2-18-16,8 0-40 0,-8 0-62 0,5-1-72 0,-5 1-72 0,0 0-73 0,0 0-82 15,0 0-105-15,0 0-255 0,3 4-772 0,-3-4 342 16</inkml:trace>
  <inkml:trace contextRef="#ctx0" brushRef="#br0" timeOffset="-62839.52">3667 13525 59 0,'1'-7'117'0,"-1"5"-3"0,3-1-5 0,-3 3-18 16,1-6 14-16,-1 6-8 0,4-7 4 0,-3 5 1 15,-1 2-5-15,0-7 1 0,0 5-12 0,0 2 0 16,4-8-8-16,-4 3-10 16,3 3 13-16,-2-1 0 0,-1-1-7 0,0 4-2 15,1-6 5-15,-1 2-4 0,0-1-6 0,0 5-10 16,0-5 0-16,4 0-7 0,-4-2-1 0,-4 5 0 15,8-3-6-15,-4 5 0 0,-4-7 1 0,4 2-8 16,-1 1-3-16,1 4-5 0,-4-8-5 0,3 3-6 16,-2 1-2-16,-2 0-7 0,1 2-6 0,-4 0-16 15,-3-1-7-15,-1 3-2 0,-4-1 1 0,-3 5 1 0,-3-2 0 0,-5 5-2 16,6-2 1-16,-6 6-3 0,0-1 10 0,-4 2-4 16,4 4 9-16,-1 3-4 0,0 0 2 15,2 0-3-15,1 2 3 0,2 2 4 0,5-1 2 16,-2 2 5-16,3-3 1 0,0 2 4 0,7-1-1 15,4-2 4-15,-2-4 1 0,4 1-2 0,3-3-2 0,4 2 2 16,-1-6 11-16,2 2 3 0,0-3-1 0,2 0 3 0,3-4 7 16,0 0 0-16,5 0 7 0,-1-5 5 0,5-2 3 31,0-3 2-31,2 0 2 0,-2-3 7 0,0-4 6 16,-2 2 1-16,5-5 4 0,-6 1 1 0,-1 2-1 0,3-1 10 0,-4-1-3 0,-2 2 13 0,-2 3 7 31,-1-3 2-31,1 3 10 0,-3 0 9 0,-2-4-16 15,2 4-3-15,0 0-8 0,-1 0-5 0,0 2 0 0,-3-2-3 0,1 5-6 16,-1-4-2-16,0 4-8 0,-1-1-8 0,1 1-1 16,0 0-12-16,-2 4-4 0,2-4-9 15,-2 4-9-15,3-5 5 0,-3 5-1 0,1-4-6 0,-1 4-21 16,2-3-10-16,-2 3-19 0,0 0-7 0,0 0-9 16,0 0-10-16,0 0-14 0,0 0 4 0,0 0 4 15,0 0 4-15,2 12 9 0,-1-7 4 0,-1 5 4 0,3 0 2 16,-3-2 7-16,-3 5 1 0,3-1 7 0,0-2 0 15,0 3 5-15,-1-1 0 0,1-1 4 0,-1 0 0 16,0 0 2-16,1-1-1 0,0-1 3 0,-2-4 2 16,1 3 1-16,1-1 2 0,0-2 7 0,0 0-6 15,0-1 1-15,0 0 4 0,0-4 4 0,0 5 17 16,0-5 21-16,1 5-5 16,-1-5 7-16,0 0 0 0,8 0 2 15,-8 0-6-15,20-9-5 0,-1 3-23 0,8-7-33 16,1 2-61-16,3 0-61 0,-3-3-78 0,3 2-97 0,-7-1-216 15,0 1-580-15,-6 4 257 0</inkml:trace>
  <inkml:trace contextRef="#ctx0" brushRef="#br0" timeOffset="-62323.08">4011 13595 194 0,'0'0'250'0,"0"0"-14"0,1-6-24 15,-1 6-20-15,0 0-25 0,0 0-16 0,0 0-17 16,0 0-17-16,0 0-16 0,0 0-14 0,0 0-9 16,-12 11-6-16,6-5-10 0,-2 0-4 0,2 5-7 15,0-2-7-15,0 0-4 0,-2 7-8 0,1-6 0 0,2 2-4 0,0-1-4 16,0 0-2-16,2 1-2 0,1-2 0 0,-2 0-3 15,4 3 5-15,4-5 2 0,-3-1 2 0,1-2 8 16,4-2 5-16,-3 4 7 0,3-6 4 0,1 1 9 16,1-2 10-16,2-3 8 0,-1 1 12 0,2-5 4 15,1 2-3-15,-2-5 11 0,0 4 0 0,-1-5-1 16,-1 5-4-16,-1-5 7 16,0 1-3-16,-3 2-9 0,1-2 0 0,-4 2-9 15,-1 1-14-15,3-1-10 0,-6 1-20 0,2 2-17 16,-3-2-41-16,-1 2-49 0,-5 2-38 0,-3-1-29 15,0 3-34-15,-6 2-40 0,-1 2-44 16,0-1-61-16,1 3-173 0,3 0-529 0,2-1 233 0</inkml:trace>
  <inkml:trace contextRef="#ctx0" brushRef="#br0" timeOffset="-61652.83">2973 14047 118 0,'-8'0'197'0,"8"0"-6"15,-6 3 1-15,6-3-2 0,0 0 3 0,0 0-13 16,-5 0-8-16,5 0-9 0,0 0-15 0,0 0-16 16,0 0-12-16,0 0-15 0,0 0-6 0,0 0-13 15,0 0-9-15,3-8-8 0,-3 8 1 0,0 0 2 0,0 0 0 0,0 0-4 16,0 0-3-16,7-4-4 0,-7 4-4 15,0 0-6-15,0 0-9 0,0 0 4 0,0 0-11 16,1-3-3-16,-1 3-2 0,0 0-6 0,0 0 0 0,0 0-3 16,0 0 3-16,0 0-12 0,0 0 2 0,0 0-5 15,0 0 0-15,0 0 1 0,0 0 1 16,0 0 4-16,0 0-7 16,0 0-5-16,0 0 2 0,0 0 0 0,0 0 0 15,0 0-3-15,0 0 3 0,0 0-2 0,0 0 0 16,0 0 7-16,0 0-8 0,0 0 0 0,0 0-2 15,0 0 1-15,0 0-1 0,0 0 0 0,0 0 1 16,0 0 2-16,0 0-4 0,0 0-1 0,0 0-1 16,0 0 4-16,17 2 0 0,-3-2-2 0,8-4-1 15,12 1-2-15,17-1 4 0,9 2 0 0,30-6-1 0,2 4 4 0,1-1 1 16,3-2-1-16,-3 6 5 0,-26-4-2 0,-3 3 2 16,30-3 0-16,-36 5 1 0,-1 0-2 0,-3-3 2 15,-2 3-3-15,-11-1-1 0,-4 1 2 0,-1 0-1 16,-4-3-4-16,-5 3 4 0,-7 2-1 0,-7-2-1 15,-3 0 3-15,3 0 9 0,-7 0 8 0,1 0 12 16,-7 0 1 0,10-3 8-16,-10 3 1 0,6 0 1 0,-6 0-10 15,8-2-15-15,-8 2-21 0,4-2-30 0,-4 2-41 0,0 0-49 16,0 0-104-16,0 0-334 0,0 0-601 0,0 0 267 16</inkml:trace>
  <inkml:trace contextRef="#ctx0" brushRef="#br0" timeOffset="-59662.77">5880 13473 11 0,'0'-4'220'0,"0"4"-9"16,-1-5-9-16,-2 2-13 0,3 3-14 0,0-4-21 16,0 4-15-16,0 0-18 0,-1-5-13 0,1 5-21 0,0 0-16 15,0 0-5-15,0 0-7 0,-5 20-9 0,1-10-2 0,2 6-5 16,-2 2-5-16,-3 0-5 0,2 10-6 0,-5-5-1 16,5 3 0-16,-2-1-4 0,-2-1-3 0,2 0-7 15,-1 0 5-15,3 1-4 0,1-7 3 0,-1-1 5 16,-2 1 0-16,3-6-6 0,1 0 6 0,-1-1-3 15,0-3-3-15,2 0 2 0,-1-4-1 0,1 2 5 16,0-2 21-16,2 2 25 16,0-6 29-16,-2 6 26 0,2-3 35 0,0-3 30 15,0 0 20-15,0 0 18 0,0 0-15 0,0 0-22 16,0 0-19-16,-2-21-26 0,5 5-17 0,-2-1-24 16,4-2-11-16,1-7-21 0,0-3-10 0,-1 3-14 15,4-2 1-15,0 4-12 0,-4-1-1 0,-1 7-4 16,0 1 0-16,2 0-8 0,-2 2 5 0,0 2-6 15,-3 4 0-15,3 0-7 0,-4 1 1 0,4 2-1 0,-3 1-1 0,2 0-6 16,-2 3-3-16,-1-1-5 0,1 0-1 0,-1 3-19 16,0 0-30-16,5-4-15 0,-5 4 3 0,0 0 12 15,7 7 1-15,-5-2 1 0,5 3 8 0,-1 0-4 16,1 2 1-16,0 2 0 0,-1-1-8 0,2 4 3 16,0-3 4-16,1-1-3 0,-3 1-4 0,1-2 5 15,0-3 5 1,1 3 8-16,-1-5 1 0,1 1 2 0,-1-1 6 15,0-2 1-15,3-3 8 0,-1 0 4 0,4-1-2 0,0-3 5 16,2-3-1-16,2-1-2 0,1-1 35 0,-4-3 0 16,4-1-7-16,1-4-4 0,1-2 2 0,-6 5 3 15,-1-1-7-15,5-4 5 0,-6 6 4 16,-1 0 7-16,-3 3 8 0,-2 2 2 0,1-3-7 0,-4 5 15 16,3-1-7-16,-4 2 0 0,3 1-1 0,-4-2-6 0,3 3 0 15,-3 2-14-15,2-2-1 0,-3 3-46 0,0 0 2 16,0 0 4-16,4 5 4 0,-4 7-3 0,-3 0 2 15,2 3 9-15,-4 2-5 0,-3 7-2 0,2 0 0 0,0 3 1 16,2 2 7-16,-3-2-1 0,1-1 8 0,0-1-9 16,3-6 1-16,0 1 2 0,2-2 4 0,1 2 1 15,-2-6 0 1,2-2-3-16,-2-2 6 0,2-2 3 0,-1 0-4 16,1-2 4-16,0-1 8 0,1 0 10 0,-2-1 2 15,1-1 19-15,0-3 15 0,0 5 9 0,0-1 6 16,0-4-2-16,0 0 5 0,0 0 0 0,-1 3-5 15,1-3-1-15,0 0-7 0,0 0-2 0,0 0-6 16,0 0-4-16,0 0-4 0,0 0-21 0,0 0-16 16,0 0-18-16,0 0-27 0,0 0-45 0,0 0-20 0,0 0-47 0,0 0-42 15,0 0-48-15,0 0-54 0,0 0-44 0,6-9-252 16,-6 9-639-16,3-5 282 0</inkml:trace>
  <inkml:trace contextRef="#ctx0" brushRef="#br0" timeOffset="-58235.48">6436 13706 267 0,'0'0'322'0,"3"-5"-18"0,-1 4-25 0,-2 1-25 16,1-4-30-16,-1 4-25 0,0 0-21 0,0 0-26 15,4-1-20-15,-4 1-14 0,0 0-14 0,0 9-14 0,0-5-2 16,-1 2-9-16,1 1-12 0,-3 2-5 0,2 1-5 16,-1 0-6-16,0 4-4 0,1-2-7 15,-2 3-1-15,3-4-2 0,-1-1-9 0,1 0 0 16,0-2-3-16,0-1 1 0,0-2-4 0,-3 2 1 0,6-5 2 16,-3 2 12-16,0-4 22 0,0 6 29 0,0-6 16 0,0 0-10 15,0 0-20-15,13-7 22 0,-6 0-31 0,1-3-3 16,6-2-6-16,0 0-8 0,2-2-6 0,4-4 0 15,-3-1-8-15,-2 7-8 0,-1-3-7 0,1 2 5 0,-4 5-20 16,0 0 16-16,-3 2-8 0,-3 1-2 16,0 0 0-16,0-1-6 0,0 5-13 0,-1-2-9 15,-1 1 6-15,-3 2-13 16,0 0-2-16,11 2 2 0,-7 2 3 0,0-1-1 16,0 4 0-16,2 0 6 0,-1 0-4 0,-4 1 2 15,6 2 3-15,-6-1 1 0,4 3 1 0,3-3 6 16,-3 2-4-16,0-2 7 0,0-2 4 0,3 0-2 15,1-1 2-15,-3 0 1 0,1-3 4 0,-1 0 2 16,5-3-4-16,0 0 4 0,-1-1-3 0,3-3-1 16,-3-1 1-16,3-2 6 0,1-3 1 0,-1-2 0 0,1 2-5 0,-3-5-2 15,3 1 2-15,3-8-4 0,-2 1 3 0,-6 6 4 16,5-2 2-16,-5 1 6 0,0-1 1 0,0 1-3 16,0-2 4-16,-4 2-1 0,0 2-1 15,-2 2 5-15,-2 0 2 0,2 0 4 0,-3 1 5 0,0 3 6 16,0 1-1-16,0 0-4 0,0 1 7 0,1 2-8 15,-1-1 0-15,0 5-11 0,0-7-3 0,0 7 1 0,0-5-15 16,0 5-18-16,0-3-21 0,0 3-6 0,0 0 4 16,0 0 2-16,0 0 0 0,-8 13 0 0,3-8 6 0,2 7 2 15,-3-2 4-15,1 2 3 0,0 4-3 16,0 2 6-16,-3 0 3 0,4 2-2 0,-1-3 1 16,0 2 11-16,0 2-2 0,4-3-5 0,-2 1-4 15,-1-1 1-15,3-1 5 16,1 1 0-16,0-2 6 0,1-3-2 0,2-3 0 15,-2 4 2-15,3-4 5 0,1 0 6 0,0-1-1 16,3 1 5-16,-2-2 6 0,5-1 0 0,1 0 2 16,0-2-6-16,5 0 7 0,2-2 0 0,0-1-4 15,1 0-6-15,-1-5-1 0,0-1 3 0,3 1 4 16,4-6-2-16,-6 1 1 0,4-5-4 0,1 0-3 16,-3-4 3-16,-1-2-3 0,2 1 2 0,-4-2-5 0,-5 0 3 0,4-3-15 15,-5 0 13-15,-4 1-2 0,1-1-3 0,-1 4 6 16,-2 0-4-16,-2 0-1 0,1 2 2 0,-2-2 3 15,-3 1-2-15,-1 0 2 0,0 0 8 0,0 3-2 16,0-2 2-16,0 1-3 0,0 4 4 0,0 0 0 16,0 0 2-16,-1 3 0 0,-1-2 4 0,1 5 0 15,2 0-3-15,-2-1-17 16,1 0 19-16,0 4-8 0,-1-2 4 16,1-1-3-16,0 6 0 0,-2-4-8 0,2 4-2 0,0-6 16 15,-3 3-12-15,3 3-3 0,0 0-3 0,3-5 2 16,-3 5 0-16,0 0-12 0,0 0 13 0,-3-3-6 15,3 3 7-15,0 0 5 0,0 0-26 0,0 0 14 16,0 0 2-16,0 0 1 0,0 0 0 0,0 0-3 16,0 0-5-16,0 0 10 0,0 0-7 0,0 0 13 0,0 0-11 0,0 0-2 15,0 0-1-15,0-5 1 0,0 5 1 16,0 0-2-16,0 0 5 0,0 0-5 0,0 0 3 0,0 0-1 16,0 0-2-16,0 0-1 0,0 0 0 0,0 0 4 15,0 0-15-15,0 0 9 0,0 0 3 0,0 0-4 16,0 0-10-16,0 0-15 0,0 0-1 0,0 0 15 15,0 0-2 1,0 0 0-16,0 0-8 0,0 0 2 0,0 0 8 0,0 0-2 16,0 0 0-16,0 0 17 0,0 0-11 15,0 0 0-15,0 0 5 0,0 0-5 0,0 0 0 0,0 0 11 0,0 0-8 0,0 0-1 16,0 0 3-16,5 13 1 0,-5-13 1 0,0 7-4 16,-2-1 2-16,2 2 3 0,-3 0 1 0,2 2 2 15,-2 2-6-15,1 2 4 0,-1 3-4 16,-1 3-2-16,-1-1 8 0,0 5-1 0,-3 1-2 15,6-1-9-15,-6 0-1 0,4-5 9 16,0 5 1-16,0-4 0 0,2 6-1 0,-3-11 1 16,2 2 7-16,3 0-5 0,-1-3 2 0,-3-3 2 15,3 1-3-15,1-2 7 0,-3-2-10 0,3-1 3 0,0 0 2 0,0-1 2 0,-1 0-13 16,1-1 9-16,1 0 4 0,-2-3-2 16,2 2 5-16,-1 0-3 0,0-4-6 0,0 8 8 15,-1-6-7-15,1-2 2 0,1 5-1 0,-1 0 5 16,0-5 10-16,0 6-5 0,0-6-9 0,3 5-3 15,-3-5 8-15,0 4 5 0,0-2-2 16,0-2 1-16,1 4 2 0,-1-4 0 0,0 0 0 16,2 4 2-16,-2-4-4 0,3 4 3 15,1-2 3-15,5-1 4 0,-4 0 0 0,8-1-13 16,1 0-30-16,4-2-38 0,4 0-48 0,-2-1-48 16,-1-1-52-16,3 1-58 0,0-1-83 0,-1-2-184 15,-3 2-580-15,1-4 258 0</inkml:trace>
  <inkml:trace contextRef="#ctx0" brushRef="#br0" timeOffset="-57549.15">7245 13695 150 0,'-4'2'215'16,"4"-2"-7"-16,0 0-10 0,0 0-9 0,0 0-12 15,0 0-7-15,0 0-16 0,0 0-12 16,0 0-10-16,0 0-15 0,0 0-10 0,0 0-10 16,0 0-7-16,0 0-12 0,0 0-8 15,0 0-6-15,23-3-6 0,-12 0-7 0,2 2 2 0,5 0-11 16,1-1-4-16,3 2-2 0,6-3-6 16,3 1-4-16,-3 0-1 0,-6 2-1 0,-2-1-6 15,1 0-2-15,-4-2 2 0,-4 3 1 0,-2 0-7 16,1-2-1-16,-4 1-4 0,-2 1 3 0,1 0-3 0,-7 0-10 0,10-2-12 15,-10 2-14-15,5-2-16 0,-5 2-4 0,0 0-2 16,0 0-20-16,0 0-26 0,-9 10-22 0,0-9-27 0,4 2-49 16,-3-1-146-16,3-2-367 0,1 3 163 15</inkml:trace>
  <inkml:trace contextRef="#ctx0" brushRef="#br0" timeOffset="-57194.62">7747 13704 65 0,'-3'-4'332'0,"3"4"-21"0,0-5-11 16,0 5-10-16,-1-5-14 0,1 5-8 0,0 0-21 15,0-6-13-15,0 6-26 0,0 0-17 16,0 0-25-16,0-4-17 0,0 4-19 0,0 0-18 15,0 0-10-15,0 0-15 0,0 0-13 0,0 0-13 16,0 0-4-16,0 14-9 0,0-9-4 0,-2 0-4 16,0 3-6-16,1 1-3 0,1 0-3 15,-3 4 1-15,2-4-5 0,-1 6-3 0,0-3 1 16,2 0-5-16,-1-1-2 0,0 0 3 0,1-1 1 0,0 0-5 0,-3-3-2 0,2-1-4 16,1-1 0-16,0-1-26 0,0 0-12 0,-2 0-3 15,2-4-3-15,-2 5 1 0,2-2 2 0,0-3-3 16,0 0-6-16,0 0-27 0,0 0-65 15,0 0-68-15,0 0-59 0,2-13-267 0,0 2-571 16,2-2 254-16</inkml:trace>
  <inkml:trace contextRef="#ctx0" brushRef="#br0" timeOffset="-57036.75">7794 13490 112 0,'0'-4'284'0,"-1"0"-20"0,-2 1-20 15,3 3-15-15,-1-5-25 0,1 5-22 16,0 0-18-16,-1-3-20 0,1 3-17 0,0 0-23 16,0 0-20-16,0 0-14 0,0 0-41 0,0 0-30 0,0 0-41 0,6 12-39 15,-2-6-51-15,0-2-200 0,-3 2-357 16,3 0 158-16</inkml:trace>
  <inkml:trace contextRef="#ctx0" brushRef="#br0" timeOffset="-56694.67">8027 13479 118 0,'0'0'297'0,"0"0"-25"0,4-5-27 15,-4 5-24-15,0 0-25 0,0 0-22 0,0 0-23 16,0 0-15-16,0 0-15 0,0 0-14 0,-5 12-9 15,2-2-13-15,2 1-7 0,-3 4-5 16,0 2-7-16,-1 8-5 0,0-1-5 0,-4 2-7 0,5 1-4 16,-1 0-6-16,1-1-5 0,-1 1 2 15,1 2-7-15,0-3-3 0,-1-8-4 0,5 1-2 16,0-2 0-16,-1 0-1 0,1 0-6 16,0-5 1-16,0-1 1 0,-3-1-3 0,3-2 1 0,-1 3-1 0,1-5-2 0,0 1 2 0,0-1 0 15,0-2 2-15,0 0-7 0,0 1-15 16,0-5-9-16,-4 5-16 0,4-3-15 15,0-2-19-15,0 0-26 0,0 0-83 0,0 0-255 16,8-9-468-16,-5 1 208 0</inkml:trace>
  <inkml:trace contextRef="#ctx0" brushRef="#br0" timeOffset="-56058.89">8050 13629 26 0,'-1'-5'294'0,"-2"-2"-18"0,3 2-11 0,0 2-20 0,0-2-17 0,0 5-21 15,-1-4-25-15,1 4-19 0,0 0-16 16,1-5-17-16,-1 5-13 0,9 0-10 0,-9 0-13 16,17 5-4-16,-6-3-7 0,3 5-10 15,0-2-10-15,-1 0-4 0,4 2-6 0,-6 1-8 16,-1-2-8-16,-1 2 0 0,3 1-10 0,-5-4-4 16,1 3-5-16,-4-3-2 0,1 2-2 15,0 0-3-15,-4-1-8 0,2 0 4 0,-7 1-2 16,0-1-2-16,2 1 5 0,-6-3-2 0,-4 1-1 15,1 2 6-15,0-1-2 0,-3-2-3 0,-2 1 0 16,-2-1 3-16,2 1-2 0,2-2-2 0,2 0-1 16,0-3 4-16,0 2-5 0,2 0 2 0,3-1 0 0,0-1-1 0,3 2 0 0,-1 0-2 15,5-2-3-15,-7 0-7 0,7 0-16 16,0 0-17-16,0 0-10 0,0 0-5 0,23-9 0 16,-14 6-8-16,3 0-3 0,0-2-1 0,4-1 2 0,0 0 3 15,-1-4 2-15,2 2 9 0,-1 0 3 0,2-4 7 16,-3 2 5-16,4-2 1 0,-5 0-1 0,3 0 15 15,-2-2 13 1,2-1 13-16,0-4 15 0,-5 4 9 0,-2 1 8 16,2-3 12-16,-5 2 18 0,1 3 14 0,1-2 11 0,-4 2 15 15,0 2 14-15,-1-2 6 0,0 4 2 16,-1-1 4-16,-1 2-7 0,-1 1 19 0,1 0-29 16,1 1-5-16,-3 0-6 0,2 2-15 0,0-2-9 15,-2 5-12-15,0-4-14 0,0 4-24 0,1-3-21 16,-1 3-15-16,0 0 1 0,0 0-4 0,-3 10 1 0,1-3 4 0,-1 3-6 15,1 2-1-15,-3 3 2 0,1 1 1 0,3 2 4 16,0-2 0-16,0 4-3 0,1-1 2 0,-3 1-4 16,3-2 3-16,0-2 2 0,0 0-2 0,0-2 2 15,0-3 2-15,1 1 0 0,-1-2 1 0,0 0-2 16,0-5 4-16,0 2 8 0,2-1-2 0,-2-2-5 16,0 0-4-16,-2 0 7 15,2-4-3-15,2 4 4 0,-2-4-5 0,-3 5 5 16,3-5 0-16,1 5 1 0,-1-5-3 0,0 0 4 15,0 0-21-15,0 0-32 0,-2 3-36 0,2-3-36 16,0 0-30-16,0 0-16 0,0 0-31 0,-5 4-42 16,5-4-64-16,0 0-183 0,0 0-523 0,0 0 231 15</inkml:trace>
  <inkml:trace contextRef="#ctx0" brushRef="#br0" timeOffset="-55504.99">8487 13666 156 0,'0'0'318'15,"1"-4"-14"-15,3 2-15 0,-4 2-21 0,0 0-18 16,4-3-22-16,-4 3-25 0,0 0-15 0,0 0-23 16,0 0-12-16,1-4-24 0,-1 4-14 0,0 0-11 0,0 0-13 0,0 0-8 15,7 7-9-15,-5-2-8 0,2 0-5 16,-1 0-12-16,3-1-15 0,-1 1-6 0,-1 1-5 16,1 0-4-16,-1-1-5 0,0-2-3 0,2 2 1 15,-2-2-2-15,0-1 0 0,1 0 1 0,0 0-4 0,0-2 2 16,-5 0 1-16,15-2 0 0,-10-1-4 15,3-1-2-15,-1-1 5 16,1 0-3-16,0 0 12 0,1-2 7 0,-4 3 9 16,1 0-2-16,1 0 0 0,-2 1 5 0,-1-3 1 15,1 3-6-15,-4 1-3 0,4-1 2 0,-5 3-14 16,4-1-5-16,-4 1 4 0,0 0-11 0,0 0-5 16,13 6-1-16,-9-2-4 0,0 4 2 0,-3 1-2 15,5 6-3-15,-2 2 4 0,-4 7 0 0,3 2 1 16,-3 4 14-16,0-1-15 0,-4 5-1 0,-5 3 7 0,-4 8-6 0,4-11-5 15,-1 0 3-15,-2 0 5 0,2-3-4 0,-3-2 1 16,4-7 4-16,3-5-4 0,2-1 1 0,-3-4-2 16,2-3 7-16,2-3 0 0,0 1 23 0,1-2 40 15,2-2 37-15,-3 1 45 0,1-2 44 0,2-2 29 16,0 0 14-16,0 0-1 0,0 0-12 0,-3-11-19 16,8 0-25-16,-1-5-30 15,9-8-29-15,6-2-39 0,9-13-34 16,4-3-29-16,3 0-12 0,2 2-6 0,0-1 1 15,-3 7 1-15,-6 8 0 0,-3 2-3 0,-2 2 10 16,-3 3 10-16,-1-1 9 0,-5 10 9 0,-2-2 10 0,-1 3 0 16,-3 1 8-16,0 1 3 0,-3 2-3 0,1 0-7 15,-2 1-7-15,-2 0-25 0,1 0-42 0,-3 4-59 16,5-2-73-16,-5 2-69 0,0 0-28 0,0 0-42 0,-21 9-82 16,4-5-458-16,3 2-910 0,4-3 403 0</inkml:trace>
  <inkml:trace contextRef="#ctx0" brushRef="#br0" timeOffset="-53639.37">9519 13701 27 0,'0'0'196'15,"-7"-2"-9"-15,7 2-9 0,0 0-12 0,0 0-11 16,0 0-15-16,0 0-9 0,0 0-16 0,10-9-14 16,-5 6-13-16,3-2-1 15,1 0-10-15,1 0-8 0,0-4-7 0,7 1-2 16,-3-4 4-16,1 0 5 0,-2-3-3 0,0 0-3 16,1-1-6-16,0-6 5 0,1-2-7 0,3-2 1 15,-4 1-3-15,-1-2 4 0,-2-4-6 0,-2 2 1 16,-1 0-3-16,1 1-1 0,-3-1-4 0,1 2 21 15,-2 0-8-15,-4 8 2 0,3-1 1 0,-1 3-1 16,-2 1 2-16,0 0-4 0,-1 2 2 0,0 3 0 0,4 1-5 0,-4 2-4 16,0 0-1-16,0 0-5 0,1 3-7 0,-1 0-2 15,0 1-3-15,0-2-6 0,0 6-4 0,0-5-5 16,0 5-17-16,0-5-18 0,0 5-23 0,0 0-2 16,0 0 5-16,-5 15 3 0,0-3 6 0,1 7-1 15,-2 7 4-15,-6 1 0 0,3 7 6 0,-1 0-4 16,-2 13 2-16,2 1 1 0,1-5 7 0,2-10-3 0,4 4 3 0,-2-3 1 15,1-2 2-15,4-3 1 0,0 0 3 0,0-3 0 16,2-6 5-16,0-3 2 0,3-3-1 16,-2 1 11-16,-1-6 1 0,2 3 7 0,1-4 8 15,-1-1 8-15,0-2 15 0,-2-3 18 0,6 1 8 0,-3-3 9 16,3 0-20-16,2-5-5 0,3 0-10 0,1-5-1 16,2 0-11-1,-3-1-1-15,3-1-9 0,-5 1 4 0,0-3-6 16,0 0-10-16,-3 4-3 0,-3 0-9 0,0 1-1 15,-2-3 6-15,0 4-9 0,-2 0-5 0,-1 2-10 16,2-1-1-16,-4 2-7 0,0 2-6 0,-3-1-3 16,-2 3 5-16,-2 0-3 0,-2 1-9 0,-2 1-5 15,3 2-11-15,-3-1-9 0,2 5-4 0,-1 1-5 16,2-3-12-16,0 4-2 0,-2-1-1 0,2 1-5 0,5 0-5 0,1-3 9 16,1 0-2-16,3 2 6 0,3-3 4 0,5 3-2 15,2-4-12-15,0 1 0 0,8-2-3 0,1 1-4 16,8-4-4-16,0 0 0 0,-4-2 11 0,-3-2 8 15,11-2 10-15,0 2 8 0,-2-6 3 0,0 0 17 16,-2 2 16-16,-3-3 14 0,-4 3 4 0,-2-1 22 16,-2-2 18-16,-6 3 20 15,3-2 16-15,-3 2 15 0,-2 1 1 0,0-2 9 16,-2 4 13-16,-2-2 6 0,-3 1-5 0,2 1 0 16,-3-1-8-16,0 1-10 0,0 5-9 0,-3-5-5 15,-1 3-8-15,-2 1-9 0,6 1-2 0,-10-2-10 16,2 4-3-16,-6-1-4 0,5 1-3 0,-3 3-4 15,1 0-4-15,-6 2-2 0,1 2-5 0,3 2-1 16,2-2-3-16,-1 3 4 0,2 1-5 0,1-3 1 0,3 3-6 0,2 2 4 16,0-4-3-16,3-3 2 0,1 4-1 0,1-2-2 15,4 2 3-15,1-4 1 0,3 1 0 0,0-4 3 16,-1 0 0-16,2-1-3 0,4-1-3 16,-2-3 4-16,2 0 2 0,-1-3-1 0,0 1 4 15,-1-3-7-15,-2 0 0 0,3-4-2 0,-4 4-1 0,0-5 1 16,0 0 2-1,-5-2-7-15,-2-3-7 0,1 1-4 0,-3 0-6 16,-3 2-4-16,1 0-3 0,-5 2 0 0,0-2-4 16,-2 0-5-16,-3 4-8 0,2 1-10 0,-1 0 0 15,0 2-7-15,-4 0-14 0,2 3-9 0,0 0-19 0,6 2-30 16,0-1-9-16,1 2-31 0,6-1-150 16,-9 2-347-16,9-2 153 0</inkml:trace>
  <inkml:trace contextRef="#ctx0" brushRef="#br0" timeOffset="-52868.24">10645 13260 187 0,'3'-13'332'15,"0"3"-7"-15,-1 3-37 0,-1 2-24 0,-1-2-20 16,3 2-33-16,-2 2-21 0,0 1-28 0,-1 2-38 15,0 0-17-15,0 0-10 0,0 0-13 0,1 10-8 16,-2 0-8-16,1 8-5 0,-5 8-8 0,4 2-8 16,-3 5-6-16,-1 2 1 15,-5 11-6-15,2-10-5 0,4-5-1 16,0 3-5-16,-1-3-4 0,0 0-4 0,4-4-1 16,-2-2-1-16,2 1 3 0,1-9-2 0,0-6-1 0,0 0-2 15,0-1-1-15,0-5 1 0,0 2 4 0,0-2 6 16,0-1 31-16,0 1 34 0,0-5 23 0,0 3 14 15,0-3-4-15,0 0-1 0,0 0-20 16,0 0-20-16,-9-11-25 0,5 5-19 0,0-2-15 0,-6-3-32 0,1-2-11 0,-6 2 0 16,-2-2-13-16,-2 1 1 0,-1-2 6 15,0 3 2-15,1 0 0 0,3 1 6 0,-1 3 0 16,2 0-2-16,2 2 6 0,0 2 2 0,4 2-6 16,0-2-4-16,3-1-16 0,2 3-13 0,0 1-14 0,4 0-5 15,-8-3-1-15,8 3 11 0,0 0 6 0,0 0 1 16,0 0-7-1,22 5-7-15,-4 1-11 0,1-5-10 0,2-1-4 16,1 0-11-16,4 0-3 0,2 0 15 0,0-4 9 16,1-1-3-16,0 0 14 0,-2 1 1 0,-4-7 6 15,5 2 7-15,-2-1 11 0,-7 1 10 0,6-6 20 16,-3 0 13-16,-5 1 11 0,4-1 20 0,-8 1 25 16,1-1 30-16,0 2 20 0,-2 3 16 0,-1-5 17 15,-2 5 12-15,-2 2 11 0,-2 0 14 0,-1 2-12 0,1-1-8 0,0 3-10 16,-4-1-20-16,4 2-13 0,-2 0-11 0,-3 3-20 15,4-3-25-15,-4 3-25 0,3-1-9 0,-3 1-6 16,2 7-1-16,-1 2-6 0,-1 2-1 0,-1 5 14 16,-3 3-13-16,-1 7-5 0,0-1 3 0,-3 5 3 15,-1 0-8-15,0-1 2 0,0 1 3 0,-1 0-2 16,2-2-6-16,2-2 3 0,-1-8 5 0,6-2 10 0,0-5-15 0,-3 0-4 16,-1-6 5-16,5 5 5 0,0-6 17 0,-4 1 21 15,4-2 41-15,0-3 24 0,0 6 4 0,0-6-4 16,0 0-19-16,15-11-1 0,-7 4-6 0,4-1-13 15,2-2-8-15,0-1-5 0,1-2-8 0,2 1-5 16,-2 0-8-16,-2 2-2 0,-2 1-4 0,-3 4-3 16,0-2-8-1,-2 4-3-15,2 0-7 0,-2-1-14 0,0 3-13 0,2 1-8 16,-8 0-7-16,18 6-9 0,-9-1-11 0,1 4-14 16,-2-3-24-16,1 5-22 0,0 4-26 0,-2-1-35 15,4 3-48-15,-5 0-60 0,2-1-92 0,0 0-236 16,-4-5-662-16,2-3 294 0</inkml:trace>
  <inkml:trace contextRef="#ctx0" brushRef="#br0" timeOffset="-51813.54">12081 13481 111 0,'4'-2'212'15,"0"-1"-6"-15,-4 3-3 0,0 0-5 0,0 0-13 16,4-3-9-16,-4 3-9 0,0 0-10 0,0-4-14 15,0 4-4-15,0 0-18 0,0 0-11 0,0 0-14 16,0 0-6-16,-9-2-13 0,9 2-10 0,-17 2-5 16,7 1-6-16,-4-1-11 0,-4 3-3 0,1-2-2 15,0 3-4-15,-1-1-7 0,0 0-4 0,0 2 0 16,4-1-2-16,0-1-4 16,1 0-1-16,-1-1-3 0,5 3-3 0,0-5-2 15,3 3 0-15,-1-2-2 0,1 0 1 0,2 1-3 16,0 1-1-16,2-3 3 0,2 4-2 0,0-2 1 15,4-2 5-15,1 2-8 0,7 3 4 0,1-6-4 16,5 6 2-16,1 0-2 0,3-1 0 0,-3 0 0 16,2-1-2-16,-1 0 0 0,-3 2 0 0,-1-3-1 15,-3 1-3-15,0 2-7 0,-3-3-3 0,0 1-3 0,-6-2-1 0,1 1-1 16,-1-1-4-16,-3 0 4 0,-1 1 5 0,-3-1 3 16,-4 2 0-16,-6 0-1 0,-3 0 5 0,-5-1-1 15,-5 1 1-15,-3 0 0 0,9-1-1 0,-8-1 3 16,6-1 5-16,-6 3-5 0,6-3 1 0,3 1 0 15,-3-3-20-15,6 2-22 0,-1-2-16 0,4 0-22 16,2 0-25-16,6 0-42 0,0-2-51 0,5 2-164 0,0-4-393 16,0 4 174-16</inkml:trace>
  <inkml:trace contextRef="#ctx0" brushRef="#br0" timeOffset="-51465.19">12351 13496 225 0,'0'-5'357'0,"0"5"-16"0,0-5-17 0,1 1-26 16,-1 4-26-16,0-3-28 0,0 3-30 0,0-5-24 0,0 5-25 15,0 0-11-15,0 0-25 0,0 0-13 0,0 0-24 0,0 0-12 16,0 0-14-16,0 0-1 0,3 10 1 0,-3-3-15 15,-3-2-8-15,3 4-1 0,0-1-5 0,-1 2-5 16,1 1-6-16,-1 0 2 0,1-1-6 0,-3 1-1 16,3 2 4-16,-1-4-9 0,-2 0 0 0,3 1 0 0,-1-3-11 15,-3 1-17-15,4-3-7 0,-1 2-8 0,1-2-8 16,-1-1-6 0,1-1 1-16,-3 1 0 0,3-4 0 0,0 5 1 15,0-5 5-15,0 0-6 0,-4 3-38 0,4-3-66 16,0 0-44-16,-10-8-23 0,6 2-53 0,-1-2-157 15,1-2-457-15,3-2 202 0</inkml:trace>
  <inkml:trace contextRef="#ctx0" brushRef="#br0" timeOffset="-51311.7">12343 13332 224 0,'0'0'265'0,"0"-4"-19"0,3 0-19 15,-3 4-19-15,0-3-28 0,0 3-19 16,0 0-19-16,0 0-17 0,1-5-20 0,-1 5-25 0,0 0-22 15,0 0-38-15,8 10-28 0,-7-4-44 0,2 0-39 16,-2-1-59-16,-1 1-140 0,1 2-315 0,-1-3 140 0</inkml:trace>
  <inkml:trace contextRef="#ctx0" brushRef="#br0" timeOffset="-50726.18">12904 13520 107 0,'-4'-3'204'0,"1"-1"-25"15,-3 2-15-15,-1-1-19 0,-2 2-9 0,0-1-19 0,-2-2-15 0,-2 4-7 16,-5-1-12-16,0 2-5 0,0 3-8 0,-4-4-8 15,1 3-6-15,0-1-7 0,0 3-5 0,1 0-3 16,-7 0-5-16,6-1-5 0,0 4-5 0,2-3-1 16,0 2 2-16,5-2-5 0,1 0-7 0,0 2-1 15,4-1-2-15,1 2 4 0,1 0-10 0,3 1 3 16,-1 0-2 0,5-3 1-16,0 1-1 0,5 1 3 0,4 0-1 0,0 0-2 15,5-2 3-15,1 3-7 0,6-5-5 0,-2 0-4 16,4-2 1-16,-2-3-4 0,0 1 0 0,0-1 9 15,-2-3-8-15,1-1 2 0,-2-2 2 0,0-3 4 16,-4-1-4-16,0-2 14 0,0-3 10 16,-5-1 10-16,4-4 6 0,-4 1 0 0,-1-6 5 0,-2-1 0 15,0-3 6-15,0 1 2 0,-2-2 4 0,0 0 10 0,0 1 14 16,-1 1 15-16,-1 3 4 0,1 6 17 0,-3 0 0 16,-1 4 7-16,2 4-3 0,-1 0 0 0,0 2-17 15,0 3 0-15,0 0-12 0,0 2-14 0,1 0-6 0,-1 1-21 16,0 4-36-16,-2-3-14 0,2 3-2 0,0 0 4 15,-5 10-4-15,2 0 3 0,0 1-3 16,-1 6 4-16,0 2-2 16,0 6 0-16,-1 1-5 0,2 3 2 0,2 0 12 15,-1-4-10-15,4 1 2 0,-2-1-5 0,1 0 6 16,-1-7 1-16,0 1-9 0,4-4-7 0,-3-1-7 16,0-2-11-16,2-1-12 0,0 0-15 0,1 0-20 15,2-2-26-15,-2 0-24 0,-1-1-34 0,3-4-46 16,-1 0-257-16,1-1-506 0,-1-1 224 0</inkml:trace>
  <inkml:trace contextRef="#ctx0" brushRef="#br0" timeOffset="-50150.42">12987 13606 92 0,'0'0'227'0,"0"0"-16"0,-4 3-12 0,4-3-16 0,0 0-15 16,0 0-14-16,0 0-12 0,0 0-11 0,0 0-15 15,0 0-9-15,0 0-6 0,0 0-6 0,16 0-11 16,-7 0-9-16,0 0-8 0,1 0-6 0,5-2-6 16,-1-1-7-16,5-1-9 0,0 1 5 0,1-5-8 15,0 2 1-15,-2 0-2 0,1-3-8 0,-2 0-2 16,2 1-2-16,-1-1 0 16,-4 0-6-16,-5 1 2 0,4 3 10 0,-4-2 12 15,-1 1 12-15,-1 0 5 0,-3 1-3 0,1 0 2 16,-1 3-1-16,-3-1-3 0,2 0-11 15,-1 1-3-15,-2 2-11 0,0 0-7 0,0 0 9 0,-11-4-15 16,11 4-2-16,-15 5-3 0,7-1-1 0,-3 1 8 16,0 0-11-16,1 4-1 0,-3 1-3 0,-1 0 0 15,1-1-4-15,3 2 22 0,1-2-2 0,0 1-5 0,1-1 2 16,2 1-2-16,2 2-4 0,0-3 1 0,3 1-1 0,1-1 1 16,0-1-2-16,0 0 0 0,0-3 6 15,3 2-5-15,1 0 2 0,-1-3 4 0,2 1 4 16,0 0 5-16,1-2 8 0,0 0 9 0,-1-1 16 15,0 0 8-15,4-4 16 0,0 2 5 0,3-2 1 16,-1-1-4-16,2 0 1 16,5-6-3-16,-4 3-6 0,6-3 1 0,-1-1-11 15,5-4-4-15,-3-1-2 0,-3 3-5 0,-3-1-6 16,3 5 3-16,-2-5 0 0,-1 4-10 0,-5 0 3 0,1 3-3 0,-1 0-6 0,-1 0-5 0,-4 2 1 16,0-1-10-16,2 3 2 0,-4 1-29 0,3-1 13 15,-6 2-5-15,12 3-6 0,-6-2 1 16,-1 3-6-16,2 0 6 0,-2 0-2 15,-1 1-6-15,2 5 2 0,0-3 0 0,0 4 6 16,-1-5-3-16,-1 5-6 0,-2-6-22 0,2 6-18 16,-3-5-24-16,4 2-21 0,-5-1-23 0,0-4-23 15,0 4-32-15,0-1-33 0,0 0-54 0,-3-4-70 16,3-2-241-16,-2 3-621 0,2-3 274 16</inkml:trace>
  <inkml:trace contextRef="#ctx0" brushRef="#br0" timeOffset="-49525.04">14500 13433 186 0,'-6'-3'182'0,"6"3"-14"0,-9 0-17 0,9 0-12 0,-13 3-9 0,3-1-4 16,0 5-11-16,-2 1-8 0,1-1-8 15,-2 3-7-15,3-1-4 0,-4 4-5 0,1-2-7 16,-1 2-7-16,1 1-6 0,3-2-9 15,2 3-4-15,-1-1-7 0,4-2 1 0,1 1 10 16,3-4 7-16,1 3 4 0,1 0 6 0,3-4 9 16,4-1 9-16,1 2 0 0,2-2-5 15,1-3 3-15,6-2-8 0,-2 0 0 0,3-2-9 16,1-4-6-16,0 1 1 0,0-4 3 0,1-1 6 16,-6 1-6-16,3-3-4 0,-4-2-1 0,-1-1 0 15,0 1-8-15,-4-4-3 0,-1 1 0 0,-2-1-6 0,-1 1-3 0,-4-1-7 16,-1 1-7-16,-2 2-12 0,-2 2-6 0,-4 1-7 15,0-1-9-15,1 3-9 0,-8-2-5 0,-1 3-6 16,2 2-8-16,4 2-15 0,-3-1-18 0,-1 3-15 16,5 0-25-16,-1 2-24 0,2 2-18 0,0-1-14 15,2 2-27-15,2 1-22 0,2-2-224 0,2 1-472 16,0-4 209-16</inkml:trace>
  <inkml:trace contextRef="#ctx0" brushRef="#br0" timeOffset="-49093.53">14787 13222 314 0,'5'-10'327'0,"-1"3"7"0,-1 1-23 0,1 0-23 16,-3 2-35-16,2-2-24 0,-2 2-25 15,1 3-27-15,-2 1-41 0,0 0-14 0,0 0-19 16,0 0-12-16,-3 13-12 0,-1-1-5 0,-3 5-10 15,0 8-2-15,-3 5-7 0,0 0-4 0,-2 3-9 16,-2 0-4-16,4 0-3 0,-2 3-2 16,2-2-6-16,1-1 1 0,4-1-5 15,0-3-2-15,1 3-4 0,4-5-2 0,0-3-4 16,0-5 5-16,0-2 2 0,1 0-4 0,-1-5 3 16,3-3 3-16,-3-1 1 0,1-2 5 0,1 2 13 0,-2-5 18 0,2-1 31 0,-2 2 33 0,0-4 29 15,1 5 19-15,-1-5 11 0,0 0-15 0,0 0-20 16,8-9-14-16,-6 4-23 15,1-7-26-15,1 0-33 0,-3-5-18 0,-1 1-11 16,0-2-6-16,0-3-3 0,-4 1-8 0,-2 1 3 16,2 2-7-16,-1-1-1 0,-3 0 4 0,3 3 8 15,0 4 1-15,0 1-3 0,1 2 0 0,2 1 0 16,-1 2 0-16,3 0-2 0,-2 0-3 16,4 2-3-16,3-1-15 0,9 0 5 0,14 1-18 0,8 0-38 15,16 3-53-15,0-4-53 0,1 4-61 0,2 0-83 0,1 0-413 0,-4-5-788 16,-13 0 350-16</inkml:trace>
  <inkml:trace contextRef="#ctx0" brushRef="#br0" timeOffset="-47808.65">16202 13237 31 0,'2'-5'261'0,"0"0"-8"0,-2 0-4 0,0 3-14 0,0 2-18 0,1-7-23 16,2 5-20-16,-3 2-19 0,0-3-22 0,0 3-31 15,0 0-9-15,0 0-13 16,0 0-10-16,-10 17-5 0,4-5-9 0,-1 5-4 0,-2 1-6 0,-3 7-6 0,0 0-4 15,0 2-5-15,-3-1 0 0,3 3-6 16,-3-3-3-16,1-4-3 0,0 2-4 16,5-7 4-16,4 0-3 0,-4-2-2 15,4-6-2-15,0 1-2 0,1-3 1 0,0-2 7 16,4 2 38-16,0-4 18 0,-4 2 39 0,3-3 49 0,1-2 29 0,-3 4 5 16,3-4-22-16,0 0-17 0,0-11-17 15,4 1-16-15,3-1-11 0,-2-5-9 16,4-1-11-16,1-5-6 0,3-3-19 15,1-1-10-15,-3 0-13 0,3-3-7 0,-1 3-10 0,0 2 0 0,-3-1-3 0,-2 8 6 16,0 2-11-16,-4 2-6 0,0 3 4 0,2 1-2 16,-4 3 2-16,3 1-15 0,-5 0-4 15,2 1-19-15,0 1-29 0,-2 3-10 0,0 0 7 0,0 0 5 0,11 12 3 16,-7-3 4-16,-2 3-4 0,1 5 13 16,1 0 11-16,0 3-3 0,0 4-11 15,0-3 1-15,0 4-8 0,-1 0-12 0,1-7-16 16,-4 3-19-16,3-3-14 0,-3 0-15 15,-3-1-13-15,3-5-20 0,0 1-23 0,-1-2-24 0,-2-2-21 0,2-1-21 0,-4-2-246 16,5 1-524-16,-4-5 232 16</inkml:trace>
  <inkml:trace contextRef="#ctx0" brushRef="#br0" timeOffset="-47521.65">16085 13496 58 0,'-8'2'217'16,"-2"-2"-10"-16,5 1-9 0,5-1-17 0,-12 1-15 15,7 0-14-15,5-1-16 0,-9 0-7 16,9 0-10-16,0 0-5 0,-5 0-9 0,5 0-12 0,0 0-1 0,0 0-8 0,0 0-3 16,0 0-4-16,23 0-6 0,-10-1-8 15,9-1 0-15,-1 0-12 0,9-1-6 16,-1 0-7-16,0-1-2 0,0 1-3 0,-9 1 18 0,2 0-10 0,-4 0-3 0,-3 1-1 15,-2 1-9-15,-2 0 0 0,-3-2-3 16,-2 1-5-16,2 1-3 0,-3-1-10 16,-5 1-8-16,7 1-19 0,-7-1-7 0,0 0-5 15,0 0-16-15,0 0-24 0,0 0-31 16,-22 4-23-16,14-2-26 0,0-2-42 0,-2 0-161 16,0 0-384-16,4 0 171 0</inkml:trace>
  <inkml:trace contextRef="#ctx0" brushRef="#br0" timeOffset="-47043.18">16333 13092 213 0,'-8'-8'204'16,"-2"3"-21"-16,1 1-14 0,-1-1-15 16,-7 1-10-16,7 3-15 0,-7-2-8 15,2-1-4-15,-3 4-9 0,1 2-6 0,-2 0-5 0,-1 2-1 0,-1 2-4 0,-7 2-6 16,0 4-4-16,5 2-3 0,-5 2-5 16,1 2-3-16,0 1-2 0,2 1-5 0,-2 5-6 15,3 1-4-15,-2 3-5 0,-3 9-2 16,2 3-2-16,6-11-6 0,-2 11-4 15,8-10-6-15,2 1-4 0,4-1-1 0,1 0 0 0,4-2 11 0,4 0 4 16,4-3 9-16,2 0 4 0,3-3 5 16,0-6 10-16,11 5 15 0,-1-3 4 0,7-5 4 15,2 1 15-15,8-3 5 0,14-2 5 16,4-9 3-16,5-1 0 0,5-5 10 0,-2-3-8 0,0-5-5 0,-1-1-1 16,0-2-3-16,-5-4-2 0,-5-2-8 0,-5-2-5 15,-4-4-12-15,-4-5-10 16,-6-3-18-16,-12 5-20 0,0-14-16 0,-14-3-23 15,-2 1-39-15,-10-6 7 0,-11 3-17 0,-8 5-24 0,-11 2-15 0,-8 8-43 16,-9 4-38-16,-6 7-36 0,-6 5-38 16,-23 2-64-16,21 10-324 0,6 5-686 0,-7 3 304 15</inkml:trace>
  <inkml:trace contextRef="#ctx0" brushRef="#br0" timeOffset="-33698.29">6334 13711 25 0,'0'0'80'0,"0"0"-5"16,0 0-2-16,-2-5-8 0,2 5-17 15,0 0-3-15,0 0 3 0,0 0-9 0,0 0 3 0,-1-2-6 0,1 2-10 0,0 0 6 16,0 0-3-16,0 0-4 0,0 0-1 15,0 0-10-15,0 0 6 0,0 0-4 16,0 0-3-16,0 0-2 0,0 0-3 0,0 0-4 0,0 0 5 0,0 0 5 16,0 0-13-16,6-4 4 0,-2 3 0 0,-4 1 2 15,9 0-1-15,-9 0 1 0,13 0 5 16,-7 0-13-16,2-3 3 0,2 1 1 16,3 0-2-16,5 0 4 0,0-1 3 0,1 3 0 0,3 0 1 0,-2-4-1 15,11 3-12-15,1-1 18 0,0 0-6 16,2-1-3-16,2 3-1 0,1-3 7 0,1 1-5 15,1-1 5-15,16 1 0 0,-17-2-11 16,17 3 8-16,-3-1-4 0,-3-1 2 0,-9 3-9 0,-1 0 5 0,15-4-2 16,-17 3 9-16,4 1-4 0,-2-4-4 15,1 4-4-15,15-2 8 0,-15-1 5 16,-2 2-11-16,1-1 8 0,-1-1-5 0,0 2 3 0,-1-2-5 0,0 1 0 0,1 2-5 16,-3-3 8-16,-1 0-4 0,5 2 10 15,-6-2 5-15,4 1-7 0,-2-1 2 16,-1 0 2-16,-1 1 1 0,-1-3-1 15,3 3-1-15,-2 0-8 0,4-1 12 0,-1 1-7 0,-3 0 8 0,0-2 2 0,3 0-20 16,0 2 7-16,-3 2 6 0,3-3-7 16,-1 3 3-16,0 0 1 0,-3-3-3 15,0 3-4-15,0-4 8 0,-1 4-2 16,1-1 2-16,0 0-2 0,2-2 5 0,-2 3-5 0,0-2 2 0,4 2-4 16,-2-3-5-16,3 2 7 0,-5-2 11 15,1 0-20-15,2 2 6 0,1 0-7 16,-1 1 2-16,0-4 1 0,-1 1 5 0,-2 1-2 15,4 2-1-15,0-1-1 0,-3-2 0 0,1 1 4 0,-2 2-2 0,0-2-16 0,3-1 11 16,-3 1-3-16,0 0 15 0,0 0-15 16,0-1 0-16,1 0 7 0,0 1-2 15,2-1 1-15,-2 1 0 0,-2-2 0 16,-1 4-5-16,2-1 9 0,-1-1 6 0,-2 1-10 0,6-1 0 0,-7 0-1 16,5 0 1-16,-2 1 2 0,-1-1-5 15,-3 0-5-15,4 2 7 0,5-2 7 16,-4-1-5-16,-2 3 4 0,2-1 0 0,-1-1-2 0,2 2-6 0,-5-2 7 15,3 0-6-15,2 1-14 0,-2 1 20 0,0 0-10 16,1 0 10-16,-2 1-5 0,1-1 2 16,-2 0 0-16,2 0-2 0,-2 2 4 0,1-2 2 15,-1 2-11-15,0-4 2 0,-2 2-3 0,4 0 10 0,-3-3-3 0,0 2 5 16,-2 1-9-16,2 0 6 0,0 0 2 16,1 0-7-16,2-1 7 0,0-1-1 15,-1 0-2-15,2 1 3 0,-2 1-5 0,0-2 1 16,-1 2 5-16,1-1 1 0,1 0-1 0,0 1-5 0,-2-3 2 0,2 3-3 15,-1 0 11-15,1 0-9 0,1 2 1 16,0-4-4-16,-4 4 2 0,4-1 11 16,-3-1-8-16,-1-1-3 0,1 1 0 15,0-2 0-15,-1 2 0 0,0 0-9 0,1-2 8 0,-2 2-1 0,4 0 0 0,0 2 5 16,-2-2 2-16,4 0-4 16,-1 0-5-16,3-2 7 0,-5 4 0 15,4-2-2-15,0 2-8 0,-1-2 6 0,3-2 2 0,1 2-8 0,0-2 9 0,0 2 0 0,4 0-1 16,0 2 4-16,-4-2-6 0,17 0 9 0,-18 2 1 15,3-2-4-15,2 1 0 0,-4 0 0 0,2-1-5 16,-1 1-8-16,-1 1 16 0,2 1 1 0,-3-3-8 16,4 5 0-16,-3-5 4 0,-1 0 8 0,0 4-8 15,-1-2-2-15,3-2 6 0,2 1-9 0,-4 1 18 16,4-1-14 0,0-1-3-16,0 2 1 0,0 0-1 0,1 0-1 15,-2 1 2-15,14-3-3 0,-16 2-2 0,1 0 4 16,-1-2-1-16,3 1 0 0,-3-1-1 0,1 2 0 0,-1-1 3 15,4-1-8-15,-4 0 9 0,0 1-5 0,-2-2-1 16,4 5 8-16,-6-4 0 0,3 1-5 0,0-1 1 16,2-1-2-16,-1-1 4 0,3 2-1 0,-3 0 5 15,3 0-5-15,-1 0 1 0,0 0-2 0,-1 0-10 0,4 0 12 0,-2 3 1 16,-3-3 3-16,4 2-1 0,-6 0-11 16,3 0 2-16,-3-1 7 0,1 1 0 0,-4-2-3 15,4 2-5-15,-4-2 12 0,2 2-4 0,-4-2-4 16,0 1-6-16,2 1 5 0,-1-2 3 0,-2 0-2 0,2-2 1 15,0 4-9-15,-1-4 8 0,1 2 5 0,-3 0-2 16,0 0 0 0,0-1-2-16,1 1-2 0,-1-1 7 0,1 2 0 15,-1 0-4-15,3-1 4 0,-2 0-2 0,1 3-5 16,-2-2 3-16,0-1-3 0,-5 3 6 0,6-1-4 16,0-2 0-16,1 0-5 0,-3 2 5 0,1-2 2 15,-8 1-3-15,7 2 1 0,-4-3 1 0,5 2-7 16,0 1 10-16,0-2-5 0,2 2-2 0,-4-3 4 15,2 0-5-15,-5 2 4 0,3 0 3 0,2-1-3 0,1 2-1 0,0-1 2 16,-10 0 7-16,11-2-9 0,0 2 4 0,-2 1-3 16,2-3 0-16,-1 1-4 0,-1 0 0 0,0 2 6 15,-1-2 4-15,3-1-9 0,-4 0 6 0,-4 2-4 16,0-2 2-16,0 1-2 0,-1-1 4 0,7 0-12 16,-6 0 16-16,0 0-3 0,-2 0-10 0,0 0 7 15,-1-1-1-15,0 1 1 0,-1 1-3 0,0-1 3 0,-2 0-1 0,2 0 4 16,-1-1-3-16,2 1 6 0,-4 0-6 0,-1 0-6 15,4 0 8-15,-1 1 2 0,1-1-7 0,-4 0 5 16,0 0-2-16,2 0 1 0,0 0 12 0,-1 0 2 16,4-3-1-16,-9 3 6 0,7-1-1 0,-7-2-5 15,4 2 8-15,-1 0 0 0,0 1-2 0,-3-3 1 16,3 3-6 0,-2-2-5-16,-2 2 1 0,2-2 1 0,0 1-1 0,-5 1-3 15,2-1-2-15,-1 1 8 0,0-3-3 0,-1 2 2 16,2-1-2-16,1 1-2 0,-5 0 0 0,6 1-4 15,-5-3 6-15,3 3-4 0,-3-1-2 0,5 1-1 16,-2-1-1-16,-3 1 2 0,4-2-4 0,-3 2 2 16,2 2-1-16,-8-2-3 0,12-2 3 0,-7 2-2 15,1-1 0-15,-6 1 3 0,9 0 0 0,-9 0 3 0,6-1 6 16,-6 1 6-16,0 0-1 0,7 0 2 0,-7 0 1 16,0 0 0-16,0 0-4 0,0 0-2 0,0 0-2 0,9 0 1 15,-9 0-2-15,0 0-4 0,0 0-4 0,0 0 1 16,0 0-11-16,0 0-9 0,0 0-18 0,0 0-14 15,0 0-34-15,0 0-38 0,0 0-41 0,0 0-136 16,0 0-319 0,0 0 141-16</inkml:trace>
  <inkml:trace contextRef="#ctx0" brushRef="#br0" timeOffset="-30145.62">18357 13183 90 0,'2'-5'162'16,"0"0"-7"-16,1-2-5 0,-1 3 1 0,0-2-6 0,0 2-12 15,0-1-3-15,-2 2-6 0,4-1-13 0,-4 4-11 16,1-2-13-16,-1 2-9 0,2-6-8 16,-2 6-18-16,0 0-15 0,0 0-8 0,0 0 1 15,0 0-12-15,-2 22-1 16,1-10 0-16,-1 4-2 0,0 10-1 0,-6 0 0 16,7 6-6-16,-4-3 0 0,2 2 0 0,0 0-1 15,-2-1-3-15,0-1-6 0,3 0 8 0,-2-2 1 16,1-8-2-16,0 0 3 0,2-1 0 0,-1-1-1 0,1-4-2 15,1-3 0-15,-1 2 3 0,1-5-4 16,-2 0 2-16,2-1 0 0,-1 0 4 0,0-1 2 16,1-4 6-16,0-1 8 0,0 0 0 0,0 0-18 0,0 0-14 0,0 0-28 15,0 0-21-15,-10-8-20 0,7-1-23 0,-1-1-21 16,1 1-37-16,-4-8-110 0,1 0-288 0,3 0 127 16</inkml:trace>
  <inkml:trace contextRef="#ctx0" brushRef="#br0" timeOffset="-29961.99">18242 13116 145 0,'1'-15'192'0,"2"5"-11"0,-2-3-19 0,3 0-13 0,0 3-13 0,2 1-12 0,-1-1-8 16,1 0-21-16,3 1-10 0,2 3-12 0,-1-1-3 0,5 0-9 16,2 0-13-16,-4 5-19 0,4-2-25 15,-5 4-24-15,3 1-22 0,-2 3-18 16,1 1-19-16,0 1-17 0,-4 3-41 0,-2 1-69 15,1 5-224-15,-4 4 100 0</inkml:trace>
  <inkml:trace contextRef="#ctx0" brushRef="#br0" timeOffset="-29801.69">18165 13618 132 0,'-2'5'152'0,"0"-2"8"0,2-3 1 16,0 0 2-16,0 0-9 0,9 1-12 0,0-1-15 15,4 0-20-15,6-1-5 0,0-2-8 0,2-2-16 16,2 5-37-16,-2-2-45 0,7-3-53 0,1 3-68 16,-11-5-114-16,2 5-256 0,-2-4 113 0</inkml:trace>
  <inkml:trace contextRef="#ctx0" brushRef="#br0" timeOffset="-29146.01">18670 13459 3 0,'4'-4'315'15,"-4"4"-30"-15,1-4-31 0,-1 4-30 0,0 0-21 16,0 0-27-16,4-1-27 0,-4 1-21 0,0 0-10 16,0 9-17-16,-4-3-9 0,3 5-10 15,-2-1-10-15,1 5-5 0,-2 1-7 0,0-1-5 0,1-3-7 16,-3-1-5-16,5 0-5 0,-2 2-10 15,2-8-8-15,1 4-2 0,-4-2 1 16,4-5 1-16,0 3 4 0,0-1 23 0,0-4 16 16,0 0 0-16,0 0-12 0,0 0-5 0,13-10-7 15,-7 2-1-15,3-5-7 0,3-1-2 0,2-1-4 16,1-6-2-16,3 2-5 0,-5 4 9 0,-1 0-10 16,1 1-2-16,1 3-3 0,-5 2 8 0,-1-1-11 0,-1 3 3 0,-1 3-4 0,0-1 7 0,-2 2-34 15,-1 1 1-15,3 2 1 16,-6 0-2-16,11 5 1 0,-3 1-2 0,1 0-3 15,0 5-7-15,-3 0 8 0,7 1-1 16,0 2-7-16,-3 1 3 0,2-1-4 0,0-1 1 16,0 1 0-16,1 0 0 0,-1-2 2 0,-4-3 0 15,2-1 5-15,-1-4 8 0,-2 1-4 0,-1 0 8 16,2-4-2-16,-1 1 6 0,1-4 1 0,2-1 5 16,0-5 8-16,-2 3 8 0,1-6 8 0,5-2 0 0,-5-3 0 0,4-6 6 15,2-1-1-15,-3-4-2 0,0-1 4 0,1-6-4 16,1 1-4-16,2-10-5 0,-4 9 0 0,3-11 0 15,-4 13 0-15,-1 1 4 0,-1 1 6 0,-2 1 5 16,-3 11 5-16,-1 1 2 0,2 7 6 0,-1-1-4 16,-4 4-7-16,1 3-7 0,3-2-31 0,-4 4-13 15,0 2 5-15,0 0 2 0,-4 17-3 16,1 0 0-16,-5 7 2 0,0 5 2 16,1 3 1-16,-2 1 2 0,-1 1-2 0,1 11 2 15,3-10-2-15,2-3 10 0,2 0-9 0,-4-2 3 16,3-1-2-16,1-4 9 0,-1-6-3 0,2-2-5 15,-2-5 2-15,3 1-21 0,-1-4-4 0,0 1-10 16,1-3 2-16,-3-3 5 0,2 1 5 16,1 0 8-16,-2-2 3 0,2-3-2 0,-2 2-4 0,2-2-24 0,0 0-34 0,0 0-41 15,-13-7-31-15,11-1-47 0,-2-1-193 0,1-3-423 16,1 0 187-16</inkml:trace>
  <inkml:trace contextRef="#ctx0" brushRef="#br0" timeOffset="-28960.91">18947 13375 84 0,'0'0'245'0,"-5"2"-9"0,5-2-10 16,-4 2-14-16,4-2-22 0,0 0-22 16,0 0-18-16,14-7-13 0,0 6-15 0,7-4-14 15,8 0-21-15,4-1-29 0,-1 1-24 16,0 1-34-16,-1 1-39 0,0 1-42 15,-2-3-42-15,-10 2-180 0,4-1-328 0,-4 1 147 0</inkml:trace>
  <inkml:trace contextRef="#ctx0" brushRef="#br0" timeOffset="-28059.29">19417 13490 29 0,'0'0'215'0,"0"0"-10"0,-6 1-13 0,6-1-17 15,0 0-11-15,0 0-16 0,0 0-15 0,0 0-13 16,0 0-15-16,0 0-15 0,0 0-16 0,0 0-15 15,14-12-13-15,-4 9-8 0,4-2-10 16,0-4-5-16,3 2-9 0,-3-4-4 0,0 0-2 16,0 0 1-16,4 1-5 0,-3-2 1 0,1-1-3 0,-3 3 2 0,-4 0 5 0,-1 1 5 15,0 2 11-15,-1 0-2 0,-2 3 10 0,0-2-2 16,-2 1-2-16,1 2-7 0,-4 1-2 16,0 2-8-16,0-5 2 0,0 5-4 0,0 0-1 0,-17 4-2 15,6 1-2-15,-1 0 0 0,0 3 0 16,-3 1 0-16,-2 2-4 0,4 0 1 0,-1 0-1 15,4 1-7-15,0-2-6 0,2 1-3 16,3 3 0-16,1 0 1 0,4-3-6 16,1 1 9-16,7-3 2 0,10 1 3 0,10 0-5 15,3-1-8-15,3-3-15 0,19-1-13 0,-3-4-6 0,3-2-1 0,2-4-6 16,1-1 9-16,-6-5 1 0,1 1 10 16,-12 2-2-16,-2-6 16 0,-2 2 4 15,1-4-4-15,-4 0 7 0,-6-1 8 0,-3 0 11 0,-8 5 25 0,-3 0 16 0,-1-2 5 16,-6 4-3-16,-4 0-11 0,-1-1 3 15,-2 1-9-15,-6 2-1 0,-2-1-5 16,0 1 0-16,-7 1 0 0,-1 0-2 0,-1 5-6 0,1 2 1 0,-4 2-1 16,5-2-2-16,-1 7-6 0,1 0 5 15,0 3-4-15,1-3 0 0,2 3-2 16,2 2-17-16,2-2-4 0,5-1 5 0,1-1-6 0,3 1 4 0,2 1 0 16,3-3 0-16,1 1 7 0,5-1-15 0,2-2-2 15,-1-1-3-15,7-3-8 0,1 1 10 16,0-2-10-16,-2-4 7 0,2-2-2 15,-1 1 8-15,-1-2 4 0,-2-2 8 0,-1-1 13 0,-3 1 2 0,-3 0 7 16,3-3 17-16,-1-1-5 0,-1 4 7 16,-4 0 8-16,1 0 11 0,-1 1 7 15,-1 3-10-15,0-2 5 0,-2 2-5 0,4 1-8 0,-5 0-6 0,-1 4-16 16,0 0-8-16,0 0 2 0,0 0-3 0,3 18-4 16,-6-8 0-16,3 9-1 0,-1 7-2 0,-1 3 5 15,1-2-8-15,1 7 4 0,-5 0 2 16,4 2 1-16,0-2-1 0,-1 0 1 0,1 3 2 0,1-4-3 0,0-1 0 15,-1-3 7-15,1 0-12 0,0-2 5 16,-3-8-4-16,1-2 6 0,-1 0-3 16,0-5 5-16,1-3-1 0,-1 2 0 15,-1-5 6-15,-2-1 2 0,0-2 0 0,-5-5 2 0,-1 1 3 0,-1-1 9 0,-5-5 4 16,1-1 8-16,1-2-2 0,-1 3 8 16,-1-5 6-16,4 2 6 0,0-2 1 15,0 3 6-15,3-3 6 0,2 0 5 0,2 3-1 0,1-6-10 0,-2 0-6 16,6 3-17-16,2 0-16 0,1 0-15 15,7 2-28-15,-1-4-21 0,5 1-26 16,3-1-28-16,2 3-41 0,7-2-44 16,-5 4-67-16,-2-2-131 0,-1 2-407 0,1-1 180 0</inkml:trace>
  <inkml:trace contextRef="#ctx0" brushRef="#br0" timeOffset="-27101.41">20469 13268 176 0,'3'-4'232'0,"-1"1"-27"0,2 0-22 15,-4 3-21-15,5-4-19 0,-5 4-17 16,9 5-12-16,-4-3-14 0,2 5-12 16,1 3-9-16,0 4-7 0,1 1-4 0,-1 2-13 0,3 5-3 0,-6-3-3 15,3 5-8-15,-2 1 0 0,-2 0-8 16,-3-5-5-16,-1-3-5 0,0 1 1 0,0-2-4 15,-1-1 3-15,1-3-7 0,-4-3 0 16,2-1 1-16,2-3-4 0,-3 2 6 0,2-2 12 0,-1-3 22 0,0 4 22 16,2-6 23-16,-5 1 4 0,5-1 11 15,0 0-2-15,-6-9-7 0,4 4-4 0,1-2-15 16,-1-2-8-16,0-2-7 0,4 0-5 16,-2-4-9-16,2 0-11 0,1-4-13 0,3 2-10 0,3 2-13 0,0-2-9 15,1 0-4-15,3 4-25 0,2 0-12 16,-2 1-21-16,6 2-8 0,-1 2-17 15,1 0-6-15,0 3-11 0,8-1-10 0,-5 1 17 0,5 1 7 0,1 1 9 16,3 0 4-16,-4 1-2 0,-6 2 2 0,1-2 9 16,-3 2 5-16,-1-2 3 0,-1 1 7 15,-1 0 12-15,-7 0 7 0,0-1 21 16,-4 2 21-16,2-1 7 0,-1-1 3 0,-2 0 1 0,-4 2-1 0,1-2-2 16,-1 2-4-16,0 0 1 0,-11-5-5 15,4 5-1-15,-7 2-1 0,1 2-4 16,-4-1 0-16,-1 4 2 0,-3 1-3 0,-3 4-2 0,0-2-2 0,6 2 2 15,-5 2-2-15,5-2 0 0,1 1 5 0,3 2-1 16,3-2 3-16,2-5-5 0,1 4 1 16,2-2 2-16,2-3 3 0,1 2-1 15,3-4 13-15,2 0 25 0,1-2 8 0,5 2 4 0,2-4 0 0,3 0-5 16,2-2 1-16,3-5 3 0,0 1-1 0,0 0-5 16,3-5-4-16,-1 1 0 0,4-4-8 15,-3-3-4-15,0 0-2 0,1-3-3 16,-3 3-5-16,-3 1 4 0,-1 1-7 0,0 1 1 0,-2 3 2 0,-3 1 5 15,-1 1 4-15,-2 0-1 0,-2 4-3 0,-1-1-2 16,1-1-10-16,-2 3-8 0,1 3-25 16,-4 0-1-16,0 0 2 0,9 3 2 15,-6-1 3-15,1 7 1 0,0-1-4 0,-1 2-6 0,1 1-4 0,3 4 2 16,-2 0-4-16,1-2 2 0,2 3 3 16,-1-1 4-16,1 0-1 0,2 1 5 0,4-1-2 15,-3-3 3-15,-4-3 1 0,3-1 3 0,2-1-2 0,-3-3 3 0,1-1 4 16,2 0 1-16,-1-4-2 0,-2-3 0 15,3-1 2-15,-2-1 3 0,-3-5 1 16,2-1 1-16,2-5 8 0,-4 0 1 0,4-8-1 16,-4 0 4-16,2-2 0 0,-3-1-3 0,1-5-3 0,-1 0 3 0,2-4-4 15,3-7 1-15,-3 10 2 0,1 1-1 16,-1 3-5-16,-2 6 12 0,-2 5 7 16,-3 4 5-16,3 3 2 0,-3 3 2 0,3 1-9 0,-4 3-19 0,0 1-19 15,0 4-4-15,0 0 2 0,0 0 2 0,-5 16-4 16,0 1 5-16,-5 8 6 0,2 4-2 15,-1 2 0-15,1 3 1 0,-3 12-1 16,5-11 5-16,-1 0 3 0,3 2-2 0,-1-4 0 16,0-1 0-16,1-2 2 0,2-2 2 0,1-2 2 0,-3-9-4 0,1-2 4 15,2-5-3-15,0 2 3 0,1-3 2 16,-2-4 0-16,2 1 0 0,-1 0 3 16,1-3 2-16,0-3-7 0,-1 3-16 0,1-3-35 0,0 0-37 0,0 0-32 15,0 0-42-15,-3-17-43 0,3 9-158 0,0-2-390 0,1-2 173 16</inkml:trace>
  <inkml:trace contextRef="#ctx0" brushRef="#br0" timeOffset="-26832.64">21151 13297 160 0,'0'0'265'15,"-6"0"-14"-15,6 0-25 0,0 0-25 0,0 0-20 0,17-7-17 0,0 1-20 16,4 2-14-16,11 2-10 0,2-4-12 16,5 2-14-16,12-3-13 0,1 1-11 15,-11 2-13-15,9 0-6 0,-15 0-6 0,-2 0-5 16,-4-1-5-16,-8 4-4 0,-8 0 0 0,0-2-5 0,-4 2-2 0,0 0-5 16,-4-1-6-16,0-1-24 0,-5 3-15 15,0 0-10-15,0 0-12 0,-15-2-7 16,5-1-7-16,-3 4-15 0,-3 1-17 0,3-1-13 0,0-1-18 0,0 1-31 15,1 5-139-15,1-4-321 0,2 2 142 16</inkml:trace>
  <inkml:trace contextRef="#ctx0" brushRef="#br0" timeOffset="-26485.86">21674 13414 225 0,'0'0'234'0,"-3"4"-6"16,3-4-19-16,0 0-13 0,0 0-17 0,0 0-21 0,0 0-13 0,11 3-13 15,-5-3-17-15,8-3-9 0,-1 1-11 0,5-1-11 16,2-1-7-16,-2-1-7 0,3-3-9 16,0 1-6-16,-3-2-6 0,7-1-1 15,1-3-7-15,-9 0-3 0,1 1-7 0,2-6-10 0,-7 6 3 0,0-2-9 16,-3-1-2-16,-2 1-1 0,-4-2-1 15,-3 5-5-15,-1 0 1 0,-4-2-4 16,-4 5-1-16,-7-1-1 0,-3 1-1 0,-1 4-2 16,-9 3-2-16,-3 2 1 0,1 6-2 0,-1 1 0 0,2 3-4 0,3 2 0 15,2 6-1-15,-1-2-2 0,6 5 7 16,6-1-1-16,2 5-1 0,5-1 8 16,9-1-3-16,11 3 5 0,12-5 2 0,5-1-2 0,19 2-2 0,4-4-50 15,9-2-80-15,29-5-103 0,-27-7-138 0,3-7-399 0,21-6 177 16</inkml:trace>
  <inkml:trace contextRef="#ctx0" brushRef="#br0" timeOffset="-25112.94">23648 13370 166 0,'0'0'182'0,"0"0"-10"16,0 0-14-16,0 0-18 15,0 0-10-15,0 0-8 0,0 0-16 16,0 0-15-16,0 0-4 0,0 0-6 0,0 0-1 0,0 0 11 16,-2-4 4-16,2 4-11 0,0 0-4 0,9-6 0 15,-5 3-7-15,-2-1 6 0,8-3-6 0,-2 0 6 16,0-3-6-16,4-2 1 0,0-1-6 0,-3-3-3 15,7-8 1-15,-1-1-14 0,-1 2-6 0,-2-2 0 16,2-4-7-16,-1-3-1 0,5 3-3 0,-5-2-7 0,1-1 1 16,-4 1-6-16,3 1 0 0,-3 3-4 0,-2-1-5 15,1 4 3-15,-4 5-5 0,-1 4 0 0,-1-1 6 0,-1 6 3 16,0-1-5-16,0 2 1 0,-4 2-3 0,5 2-1 16,-3-1-9-16,-1 3-2 0,1 3 7 0,0 0-14 15,0 0 3-15,-14 14-2 0,5 1-2 16,-3 2 3-16,1 5-3 0,-1 6 4 0,2 0-4 0,-3 6 6 0,3 11-2 15,0-9 1-15,-2 8-7 0,5-11 7 0,1 1 1 16,4-2-5-16,3 0 6 0,-1-4-2 0,5 1-2 16,-1-4 3-16,-1-7 0 0,1-3 3 0,2-2 1 15,0-4-1-15,3 0 3 0,4-4-2 0,-2 0 2 0,6-4 0 16,2-1 0-16,0-3-2 0,-3-4 2 16,2 2 0-16,-4-5-3 15,1 0 5-15,-1 1-4 0,1-3 1 0,-4-2 0 16,0-1-3-16,-1 4 5 0,-2-3-5 0,-3 1 9 0,0 1-15 15,-2 1 3-15,-2 0-7 0,-1 1-7 16,0 0-14-16,-4 1-2 0,-1 1-13 0,-3 0-3 16,3 3-10-16,-5 1 2 0,1 1-10 0,0 3-6 15,-3-2-8-15,0 2-2 0,2 2-11 0,0 1-5 0,1 1-15 16,2 0 7-16,2 0-4 0,1 1 4 0,3 0-8 0,4-1-19 16,3 3-6-16,3-1-129 0,9-1-288 0,2-1 127 15</inkml:trace>
  <inkml:trace contextRef="#ctx0" brushRef="#br0" timeOffset="-24784.59">24448 13138 208 0,'9'-8'213'15,"-4"0"-5"-15,0 2-4 0,-1 0-10 0,-2 0-16 16,0-2-23-16,-2 3-15 0,0 1-16 0,-2 0-17 16,-4 0-11-16,1 0-12 0,-4 4-4 0,-1-3-13 15,-3 6-4-15,-2 0-8 0,-2 3-7 0,-2 2-5 16,0 0-4-16,2 2-4 0,-3-2-4 0,6 4-6 15,-1 2-6-15,3-2-6 0,-2-1 2 0,5 3-5 16,0-1-5-16,3-2-1 0,3 1 1 0,3-1-1 0,0 0 1 0,5 0 4 16,4 0-3-16,3-4 1 0,4 1-2 15,5-4-1-15,1 1 0 0,-1-2 3 0,9-3-4 0,-9-5 2 16,1 2 2-16,-3-1-2 0,0-4 2 0,-1 0-1 0,0-2-2 16,-4-1-1-16,0 0 3 0,-2-2-1 0,1-1-5 15,-7 0 3-15,-1-2-3 0,-2-1-1 16,-2 1 1-16,-2-1-7 0,-2 5 5 0,-1-4-12 0,-2 5 1 15,-2 1-6-15,-2-2-9 0,1 3-5 0,-5 4-2 16,1 2-21-16,4-3-1 0,-10 3-7 0,6 5-15 16,-1-4-21-16,5 4-8 0,-5-1-19 0,5 1-23 15,0 3-130-15,4 0-304 0,0-1 135 0</inkml:trace>
  <inkml:trace contextRef="#ctx0" brushRef="#br0" timeOffset="-24028.84">24899 12879 82 0,'4'-12'279'0,"1"4"-8"0,0-3-17 16,-3 5-9-16,0-1-28 0,-1 2-24 15,2 1-24-15,-2-1-24 0,2 2-36 0,-3 3-22 0,0 0-10 16,0 0-9-16,0 0-7 0,1 15-9 15,-2-3 1-15,-2 2-9 0,-2 6-8 0,1 6-4 16,-4 6 1-16,1 2-4 0,-1 1-5 0,-1 13 0 16,-3-3-6-16,7-14 7 0,-2 4-7 15,3-2-8-15,3-3 4 0,-2-4 0 0,3 0-3 16,-2-9-1-16,-2 0-2 0,4-5 8 0,0 0-8 16,-1-4-2-16,1-1 9 0,0-2 1 15,-1 0 28-15,1 0 26 0,0-5 21 0,0 4-3 0,0-4-9 0,0 0 2 0,0 0-24 0,-8-9-12 16,4 4-14-16,-4-4-12 0,-3-1-16 0,-3-3-10 15,-3-1-6-15,-2-1-4 16,-3-2-4-16,-2 3 1 0,-3 2 2 0,0-3 2 16,3 5 1-16,5 3 2 0,0 0 0 0,2 0 3 15,2 0 1-15,3 4-2 0,2 1-14 0,1-1-17 16,5 1-20-16,-1 0-9 0,1 0 4 0,4 2 2 16,0 0-12-16,0 0-15 0,27 3-1 0,-9-2-24 15,12 1-9-15,1-2-12 0,1 0-7 0,5-2 13 16,-1 1 20-16,4-2-6 0,-3 0-9 0,2-2 3 0,-3 0 10 0,0-2 11 15,-3-1 32-15,3-6 23 0,-4-1 28 0,-4 3 26 16,0-1 20-16,-5-1 28 0,0-2 18 0,-9 2 23 16,0 1 18-16,-1-2 18 0,-1 1 13 0,-1 1 12 15,-3 2 4-15,-2 1 2 0,1 1 0 0,-1-1 11 16,0 4-22-16,-2 1-13 0,0 0-14 16,-1 1-11-16,-1 0-24 0,-2 4-17 15,4-3-25-15,-4 3-16 0,0 0-3 0,0 0-3 16,5 10-4-16,-6-1-2 0,-2 4-4 0,-1 1 3 15,2 5-4-15,-5 8-1 0,2 2-3 0,-2 0 17 16,-3 0-21-16,-1 1 3 0,5 1 0 16,-3-5-4-16,4 1 5 0,2-9 8 0,-2-2-16 15,1-4-1-15,0-2-1 0,3-3 5 0,0-2 2 16,-2 2 24-16,3-3 32 0,0-3 3 0,0-1-9 0,0 0-4 0,16-8-8 0,-10 1-8 16,7-1-1-16,1-4-7 0,2-1 0 15,0 0-4-15,0 1 2 0,0 2-7 0,0-1-9 16,-3 1 4-16,1 6-2 0,-5-2-2 0,0 2-4 15,3 1-5-15,-3 1-3 0,2 2-12 0,-1 1-13 16,2 2-13-16,-2 0-11 0,3 5-20 0,2 0-16 16,3 5-27-16,-3-1-35 15,-1 2-47-15,1-1-66 0,-2 0-267 0,2-2-571 0,-3-4 252 16</inkml:trace>
  <inkml:trace contextRef="#ctx0" brushRef="#br0" timeOffset="-23241.14">26827 12893 4 0,'0'0'153'0,"-3"-4"-20"16,-1 3-4-16,4 1-24 0,-10-1-10 0,2 1-9 15,-2 1-9-15,-4 0-12 0,-4 3-2 0,0-1-5 16,-2 1-9-16,-7 4-2 0,2 0-10 0,-3 1-2 15,9-2-1-15,-3 0-8 0,-1 4 0 0,5-1-8 0,-1-2-6 0,4 2 5 16,-2 1-10-16,7-3 3 0,-3 4 7 0,2-1-6 16,3-2 4-16,3-1-9 0,1 3 3 0,4-1 5 15,4 2-4-15,1-4 5 0,0 1 9 0,9 4-1 16,2-3 5-16,1-2-15 0,3 2 6 16,5 1 8-16,-4-3-7 0,-1-1 2 0,1 0-4 15,-4-1-1-15,0 3-5 0,-3-4 5 0,-2 0-10 16,-1 2-4-16,-2-4 5 0,-1 4-3 15,-2-2 0-15,-3-1-4 0,-2 1 3 0,-1 3-4 0,-5-3 5 0,-4 4 1 0,-6-1 3 0,-5-1-2 16,-4 5 0-16,-4-3-2 0,1-4-2 16,-2 3-1-16,0-2 2 0,0-2 3 0,-1 2-4 15,8-4-3-15,0 1 4 0,3 0-6 0,-1-1-21 16,4 0-18-16,7-1-5 0,-1-1-22 0,5-1-40 16,5 1-131-16,0 0-258 0,0 0 114 15</inkml:trace>
  <inkml:trace contextRef="#ctx0" brushRef="#br0" timeOffset="-22945.36">27070 13060 253 0,'0'-5'292'0,"0"3"-14"0,0 2-26 0,2-5-24 15,-2 5-25-15,2-5-21 0,-2 5-21 16,0 0-25-16,0-2-25 0,0 2-22 0,0 0-8 16,0 0-10-16,0 0-9 0,0 0-6 0,5 14-10 15,-5-7 1-15,0 3-4 0,0 0-8 0,2 1-5 16,-4 1 3-16,2 1-3 0,0 2-8 16,0-1-1-16,0-2-2 0,0 5-12 0,0-4-12 0,0-3-5 0,-4 1-10 0,3-1-11 15,-1 0-9-15,0-3-4 0,0-1-6 0,-1 2-7 16,3-4-9-16,-5 2-4 0,3-1 14 0,0-3-15 15,-3 1-14-15,-1-3-18 0,6 0-34 16,-12-5-11-16,7 0-152 0,-1-2-324 0,-1-1 144 16</inkml:trace>
  <inkml:trace contextRef="#ctx0" brushRef="#br0" timeOffset="-22789.09">27083 12864 126 0,'1'-5'233'15,"2"2"-16"-15,-3-3-28 0,1 3-19 0,-1 3-16 16,4-5-30-16,-2 3-29 0,-2 2-28 0,8-1-21 16,-8 1-35-16,0 0-25 0,13 5-22 15,-9-2-40-15,2 0-142 0,-1 0-236 0,-1 1 104 16</inkml:trace>
  <inkml:trace contextRef="#ctx0" brushRef="#br0" timeOffset="-22206.08">27723 13071 73 0,'3'-4'181'0,"-2"0"-18"16,-1 4-19-16,0-5-16 0,0 5-13 16,-5-4-10-16,3 0-14 0,-4 2-9 0,1 0-20 15,-5-3 0-15,-1 2-4 0,-2 2-5 0,-5-3-6 0,-1 0-6 0,1 4-16 0,-3-1 7 0,3 1-3 16,-2 0-3-16,-2 0 3 0,3 3-7 16,-3 2-8-16,1 2-1 0,0-4 1 0,3 4-5 15,2 0-5-15,0 1 3 0,0 0-1 16,4 3 0-16,3-1-6 0,-3 4 0 0,1 0 3 15,2-1 4-15,-1 1-7 0,9-2 8 0,-3 3-6 16,3-1 6-16,2-2-8 0,0-1 6 16,6 1 1-16,-1-1-6 0,4 0 9 0,1-2-8 15,4-2 4-15,0 0 3 0,-1-3 6 16,3-1 10-16,1-3 8 0,-1-2 9 0,3-1 10 0,0-4 2 0,-2-1 8 0,-3-2 3 0,2-3 7 16,-3 1 0-16,2-3 3 0,0-4-4 15,0-1 1-15,-1-4 0 0,-4 2-8 0,1-2 4 16,-2-2-6-16,0 0-5 0,0-3-2 0,-4 2-1 15,1-1 5-15,-3 2 2 0,1 5-4 16,-1 3 0-16,2 1 0 0,-4 1 1 0,0 5 0 16,-2 2-9-16,1 1-4 0,2 1-7 15,-3 1-8-15,1 1-20 0,-1 2-35 16,0 3-14-16,0 0 3 0,0 0-1 0,0 0 8 0,-11 15 3 0,7-6 3 16,0 1 3-16,-2 7-1 0,3 1 2 0,-3 0 5 15,2 9 0-15,3 0 1 0,-1-4-7 16,0 4-12-16,2-2-15 0,-3 1-16 0,8-2-23 15,-3-3-22-15,2-1-24 0,-1-3-28 0,3 0-39 0,-3-7-179 0,5 0-410 0,0 0 181 16</inkml:trace>
  <inkml:trace contextRef="#ctx0" brushRef="#br0" timeOffset="-21625.44">27885 13176 130 0,'0'0'190'0,"-6"-3"-13"0,6 3-18 0,0 0-21 0,0 0-12 0,0 0-13 0,0 0-8 16,0 0-14-16,0 0-10 0,0 0-6 0,0 0-6 15,23 0-6-15,-11 0-6 0,-1 0-5 0,2-1-4 16,1-2-10-16,5 1-3 0,-1 0 1 16,5-2-1-16,-5-1-5 0,1-1 0 0,2-1-3 15,0-6 9-15,-3 1-12 0,1 2-2 16,3-6 3-16,-4 4 5 0,-5 2 0 0,-2-2 5 15,1 2 6-15,-6 3 3 0,3-3 10 0,-4 5-5 16,0-2-7-16,-2 2-6 0,-2 0-8 16,-1 0-2-16,0 5-6 0,-6-6-3 0,-1 5-4 0,-3 1-2 0,1 0-2 0,-4 3 0 15,-4 3-4-15,6-1-2 0,-7 4-2 0,4 0-2 16,0 3 0-16,0 0 5 0,0 1-4 0,3 3 3 16,-1-1-3-16,5 1-3 0,0 1-2 15,1 0 5-15,-1 0-1 0,4-5 0 0,3 5 2 16,2-5-1-16,1 0 2 0,0-2 3 15,4 0-2-15,-1 0 1 0,2-3 2 0,2 0 2 16,-2 0 2-16,-2-2 11 0,6-1 7 0,-1-3 8 16,0 1 5-16,1-2 15 0,2 0 6 0,-2-3 5 0,-1 1-1 0,2-5 3 0,2-1-1 15,-2-1-4-15,4 0 1 0,-4-4-8 0,2 0-6 16,-1-3-8-16,2 3-1 0,3-5-4 0,-2 5-8 16,-4-1 6-16,2-1-12 0,0 1 6 15,-1 2 2-15,-2 2-3 0,1 2-4 0,-3 0-8 16,-2 4 14-16,2-2-15 0,-5 2-6 15,4 1-3-15,0 0-1 0,3 2-5 0,-5 1-3 16,1 1 3-16,1 2-6 0,0 1-9 0,-3 0-2 16,3 2-10-16,-1 1-8 0,-2 1-6 0,-1-1-7 15,1 3-23-15,-3-3-19 0,1 0-19 16,-4 3-19-16,0-3-33 0,2 0-34 0,-4-1-38 16,-2 1-194-16,2-3-461 0,-1-1 204 0</inkml:trace>
  <inkml:trace contextRef="#ctx0" brushRef="#br0" timeOffset="-20819.73">29522 12964 1 0,'0'-3'232'0,"2"-2"-21"0,-2 0-17 0,0 1-16 16,0 4-20-16,0-6-13 0,0 6-18 0,-5-7-22 0,5 7-6 16,-7 3-13-16,7-3-9 0,-14 5-10 0,0 2-5 0,1 2-8 15,-4 1-8-15,2 2-5 0,-4 8-1 0,3-6-3 16,-4 6-7-16,1 1-6 0,4 2 1 0,0-1-14 16,3-4 8-16,3 1 3 0,2 0-3 15,0-2-4-15,6 0 2 0,1-2-2 0,1 2 1 16,3-6 4-16,6 2 8 0,-2-4 6 15,3-3 0-15,2-1 16 0,6 1 1 16,3-5 5-16,-2-2 2 0,-2-3 0 0,4-3-4 16,-2 0 2-16,1-1 0 0,-3-4 0 0,0 0-2 15,-3 1-8-15,-1-4-8 0,-2 0 7 0,-1-2-13 16,2-4-5-16,-5 4-3 0,-2-3-5 0,1-3-5 16,-6 3-3-16,-2 3-11 0,-2-1-8 0,-5 1-7 15,-1 1-1-15,-2 1-4 0,-1 6-5 0,-3-1-7 0,-3 0-4 0,0 5-9 16,-1 1-10-16,-3 1-16 0,3 1-14 0,2 4-25 15,3-2-23-15,2 3-32 0,1 1-13 0,1 1-172 16,5 0-380-16,2 0 169 0</inkml:trace>
  <inkml:trace contextRef="#ctx0" brushRef="#br0" timeOffset="-20418.88">29877 12826 144 0,'0'-5'278'16,"0"-1"-20"-16,2 2-24 0,-2 1-24 0,0 3-33 16,0-7-22-16,0 7-19 15,0 0-14-15,0 0-14 0,0 0-14 0,-8 20-10 16,3-11-5-16,-3 8-10 0,2 0-8 0,-5 8-7 16,4-6-9-16,-4 10-5 0,2-2-2 0,1 6-1 15,4-1-3-15,0-6-3 0,3 3-7 0,4 1 0 16,-2-5 2-16,0-5-5 0,3-3-2 0,1-2 0 15,-1-5 0-15,1 1-1 0,1-2 11 0,-2-1 19 16,3-3 15-16,-2 0 9 0,1-2 5 0,3-3 16 0,1 0-5 0,-2-3 7 16,-3 1-5-16,5-3 2 0,-2-2 0 0,-3-3-21 15,0-1 10-15,-1 0-17 0,-1-6-8 16,-3-2-10-16,-3-6-7 0,-2 6 10 0,0 0-19 0,-7-5-4 16,4 8-6-16,-1-1 0 0,-2 2-3 0,1 2-1 15,1 2-5-15,2 6-2 0,3-3 0 0,0 3-4 16,-4 1-3-1,6 0-15-15,0 0-2 0,2 4 4 0,12-4 1 16,6 5-2-16,16 5-6 0,16-2-40 0,10 1-30 0,7 3-47 16,30 1-54-16,-4-6-70 0,-25 2-285 0,-2-3-588 15,-1-4 260-15</inkml:trace>
  <inkml:trace contextRef="#ctx0" brushRef="#br0" timeOffset="-18745.97">7043 15016 90 0,'0'-11'224'0,"2"0"-9"16,-2-1-6-16,2 2-5 0,-2 4-15 0,1 2-14 15,-2-3-20-15,2 4-19 0,-2-2-14 0,1 1-21 16,0 4-25-16,0 0-12 0,0 0-8 0,0 0-6 16,-5 19-8-16,1-5-1 0,-3 4-6 0,-1 8-3 15,-4 1-8-15,2 2 1 0,-3 2-6 0,1-1-1 16,1 1-2-1,2-1-2-15,-1 1 3 0,-3-1 1 0,4-1-9 16,4-3 3-16,0 2-1 0,-4-10-3 0,1-3 3 0,7-3-2 16,-3 1-1-16,2-8 5 0,0 2-3 0,1-2 14 15,-3-1 36-15,4 0 35 0,0-4 5 0,0 0-10 16,0 0-10-16,-5-13-19 0,5 1-1 16,-4-5-8-16,8 0-8 0,-1-7-2 0,3-2-5 15,-1 1-6-15,4-3-4 0,0 1-3 0,-4 0-3 0,3 0-5 0,-2 3-2 16,3 7 0-16,-5 1-6 0,1 3 3 0,-1 3-2 15,-3 0 0-15,2 4-6 0,-2 2-8 0,2-3-18 16,-2 5 0-16,-1 2 2 0,0 0 0 0,15 6 1 16,-8 1 4-16,-1 2 0 0,5 3 0 0,-2 3-5 15,3 1-14-15,-1 1-12 0,2 5-13 0,0 2-8 16,0-1-14-16,-2 0-15 16,1-1-23-16,-1 0-24 0,-3-4-22 0,-1 0-22 15,-3-1-180-15,-1-4-396 0,-6-1 175 0</inkml:trace>
  <inkml:trace contextRef="#ctx0" brushRef="#br0" timeOffset="-18383.2">6668 15331 53 0,'0'0'163'0,"0"0"-8"0,0 0-19 16,-10-1-19-16,10 1-9 0,0 0-10 0,0 0-8 31,0 0-9-31,0 0-8 0,0 0-10 0,22-4-3 16,-4 3-3-16,1-1-5 0,11-6-4 0,1 4-12 15,4-3-7-15,3-1 5 0,-2 0-4 0,1 2-10 16,-1-1 3-16,-5 2-2 0,-3 1-5 0,-8 0 5 15,-2 1-2-15,-5 1-4 0,-3 0 0 0,0 1-5 0,-3 1 5 16,-1-1 0-16,-1 0-2 0,-5 1 1 0,8-2-3 16,-8 2-7-16,0 0 4 0,0 0-4 0,0 0-1 0,0 0 4 15,0 0-11-15,-19 9-4 0,12-5-21 0,-6-1-23 16,4 1-4-16,3-2-46 0,-1 1-31 0,-3-2-93 16,4-1-245-16,0 0 110 0</inkml:trace>
  <inkml:trace contextRef="#ctx0" brushRef="#br0" timeOffset="-17813.71">7049 14930 67 0,'-6'-1'100'0,"-2"0"-23"0,2-1 5 0,-4 2-14 15,-1-1 6-15,-1 2-8 0,0 2-4 0,1-2-12 0,-3 5 6 16,-2-2 0-16,-3 1 2 0,0 3 5 0,2 1-7 0,-2 0 1 16,-6 3-9-16,3 1 3 0,-1 2-6 15,1 0-7-15,3 1-7 0,-2 3 8 0,1-1 1 16,2 0-15-16,3 4 7 0,-2 2-18 0,2-1 2 15,2 3-2-15,2 1-3 0,2-1 12 0,1 3-4 16,1 1-8-16,3 3-1 16,1-4-5-16,2 3 5 0,2-5-3 0,0-4-4 15,4 4 0-15,2-4 6 0,-1-5 2 0,2 2-1 16,3-2 4-16,2-1 11 0,0-1 14 0,2 0 7 16,-1-4 8-16,4 0 4 0,8 1 2 0,-2-3 5 15,-5-1-2-15,3-5-3 0,7-1 5 0,3 2-7 16,-4-3-6-16,3-2 0 0,2-4-3 0,-1 1-4 15,-1-2-4-15,2 0 0 0,0-3-2 0,-2 0 4 0,1-2 2 16,-1 0 10-16,-3-2 4 0,0-2 5 0,0-1 0 16,-3-2 3-16,0-2-2 0,0 2 2 0,-3-7-2 15,0 2-2-15,-3-3-9 0,0-1 4 0,0-1-3 16,-7-1-2-16,0-2-6 0,-1 1-5 0,-5-3-3 0,-1-1-6 16,-2 2-2-16,-6-5-7 0,-2 1-1 15,-4 2-3-15,-7-12-6 0,0 12-4 0,-2 1-2 0,-2 6-3 0,-11 0-17 16,-1 6-19-16,-18 0-17 0,-2 9-11 0,-8 7-22 15,-6 4-21-15,-24 11-25 0,29 5-23 0,-25 11-27 16,27-7-48-16,2 4-209 0,3 3-471 0,7-3 209 16</inkml:trace>
  <inkml:trace contextRef="#ctx0" brushRef="#br0" timeOffset="-15380.43">8733 15155 108 0,'0'0'203'0,"0"-4"-20"0,0 4-22 0,0 0-18 15,0 0-14-15,0 0-21 0,0 0-13 16,0 0-12-16,-2 12-6 0,-3 0-9 0,2-1-9 0,-1 2-5 0,1 4-8 16,-1 0-3-16,0 2-7 0,0-1-4 15,1 0-2-15,2 2 4 0,1-2-9 0,-1-1 0 16,1 0 1-16,1-6-7 0,0-2 1 0,1 1-3 0,-2-5 3 0,1 3 0 15,-1-4 2-15,4-2 16 0,-2 1 14 16,4-2 10-16,-6-1 3 0,16-5 0 0,-7-1-3 16,5-5-3-16,0 0-1 0,-1 0-3 15,1-1-1-15,-2-2-10 0,0 0-2 0,1-1-5 0,0 2 0 0,-2 0-5 16,-2 4-3-16,-1 0-6 0,2 1-3 16,-6 3-2-16,1 0-2 0,-1 1-6 15,0 1-4-15,0 0-2 0,-3 1 0 0,-1 2-2 16,13 1-1-16,-8 1-1 0,0 2-1 15,4 2 0-15,0 0 1 0,-3 2-2 0,3 1 1 0,0-1-3 0,0 1 0 0,1 2 3 16,-1-3 0-16,3 3-1 16,-1 0 4-16,-1-2-2 0,-1-2 0 15,3 3 3-15,-2-5 1 0,-4 1 4 0,6-2 22 16,-3-3 15-16,4-1 10 0,-3-2 4 0,4-2 3 0,-5-4 4 0,0 3 2 0,4-5-5 16,0-1-1-16,0 0 0 0,-5-5 6 15,1 1-6-15,0 0 0 0,0-2-10 0,-1 2-3 16,-2-2-4-16,-5-1-2 0,3-1-7 15,-4 1-2-15,2 1-6 0,-2 0-7 0,-2 5-2 0,0-1 0 16,2 2-4-16,-3 1 1 0,3 5-6 0,-4-2-9 16,4 0-21-16,0 4-24 0,-1-1-24 15,-2 1-20-15,3 3-18 0,-7 0-18 16,7 0-14-16,-13 4-18 0,5 2-18 0,2 1-17 0,-1 5-26 0,0-3-218 0,2 2-470 16,2 0 207-16</inkml:trace>
  <inkml:trace contextRef="#ctx0" brushRef="#br0" timeOffset="-15206.41">9367 15262 205 0,'0'0'253'0,"0"0"-19"0,0 0-22 0,4-7-24 15,-4 7-17-15,0 0-24 0,0 0-34 16,0 0-38-16,0 0-49 0,0 0-41 15,6-1-50-15,-6 1-47 0,10 3-127 0,-4-5-259 0,-6 2 115 0</inkml:trace>
  <inkml:trace contextRef="#ctx0" brushRef="#br0" timeOffset="-14805.4">9752 15175 42 0,'0'0'289'16,"0"-7"-28"-16,1 4-28 0,2 0-25 0,-3 3-25 0,6-3-19 0,-2 2-18 0,-4 1-19 16,10 1-7-16,-2 3-17 0,2-1-11 15,-1 3-13-15,3 1-8 0,-4 1-4 16,1 2-11-16,2 1-3 0,0 2-10 0,-2 4 2 15,-1-1-12-15,-2 0-4 0,0 0-3 0,-2-1-3 0,0 3-2 16,0-1 1-16,-3-3-5 0,-1 2-2 0,0-6 0 16,-1-3-2-16,1 1 1 0,-1-1 1 15,1-3 0-15,-2 1 23 0,2-5 36 0,0 2 12 16,0-2 1-16,0 0-14 0,0 0-5 0,-5-17-6 0,5 5-9 0,0 1-5 16,4-8 0-16,-1-1-9 0,3 1-6 15,3-8-7-15,3 1-3 0,0-2-2 16,2 0-8-16,-1 1-2 0,1 3-12 15,-1 2-5-15,-4 5-7 0,1 2-9 0,0 4-15 0,-2 0-23 0,-1 5-32 0,-1-2-43 16,-1 4-45-16,0-1-31 0,0 4-33 16,2 1-163-16,-7 0-442 0,11 3 196 15</inkml:trace>
  <inkml:trace contextRef="#ctx0" brushRef="#br0" timeOffset="-14631.02">10176 15366 150 0,'0'0'298'0,"0"0"-17"15,0 0-27-15,0 0-27 16,-13-6-25-16,13 6-21 0,0 0-37 0,0 0-62 0,0 0-63 0,0 0-60 0,13-10-48 16,-4 9-65-16,-4-3-105 0,4 2-282 15,0-1 125-15</inkml:trace>
  <inkml:trace contextRef="#ctx0" brushRef="#br0" timeOffset="-14269.57">10659 14879 302 0,'1'-7'319'0,"-1"2"-20"15,2-3-23-15,-2 3-25 0,1 1-33 0,-1 0-30 0,0 4-23 16,0 0-27-16,0 0-16 0,4-3-14 0,-4 3-8 16,1 14-16-16,-1-1-9 0,4 4-12 15,-5 3-4-15,1 9-5 0,-4-3-7 0,4 6-7 16,-4-3 0-16,1 5-7 0,1-4-3 16,-2 2-2-16,3-4-4 0,-1 1-3 0,0-1 2 0,1-2-5 0,-2-2-3 0,2-6-2 15,1-2 1-15,-3 1-3 16,3 1 1-16,0-7-1 0,0 0-3 15,0 1 1-15,-2-4 0 0,4-2 0 0,-2 1 0 0,0-2-2 0,0-1 4 0,0 1 4 16,3-2 1-16,-3 0 1 0,0-3-2 16,0 0 4-16,4 2-5 0,-4-2 1 0,10 0-5 15,-1-2-28-15,1-1-32 0,4-1-28 16,3-1-41-16,-2-1-44 0,2 0-48 16,-4 1-247-16,-1-2-496 0,4-1 220 0</inkml:trace>
  <inkml:trace contextRef="#ctx0" brushRef="#br0" timeOffset="-14057.88">10635 15297 12 0,'-5'1'303'0,"5"-1"-12"16,-9 0-18-16,9 0-24 0,-7-1-23 15,7 1-21-15,0 0-27 0,0 0-21 0,20-4-35 0,8-1-44 0,2 3-53 16,5-4-66-16,16 0-86 0,-15-1-199 0,1-1-352 16,13-1 156-16</inkml:trace>
  <inkml:trace contextRef="#ctx0" brushRef="#br0" timeOffset="-12999.75">12288 15112 20 0,'0'-5'181'0,"0"5"-19"0,8-5-16 15,-3 0-16-15,7 3-13 0,-1-2-14 16,2 3-11-16,6-1-11 0,0 1-9 15,2 4-7-15,-1-2-11 0,1 3 7 16,-3 1-11-16,1 4-8 0,-3 1-8 0,2 1-14 0,-5 0 1 0,1 3 0 16,-5 0-5-16,0-1 2 0,-4 4-5 0,-1 0-4 15,-4 3-3-15,-3-4 6 0,2 2-1 16,-4 0 2-16,-7-1-2 0,3 3-2 16,-2-2-6-16,-2-2 5 0,0-2-13 0,-1-1 11 0,0-1 8 0,4-2 0 15,0-3 3-15,1 0-2 0,-1 0 12 16,5-3 7-16,-2 1 25 0,2-2 30 15,1 0 32-15,-1-1 24 0,1-1 15 0,4-1-8 0,0 0-20 0,-3-9-15 0,4 3-18 16,4-6-10-16,5-5-13 0,4-3-13 16,7-2-5-16,-2-2-8 0,3 1-5 15,0 0-12-15,4-1-6 0,2-1-4 16,-1-1-2-16,1 3-4 0,-4 0-2 0,1 0-2 0,-4 5 1 0,-6 4-2 16,1 1 2-16,-2 1-1 0,-4 4-4 0,-2 0 0 15,1 3 1-15,-3 1 0 0,-2 0-7 16,0 0-3-16,-3 1-7 0,-1 3-8 0,0 0 5 0,0 0-4 0,0 0 3 15,0 15-2-15,-5-6 2 0,-1 1-1 16,-3 6 0-16,-1 1 4 0,-4 6 0 16,-1-1 1-16,0 2-3 0,4-2 5 0,-2-1-1 0,4-2 0 0,1-4 0 15,3 1 3-15,1-4-2 0,2-2 1 16,2 1 2-16,0 0 3 0,4-1 6 16,2-2 11-16,6 1 2 0,7-3 3 15,11-3-7-15,5 0 2 0,2-6 1 0,1 0-3 0,16-3-3 0,-15-1 2 16,1 1 0-16,-3-3-7 0,-1 2 2 15,-3 1-1-15,-6-2-6 0,-7 5 3 0,-6 3-1 0,-2-4 3 16,-3 2-2-16,1 1 1 0,-5-2 2 16,-1 2-2-16,1 0-1 0,-5 1-6 0,5-1-3 0,-5 1-6 0,0 0-11 15,0 0-17-15,0 0-19 0,0 0-28 16,-16 10-32-16,8-7-47 0,0 2-25 16,3 0-52-16,-2 2-193 0,1-5-469 15,3 2 209-15</inkml:trace>
  <inkml:trace contextRef="#ctx0" brushRef="#br0" timeOffset="-11902.95">14665 14519 57 0,'0'-10'194'0,"3"1"-8"0,-2 2-7 0,2-1-4 15,-3 3-17-15,2 1-14 0,-2 1-13 16,0-1-19-16,0 4-15 0,0-5-10 16,0 5-15-16,0 0-5 0,0 0-9 15,-6 14-5-15,1 0-7 0,-4 8-6 0,-3 5 0 0,2 7-12 16,-7 12 2-16,5 4-3 0,-6 1-7 0,4 3 12 0,-3 2 1 0,3-1-9 15,-4-1 0-15,5-2-5 0,4-5 0 0,3-1-3 16,-2-12 4-16,7-4-6 0,-2 0-1 0,2-3-1 16,-1-1-2-16,2-9 1 15,0-1-1-15,-2-6-3 0,2 1 0 0,0-3 1 16,0-1 1-16,0-1 24 0,-1-2 41 16,2-1 36-16,-1-3 32 0,0 0-7 0,0 0-10 0,-7 0-15 15,7 0-11-15,-16-6-13 0,6 1-13 0,-3-3-16 16,1-1-8-16,-5 1-15 0,2-5-7 0,-3 4-6 15,1-3-8-15,2 3-7 0,-2-1-11 0,2 3-7 16,-2 0-11-16,3 3-8 0,3 0-5 0,-5 2-14 16,4-1-9-16,-4 2-13 0,3 1-11 0,4-1-33 15,-3 2-16-15,1 2-29 0,5-2-17 0,1 1-26 16,-1 1-184-16,1-2-418 0,5-1 185 0</inkml:trace>
  <inkml:trace contextRef="#ctx0" brushRef="#br0" timeOffset="-11618.04">14284 15054 59 0,'0'0'241'0,"0"0"-27"16,0 0-22-16,-5-2-21 0,5 2-16 15,0 0-17-15,13-1-12 0,1 1-12 0,8-1-13 0,11-2-8 0,19-2-10 16,3 3-10-16,-1-1-6 0,5 0-4 0,-8-1-4 15,-13 1-9-15,-2 1-3 0,0 0-24 0,-17 2-1 16,0-1-1-16,0 1 1 0,-8-2-5 0,-1 2 4 16,-4 0-6-16,2 0 1 0,-8 0-7 0,6-1-2 15,-6 1 6-15,0 0-14 0,0 0-10 0,0 0-6 16,-21 1-7 0,9 2-11-16,-2-1-5 0,1 0-18 0,2 2-17 15,-7 1-18-15,6-4-37 0,1 3-25 0,-1-3-111 0,1 1-288 16,3 0 128-16</inkml:trace>
  <inkml:trace contextRef="#ctx0" brushRef="#br0" timeOffset="-11017.05">14980 14962 24 0,'3'-3'263'0,"0"1"-28"16,-3 2-24-16,5-2-25 0,-5 2-24 0,0 0-16 15,0 0-15-15,9 4-15 0,-4 0-15 0,-1 1-12 16,5 3-9-16,-1 0-11 16,-1 2-7-16,0 1-1 0,0 4-7 0,0 2-3 15,-2-5-11-15,0 5 1 0,0-3-4 0,-4-1-6 16,2 3-4-16,-2-5-2 0,-1-2-1 0,-1 0-1 16,-2-1-4-16,2-2 1 0,2 0-2 0,-1 0 2 15,3-2 7-15,-3-4 22 0,-4 7 25 16,4-7 11-16,-1 2 8 0,1-2-11 0,0 0-14 0,0 0-16 15,0 0-16-15,9-14-15 0,-2 6-17 0,6-3-12 0,2-3-14 16,7-3-9-16,1 1-10 0,3-1-10 0,-1 3-3 16,3-2 1-16,0 0 2 0,1 2 6 0,-3-1 4 15,1 4 3-15,-4-1-7 0,-4 6 20 0,-2-3-2 16,-4 5 3-16,-3 0 2 0,1-1 2 0,-2 1 7 16,-3 1 10-16,0 1 7 0,-1 0-6 0,-1 1-1 15,0 0-2-15,-4 1 7 0,0 0-2 0,6-1-1 0,-6 1-3 0,0 0-1 31,0 0 3-31,0 0 3 0,-9 10 2 0,2-3 4 16,-4-1 1-16,1 3-4 0,-4 2-2 0,1 0 1 16,-1 0-2-16,4 3 2 0,-2-3 1 0,5-1-11 15,-1 1 9-15,0-1 2 0,3 2-4 0,1-2 3 16,3-1 2-16,-4 1 0 0,7-3 0 0,1 1 2 16,2 0 2-16,0-3 2 0,7 2-3 0,2-3 3 0,-4-2 1 15,12 0-4-15,-4-2 12 0,2-1-11 0,-2-2-1 0,0-1-1 16,0-1-1-16,-5-1 4 0,-1 1 2 0,-1-1 1 15,0-2 4-15,-1-2-5 0,-2 0 1 0,-4 1-2 16,0-3-7-16,-3 0 2 0,-1-1-4 16,0 1-4-16,-4-2-8 0,0 4-8 0,-1-1-8 15,0 1-8-15,-5 1-14 0,1 1-16 0,-4 3-24 0,1-2-25 0,1 5-16 16,-1-1-29-16,0 3-160 0,-1 0-344 0,0-3 152 16</inkml:trace>
  <inkml:trace contextRef="#ctx0" brushRef="#br0" timeOffset="-10531.75">15710 14979 248 0,'0'0'254'0,"5"-3"-18"0,-5 3-34 16,0 0-19-16,6 0-28 0,-6 0-15 0,0 0-16 15,0 0-13-15,0 0-10 0,6 7-11 0,-5-2-13 0,1 2-4 16,-2 1-4-16,0 0-12 0,1 1-4 0,-1 2-13 0,-1 0 4 16,-1 1-11-16,1 0 3 0,0 0-4 0,-2-2-6 15,3-1 0-15,-2 2-4 0,2-4 1 16,-2-2-6-16,1 0 5 0,2-1-1 0,-2 0 1 16,1-4 26-16,0 5 37 0,0-5 18 0,0 0-2 15,0 0-8-15,0 0-13 16,13-8-8-16,-8 4-10 0,4-5-3 0,1 1-8 15,-1-4-7-15,3 1-4 0,-1-4-3 0,3 3-3 16,-4-1-5-16,-1 4-2 0,-1-1-3 0,5 3 1 16,-7 1-6-16,-2 3-6 0,2 0 2 0,-3-1-13 15,3 1 1-15,-2 2-5 0,-4 1 2 0,9 1-5 16,-2 3 4-16,-4-1-4 0,2 2 4 0,-1 4-7 16,-1-2-9-16,1 1 4 0,0 1-3 0,-1 2-11 0,1-2-5 0,0 0-6 15,0 2-4-15,0-6-2 0,-3 1-6 0,1 1 2 16,0-2-1-16,0 1 8 0,-2-1 3 0,3-1 9 15,-1-2 4-15,4-2 2 0,-6 0 3 16,12 0 0-16,-3-1-10 0,-1-2-18 0,3 1-17 16,0-1-21-16,2 1-34 0,-2-1-50 0,-1 3-44 0,-2-3-166 15,1 3-410-15,-3-1 181 0</inkml:trace>
  <inkml:trace contextRef="#ctx0" brushRef="#br0" timeOffset="-9082.68">16085 15147 57 0,'0'0'185'0,"0"0"-8"0,0 0-5 0,0 0-4 0,0 0-5 16,0 0-11-16,0 0-10 0,0 0-7 0,0 0-8 15,0 0-16-15,0 0-7 0,0 0-12 0,0 0-8 16,0 0-11-16,0 0-8 0,0 0-4 0,-5-4-9 16,5 4-4-16,0 0 2 0,0 0 1 0,0 0 3 15,0 0 3 1,0 0 2-16,0 0 4 0,0 0 2 0,0 0 5 15,0 0 10-15,0 0-3 0,0 0-10 0,6-10-6 0,-2 3-8 16,4 1-7-16,0-2-4 0,-1-2-3 0,2 1-6 16,-1-1-3-16,2 0 3 0,0 2-9 15,-1 0-3-15,0 0 0 0,-1 1-3 0,-1 2-3 16,-3 2-2-16,1-1-7 0,0 1-7 0,0 2-3 16,-5 1-7-16,13 1-2 0,-9 3-27 0,6 2-1 0,-5 1 4 0,3 1 2 15,1-1-7-15,0 4-9 0,-3 2 1 0,2-1-11 16,1 2-17-16,0 1-12 0,0-1-25 0,-1-4-29 15,0 1-23-15,0-4-223 0,1 2-422 0,-1-4 187 16</inkml:trace>
  <inkml:trace contextRef="#ctx0" brushRef="#br0" timeOffset="-8428.75">17576 14841 126 0,'0'0'202'0,"0"0"-15"16,0 0-20-16,0 0-14 0,0 0-17 0,0 0-15 0,-4-4-13 15,4 4-8 1,0 0-10-16,0 0-13 0,0 0-5 0,0 0-10 15,0 0-8-15,0 0 0 0,0 0-6 0,12-5-7 16,-3 3-1-16,-3 1-6 0,6-3-3 0,0-2-7 16,1 3 0-16,4-4-2 0,-2-1 4 0,3 2-7 15,-4-3-1-15,3-1 2 0,-2 0-7 0,-6 1 3 16,2 1-4-16,-3-1-1 0,-3 0-2 0,0-2 2 16,0 3-5-16,-1 1-3 0,-1 3-1 0,-6-4 0 0,-1 5-4 0,-2 0-2 15,-5 2 2-15,-1 1-3 0,-8 3-2 0,-1 4 1 16,-7 4 4-16,-1 4-5 0,-2 2 1 0,4 2 2 15,0 2-3-15,-1 0-2 0,5 3 1 0,-4-1-6 16,8 3 2-16,1 0 2 0,3-4 2 0,5 2-13 16,3-7 7-16,5 3 3 0,3-4 0 0,5 2 0 15,5 0 10 1,4-2 7-16,7 0 6 0,3-4 0 0,3-3 7 0,4-3-1 16,3-2-3-16,-1-1 7 0,3-1 4 15,-1-2 1-15,1-2-1 0,-2-1 2 0,-6-1-6 16,-6 2-2-16,-4 1 6 0,-3-1 16 0,-4 1 6 15,-4 1 8-15,0-1 2 0,-2 1 0 0,-1 0-7 16,-5 0-4-16,10-3-8 0,-10 3-20 0,7 0-16 16,-7 0-30-16,0 0-25 0,0 0-20 0,0 0-66 0,0 0-59 0,0 0-166 15,0 0-392-15,-13-5 174 0</inkml:trace>
  <inkml:trace contextRef="#ctx0" brushRef="#br0" timeOffset="-7496.53">18941 14423 287 0,'2'-5'276'0,"0"-5"-20"16,-2 6-25-16,1 0-26 0,0 0-24 0,1-1-27 15,-2 5-25 1,0 0-18-16,0 0-10 0,0 0-14 0,3 16-8 0,-1 0-8 16,-2 10-10-16,0 3-6 0,-3 1-7 0,2 16 1 15,-3 2-11-15,0 0 1 0,1-2-5 0,1-9-1 16,1 10-6-16,1-12 2 0,-3-2-5 0,3-2 0 15,0-3-26-15,1-2-1 0,-1-6 6 16,2-3-2-16,-2-4 3 0,0-3-6 0,0-3 4 0,0 1-1 16,0-3 7-16,-2 1 3 0,4-2 23 0,-2-2 18 0,0-2 6 15,-3 5 0-15,3-5-7 0,0 0-4 0,0 0-4 16,-14-7-7-16,5 0-15 0,3 2-13 0,-7-2-11 16,-1-2-5-16,-4 0-6 0,1 2-3 0,-2-2 1 15,0 1-5-15,-1 0 7 0,2 1-2 0,0 0 4 16,-1 0-2-16,2 2 3 0,4 0 2 0,2 1-2 15,-2 1 3-15,8 2 2 0,-3-2-1 0,4 0-1 0,-2 1 2 0,2-1-11 16,4 3-6-16,8-5-12 0,2 0-1 0,7 1-5 16,4-2-5-16,10-3-4 0,5 3 3 0,3-5-3 15,15-1 13-15,0 0-5 0,3 2 1 16,2-2 3-16,-3 0 7 0,-2-1 1 0,-16 5 5 0,1 0 1 16,-5-1 4-16,-3-1 4 0,-3 3-1 0,-9 2 4 15,-2 1 18 1,-6 1 16-16,-2 0 2 0,-2-2 3 0,-1 5 0 15,-6 0-1-15,0 0-9 0,0 0-6 0,0 0-4 16,0 0 4-16,0 0 1 0,-32 14-2 0,17-5-5 16,-6 1 0-16,-1 7 2 0,-1-1-2 15,3 2-4-15,-2 2 1 0,3-1-4 0,1 3 3 16,7-6 0-16,3 0-6 0,0 1 7 0,2 0-1 0,7-6 4 16,-1 1 3-16,5-1-4 0,6 1 0 0,4-3-1 0,4-2 5 0,3-1-2 15,6-5 0-15,6-1 6 0,0-4 3 0,0-2-8 16,-2-4-1-16,-1-1-1 0,1-1 1 15,-7-3 4-15,-1-2-3 0,-3 0-3 0,-2-2 2 0,-6 5-2 16,-2-3 0-16,-4-1-3 0,-3-1-2 0,-3 1-4 16,-4 0 1-16,-2-1 3 0,-5 2-9 0,0 2 0 15,-7 6-9 1,2-2-13-16,-7 0-14 0,4 7-11 0,-5 1-22 16,2 2-38-16,0 2-35 0,-7 1-172 0,6 0-350 15,3 1 155-15</inkml:trace>
  <inkml:trace contextRef="#ctx0" brushRef="#br0" timeOffset="-6863.69">20391 14890 44 0,'0'0'264'15,"-4"-4"-15"-15,4 1-18 0,0 3-23 0,0 0-22 16,-1-4-19-16,1 4-19 0,0 0-15 0,0 0-20 15,-4-4-17-15,4 4-16 0,0 0-16 16,0 0-12-16,0 0-1 0,0 0-6 16,0 0-3-16,0 0-3 0,21 4-2 0,-11-4-9 15,3 0-2-15,1-4-6 0,4 4-4 0,1-2-3 0,-1-1-5 16,1-3-3-16,-1 1 3 0,0 0-2 16,-3-4-1-16,0 0 0 0,-6 2 1 0,5-4-2 0,-5 2 1 0,-1 3 2 0,-3-4 5 15,3 3 2-15,-6-3-2 0,-2 3-2 16,0 2-3-16,-4 0-4 0,-3 3-1 15,-2-1 3-15,-4 3-5 0,-5 0 0 0,-1 7 1 16,-7 3-8-16,-1 5 4 0,-2 2-1 16,1-1-4-16,2 6 2 0,2 0 3 0,1 2-5 0,4 1 1 0,1 0 0 15,3 0 4-15,5 1-2 0,3-1 2 16,7-6 0-16,2 7 6 0,5-8 6 0,8 3-16 16,5-3-18-16,4-4-36 0,7-2-45 0,6-3-57 0,0-4-181 0,16-5-371 15,-13-2 164-15</inkml:trace>
  <inkml:trace contextRef="#ctx0" brushRef="#br0" timeOffset="-6601.53">20859 14976 44 0,'0'0'185'15,"-10"0"-7"-15,6 0-19 0,4 0-10 16,-8 0-11-16,8 0-16 0,0 0-9 0,0 0-10 0,0 0-8 0,0 0-2 0,0 0-3 16,0 0-7-16,26-1-5 0,-9-3-9 15,5 0-4-15,5-1-8 0,6 2-6 16,-1-3-4-16,1 0 0 0,1 1-10 0,-1-1-1 16,-4 0-4-16,-2 0-3 0,-9 2-5 0,1 0-20 0,-6 3-16 0,-3-2-12 15,-3 2-24-15,0-1-23 0,-3 1-41 16,-4 1-62-16,0 0-108 0,0 0-304 15,-13-4 134-15</inkml:trace>
  <inkml:trace contextRef="#ctx0" brushRef="#br0" timeOffset="-6362.74">21012 14834 131 0,'0'-5'300'0,"-1"-3"-9"0,-2 2-14 15,2 0-21-15,1 1-24 0,-3-2-24 16,2 5-23-16,1 2-26 0,0-5-22 0,0 5-22 16,0 0-18-16,0 0-13 0,-9 19-9 0,4-7-4 0,0 8-12 0,1 3 0 15,-1 5-8-15,-3-1-5 0,4 1-4 16,0 1-8-16,0-1-18 0,1-1-11 16,2-1-19-16,1-1-20 0,0-7-26 0,1-1-17 15,0-1-30-15,5-2-42 0,1-3-52 0,-2-3-181 0,4 1-413 0,-1-8 183 0</inkml:trace>
  <inkml:trace contextRef="#ctx0" brushRef="#br0" timeOffset="-5813.31">21512 14655 242 0,'0'0'248'0,"0"-8"-19"0,0 8-20 16,1-2-21-16,2-1-26 0,0 1-16 0,4 0-16 0,-2 1-12 0,6 0-7 0,1 1-19 15,1 2-9-15,3 1-11 16,3 3-5-16,-2 1-8 0,2 1-7 0,3 1-19 16,-7 2-5-16,3 2-8 0,0 5-5 15,-4-6-4-15,-2 5-4 0,-2 0-2 0,-1 2-4 0,-4 4 1 0,-4-2-1 16,-3 5-1-16,-5 1-1 0,-4-1-1 0,-6-1-15 15,-3 1 9-15,-3-3-5 0,-3-2 4 16,-2-1-2-16,1-2 1 0,0-2-3 16,2-4 5-16,7 0 2 0,0-6 13 0,4 1 8 0,4-2-2 0,1-2 22 15,-3 2 8-15,7-3 13 0,0 0 15 16,1 1 13-16,0-2 9 0,4-1 5 0,-6 1-2 16,6-1-7-16,0 0-7 0,0 0-11 15,0 0-11-15,14-6-5 0,-5 5-5 0,0-1-6 0,6 2-6 0,3-3-3 0,0 3-3 16,3 0-10-16,0-2-35 0,6 2-37 15,-4 0-38-15,0 0-35 16,-3 2-52-16,1-4-44 0,1 2-240 0,-2-2-498 16,-1 0 220-16</inkml:trace>
  <inkml:trace contextRef="#ctx0" brushRef="#br0" timeOffset="-5438.93">22224 14783 332 0,'1'-3'307'0,"-1"3"-36"0,4-6-29 0,-4 3-31 0,0 3-23 15,2-2-21-15,-2 2-19 0,0 0-16 16,-1 11-15-16,-2-4-8 0,1 3-14 16,-1 2-8-16,-2 5-10 15,-4 2 1-15,-2 5-18 0,0-1-6 0,-1 1-4 0,2-7-5 0,2 0-3 0,-5 0-5 16,4-4-4-16,0-2-2 0,1-1-2 0,2-2-4 15,2-2-2-15,0-1 0 0,2-2 5 16,-1 3 28-16,-1-4 34 0,4-2 23 16,-3 3 22-16,3-3-9 0,0 0-25 0,0 0-8 15,0-14-9-15,2 3-18 0,2 0-1 0,1-1-7 0,4-2-13 16,1 0 2-16,-1-1-10 0,0 5-3 16,-1-2 1-16,-2 4-8 0,2 2-4 15,-5-1-3-15,-1 1-3 0,2 3-9 0,0 2-7 0,3-2 7 0,-7 3-8 0,12 5-17 16,-6 1-20-16,3 3-19 0,0 0-19 0,1 4-23 15,0 1-24-15,-1 1-36 0,-1-1-40 16,-1 0-38-16,1 0-58 0,-4-3-213 16,-2-3-548-16,0-4 242 0</inkml:trace>
  <inkml:trace contextRef="#ctx0" brushRef="#br0" timeOffset="-5137.78">22002 14803 186 0,'-17'0'226'0,"5"0"-15"0,3 1-1 0,0-1-6 16,3 0-17-16,6 0-14 0,-12 0-19 16,12 0-13-16,0 0-11 0,0 0-8 15,0 0-14-15,35-3-12 0,-5 2-9 0,6-2-4 16,1 1-10-16,22-6-9 0,0 1-5 0,0 0-7 0,3-2-2 0,2 3-1 15,1-2-6-15,-6 0 1 0,-4 2 0 0,-19 2-2 16,-4-5-4-16,-11 8 4 0,-3-2 2 0,-5 2 6 16,-3 0-11-16,-1-5-7 0,-2 3-11 0,-7 3-26 15,6 0-28-15,-6 0-29 0,0 0-48 0,0 0-57 16,-43 10-84-16,22-8-162 0,1 1-448 0,2-1 199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6:39:17.4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2490 3044 247 0,'0'0'259'0,"0"0"-12"0,5-6-12 15,-5 3-5-15,0-1-9 0,1 0-6 16,2-2-19-16,-3 4-4 0,1-2-11 16,-1 4-8-16,0-6-16 0,0 0 0 0,2 1-9 15,-1 1 8-15,1 2-4 0,-1-3-13 16,-1-1-9-16,0 6-7 0,0-6-17 0,0 6-5 0,0-10-12 15,0 10-6-15,-3-7-19 0,2 3-7 0,-1 0 0 16,0-2-32-16,-1 4 17 0,-1-3-15 16,0 2-9-16,-1-2-13 0,-1 2-3 0,-4 1-17 15,1-1 2-15,-3 1-15 0,0 2-6 0,-1 1-7 0,-1 3 6 0,-4-1-21 16,0 4 9-16,-1 1-1 0,2 3 5 16,-6 4-1-16,0 6-9 0,1-1 3 15,2 2 20-15,1 2-4 0,1-3 5 0,0 3-18 0,5-2-32 0,3-2 1 16,5-3 1-16,-4 7 3 0,4-7 3 0,5 0 4 15,0 3 3-15,0-6 10 0,1-2 1 16,2 2 12-16,2-3 5 0,0-2 11 16,0 0 4-16,4-3 12 0,-4-2 9 0,3-1 16 15,6-1 12-15,-7-2 16 0,4-1 9 0,-1-3 17 0,-1 0 5 16,6-4 10-16,-1-4-4 0,-1 0-5 0,1-2 6 16,-4-1 3-16,1 1 0 0,1-3-6 15,1-5 0-15,-4 5-4 0,4-1-4 16,-7 1 6-16,2 1 5 0,1-1 1 0,-4 0-13 0,0 8 19 0,0-1 4 0,-2 3 4 15,-2-1-4-15,3 3-9 0,-4-2-8 16,5 1-7-16,-4 0-11 0,0 3-8 0,1 0-7 16,-1-1-7-16,-1 4-18 0,0 0-24 0,0 0-22 0,0 0-24 15,3-3-22-15,-3 3-15 0,0 0-3 16,0 0 4-16,0 10 6 0,0-4 10 0,-3 2 7 16,6 4 6-16,-6 1 5 0,3 1 7 15,-1 2 4-15,1 1 4 0,-3 1 5 16,2-1 6-16,-1 0 3 0,-1 1-1 0,2-1 8 0,1 1 4 0,-3 0 0 0,6 1 5 15,-3-5-7-15,0-2 7 16,1 0 5-16,-1-4-2 0,0 2 3 0,3-4-5 16,-3 0 5-16,2-2 6 0,-2 2-1 0,2-3 9 0,0 2 7 0,-1-4 2 15,3 2 1-15,1-3-1 0,10-3 3 16,12-3-6-16,6-4-29 0,3-1-44 0,0-3-83 16,15-10-122-16,1-3-339 0,-2-1-650 15,0-2 287-15</inkml:trace>
  <inkml:trace contextRef="#ctx0" brushRef="#br0" timeOffset="672.04">2829 3147 142 0,'0'0'376'0,"0"0"-16"0,-3-5-17 0,6 2-21 15,-3 3-19-15,0 0-20 0,0 0-5 16,0 0-39-16,0 0-30 0,1-5-22 0,-1 5-25 0,0 0-15 0,0 0-25 15,0 0-25-15,0 0-13 0,0 0-27 16,0 0-26-16,0 0-12 0,0 0-17 16,-4 12 0-16,4-7-3 0,-1 0 6 0,0 2-6 15,-2 3 11-15,2 1-10 0,-2 2 3 0,2 3 1 0,-2-3-3 16,2-1 4-16,-4-2-2 0,5 2 1 16,-1-1 1-16,-2-2 1 0,3-2-1 0,-1-2-2 0,1 0 5 0,-3 0 5 15,3-1 5-15,0-4 17 0,0 0 19 16,0 6 26-16,0-6 29 0,0 0 22 15,0 0-1-15,0 0-12 0,0 0-8 0,14-18-12 0,-3 8-13 0,0-3-11 16,3-2-4-16,-2 2-10 0,0 0-6 16,-3 5-8-16,-2-1-4 0,-1 4-6 15,0 0-8-15,-2 1-12 0,0 0-28 16,-1 3-29-16,2 0-22 0,-5 1-11 0,10 2 0 16,-4 2 0-16,3 4 0 0,-1 2-1 0,1 3 2 0,1 1 2 15,3 2-27-15,-7 1-32 0,6 8-44 16,-7-8-50-16,0 2-56 0,-1 0-68 0,0-2-211 0,-4-7-603 15,0 1 267-15</inkml:trace>
  <inkml:trace contextRef="#ctx0" brushRef="#br0" timeOffset="1437.3">2141 3645 49 0,'-19'1'237'15,"5"1"-9"-15,5-2-9 0,0 0-9 16,3 0-13-16,-2 1-9 0,4 0-10 0,4-1-15 16,-8 0-6-16,8 0-14 0,0 0-18 0,-9 0-4 15,9 0-10-15,0 0-8 0,0 0-10 0,0 0-4 0,0 0-9 16,-8 0-8-16,8 0-6 0,0 0-11 16,0 0-3-16,0 0-2 0,0 0-2 0,0 0-7 0,0 0 0 15,0 0-6-15,-5 2-4 0,5-2-1 16,0 0-6-16,0 0-1 0,0 0-3 0,0 0-5 0,0 0 2 15,0 0-3-15,0 0-1 0,0 0-2 16,0 0-3-16,-3 3-1 0,3-3 5 0,0 0-4 0,0 0-3 0,0 0 1 16,0 0-2-16,0 0 2 0,0 0-2 0,0 0-5 15,0 0 2-15,0 0 5 16,0 0 2-16,0 0-8 0,0 0 3 0,0 0-5 0,0 0 4 0,0 0-1 16,0 0 4-16,0 0 3 15,0 0-2-15,0 0 4 0,0 0 0 0,0 0 7 0,24 0 1 0,-5-2 8 16,12-1-4-16,6 1-1 0,18-1-1 15,6-3 2-15,3 1-3 16,3 3 4-16,-2 0-6 0,-4-1 2 0,-1 2-7 0,-4 1 2 0,-16 0 0 16,-3 0-2-16,1 0-2 0,-3 1-2 15,-7-1 5-15,0-1-5 0,-11 2-2 0,2-2-3 0,-6 2-1 0,-3 0 10 16,-2-1-12-16,-3 0 3 0,1 0 3 0,-6 0 7 16,10 2 10-16,-10-2 12 0,0 0 5 15,9 1-22-15,-9-1 21 0,0 0-5 0,0 0-15 16,0 0 2-16,9 0-17 15,-9 0-17-15,0 0-28 0,0 0-31 0,0 0-34 0,0 0-37 0,0 0-42 16,0 0-57-16,6-4-302 0,-6 4-587 16,2-6 260-16</inkml:trace>
  <inkml:trace contextRef="#ctx0" brushRef="#br0" timeOffset="1779.66">3561 3067 298 0,'1'-5'549'15,"-1"5"-30"-15,0 0-44 0,1-4-39 16,-1 4-36-16,0 0-39 0,0 0-36 0,0 0-39 0,0-3-30 0,0 3-26 16,0 0-55-16,0 0-62 0,0 0-66 15,0 0-87-15,0 0-110 0,0 0-40 0,0 0-43 0,7 16-64 0,-3-6-297 16,-3 1-643-16,1 1 285 15</inkml:trace>
  <inkml:trace contextRef="#ctx0" brushRef="#br0" timeOffset="1934.12">3563 3506 6 0,'-1'4'394'0,"1"-1"-3"15,-1 0-26-15,1-3-21 0,-3 4-45 16,3-4-9-16,0 0-43 0,0 0-30 15,0 6-45-15,0-6-71 0,0 0-87 0,0 0-92 0,16-6-117 0,-9 2-234 16,6-2-463-16,-3-1 206 0</inkml:trace>
  <inkml:trace contextRef="#ctx0" brushRef="#br0" timeOffset="2278.06">3995 3366 360 0,'0'0'373'16,"0"0"-24"-16,0 0-27 0,0 0-20 0,-6 4-25 0,6-4-11 16,0 0-22-16,0 0-12 0,0 0-14 15,0 0-17-15,0 0-17 0,0 0-20 0,0 0-23 0,0 0-15 16,0 0-11-16,0 0-3 0,29-3-16 15,-10 3-11-15,12-4-6 0,4 1-11 0,-2 2-5 16,3-5-11-16,-3 3 1 0,3 1-12 0,-2-1-3 0,-3 0-5 16,-12 2-10-16,0-2 5 0,2 2 3 15,-9-1-3-15,0 1-2 0,-5 1-6 0,1-1-3 0,-3 0 0 0,1 0 9 16,-6 1-2-16,10 1-4 0,-10-1-4 16,0 0-5-16,0 0-10 0,10-2-24 15,-8 0-40-15,-2 2-58 0,0 0-68 0,0 0-75 0,0 0-113 0,0 0-265 16,0 0-694-16,0 0 308 15</inkml:trace>
  <inkml:trace contextRef="#ctx0" brushRef="#br0" timeOffset="9161.28">5913 3094 70 0,'0'0'203'16,"0"-6"-2"-16,0 2 0 0,0-3-1 15,2 2-11-15,-2-1-7 0,1-2-6 16,0 3-8-16,-1-1-3 0,1-1-15 0,-1 1-7 0,0 2 0 0,2-3-19 15,-2 3-2-15,0-1-17 0,0 1-12 0,1 0-14 16,0 1-17-16,-1 3-24 0,0 0-34 16,0-5-31-16,0 5-21 0,0 0-1 15,0 12 1-15,-1-2 6 0,1 8 8 0,-4-1 0 0,-2 12 8 0,2 1 2 0,-1 2 2 16,0-1 2-16,0 3 8 0,1-3-2 16,1 0 0-16,-2-5 1 15,4-2 7-15,1-5 2 0,-3-4 1 0,3-2-2 0,0-3 4 0,0 1 1 0,0-6 2 16,0 3 8-16,0-4 35 0,0 1 48 15,0-2 39-15,0-3 42 0,0 0 14 0,0 0-21 16,0 0-25-16,-1-18-29 0,2 2-13 16,2-2-11-16,1-5-8 0,-3-4-11 15,3-3-14-15,-3-3-14 0,4-2-16 0,0 1-3 0,2 0-13 0,-1 3 8 16,-1 3-4-16,-4 3 3 0,2 6-9 16,-2 6 10-16,1 1-3 0,0 2 0 0,-2 4-6 15,1-1-2-15,1 2-7 0,-2 2-23 0,1-2-44 0,0 2-23 0,-1 3 3 16,0 0 15-16,0 0-1 0,9 13 7 15,-5-1 10-15,2 1 14 0,0-1-3 0,1 5 4 16,3-1 11-16,2 8 29 0,-1-8 2 16,2 0-3-16,0-2 6 0,1-2-5 0,-1 1-2 0,-2-7-2 15,1 0 4-15,-2 0 2 0,3-3 1 0,-3-2-2 16,4-2 8-16,-1-4-2 0,0 0 13 0,1-5 10 16,-4 2 2-16,5-5-1 0,-3-3-3 15,6-7-6-15,-3-1 2 0,0-2-3 16,-2 3-1-16,1-1 2 0,-5 1 1 0,0-1 0 0,-1 6 4 0,1 2 11 0,-7 3-4 15,2 3 6-15,0 1-1 16,0 0-3-16,-3 5 2 0,2-2-7 16,-2 3-7-16,0-2-7 0,0 2-24 0,-1 3-26 0,0 0 6 0,0 0 0 0,8 9 5 15,-7 0 2-15,0 4 2 0,-1 4 0 16,2 12 3-16,-2-2 4 0,-2 5 0 16,1 2 2-16,-1 0 2 0,-1 2 3 0,-1 1-1 15,2-4-2-15,2-3 0 0,-4 1 1 16,3-4 2-16,-1-8 2 0,2 1 0 0,-1-4 3 0,0-6 0 0,1 0 0 15,-1 0 3-15,1-4 4 0,0 0 15 16,0-2 28-16,-3 0 31 0,3-4 19 16,3 4 14-16,-3-4 11 0,0 0 9 15,1 5-4-15,-1-5-6 0,0 0-9 0,0 0-2 0,0 0-15 0,0 0-5 0,0 0-17 16,0 0-3-16,0 0-22 0,0 0-18 0,0 0-13 16,0 0-22-16,0 0-26 15,0 0-23-15,0 0-57 0,0 0-60 0,4-11-33 0,-4 11-34 0,0 0-40 16,0 0-51-16,0-4-317 0,0 4-696 0,0 0 307 15</inkml:trace>
  <inkml:trace contextRef="#ctx0" brushRef="#br0" timeOffset="10683.34">6630 3184 236 0,'5'-2'349'0,"-5"2"-33"16,0 0-34-16,0 0-33 0,0 0-30 0,0 0-43 0,0 0-44 0,0 0-19 15,0 0-12-15,0 0-8 0,0 18-8 16,-5-7-12-16,4 3-6 0,0 3-7 16,-3 1-4-16,1 2-7 0,-1 4-1 0,2-5-7 15,1 0-2-15,1-1-13 0,-2-1-2 16,4-5-7-16,-2-2-3 0,1 1-5 0,-2-4 0 0,1-1 4 0,1 1 0 0,-1-4 17 15,0-3 35-15,1 6 34 16,-1-6 38-16,0 0 0 0,0 0-17 16,0 0-18-16,19-14-12 0,-10 2-3 15,2-3-9-15,5-5 0 0,-2-5-4 0,0 0-32 0,-1 1 14 0,2 0-7 0,-2-1-10 16,0 2-2-16,-3 8-9 16,-1-2 6-16,-5 9-10 0,1-1-4 15,0 3 4-15,-2 0-4 0,0 1-7 0,0 3-24 0,-3 2-17 0,5-4-12 0,-5 4 6 16,0 0 2-16,12 10 0 0,-7-3 4 15,-2 4 1-15,3 4 1 0,0 2 7 16,2 1-2-16,3 0 4 0,-4-1 3 0,4 6-15 0,1-5 21 0,-1-1 0 16,-1-4 1-16,3 2 5 0,0-4-5 15,-3-3-13-15,-1 1 22 0,3-3 1 16,-1-3-3-16,-2 1 1 0,1 0 4 16,2-8 0-16,-1 0-4 0,0 1-8 0,1-6 8 0,1 0 4 0,2-4-4 15,-2-2 1-15,-3-1 3 0,8-6-3 0,-5 0-7 0,1-5 8 16,-1 4-5-16,-3-4-1 15,-1-1 0-15,4 2 3 0,-3 0-2 16,-2 1 1-16,-1-3-5 0,0 12 6 0,-2-4 15 16,-3 4 5-16,3 0-4 0,-2 1 6 0,-2 3 8 0,-1 2 2 0,2 1-12 15,0 0 32-15,-2 4-4 0,2-1-5 0,-2 1-6 16,0 5 4-16,0-9-3 0,1 6-6 16,-1 3-10-16,0 0-2 0,1-7 2 0,-1 7-8 0,0 0-2 0,0-5-1 15,0 5-3-15,0 0 12 0,0 0 8 16,0 0-11-16,0 0 29 0,0 0 5 15,0-9 3-15,0 9 0 0,0-5-11 16,0 5-1-16,-1-6-9 0,1 6 4 0,-3-6-4 0,3 6-4 0,-1-7 2 16,1 3-3-16,1 0 0 0,-1 4-6 15,-1-5-3-15,1 1 7 0,0 4 3 16,-1-5 5-16,1 5 0 0,0 0 0 0,-2-6-3 0,2 6-6 0,0-4 1 0,0 4-1 16,0 0-2-16,0 0-1 0,0 0-5 15,-1-3-2-15,1 3 0 0,0 0-3 16,0 0-7-16,0 0 5 0,0 0-6 0,0 0-1 0,0 0 3 0,0 0 0 15,0 0-1-15,0 0 0 0,0-4-10 16,0 4 10-16,0 0-4 0,0 0-1 16,0 0 2-16,0 0 0 0,0 0 0 15,0 0 1-15,0 0 3 0,0 0-4 0,-3-5 0 0,3 5-1 0,0 0 1 0,0 0 3 16,0 0-3-16,0 0 2 0,0 0 1 16,0 0-4-16,0 0-2 0,0 0 2 15,0 0-3-15,0 0 0 0,0 0 6 16,0 0-8-16,0 0 5 0,0 0-7 0,0 0 6 0,0 0 2 0,0 0-5 15,0 0-1-15,0 0 1 0,0 0-5 16,0 0 1-16,0 0-3 0,0 0-4 16,0 0 1-16,0 0 3 0,0 0-4 15,0 0 0-15,0 0-4 0,0 0 2 0,0 0 0 0,0 0 4 0,0 0 1 0,0 0-3 16,0 0 0-16,0 0-3 0,0 0-3 16,0 0-7-16,0 0 6 0,0 0-1 15,0 0-2-15,0 0 3 0,0 0 1 0,0 0 0 0,0 0-17 0,0 0 22 16,0 0 2-16,0 0 2 0,0 0 6 15,0 0-1-15,0 0-5 0,0 0-9 0,0 0 14 16,0 0 7-16,0 0-4 0,0 0 2 16,0 0-4-16,0 0 2 0,0 0 1 0,0 0 1 0,0 0 7 0,0 0-2 15,0 0-1-15,0 0 0 0,0 0 0 16,0 0 0-16,0 0 2 0,0 0-1 16,0 0-1-16,0 0-10 0,0 0 11 15,0 0 2-15,0 0 0 0,0 0-4 0,0 0 4 16,0 0-6-16,0 0 2 0,0 0 0 0,0 0-3 0,0 0 4 0,0 0-11 15,0 0 7-15,0 0 4 0,0 0-2 16,0 0-1-16,0 0 5 0,0 0-5 0,0 0 3 16,0 0-3-16,0 0-3 0,0 0-3 0,0 0 1 0,0 0-1 0,0 0 5 15,0 0-12-15,0 0 8 0,0 0-1 16,0 0 3-16,0 0-15 0,0 0-4 16,0 0-17-16,0 0-16 0,0 0-11 15,0 0-15-15,0 0 7 0,0 14 6 0,-1-10 12 0,0 3 3 0,0 2 7 16,1 3-11-16,-3 4 20 0,2-1 4 15,-1 5 8-15,-1 6 2 0,0 1-1 0,2-2 7 16,0 1-3-16,-3-1 2 0,3 1 12 0,-2-2-5 0,3 2 1 0,0-6 4 16,0-1 0-16,0-2 1 0,0 2-3 15,0-2-4-15,0 0 4 16,4 1 4-16,-3-3 5 0,0-2-6 0,1 2 7 16,-2-4-2-16,1 1 0 0,-2 0 0 0,2-3-2 15,-1 1-4-15,-1-3-1 0,2 2 3 0,-1-4 0 0,0 3 10 0,0-4-9 16,1 4 2-16,-1-3 13 0,2-1-14 15,-2-1-1-15,0 2-9 0,0-1 0 0,0-4 2 16,0 5 0-16,0-1-6 0,0-4-4 16,1 5 14-16,-1-5 0 0,1 6 8 0,-1-4-10 0,0-2-5 0,0 5 0 15,0-5-6-15,0 4 7 0,0-4-3 16,0 0-1-16,0 0 3 0,2 6 4 16,-2-6-2-16,2 2 0 0,-2-2 2 0,0 0 0 0,2 2 4 0,2-1 2 15,-4-1 3-15,13 1-1 0,0-2 2 16,0 0-22-16,1-1-31 0,4 0-48 15,3-1-62-15,10-7-99 0,-13 3-291 0,-3-1-597 16,4-3 264-16</inkml:trace>
  <inkml:trace contextRef="#ctx0" brushRef="#br0" timeOffset="11817.82">7627 2930 102 0,'3'-8'247'0,"-6"0"-10"16,6 1-1-1,-3 3-10-15,0-1-16 0,0-1-21 0,0 2-23 16,0 4-19-16,1-5-19 0,-1 5-17 0,0 0-19 15,0 0-10-15,0 0-10 0,-1 16-9 0,-2-3-6 16,-1 13-7-16,0 4-4 0,-1 1 1 0,2 2-6 16,0 1-3-16,0 1-7 0,-2 1 1 0,5-2-8 15,-2-2 3-15,-1 2 0 0,3-5-7 0,-1-1 0 16,1-10-1-16,1 1 2 0,-1-1-2 0,0-3-3 0,0-2-3 0,0-3 3 16,0-2-2-16,0-4-3 0,0 3 6 0,3-3 1 15,-3 2 1-15,1-2 3 0,-1-4-3 0,-1 3 0 16,1-3 1-16,-3 4-2 0,3-4-25 0,0 0-56 15,0 0-70-15,-13-5-67 0,8 1-64 0,-8-1-133 16,7-3-431-16,-2-1 191 0</inkml:trace>
  <inkml:trace contextRef="#ctx0" brushRef="#br0" timeOffset="12123.57">7414 3238 128 0,'-3'1'251'15,"-1"2"-25"-15,4-3-22 0,0 0-21 0,-5 2-11 16,5-2-18-16,-4 2-12 0,4-2-15 16,0 0-12-16,0 0-9 0,0 0-12 0,23 0-9 15,-5-2-5-15,9 0-8 0,6-2-9 0,-1-3-8 16,1 2-4-16,3-1-5 0,0-1-6 0,-6 4-4 0,0 0-1 0,-11-1-6 15,-6 1-1-15,0 3-5 0,-2-1-3 0,-5 0-13 16,2 1-6-16,-3 0-4 0,-5 0 2 0,12 0-2 16,-12 0-2-16,6-1-2 0,-6 1-7 0,0 0-12 15,0 0-18-15,0 0-17 0,0 0-19 0,0 0-31 16,-23 0-21-16,23 0-36 0,-9 0-152 0,9 0-347 16,-10-2 154-1</inkml:trace>
  <inkml:trace contextRef="#ctx0" brushRef="#br0" timeOffset="12470.49">7973 3156 348 0,'0'0'396'15,"4"-7"-28"-15,-4 7-21 0,0 0-27 0,0 0-30 16,0 0-20-16,0 0-37 0,5-1-24 0,-5 1-23 15,0 0-11-15,0 0-32 0,0 0-27 0,0 0-20 16,0 0-29-16,0 0-6 0,0 0-8 0,0 11-2 16,0-6-6-16,1 4-7 15,2 0-5-15,-3 4-7 0,0-1-3 16,4 5 2-16,-4-2-1 0,1 2 3 0,-1-1-8 16,1 1-2-16,2-1 1 0,-3-5-1 0,0 1-5 15,0 1-14-15,1-4-3 0,3 0-17 0,-4-2-9 16,0 1 0-16,0-4-13 0,0 0 0 0,0 1-1 15,0 0 7-15,0-5 0 0,0 4 6 0,0-4 2 16,-4 3 2-16,8 1-6 0,-4-4-1 0,0 0-35 0,0 0-90 0,0 0-72 16,-10-10-53-16,6 5-190 0,-5-3-514 0,5 0 227 15</inkml:trace>
  <inkml:trace contextRef="#ctx0" brushRef="#br0" timeOffset="12639.28">7945 2992 160 0,'-1'-5'276'0,"-1"-2"-17"16,1 0-15-16,1 2-23 0,-2 1-23 0,-1-1-22 15,3 5-22-15,-1-6-38 0,0 3-45 0,1 3-31 16,0 0-21-16,0 0-28 0,0 0-31 0,0 0-45 16,0 0-52-1,7 10-141-15,-7-10-300 0,0 0 133 0</inkml:trace>
  <inkml:trace contextRef="#ctx0" brushRef="#br0" timeOffset="13040.04">8226 2880 297 0,'0'0'278'0,"4"-2"-26"0,-4 2-24 15,0 0-24-15,3-4-24 0,-3 4-22 0,0 0-18 16,0 0-17-16,0 0-12 0,2 14-11 0,-3-4-9 15,2 1-15-15,-2 7-5 0,-3 13-2 0,0-2-6 16,0 4-8-16,3 2 0 0,-3-2-9 0,3 2-5 0,-3-2-2 0,0 3-3 16,8-3-1-16,-4 0-4 0,1-6-6 0,2 1 1 15,-2-3-4-15,-1-6 2 0,3-1-1 0,-2-2-12 16,3-1 10-16,-3-3 1 0,-1-3-3 16,3 3-1-16,-2-5-18 0,-2 1-18 0,1-3-9 15,0 0-18-15,1-1-19 0,-1 1-15 0,0-2-8 16,0-3-7-16,0 5-8 0,0-5-15 0,0 0-44 0,0 0-205 0,0 0-397 15,0 0 175-15</inkml:trace>
  <inkml:trace contextRef="#ctx0" brushRef="#br0" timeOffset="13656.7">8291 3081 113 0,'0'0'242'16,"-1"-2"-29"-16,1 2-16 0,0 0-27 0,0 0-16 16,0 0-17-16,13 8-15 0,-6-4-12 0,4 1-14 0,5 2-15 15,1 3-17-15,3-2-14 0,7 2-15 0,-6 1-11 16,4-1-2-16,-3-2-9 0,2 5-5 0,-7-5-3 0,-1-1 11 16,-3-1-18-16,-4 0-11 0,-1 1-5 0,-2-3 0 15,-2 1 1-15,-1 0 10 0,-5 0 12 0,-1 0 2 16,-6 2 5-16,-7-1 7 0,-2 3 6 0,-11 1-4 15,2-3 9-15,-1-2 5 0,0 2-6 16,1 0 3-16,-2 0-3 0,1-1-1 0,7-2-1 16,-6 2-3-16,6-3-4 15,3 1 0-15,6 0-4 0,-1-2 0 0,3 0-6 0,3 1 4 16,0-3-9-16,-2 2-6 0,9-2-4 0,-5 0 3 16,5 0-10-16,0 0-6 0,18-5-11 15,-5 1-8-15,7-2-14 0,2 1-11 0,6-5-16 16,4 0-5-16,-1 0-3 0,-1 0-6 0,2-2 0 15,-5 0 1-15,1 1 9 0,-1-6 8 0,-4-1 12 16,0 3 7-16,-3-4 10 0,-2-3 11 0,0-1 19 0,-5-1 18 0,1 0 20 16,-5-2 24-16,1 2 41 0,0 0 18 0,-3 4 28 15,-2 2 25-15,-4-1 21 0,-1 4 15 0,3 0 22 16,-3 1 6-16,1 2 6 0,-2 4 6 0,2-2-13 16,-1 4-9-16,0 1-17 0,0-1-20 0,0 1-20 15,0 1-17-15,0-1-20 0,0 5-34 0,0-3-43 16,0 3-45-16,0 0 4 0,0 0-5 0,-4 13-3 0,4 0-13 15,-1-2 21-15,1 7-4 0,0 12 4 0,1 2 0 0,-1 2 7 16,0-2-8-16,3-2 1 0,-2 2 19 16,2-3-20-16,-2-2 7 0,-1-8-13 0,1 1 4 15,2-3-9-15,-1-2-11 0,-2-2-7 0,3-2-6 16,-3-1-18-16,1-1-12 0,-1-2-27 0,0-2-16 16,0 0-10-16,0-1-10 15,0-1-12-15,0-3-21 0,0 0-107 0,0 0-244 16,0 0-554-16,5-12 246 0</inkml:trace>
  <inkml:trace contextRef="#ctx0" brushRef="#br0" timeOffset="14220.62">8802 3044 244 0,'3'-1'344'0,"-3"1"-29"0,1-5-30 0,-1 5-32 16,4-4-28-16,-4 4-25 0,0 0-22 0,4-2-21 15,-4 2-16-15,0 0-17 0,0 0-9 0,5 8-14 16,0-1-9-16,-1-4-7 0,1 6-10 0,0 1-9 15,4-2-17-15,1 2-13 0,2 2-18 0,-3-3-8 16,1-1-7-16,-1-2-8 0,0 2-4 0,1-3-10 16,2-1-1-16,-6-1 0 15,6-1 6-15,-5 0 0 0,1-2 0 0,0-2 2 16,-1 0 2-16,1-5 7 0,-2 2 10 0,0-2 4 16,2 0 10-16,-1-1 13 0,-3 1 10 0,-1 0 6 15,0 1 12-15,2-3 11 0,-1 5 11 0,-2-2 0 16,0 1 2-16,0 0-14 0,2 3-14 15,-4 0-4-15,4-3-12 0,-4 5-13 0,0 0-7 16,0 0-11-16,0 0 1 0,9 11-5 0,-6-2-17 0,4 8 13 0,-2-1 0 16,0 8 1-16,2 5 3 0,-2-2-4 0,-1 6-2 15,1 2 0-15,-5-1-1 0,1 1 3 0,-1-2 4 16,0 3-3-16,0-2 2 0,-6-3-5 0,2-4 6 16,0-1 0-16,-1-1 1 0,1-7-15 0,-4-1 13 15,2-4-3-15,1-4 4 0,-3 3-3 0,1-3 6 16,-1-1 14-16,-1-2 12 0,0-3 17 0,-1 1 13 0,-2-3 10 0,2-2 9 31,-1 0 23-31,0-3 20 0,1-1 31 0,0-2-3 0,1-2-22 0,5-7-29 0,2-10-31 0,7-3-48 16,6-5-26-16,15-10-11 0,3-2-14 0,9-1-4 15,2 4-3-15,6 4 2 0,0 2 6 16,-5 5-3-16,6 4 7 0,2 3-25 0,-2 1 31 16,-10 10 1-16,-2-1 1 15,-5 3 6-15,-8 5 4 0,-5 1 1 0,-6 2 3 16,2 2-3-16,-7-1 1 0,2 0-2 0,-3 1-5 0,0-1-3 15,-1 2-12-15,-4 1-19 0,0 0 2 16,0 0 4-16,0 0-21 0,-14 13-40 0,0-8-52 16,1 3-51-16,0-1-63 0,1 1-74 0,-1-3-265 15,1-4-651-15,6 2 288 0</inkml:trace>
  <inkml:trace contextRef="#ctx0" brushRef="#br0" timeOffset="15291.44">10140 3310 78 0,'-1'4'115'0,"1"-4"11"0,0 0 6 0,0 0 11 16,0 0-8-16,0 0 2 0,0 0-10 0,0 0-13 0,20-8-7 16,-12 3-4-16,1 0-2 0,4-3 1 0,-3 0-6 15,3-5-3-15,4 0 8 0,-5-4-5 0,5-7 0 16,-3 2 4-16,0-4-8 0,0 0-10 0,0-3-2 16,-1-2-7-16,2-1 1 0,-5-1-11 0,2-1 6 15,-3 4 1-15,0 1 38 0,-4 3 1 0,0 0 1 16,-1 8-3-1,-2-1 1-15,2 4 4 0,-4 6-4 0,3-1 9 16,-3 0-6-16,1 4-6 0,-1-1-14 0,0 2-13 16,3 2-21-16,-3 3-37 0,0-7-42 0,0 7-6 15,0 0-4-15,0 0 8 0,-11 20 0 0,5-4 3 16,-3 8 5-16,0 3 0 0,-1 6 2 0,-3 13 2 0,5-12 5 16,-3 15-2-16,5-1-3 0,3-13-3 15,1 0-4-15,2-3 4 0,2 1-1 0,-1-4 0 0,7 0-1 0,-2-4 0 16,2-8 7-16,-3 0-3 0,4-3 8 0,1-4 2 15,-1-2 3-15,4-2 4 0,-3-3 6 0,7-1 1 16,-3-2 9-16,4-3-2 0,1-3-4 0,-2 0-1 16,-3-5 2-16,0 0-4 0,0 0 0 0,-3-4-14 15,-1 1 17-15,2-2-6 0,-7-2 3 0,0 2-2 0,-1 3-9 16,-2-2-5-16,-4 2-7 0,1 2-13 0,-7 1 3 16,3-1-15-16,-7 1-11 0,-1 2-6 0,-3 1-16 15,0 2-15-15,1 3-11 0,1-1-15 0,-2 2-18 16,3 2-20-16,0 2-27 0,2-1-38 0,-1 1-219 15,7 2-469-15,1-1 208 0</inkml:trace>
  <inkml:trace contextRef="#ctx0" brushRef="#br0" timeOffset="15661.67">10925 3044 56 0,'-4'-4'273'0,"4"4"-25"0,-10-2-27 0,10 2-25 16,-14 0-19-16,14 0-22 0,-18 6-17 0,9 0-13 15,-1 2-11-15,-3 6-14 0,0-2-9 0,-1 0-7 16,5 5-7-16,0 0-9 0,4 0-6 0,0 1-15 16,-3-1-6-16,7-1-6 0,-1-1-6 0,2-2-4 15,2-1-3-15,3-4-4 0,1 4 1 0,6-7 1 16,-3 3-1-16,5-4-1 15,4-4 1-15,4 0-5 0,6-3 0 0,-10-1-3 16,-2-1 1-16,2-5-1 0,-2 1 0 0,-2-4-3 16,-3 3 0-16,2-4-1 0,-7 4 4 0,3-4-2 15,-5 2 2-15,0-4-3 0,-4 0-3 0,0-1 0 16,-3 5-3-16,2 1-3 0,-4 0-4 0,-2 0-6 16,-4 4-7-16,2 0-7 0,-2 1-6 15,-1 2-9-15,-2 1-13 0,0 2-18 0,3 1-25 0,11 0-35 0,-25 4-36 16,14 0-166-16,-2-2-360 0,8 2 159 0</inkml:trace>
  <inkml:trace contextRef="#ctx0" brushRef="#br0" timeOffset="15962.25">11391 2803 114 0,'3'-10'361'0,"-2"3"-14"0,4 1-50 0,-5 0-17 0,0 1-29 16,1 2-32-16,1-3-35 0,-2 6-45 0,0 0-15 15,0 0-12-15,0 0-11 0,-2 20-9 0,1-8-13 0,-4 6-3 16,0 9-12-16,0 5-4 0,-1 4-2 0,-7 10-6 16,3 2-4-16,1-3-7 0,1-10-1 0,2-1-4 15,2 0-6-15,0-3 2 0,1 1-18 0,2-5 1 16,1-1-5-16,-1-9-6 0,-1 1-1 0,2-6-8 15,-1 1-9-15,2-3-8 0,-1-2-16 0,0-2-11 16,0-1-8-16,0 2 0 0,2-4 0 0,-4 1 0 0,2-4-8 0,0 0-47 16,0 0-83-16,0 0-232 0,0 0-460 15,0 0 204-15</inkml:trace>
  <inkml:trace contextRef="#ctx0" brushRef="#br0" timeOffset="16247.14">11169 3113 65 0,'-8'0'219'0,"1"1"-25"0,7-1-16 16,-12 2-22-16,12-2-2 0,-6 1-20 0,6-1-12 16,0 0-4-16,0 0-9 0,24 4-11 0,-3-4-8 15,9-3-10-15,7 1-7 0,0-4-8 0,18-3-11 0,-4 1-5 16,3-1-11-16,-3 1-2 0,-19 3-5 0,1 0-14 15,-6-3-9-15,1 5-11 0,-14-2-1 0,-5 3 1 16,0 1-7-16,-4-3-14 0,-5 4-5 0,0 0-4 16,0 0-1-16,0 0-3 0,-15-5-7 0,3 2-5 15,12 3-7-15,-24-1-10 0,13 0-14 0,-3 0-19 16,1 1-18-16,1-1-117 16,-3 0-253-16,5-3 112 0</inkml:trace>
  <inkml:trace contextRef="#ctx0" brushRef="#br0" timeOffset="16663.62">11845 2813 2134 0,'5'-9'205'0,"-4"1"-45"0,3 1 27 0,-3 2-28 0,3-3-9 16,-4 2-15-16,2 3-19 0,0-4-28 0,2 4-23 15,-4 3-7-15,0-4-10 0,0 4-11 0,0 0-6 16,0 0-6-16,0 0-2 0,5 13-2 0,-4-3-3 0,2 7-4 16,-6 3-1-16,3 4 1 0,-1 4-4 0,-3 5 1 15,0 3 2-15,-3 10-1 0,0 0 0 0,1 0-5 16,0-12 10-16,0-2-13 0,1-4 1 0,-1-3-12 16,1-8 2-16,2-4-8 0,2-3 13 0,-1-2 3 15,2-1-3-15,-2 0 15 0,4-2 35 0,-2-5 43 16,-2 5 25-16,2-5 31 15,0 8 20-15,0-8-6 0,0 0-22 0,0 0-16 16,19-18-14-16,-11 8-13 0,4-4-7 0,4-1-13 16,-3 1-7-16,2 2-11 0,-2 1-12 0,0 3-2 15,-7 1-12-15,3 0 1 0,-5 3-5 0,1 0-19 16,0 1-14-16,2 1-27 0,-7 2-3 16,0 0-4-16,14 5-6 0,-9 0-3 0,5 2-4 15,-2 3-3-15,-2 1-9 0,5 3-30 0,-2 3-26 0,3 0-38 0,1 3-43 16,-3-2-59-16,2-3-82 0,-5-4-325 0,2-1-719 15,0-6 318-15</inkml:trace>
  <inkml:trace contextRef="#ctx0" brushRef="#br0" timeOffset="17564.82">13314 2919 172 0,'0'0'205'0,"0"0"-18"0,4-5-14 0,-4 5-12 16,0 0-18-16,0 0-15 0,0 0-6 0,4 0-17 0,-4 0-9 15,0 0-17-15,0 0-1 0,0 0-10 16,0 0 0-16,-15 8-10 0,5-3-4 0,-7 5-9 16,-6 1 3-16,-4 1-7 0,-1 3-6 0,-1-1-3 15,-1 3-7-15,-2-2 5 0,2-1-4 0,0 1-3 0,2-1-4 0,1 1-2 16,3-1-3-16,6-2 3 0,4-1-9 0,3-2 4 16,3-2-4-16,-1 0-2 0,3 1-3 0,2 0 2 15,2-1 3-15,4-3-1 0,2 1-1 0,5 1 1 16,7 0 4-16,4-1 20 0,7-1-2 0,-1 1-3 15,5-2-2-15,-3-3-5 0,0 3 2 0,-8-1-6 16,3 0-2 0,-6 1-2-16,2 0-2 0,-6-2-4 0,-3 2-7 15,-1 0-7-15,-4-2-12 0,-1 0 2 0,1 2 4 16,-5-2 6-16,0-1 7 0,-5 6 4 0,-3-1 1 16,-2 0 0-16,-6-1 1 0,-5 1-3 0,-5 3 3 15,0-4-1-15,-4 5 6 0,2-4-8 0,0-1-3 16,1 2 6-16,-1 1-1 0,9-4-3 0,0 1-5 15,1 0-18-15,6-3-28 0,0 2-36 0,4-2-41 0,8-1-66 0,-10-1-144 16,10 1-365-16,0 0 162 0</inkml:trace>
  <inkml:trace contextRef="#ctx0" brushRef="#br0" timeOffset="17850.55">13634 3075 150 0,'0'0'396'0,"1"-5"-33"15,-1 5-28-15,0-6-39 0,0 6-37 0,0 0-23 16,0 0-28 0,0 0-27-16,0 0-23 0,0 0-17 0,0 0-16 15,0 0-6-15,0 0-17 0,0 0-8 0,0 20-13 0,0-10-6 16,-1 0-11-16,-2-1-4 0,2 3-1 0,0-2-8 15,-2 1-5-15,2 2-8 0,-3-3-1 16,4-1-22-16,-4 1-14 0,3 2-22 0,-3-5-14 16,3 2-16-16,-2-1-16 0,2-3-23 0,1 3-17 15,-4-3-14-15,3-1-17 0,-3 1-14 0,4-5-51 0,-5 3-249 0,5-3-487 16,0 0 215-16</inkml:trace>
  <inkml:trace contextRef="#ctx0" brushRef="#br0" timeOffset="18009.62">13630 2835 91 0,'0'-5'364'0,"0"0"-30"0,0 0-34 0,0 0-28 16,0 5-45-16,0-5-51 0,0 5-57 0,0-2-34 16,0 2-12-16,0 0-35 0,0 0-34 0,10 10-46 0,-7-5-62 0,6 2-76 0,-7-1-114 15,6 2-317-15,-3-3 142 0</inkml:trace>
  <inkml:trace contextRef="#ctx0" brushRef="#br0" timeOffset="18554.72">14416 3080 81 0,'-6'-6'233'16,"-2"1"-23"-16,-1 0-13 0,-1-1-17 0,-2 3-15 15,-3-2-15-15,-4 4-14 0,-2-3-17 0,-2 4-9 16,-5-1-11-16,-2 1-11 0,0 0-9 16,-1 3-9-16,-1 0-8 0,3 2-4 15,1-2-4-15,1 3-11 0,8 0 3 0,1 1-10 16,-1 3-7-16,4-3-2 0,-1 2-4 0,7 1 1 15,2 0-8-15,-2-1 5 0,5 1-4 16,0 2 2-16,4-3-6 0,0 3 1 0,5-3 0 0,4 1 4 0,4 1-6 16,3-2 4-16,2-1-5 0,4-1 2 15,-2-4-2-15,10 2 4 0,-11-5-1 0,13 0 2 0,-5-5 1 16,-7 1-2-16,1 0 4 16,4-7 1-16,-5 1 16 0,-4 0 15 0,2-5 5 0,-3 1 2 15,-2-8-1-15,0 0 0 0,1-4 0 0,-5-1-4 0,0-5-2 16,1 1 1-16,-4-1-5 0,1-2 5 15,-2-1 7-15,0 1 23 0,-2 4 30 0,-1 1 22 0,-2 3 17 16,1 9 9-16,-1 2-8 0,0 1-8 16,0 7-10-16,0-3-14 0,0 5-11 0,-1 0-21 0,1 5-30 15,-1-8-84-15,0 7-28 16,1 1 8-16,0 0 7 0,0 0-1 0,-8 19 5 16,3-2 9-16,-3 2 0 0,2 6 4 0,2 3-9 15,-1 1-14-15,0 1-7 0,2 4-20 0,2 0-24 0,-3-3-11 16,4 2-21-16,0-4-31 0,0-2-27 15,5-3-35-15,-1-5-51 0,0-3-242 0,1-5-555 16,0-1 246-16</inkml:trace>
  <inkml:trace contextRef="#ctx0" brushRef="#br0" timeOffset="19073.55">14503 3113 213 0,'0'0'251'0,"0"0"-25"0,0 0-22 0,0 0-27 0,0 0-13 16,0 0-16-16,0 0-16 0,-3 9-14 16,3-9-8-16,0 0-10 0,0 0-5 0,8 3-3 0,-4-3-6 15,2 0-12-15,7 0-2 0,-3-2-12 16,7 2 0-16,-4-2-7 0,6-1-5 0,-4-2-3 0,3 0-3 16,-4-2 1-16,0 2 10 15,-2 1 11-15,4-4 4 0,-6 0 2 0,2 2 7 0,-2-1 2 16,-3 1 3-16,0-1 8 0,-3 1-1 0,1 0 19 15,0 3 4-15,-1 1-3 0,-4 2-7 0,5-5-9 0,-5 5-21 16,4-3-11-16,-4 3-11 0,0 0-14 16,0 0-17-16,0 0-9 0,0 0-1 0,0 0 2 0,0 0-2 15,0 0 0-15,-23 13-6 0,18-7 12 16,-3 0-8-16,3 2-8 0,-4 0-13 16,4 2-5-16,1-2 1 0,0 0-6 0,3 0 0 0,-1 0 10 15,4 1 0-15,-2-3-5 0,0 1 2 0,4 0 8 0,-3-2 1 16,3 0 7-16,4 2 4 0,-2-5 2 0,3 1 8 15,-4-2 9-15,9 1 1 16,-2-2 6-16,-2 0 9 0,7-3 3 0,-2-1-11 0,2-3 20 0,1 1-5 16,-1-2 13-16,4-1-12 0,4-6 3 15,-8 4-7-15,-1-1 0 0,1 1-12 0,-3 1 4 0,-5 2-1 16,3 5 3-16,-2-2 2 16,-2 2 0-16,-3 0-5 0,-1 0-8 0,-4 3-8 0,6-3-8 15,-6 3-15-15,0 0-10 0,0 0 2 16,18 6-1-16,-14-1 4 0,2 3-4 0,-1 1 3 15,0 1-21-15,2 1-15 0,-2-2-42 0,0 3-42 0,-3-2-46 16,6 2-65-16,-3-3-116 0,0-4-241 0,-3-1-649 16,-2-4 288-16</inkml:trace>
  <inkml:trace contextRef="#ctx0" brushRef="#br0" timeOffset="19737.52">16237 2914 118 0,'-3'-6'276'0,"3"6"-24"16,0-3-24-16,0 3-21 0,0 0-19 0,0 0-28 0,0 0-18 15,0 0-27-15,0 0-10 16,0 0-10-16,-21 12-11 0,10-4-10 0,-4 4-8 0,2 2-3 15,-6 6-8-15,1-2-3 0,0 2-12 16,1-2-2-16,1 4-4 0,7-8-11 0,-1 2-1 0,4-2-10 16,2-2 0-16,1-3-1 0,2 2 1 15,2-1 1-15,7-3 8 0,-3-1 1 0,5 0 1 0,7-1 1 16,2-5-1-16,0 0-4 0,2-3 3 0,0-1 1 16,6-4-3-16,-8 2 9 0,4-7 6 15,-5 2 3-15,-1 0 2 0,-3-4-4 0,-1 2-7 0,-3-3 2 16,1 0-8-16,-3-8-6 15,-4 6-12-15,-2-1-9 0,-4 0-10 0,-2 2 30 0,-2 0-4 0,-5 2-7 16,0 1-9-16,-3 2-10 0,-4 4-9 16,-4-1-7-16,3 3-11 0,-1 3-14 0,-2-3-22 0,1 5-23 15,4 2-29-15,4 2-39 0,0-2-38 16,1 1-152-16,12-2-388 0,-12 1 173 0</inkml:trace>
  <inkml:trace contextRef="#ctx0" brushRef="#br0" timeOffset="20131.56">16583 2631 21 0,'2'0'302'0,"-2"0"-35"0,0-5-31 0,0 5-43 15,0 0-20-15,0 0-17 0,-3 12-18 0,-1 1-11 0,0 1-14 16,-4 10-11-16,2 1-12 0,-4 6-8 0,0 0-7 15,-2 3-5-15,1 0-10 16,-1 12-3-16,2-11-6 0,1-1-5 0,4-1-1 0,0-4-7 0,2 0-3 16,2 0 0-16,1-8 1 15,1-3-7-15,2-1 2 0,-2-4-4 0,0-2 0 16,2-2-1-16,-2-2 3 0,-1-2 10 0,0-1 25 0,3 0 30 16,-3-4 35-16,0 7 26 0,0-7 32 15,1 4 13-15,-1-4-18 0,0 0-56 0,0 0-31 0,-4-17-30 16,0 8-26-16,-1-1-21 0,-5-4-20 0,1 0-12 15,-2 0 4-15,-1-1-8 0,-2 2 3 0,-2-6 7 0,3 6-1 16,1-1-5-16,3 5 6 0,0 3 2 16,4 1 3-16,0-1 0 0,0 4-3 0,2-2-1 0,3 4-4 15,-2-6-28-15,2 6-24 16,11-7-12-16,6 3-22 0,11 0-28 0,9-1-40 0,18 3-32 16,1-3-31-16,6 0-40 0,-4-2-186 15,5 0-490-15,2-1 217 0</inkml:trace>
  <inkml:trace contextRef="#ctx0" brushRef="#br0" timeOffset="20514.9">17539 2715 30 0,'0'0'354'16,"0"0"-16"-16,0 0-22 0,0 0-28 0,0 0-22 0,1-4-34 15,-1 4-17-15,0 0-19 0,0 0-31 16,0 0-20-16,0 0-18 0,0 0-18 0,0 0-14 16,0 0-12-16,0 0-8 0,-1 14-10 0,1-4-6 15,0-2-9-15,-4 6-4 0,4-2-4 0,0 3-5 16,-3 4 0-16,1-2-5 0,-2 0 5 0,3 2-13 0,-3 1-3 0,2-1-1 0,-1 0-2 15,3-3 3-15,0 0-3 0,-3-4-5 0,3-2-1 16,-1-3 4-16,1-1-5 0,0 0 5 0,0-6-2 16,0 7 1-16,0-7 3 0,0 5 0 0,0-5 1 15,0 0-2-15,0 0 3 0,-2 7-3 0,2-7 4 16,0 0-5-16,-2 4 3 0,2-4-11 0,0 0-36 16,0 0-73-16,0 0-38 15,0 0-43-15,0 0-56 0,4-22-287 0,-8 14-567 16,4 0 252-16</inkml:trace>
  <inkml:trace contextRef="#ctx0" brushRef="#br0" timeOffset="20931.08">17549 2553 95 0,'-9'-1'186'0,"-2"0"-20"0,-2 2-18 16,0 2-18-16,-3 3-10 0,-2 3-14 0,-5 6-10 16,0 1-8-1,1 4-4-15,-3 5 13 0,0 1-10 0,1 1-3 16,-2 1-8-16,-2 12-2 0,-2 1-8 0,12-10 4 16,-2 0-7-16,5 2 1 0,-4 8 1 0,9-10 1 15,1-2-4-15,4 0 4 0,2-4-1 0,6 1 8 16,-1-6-4-16,2-3 0 0,5 0 4 0,4-3-1 15,0 0 13-15,3-2 5 0,11 1 8 0,-3-5 9 16,5-4 1-16,1 0 4 0,7-4 2 0,-2-2-4 0,2-4 8 0,-1-2 4 16,1-2 4-16,11-7-7 0,-16 1 0 0,4-1-8 15,-7-4-14-15,10-10-4 0,-13 5-14 0,6-12-23 16,0-2-15-16,-1-1-18 0,-13 10-3 16,-9-1-7-16,0 0-8 0,-6 2-18 0,-10-2-7 15,-1 5-9-15,-10 0-25 0,-10 3-22 0,-19-2-14 16,-5 4-16-16,-3 9-22 0,-7 2-28 0,-3 8-27 0,0 3-43 0,5 2-66 15,-4 6-238-15,9-5-572 0,15 2 254 0</inkml:trace>
  <inkml:trace contextRef="#ctx0" brushRef="#br0" timeOffset="22347.31">18386 3058 115 0,'-7'0'146'0,"7"0"-18"15,0 0-16-15,0 0-8 0,0 0-11 0,0 0-4 0,0 0-4 0,0 0 0 0,0 0-4 16,0 0-5-16,0 0 6 0,0 0-4 0,0 0-8 16,14-8-2-16,-7 5-3 0,6-6 1 0,1 2-13 15,1-3-3-15,-2-1-7 0,5 0-3 0,-3-1 1 16,7-7-1-16,2 1 2 0,-2-3 3 0,1 0 0 16,-4 1 2-16,-1 0-1 15,5-2 29-15,-4-2-4 0,1 0 4 0,-1 1-3 16,-6 0 2-16,2-4-4 0,-2 3-9 0,-2 0 5 15,-2 1 6-15,-5 5 2 0,2-9 2 0,-2 13 6 16,-2 2 2-16,0 0-3 0,-1 1-4 16,0 2 9-16,-1 2-11 0,0 0 0 0,-1 2-13 15,2 0-20-15,-3 3 3 0,3-4-13 0,-1 6-23 16,-1-4-8-16,1 4-16 0,0 0-4 0,-17 10 1 0,8-1 2 0,-6 4 2 0,0 8 2 16,1-1 2-16,0 2-1 0,2 4 1 15,3-2-9-15,0 1 0 0,3 3 5 0,1-3 2 16,2 3-1-16,7-3-1 0,-4-6 3 0,9 6-1 15,-4-6 2-15,3-2 3 0,0 0-1 0,3 0 5 16,-2-5 0-16,0-3-2 0,0 2 11 16,1-4 5-16,-1-2 6 0,1 0 16 15,-1-4-1-15,1 0 22 0,2-1 4 0,-6 0 14 16,4-2 2-16,0-3 0 0,-2 0-6 0,-4 0 1 16,3-2-35-16,0-1 23 0,-2-2-8 0,-1 1-22 15,-3-1 15-15,-1-1-19 0,0 1-2 16,-1 1-10-16,-3-1-15 0,-1 2-11 0,0 0-8 15,-4 3-14-15,0 1-12 0,-4-1-8 0,2 2-14 16,-4 2-10-16,-2 1-20 0,-2 1-12 0,1 2-23 0,1 2-17 0,0 0-28 0,6 2-26 16,6-3-39-16,0 4-197 0,1-2-479 15,4-6 212-15</inkml:trace>
  <inkml:trace contextRef="#ctx0" brushRef="#br0" timeOffset="22955.04">19028 2796 91 0,'2'-7'322'0,"2"0"-4"0,-3 1-15 16,3 2-28-16,-4 2-22 0,4-1-31 0,-4 3-24 0,4-7-24 15,-4 7-32-15,2-1-44 0,-2 1-8 16,0 0-9-16,0 0-9 0,9 8-9 0,-5-5-10 16,0 3-11-16,0 2-9 0,1 0-5 15,1-2-9-15,2 5-4 0,0-2-7 16,-2 0-2-16,2-2-5 0,-2 1-5 0,2-2 0 15,-3 0 0-15,0-1 3 0,1-2 2 16,-1 0-2-16,1 0 5 0,-1-2-2 16,1-1 0-16,-6 0 2 0,14-1 5 0,-6-3 4 0,1-1 10 0,0-1 5 0,2 1 5 15,-7 1 12-15,3-1 0 0,1 0 4 0,-3-2 1 16,-1 5 8-16,0-2 8 0,0 0 2 0,-3 0-4 16,1 1-9-16,-2 3-26 0,4-2 14 0,-4 2-12 15,3-3-14-15,-3 3-23 0,0 0-19 16,0 0 7-16,0 0-1 0,9 10-1 15,-9 0 2-15,0 2 0 0,1 5 6 16,2 9-1-16,-3 3-2 0,-3 5 8 0,6 0 0 0,-6 3 5 0,2 11-3 0,1 0 3 16,-4-2 2-16,-4 0 1 0,4-11 1 15,-2 0 4-15,3-3 0 0,-3-3-6 16,3-1 3-16,-4-1 1 0,2-7-6 0,0-3-4 0,-1-3 14 0,-1-2-2 16,0-1 5-16,2-2 5 0,1-3 11 15,-1-1 13-15,-4 0 5 0,1-3 15 0,-5-2 11 16,2 0 23-16,-2-4 16 0,0 0 18 15,-1-4 14-15,0-2 8 0,1-4 1 16,4-1-14-16,5-3-15 0,3-11-20 0,9-5-23 0,10-9-18 0,10-7-19 16,8 1-12-16,22-20-5 0,5 6-11 15,-21 22-1-15,7 2 1 0,-3 0-5 0,0 5 3 16,-3 6-4-16,3 1-2 0,-15 9 11 16,1 0 3-16,-3 4 4 0,-1-1 8 0,-11 7-4 0,0-1 8 0,-6 4-3 15,-1 1-2-15,-1 0-4 0,-4 2-3 0,2-1-12 16,-3 1-18-16,-4 2-28 15,0 0-42-15,10-3-53 0,-10 3-35 0,0 0 2 0,0 0-17 0,-22 14-40 0,4-5-56 16,0 0-79-16,-10 3-293 0,8-2-700 16,2-5 310-16</inkml:trace>
  <inkml:trace contextRef="#ctx0" brushRef="#br0" timeOffset="27288.75">20994 2646 153 0,'0'0'173'15,"-5"-3"-18"-15,5 3-12 0,0 0-21 16,-4-2-12-16,4 2-2 0,0 0-25 0,0 0-4 16,0 0-13-16,0 0-3 0,0 0-10 0,-3-3-9 0,3 3 2 0,0 0-6 15,0 0-6-15,0 0 4 0,0 0-6 16,0 0-3-16,12-2-4 0,-3 0 0 16,0-1-7-16,1 2 4 0,3-2-5 0,0 0 10 0,5-2-17 0,1 2 3 15,-2-5 1-15,2 5-4 0,-3-4 2 0,-2 0 0 16,-3 1-3-16,5-3 0 0,-7 4 4 15,0-1 6-15,1 0-6 0,-1 0 16 16,-1 0 7-16,-4 1 4 0,-2 2 6 0,1-1 0 0,2 1 7 0,-4 1-14 16,-1 2-3-16,0 0-10 0,-10-4-3 15,1 4-2-15,-4 1-3 0,-6 2-3 16,-2 4 0-16,-6 2-4 0,-1 2 1 0,-3 3-17 0,-1 3 16 0,0 0-6 16,0 0-1-16,-9 9-2 0,9-4 2 15,3 2 4-15,-11 5 0 0,3 5 4 16,10-10 4-16,4 1 1 0,0-1-3 15,4 2-1-15,4 1-3 0,6-1-1 0,4 2-7 16,6-2 3-16,8-12-3 0,8 8 4 0,9-2-2 0,23-1 3 0,7-2 0 16,11-9-5-16,23 0 1 0,1-7-4 0,-26-2 1 15,3-6-1-15,30-2 0 0,-7-5-7 16,-31 5-8-16,-1-7-1 0,-4 2-2 0,-1-3 3 0,-16 4 9 0,-6-3-8 16,0-2 5-16,-9 2 14 0,0 1 8 15,-3-2 13-15,-6 5 17 0,-5 3 10 16,-2-1 18-16,0 0 20 0,-3 5-3 0,-1-4-8 0,-3 4-6 0,-3-2-14 15,0 4-3-15,-8-2-15 0,-2 4 0 0,-7 1-10 16,-8 4-1-16,-3 3-3 0,-2 2-2 0,-2 1-8 16,6 2 0-16,-2 1-2 0,2 1-1 0,1-2-15 15,5 5-13-15,2-2-9 0,6 2-7 0,6-3-4 16,1-2-3-16,2-2-1 0,6 2 5 0,4-3 4 16,2-1 5-16,7-1 4 15,9-2 0-15,10 0 5 0,2-4-2 0,3-3 5 16,-1-3-3-16,-4 1 1 0,0-6 2 0,-4 1 5 15,-4-3-2-15,1 2 3 0,-8-2 5 0,0 3 8 16,-3-3 2-16,-4-3 4 0,-2 5 1 0,2-2-1 16,-9-1-3-16,3 3 0 0,-4-1-6 0,-1 0-6 0,-3 3-1 15,0-2-8-15,-6 3-4 0,1-1-4 0,-2 6-10 16,-3-3 4-16,-2 2-9 0,-4 0-12 0,2 4-5 0,-1-1-13 16,0 6-17-16,1-2-14 0,1-2-15 0,-1 3-27 15,8 0-31-15,1 0-173 0,-1-1-370 0,4-1 163 16</inkml:trace>
  <inkml:trace contextRef="#ctx0" brushRef="#br0" timeOffset="28006.29">22278 2762 145 0,'0'0'142'0,"-10"-3"-13"0,10 3-15 0,-11 1-5 16,11-1-11-16,-16 4-8 0,4-1-14 0,-1 0-5 15,-1-1-7-15,-2 2-5 0,-1 2-4 0,1 0-7 16,0 0-7-16,-1 1-2 0,-1 1-5 0,4 0 0 16,-3 0-5-16,7-2-2 15,0 2-7-15,0 1-4 0,3-1 3 0,4 2 3 16,0 0-3-16,2 1 4 0,3-3 0 0,3 2-2 16,6 2-7-16,3-2 7 0,1 1-2 0,4-1-5 15,8 0 1-15,-8-4-2 0,-1 2-3 0,10 2 3 16,-9-3 0-16,-1-2-1 0,1-1 0 0,-6 0-4 15,-4-2-2-15,-1 0-1 0,-1 1 2 0,-1-2 2 16,0 2 5-16,-6-3 7 0,5 2-4 0,-5-2 1 0,0 0 1 16,0 0-6-16,-18 10 3 0,4-8-2 0,-4 3-2 0,-2 1-2 15,-2-4 1-15,-7 3-4 0,-2 0 0 0,4 4-11 16,-1-2-8-16,-3-3-26 0,3 1-10 0,8-1-28 16,0 1-23-16,3-2-25 0,2-3-132 15,3 1-278-15,2 0 123 0</inkml:trace>
  <inkml:trace contextRef="#ctx0" brushRef="#br0" timeOffset="28529.62">22637 2750 244 0,'0'0'282'0,"3"-3"-25"0,-3 3-25 16,0 0-23-16,0 0-23 0,0 0-21 0,0 0-22 0,0 0-14 0,0 0-17 31,5-2-12-31,-5 2-11 0,0 0-12 0,0 0-10 16,1 12-6-16,-1-7-4 0,0 2-7 0,0 0-7 15,2 3-4-15,-4 0-5 0,1 3-2 0,-1-1-4 16,0-1-1-16,1 5-2 0,-2 0-2 0,1 1-3 16,-1 0-2-16,0-1-3 0,0-4 2 0,1 0-1 15,-1-2-3-15,0-2 0 0,1-1-2 0,2-2-2 0,-1 0 3 16,-1-1 5-16,2-4 25 0,-2 8 39 0,2-8 35 16,-2 4 33-16,2-4 31 0,0 0-5 0,0 0-26 15,0 0-14-15,16-19-19 0,-7 9-9 0,1-2-12 16,3-2-15-16,3-1-7 0,-3 1-20 0,1-3-4 15,0 5-8-15,0 0 4 0,-1 1-14 0,-6 5-3 16,1 1-8-16,-4-2 1 0,1 3 0 0,-1 0-9 0,0 2-7 0,-3-1-26 16,-1 3-17-16,9-2-3 0,-9 2-1 0,0 0 7 15,12 7 1-15,-6-2 0 0,-1 2-5 0,3 1-5 16,-2 1-17-16,-2 0-19 0,5 0-23 0,-4 1-26 16,3 0-23-16,-4 1-24 0,1-2-29 0,-3-2-31 15,2-2-34-15,-1 1-223 0,-3-6-534 0,1 6 237 16</inkml:trace>
  <inkml:trace contextRef="#ctx0" brushRef="#br0" timeOffset="28993.57">23040 2747 54 0,'7'-5'294'0,"3"0"-29"0,-1-1-25 15,-3 0-27-15,3 2-24 0,2 3-20 0,1-3-17 16,-2 4-17-16,4 2-11 0,-1 1-12 16,-3 0-11-16,0 4-11 0,2 0-14 0,-2 3-7 0,-2-1-11 15,-2 3-5-15,-2 0-6 0,1 3-7 16,0 2-4-16,-6-3-2 16,-4 1-6-16,1 2-2 0,-4-2-3 0,-1 2-2 15,-1-1 0-15,0-3-5 0,-2-1-2 0,2-2-1 16,3-2 2-16,0-2 0 0,1-2 1 0,1 6-3 15,0-8 8-15,1 1 22 0,3 2 29 0,1-5 38 16,0 0 29-16,0 0 4 0,0 0-24 0,0 0-18 16,0 0-14-16,15-27-5 0,-4 13-13 0,10-3-1 15,-2-2-12-15,4-3-1 0,1 0-11 0,-1 2-7 0,0-2-2 16,0 1-14-16,-1 1 7 0,-7 6-26 0,1 2 18 16,-7 2 16-16,-2 5-4 0,2-5 16 0,-4 6-7 0,-1 1-12 15,1-1-4-15,-3 1-21 0,0 1-30 0,-2 2-9 16,0 0-1-16,0 0 0 0,-9 16 10 0,0-4 2 15,-3 3 7-15,-1 0-3 0,-3 7 4 16,1-1-1-16,3 1 7 0,1 1 0 0,7-7 3 0,2 5 0 0,3-3-2 16,3 1-2-16,6-2 11 0,10 1-17 0,8-2-33 15,8-4-66-15,15-3-82 0,6-4-134 0,1-10-222 16,-2-2-599-16,1-6 266 0</inkml:trace>
  <inkml:trace contextRef="#ctx0" brushRef="#br0" timeOffset="30678.98">24881 2643 104 0,'0'0'121'16,"5"-2"0"-16,-1-1 17 15,-4 3 1-15,4-4 9 0,0 1 1 0,-4 3-1 16,4-5 6-16,-4 5-4 0,1-4 0 0,-1 4-4 16,5-2-2-16,-5 2-7 0,1-3-5 0,-1 3-12 15,0 0-10-15,0 0-14 0,0 0-11 0,-1-7-14 16,1 7-18-16,0 0-9 0,-27 9 1 0,8-3-10 16,-5 3-5-16,0 3-2 0,-1 1-4 0,1 0-5 15,6-1 0-15,-6 3-2 0,12 1-1 0,-8 0-4 0,2 3 0 16,0-7-10-16,7 2-2 0,-1 1-6 0,3-2-2 15,4-2-3-15,3 1 3 0,2-2-1 0,3 0 4 0,1-3 2 16,4-1 4-16,3 2 3 0,2-5-1 16,5 0 1-16,0-1 8 0,1-4 1 0,0-1 3 15,1 0-1-15,-4-3 23 0,-3 0 2 0,5-2 9 16,-1-1 11-16,-2 0 3 16,-1-4-3-16,0 1 5 0,-3 0 4 0,3-1 1 15,-5 3 7-15,-3-2-10 0,1 4 4 0,2-2 6 16,-4 5 3-16,-1-3-11 0,0 2 14 0,-3 5-10 15,3-4-11-15,0 1-1 0,-3 0-32 0,3 2 6 16,-4 2-25-16,1-3-15 0,-1 3-37 0,0 0-30 16,5-1 6-16,-5 1 6 0,4 5 2 0,-1 0 10 15,-2 0 9-15,3 2 2 0,1 1 0 0,0-1-5 0,3 2-3 16,-3-1 4-16,3 3 1 0,1-5-4 0,-1 2 7 16,1-2 3-16,0 0 3 0,3-2 4 0,-2 1 5 15,0-2 2-15,3-2 2 0,-3-1 2 0,2-1 3 16,-1 1 9-16,2-4 15 0,-2 0 5 0,2 0 14 0,1-2 6 15,-5 0 7-15,4-2-4 0,-3 2 2 16,2-2 10-16,-3 3 3 16,0-1 11-16,-3 0 2 0,-1 3 6 0,0 0-8 15,0 0 0-15,-1 2-11 0,-4 1-29 0,8-4 20 16,-6 2-16-16,-2 2-19 0,6-2-4 0,-6 2-25 16,0 0-3-16,0 0 0 0,3 8 1 0,-4-1 4 15,-1 2 3-15,-4-1 3 0,4 3-2 0,-2-1-4 16,-1 1 10-16,0 3 0 0,1 2 0 0,3-6 3 15,-1 2 1-15,1-3-10 0,1-3 4 0,0 2-3 0,0-5 2 0,-1 3 1 16,1-6 4-16,0 9 14 0,0-9 34 0,0 4 15 16,0-4-3-16,0 0-11 0,0 0 4 15,24-8-4-15,-12 3-7 0,0-1-4 0,-3 0 2 16,6-4-10-16,0 0 0 0,0 1-2 0,-1-1-3 16,0 0-9-16,0-2 6 0,-1 2-12 0,-4-1 0 15,1 4 2-15,-3-1 0 0,-2 3 5 0,-1 1-6 0,-1 1-3 0,2-2-5 16,-5 5-4-16,8-5-14 0,-5 3-15 0,-3 2-29 15,2-1-30-15,-2 1-2 0,0 0 7 0,0 0 11 16,7 5 7-16,-7 1 8 0,1 1-3 0,0-3-5 16,7 4 11-16,1 1-6 0,0-1 3 0,9 2-1 15,5 1-12-15,6 1-10 0,2-4-17 0,2-1-5 16,5 0-13 0,17-2-3-16,-4 2-2 0,4-3 14 0,1-7 4 0,-2 5 10 15,-4-4 14-15,-10 1 5 0,-3-4 9 0,-2-2 28 16,-1 2 8-16,-6-2 11 0,-1-2 12 0,-12 1 21 15,2 1 19-15,-6 0 11 0,-2-2 7 16,-4 2 21-16,3-2-6 0,-7 2 2 0,-1-2-8 16,-4-1-7-16,-3 3-6 0,-5 0-8 0,-1-1-1 15,-6 3-6-15,-3 0-6 0,-7-2 0 0,0 6-3 0,-2-1-4 0,0 2 1 16,-1 1-5 0,0 4 1-16,3-1-5 0,2 4 2 0,5-2-4 0,2 2-14 15,1-1-8-15,2 3-3 0,6-2-12 16,-1 2 7-16,7-3-6 0,1 4 0 0,0-1-3 0,11 0 8 0,-1-3-2 0,3 3 4 0,9-3-5 15,8 7-3-15,-5-8-7 0,6-2-6 0,1 0-8 32,0-1 5-32,-6-2 0 0,1-1 5 0,-1-2 3 15,-4-4 10-15,2 1 16 0,-3-4 18 0,-2 1 24 16,-1-3 14-16,-1-2 21 0,0-1 3 0,-4-1 16 0,-2-2 5 0,4 0 18 0,-5-9 15 0,0 8 7 16,-4-10-9-16,1 1 3 0,1-4-8 0,-2-1 2 15,1-5-13-15,3-9 2 0,-3 11 2 16,2 0-15-16,-1 4-3 0,0-1 6 15,1 5 11-15,-2 7 7 0,-2 8 18 0,-1-7 0 16,1 11-17-16,2 1-8 0,-3 1-14 16,0 4-30-16,1-5-43 0,-1 7-54 0,0-4-52 15,0 4 7-15,0 0 8 0,-5 19 10 0,1 2 6 16,-5 6 1-16,-1 4 9 0,-3 16 6 0,2 0 1 16,1 0 10-16,3-1-2 0,3-10 7 0,4-1 8 15,4-2 1-15,1-2 14 0,-1 1-23 0,4-3-6 0,-1-1-14 0,-3-10-36 16,0 1-43-16,1-4-66 0,0-3-64 0,0-3-294 15,-5-2-591-15,4-4 261 0</inkml:trace>
  <inkml:trace contextRef="#ctx0" brushRef="#br0" timeOffset="31696.16">27369 2518 42 0,'-1'-4'314'0,"1"-1"-14"0,0 1-6 0,0 0-14 0,0 4-15 16,-1-7-24-16,1 7-23 0,-3-3-22 0,3 3-21 15,0 0-20-15,-1-4-25 0,1 4-20 0,0 0-29 0,0 0-5 16,0 0-13-16,-4 21-5 0,2-11-8 16,-5 7-7-16,3 0 0 0,-2 7-7 0,3-7-7 0,-3 4 7 15,-2 4-9-15,3 0-1 16,1-5 0-16,-1-2-4 0,0 1 1 0,4-2-3 0,-3 0-4 16,2-2 2-16,0-4-5 0,-2 0-16 0,3-5-7 0,-1 4-6 15,0-5-8-15,2-1 12 0,-2 0 1 16,-1 0 9-16,3-4 8 0,0 0-4 0,0 0-33 0,0 0-26 15,0 0-38-15,-25-11-26 0,16 2-34 16,-3-3-42-16,3-1-46 0,-1-1-167 16,-3-11-444-16,2-1 197 0</inkml:trace>
  <inkml:trace contextRef="#ctx0" brushRef="#br0" timeOffset="31838.01">27212 2256 249 0,'3'-9'285'0,"-1"4"-23"15,-1-1-33-15,1 1-21 0,-2 5-25 0,0-6-46 0,0 6-47 16,2-3-21-16,-2 3-19 0,0 0-24 16,0 0-21-16,0 0-34 0,9 14-40 0,-7-8-42 0,-1 5-153 15,0-3-286-15,2 1 126 0</inkml:trace>
  <inkml:trace contextRef="#ctx0" brushRef="#br0" timeOffset="32469.54">27644 2559 2905 0,'0'6'248'16,"0"-1"-142"-16,0-4-65 15,0 4-17-15,0-5-18 0,-1 9-6 0,-1-7-22 0,1-1 3 16,1 6 4-16,-3 0 1 0,-1 0-1 0,0 6 2 0,-3-1 5 15,2 0-1-15,-1 2 3 0,-2 3-5 16,2-2-9-16,-2-1-2 0,4 0-2 0,0-4-1 0,-2-2 3 16,5-1-2-16,-2 0 6 0,1-2 7 15,2-2 21-15,-3 1 31 0,2-1 38 0,-2 1 36 0,3-4 25 16,0 0-15-16,0 0-15 0,13-9-9 0,-5 2-14 16,-2-3-5-16,4 3-18 15,3-6-4-15,-1 2-8 0,1-2-9 0,-1 1-20 0,-3 4 5 16,0 2 11-16,0-2-11 0,1 1-6 15,-6 5-11-15,3-2-1 0,-3 1-19 0,2 0-21 0,0 3 0 16,-1 0-10-16,4 3-8 0,1 0 5 16,-2 2-6-16,6 3 0 0,-4 0-1 0,6 2-4 0,0-1-4 15,-4 2-3-15,-1-1-1 0,3 0-3 16,2 3-6-16,0-4-8 0,-1 1-6 0,-2-3-1 0,3 0 3 0,-5-3 3 16,2-2 7-16,-2 2 5 15,1-4 9-15,-2-4 5 0,8 2 4 0,-9-3 13 0,5-1 15 16,-4-3 10-16,-2-1 21 0,2 0 10 0,0-4 15 15,1-2 9-15,-4 0 2 0,2-3 14 16,3-5-2-16,-2 0 4 0,-2 0 1 0,3-4-8 0,1 0-4 16,-3 1-5-16,0 1-1 0,-1-1-2 15,1 3 2-15,-3 6 12 0,0 7 24 0,-5-2-8 0,3 4-4 16,-3 2-31-16,4 2 7 0,-5-1-48 0,3 2-48 0,-3 4 4 16,0 0 5-16,0 0 7 15,-9 20 3-15,5-2 2 0,-1 0 5 0,-6 11 5 0,0 1 1 16,1 0 5-16,-1 2-1 0,1-3-2 0,-1 2-18 15,3-2-9-15,2-1-12 16,-1-5-9-16,-1 1-9 0,3-7-19 0,1-2-20 0,-1-3-21 16,0-3-27-16,2-1-41 0,1-1-209 0,-1-5-446 0,3-2 198 0</inkml:trace>
  <inkml:trace contextRef="#ctx0" brushRef="#br0" timeOffset="32685.43">27965 2532 1699 0,'-17'-1'135'15,"3"2"-52"-15,1 1-29 0,3-1 2 16,1-1-5-16,2 1-6 0,1-2-1 0,0 2 1 16,6-1 4-16,-10 0 3 0,10 0 0 0,0 0-3 0,0 0-2 15,0 0-8-15,36 0 0 0,-1-1-6 16,1 1-19-16,14-4-24 0,4 3-23 0,-1-4-30 0,2 0-25 15,-2 0-27-15,-1-2-42 0,-13 2-197 0,-3 3-383 0,-4-6 170 16</inkml:trace>
  <inkml:trace contextRef="#ctx0" brushRef="#br0" timeOffset="33652.21">28480 2742 211 0,'-1'3'318'0,"1"-3"-27"15,0 0-31-15,0 0-42 0,0 0-34 0,0 0-22 0,17-4-19 16,-4 1-20-16,8 0-19 0,0-4-24 15,9 0-23-15,0 0-7 0,2-2-16 0,3-2-11 0,-3 3-6 16,2-3-9-16,-6-1-9 0,3 0-8 0,-3 0 0 0,-4-1-1 16,-7 1-2-16,1 0 8 15,-3-2 0-15,-1 4 0 0,-5 2 12 0,-1-2 6 16,-4 1 3-16,1 2 0 0,-3 0-10 0,-2 2-2 0,-5 0 1 16,0 1-4-16,-5 1-1 0,-4 2-3 0,-4 1 0 15,-10 3 3-15,6 2-2 0,-6 3 1 16,-2 1 0-16,0 1 3 0,2 4-9 0,5 1 9 15,-1-3-6-15,-2 3 3 0,8 4-2 0,4-4-2 0,5-1-1 16,-1 0 0-16,10-2-7 16,0-2 2-16,4 2 2 0,7 2 0 0,6-3-1 0,11 0 1 0,2 2-20 15,0-8-20-15,8 2-13 0,-2-5-10 0,1-1-6 0,-1-4 8 16,-1 0-7-16,-1-3 8 0,-2-2 11 0,-2-1 2 16,-2-1 12-16,-8 0 19 15,3-6 20-15,-8 3 10 0,-1-2 3 0,0-6-1 0,-2 4 20 16,-4-1 10-16,-1 2 20 0,-2-2 13 0,-3 1 6 15,0 0-3-15,-3 5 4 16,2 1 4-16,-1 1-9 0,2 3-5 0,-2 2-4 0,0-2-12 0,0 2-14 16,-2 2-19-16,2 3-14 0,-6-4-10 0,-1 4-13 0,7 0-11 15,-12 0-15-15,4 3-5 0,0 1 0 0,1 1-6 16,-1 0-2-16,-1 2 2 16,0-1-4-16,1 1 3 0,2 1-3 0,2-3-6 0,3 3 9 15,1-2 3-15,-3-2 14 0,6 3-1 16,-2-2-9-16,3-3 16 0,1 1 3 0,0-1-3 0,2 0 5 15,-1 0 12-15,-1-1 0 0,-5-1 5 16,14-1 7-16,-9-1 18 0,3 0 19 0,-3 2 4 0,1-3 14 16,-6 3 14-16,9-2-5 15,-9 2 6-15,4 0 0 0,-4 0-11 0,7-1-7 0,-7 1-3 0,0 0-7 0,0 0-10 0,8 1-4 16,-6 4-1-16,0-1-4 0,0 3 1 0,0 1-6 16,1 4 0-16,1 6-4 0,-2-1 4 15,2 9-2-15,-1 0-2 0,-3 3 3 0,1 3-1 16,-1-3-1-16,1 2 2 15,-3 2-1-15,-1 1 4 0,2-2-3 0,0 0 1 16,-1-1-2-16,0 1 0 0,-2-6-2 0,0 1 0 16,0-1-1-16,0-8 2 0,-2-1-1 0,1-2-4 15,0-5 0-15,-3 1-3 0,3-4 1 0,-3 0 2 16,1 0 6-16,0-4 0 0,-2-1 0 0,-2-2 7 16,-1-1-6-16,-2-2 2 0,-4-5 2 0,4 1 7 15,-2-3 8-15,0-2 22 0,5 0 3 0,-2 1 10 0,3-5 13 16,3-1-13-16,4-1-4 0,3-9-16 0,3-2-9 15,6 3-9-15,7-2-11 0,0 2-2 0,9-1-4 16,0 4-6-16,3 1 7 0,2-1-13 0,0 6 3 16,1-1-1-16,1 3-2 0,1 2-2 0,-1 1 1 15,-4 3 1-15,0-1 1 0,-11 3 0 0,2 4-3 16,-7-1-1-16,-1 0-17 16,-5 1-15-16,1 2-24 0,-1-1-22 0,-1 1-38 15,-5 1-6-15,0 0-7 0,0 0-26 0,0 0-33 16,0 0-170-16,-24 1-389 0,13-1 173 15</inkml:trace>
  <inkml:trace contextRef="#ctx0" brushRef="#br0" timeOffset="34383.64">29418 2479 170 0,'2'-4'227'16,"0"-1"-19"-16,1 2-22 0,1 0-13 0,1 1-31 15,2 0-7-15,0 0-15 0,-7 2-16 0,18 5-12 16,-8-1-3-16,2 3-8 0,7 3-4 0,-6 2-9 15,1 2-3-15,1 6-7 0,2 2-4 0,-5 0-5 16,0 3-5-16,-4 0-4 0,-2-6 1 0,-2 1-4 16,2-2-7-16,-4 7-1 0,-1-7-6 0,-4 1 1 15,0-5 1-15,2 1-3 0,-3-3-3 0,1 0 6 0,0-4 4 16,2-2 9-16,-1 1 10 0,0-2 9 0,0 0 19 16,0-2 39-16,2-3 38 0,-2 5 40 0,1-3 26 15,1-2 28-15,0 0-24 0,0 0-32 0,-7-12-20 16,6 5-15-16,2-1-7 0,3-4-19 0,-3 0-16 15,3-4-14-15,4-1-11 0,-2-1-21 0,6-10-15 16,1 5-13-16,-3 6-12 0,2 1-3 0,1-1-25 0,-5 3-12 0,3 1-18 16,-3 1-23-16,0 4-26 0,-1-1-35 15,1 2-25-15,1 1-26 0,-4 1-28 0,7 2-24 16,-5 2-16-16,1 1-25 0,-8 0-17 0,23 4-24 16,-13-1-218-16,2 2-561 0,-3-3 248 0</inkml:trace>
  <inkml:trace contextRef="#ctx0" brushRef="#br0" timeOffset="35000.58">29984 2576 184 0,'2'-3'279'0,"0"0"-3"0,-2 1 1 0,0-3-7 16,0 5-17-16,0 0-27 0,2-7-23 0,-2 7-25 16,0 0-30-16,0 0-23 0,0 0-19 0,0 0-13 15,-16 7-7-15,4-2-9 0,2 1-6 0,-3 1-7 0,-1 5-9 16,-3 2-13-16,3-1-14 0,-7 5-9 0,10-2-10 15,-4-2-11-15,5 0-5 0,1 1-9 0,1-5-5 16,2 1-4-16,-1-4-1 0,6 3 7 0,0-7-1 16,0 2 8-16,2 2 10 0,4-5 0 0,3-1 3 15,0-2-1-15,5 1 13 0,-2-5 1 0,8-1 5 16,-4 0 1-16,4-4 0 16,-1 0-1-16,-1 0-4 0,1-1 0 0,0-1 3 15,-2 0 2-15,0 0 0 0,1 0 1 0,-1 0 3 16,-3-1-1-16,-4 6 7 0,2 0 1 0,-3 1-2 15,-1 0-5-15,-2 2-1 0,2 1-8 16,-1 3-9-16,-1-3-12 0,0 3-9 0,-5 0-1 16,14 3-9-16,-9 1 7 0,3 5-6 0,4-2-2 15,-2 2-8-15,3 4-8 0,-3-5-5 0,4 5-6 0,-5-5-5 0,2 0-10 16,-2-2-2-16,2 1 8 0,-1-2 0 0,-1-1 9 16,0-1 1-16,-3-1 5 0,0-2 7 0,2-2 1 15,-3-1 6-15,4-2 2 0,-1-2 11 0,-2-3 8 16,-1 1 2-16,-1-3 15 0,1-3 3 0,-1 0 12 15,0-1 10-15,2-4 4 0,-3 0 5 0,2 1 5 16,0-9 3-16,0 3 7 0,4-8-4 0,0 2 0 0,0-1-5 16,0 0 3-16,4 1-4 0,-3 2 6 0,1 3 9 0,-4 8 3 15,-2 3 6-15,0 4 5 0,-2 1-8 0,1 3-9 16,-3 0-12-16,0 2-34 0,3 2-47 0,-2 1-13 16,-2 2 4-16,0 0 4 0,-2 14 2 15,-3 1 9-15,0 4 4 0,-2 8 0 0,-2 4 5 16,-2 1 0-16,1 1 4 15,-1 1 3-15,1 0 4 0,1-2-1 0,0-1 6 16,2-3-1-16,0-2 3 0,2-8 1 0,1 0-3 16,0-3-6-16,3-2-5 0,-3-3-5 0,-1 0-17 15,4-3-15-15,-1 1-13 0,0-4-4 0,2 1-3 16,-4-2 8-16,3-2-36 0,1-1-53 0,0 0-56 16,-9-5-134-16,7 0-372 0,0-1 166 0</inkml:trace>
  <inkml:trace contextRef="#ctx0" brushRef="#br0" timeOffset="35253.65">30132 2501 127 0,'0'0'335'0,"0"0"-32"0,0 0-35 0,0 0-26 15,23-8-22-15,0 6-28 0,9-3-21 0,4 3-18 16,17-5-16-16,-13 5-22 0,14-6-18 0,1 8-11 15,-2-5-10-15,-3 0-6 0,-12 3-13 0,-4-1-9 16,-4-2-11-16,-9 0 2 0,1 3 6 0,-9 0-6 16,0-1 2-16,-4 0 3 0,0-1-5 0,-4 2-5 15,-1 0-9-15,0-1-36 0,-4 3-20 0,0 0-18 0,0 0-11 16,-13-5-26-16,4 3-19 0,9 2-35 0,-18 4-17 16,12-3-38-16,-4 1-173 0,0 1-399 0,3-1 177 15</inkml:trace>
  <inkml:trace contextRef="#ctx0" brushRef="#br0" timeOffset="35696.65">30711 2607 122 0,'0'0'255'0,"-3"1"-5"15,3-1-5-15,0 0-8 0,-1 5-12 0,1-5-18 16,0 0-21-16,17-3-17 15,-5 3-18-15,8-3-14 0,0 1-15 0,-1 0-11 16,2-2-11-16,7-3-9 0,-1 0-11 0,-6 0-8 16,5-1-5-16,-6-2-8 0,-2 2-4 0,-2-3-7 15,0 0-2-15,-3 1-7 0,1 0 10 0,-8 1-2 16,1 1 11-16,-3-1-3 0,-2 2-10 0,-3 0-2 16,-2 1-10-16,-3 0-4 0,-6 3-6 0,-3-1-5 15,-8 2-5-15,-4 3-2 0,0 2 2 0,-2 1-8 0,3 6-2 16,0 2 1-16,5-4-4 0,2 6-1 0,1-1-4 15,5 3 2-15,3 0-1 0,5 2 3 0,5 1 0 16,7 3 9-16,5 2-2 0,7-2 2 0,11-3 1 16,4 0 0-16,19 1 1 0,2-5 1 0,7-1-4 15,1-2 1-15,28-3 0 0,-33-1 18 0,2-6-3 16,-5 3 18-16,-5-5 3 16,-13 1-1-16,-6 0 14 0,-9-1 28 0,-6 0 31 15,-3-1 13-15,-2 0 3 0,-4-1 10 0,-1 2-11 16,0-1-20-16,-6 1-18 0,10 0-31 15,-10 0-33-15,5-1-42 0,-5 1-106 0,0 0-94 16,0 0-65-16,-22-3-76 0,5 2-293 0,0-1-700 16,4-2 310-16</inkml:trace>
  <inkml:trace contextRef="#ctx0" brushRef="#br0" timeOffset="40945.44">2835 5707 69 0,'0'0'92'16,"0"0"-2"-16,0 0-16 0,0 0-8 0,0 0-2 0,0 0-4 15,0 0 10-15,0 0-11 0,0 0 6 0,0 0-11 16,0 0 0-16,0 0 9 0,0 0 1 16,0 0 7-16,0 0 11 0,0 0-4 0,0 0 5 0,0 0-1 0,0 0 2 0,18-15-4 15,-9 9-2-15,6-6-3 0,-1-1-7 16,5-6 2-16,-3-1 0 0,2-2 2 16,-3 0 3-16,-1-3 2 0,1-3 0 0,-1-1-3 0,3-5-10 0,-3-11-6 15,2-1-8-15,-1 2-2 0,-4 9-11 0,-2 0-3 16,0-1 2-16,4-8-2 0,-4 14 10 15,-3 4 8-15,-1 0 3 0,-1 10 10 16,-2 3 9-16,-1 4-2 0,0 0-9 16,0 2-6-16,-1 1-14 0,0 2-23 0,2-2-24 0,-2 6-27 0,0 0-4 0,0 0 5 15,0 0 5-15,-21 24 3 0,10-7 0 16,-5 5 4-16,0 8 0 0,2 2 2 16,-4 10 1-16,1 4 4 0,3 1 0 15,9-12-3-15,-4 1-4 0,1-4-3 0,6 4 1 0,2-5-2 0,0-1-4 0,6-2 1 16,-2-8 0-16,2 6-6 0,2-10 9 15,5 0 8-15,-3-2 5 0,2-4 10 16,-1-3 3-16,2-2 4 0,1-3 3 0,5-2 1 16,1-2-1-16,-1-1 2 0,0-6-1 0,0 2-1 0,-3-4 9 15,1 0 10-15,-3 1 6 0,-1 0 3 0,-7-2 5 16,1 3 6-16,-1-6 0 0,3 5 2 16,-9-2-10-16,1 0-7 0,-1 1-8 15,-1 1-11-15,-5-2-4 0,-2 3-10 0,-1 1-10 0,-4 3-7 0,-5-2-3 0,-1 3-14 16,-1 3-8-16,-3 1-5 0,-6 2-16 15,3 5-13-15,4-2-22 0,3 2-21 16,0 1-28-16,1 1-24 0,1-1-38 16,3-4-152-16,5 3-389 0,4-3 173 0</inkml:trace>
  <inkml:trace contextRef="#ctx0" brushRef="#br0" timeOffset="41357.89">3588 5373 79 0,'0'0'258'0,"0"0"-30"0,0 0-24 16,2 2-25-16,-2-2-18 0,0 0-17 0,-10 6-15 15,5-2-14-15,-4 2-12 0,0 2-17 0,0 0-5 0,1 2-13 16,-3 3-3-16,1 2-7 0,-2 0-6 15,1 2-5-15,2-1-7 0,1 2-4 0,-1-4-2 0,4 3-8 0,1-2-4 16,0-2-4-16,3-2 0 0,2 0-1 0,2 0-5 16,-3-2 0-16,1-1 13 0,6-2 5 0,-1-3 5 15,3 0 0-15,2-3 2 0,2-1-2 16,2-3-2-16,3 2 6 0,-2-6 13 16,-1 0 7-16,-5 2 10 0,1-4 10 0,-1 1 2 0,-1-1 6 0,-3 1-4 0,1-2-3 15,0-5-5-15,-3 2-9 0,-4 1-5 16,-3 1-19-16,2-6-9 0,-4 2-13 0,-3 1-7 15,2 6-3-15,-1-4-4 0,0 5-14 16,-7-3-11-16,4 5-13 0,-4-1-16 16,-2 6-16-16,1 1-13 0,-2-3-19 0,-2 6-16 0,0-2-20 0,9 3-23 15,-2-1-27-15,3-2-20 0,3 4-190 16,2-3-425-16,0 1 189 0</inkml:trace>
  <inkml:trace contextRef="#ctx0" brushRef="#br0" timeOffset="41645.33">4059 5179 302 0,'1'-3'380'16,"2"-1"-21"-16,-2 0-27 0,3 1-39 0,-4 0-27 15,0 3-31-15,4-4-26 0,-4 4-26 0,0 0-44 0,0 0-38 0,0 0-34 0,0 0-5 16,0 0-8-16,-4 18-8 15,4-2-4-15,-5 8 7 0,1 6-13 16,0 5-3-16,-2 1-2 0,0 10-3 0,-1-2 1 16,2-10-4-16,1 2-17 0,0-2-9 0,1-3-7 0,1 1-1 0,0-6-11 0,-1-5-6 15,2-3-3-15,2 0-2 0,-2-7-7 16,1-1-16-16,-1-1-21 0,1-1-11 16,0-4-5-16,-2 1 12 0,4-2 8 15,-2-3-19-15,0 0-51 0,0 0-47 0,0 0-191 0,-3-12-410 0,0 0 181 16</inkml:trace>
  <inkml:trace contextRef="#ctx0" brushRef="#br0" timeOffset="41933.04">3802 5442 92 0,'-15'4'175'0,"0"-2"-19"0,3 3-15 15,3-3-17-15,-2 1-12 0,4-2-9 0,1 2-13 0,1-1-5 0,-1 1-11 0,3 0 2 16,3-3-2-16,0 5 4 0,9-3 6 0,1 0-8 15,8-2-12-15,2 0-4 0,11-2-6 16,9-1-4-16,-2-6 0 0,12 2-5 16,4-1-3-16,-16 1-1 0,1 2-2 0,0-2-5 15,-6 1-4-15,-2 2-2 0,-11 2-5 0,-7 0 0 0,0 1-4 16,-3-1 8-16,-1 2-5 0,-3-1 0 0,1-1 0 16,-7 2-8-16,6 0 1 0,-6 0-9 15,0 0-7-15,0 0-10 0,-20 6-17 0,7-4-10 0,-2 0-4 0,2 1-8 16,-3-1-15-16,5 0-21 0,-2 0-27 0,-1-1-23 15,5 1-148-15,-5-2-306 0,14 0 135 16</inkml:trace>
  <inkml:trace contextRef="#ctx0" brushRef="#br0" timeOffset="42333.87">4362 5247 155 0,'0'-2'360'0,"3"-1"4"0,-3 3-13 0,3-5-27 16,-3 5-20-16,2-6-29 0,-2 6-30 0,1-3-24 15,-1 3-27-15,0 0-24 0,3-3-25 0,-3 3-25 16,0 0-34-16,0 0-22 0,0 0-10 0,1 11-1 16,-1-5-6-16,0 5-5 0,-1 7-4 0,-2 2-3 15,2 3-1-15,-2 3-4 0,2 0-6 0,-3 3 5 0,0-3-7 0,3 0-2 16,-4-1-3-16,4-4-6 0,-2-3-10 0,3-5-13 15,0-4-6-15,0 0-4 0,0-2 0 16,0 1 4-16,0-6 14 0,0 4 11 0,0-2 26 16,0-4 34-16,0 5 25 0,0-5 29 0,3 1 12 15,-3-1-13-15,10-8-11 0,-3 0-10 0,4-1-13 0,0 1-10 16,-1 3-7 0,-1-2-13-16,1 1-1 0,-3 1-12 0,-1 2-1 15,-1 0-8-15,1 0-10 0,-3 1-27 0,2 1-32 16,2 0-20-16,3 1-3 0,0 1-10 0,3 2-19 15,5 1-20-15,-5 1-35 0,2 1-24 0,3 1-34 16,0 1-50-16,2-3-54 0,-2 0-285 0,3-2-637 16,-2 1 282-16</inkml:trace>
  <inkml:trace contextRef="#ctx0" brushRef="#br0" timeOffset="42833.85">5461 5274 212 0,'0'0'312'0,"0"0"-23"0,0 0-28 16,0 0-23-16,0 0-22 0,0 0-20 15,0 0-15-15,0 0-14 0,0 0-15 0,0 0-10 16,0 0-15-16,0 0-17 0,0 0-22 0,0 0-15 16,0 0-10-16,-8 6 0 0,-3 2-11 0,-10 0-4 15,-4 6-6-15,-5 3-5 0,-4 0-4 0,2 0-2 16,1-3-3-16,0 3-4 0,2-2-2 16,1-1-2-16,3-1-1 0,8-4-5 0,2 3-16 15,3-4-17-15,3-1-6 0,1 2-8 0,1-1-4 0,2-1-4 0,2-2 5 0,2 4 6 16,2-3 5-16,3-1 4 0,6 1 5 0,7 1 1 15,2 1 3-15,9-3 0 0,0 3 3 16,2-4-2-16,-1 1 4 0,2 2 1 0,-5-2-1 16,-5-1-1-16,-1-1 3 0,2 2-3 0,-9 0-12 15,1-3-23-15,-5 2-24 0,0-1-15 0,-4 1 1 16,0-1 8-16,-4-1 19 16,-2 2 11-16,-4 0 10 0,-3 4 2 0,-7-4 8 15,-7 6 5-15,-6-3-1 0,-5 3 3 0,1-3 0 16,-3 0 4-16,-3 0 0 0,0-1 4 0,-1-1 1 15,1 2-1-15,1-3 0 0,0 1-6 0,5-2 0 16,0-3-12-16,13 2-10 0,1 0-30 16,5-4-40-16,3 0-83 0,4-2-103 0,6-1-316 0,0 5 140 15</inkml:trace>
  <inkml:trace contextRef="#ctx0" brushRef="#br0" timeOffset="43195.87">5672 5404 198 0,'1'-4'376'0,"-1"4"-33"0,0 0-20 0,0 0-34 15,3-2-31-15,-3 2-26 0,0 0-19 0,0 0-22 16,0 0-24-16,0 0 1 15,0 0-40-15,0 0-10 0,0 0-14 0,0 0-18 16,0 0-18-16,0 0-33 0,0 0-1 0,1 9-7 16,-2-3 0-16,1 2-3 0,-3-1-3 0,3 6-2 15,-1-4 0-15,-1 3-1 0,2 5 1 0,-1 0-4 16,0-2 2-16,1-1-4 0,0 1 6 16,-1-3-12-16,-2-1-3 0,3 0-17 0,0-1-4 15,-1-3-21-15,1-2-23 0,0 2-20 0,0-3-7 0,-3-1-1 0,2 0 4 0,1-3 11 16,-2 8 8-16,2-8 11 0,-3 1-2 15,3-1-76-15,0 0-70 0,-4-12-217 0,-1 6-455 16,4-5 201-16</inkml:trace>
  <inkml:trace contextRef="#ctx0" brushRef="#br0" timeOffset="43364.43">5660 5157 281 0,'0'-4'375'15,"0"1"-20"-15,0-2-44 0,0 5-31 0,4-4-29 16,-4 4-33-16,0 0-22 0,0 0-27 0,0-5-17 16,0 5-34-16,0 0-40 0,0 0-49 0,0 0-6 15,0 0-16-15,0 0-38 0,0 0-35 0,9 11-57 0,-5-5-57 0,1 0-228 16,-4 2-441-16,2 1 196 0</inkml:trace>
  <inkml:trace contextRef="#ctx0" brushRef="#br0" timeOffset="43907.04">6214 5392 79 0,'6'-2'333'0,"-6"2"-25"15,0 0-26-15,0 0-27 0,0 0-25 0,0 0-24 16,0 0-24-16,0 0-21 0,0 0-21 0,-18-8-16 16,10 8-18-16,-2-2-14 0,-2 0-11 0,-1 2-7 15,-5 2-6-15,1-1-10 0,-3 0-7 0,-2 3-4 16,3 1-5-16,-8-1-5 0,4 0-3 16,3 1-6-16,-6 4-5 0,8-1-1 0,0-1-6 15,4 1-2-15,-1-1-4 0,5 0 1 0,1 1-4 0,-1-1 2 0,1 2-3 0,1-2-12 16,3 2-6-16,-2-1-1 0,7-2 5 0,0 1-5 15,0-2 5-15,7 0 5 0,-1 2 3 16,3-4 2-16,5 1 0 0,-1-2 2 0,2-2 2 16,-1 0 2-16,5-2 0 0,-1-2 4 0,1-3 1 15,-3-1 6-15,3 0 4 0,-4-1 10 0,-2-1 7 16,0-3 7-16,0-1 4 0,1-7 1 16,-4 5-2-16,1-6-1 0,-2-1 4 15,-1-3 6-15,0-1-7 0,-1 2 4 0,-1-6-4 16,0 2 2-16,0 1 17 0,-2 3 31 0,-1 4 6 15,-1 5 26-15,-1 5 31 0,-1-4 0 0,2 9-12 16,-2-3-16-16,0 5-18 0,0-1-20 0,0 2-32 16,0 3-36-16,0-7-42 0,0 7-45 0,0 0-51 15,0 0 7-15,0 0 13 0,-5 15 3 0,2-2 30 0,-2 2-14 0,0 3 8 16,0 6-24-16,1 3-4 0,1 2-17 0,1 1-14 16,1-2-12-16,2-1-15 0,1-1-19 0,2-1-14 15,0-7-15-15,2-1-35 0,1-2-23 16,-2-4-223-16,1 0-516 0,1-9 229 0</inkml:trace>
  <inkml:trace contextRef="#ctx0" brushRef="#br0" timeOffset="44415.94">6334 5438 9 0,'0'0'189'16,"0"0"-18"-16,0 0-20 0,0 0-17 0,5 3-17 15,-5-3-11-15,0 0-14 0,0 0-6 16,4 0-11-16,-4 0-6 0,0 0-4 0,0 0-5 15,0 0 1-15,1 2 5 0,-1-2 9 16,0 0 0-16,9 3 5 0,-4-3 4 0,-5 0-4 16,13-1-2-16,-6 1 0 0,1-3 1 0,4 2 8 15,-1-2 7-15,-2-4 11 0,5 2 1 16,-5-1 3-16,0-3-3 0,1 2-3 0,-1-1-6 0,4-5 0 0,-7 5 16 0,2-1-1 16,-3-1 11-16,2 2 16 0,-5 1-4 0,2 1 10 15,-3 3-7-15,3-2-11 0,-4 5-15 0,3-5-26 16,-3 5-8-16,0 0-11 0,1-5-14 15,-1 5-24-15,0 0-19 0,0 0-36 0,0 0-9 16,0 0 3-16,0 0 4 0,-13 17 5 0,7-10-1 16,-2 3 1-16,0 0-12 0,-2 3 0 15,4 1-4-15,-1-2-1 0,3 0 1 0,2 0 1 16,-2-2-1-16,1-1-1 0,1 2 3 0,2-3 6 16,0 0 9-16,5-2 11 0,-1-1 6 15,1 0 12-15,3 1 22 0,2-4-3 0,0 0 5 16,2-2 0-16,2 0 11 0,2-2 11 0,3 0 1 0,-2-4 13 0,1-1-3 0,-2 0 8 0,0-3 7 15,-1-2-9-15,-2 5 3 0,0-5 0 16,3 2 0-16,-7 2 0 0,4 2 6 0,-4-2 2 16,-4 1-5-16,3 3-7 0,-2 1-9 15,-2 0-10-15,-1-1-9 0,-2 1-18 0,-1 3-20 16,0 0-33-16,9 0 4 0,-9 0-8 0,8 10-3 16,-2-3 4-16,-1 4-4 0,1 0-11 15,2 4-21-15,1-1-33 0,0 1-42 0,-4-3-59 16,2-1-77-16,0 0-115 0,1-4-240 15,-3-4-689-15,-5-3 305 0</inkml:trace>
  <inkml:trace contextRef="#ctx0" brushRef="#br0" timeOffset="46799.54">8514 5369 17 0,'2'-10'272'0,"-2"0"-20"16,0 0-15-16,1 5-12 16,1-3-9-16,-2 2-16 0,1 3-20 0,0-2-20 0,-1 1-16 15,0 4-19-15,2-5-19 0,-2 5-28 0,0 0-14 16,0 0-9-16,0 0-4 0,2 14-5 15,-3-2-7-15,0 5-3 0,-1 0-4 0,0 3 0 0,0 1-3 16,-2 4-4-16,0 1-3 0,1-6 15 16,2 1-3-16,1-4-7 0,0 2-8 0,0 1-9 0,0-5-3 15,1-3-5-15,0 0-5 0,1-7 1 16,-2 2 5-16,0-2 9 0,1 0 27 0,-1-3 33 0,3 0 26 16,-3-2-1-16,0 0-15 0,15-10 9 15,-8 0 6-15,1 1-9 0,4-5-8 0,-1-3-2 0,2 1-1 16,0-5-12-16,3 0-6 15,1-1-5-15,-2-1-4 0,-2 2-10 0,-3 7-5 0,2 4 0 16,-6 1-10-16,2 1-1 0,-3 2-2 16,0 2-10-16,-1-3 4 0,0 3-28 0,-2 3-13 0,2-1-6 15,-4 2-3-15,9 3-1 0,-5 0 3 0,5 1 1 0,0 3 1 16,-2 0-1-16,2 1 5 0,3 3 2 16,-1 2 2-16,2-1 5 0,-4-5 3 0,3 8 7 0,-1-8-6 15,-2 2 5-15,0-2-1 0,-3-2-1 0,2 3 7 16,-3-3 0-16,-1-2 6 0,1 1 30 0,-2-2 34 15,-3-2 39-15,6 3 31 16,-6-3 1-16,5-8-23 0,-1 3-6 0,1-4-9 0,-1-3-10 0,0-1-5 16,1-3-8-16,-1-3-7 15,-2 1-8-15,1-1-9 0,2-5-6 0,-4 5 0 0,0 1-20 0,1-3 7 0,-1 4-3 16,-1 7-1-16,0-2-6 16,3 5-8-16,-3 2-27 0,0-1-38 0,1 2-50 0,-1 0-54 15,0 4-59-15,0-4-49 0,0 4 19 16,0 0-11-16,0 0-24 0,-5 16-47 0,3-10-231 0,2 5-601 15,0-2 266-15</inkml:trace>
  <inkml:trace contextRef="#ctx0" brushRef="#br0" timeOffset="46959.61">9053 5511 7 0,'0'0'394'0,"3"2"4"0,-3-2-9 0,2 1-17 16,-2-1-38-16,0 0-36 0,0 0-25 15,0 0-34-15,5 2-31 0,-5-2-34 0,0 0-45 0,0 0-56 16,0 0-47-16,0 0-46 0,0 0-81 0,0 0-93 16,0 0-77-16,5-5-184 15,-5 5-493-15,8-8 219 0</inkml:trace>
  <inkml:trace contextRef="#ctx0" brushRef="#br0" timeOffset="47327.58">9307 5271 109 0,'3'-2'386'0,"-2"-3"-40"0,0 3-33 0,-1 2-36 16,4-5-23-16,-4 5-42 0,5 0-20 0,-5 0-19 0,21 4-20 15,-11 1-15-15,5 4-27 0,1 1-10 16,1 2-9-16,-1 1-15 0,3 6-7 0,-2 0-11 0,0-1-2 15,-1 3-11-15,-6-4-8 0,-1 0-8 16,-4 3-5-16,5-3-11 0,-7-5 1 0,-2-1-4 16,-1 1-6-16,1-2 4 0,-2 0-8 15,0-3 7-15,1-2 1 0,-4 3 7 0,-1-3 7 0,4-1 11 0,-6-4 7 16,2 0 12-16,5 0 13 16,-13-1-3-16,7-3 29 0,-2-3 7 0,3-2-4 0,-3-1-13 0,1-5-6 15,3-2-10-15,-1 0-16 0,5 1-15 16,0-2-12-16,3 1-20 0,2-2-18 15,2 1-20-15,0 1-23 0,2 0-24 0,1 4-30 0,4-2-40 0,-4 1-38 16,4 7-58-16,0-5-45 16,-1 4-218-16,-1 3-553 0,-2 0 245 0</inkml:trace>
  <inkml:trace contextRef="#ctx0" brushRef="#br0" timeOffset="47527.6">9815 5409 387 0,'0'0'419'0,"1"3"-43"0,-1-3-29 0,0 0-44 0,1 4-32 16,-1-4-27-16,0 0-27 16,0 0-60-16,0 0-43 0,1 4-51 0,-1-4-42 0,0 0-53 15,0 0-62-15,0 0-67 0,0 0-87 16,0 0-150-16,20-8-430 0,-17 3 190 15</inkml:trace>
  <inkml:trace contextRef="#ctx0" brushRef="#br0" timeOffset="47857.14">10225 4925 423 0,'0'-5'458'0,"0"1"-33"16,0-3-43-16,0 5-35 0,0-2-40 16,0 4-36-16,-4-4-36 0,4 4-57 0,0 0-65 0,0 0-35 15,0 0-8-15,0 0-8 0,1 22-10 0,2-3-4 16,-3 8-7-16,0 1-5 0,-3 6-1 0,3-2-2 16,-4 3-2-16,-3 10-2 0,4-10-3 0,1 0-1 15,-1-1-2-15,6-4-3 0,-1 2 4 0,-2-4-7 16,3-2 0-16,-3-7-4 0,1-3 0 0,3-5 5 15,-3 2-2-15,-1-4-1 0,4 0-2 16,-4-4-5-16,1 2-5 0,-1-2 0 0,3-2-1 16,-3 1-2-16,0-4-5 0,0 5-3 0,0-5-7 15,0 0-19-15,0 0-46 0,5 0-59 0,-5 0-64 16,13-9-57-16,-5 4-268 0,1-5-572 0,-1 3 253 16</inkml:trace>
  <inkml:trace contextRef="#ctx0" brushRef="#br0" timeOffset="48042.33">10064 5348 286 0,'-7'3'386'0,"4"-2"-21"16,3-1-27-1,-8 4-35-15,8-4-17 0,0 0-33 0,0 0-57 16,0 0-47-16,20-7-39 0,8-1-47 0,5-1-65 15,19-3-78-15,3 0-104 0,-6-4-228 0,1 0-446 16,4 2 197-16</inkml:trace>
  <inkml:trace contextRef="#ctx0" brushRef="#br0" timeOffset="48612.36">11211 5138 22 0,'0'0'279'0,"0"0"-19"0,0 0-13 0,-4-3-24 15,4 3-24-15,0 0-22 16,14-9-17-16,-2 7-20 0,-2-1-14 16,7 0-10-16,-2-1-12 0,8 3-13 0,-3 0-7 0,2 2-13 15,5 2-10-15,-5 2-6 0,-1-2-7 0,6 8-3 16,-6-4-8-16,-6 5-3 0,3-1-1 0,-5 1-6 16,0 5 2-16,-5 0-4 0,1 0-1 0,-5 1-4 15,-2 7 1-15,-5 1-2 0,-6 1 0 16,-1-2 0-16,-3-1-2 0,0-2-3 0,-2-1-2 0,2-6 2 0,-1 0-2 15,3-2 7-15,-1-4 7 0,5 0 4 0,-1-2 4 16,3-4 7-16,-1 3 21 0,2-3 35 0,1 0 38 16,0-1 45-16,1 0 31 0,2-2 18 0,0 0-37 15,0 0-27-15,6-17-23 0,4 5-17 0,3-4-12 16,2-4-12-16,3-2-13 0,4-2-8 0,0 1-8 16,0 0-7-16,1-1-9 15,-2 0-5-15,-3 6-6 0,-4 5-5 0,-2 0-4 16,-3 6-3-16,-3 1-2 0,-1 1-7 0,0 0-6 15,-1 2-14-15,0 0-29 0,-4 3-36 0,4-4-42 16,-4 4 6-16,0 0 6 0,0 0 14 0,-8 20 8 16,2-9 8-16,1 4 4 0,-1 4 5 0,1-2-19 15,2 7-21-15,4-3-13 0,3-3-17 0,1-1-32 16,5 7-51-16,13-11-97 0,3-2-313 0,4-4-665 0,6-7 295 16</inkml:trace>
  <inkml:trace contextRef="#ctx0" brushRef="#br0" timeOffset="49298.71">13115 4683 38 0,'4'-15'305'16,"-3"4"-12"-16,2 1-3 0,-2 0-14 0,0 3-26 15,1 2-24-15,-1 0-29 0,1 1-34 0,-2 1-39 16,0 3-50-16,0 0-15 0,0 0-12 0,-5 15-6 0,2 2-6 0,-1 11 3 0,-3 6-7 16,-4 15 1-16,-2 2-2 0,4 4-3 15,-5 1-5-15,4 0 4 0,1 1-4 0,-1-1 1 16,1-2-5-16,1-1 1 0,4-2 2 0,-1-3-3 15,0-14 0-15,5 2-2 0,-4-8-2 0,3-3-1 16,-3-5-1-16,4-6-1 0,-1 3-1 0,-2-7 0 16,2-2 7-16,-2-1 12 15,2-1 17-15,1-2 12 0,0 0 14 0,-5 0 2 16,-4-3-8-16,-2-1-9 0,-9-3-6 0,2-3-5 16,-3 2-3-16,-1-1-5 0,3-3-7 0,-2 2-9 15,-5-3-22-15,4 2-23 0,-3-2-28 0,5 2-32 16,-3 1-38-16,4 3-45 0,-2-5-52 0,1 3-256 15,2 0-512-15,3-6 228 0</inkml:trace>
  <inkml:trace contextRef="#ctx0" brushRef="#br0" timeOffset="49600.09">12672 5177 134 0,'0'0'318'0,"-7"2"-34"16,7-2-26-16,-2 2-14 0,2-2-37 0,0 0-19 15,0 0-24-15,0 0-16 0,0 0-18 0,23 1-13 16,6-4-9-16,3 0-14 0,19-5-11 0,4 2-7 16,7-1-9-16,-4-1-9 15,4 3-4-15,-11 4-7 0,-13-2-4 0,-1 1-8 16,-5 1-5-16,-6 0-6 0,-10-3-3 0,-3 4-6 15,-2 0-11-15,-4 0-6 0,-2-1-6 0,-5 1-11 16,7-1-3-16,-7 1-12 0,0 0-13 0,0 0-23 16,-31 6-25-16,10-4-11 0,2 0-13 0,0 1-20 15,6-3-32-15,-6 2-183 0,0 0-382 0,5-1 169 16</inkml:trace>
  <inkml:trace contextRef="#ctx0" brushRef="#br0" timeOffset="50246.58">13520 5035 262 0,'0'0'325'0,"0"0"-35"0,12 0-33 15,-8 1-24-15,-4-1-26 0,9 5-24 0,-2 0-19 16,3 1-20-16,1 3-14 0,1 5-15 0,-3-2-10 0,0 4-6 15,-1 2-17-15,2-1-2 0,-5 2-12 0,-1 0-8 16,-4 1-5-16,1-2-1 0,2 1-9 0,-6 0-4 0,2-4-11 16,-3-3 0-16,3 0-5 0,-3-1-2 0,4-5-3 15,-2-2 1-15,0 2 7 0,2-2 17 0,0-4 16 16,-1 5 33-16,1-5 44 0,0 0 31 0,0 0-16 16,0 0-43-16,0 0-26 0,19-19-12 0,-1 7-9 15,5-5-4-15,3-3-19 0,2 3-39 0,16-6-18 16,-10 5-8-16,13-2-9 0,-15 3-6 0,6-1-9 0,-2 2 0 0,-4 6 1 15,-3-3 0-15,-2 2-3 0,-5 3 5 0,-8 3 5 16,-2 0 1-16,-2 2 7 0,-4 1 8 0,2-1 7 16,-3 2 11-16,1-2 6 0,-2 3 12 0,-4 0 10 15,0 0 7-15,9-2 0 0,-9 2 6 0,4-1-1 16,-4 1-1-16,0 0-7 0,4-2-2 0,-4 2-4 16,0 0-3-1,0 0 10-15,0 0-17 0,0 0 2 0,-17 5-13 0,7-2 12 16,-3 2-4-16,3 0-3 0,-7 3 0 15,7 0-1-15,-6 1-7 0,1 3 5 0,1 0 0 16,4 1-3-16,-4 1-13 0,4-1-3 0,5-2-4 16,0 1-1-16,1 0-6 0,2-1 4 0,4 0 1 15,0 1 4-15,3-2 8 0,3 0 9 0,6 2 1 16,0-6 3-16,5 2-4 0,2-3 3 0,6-5 7 0,-4 0 6 0,5-2-3 16,0-3 0-16,-10 0 11 0,0 0 20 0,-1 1 15 15,0-4-1-15,-2 1-5 0,-3-3 18 16,-3 3-6-16,1-3-3 0,-6 1-12 0,1-3-2 0,-5 0-7 15,4 1-21-15,-4-2 3 0,-4-2-1 16,0 3-15-16,0 0-7 0,-2 3-13 0,-7-7-7 16,3 7-14-16,-6 0-14 0,0 1-14 15,-3 4-5-15,-1-1-20 0,0 4-22 16,-3-1-30-16,-3 2-32 0,5 3-41 0,2-2-39 16,5 4-274-16,2-5-573 0,5 4 254 0</inkml:trace>
  <inkml:trace contextRef="#ctx0" brushRef="#br0" timeOffset="50746.97">14504 5082 239 0,'8'1'416'0,"-8"-1"-47"0,0 0-30 0,5 2-38 15,-5-2-38-15,0 0-34 0,5 0-23 16,-5 0-22-16,4 2-33 0,-4-2-23 15,1 5-16-15,0-2-13 0,-1 4-6 0,3 0-9 16,-3 4-5-16,1-3-8 0,2 5-6 0,-2-1-7 0,-1 0-14 0,0-1-9 0,4-2-7 0,-3 0-14 16,-1-2-6-16,3-2 2 0,-3 0 1 15,0-2 2-15,0 1 23 0,0-4 23 0,0 0 43 16,1 3 22-16,-1-3 3 0,0 0-11 0,14-8-15 16,-5 1-8-16,0-1-12 0,6-5-4 15,-1 1-11-15,4-2-6 0,-2 2-5 0,0 1-8 16,0-1-1-16,-2 1-9 0,-3 5-5 0,-2 1-7 15,-3-1 3-15,2 5-9 0,-3-3-5 16,-1 1-8-16,0 1 0 0,0 1-8 0,-4 1-6 16,6-2-13-16,-6 2 2 0,8 3-5 0,-4 1 20 15,-2 1-12-15,5-1-25 0,-1 4 21 0,-1-3-12 16,0 4-9-16,3-2-10 0,-3 3-3 0,2-3-6 0,0 0-3 0,-3-1 3 16,-2-4 4-16,1 5 8 0,0-4 25 0,-1 0-13 15,-1 0 20-15,-1-3 28 0,4 1 19 0,-4-1-20 16,15-1 20-16,-3-3 4 0,1-1 0 0,-2 0-6 15,7 0 1-15,-4-2-4 0,4-2 1 0,-4 6-10 16,4-6 3-16,-5 6-4 0,1 1-6 0,-1-1 0 16,1 2-21-16,0 1-31 15,4 1-23-15,0 2-39 0,-2 2-42 0,0 4-48 16,0-1-91-16,-7 0-349 0,0-2-688 0,1 1 305 16</inkml:trace>
  <inkml:trace contextRef="#ctx0" brushRef="#br0" timeOffset="51812.07">16453 4838 21 0,'-3'1'209'0,"3"-1"-3"0,0 0-5 0,0 0-6 0,0 0-11 16,0 0-15-16,0 0-16 16,0 0-13-16,0 6-16 0,0-6-12 0,0 0-14 0,0 0-7 0,0 0-14 15,0 0-8-15,0 0-1 0,0 0-9 0,0 0-8 0,0 0-4 16,0 0-8-16,16-6-1 16,-16 6-4-16,11-3-1 0,-7 0-1 0,0 1-3 0,0 1 17 15,-2-3-1-15,2 2 0 0,1-1-7 0,-1 0 0 16,0-1 16-16,-3 1 15 15,3-1-4-15,-4 4 10 0,4-3-11 0,-4 3-8 0,1-3-5 0,-1 3-12 16,0 0-8-16,4-4-9 16,-4 4-4-16,0 0-18 0,0 0-9 0,-18 3 0 15,5 1 1-15,-6 3 0 0,-10 3-2 0,2 4-2 0,-3-1 11 16,2 2-9-16,-1 4-1 0,1 0 2 0,0 1-4 0,2 1 5 16,-1 1-3-16,8 5 3 0,1-9 0 15,5 0 2-15,-1 5 0 0,8-7 1 0,2 1 2 0,4 0 0 16,3-5 3-16,4 2 6 15,9 1-1-15,2-4 1 0,11 1-1 0,9-4 2 0,14-1-1 16,0-4-1-16,-14-3 0 0,21-1 1 16,-5-3 0-16,-19 0-1 0,-1-1 0 0,-6 4 1 0,1-4 2 0,-10 2 10 15,-6 2 18-15,-4 0 9 0,1-1 13 0,-5 1 16 16,2 0 1-16,-2 1 12 16,1-1-17-16,-6 1-6 0,8-2-15 0,-8 2-16 0,5 0-12 15,-5 0-6-15,0 0-14 0,0 0-12 16,0 0-21-16,0 0-18 0,0 0-29 0,-20 7-34 0,8-4-23 0,3-1-38 15,0 1-34-15,3-3-35 0,-2-1-217 16,8 1-498-16,-5-2 221 0</inkml:trace>
  <inkml:trace contextRef="#ctx0" brushRef="#br0" timeOffset="52517.54">17639 4651 3071 0,'9'-14'152'0,"-2"5"-41"15,0-2 17-15,-2 3 15 0,-1 2-18 0,-2-1-30 0,1 3-21 0,1-1-21 16,-1 2-10-16,0 1-10 16,-2-1-7-16,-1 3-26 0,3-4-30 0,-3 4-28 0,0 0 14 15,2 11-1-15,-2-1 3 0,0 10 5 0,-2 5 6 0,-1 2 3 16,1 5 5-16,-3 2-2 0,0 12 4 15,-2-10 5-15,1 0 4 0,-1-2-1 0,1-2 5 0,2-3-1 16,2 0-5-16,-2-2-3 0,1-3 3 16,1-7-4-16,2-2 1 0,-2-4-1 0,2-2-5 0,-1 2-3 15,1-6 5-15,-1 0 3 16,1-1 10-16,-2-1 5 0,1 1 37 0,1-4 17 0,0 7 22 16,0-7 15-16,0 0-16 0,0 0-46 0,0 0-15 0,-14-9-6 0,6 3-7 15,-2-1-18-15,0 1-2 16,0-2 4-16,-7 1-4 0,3 1 2 0,0 1 9 0,0-1-7 15,1 2-1-15,-1 1 2 0,5 1-1 16,-2-2 9-16,6 3 3 0,-2-1-4 0,3 0-2 16,-1 1-14-16,1-2-8 0,4 3-3 0,0 0-13 0,0 0-14 15,0 0-2-15,20-5 2 0,9-2 2 16,3 3-12-16,5 1-21 0,3-4-24 0,13 1 4 0,-2-3-10 16,3 2-1-16,-3-3 13 15,-11 3 8-15,0 3 11 0,-4-4 13 0,0 0-8 16,-5-2 19-16,-4-1 20 0,-9 5 21 0,1-2 46 0,-4 1 41 15,-5 4 42-15,-1-1 25 0,-2 2 9 0,-2 0 6 0,1-1-3 0,-2 0-14 16,-1 1-5-16,0 1-19 16,-3 1-18-16,0 0-13 0,0 0-10 0,0 0-4 0,-19 6-8 15,8 1-7-15,-7 2-2 0,2 1-9 16,0 1-1-16,3 2-3 0,-1-1-9 0,5 2-2 16,3-1-9-16,-1-4-3 0,0 5-7 0,3-1 3 0,0-2-2 15,4 0 2-15,1-3 4 0,3 0 5 0,6 0 4 16,-1-3 3-16,9 2 0 15,-1-6 2-15,3 2-5 0,1-5 2 0,-1 1-1 0,1-3 9 16,-5 2 18-16,2-3 12 0,-6-2 18 0,0 0-7 0,-4-1-17 16,1-1 1-16,0 1-15 0,-8-4-28 15,3-1-20-15,-7-3-18 0,2-1-16 0,-8 3-17 0,0-1-10 16,-1 3-19-16,-4 1-24 0,-4 3-28 16,0-1-35-16,0 2-35 0,3 1-39 0,-5 1-167 0,4 1-461 15,5-1 205-15</inkml:trace>
  <inkml:trace contextRef="#ctx0" brushRef="#br0" timeOffset="53094.28">19420 4795 14 0,'0'0'224'0,"0"0"-20"0,-9 0-23 0,9 0-18 0,0 0-16 16,0 0-13-16,-2 2-18 16,2-2-7-16,0 0-5 0,0 0-7 0,0 0-6 0,0 0-5 15,0 0-5-15,0 0-4 0,0 0-7 16,17 3-4-16,-6-7-5 0,3 3-9 0,2-2-4 0,3 1-7 15,-2-4-1-15,-3 2-5 0,-1 2-1 16,0-2 5-16,-3-1 5 0,0 2 5 0,0-4 9 0,-1 2 7 16,-2 2 13-16,-2-2 5 0,0 1-7 0,-3 1-8 0,1-1-14 15,-3 1-20-15,0 3-4 0,-10-5-10 16,0 5 5-16,-2 1-11 0,-7-1-4 0,-3 4 0 0,-7 5-4 16,-2 2-1-16,-1 5 1 0,0 3-5 15,4 1 1-15,-1 1-1 0,-2 3 3 16,4-1-4-16,4 1 2 0,1 1 5 0,6-2-3 0,1 1 3 15,5 3-1-15,7-8 2 0,4-2-2 16,7 2 4-16,8 3 0 0,11-2-5 0,8-6-12 16,16 2-32-16,5-3-47 0,5-9-73 0,6-4-87 15,-3-1-186-15,3-6-466 0,-2-3 207 0</inkml:trace>
  <inkml:trace contextRef="#ctx0" brushRef="#br0" timeOffset="53406.6">20054 4991 59 0,'0'0'270'0,"-5"1"-21"16,5-1-12-16,0 0-18 0,0 0-12 0,-4 3-20 15,4-3-18-15,0 0-15 16,0 0-16-16,31-4-14 0,-10 1-13 0,6-2-12 16,5 0-20-16,1 1-13 0,4 1-19 0,-2-5-17 15,0 2-22-15,1 0-32 0,-4 0-35 0,-5 1-28 16,-6-2-37-16,-4-1-44 0,-6 4-165 0,-2-1-359 15,-6 0 160-15</inkml:trace>
  <inkml:trace contextRef="#ctx0" brushRef="#br0" timeOffset="53622.99">20239 4753 297 0,'0'0'446'0,"0"0"-30"0,-3-4-40 0,3 4-40 16,0 0-42-16,0 0-33 0,0 0-29 15,0 0-53-15,0 0-54 16,0 0-19-16,0 0-16 0,-2 17-9 0,-2-1-1 16,4 2-7-16,-1 1-14 0,1 8 9 0,0-1-17 15,-1 0-3-15,2 1-12 0,-1 1-20 0,4-3-46 16,-2 2-23-16,1-3-32 0,1-4-37 0,1-3-54 16,-1-1-59-16,-1-3-261 0,1-4-535 0,-1-2 237 15</inkml:trace>
  <inkml:trace contextRef="#ctx0" brushRef="#br0" timeOffset="54093.14">20822 4664 349 0,'0'0'321'0,"0"0"-34"0,2-3-28 15,-2 3-29-15,8-2-23 0,1 2-22 0,0 0-22 16,1 2-16-16,4 0-18 0,-2 2-11 15,4 0-13-15,-3 0-11 0,4 6-14 0,-3 0-9 16,-1 0-6-16,-1 3-12 0,-3 3-8 0,-4-4-6 0,2 5-7 16,-5 3-4-16,-7 1-4 0,0 3-3 0,-8 1 1 0,-5 0-5 15,-2-1 1 1,-4-1 0-16,-5 1 1 0,3-2-4 0,-1-2-3 0,0-4 2 16,4 0-5-16,5-4 2 0,2-2-3 0,5-4-2 15,2 0-1-15,-1 0 4 0,5-3-1 0,1 1 2 0,0-1 7 16,2-1 7-16,-2 1 15 0,4-3-8 0,0 0-2 15,6 2 3-15,6-3-5 0,8 1-5 16,7-1-7-16,2-2-20 0,2 1-25 0,1-2-29 16,1-1-49-16,-1 2-54 0,0-2-84 0,-2 1-235 15,-1-3-519-15,-1 2 230 0</inkml:trace>
  <inkml:trace contextRef="#ctx0" brushRef="#br0" timeOffset="54425.14">21310 4839 315 0,'0'0'463'0,"4"-3"-45"16,-4 3-43-16,1-2-44 0,-1 2-32 0,0 0-34 0,0 0-37 15,0 0-31-15,0 0-21 0,0 0-45 0,0 0-11 16,0 0-12-16,-1 13-18 0,-2-5 12 0,1 2-22 16,-2 2-17-1,-1 3 2-15,-3 1-10 0,2 0 3 0,-2 2-12 16,0-3-5-16,-3 2-6 0,3-3 10 0,0-4-18 0,3-1-22 15,-4 1 2-15,7-4-16 0,-2 0 11 16,0-1-4-16,0 0-1 0,3-3 25 0,-2 1 35 16,3-3 44-16,-1 4 27 0,1-4 26 0,0 0-33 15,0 0-25-15,9-12-2 0,0 5-8 0,1-2-13 16,-1 2-8-16,3-2-3 0,-1 0-10 0,-2 2-3 0,2 2-12 0,-3-3-1 16,-3 4-4-16,1 4-6 0,-3-3-5 0,1 2-26 15,0-3-35-15,-4 4-47 0,9 0-11 0,-9 0-2 16,10 5-21-16,-2-2-34 0,-2 0-51 0,2 2-59 15,0 4-51-15,-2-5-76 0,-1 2-218 0,3-2-662 16,-2-2 293-16</inkml:trace>
  <inkml:trace contextRef="#ctx0" brushRef="#br0" timeOffset="54710.08">21214 4887 3784 0,'-14'-3'337'16,"2"-4"-181"-16,2 2 18 0,-1 1-24 0,4 1 11 15,1 0-9 1,1-2-7-16,1 4-7 0,-1 0-13 0,5 1-16 16,-5-3 3-16,5 3-6 0,0 0-18 0,0 0-11 15,22-11-11-15,6 8-5 0,7-2-7 0,22-3-6 0,3 4-14 16,6-1 2-16,24-4-6 0,-29 6-1 16,0-4-4-16,-2 2-5 0,-1 0 0 0,-21-2-7 15,-2 5-1-15,-4-2-3 0,-12 0 1 0,-1 2 3 16,-8 0 9-16,3 2 1 0,-8-3 1 0,3 3-4 0,-4 0-12 0,-4 0-19 15,9 0-21-15,-9 0-25 0,5-2-28 0,-5 2-73 16,0 0-131-16,0 0-78 0,-26 0-88 0,12 0-369 16,1-2-890-16,-1 0 393 0</inkml:trace>
  <inkml:trace contextRef="#ctx0" brushRef="#br0" timeOffset="57112.28">1883 8439 98 0,'-4'4'124'15,"4"-4"-14"-15,0 0-11 0,0 0-10 0,0 0-10 16,0 4-1-16,0-4-7 0,0 0 2 0,0 0-10 16,17-8-4-16,-6 5-5 0,2-3-7 0,5-4-5 15,0 1 3-15,7-6-10 0,2 1 3 0,-1-3-11 16,-2-1 3-16,2-1 1 0,-2-1 7 0,-1-2-6 16,-1 3 3-16,-2-3 8 15,-2 2 6-15,0-4 5 0,-1 1-5 0,-2-4 1 16,-5-2 8-16,3 0 2 0,-2 1 3 0,-3-2 10 15,2 2 2-15,-6-1 6 0,1 0-6 0,-2 3-6 16,-2 2 23-16,0 4 10 0,-1 3-6 16,-1 2-8-16,0-1-5 0,-1 6-6 0,1 1-1 0,-1 0-6 15,-1 2-5-15,2 1-10 0,-1 0-6 0,-3 3-6 16,4-3-4-16,1 6-9 0,-4-2-10 0,0 0-15 0,4 2-5 16,-10 4 0-16,4-1-5 0,-4 4 0 0,-2 5-1 0,-1 4-21 15,-2 7 3-15,-2 3 4 0,5 2 0 16,-5 1-2-16,3 2 7 0,2 2-3 0,1-1 13 15,2 4-10-15,0-3-2 0,0 2 2 0,5 2-2 16,3-6-4-16,-2 1 4 0,3-5-6 0,6 2-1 16,-3-8 2-16,6 3 1 15,4 0 4-15,-4-7-2 0,5-2 9 0,0-4 5 16,10 2-6-16,-7-8 1 0,2-2 8 0,9 2-1 16,0-5 3-16,3-6-2 0,-4-1 0 0,-8 2 4 15,-1-4-2-15,0-1 2 0,-4-1 1 0,-3 4 0 16,0-2 13-16,-5 0 3 0,-1-1 0 0,-2-2-5 15,0 2-3-15,-4 0-3 0,-4 1-2 0,0-3-4 16,-3 3-4-16,-1 2-1 0,-6-2-11 0,-3 2 1 0,-2 4 1 0,-3 1-5 16,-8 2-8-16,-1 2-13 0,2 2-17 0,0 2-13 15,-3 2-23-15,5 0-32 0,-2 3-26 0,5-1-52 16,-2 0-139-16,10-3-369 0,1-3 163 16</inkml:trace>
  <inkml:trace contextRef="#ctx0" brushRef="#br0" timeOffset="57528.95">2628 8204 310 0,'0'0'395'0,"0"0"-44"0,0 0-35 0,0 0-38 15,8 0-28-15,-8 0-30 0,0 0-29 0,0 0-26 16,0 0-31-16,0 0-25 0,1 4-27 0,1-1-10 16,-2-3-5-16,0 9-6 0,2-3-11 0,-1 1-4 15,0 2-4-15,-1 1-3 0,2 0-2 0,-2 2-4 16,0-1-4-16,1 0-1 0,-1-4 6 0,0 0-14 0,0-2-2 0,0 3 0 16,0-3-2-16,0-5 2 0,0 7 0 15,0-7 1-15,0 6 37 0,0-6 15 0,0 0 28 0,3 4 21 16,-3-4 15-16,0 0-14 0,0 0-11 0,8-15-19 15,-3 7-6-15,3-4-11 0,1 3-9 0,0 0-3 16,0-4-13-16,-1 3-2 0,-2 2-8 0,-1 0-3 16,1 3-4-1,-2 2-14-15,0-2-18 0,0 2-41 0,0 0-31 16,2 3-12-16,-6 0-13 0,18 6-1 0,-10 0-7 16,7 5-3-16,-3 2-16 0,-2 2-13 0,4 7-26 15,-1-1-31-15,-2 5-40 0,-1-1-73 0,-3-7-195 16,-1-3-545-16,-2 0 241 0</inkml:trace>
  <inkml:trace contextRef="#ctx0" brushRef="#br0" timeOffset="58026.71">1804 8849 94 0,'-10'5'347'0,"3"-2"-36"0,-2 0-38 16,3 0-40-16,1-2-41 0,1 0-28 0,0 3-23 15,4-4-20-15,-5 2-4 0,5-2-16 0,-5 1-14 16,5-1-6-16,0 0-9 0,-5 2-7 0,5-2-9 16,0 0-3-1,0 0 1-15,0 0-12 0,0 0-5 0,0 0-3 16,-4 2-7-16,4-2 0 0,0 0-8 0,0 0 5 0,0 0-4 15,0 0-4-15,0 0-2 0,0 0-5 16,0 0 0-16,0 0 1 0,0 0 5 0,0 0-9 16,0 0 0-16,0 0 0 0,14 3-3 0,-2-6 3 15,7 2 1-15,9-2-1 0,5-2 3 0,19-2-5 16,5-3 2-16,4-2 2 0,32-2 0 0,3-4 0 0,1-2 0 0,5-1 0 16,10 4 2-16,-1 0-3 0,-4 5 1 0,-6-3-2 15,-1 3 2-15,-11-1-2 0,-25 8 4 16,-8-1-5-16,-2 2 3 0,-13-1-3 0,-8 4-1 15,-1-4 0-15,-10 3 4 0,-4 0-1 0,-6 2 2 16,-1-2 10-16,0 2 20 0,-6-2 15 0,-5 2 15 16,12 0 4-16,-12 0 10 15,10-1-4-15,-10 1 0 0,0 0-2 0,9-2-9 0,-9 2-4 16,0 0-12-16,0 0-18 0,0 0-4 16,10-1-20-16,-10 1-26 0,0 0-18 0,1-2-42 15,-1 2-76-15,0 0-91 0,-1-11-320 0,1 11-611 16,-4-13 271-16</inkml:trace>
  <inkml:trace contextRef="#ctx0" brushRef="#br0" timeOffset="58296.07">3936 7994 370 0,'0'0'460'0,"0"0"-45"0,0-4-44 16,0 4-36-16,0 0-37 0,0 0-33 0,0 0-34 16,0 0-33-16,0 0-42 15,0 0-47-15,0 0-50 0,0 0-56 0,0 0-55 16,0 0-42-16,0 0-47 0,9 9-69 0,-5-1-253 0,1-1-500 15,1 3 221-15</inkml:trace>
  <inkml:trace contextRef="#ctx0" brushRef="#br0" timeOffset="58450.07">4020 8528 312 0,'0'7'434'0,"0"-2"-21"0,-3-2-32 16,3-3-38-16,-1 7-34 0,0-4-26 0,1-3-32 15,-2 4-33-15,2-4-34 0,0 0-40 16,0 0-84-16,0 0-96 0,0 0-84 0,0 0-75 16,23-12-303-16,-10 7-538 0,1-7 239 0</inkml:trace>
  <inkml:trace contextRef="#ctx0" brushRef="#br0" timeOffset="58764.8">4547 8322 401 0,'-1'2'451'16,"1"-2"-34"-16,-4 3-40 0,4-3-38 0,0 0-28 16,-5 3-17-16,5-3-49 0,0 0-15 15,0 0-24-15,0 0-20 0,14 1-22 0,2-4-13 0,4 0-18 0,16-4-11 0,15 3-19 16,2-7-10-16,0 6-20 0,6-1 9 0,0-3-11 15,-5 5-11-15,-1 0-2 0,-15-2-4 0,-3 4-8 16,-2-1-5-16,-5 2-2 0,-9 1-5 0,-6 0-3 16,-2 0-6-16,0-1 0 0,-5 0-7 0,-1 0 4 15,-5 1-6-15,12 1-5 0,-12-1-12 16,6-1-31-16,-6 1-5 0,6 0-34 0,-6 0-37 16,0 0-50-16,0 0-76 0,0 0-90 15,0 0-337-15,-20-2-716 0,6-2 317 0</inkml:trace>
  <inkml:trace contextRef="#ctx0" brushRef="#br0" timeOffset="60531.88">7145 7915 147 0,'0'-9'260'0,"0"-1"-16"15,0 3-9-15,-1 0-24 0,1 3-16 0,0-1-23 16,0 2-20-16,0 3-19 0,0-8-38 0,0 8-36 0,0 0-8 0,0 0-8 0,0 0-5 16,0 23-2-16,0-4-8 0,-1 8 0 0,-3 3-4 15,0 2-2-15,0 3-5 0,0 2-2 16,0-1 1-16,0-1-1 0,1 2-1 0,-4-2 2 16,6-1-4-16,-3-8 2 0,3 3 1 15,1-11 0-15,0-1 0 0,0 0 1 0,0-5 1 16,-3-4-1-16,2-2 7 0,1-2 20 0,1 3 31 15,-2-3 38-15,1 1 47 0,0-5 27 16,0 0-10-16,0 0-27 0,0 0-19 0,4-19-10 16,-4 8-21-16,3-3 10 0,-1-2-27 0,-1-1-14 0,6-8-4 0,-4-1-4 0,0-1-10 15,2-2-6-15,-1-1-3 0,1 0-6 0,-1-1 0 16,0 3-1-16,-4 1 3 0,4 8-3 16,-2 1 10-16,1 5 5 0,-2 4-4 0,-1-1-2 15,0 4-5-15,0-1-6 0,0 3-8 0,0-1-15 16,0 3-29-16,0 2-39 0,1-7-33 0,-1 7-17 15,0 0 9-15,0 0 16 0,8 12 0 16,-4-6 10-16,1 5 6 0,0 1 12 0,3 2 4 16,1 2 4-16,1 0 5 0,1-1-8 0,2 2-1 15,5 3-5-15,-4-5-1 0,1-3-6 16,-2 0 5-16,2 1 5 0,1-8-2 0,-2-1 5 0,0 3 3 16,-1-6 1-16,2-2 11 0,4-3 2 0,-2-3 4 0,1-3 6 0,-4 0 10 15,2-2 8-15,0-2 9 0,-4-1 8 0,4-6 8 16,0 0 16-16,-3-2-5 0,1-2 9 15,-2 0 10-15,-3 1 7 0,-3 6 7 0,2-1 5 0,-2 2 11 16,1 1 6-16,-6 3-3 0,4 3 4 0,0 0-13 16,-5 5-17-16,0-1-3 0,3 0-14 15,-2 4-26-15,1-1-40 0,-2 3-31 0,0 0 4 16,0 0 6-16,6 13 0 0,-9 0 4 0,6 7 6 16,-6 6 4-16,3 8 2 0,-3-2 1 0,1 5 8 0,-2 10-2 15,2-10 4-15,-1-3 5 0,2-2 0 16,-3 4 1-16,4-5 2 0,-1-2 2 0,-2-5 3 15,6-4 5-15,-2-6-2 16,2 3 1-16,-3-3 3 0,0-3 0 0,1-3 1 16,-1-2 4-16,0-1 7 0,0-2 14 0,0 1 26 15,0 0 1-15,0-4 13 0,0 5 18 0,0-5-9 16,0 3-1-16,0-3-11 0,0 0 1 0,0 0 5 0,1 3-15 0,-1-3-6 0,0 0-7 0,0 0-21 16,0 0-26-16,0 0-15 0,0 4-35 0,0-4-33 15,0 0-26-15,0 0-29 16,0 0-46-16,0 0-87 0,0 0-265 0,0 0-586 15,-15 0 259-15</inkml:trace>
  <inkml:trace contextRef="#ctx0" brushRef="#br0" timeOffset="62130.47">7884 8226 214 0,'0'-5'401'0,"0"5"-45"0,0 0-38 0,0-5-36 16,0 5-36-16,0 0-23 0,0 0-28 0,1-3-27 15,-1 3-39-15,0 0-20 16,0 0-16-16,0 0-5 0,-4 15-11 0,3-5-5 16,-4 0-9-16,2 4-7 0,-1 1-5 0,2 1-14 15,-1 1-14-15,1 0-6 0,0-2 4 0,1-3-16 0,1-1-5 0,0 0-3 0,1-1-1 16,-1-3-2-16,0-3 2 0,0 1 6 0,0 0 9 15,2-1 13-15,0-3 11 0,-2-1 12 0,0 0 8 16,0 0 13-16,15-7 2 0,-8-1 11 16,1 1 7-16,-1 0-9 0,2-2 0 0,-1-2 2 15,2-5-3-15,2 4-14 0,-1 0-12 0,-6 0 1 16,3 4-4-16,-2-1-7 0,-2 4 3 0,0-1-1 16,-1 2-12-16,0 0-10 0,0 3 0 0,2-3-18 15,-5 4-20-15,4-5-19 0,-4 5-8 0,6 0 0 16,-6 0 0-16,4 7 8 0,-3-4-11 15,3 3 28-15,0 2-16 0,0 1 8 16,1 0 4-16,4 2 3 0,-4-1-4 0,7 3 9 16,-3 0 1-16,1-3-5 0,-1 1-12 0,-2-3 0 0,3 1-3 0,-1-3 2 0,1 1 2 0,0-4 3 15,-1-1 5-15,-2-1 6 0,6-1 14 16,-7-3 1-16,2 0 6 0,-3 0 13 0,3-4 11 0,-2-1-4 16,3-3 8-16,-4-1 5 0,-1 1 3 15,5-5 6-15,-4-1-10 0,-1 0-8 16,0-1 17-16,1-2-15 0,0-5 1 0,-1 0 2 15,1 0-5-15,-1 0-14 0,0 6 12 16,0 1-1-16,-3-2 3 0,3 2-2 0,-3 1-2 0,-1-2-4 16,3 2 7-16,-2 4 5 0,0 1 5 15,-1 2 1-15,0-1 9 0,0 5 0 0,1 0-1 16,-1 1-11-16,-1 0 4 0,2 1-9 0,-1 4-6 16,0-7-1-16,2 3-6 0,-2 4-9 0,0-4 4 0,0 4-12 0,0 0 3 0,0-4 4 15,0 4-7-15,0 0-4 0,0 0-4 16,0 0 6-16,0-4-2 0,0 4 1 0,0 0 3 15,0 0-5-15,0 0 8 0,0 0-8 0,0 0 15 16,0 0-7-16,1-4 3 0,-1 4 9 0,0 0-2 16,0 0 5-16,0 0 8 0,0 0 1 0,4-3-2 15,-4 3 7-15,0 0 1 16,0 0-1-16,0 0 1 0,0 0-1 0,0 0 3 16,0 0-3-16,0 0-2 0,0 0 1 0,0 0-2 15,0 0-2-15,0 0-3 0,0 0-4 0,0 0 3 16,0 0-1-16,0 0 2 0,0 0-1 0,0 0 1 15,0 0 2-15,0 0 6 0,0 0 1 0,2-3 2 16,-2 3-8-16,0 0-2 0,0 0 0 16,0-7-6-16,0 7 0 0,0-6-3 0,0 6-7 0,0-4 5 0,0 0 0 0,0 4-6 15,0-4 3-15,0 0-7 0,0 4 3 0,1-4-1 16,-1 4-4-16,0-5 3 0,0 5 2 0,4-5-5 16,-4 5 0-16,-1-4 1 0,1 4-1 0,3-6 0 15,-3 6-1-15,0 0 3 0,-2-5-4 0,2 5-1 0,0 0 2 16,-1-4-1-16,1 4 0 0,0 0-2 0,0 0 2 15,0 0-2 1,0 0-2-16,-1-5 2 0,1 5 1 0,0 0-2 16,0 0 0-16,0 0 1 0,0-5 3 0,0 5 0 0,0 0-1 0,0 0-1 0,0-4 1 15,0 4-3-15,-3-4 4 0,3 4-2 0,0 0 8 16,0-7 0-16,0 7 3 0,0 0-4 16,-1-5 3-16,1 5-3 0,0 0-3 0,0 0 1 15,0 0-2-15,0-5 0 0,0 5-5 0,0 0-2 16,0 0 3-16,0 0-4 0,0 0-13 15,0 0-15-15,0 0-13 0,0 0-16 0,0 0-16 16,0 0-27-16,0 0-30 0,0 0 1 16,0 0 18-16,-5 21 16 0,4-9-5 0,-1 2 14 15,1 3 6-15,1 2 16 0,-1 8 3 0,0-2 4 0,-2 2 11 0,3 1 4 0,0-1 1 16,0 2 5-16,0-6 9 0,0 3 0 0,0-7 6 16,3 7 14-16,-1-7-16 0,1 1 6 15,-2-2 4-15,3 0 3 0,-3 0-3 0,0 0 6 0,3-1-2 16,-1 0 5-16,-2 0-2 0,3-1 7 15,-2 0-3-15,0 0-1 0,0-3 6 0,0 0-2 16,-1-2 3-16,1 0-1 0,1 0 2 16,-1-2 1-16,0 1 2 0,-1-5-3 0,0 2-20 15,2-4-5-15,-3 4 4 0,2-2-3 0,1-1 1 16,-1-1 6-16,2 1-1 0,2 1-1 16,-5-3 12-16,5 1-8 0,0-1 3 0,1-1-2 15,3 0 4-15,1-2-3 0,1 0-6 0,3 1 5 0,-2-2-7 0,5-2 7 0,-5-2 2 0,1 2 2 16,0-7-3-16,4 6 1 0,-4-8 1 15,1 1-1-15,-2-5 18 0,2-3-17 0,-2 3-2 16,1-4 3-16,-2-3 0 0,-2-2-3 16,0 1-6-16,-1-2 2 0,0-2 1 0,-4 0 1 15,0 2 5-15,-1-4 1 0,1 1 12 0,-5 1 5 16,0 0 8-16,0 3 11 0,0-1 10 0,-5 2 12 16,5 6 5-16,-4-1 6 0,3 5 6 15,-3 0 8-15,3 2-9 0,-2 2 10 0,2 2-8 16,-2 1-3-16,3 3-8 0,-1-2-9 15,1 4-6-15,-2-1-7 0,2-2-9 0,0 6-7 0,-3-5-16 0,3 5-24 0,0 0-34 0,0-4-26 32,0 4 9-32,0 0-6 0,0 0 4 0,-3 15 10 0,3-5 5 0,-1 4 3 0,1 5 6 15,-3-2 1-15,1 8 7 0,-2 2 4 0,3 1 4 16,-1 1 4-16,0 0 3 0,2 0 1 0,-2 0 4 16,0 0 2-16,2 0 3 0,-1-3 3 15,2 0 2-15,1-7 2 0,0 0 1 0,-2-2 2 16,2-5 3-16,0 1 4 0,-1 0-6 15,1-8 7-15,-1 4 0 0,0-3 7 0,1 0 5 0,1-1 4 16,-2-2 13-16,-1-3 0 0,3 7 8 0,-3-5 2 16,5 1 5-16,-1-2-2 0,-4-1-9 15,14-1-6-15,-1-2 0 0,0 1-28 0,3-3-27 0,1-1-32 0,2-2-44 0,1 3-49 16,-2-4-66-16,9-1-98 0,-3-4-249 0,-1 1-610 16,-6 1 270-16</inkml:trace>
  <inkml:trace contextRef="#ctx0" brushRef="#br0" timeOffset="62486.95">8537 8216 22 0,'-8'2'242'0,"8"-2"-12"0,0 0-15 16,-4 1-13-16,4-1-13 0,0 0-10 0,0 0-14 15,0 0-8-15,0 0-13 0,0 0-11 16,-6 2-7-16,6-2-10 0,0 0-10 0,0 0-10 0,0 0-5 0,0 0-9 0,30-3-10 0,-12-2-4 16,9 0-12-16,4 1-23 0,1-3-27 15,0 2-35-15,0-1-40 0,-2-1-54 0,2 2-48 16,-5-1-219-16,-6 1-422 0,-1-1 187 16</inkml:trace>
  <inkml:trace contextRef="#ctx0" brushRef="#br0" timeOffset="62843.11">9163 8124 266 0,'0'-7'443'0,"0"7"-9"0,0-6-18 15,0 2-28-15,0 4-32 0,0-4-30 16,0 4-33-16,0 0-30 0,0 0-30 0,0 0-25 16,0-5-26-16,0 5-15 0,0 0-37 15,0 0-34-15,0 0-32 0,0 0-33 0,0 0-13 16,0 0 3-16,4 12-6 0,-3-5 2 0,2 1-1 0,-3 3-10 0,2 4-2 0,1 2 5 16,-1 1-3-1,0-1 1-15,0 3 0 0,-2-1 1 0,6-1-3 0,-4-1 2 0,0 2-3 0,1-4-1 16,-2 2-23-16,0 0-25 0,1-5-10 0,-2-1-14 15,0-1-13-15,1 0-12 0,-1-3-14 16,0-4-11-16,0 4-2 0,0-4-3 0,-1 2 3 16,1-5 3-16,0 0-19 0,-7 1-47 15,7-1-50-15,-16-6-236 0,7-1-509 0,0-1 225 16</inkml:trace>
  <inkml:trace contextRef="#ctx0" brushRef="#br0" timeOffset="63011.25">9127 7852 139 0,'0'-8'305'0,"-1"4"-25"0,1 0-31 15,0 0-29-15,0 4-23 0,-3-5-26 16,3 5-35-16,0 0-20 0,0 0-23 0,0 0-31 16,0 0-32-16,9 12-47 0,-5-7-50 0,1 4-62 15,-1-1-169-15,5 1-323 0,0-2 144 16</inkml:trace>
  <inkml:trace contextRef="#ctx0" brushRef="#br0" timeOffset="63352.16">9403 7878 118 0,'0'-8'380'0,"-1"-1"-10"0,2 4-15 16,-1-3-37-16,1 3-21 0,-1 1-34 0,2-2-23 0,-4 3-28 0,2 3-30 0,2-6-17 16,-2 6-24-16,0 0-43 0,0 0-6 0,0 0-15 15,5 15-13-15,-5-2 7 0,2 5-27 16,1 8-6-16,-2 6-7 0,-1 2 3 0,0 2-6 16,-2 11-3-16,-1-11-6 0,2 13 1 0,-3-1-3 15,-1 3 0-15,1-5-3 0,0 1-2 16,0-11 4-16,3-4-2 0,0 0 3 0,1-3-6 15,0-2 3-15,0-1-10 0,0-9-18 16,1-1-12-16,-2-5-11 0,1 1-17 0,-1-1-16 16,1-5-17-16,0 1-15 0,0-2-9 0,-2-1-4 15,2-1-1-15,0-3 5 0,0 0-99 0,0 0-252 0,0 0-499 0,-5-20 222 0</inkml:trace>
  <inkml:trace contextRef="#ctx0" brushRef="#br0" timeOffset="63882.91">9460 8083 160 0,'0'-5'297'0,"-1"2"-16"0,1 3-42 0,0-6-25 15,0 6-27-15,0 0-19 0,3-4-17 0,-3 4-16 16,0 0-11-16,15 6-13 0,-1-2-13 16,4 4-10-16,9 2-10 0,-1-1-8 0,-1 3-7 15,2 0-7-15,-2-2-3 0,-8 2-15 0,0-2-10 16,-1 0-4-16,0 0-10 0,-6 1-6 0,-4-3-4 15,3 1-3-15,-4 0-9 0,-2 0 7 0,-3-2 4 16,-3 2 4-16,-2 1 13 0,-8 0-6 0,-1-1-1 16,-5 1-1-16,0 0 1 0,0-2 2 0,-8 1-5 15,-1 0 1-15,0 0 0 0,1-1-4 0,5-1 3 0,3-2-2 0,-3-2 0 16,3 1 1-16,1 2 2 0,6-5-2 0,1 2-3 16,4-1 4-16,0 0 2 0,2-2-4 0,0 0 4 15,5 0 0-15,0 0-16 0,0 0-12 0,0 0-12 0,18-14 5 16,-1 8-7-16,9-7-5 0,5 1-2 0,0 0-2 15,-2 0 2-15,-2-3 0 0,4-1 5 16,-3-1 2-16,-1 1 4 16,-3-3 6-16,0-2 6 0,-6-1 8 0,1-2 14 15,-2 0 11-15,-2-2 6 0,1-1 13 0,-1-1 14 16,-5 1 6-16,1-1 20 0,-3 0 8 0,-1 3 16 16,-2 6 31-16,-1 1 30 0,-3 7 26 0,0-2 24 15,3-1 5-15,-4 8-6 0,1-6-18 0,-1 7-17 16,1-1-22-16,1 1-20 0,-4 2-20 0,2 3-40 0,0-6-44 15,0 6-55-15,0 0-5 0,0 0-8 0,0 0 5 0,-6 24 0 16,5-6 4-16,-3 10 1 0,-1 2 3 0,0 4 8 16,1 0 12-16,1 3-16 0,-1-3-24 0,2 12-4 15,2-14-9-15,0 0-23 0,0-1-13 0,2-3-14 16,0-3-18-16,-1-5-14 0,0-5-26 0,1 3-33 16,-1-6-20-16,0-1-17 0,2-5-34 0,-2-1-222 15,0-1-531-15,-1-4 235 0</inkml:trace>
  <inkml:trace contextRef="#ctx0" brushRef="#br0" timeOffset="64415.63">9964 8136 326 0,'4'-5'335'0,"-3"0"-20"0,4 1-16 15,-2 0-30-15,-2 0-30 0,3 2-26 0,-3-2-27 16,-1 4-19-16,3-1-21 16,-3 1-16-16,0 0-19 0,0 0-6 0,0 0-16 15,6 8-9-15,-2-1-7 0,4 0-14 0,-2 0-18 16,2 3-9-16,-2 0-9 0,2-2-11 0,2 1-7 15,-2-1-8-15,1 0-3 0,1-1-2 0,-3-1-6 16,1 0 2-16,2-1 2 0,1-3 5 0,-5-1 0 16,3 1 3-16,-2-1 0 0,3-2 13 0,1-2 9 15,-6-1 8-15,5 1 13 0,-1-1-1 0,4-3 10 0,-4 2 8 0,0-1-3 16,0-2 4-16,1 2 3 0,2-1 1 0,-5 0-5 16,2 5-4-16,-2-3-10 0,-2 1-4 0,0 1 1 15,-1 0-11-15,2 2-10 0,-1 1-10 16,-5 0-10-16,13 1-1 0,-7 5-1 0,5 3-3 0,-4-1-4 15,4 6-1-15,1 4 3 0,-2 7-1 0,-2 0-3 16,1 5 4 0,-5 2-3-16,-7 6 2 0,2 13 6 0,-9-4-1 15,-2 3-1-15,0-4-4 0,-2-2 9 0,1-10-6 16,-3-1 4-16,1-2-2 0,0-2 2 0,-4-4-2 16,3-3 18-16,1-7-17 0,6-6 9 0,1 0 13 15,-1-1 39-15,3-3 37 0,1-1 28 0,0-3 16 16,5-1-1-16,-8-10-16 0,4-3-15 0,4-5-23 15,9-8-24-15,4-5-20 0,10-12-20 0,9-1-19 0,5-1-6 0,23-23-31 16,10 1-30-16,2 8-9 0,-2 5 4 0,-16 16 4 16,-1 3 7-16,0 5 14 0,-6-1 19 0,-11 12 28 15,-8 4 20-15,-1-1 24 0,-8 5 24 0,-5 4 15 0,-1 0 1 16,-8 4-3-16,3-2-12 0,-2 3-6 16,-1 0-13-16,1-1-21 0,-3 0-33 0,0 1-45 15,1 0-46-15,-4 2-48 0,0 0-2 0,0 0-18 0,0 0-54 0,-26 14-73 16,9-10-377-16,2-2-718 0,5-2 318 0</inkml:trace>
  <inkml:trace contextRef="#ctx0" brushRef="#br0" timeOffset="65373.55">11601 8401 15 0,'-3'3'151'0,"3"-3"-4"0,-2 3-1 15,2-3 5-15,0 0 10 0,0 0-6 0,0 0-5 0,0 0-12 16,0 0-7-16,6-11-11 0,6 3-9 15,2-2-4-15,2-3-5 0,5-3-6 16,3 2-4-16,-1-3 4 0,3-5-1 0,-5 0-7 0,5-1 2 16,-4 0-3-16,-1-3 3 0,-1-1-3 0,3 0-5 0,-2-3-3 0,-4 0 1 15,6-11-2-15,-8 9-2 16,-2 0-2-16,-1 1 1 0,-1 2 3 0,-2 1 8 0,-4 8 12 16,-1 2-2-16,-1 4 0 15,0 2 8-15,0 2-13 0,-3 2-4 0,2 2-17 0,0 1-27 16,-2 0-36-16,0 5-30 0,0 0 0 15,0 0 0-15,-13 14 3 0,3 2 0 0,-7 13 0 0,-1 1-3 16,2 15-4-16,-5-2-2 0,6 3 4 0,-1-1-5 0,8 0 4 16,2-11-1-16,6 0-2 0,3-4 0 15,0 2 6-15,5-4-4 0,4-2 6 16,-2 0-1-16,8-1 7 0,0-6 1 0,-5-5 4 0,2-4 5 16,2-3 2-16,-1 0 5 0,1-4 2 0,-1-1 2 0,2-5 1 15,0-1 18-15,-1-1-4 0,-2-4 14 16,-2 2 2-16,-3-1 5 0,3 1-5 0,-4-8-1 0,1 3-6 15,-2 2-3-15,-3-6-13 16,-2 3 0-16,-2-3-22 0,-5 1-11 0,0 0-11 0,2 3-4 0,-9 0-13 16,1 3-8-16,-8-2-9 15,0 6-11-15,-10-2-10 0,7 5-4 0,-6 0-10 0,5 2-10 0,0 3-8 16,1-1-21-16,3 5-24 0,0-3-25 0,1 2-232 0,4-2-453 16,7-2 201-16</inkml:trace>
  <inkml:trace contextRef="#ctx0" brushRef="#br0" timeOffset="65747.55">12591 8084 96 0,'-2'-3'303'0,"-2"0"-20"0,-1 0-28 16,5 3-28-16,-9 0-23 0,1-1-18 0,8 1-26 0,-14 4-19 15,5-1-14-15,0 1-11 0,-1 6-15 16,1-3-10-16,-4 5-8 0,2 3-18 0,1-1-9 16,0 1-14-16,2 1-5 0,3 0-9 0,2-5-7 0,2 1-2 0,1-1-5 15,1-1-1-15,3-1 0 16,2 0 0-16,-1-4 2 0,4 1 3 0,0 0-2 0,3-1 1 0,-1-5-3 16,2 0 5-16,6-2-4 15,-1-2 2-15,-1-1 0 0,-1-1 7 0,-4 0 14 0,0 0-6 16,-3-4-4-16,3 0 1 0,-3 0-3 15,-1 1 2-15,-3-3-9 0,-3-1-7 0,2-3-15 0,-3 0 0 16,-1 0-17-16,-2 1-6 0,1 1-9 0,-3 5-5 0,-1-4-9 16,-2 4-12-16,-3 1-14 0,1 1 0 15,0 2-3-15,-5 3-8 0,1 0-7 0,-1 2-17 16,4 0-15-16,2 2-16 0,-2 1-37 0,0 0-136 0,2-2-339 16,3 2 150-16</inkml:trace>
  <inkml:trace contextRef="#ctx0" brushRef="#br0" timeOffset="66459.59">12990 7778 85 0,'1'-13'348'0,"3"2"-2"0,0 3-16 0,-3 1-19 0,2 0-21 15,-2 3-34-15,-1-4-25 0,5 6-33 0,-4-4-24 16,-1 6-66-16,0 0-18 0,0 0-11 15,4 13-14-15,-4 3-6 0,-4 8 1 0,4 4-10 0,-6 6-6 16,2 13 8-16,-5 2-18 16,4 0 0-16,-3-1-5 0,2-3-3 0,4-13 0 0,-1 2 0 0,3-2-3 15,1-3-7-15,1-2-2 0,0-8-8 0,-1 0-3 0,2-2-2 16,2-6-3-16,-4 0-3 16,0-4-1-16,-1 0 1 0,0-2 4 0,3 2 4 0,-3-4 26 15,0 0 27-15,0-3 14 0,1 4 0 0,-1-4-15 0,0 0-17 16,0 0-13-16,-15-12-13 15,7 6-9-15,-2-1-16 0,-4-2-8 0,-3-3 1 0,-2 2-2 16,-4-2-9-16,0-2 2 0,3 6-4 0,-7-3 2 16,8 1 1-16,-2 3 6 0,-3-3 1 0,5 3 4 0,0 2 0 15,1 0 1-15,5 3 5 16,0-2 3-16,8 2 5 0,-1 1-1 0,-1 0-7 0,2-2-12 16,5 3-16-16,7-9-19 0,3 5-14 0,9-1-14 0,10-4-9 15,9 2-19-15,10-3-17 0,2-1-9 16,4-1-22-16,-1 0-4 0,-4-1-12 0,1 1-5 0,-13 0 8 15,0 0 25-15,1-2 48 16,-2 0 47-16,-3-2 20 0,-5-3 18 0,-1 1 15 0,-4 0 27 16,-2 2 25-16,-6 3 31 0,-2 2 33 15,-6 3 29-15,2-1 14 0,-2 1 12 0,-1 4 4 0,-3-1 2 16,0 2-16-16,0-2-23 0,2 2-16 0,-5 3-13 0,5-2-19 16,-5 2-17-16,0 0-4 0,0 0-6 15,-2 13-7-15,-1-4-8 0,2 4-2 16,-3 3-6-16,0 1-3 0,-5 8-6 0,3 1 1 0,0 1-4 0,-3-4-1 15,2 6-4-15,3-1 2 16,-6-2-1-16,5-7-12 0,0-1-2 0,1-2-9 16,1-3-6-16,1-2-2 0,-1-3 3 0,2-2 0 0,1-1 16 0,-1 1 20 15,1-2 33-15,0-4 31 16,0 3 14-16,0-3-13 0,0 0-6 0,0 0-11 0,20-10-5 16,-10 3-6-16,1-1-11 0,0-1-13 0,4 0 3 0,-2-1-9 0,1 0 0 15,-1 5 1-15,1-1-12 16,-2 2-6-16,-2 1-26 0,4-1 3 0,-1 3 14 0,-1 1-24 15,0 1-10-15,1 3-13 0,1-1-15 16,5 3-26-16,-4 1-27 0,3 0-27 0,-2 0-42 0,0 2-56 16,3-2-67-16,2-1-265 0,-3-1-610 15,0-3 271-15</inkml:trace>
  <inkml:trace contextRef="#ctx0" brushRef="#br0" timeOffset="66972.95">14908 7835 292 0,'1'-4'322'0,"3"2"-14"15,0 0-18 1,-3-3-14-16,-1 5-27 0,5-3-24 0,-5 3-24 16,1-2-33-16,-1 2-19 0,0 0-22 0,-19 4-7 0,0-1-18 15,0 4-9-15,-12 2-12 0,-2 4-10 0,1-4-2 16,0 6-12-16,1-1-7 0,3-1-6 0,0 1-3 15,4 0-21-15,6-3-13 0,5 0-8 16,0-1-10-16,2-2-6 0,3 1 9 0,2 0-7 16,1 1-3-16,4-2 3 0,1 4 2 0,6-4 0 0,2 1 1 0,5 1 6 15,2 0 2-15,3-1-1 0,2-1 0 0,7 1 2 16,-5-2 0-16,2 1-1 0,-2-3-2 0,-2 2 3 16,-2-3-2-16,-4 1 0 0,-4-2-5 0,-1 0-17 15,-2 0-8-15,-2-1-9 0,-1 1 7 0,-3 0 4 16,-4 1 8-16,-3 0-2 0,-5 3 4 0,-7-1 6 15,-9 1 0-15,-3-1 7 16,1-1-1-16,0-1-2 0,-3 3-7 0,-2-2-20 16,4-2-24-16,-2 0-27 0,-3-3-33 0,7 0-39 15,-1 0-65-15,6-2-128 0,4-2-385 0,2-1 171 0</inkml:trace>
  <inkml:trace contextRef="#ctx0" brushRef="#br0" timeOffset="67279.22">15061 7936 82 0,'2'-4'406'0,"-1"0"3"0,0 1-13 0,0-1-25 0,1 0-31 16,-2 4-36-1,0 0-38-15,1-3-32 0,-1 3-30 0,0 0-28 0,0 0-34 0,0 0-32 16,0 0-7-16,0 0-9 0,6 15-15 15,-3-4-4-15,-2 0-10 0,0 5-8 16,-1 0-8-16,2 3-2 0,0-1-3 0,-4 1-4 0,4-2-8 0,-2 1-28 16,-2-2-14-16,2-2-10 0,2 0-14 0,-4-2-15 15,0-2-12-15,2 1-10 0,0-5-17 16,0 1-13-16,-2-1-9 0,1-1-15 16,1-1 1-16,-3-1 2 0,3-3 8 0,-4 7-13 0,4-7-39 0,0 0-51 15,0 0-215-15,-15-12-468 0,11 3 207 0</inkml:trace>
  <inkml:trace contextRef="#ctx0" brushRef="#br0" timeOffset="67419.86">15089 7723 59 0,'4'-17'349'16,"1"0"-13"-16,-3 5-7 0,3-1-20 16,-3 2-29-16,-2 4-33 0,0 1-22 0,4 2-25 0,-3-3-26 0,1 3-46 15,0 0-45-15,-2 1-36 0,0 3-21 16,0 0-39-16,0 0-35 0,13 7-37 0,-8 0-39 0,0 0-39 15,-1 3-231-15,0-2-425 0,1 3 188 16</inkml:trace>
  <inkml:trace contextRef="#ctx0" brushRef="#br0" timeOffset="67953.53">15745 8007 93 0,'2'-4'345'0,"0"0"-28"0,0-1-22 15,0 1-22-15,-2-1-5 0,2-1-27 0,-2-1-28 0,0 2-14 0,-2-1-25 16,-2 1-22-16,0 0-17 0,-1-1-26 16,-4 1-11-16,-1-2-20 0,-7 2-13 15,-2 1-9-15,-3 1-7 0,-10 0-6 16,3 3-4-16,-2 1-7 0,-1 3-3 0,3 1 1 15,-3 2-7-15,4 3-6 0,0-1-2 0,1 4-2 0,0 1-2 0,5 3-5 0,0 0 4 16,9-3-7-16,2 1-1 0,-2-1-3 16,5 3-2-16,1-2 5 0,3-3-10 15,3 4-2-15,2-4 4 0,3-1-3 0,1 1 2 0,5-4 8 0,3 4-2 16,4-4 10-16,0 0-8 0,4-5 2 16,1 0 0-16,5-1 2 0,0-4 1 0,-1-3 14 15,-5 0 15-15,-3-1 20 0,2-1 6 16,-3-4 2-16,-2 1 4 0,3-5 6 0,0-4-2 0,0-3 8 0,-4 0-7 15,4-4-14-15,-8-1 20 0,4-3-2 0,-2 0-7 16,-1-5-8-16,-1 2-3 0,1-1-2 16,-1 0-3-16,0-1 22 0,-4 4 14 15,2 5 31-15,-2 12 33 0,-3 2-4 0,1-4-12 16,-2 6-16-16,0 1-12 0,0-1-18 0,-2 5-30 0,0 0-38 0,0 0-46 16,0 5-51-16,0 0-26 0,0 0-2 15,0 0 12-15,-4 16 1 0,-1 0 11 16,-1 9 14-16,-3 0 6 0,4 1-1 0,-2 2-20 15,3 2-15-15,1-2-8 0,-1 2-5 0,4-3-7 0,2 1-21 0,0-1-18 16,1-1-35-16,1-8-38 0,1 0-49 16,2-4-41-16,-3-1-206 0,3-5-564 15,-2 0 251-15</inkml:trace>
  <inkml:trace contextRef="#ctx0" brushRef="#br0" timeOffset="68496.95">15914 8057 199 0,'0'0'228'0,"0"0"-19"0,0 0-20 15,0 0-18-15,0 0-16 0,0 0-20 0,0 0-11 0,0 0-13 0,0 0-6 16,2 4-8-16,-2-4-3 0,5 3-3 16,0-2-4-16,-5-1-2 0,12 2-3 0,-2 0-5 15,0-4 0-15,1 2-4 0,1 0-4 0,2-2-4 0,3-2 1 0,2 1 4 16,-5 1 5-16,-1-3-1 0,0 0 6 15,0 0 12-15,-2-1 8 0,-1-1 7 0,-1 1 6 16,0-2 6-16,-1 2 9 0,-1-2-1 0,-1 2-6 16,-3 1-7-16,0-1-11 0,-2 2-17 15,2-1-10-15,-2 1-22 0,0 2-10 0,-1 2-22 0,2-5-13 0,-2 5-17 16,0 0-6-16,-9-1-15 0,9 1 4 16,-13 6-4-16,4 0-2 0,0 1 5 0,1 2-2 15,-3-2 0-15,2 2-17 0,-4 5-1 16,2-2-2-16,3 0 5 0,3-2 1 0,0 1-2 0,2 2 14 0,-2-5-9 15,4 2 7-15,-2 1 3 0,7-3 9 16,0-1 10-16,0-1 8 0,1-1 5 16,3 2 12-16,2-4 11 0,4 1 19 0,-1-2-2 0,1-2 5 0,2-1 17 15,3-1 8-15,-2-3 12 0,4-1 5 16,-4 0 5-16,4-1 10 0,-2-2-3 16,0-2-3-16,3-1 0 0,1-3 2 0,-1 1 0 0,-8 2-4 15,4-1 1-15,-4 2-3 0,0 1 5 16,-5 3-8-16,0-1-10 0,-1 4-7 0,0-2-9 0,-3 2-7 0,0 1-14 15,-1 1-16-15,1 0-19 0,-5 2-23 16,4-1-25-16,-4 1-6 0,9 4-2 0,-5-1-1 16,5 2-11-16,0 3-2 0,1 4-4 15,-1-2-24-15,5 2-25 0,-5-2-45 0,1 2-53 0,-1-2-73 0,0-1-93 16,-2-3-307-16,-4-2-739 0,2-3 328 16</inkml:trace>
  <inkml:trace contextRef="#ctx0" brushRef="#br0" timeOffset="69644.78">17352 7879 259 0,'-2'-2'256'0,"2"-2"-28"0,-4 1-21 0,4 3-20 16,-4-2-26-16,4 2-20 0,0 0-15 0,-19 9-13 0,5 3-12 16,-8 5-7-16,4 5-11 0,-1-3-8 0,3 4-11 15,0 0-10-15,6-1-9 0,2-2-8 16,1-4-2-16,4 0-7 0,5-2-5 0,1 0-2 16,5-2 1-16,5 0-7 0,2-3 6 0,4-4 1 15,2-2-3-15,8 1-4 16,0-8-1-16,2 1 0 0,-3-4 0 0,-2-2-3 15,-8 0 10-15,0-1 17 0,-4 0-3 0,0-3 9 16,-3-1 10-16,-2-1 9 0,-1-3-10 0,-2 1-6 16,-2-3-7-16,-1 1-9 0,-3 0-12 0,-3-5-3 15,-1 6-11-15,-4-6-23 0,-2 7-16 0,0 0-8 16,0 0-5-16,-5 2-7 0,0 1-12 0,-1 7-12 16,-1-1-10-16,-2 2-9 0,1 4-5 0,-1 1-13 0,1 0-12 0,5 0-20 15,2 1-42-15,-1 1-106 0,7-1-319 16,-1 0 141-16</inkml:trace>
  <inkml:trace contextRef="#ctx0" brushRef="#br0" timeOffset="70060.45">17756 7510 126 0,'2'-4'329'16,"1"0"-35"-16,1-2-24 0,-4 5-34 0,3-4-36 15,-3 5-38-15,0 0-28 0,0 0-11 16,0 0-13-16,-4 26-13 0,-2-2-11 0,-1 8-2 0,-3 2-12 16,-3 13-6-16,-5 3-6 0,5 0-10 0,1-1-4 0,0 1-4 15,6-5-7-15,-1-11 0 0,3-1-3 0,4-3 0 16,0 1-5-16,3-3-2 0,1-8-3 0,-3-1 0 16,3-3 0-16,-1-4-4 0,-1-1-1 0,1-2-1 15,-1-2 5-15,0-1 5 0,1-1 21 0,-3 0 35 16,0-3 31-16,0-2 30 0,0 0 8 0,0 0-9 15,0 0-21-15,0 0-6 0,0 0-16 0,2-14-24 0,-4 4-15 0,-4 1-19 16,1-1-18-16,0-2 0 0,-4-3-3 0,0-1-9 16,1 2-8-16,-3 1 29 0,4 2-22 0,-2-1 16 15,0 5-21-15,2-4 10 0,-1 6-2 0,3-2-7 16,0 1 12-16,1 3-8 0,3-1-8 0,-2 1-15 16,2 0-11-16,1 3-26 0,5-8-19 0,7 1-13 15,13-4-8-15,7 2-20 16,6-3-27-16,20-5-16 0,6 4-10 0,25-5-31 15,7-2-57-15,-36 7-251 0,32-9-542 0,-32 9 240 16</inkml:trace>
  <inkml:trace contextRef="#ctx0" brushRef="#br0" timeOffset="70430.2">19145 7558 244 0,'-1'-2'352'15,"0"-1"-16"-15,1-2-29 16,0 5-29-16,0-7-22 0,-2 5-30 16,2 2-22-16,0 0-25 0,0 0-18 0,0-4-16 15,0 4-35-15,0 0-23 0,0 0-18 0,0 0-5 0,2 10-9 16,-1 1-5-16,-1 1-1 0,0 2-12 0,0 4-4 15,-3 3-2-15,3 4-3 0,-1 0-1 16,1-1-6-16,-2 5 0 0,0-4 0 0,2-7-5 16,-1 1 0-16,2 1 1 0,-1-5-4 0,-1 3 10 0,1-9-11 0,0 1-1 15,1 0 0-15,1-5-2 0,-2 0-4 0,0 2 3 16,0-5 2-16,2 2 3 0,-2-4 2 0,0 6 10 16,1-4-11-16,-1-2-5 0,0 0 6 0,0 0 0 15,0 5-5-15,0-5-2 0,0 0-5 0,0 0-15 0,0 0-9 16,0 0-17-16,0 0-76 0,0 0-85 15,-12-13-64-15,5 7-241 0,1-4-546 0,1 0 242 0</inkml:trace>
  <inkml:trace contextRef="#ctx0" brushRef="#br0" timeOffset="70802.13">19126 7352 264 0,'-5'-5'245'0,"0"0"-25"0,-4 3-23 0,0-2-24 16,-1 4-16-16,-4 2-19 0,-6 3-17 0,1 4-14 15,-5 7-13-15,-4 2-11 0,-3 4-10 0,-3 12-3 16,-2 5 1-16,4 2-2 0,-2 7-3 0,5-2-5 16,4 0-9-16,2 0-2 0,7 2-4 0,1-4-8 0,10-12 2 0,-1-1-3 15,3 0 4-15,4-2 4 0,5-5 6 0,4 1 2 16,2-4-2-16,7-2 9 0,2-2 1 0,7-2 2 15,8-7 9-15,1-2 1 0,21-3 7 0,-2-6-1 16,1-3 5-16,2-1 4 0,-3-6 0 0,-1-4 14 16,-7-1-3-16,-14 1 9 0,-2-1 1 0,-1-4-1 15,-2-1-16-15,-2-2 0 16,-3-4-15-16,4-13-29 0,-5 0-25 16,-9-4-11-16,-7 11-6 0,-4 0-13 0,-5 0-12 0,-6 1-6 0,-2 1 4 0,-9 7 1 15,2-2-11-15,-7 4-22 0,-7 6-28 0,-3 3-29 16,-7 7-29-16,-9 2-30 0,-3 9-31 0,13-1-50 15,-15 6-286-15,18 1-579 0,2-1 256 0</inkml:trace>
  <inkml:trace contextRef="#ctx0" brushRef="#br0" timeOffset="71733.05">20032 7986 85 0,'0'0'205'0,"0"0"-13"16,-5 3-7-16,5-3-19 0,0 0-14 0,0 0-17 15,14-9-11-15,-1 3-17 0,3 0-11 0,5-2-4 16,4-3-13-16,3-3-9 0,3-2-10 0,-3 0-3 15,5-2-4-15,-1-4-11 0,-1 0 3 0,-2 0-10 0,2-2 7 0,6-10-1 16,-14 5 3-16,13-7-1 0,-13 10 3 0,-2-5-5 16,0 0-2-16,0 2-1 0,-5-5-4 0,2 5 3 15,-1-3 2-15,-6 1-3 0,1 2 12 0,-6 1 0 16,2 3 3-16,-6 6 0 0,0 0 6 0,-2 3 4 16,0 4 11-16,-2 3-9 0,4-1-3 0,-4 3-4 15,2 2-9-15,0 1-10 16,-1-1-20-16,1 5-20 0,-9 0-6 15,9 0 1-15,-13 12-4 0,-2 1 2 0,-2 10 1 16,-2-1 5-16,1 9-3 0,2-3 2 0,0 7-2 0,2-1 3 16,0 10-5-16,4 2 0 0,8-12 3 0,-1 0-2 15,7 1 2-15,0-5 1 0,7-1 5 0,-1 1-1 16,4-8 1-16,2-1 4 0,-2-5-1 16,-1-3 2-16,-1-3 2 0,2-1 6 0,-2-4 9 0,-1 1 0 0,-2 0 13 0,2-3 10 15,-1-3 12-15,-4 0 6 0,2-3 3 16,0-1 1-16,-3 0-6 0,1-1 7 0,-1 0-14 15,-1-3-12-15,0-2-7 0,-2 0-11 0,-2 0-11 16,-2-2-18-16,-1-4-23 0,-2 3-22 0,-1 2-11 0,-4-5-18 16,-2 5-16-16,-2 1-19 0,1 4-18 0,-6-2-9 15,1 5-17 1,0 3-30-16,2 2-19 0,-4-1-202 0,8 0-444 16,-2 2 197-16</inkml:trace>
  <inkml:trace contextRef="#ctx0" brushRef="#br0" timeOffset="72378.23">20929 7621 279 0,'3'-5'314'0,"-3"3"-25"0,2-1-26 0,-2 3-28 16,3-4-30-16,-3 4-27 0,0 0-29 0,2-4-41 15,-2 4-14-15,0 0-10 0,3 12-7 0,-2-5-8 16,0 3-1-16,3 3-9 0,-1 2-8 0,-1-4-11 15,2 3-6-15,4 1-4 16,-2-4-3-16,1 3-4 0,0-3-6 0,0-2 0 16,2-2-1-16,-2-1 0 0,1 0-2 0,1-2 0 15,-3-3-3-15,3 1 7 0,5-2-7 0,-5-2 3 16,-1 0 5-16,1-2 7 0,1-2 5 0,-1-1 17 0,-1 1-4 0,2-3 2 0,-2 2 3 16,-2-1-1-16,2-2 0 0,-2 6 4 0,-1-4-3 15,-1 3 0-15,1 1-9 16,-2 1 18-16,1-1-28 0,-2 2-8 0,4-1-6 0,-6 3-15 15,2-5-13-15,-2 5-5 0,0 0-2 16,7 8-4-16,-2 1 1 0,-1 4-3 0,4 3-1 16,-5 3 8-16,2 7 3 0,-3 0-3 0,2 4 0 15,-4 3 3-15,0 1 6 0,1-1-1 0,-1 1 0 16,-4 2 2-16,-1-3-1 0,-1 1 6 0,2-4-5 16,-4 2 3-16,3-1-1 0,-4-2-1 0,1-1 3 0,-3-3 0 0,5-8 11 15,-4 2-11-15,2-3-1 0,-2-1 3 0,-2-2 6 16,3 1 1-16,0-7 5 0,-1 3 4 0,1-5 28 15,-1-1-3-15,-3 1 10 0,2-5 23 0,-1 1 10 16,-2-4 38-16,1-2 17 0,-2-3 13 0,2-3 1 16,-1-4-6-16,3-2-18 0,2-7-13 15,4-3-25-15,6-2-30 0,5-7-17 16,10-13-8-16,9-2-16 0,20-23-4 0,-12 26-9 16,7-1-2-16,21-14 2 0,-17 26 1 0,0 0-3 15,0 0-11-15,0 6 14 0,-3-1 0 0,3 4-4 16,-11 10 1-16,-1 1 6 0,-3 1-4 0,-3 3 6 15,-8 5 1-15,-2 1 4 0,-5 0 11 0,-2 3-13 16,-1 1-4-16,-1 0-5 0,-1 1 4 16,-2-1-12-16,-1 1-11 0,3-1-33 0,-4 2-32 0,1-2-20 0,-3 3-41 0,0 0-5 15,0 0 5-15,0 0-10 0,0 0-16 0,-13 13-24 16,8-9-27-16,-1 0-33 0,3 2-286 0,-2-2-580 16,3-4 257-16</inkml:trace>
  <inkml:trace contextRef="#ctx0" brushRef="#br0" timeOffset="72861.08">22850 7267 95 0,'1'-4'152'0,"-1"4"-15"0,0 0-10 0,0 0-16 16,0 0-6-16,-19 15-19 0,6-5 1 16,-5 2-13-16,-6 4-1 0,-3 2-5 0,0 0-11 0,-4 0-7 15,-2 2 2-15,3-2-8 0,-2 3 5 16,1-1-8-16,0-1-3 0,3 3-6 0,4-2-1 15,1-2-16-15,4 6 21 0,3-4-17 0,6-5 4 16,3 2-6-16,4 1 12 0,4-1-3 16,2 0-2-16,5-1-2 0,6 1 3 0,5 0 3 15,4 0-9-15,2-3-1 0,3-1 0 16,-1 0-2-16,4-2-2 0,-3-3-6 0,-4 2 4 0,-6-2 1 16,1-1-3-16,-5 0 0 0,-2-3-1 15,-4 2-8-15,-1-3 3 0,-3 1 9 0,-3 0 14 16,-1 1 7-16,-3-1 5 0,-6 1-9 0,-2 2-1 0,-12-2-2 0,-5 2 1 0,-1-1-7 15,-3-2-1-15,0 3 2 0,1-3-6 0,3-1-3 16,-3 0-13-16,3-2-19 0,0 2-19 16,7-3-15-16,3 0-20 0,4-2-24 0,2 0-12 15,7-1-57-15,1-3-116 0,4-1-305 0,8 1 136 16</inkml:trace>
  <inkml:trace contextRef="#ctx0" brushRef="#br0" timeOffset="73087.17">23026 7686 162 0,'1'-5'349'0,"3"4"-6"15,-1-2-13-15,-3 3-28 0,2-3-26 0,-2 3-31 16,4-3-23-16,-4 3-24 0,0 0-30 16,0 0-18-16,0 0-21 0,0 0-16 0,0 0-15 15,5 10-3-15,-3-2-11 0,-1-1-19 0,0 4-5 16,0 0-9-16,1-1-17 0,0 3-8 15,1 2-17-15,-2-3-2 0,1-1-23 0,0 2-14 16,-1-5-15-16,-1 2-20 0,0-2-21 16,-1-2-19-16,1 0-10 0,-2 0-14 0,0-2-24 0,1-1-39 0,1-3-238 0,-8 0-467 0,8 0 207 15</inkml:trace>
  <inkml:trace contextRef="#ctx0" brushRef="#br0" timeOffset="73244.95">23054 7489 69 0,'5'-8'260'0,"-4"1"-26"0,1 0-21 16,-1 1-21-16,0 0-21 0,1 4-30 0,-1-2-45 0,0 1-37 15,-1 3-30-15,0 0-35 0,0 0-33 16,9 0-65-16,-9 0-116 0,5 4-237 0,-5-4 105 16</inkml:trace>
  <inkml:trace contextRef="#ctx0" brushRef="#br0" timeOffset="73574.33">23463 7589 163 0,'6'1'291'15,"-6"-1"-26"-15,0 0-36 0,7 1-27 0,-7-1-23 16,2 3-21-16,-2-1-12 0,-1 5-20 0,0 3-6 15,-3 0-14-15,1 1-10 0,0 5-13 0,-1 1-8 0,-1 2-5 0,-3 1-8 0,4-2-6 16,-1-1-5-16,1 0-7 0,3-6-10 16,-2 1-6-16,2-3-8 0,0-2-4 0,-2-1 0 15,3 1 0-15,0-3 12 0,0 0 12 0,0-4 12 16,4 3-6-16,1-3-3 0,-5 0-5 0,17-4-5 16,-6-1-3-16,1 0-2 0,1 0-3 15,2-2-2-15,1 0-8 0,1 0 3 0,0 1-5 16,-2 2-5-16,-1-1-5 0,2 2-2 0,-3-2-3 15,0 5-9-15,8-1-12 0,-11 0-20 16,5 1-18-16,-1 1-24 0,-1-1-39 0,-1 1-39 16,-1 2-38-16,2-1-197 0,-2-1-430 0,1 0 191 15</inkml:trace>
  <inkml:trace contextRef="#ctx0" brushRef="#br0" timeOffset="74002.52">23973 7533 196 0,'1'-9'333'0,"0"4"-16"0,-1-4-15 16,0 3-17-16,0 2-38 0,0 0-24 16,0 0-20-16,0 4-27 0,0 0-25 0,-1-4-17 0,1 4-17 15,0 0-11-15,0 0-19 0,5 11-7 16,-2-4-8-16,-3 5-7 0,1-2-9 0,-2 10-5 0,0 4-4 0,-1 3-4 0,1 2-1 15,-5-4-9-15,3 2 1 0,-2 1-8 0,0-3 7 16,-2 0-7-16,6-8-4 0,-3 3-7 0,2-8 2 16,0-1-2-16,1-2 6 0,0-1-4 15,1-3-2-15,-1 2-2 0,1-1 6 0,-2-2 21 16,2-4 24-16,0 5 40 0,0-5 29 0,2 6 15 16,-2-6 19-16,0 0-9 0,0 0-19 0,0 0-12 15,10-10-16-15,-4 1-14 0,3 0-7 16,1-4-12-16,3 1-2 0,-1-1-19 0,-1 0-3 15,2-1-12-15,-3 7-7 0,-1 0 0 0,-4-1-6 0,3 1-4 0,-2 3-7 0,-2 1-17 16,0-1-26-16,-3 1-17 0,3 0-24 0,-4 3-22 16,0 0 1-16,9 4 0 0,-3-1-5 0,-2 2-7 15,3 3-16-15,-2 0-6 0,1 0-19 16,2 2-17-16,-3-2-21 0,3 4-37 0,-3-4-34 16,3 2-48-16,-4-2-272 0,0-2-615 0,0-1 273 15</inkml:trace>
  <inkml:trace contextRef="#ctx0" brushRef="#br0" timeOffset="74461.53">24349 7573 83 0,'10'-6'232'0,"1"-1"-17"0,2 4-25 0,1 2-15 16,-1-2-23-16,2 3-13 0,3 3-16 0,-1-1-13 15,-2 7-6-15,0 1-12 0,-2 2-7 0,0 2-9 16,-7 1-4-16,1 2-11 0,-3 1-2 0,-3 0-8 16,-2 2-1-16,-3 7-6 0,-5-4-1 15,-3 1-3-15,1-1-4 0,-6 0-5 0,3-3 0 16,-4 2-4-16,5-7-4 0,1-5 6 16,-1 2 5-16,6-3 2 0,0-2-3 0,-2-2 2 0,4 0 2 15,1-2 20-15,0 2 22 0,2-1 29 16,-1-3 41-16,3-1 18 0,0 0 2 0,0 0-17 0,0 0-18 0,9-12-17 0,5 1-11 15,-1-1-8-15,2-3-12 0,8-4-19 0,0-1-10 16,1-2-10-16,2 0-14 0,-4-1-6 16,2-1-7-16,-1-3-12 0,-1-2 7 0,-4 6-2 15,-2-1 1-15,-6 7 17 0,-2 6 15 0,0 4 10 16,-2-1 2-16,-3 1-13 0,1 6-25 0,-2-3-28 16,2 2-23-16,-4 2 0 0,0 0 0 0,0 0 8 15,-16 15-1-15,6 1 6 0,3 2-7 16,-4 4-3-16,0 3-3 0,3-2-3 0,2 6 0 15,6-2-5-15,6 1-3 0,7-5-1 16,6 2-27-16,8-2-42 0,15 5-86 0,13-11-134 0,3-7-231 0,1-4-609 0,3-7 270 0</inkml:trace>
  <inkml:trace contextRef="#ctx0" brushRef="#br0">26205 7539 118 0,'-36'-3'151'0,"-1"3"-13"0,2 3-16 0,-5-1-6 15,-10 9-16-15,9-5-14 0,-6 9-5 0,11-2-5 16,3 0-8-16,0 3-2 0,5 1-10 0,-1 0 0 15,8 1 1-15,0 1-4 0,9-5 2 0,-1 1-7 16,4-1-3-16,4 2 8 0,3-3-14 0,4-3-6 16,3 6 9-16,4-4-3 15,7-1-4-15,3 0 5 0,7-2-4 0,2-3-4 16,4 0-1-16,5-6-1 0,-1 0-10 0,0-6 2 16,-2 0 0-16,-2 0-4 0,-4-2 11 0,-1-2 12 15,1 0 15-15,-10 0 10 0,-1 0 14 0,1-2 10 16,-4 0 10-16,2-1 1 0,-7 0 4 0,4-2-7 15,-3 0 7-15,-1 2 0 0,0 0 17 0,-4 2-5 16</inkml:trace>
  <inkml:trace contextRef="#ctx0" brushRef="#br0" timeOffset="77777.37">28479 7478 225 0,'-2'-6'368'0,"2"1"-5"0,-1 2-15 16,2-3-7-16,-1 6-23 0,-2-5-20 16,2 5-28-16,0-4-22 0,0 4-16 0,0 0-39 15,-2-4-23-15,2 4-17 0,0 0-28 0,0 0-24 16,0 0-34-16,0 0-34 0,0 0-9 16,0 0-4-16,0 0-3 0,0 20 0 0,2-11-3 15,-1 1-1-15,-1 3 12 0,0 3-13 0,1 0-3 0,1 3-9 0,-2 1 5 0,1-1 4 16,-1-2 0-16,1 1-3 0,0-1 1 0,1-6 1 15,-2 1-3-15,2-3 3 0,-2 1-6 0,0-2 6 16,4-3-3-16,-4 3-7 0,0-4-1 16,0-2 2-16,0 2-2 0,0-4 3 0,0 6 11 15,0-6-6-15,0 0-2 0,0 0 2 0,0 0 8 16,0 0-33-16,0 0-44 0,-9-10-42 16,4-3-59-16,-3-1-55 0,3-5-57 0,-6-9-265 15,3 1-588-15,3-2 261 0</inkml:trace>
  <inkml:trace contextRef="#ctx0" brushRef="#br0" timeOffset="77905.67">28426 7174 145 0,'0'-15'235'16,"4"2"-4"-16,-4 3-3 0,-4 1-9 15,8-1-13-15,-3 3-17 0,-2 0-21 0,2 3-16 16,-1-1-16-16,3 1-14 0,-2 0-26 0,-1 4-22 16,4-2-19-16,-4 2-25 0,8 0-28 15,-8 0-20-15,7 7-27 0,-3-2-38 0,1 2-38 16,-1 1-48-16,-1-2-140 0,-2 2-335 0,3-1 148 15</inkml:trace>
  <inkml:trace contextRef="#ctx0" brushRef="#br0" timeOffset="78592.95">28822 7420 53 0,'4'2'400'16,"-4"-2"-44"-16,1 3-38 0,-1-3-38 16,0 0-32-16,0 4-42 0,0 0-20 0,0-4-26 15,-5 11-10-15,0-2-19 0,-3 1-7 0,2 2-17 16,-2 3-11-16,0 1-8 0,2-1-10 0,-1 0-24 16,0 2-6-16,0 0-14 0,4-5-8 15,1 5-7-15,-2-8-8 0,1 0-5 0,2-3 2 0,0 0 1 0,-1-2 7 0,2 2 19 16,0-2 23-16,0-1 32 0,0-3 26 0,0 0 40 15,0 0 6-15,0 0-16 0,0 0-14 0,0 0-10 16,14-14-13-16,-2 2-14 0,-1 3-11 0,0-3-9 16,0 3-10-16,-2-2-9 0,1 5-3 0,0-2-7 15,-1 1-14-15,2 2-5 0,-4-4-15 16,5 8-7-16,-6-2-26 0,6-1-14 0,-1 4-14 16,0 0-1-16,1 4 6 0,0 0-14 0,0 4 5 15,0-3-3-15,0 1 1 0,5 3-3 16,-4 1 7-16,6 2 0 0,-5 1 2 15,3-2 0-15,-3 2-3 0,1-4-5 0,-4-2 12 0,1-2-5 16,-3 0 2-16,2 0 8 0,-3-4 3 0,-1 1 11 0,-1-2 3 0,1-1-1 0,0-2 13 16,1-4 8-16,-2-2 6 0,1-1 8 0,2-3 17 15,-2-1-11-15,2-2 11 0,-2-1 0 0,0-1 12 16,2-6-7-16,0-2 1 0,0 1-10 16,0-2 8-16,1 0-4 0,-2-3 2 15,2-2-9-15,2-3-2 0,1-10 4 0,-6 15-3 0,1-2 12 16,-2 10-3-16,-3 2 16 0,1 4 13 0,-3 5-6 15,3 2-15-15,-4 2-5 0,2 2-17 16,-1 0-50-16,1 4-24 0,-2 1 5 0,0 0 3 16,-2 17 7-16,-1-1 2 0,-5 10 2 15,2 2 6-15,-3 3 2 0,0 2 5 0,0 1 4 0,0 2-1 0,1 9 5 0,-1-10 1 0,4-1 3 16,1 0 0-16,4 2 22 0,-1-6-13 0,2-1 0 16,-1-5 5-16,0-8-10 0,0 1 4 15,4-6 10-15,-4-1-12 0,0-3-1 0,3-2 6 16,-3 2 11-16,1-5-6 0,-1 2 4 0,0-4 7 15,0 7 17-15,0-7-16 0,0 4 2 16,0-4-8-16,0 4-14 0,0-4-16 0,0 0-30 16,0 0-102-16,0 0-99 0,0 0-336 15,-4-16-637-15,0 8 283 0</inkml:trace>
  <inkml:trace contextRef="#ctx0" brushRef="#br0" timeOffset="79624.89">25823 7739 158 0,'0'0'209'0,"0"0"-15"0,0 0-4 15,-4-3-7-15,4 3-14 0,0 0-13 0,0 0-7 16,0 0-9-16,0 0-16 0,0 0-11 0,0 0-11 16,0 0-10-16,0 0-10 0,0 0-12 0,0 0-7 15,0 0-6-15,0 0-1 0,0 0-12 16,0 0-5-16,0 0 0 0,22-3-8 0,-8 2-5 16,7 1 0-16,5 0-3 0,8 0-3 0,5-4-2 15,-2 4 0-15,17-5 1 0,0 0-8 16,3-2 0-16,6 2 0 0,3-1 1 0,27-5-3 15,-2 2-1-15,-24 3 0 0,28 2-2 0,-4-3 0 16,-1 1 2-16,-28 1-5 0,35 2 0 0,-31 1-2 16,32 2 5-16,-7-4-2 0,-1-3 0 0,-22 4-2 15,27 1-4-15,-1-4 3 0,-2 6 1 0,-27 0 4 16,33-5-3-16,-3 0 4 0,-3 5 1 0,-25-1-1 0,27-2-3 16,-27 0 0-16,26-6 3 0,-28 9-2 0,3-5-2 15,23 0 1-15,-29 1 7 0,3-2-2 16,31-5 2-16,-32 4 2 0,30-1 1 0,-27 0 0 0,21 2 5 0,-22-2-1 15,24-1-1-15,1 1 3 0,-31 4-1 0,4 0 1 0,2-2-1 16,-2 1-1-16,0-1 4 0,-1 1-5 0,-4 2-1 16,-3 0-2-16,-1-1 1 0,-5 3 0 15,-13-1-1-15,2-1 1 0,-2 2 7 0,-3 0-8 16,-4 0-2-16,-7 0 1 0,-5 0 2 0,-4-1 4 0,-1 2 7 16,-2 0 4-16,-3 0 7 0,-1-3 4 0,-2 3 5 0,-5 0-2 15,7 0-4-15,-7 0-7 0,8 0 1 0,-8 0-2 16,0 0-6-16,9 0 1 0,-9 0-9 0,0 0 3 15,0 0-9-15,6 0 0 0,-6 0-2 0,0 0-13 16,0 0-11-16,0 0-11 0,6-2-6 0,-6 2-14 16,0 0-10-16,0 0-8 0,0 0-11 0,0 0-14 15,0 0-20-15,0 0-5 16,0 0-7-16,0 0-23 0,-13 8-36 0,5-8-61 16,-6 1-163-16,1-2-436 0,-6 1 193 0</inkml:trace>
  <inkml:trace contextRef="#ctx0" brushRef="#br0" timeOffset="81876.39">3820 10357 95 0,'5'-9'190'15,"0"-1"0"-15,-1-2-2 0,-1 2-7 0,-2 0-6 16,-1 1-15-16,0 1-21 0,-1 1-12 0,-3 0-14 16,-4 0-15-16,1 1-8 0,-6 4-12 0,-4-2-7 15,-6 4-8-15,-6 4-8 0,-3 1-13 0,-4 5 2 16,4 2-6-16,-18 5-4 0,16-2-4 0,-1 2-7 0,1 2 0 0,2 0-4 16,1 0-2-16,3 0-2 0,5 2-5 0,3-3 2 15,6-2-4-15,1-2-2 0,4 3 0 0,1-4-4 16,3 0-1-16,0-2 1 0,5-1-3 0,0 1-1 15,4 0 11-15,1-1 2 0,3-7 6 0,3 4 3 16,8-4-1-16,2-1-2 0,8-2 0 0,-1-4-5 16,-1-2 6-16,0 3-3 15,0-6 11-15,-8 1 2 0,3-3 8 16,-4 3 9-16,-1-2 4 0,0-1 6 0,-2-1 2 0,0-1-1 16,-2 0 0-16,0 2 4 0,1-1 4 0,-6 3 3 15,-3 1-2-15,3 1 0 0,-3 0-6 0,-4 5-8 16,3-3-3-16,0 2-4 0,-3 1-4 15,3-2-25-15,-1 2-27 0,-3 2-16 0,0 0-6 0,0 0 2 16,0 0 2-16,10 8 2 0,-7 0 6 0,0-3-2 0,2 4 5 16,2 0 3-16,-1 2 1 0,5 1 1 0,1 0-7 15,0 0-2-15,4 0-10 0,-2 2-21 0,1-4-34 16,1 1-25-16,3 0-42 0,0-3-53 0,-6-2-211 0,5-2-455 16,-1-3 202-16</inkml:trace>
  <inkml:trace contextRef="#ctx0" brushRef="#br0" timeOffset="82877.8">4103 10323 44 0,'0'-4'324'15,"0"4"-32"-15,1-5-29 0,-1 5-28 0,0-3-26 0,0 3-24 16,0 0-19-16,0 0-23 0,0 0-17 0,0 0-16 15,0 0-15-15,0 0-10 0,5 15-11 0,-5-6-3 16,5 0-2-16,-5 2-15 0,0 6-6 0,0 0-4 16,-2-1-4-16,2 0-6 0,0 1-1 0,0 0-2 15,2 1-4-15,-4-1 0 0,2-2-3 0,0-1-1 16,0-4-6-16,2 1 1 0,-2-2-1 0,0-1-3 0,0-3 3 0,0 3-1 16,0-4-2-16,3 0 12 0,-2-2 40 15,-1-2 26-15,-1 5 39 0,1-5 32 0,0 0 11 0,0 0-10 16,0 0-23-16,0 0-15 0,14-8-13 0,-9-1-11 15,4 1-5-15,0-2-10 0,0-4-13 0,0 2-6 16,2-1-9-16,-2 0-5 0,-2 5-9 0,-1-1-3 16,0 2-10-1,-2 2 2-15,0 0-6 0,0 2-6 0,-2-1-15 0,1 2-26 16,0-1-23-16,-3 3-16 0,3-3-22 0,-3 3 2 16,0 0 18-16,9 6-3 0,-6-2 8 15,3 1 3-15,-3 2 7 0,3 0 2 0,3 3 2 16,0-1-2-16,0 1 8 0,6 2-19 0,2 1-9 0,7 1-4 15,3 0-4-15,1-2-7 0,3-2 0 16,3 2-5-16,2-9-4 0,6 5-2 0,8-3-4 0,-9-3-5 0,-3-2 7 16,2 0 1-16,-3-1-2 0,4-5 10 0,-4 2 9 15,-4-1 9-15,-1-3 14 0,-4-1 12 0,-10 4 17 16,0-5 19-16,-3 2 18 0,1-2 15 0,-6 0 11 16,-4 2 7-16,1-1 0 0,-4 0 1 0,0 0-8 15,0-2-5-15,-6 4-3 0,0-3-6 0,-3 4-5 16,-3-2-1-16,-5 1-8 0,4 2-8 0,-11 0-2 0,1 2-3 0,-8 2 0 15,5 1-1-15,-5 4-1 0,0 1 0 0,-1 0-1 16,3 3 0-16,-1-1 1 0,9 2-5 0,0-1-4 16,0 1-9-16,4 1-1 0,4-2-4 0,2 3 0 15,2-2 4-15,2 2-2 0,1-3 1 0,3 2 3 16,4-2 4-16,3 2 1 0,4-3 0 0,2 0-1 16,6-2-4-16,4 0-15 15,3-1 0-15,2-1-9 0,0-3-3 0,-6-3 5 16,4-3 0-16,-4 3 7 0,-3-5 10 0,3-1 14 15,-7-1 13-15,2-2 18 0,-3-1 16 0,0-3 14 16,-5 1 7-16,4-4 7 0,-3-3 3 0,-2-2 8 16,-1-4-6-16,-2 0 2 0,-2-1 7 0,1-2 0 15,-2-3-1-15,-2 0 10 0,2-2-2 0,-2-11 8 16,0 15 18-16,1-3-4 0,-2-1-3 0,2 5-10 0,-1 5 3 0,0-2 3 16,0 11-7-16,0-1-6 0,0 7 8 0,0-1-13 15,-1 2-5-15,2 5-9 0,-2-2-11 0,1 0-10 16,0 4-11-16,0 3-32 0,1-7-33 15,-1 4-38-15,0 3-9 0,0 0 6 0,0 0 9 0,-1 18 7 16,1-6 3-16,-2 7 3 0,0 9 6 0,-2 1 4 16,3 3 3-1,-1 1 5-15,2 3-1 0,-1-4 7 0,-1 3-4 16,4-1 4-16,1 0 4 0,1-2 5 0,-1-1-4 16,0-2 5-16,1-2 8 0,1-1-8 0,-2 0 3 0,0-3 0 15,2-4 2-15,-1 0-4 0,0-3 7 16,0 0 2-16,0-1-5 0,-2-3 5 0,1-3-3 15,-2 3-2-15,3-2 6 0,-2-4 0 0,1 1 3 16,-2 0 1-16,2-3 0 0,-2 2 0 0,0 0-7 0,2-3 10 0,-2 1 1 16,1-1 7-16,1 0 20 0,3 0 6 0,2-2-2 15,5 0 10-15,9 1-14 0,7-4-14 0,7-1-46 16,3-4-69-16,10-1-85 0,6-4-140 0,-10-5-312 16,3-3-683-16,0-3 302 0</inkml:trace>
  <inkml:trace contextRef="#ctx0" brushRef="#br0" timeOffset="83818.02">6541 10254 123 0,'0'-11'282'0,"0"0"-3"0,2 1-5 0,-2 0-11 16,1 5-10-16,-1-2-11 0,0 2-18 0,2 0-21 15,-2 1-17-15,0-1-24 0,0 2-10 0,0 3-21 16,1-5-19-16,-1 5-14 0,0 0-26 0,0 0-2 15,0 0-12-15,0 13-5 0,0-1-7 0,0 4-2 16,0 2-9-16,0 8 0 0,-1-6-11 0,2 6 6 16,-1-2-3-16,0 1-3 15,0-4-1-15,3-2-9 0,-1-1 6 0,1 0-3 16,-1-1 8-16,1-2-14 0,-3-3 2 0,0-1-2 16,4-2 0-16,-3-2 2 0,-1-2 9 0,1 1-13 15,-1-1-1-15,0 1 9 0,2-4-8 0,-2-2-1 16,0 5 1-16,0-5-1 0,1 4 1 0,-1-4-19 15,0 0-21-15,0 0-25 0,0 0-35 0,-13-11-39 16,8 1-36-16,-2 1-28 0,-4-5-38 0,-3-2-244 0,3-8-513 0,-1-3 227 16</inkml:trace>
  <inkml:trace contextRef="#ctx0" brushRef="#br0" timeOffset="83965.18">6455 9981 86 0,'1'-16'252'0,"-1"4"-9"0,0 0-12 0,0 3-9 16,0-2-18-16,3 2-17 15,-3 4-16-15,0-3-16 0,1 3-20 0,-1 1-12 16,1-1-22-16,-1 5-38 0,3-7-45 0,-3 7-27 16,1 0-22-16,-1 0-34 0,0 0-42 0,12 7-40 15,-12-2-159-15,5 2-331 0,-4 0 147 0</inkml:trace>
  <inkml:trace contextRef="#ctx0" brushRef="#br0" timeOffset="84756.39">6870 10197 167 0,'8'-8'290'0,"-3"1"-18"0,-1 3-10 0,2-3-16 16,1 2-22-16,-5 0-16 0,1 4-25 0,2-3-21 15,-4 2-17-15,3-1-21 0,-4 3-12 0,0 0-16 16,0 0-11-16,13 6-4 0,-9-2-13 16,-3 4-6-16,4 1-1 0,-1 3-12 0,-3 4-7 15,3 0 6-15,-4 3-14 0,0 0-5 0,0 6 1 0,0 1-4 0,-1-1 1 0,-2-4-7 16,3-2 0-16,-1-2-5 0,1-3 4 0,-1-3-2 15,1-2-3-15,0-3 3 0,1 0-1 0,-1-1 5 16,0 0 10-16,0-2 47 0,0-3 46 16,0 4 22-16,0-4-11 0,0 0-14 0,0 0-12 15,10-12-3-15,-3 3-14 0,-1-1-13 16,4-2-12-16,-1-1-11 0,0-3 0 0,4-1-7 16,-3 1-6-16,3 0-6 0,-2 2-5 0,-3 3-3 15,0 2 4-15,-1 1-11 0,-3 2-7 0,1 1-9 0,-1 1-21 0,0-1-26 0,-1 3-24 16,-3 2 9-16,0 0-1 0,16 6-2 15,-12-2 16-15,5 2-3 0,-2 3-1 0,1 0-1 0,5 2 5 16,-5-1-2-16,6 4-7 0,-4-3 1 16,4 0-2-16,-1 1 1 0,-3-3-3 0,4 1 3 15,-4-3 3-15,0 0 9 0,-1-3 4 16,-2-2 4-16,1 0 7 0,-1-3 2 0,2 1 7 16,-4-2 1-16,4-2 4 0,0-4 9 0,-3-1 8 15,2-1 7-15,0-5 10 0,-2 0-2 16,2-1 11-16,-4-2-9 0,2-2 8 0,2-4-3 15,-3-1 1-15,0-1-2 0,0-2 2 16,-1 2 3-16,1-4 0 0,-1-2-3 0,2 3 3 0,-3 1-5 0,1 2 6 0,-3 7 2 0,2 2 15 16,-2 5 5-16,0 0 1 0,0 2-10 15,-1 5-6-15,-1-2-17 0,2 2-36 0,1 3-37 16,-2 2-9-16,0 0 5 0,0 0 2 0,-3 19 4 16,2-2 4-16,0 10 9 0,-6 2 2 15,4 2 2-15,1 3 5 0,-3 4 14 0,1 9-10 16,4-13 1-16,-1 1 5 0,2-1-9 0,-1-3 14 0,4-3 0 15,-4-4 11-15,3-4-7 0,0-4-3 0,0-3 4 16,-2-2 0-16,-1-3 14 0,3 0-17 16,-2-2 0-16,-1-1 0 0,3 1 3 0,-3-2 4 15,0-4 0-15,1 5 1 0,-1-5-1 16,0 0-19-16,0 0-44 0,0 0-42 0,0 0-50 0,-13-10-55 0,8 2-61 0,-1-1-214 16,-1-1-529-16,3-4 234 0</inkml:trace>
  <inkml:trace contextRef="#ctx0" brushRef="#br0" timeOffset="84942.42">7245 10169 185 0,'-9'0'200'0,"4"2"-16"0,0-1-12 16,5-1-16-16,-9 1-3 0,9-1-15 0,-9 0-9 15,9 0-10-15,-4 1-10 0,4-1-8 0,0 0-5 0,0 0-4 0,0 0-2 0,0 0-1 16,26 2-15-16,-9-4-8 0,3 2-12 15,8-2-21-15,2 1-32 0,2-4-33 16,-1 3-56-16,2-2-68 0,-3 0-172 0,-2 0-355 0,1-1 157 16</inkml:trace>
  <inkml:trace contextRef="#ctx0" brushRef="#br0" timeOffset="86067.9">7849 10366 205 0,'0'0'275'0,"0"0"-36"16,4-11-24-16,2 8-24 0,3-4-17 15,3 2-24-15,-1-2-17 0,5-2-17 0,0 1-17 16,3-1-14-16,-1-1-16 0,2 2-10 0,-5-2-8 16,4 3-1-16,-6-2-7 0,2 2-1 15,-2-1-10-15,-2 1-2 0,-2-1 3 0,-1 1-7 16,0-3 1-16,-2 4 10 0,0-4-2 0,-3 4-5 0,1-2-4 0,-3 0-4 0,-1 2-2 16,-2-2-6-16,-1 3 0 0,-2-2-5 0,-2 4 0 15,-4-2-5-15,0 1 0 0,-6 3-6 16,-1 2 4-16,-2 1 3 0,-2 0-4 0,-4 3-2 15,1 1 1-15,-1 3-2 0,6-1 0 0,3 1 0 16,-1 3-3-16,4-2-4 0,0 2 9 16,3 0-8-16,1 2-3 0,3-4 10 0,2 2-3 15,1 0-1-15,3 1 1 0,2-1 5 16,3-1 0-16,8 4-2 0,1-2 0 0,3-3 1 0,13 1-9 0,5-2-8 0,2-4-11 0,4-1-8 16,11-1-16-16,-11-5-13 0,12 0-2 15,-13-1-3-15,14-5 2 0,-17 2 10 0,1-2 4 16,-2-1 12-16,-3-3 13 0,-6 2 7 15,0-5 27-15,-10 3 10 0,-3 0 18 0,0-2 5 16,-3 0 10-16,-2-1 3 0,-3-2-9 0,-1 1 4 16,-1 0 0-16,-3 2 3 0,-3 2-3 15,2 2-5-15,-3 0-6 0,-1 3-6 0,-2-3-4 16,1 4-2-16,-3 3-5 0,1 0-1 0,-1-2-4 16,2 5-2-16,-5 0-8 0,4 0-6 0,2 2-6 15,-4 4-5-15,4-2-8 0,-1 3-4 0,-1-1-1 0,2 3-7 0,2 1-4 0,2-3-2 16,-1 4-10-16,4-2 4 0,-1 0 0 0,3 1 2 15,2 0 4-15,0-4 3 0,1 2-3 0,2-3 9 16,0-2 6-16,2 1-4 0,-4-1 4 0,2-3 4 16,-3 0-1-16,3-3 9 0,-2 2 15 15,2-2 7-15,-3 0 2 0,3 1 19 0,-2-1 17 16,-2-4 1-16,1 2 11 0,-1 0 6 0,0 1 5 16,0-1 2-16,0 0 3 0,-2 1 2 15,2 0-5-15,-3 0 3 0,3 1-8 0,-4 3 3 16,4-4-16-16,-3 2-10 0,-1 2-4 15,1-4-3-15,-1 4-5 0,0 0-10 0,0 0-5 16,4-4 3-16,-4 4-13 0,0 0-1 0,0 0 0 16,0 0 0-16,4 10-5 0,-3-6-2 0,-1 3 2 0,2-2-3 0,-1 5 4 0,-1 1-2 15,0 5-1-15,0 1-1 0,0 2 0 0,-1 6-1 16,1 1 2-16,-4 0 1 0,1 3-1 0,2-2 3 16,-2 0-1-16,3 1-3 0,-2-1 3 15,0 2-1-15,2-2-3 0,2-6 4 0,0 3 4 16,1-6-1-16,1 8-4 0,0-9 4 0,1 3-1 15,0-1 2-15,-1 1-2 0,-1-2-1 16,3-3 2-16,-3 2 4 0,0 1-6 0,2-2 2 16,-1-5-2-16,-3 2 1 0,0-1-2 0,-1-2 1 15,0 0 1-15,2 1 0 0,-4-1-4 16,2-2 2-16,-2-1-4 0,-1-2 1 0,2 4-3 0,-1-4 0 0,-2-2 1 0,0 5-4 0,-1-2 1 16,0 0 8-16,-2-2-3 0,-2 1-1 15,0-1 1-15,-1 0-3 0,-1-2 3 0,-1 1 4 16,-2-3-2-16,4 0 0 0,-3 0 0 15,0-3 13-15,3 0 6 0,-4-2 11 0,3-1 9 16,0-2 20-16,-1-5-1 0,1 1 10 0,1-5 2 16,3-9-7-16,1-1-12 0,6-4-7 15,6-5-7-15,4 1-14 0,8-13-10 0,-1 2 1 16,8 0-5-16,4 1-1 0,-1 2-5 0,3 3-2 16,-8 12-1-16,11-9-1 0,-8 10 16 0,0 3-17 15,-1 1-1-15,2 1 5 0,-3 5-3 0,-6 6-1 0,-4-1-2 0,-5 5 2 0,1 1-3 16,-2 0-4-16,-3 1-26 0,-1 3-37 15,1-3-43-15,-2 4-29 0,-3 1-8 0,0 0-19 16,0 0-33-16,-7 11-249 0,2-7-491 0,0 1 217 16</inkml:trace>
  <inkml:trace contextRef="#ctx0" brushRef="#br0" timeOffset="86467.43">8905 10169 224 0,'1'-3'297'0,"3"1"-25"0,-3-2-26 16,3 0-29-16,0 3-22 0,-4 1-22 0,9 1-17 16,-3 3-21-16,3 0-13 0,0 4-9 15,0 1-11-15,2 3-9 0,0 2-10 0,-2 3-11 16,-2 0-5-16,1 2-5 0,-2 6-8 0,-2 0-3 15,-3-5-7-15,-1-1-4 0,0 1-5 16,-1 0 1-16,-1-5-3 0,-1 1-5 0,0-4-2 16,2 0-3-16,-1-4 2 0,-1 0-3 15,-1-1-1-15,3-3 13 0,0 1 23 0,1-3 29 16,0-2 43-16,-3 5 34 0,3-5-2 0,0 0-7 0,0 0-10 0,0 0-11 0,-1-14-8 16,4 5-14-16,0-2-11 0,4-3-3 0,-1-3-17 15,4-7-14-15,4 2-9 0,-1-5-21 0,2 4-5 16,2 0-16-16,-3 2-13 0,0 4-2 0,0 1-16 15,-2 2-11-15,-2 2-17 0,0 3-27 16,-2 1-21-16,0 0-31 0,-2 2-30 0,3 3-25 16,1 0-27-16,-1 2-14 0,2 2-21 0,2 2-16 15,2 0-30-15,1 2-204 0,-1-1-530 16,-1 2 234-16</inkml:trace>
  <inkml:trace contextRef="#ctx0" brushRef="#br0" timeOffset="87093.95">9549 10229 143 0,'1'-5'209'15,"-1"0"2"-15,0-2-8 0,-1 2-1 0,-3-2-2 16,3 0-7-16,-2 2-7 0,-1-2-8 16,3 2-17-16,-3 1-19 0,-1 0-14 0,1 0-12 15,-5 1-15-15,3 3-13 0,-6 0-8 0,1 3-7 16,-2 2-12-16,0 2-5 0,-1 1-6 16,-3 1-4-16,2 5-3 0,0 1-8 0,-2 4-5 15,6-4-3-15,-7 8-3 0,12-8-1 0,-5 1-2 0,4 0-3 0,-1 1-1 0,7-3 9 16,-3-2-12-16,1 0 4 0,3-2-3 0,0-2-2 15,3-2 10-15,-2 0-7 0,4-3-1 16,3 1 0-16,2-4-2 0,3 0 0 0,2-3-2 16,1-1 3-16,3 0-1 0,-1-5-3 0,1 1-2 15,5-5 0-15,-6 3 3 0,1 0 0 0,5-4-1 16,2 1 3-16,-9 4 8 0,0-1 1 16,-1 1 4-16,0 1-5 0,-4 2 11 0,-1 1-13 15,-2 1 0-15,2 2-3 0,1-2-4 16,-1 3-8-16,-2 0 2 0,3 2-6 0,0 2-3 15,-2 1-4-15,0-2 2 0,3 4-4 0,0 0-1 16,-3 0-4-16,2 2 0 0,-1-1-10 0,1 0-8 16,-1 0-10-16,1-1 2 0,-1 0-16 0,0-1-8 0,-2-1-7 0,-2-1-4 0,1 0-4 15,0-3 2-15,-2 0-4 0,-6 0 7 0,11-2-2 16,-7-2 7-16,-1-1 5 0,0 0 6 16,2-6 5-16,-2 1 4 0,0-2 7 0,3-5 16 15,-3-1 11-15,0 0 4 0,4-9 12 16,-1 1 2-16,-1-2 6 0,3-2 5 0,-3-2 7 0,8-4 7 15,-8 5 1-15,4-2 11 0,-1-1 4 16,3-1 16-16,-6 1 0 0,4 5 10 0,-2 5 16 16,-3 5 2-16,2 2 5 0,-4 7-3 15,1 1-10-15,-1 1-16 0,0 3-10 0,-1 0-18 16,2 0-29-16,-3 5-6 0,0 0-1 0,0 0-1 0,-3 19 2 0,2-4 0 0,-2 3-3 16,-1 10 1-16,-2 5 3 0,1 0-1 0,-3 15 3 15,3-1-5-15,2-9 6 0,1-4-2 0,-2 2 3 16,0-4 0-16,3 0-2 0,0-4-19 0,-2 0-20 15,3-10-15-15,0 0-8 0,-1-6-23 16,1-1-12-16,0-4-5 0,0 1 0 0,-4-1 9 16,4-5 15-16,0 3 2 0,0-5-32 15,0 0-55-15,0 0-224 0,0 0-414 0,-13-12 184 16</inkml:trace>
  <inkml:trace contextRef="#ctx0" brushRef="#br0" timeOffset="87349.86">9744 10164 235 0,'0'0'257'0,"-4"0"-21"0,4 0-25 16,0 0-19-16,22-5-22 0,-4 2-13 16,11-3-17-16,3 0-12 0,-1 0-13 0,2 3-13 15,3-3-11-15,4 0-10 0,-2 1-5 16,0-2-12-16,3 2-3 0,-4 0-6 0,-1-2-4 15,-8 2-1-15,2-2-4 0,-13 3-1 16,-4 0 2-16,-2 2 2 0,-3 2-7 0,0-3-3 0,-3 3-20 16,-2-3-15-16,-3 3-13 0,0 0-18 0,0 0-23 0,0 0-17 0,-22-4-43 0,14 4-37 15,-2 4-61-15,-1-1-150 0,2 0-388 16,0-1 173-16</inkml:trace>
  <inkml:trace contextRef="#ctx0" brushRef="#br0" timeOffset="87722.42">10301 10297 132 0,'0'0'268'0,"-2"3"-1"0,2-3-18 15,0 0-23-15,0 0-23 0,22-3-20 16,-6-2-20-16,3 0-16 0,11-1-14 0,-5-2-18 15,6-2-9-15,0 1-9 0,-2-2-10 16,2 0-9-16,-2-2-6 0,-5 0-7 0,2-3-4 16,-11 4-10-16,3 0-5 0,-4-2-7 0,-1 0-3 15,-4-1-3-15,-3 0-14 0,-3-2-9 16,-4 5-2-16,-3-3-2 0,-5 1-3 0,-5 4-1 16,-3 2-2-16,-6 2 0 0,-5 1-3 15,-4 3 0-15,-1 5 1 0,1 3-5 0,1 4-3 0,0 0-1 16,2 4 2-16,5 3 4 0,-2 3-4 0,7-1 1 0,5 3 1 0,3 2 3 15,4 2-2-15,12 0 7 0,4 2 1 0,14-1 3 16,13 8 2-16,9-6-6 0,6-7-40 16,6-5-57-16,34-2-82 0,-28-10-243 0,30-4-456 0,-1-5 202 15</inkml:trace>
  <inkml:trace contextRef="#ctx0" brushRef="#br0" timeOffset="89298.19">12032 10336 84 0,'0'0'127'0,"0"0"-1"0,-2 4 7 15,2-4-4-15,0 0 10 16,0 0 2-16,0 0 4 0,0 0 2 0,0 0 5 16,0 0-6-16,0 0-8 0,0 0-8 0,13-14-6 0,-5 9-5 0,-1-5-10 15,3 1 3-15,3-4-16 0,2-1-4 0,5-8-6 16,-1-2-5-16,2 1 4 0,-1-2 2 16,0-5-9-16,-2-1-4 0,0-3-5 15,3-12-6-15,-7 15-6 0,2-3-7 0,-2-9-5 16,-1 10-5-16,-8 2-3 0,4 0-9 0,-4 2 0 0,-1 3-2 0,-1 5-7 15,-3 3 2-15,1 3-3 0,-1 3 0 16,0 2-2-16,-1 1 4 0,1 4-13 16,-3-2-11-16,2 4-13 0,-3 2-4 0,4 1 2 0,-9 6-1 0,0 1-2 15,-2 5 5-15,0 5 0 0,1 7 0 0,0 1 1 16,0 6 2-16,3-1 1 0,0 6 5 16,2 14 0-16,3-16 2 0,5 1-3 0,2 0 4 0,4-1-1 0,0-4 1 15,4 1 2-15,3-5 3 0,-2 1 0 16,3-5-1-16,3-4 2 0,-7-5 2 0,5-1 0 15,-4-4 0-15,0-1 4 0,-1-4 0 16,0-1 1-16,2 2 4 0,-3-6 7 0,0 2 17 16,-1-2 11-16,-2-3 10 0,3 0-5 15,-8 2 4-15,2-4-8 0,-2 0-9 0,0 0 8 0,0-5-27 0,-2 2-22 16,-2 0-16-16,-4 1-6 0,0-3-4 16,-2 3-12-16,-1-1-12 0,-2 2-14 15,-4 1-7-15,-2-1-5 0,-3 4-12 0,-2 2-1 0,0-1-12 0,0 5-11 0,-2 0 0 16,0 2-21-16,3 0-17 0,0-1-16 0,6 1-50 15,4-1-132-15,2 0-377 0,4 1 168 16</inkml:trace>
  <inkml:trace contextRef="#ctx0" brushRef="#br0" timeOffset="89672.45">12853 10023 90 0,'-4'-4'220'0,"-2"3"-17"0,2 0-23 0,-5 1-20 0,-1 1-15 0,1 2-22 0,-4 2-8 15,2 0-14-15,-1 2-14 0,-3 4-10 0,2 0-4 16,-1 3-6-16,3 1-11 0,0-1-3 16,0 1-5-16,1 2-2 0,4-3-4 0,1 1-8 15,3-3-2-15,-3-2-2 0,5-1 1 16,1 1-4-16,1-4 0 0,4 2 2 0,-3-3 3 0,7-1-1 0,-1-3 3 15,4 1-4-15,-1-4-1 0,3 1 5 16,2-3-2-16,-6 2 5 0,1-4 7 16,-3 0-1-16,4 1 9 0,-7-5 4 0,2 3-7 0,1-3-2 0,-4 0-7 0,-4-1-14 15,4-4-6-15,-5 0-18 0,0 3-15 0,-5-7-14 16,1 9-4-16,0-5-5 0,-3 4-9 16,-1 0-15-16,-1 2-3 15,-1 4-6-15,-2-2-13 0,2 5 0 0,-4-1-14 0,3 3-19 0,-1 0-23 0,1 3-43 16,-1-3-102-16,5 2-306 0,1 1 135 15</inkml:trace>
  <inkml:trace contextRef="#ctx0" brushRef="#br0" timeOffset="89959.55">13352 9755 331 0,'2'-7'336'0,"-1"-1"-24"16,1 4-32-16,-2-1-38 0,2 2-31 0,-2 1-47 0,0 2-25 0,0 0-17 15,0 0-13-15,0 14-9 0,0 0-11 0,-4 4-7 16,1 9-13-16,-3 2-6 0,-2 4 2 16,-1 17-14-16,0 1-7 0,-3-6-1 15,3-9-21-15,4-3-18 0,0 1-16 16,0-4-9-16,1-1-9 0,3-4-4 0,0-5-11 0,-2-1-4 0,3-4-11 0,0-3-14 15,0-2-10-15,0-2 2 0,-1-4 12 16,1 2 11-16,0-4-13 0,0-2-28 16,0 0-30-16,0 0-49 0,0 0-118 0,-8-17-320 0,3 7 141 0</inkml:trace>
  <inkml:trace contextRef="#ctx0" brushRef="#br0" timeOffset="90211.81">12995 10074 101 0,'-8'-2'198'0,"2"1"0"0,-2-1-16 0,3-1-8 15,1 1-14-15,4 2-10 0,-5-3-10 16,5 3-17-16,0 0-6 0,17-1-16 16,3-2-5-16,11 1-14 0,5 2-4 0,17-8-10 0,1 1-6 0,2 2-9 0,7 1-2 15,0-5-6-15,0-2-1 0,3 2-1 0,-5 4-6 16,-5-4-4-16,-19 4-4 0,-2 0-4 16,-6 0-1-16,-7 3-2 15,-9 1-1-15,-1-1-1 0,-4 1 0 0,-1 1-11 0,-4 0 1 0,-3 0-9 0,0 0-9 16,0 0-10-16,0 0-10 0,-33 1-11 15,16 1-15-15,0 1-16 0,-1 0-15 0,0 1-23 16,0-1-23-16,5-1-64 0,0 1-103 16,-1-2-321-16,3 0 143 0</inkml:trace>
  <inkml:trace contextRef="#ctx0" brushRef="#br0" timeOffset="90583.55">13910 9740 222 0,'4'-3'375'16,"-3"1"-37"-16,3-2-34 0,-4 4-38 16,1-5-34-16,-1 5-27 0,0 0-22 15,0 0-24-15,0 0-17 0,4 14-15 16,-5 0-16-16,-3 3-13 0,0 3-11 0,-2 4-5 0,-2 8-9 0,2-1-7 0,-3 3 9 0,0 2-22 15,1-3 7-15,-1 1-18 16,0-2-8-16,4-2-19 0,-3-4-8 16,3-8-11-16,5-1 1 0,-4-5-7 0,3-1-3 0,1-3 5 0,-4-1 11 15,4-1 25-15,-1-2 32 0,2 0 31 0,3-1 10 16,-4-3-1-16,0 0-1 0,18-8-2 16,-9 1-2-16,5 0-2 0,-2 0-3 0,4-2-25 15,0-2 6-15,0 2-10 0,0 0-6 16,-4 3 1-16,0-2-14 0,3 2-24 0,2 1-12 0,1 0-17 0,-6 5-14 0,10 3-21 15,-3-1-18-15,-1 3-28 0,1 1-34 16,2 3-40-16,-3 1-61 0,5 2-82 0,-5-4-272 16,-2 1-629-16,-6-5 279 0</inkml:trace>
  <inkml:trace contextRef="#ctx0" brushRef="#br0" timeOffset="91285.34">15642 9838 269 0,'0'0'243'0,"0"0"-33"0,-4-6-23 0,4 6-26 15,-4-4-10-15,-4 3-18 0,-2 1-16 0,-3 1-12 16,-15 6-11-16,1 0-10 0,-5 2-11 0,2 0-6 0,-1 4-7 16,2-1-9-16,-2 1-4 0,0 0-5 0,4 5-3 15,3-2-7-15,1 1-1 0,6-4-5 16,2 1-4-16,1-2-5 0,2 1 1 0,5-1 0 16,-1 0-6-16,3-2 5 0,5 2-3 15,0-1 0-15,8-3 1 0,3 4 0 16,5-2 0-16,3-1-1 0,6 2-4 0,5-2 2 15,0-1-3-15,2-2-1 0,0 1 3 0,-2 2-3 16,-10-5-2-16,2 1-3 0,-4 0-3 0,-5-1-13 0,-1 0-8 16,-3 0-4-16,0 3 0 0,-5-3 4 15,-1 1-5-15,-3 0 5 0,-7 3 7 0,-2 1 0 0,-9-1 5 16,-7 4 0-16,0-2 3 0,-4-2 1 0,2 1-4 0,-2-1 2 16,-2-2 4-16,0 3-5 0,2-4 2 0,1-2-1 15,-3 2-15-15,10-2-23 0,0-2-31 0,1-1-29 16,3 0-27-16,7-1-177 0,0-4-334 0,7 0 147 15</inkml:trace>
  <inkml:trace contextRef="#ctx0" brushRef="#br0" timeOffset="91570.54">15824 9975 56 0,'4'-5'347'0,"0"2"-8"0,-2-1-10 16,-2-1-28-16,3 3-24 0,-3 2-29 0,0-6-30 16,0 6-25-16,1-2-21 0,-1 2-25 0,0 0-37 15,0 0-15-15,0 0-8 0,0 0-8 0,4 15-13 16,-4-6-4-16,3 4-8 0,-2-1-7 0,-1 2 0 16,1 3-5-16,-1 0-6 0,3 2-4 0,-2-2 1 15,-1 2-6-15,0-4-9 0,3 2-20 0,-3-5-9 16,0 1-16-16,-3-1-21 0,3-3-19 0,-1 3-13 0,-2-3-14 0,3-1-7 15,-2 0-8-15,-1-1-1 0,2-5-2 0,-2 3 7 16,-1-1-27-16,-2-4-45 0,6 0-205 0,-9-6-412 16,8 1 182-16</inkml:trace>
  <inkml:trace contextRef="#ctx0" brushRef="#br0" timeOffset="91739.62">15912 9767 211 0,'2'-7'314'0,"-2"0"-21"16,0-1-25-16,1 3-30 0,-1 1-25 16,1 0-24-16,1 0-28 0,-2 2-46 0,0 2-48 0,0 0-26 15,6-3-38-15,-6 3-25 0,6 5-39 0,-1-1-38 16,4 3-50-16,-5-3-148 0,6 3-322 0,-5 0 142 0</inkml:trace>
  <inkml:trace contextRef="#ctx0" brushRef="#br0" timeOffset="92287.1">16583 10056 302 0,'4'-1'283'0,"-4"1"-15"0,5-3-32 0,-5 3-24 16,0 0-18-16,3-5-23 0,-3 5-19 15,0 0-24-15,-4-7-20 0,4 7-14 0,-12-2-10 16,6-1-13-16,-6 1-2 0,0 1-9 0,-6 0-8 0,-4-2-5 0,-1 3-2 16,-5-2-8-16,1 7-4 0,-2-5-4 0,-1 2-4 15,2 1 0-15,1 1-7 0,3-1 0 0,-3 3-4 16,8 0 1-16,-1-1-3 0,3 4-7 0,-2-4 0 16,4 7-2-16,-1-3-1 0,3 2-1 0,2 1 2 15,2-1-1-15,3 3 2 0,-1-2 2 0,5 0-2 16,-1-1-4-16,4 4 3 0,3-5 6 0,1 6-3 0,3-6-4 0,5 4 4 15,-3-6-1-15,6 1 5 0,1-1 3 0,2-3-3 16,3 0 2-16,1-5-5 0,-1 0 6 0,1-1 2 16,4-6 12-16,-8 0 8 0,0 0 9 0,-1-4 19 15,0 1 13-15,-2-3 19 0,-2-2 5 0,4-3-3 16,-4-4-9-16,4-2-9 0,-6-4-10 0,-2-1-4 16,0-2-8-1,2-5-16-15,-2 2-4 0,-2 0-2 0,-2-3-2 0,2 1 6 16,-3 2-2-16,1 3 10 0,-3-1 14 0,0 5 6 15,-3 8 8-15,2-1 3 0,-4 9 1 0,4 0-8 16,-2 3-8-16,0 1-12 0,-2 2-14 0,5 0-52 16,-3 2-48-16,0 3 6 0,0 0 1 0,0 0 7 15,-14 20 4-15,8-6 6 0,-3 3 5 0,0 7-4 16,-1 5 6-16,1 0 7 0,2 0-15 0,2 4-21 0,-1 0-11 16,3-2-21-16,2 1-20 0,2 0-27 0,-2-5-30 0,2 1-15 15,2-2-8-15,-2-8-24 0,7-1-55 0,-6-3-176 16,1-5-485-16,2-1 215 0</inkml:trace>
  <inkml:trace contextRef="#ctx0" brushRef="#br0" timeOffset="92804.27">16684 10112 242 0,'0'0'265'0,"0"0"-13"0,0 0-21 0,0 0-22 0,0 0-17 15,0 0-10-15,0 0-22 0,0 0-15 0,0 0-13 16,5-1-15-16,3 1-9 0,0 1-11 0,3-1-11 0,7-2-7 16,1 2-9-16,1-2-6 0,-1 0-6 0,1-1-8 15,2 1-5-15,-2-5-2 0,8-1-8 0,-9 3 0 16,2-4-1-16,-3 2-4 0,-1-1-1 0,-4-1-1 16,-2 4 20-16,-1-3 21 0,-1 1 1 0,-3 0-6 15,3 0-2-15,-5 2 7 0,1-2-6 0,-1 2-15 16,-2 1 1-16,1-1-11 0,0 0-15 0,-3 0-1 0,0 2-11 0,0 3-5 15,-4-5-10-15,-1 3 2 0,5 2-6 0,-14 5-3 16,3 0 4-16,1 2-6 0,-1 2 7 0,-3 1-3 16,-3 0-1-16,4 2-2 0,0 0 10 0,3-1-10 15,0 1 2-15,2 3-5 0,2-4 5 0,-2 2 11 16,4-2-12-16,3 1 4 0,-3-2 0 0,4 1 0 16,0-1 1-16,1 0 14 15,2-3-7-15,1 0 3 0,1 0 3 0,5-2 5 16,-1-1 17-16,0 0-5 0,5-2 5 0,4-2-5 15,1 0 11-15,2-2 8 0,-3-3 0 0,2 0 14 16,7-5 9-16,-8 4-5 0,5-5 22 0,-2 1 4 16,2-3-11-16,-7 2 7 0,2 1 0 0,-2-1-8 15,-2 0-2-15,-3 5-4 0,-1-2 3 0,-2 1-5 16,-3 5-13-16,1-4-8 0,-1 4-9 0,-1-1-9 0,-2-1-20 0,-1 4-19 16,-2 0-25-16,0 0-4 0,13 3-6 0,-9 1-5 15,2 4-3-15,2-1 4 0,-3 3-14 0,3 2-17 16,-1 2-35-16,1 0-42 0,-3 1-55 0,2-4-75 15,-5 0-324-15,2-1-662 0,-4-5 293 0</inkml:trace>
  <inkml:trace contextRef="#ctx0" brushRef="#br0" timeOffset="94592">18812 9856 140 0,'0'-5'263'0,"2"1"-16"0,-2-1-20 0,0 1-31 0,0 4-22 16,4-3-25-16,-4 3-35 0,0 0-17 0,0 0-10 15,0 0-11-15,-14 12-5 0,9-2-9 0,-1 6-6 16,-2 0-6-16,-1 5-4 0,0-3-3 0,0 7-4 0,1-1-4 0,2-4-8 16,1-2 3-16,1 0-7 0,2 1-6 0,-1-2 1 15,3-7 1-15,1 2-4 0,2-2-4 0,-1-1 11 16,1-2-1-16,4-3 2 0,1-2 1 0,4 0 1 15,0-2 1-15,3-3 6 0,1-1-2 0,2-3-3 16,-3-1-1-16,2-2 3 0,2-1 4 0,-3 1-3 16,0-2-1-16,2-1-2 15,-4 2 4-15,3-1-4 0,-5 2-1 0,3-2 0 16,-5 4-6-16,-3 1 0 0,1 1-3 0,-3 1-3 16,1 1 0-16,0 0-7 0,0 3-2 0,-3-1 0 15,3 2-5-15,-6 0 1 0,11 3 0 0,-3 1-1 16,-3 0-2-16,3 1 2 0,2 1-2 0,-2 0-1 15,-2 1 0-15,1 0-1 0,0 1 4 16,2-1-2-16,-1-1 4 0,0 2 2 0,2-1-1 0,-1-3-1 0,2 1 3 16,1-2 1-16,-2-1-1 0,-1-2 2 0,2 3 4 0,0-3 11 15,1-3 10-15,-3 1 15 0,0-5 21 16,4 2 6-16,-3-5 19 0,-1 1-16 0,0-1-1 0,0-4 1 16,0-3 0-16,-4 2-5 0,4-2-8 0,-6 2-4 15,-1-2-10-15,2-3-5 0,-1 3 1 0,0-1 11 16,-3 1-29-1,2 2-11-15,-4-2-17 0,2 2-16 0,-1 2-8 0,-1 2-16 16,-1 4-11-16,-1-5-19 0,4 8-28 0,-2-2-39 16,-1 2-29-16,-3 1-25 0,2 3-30 0,4 0-25 15,0 0-222-15,-14 4-505 0,10-1 225 16</inkml:trace>
  <inkml:trace contextRef="#ctx0" brushRef="#br0" timeOffset="94777.04">19517 9994 65 0,'0'3'363'15,"1"0"-12"-15,-1-3-6 0,4 2-27 0,-4-2-27 16,0 5-28-16,0-5-29 16,0 0-29-16,0 4-35 0,0-4-33 0,0 0-42 15,0 0-47-15,0 0-58 0,0 0-57 0,0 0-48 16,0 0-61-16,13-6-244 0,-12 2-454 0,2 0 200 15</inkml:trace>
  <inkml:trace contextRef="#ctx0" brushRef="#br0" timeOffset="95130.59">19781 9778 174 0,'2'-6'293'0,"-1"3"-20"0,3 0-31 0,0-2-22 16,-2 4-25-16,2-2-20 0,1 3-21 0,-5 0-16 0,16 3-18 0,-7-2-12 16,0 5-13-16,2-1-15 0,-2 6-8 0,6 1-8 15,-6 2-9-15,0 0-6 0,3 2-7 0,-3 1-1 16,-2 0-5-16,1 7-3 0,-2 0-1 0,-2-6-5 16,0 8-4-16,-3-8-1 0,-1 0 0 0,-1-2-3 15,-2-5-5-15,1 1 3 0,-1 0-8 0,2-3 2 16,-4-1 1-1,3-3 1-15,0 0-1 0,1 2 13 0,-2-4 16 16,3-3 25-16,-1 2 15 0,1-2-5 0,0 0-11 0,-8-7-7 16,7-3-12-16,1-3-12 0,1-3-11 0,1-3-7 15,1-6-7-15,5-3-14 0,2 3-15 0,-1-2-20 16,4-1-25-16,1 3-28 0,-1-1-25 0,1 2-37 16,-1 2-16-16,-3 7-35 0,0 0-221 0,-2 1-462 15,-2 2 204-15</inkml:trace>
  <inkml:trace contextRef="#ctx0" brushRef="#br0" timeOffset="95509.49">20400 9656 122 0,'5'-8'345'0,"-1"-3"-13"0,2 2-16 16,-2 0-20-16,1 0-17 0,-2 3-24 0,1 1-17 16,0-1-20-16,-3 3-27 0,1-1-27 0,1 1-26 0,0 1-12 15,-3 2-24-15,0 0-14 0,0 0-12 0,0 0-10 0,6 6-9 16,-4 2-10-16,0 4-6 0,-4 3-5 0,1 2-3 16,1 4-6-16,-5 4 3 0,0 4-8 0,1-3 1 15,-1 3-4-15,2 0-1 0,0-2 8 0,0-1-13 16,-1 1 0-16,3 2 0 0,1 1 0 0,-3-5-4 15,1-6 2-15,4-1-8 0,-2-2-12 0,0 0-7 16,-2-4-7-16,6 0-8 0,-3-3-6 0,0-1-7 0,-1-2-7 0,3 2 1 16,-2-5-7-16,0 2 0 0,1 0-7 0,0-3-6 15,1 0-11-15,-3-2-30 0,7 0-36 0,-7 0-38 16,13-7-63-16,-8 2-174 0,3-2-455 0,0-3 202 16</inkml:trace>
  <inkml:trace contextRef="#ctx0" brushRef="#br0" timeOffset="95663.03">20322 9902 250 0,'-5'1'248'0,"5"-1"-14"16,0 0-12-16,0 0-28 0,0 0-21 0,0 0-19 15,0 0-19-15,33-4-33 0,-2 2-39 0,0-1-39 0,3 2-66 16,3-2-56-16,0-4-179 0,15 0-300 0,-12 3 134 0</inkml:trace>
  <inkml:trace contextRef="#ctx0" brushRef="#br0" timeOffset="95863.19">21011 9970 143 0,'-4'3'373'16,"4"-3"-33"-16,-3 3-26 0,3-3-20 0,-1 4-31 16,1-4-30-16,0 0-25 0,0 0-41 15,0 0-51-15,0 0-53 0,10 2-57 0,-1-2-55 16,0 0-77-16,0 0-266 0,4-1-422 0,-3-4 186 16</inkml:trace>
  <inkml:trace contextRef="#ctx0" brushRef="#br0" timeOffset="96407.33">21609 9716 2113 0,'0'0'46'0,"4"-7"-61"0,2 2 29 16,-1 0-9-16,7-1 0 0,1 0-8 15,4-1 8-15,1 0 3 0,5 2-1 0,-1 2 2 16,6-2-7-16,-1 4 1 0,-7 2-1 0,3 2-4 0,-1 2 5 16,-6-1-2-16,1 5-4 0,-4 0 2 0,1 3 3 15,-5 0-3-15,0 2-3 0,-1 2-2 0,-7 1 9 0,-1 0-9 16,-5 4 6-16,0-2-3 0,-4 5-1 0,-4-2 1 0,-4 4-3 15,3-2 5-15,-3-2-1 0,-1 0 7 16,5-7-8-16,0 1 1 0,0-3-7 0,3-4 19 16,0 1-8-16,4-3 7 0,0-3 10 0,2 2 14 15,1-1 40-15,-1-1 34 0,1-2 43 0,1 1 41 0,2-3 39 16,0 0 0 0,0 0-33-16,9-12-17 0,2 3-9 0,8-11-24 15,4 3-18-15,0-2-14 0,3-2-9 0,-2 0-10 16,4-2-10-16,2 1-12 0,-1-2-13 0,0-1-19 15,-2 1-2-15,-1-2-21 0,-6 4 1 0,2-1 4 16,-9 7 6-16,-2 2 1 0,-3 5 0 0,-3 1 4 16,3 0-16-16,-7 2-6 0,5 1-16 0,-6 2-22 15,0 0-8-15,0 3-4 0,0 0-8 0,-20 11-13 0,11-2-2 0,-4 5 0 16,0 3-17-16,-2 4-3 0,2 4-8 0,4-2-5 16,1 5-1-16,8 1-14 0,6-2-14 0,5 1-21 15,6 0-35-15,7-6-72 0,7-4-305 16,1-3-600-16,5-5 266 0</inkml:trace>
  <inkml:trace contextRef="#ctx0" brushRef="#br0" timeOffset="97086.74">23380 9266 156 0,'6'-26'266'16,"3"8"-7"-16,-4 0-17 0,2 3-8 15,-5 3-17-15,2 2-17 0,-1 3-20 0,-2 0-25 16,3 2-23-16,-3 1-39 0,-1 4-21 15,0 0-9-15,0 0-6 0,-9 16-8 0,0 10 0 0,-1 1-10 0,-8 16-3 0,-2 4-15 0,-2 3-2 16,0 2-1-16,1 1-3 0,0 2-5 16,2-4 5-16,1 1-4 0,3-3-2 0,1-5 0 15,6-10-3-15,0 0 0 0,3-1 2 0,3 0-2 16,0-2 4-16,2-1-1 0,0-2-3 16,0-9 1-16,0-2 0 0,2 0 3 0,-2-5 3 15,0-2-2-15,-2 1 3 0,2-3-4 16,0-2 1-16,0 1-1 0,0-3 2 0,-5 1 3 15,4-1-4-15,-3 0 0 0,0 0 7 0,-3 0-9 16,-4-4 1-16,-4 2-2 0,-3 1-12 0,-1-6-19 16,-4 2-24-16,-4-4-44 0,-1 2-42 0,5-2-71 0,-4-4-190 0,0-3-426 0,12-1 188 15</inkml:trace>
  <inkml:trace contextRef="#ctx0" brushRef="#br0" timeOffset="97283.47">22999 9735 190 0,'0'0'277'0,"0"0"-21"0,-9 0-16 0,9 0-18 16,0 0-19-16,0 0-26 0,0 0-17 0,17-7-19 15,-3 5-21-15,8 2-26 0,10-4-38 0,2 0-54 0,6 1-57 0,11-1-63 0,-18 0-210 16,3-2-355-16,-6 2 157 0</inkml:trace>
  <inkml:trace contextRef="#ctx0" brushRef="#br0" timeOffset="97889.6">23624 9603 136 0,'4'-3'294'0,"1"1"-23"15,0-2-26-15,0 3-11 0,3-2-31 0,0 3-25 0,-1 3-18 16,7-2-18-16,-3 5-12 0,4-1-12 16,0 5-10-16,-1-1-10 0,-4 6-9 0,3-1-12 15,-5 1-4-15,0 2-6 0,-5-1-7 0,1 4-7 0,-4-1-5 16,0-2-5-16,-2 2-6 16,-5 0 5-16,0-3-9 0,0 0-5 0,-3 0-4 0,4-3-2 15,-2-4 3-15,-1 2-6 0,1-4 1 0,1 0 0 0,3-3 4 0,0 0 25 16,1 2 23-16,-1-4 29 0,1-1 19 15,3-1-5-15,0 0-8 0,0 0-25 0,2-12-8 0,6 3-11 16,5-3-9-16,10-3-8 16,4-2-24-16,5-3-23 0,2 1-18 0,11-8-9 0,-2 3-11 15,2-2-1-15,2 1-5 0,-5 2 2 16,-5 10 7-16,-3-3 1 0,-4 0 0 0,-3 4 9 0,-4-2 4 16,-8 7 17-16,-3 0 9 0,-1 0 20 0,-2 3-3 0,-1 0 0 15,-3 0 7-15,1 0-9 0,-2 2 4 16,0 0-9-16,0 0-10 0,-4 2-5 0,0 0-1 0,0 0-5 15,0 0 4-15,-15 12-1 16,5-5-2-16,-3 3 4 0,-3 4-3 0,-4 1 0 0,6 2 2 16,-6 2-4-16,0-1 4 0,6-1-3 15,3-3-2-15,-2 2 9 0,4 1-6 0,3-3 5 0,-1-1-1 16,6-3 5-16,1 2-1 0,1-2-3 0,4-1 10 16,2-2-3-16,1 0 1 0,5-1 4 0,4-1-4 0,5-1 2 15,-2-2-5-15,10-1 1 0,-4-3-2 0,-4-1 2 16,0 0 3-16,-2-2 2 0,-3-1-3 15,2 0 1-15,-3-1-2 0,-1-2 0 16,-2-1-2-16,-5-1-13 0,0-2-10 0,-1 1-17 0,-5-5-11 16,1 0-11-16,-3 0-7 0,-1 0-3 0,-5 2-3 0,0 1 1 15,-3-1-9-15,-4 5-4 0,0-2-15 0,-4 3-14 16,-1 2-17-16,-3-1-4 0,-2 6-21 0,3-1-17 16,-1 3-19-16,0 0-196 15,3 0-417-15,6 0 185 0</inkml:trace>
  <inkml:trace contextRef="#ctx0" brushRef="#br0" timeOffset="98339.86">24578 9646 165 0,'6'0'299'15,"-6"0"-22"-15,11 2-22 0,-7-2-27 0,-4 0-24 0,6 2-22 16,-6-2-21-16,8 3-12 0,-3 2-17 15,0-2-15-15,-2 3-9 0,1-1-11 0,2 4-11 0,-1-1-9 0,0 2-7 16,-3 1-9-16,1-2-3 16,1 3-8-16,0-3-2 0,-3-2-2 0,1 0-4 0,1-1-6 15,1 0-3-15,-3-1-1 16,2-2-1-16,-2 0-1 0,1 2 1 0,-2-5 7 0,6 0-3 0,-6 0-2 16,10-5-4-16,-1 2-4 15,0-2-3-15,3-3-5 0,3 0 1 0,-1-5-5 16,3 4 2-16,-1-1-3 0,0 0 1 0,-2 3-4 0,-3 0-4 0,-1 3 0 0,2 0 8 15,-6 0-7-15,1 4-4 16,-1-3-2-16,-1 2-3 0,-5 1 0 0,10 1 2 0,-5 0-3 16,-1 3 1-16,0-1 2 0,0 1-2 15,0 1-2-15,-1 0-3 0,0 0 0 0,-2 0 1 0,3-1-2 16,0 0 2-16,-4 0-1 0,4 1 1 16,-3-4 3-16,2 2 5 0,-1 1 12 0,5-3 6 0,-1 2 16 15,3-3 8-15,3-3 4 0,2 3 11 0,1-3 4 0,4 1 0 16,-1-2-3-16,1-1 3 15,2 3-16-15,-3-1-12 0,2 0-4 0,-1-1-6 0,-1 4-14 0,-3 0-22 16,-3 0-38-16,-3 2-41 16,-3 3-42-16,1-2-53 0,-5 4-103 0,-2-3-241 0,0 0-574 15,0-4 254-15</inkml:trace>
  <inkml:trace contextRef="#ctx0" brushRef="#br0" timeOffset="99337.64">27119 9506 17 0,'0'0'271'0,"0"0"-20"0,0 0-25 0,-5-2-20 0,5 2-20 16,0 0-19-16,0 0-21 0,0 0-18 16,0 0-19-16,0 0-14 0,0 0-13 0,0 0-10 0,0 0-10 15,0 0-6-15,16-3-8 16,-9 2-3-16,3-1-6 0,0-2-4 0,4 1-4 0,0-2-5 15,2-2-6-15,-6 0 1 0,3 4-3 0,-4-4-1 0,3 2 22 0,-8 1 4 16,5-2 4-16,-4-1 1 16,-1 3-1-16,-1 1-5 0,-1-2-8 0,3 3-8 15,-5-3-14-15,0 5-7 0,-12-5 0 0,-3 7-2 16,-4 0 0-16,-7 4-3 0,-5 3 0 0,0 5 1 0,-1 2-2 0,-1 1 0 16,0 4-9-16,1-3 3 15,2 4 2-15,2 1 1 0,3-1-3 0,3 1 1 0,4 2-2 16,4-2 2-16,6-4 4 0,7 0-1 15,5 6 3-15,7-3 3 0,9 3 2 0,7-7 2 0,7-2-5 16,16 2-12-16,2-7-36 0,7-3-56 16,5-6-68-16,-3-1-223 0,4-6-426 0,-2-1 188 0</inkml:trace>
  <inkml:trace contextRef="#ctx0" brushRef="#br0" timeOffset="100037.62">28539 9080 123 0,'3'-5'264'0,"-1"-1"-25"0,0 2-20 16,0 0-26-16,1 2-24 0,-3 2-20 0,0 0-18 0,0 0-13 16,5 6-11-16,-5 6-14 0,-2 0-9 0,-1 14-10 0,-2 2-7 15,0 3-3-15,-1 1-9 0,-3 14-3 0,-1-10-8 16,-1 10-3-16,4-12-10 0,-1 0 3 0,-1 0-5 0,1-1-3 16,3-6-5-16,-1-1 2 0,2-5-4 0,0-4-2 0,2-1-3 15,-1-6 2-15,2-2-2 0,0 1 0 0,-1-2-2 16,2-2 2-16,-2-1-3 0,2-1 4 0,0-3 13 15,-3 9 11-15,3-7 13 0,0-2 6 0,-4 3-4 16,4-3-3-16,0 0-2 0,-10-2-6 0,10 2-11 16,-18-5 0-16,4 1 7 0,-2 1-15 0,-5 0-2 15,0-1-7-15,2-1-5 16,-1 0-2-16,1 0-8 0,0 0 7 16,7 3 7-16,1-3-11 0,3 3 5 0,3 1-8 0,-4 1-7 15,5-4-7-15,3-1-25 0,1 5-30 0,15-10-18 16,5 4-2-16,10 0-14 0,6-4-9 0,18 1-4 15,4-3-15-15,1 3 6 0,-1-2 8 0,0 1 14 16,5 1 21-16,-3-3 3 0,-4 2 26 0,-1 1 22 16,-18 4 18-16,-1-3 17 0,-4 3 28 0,-12 3 28 0,-3-3 13 15,-2 3 18-15,-6-1 14 0,3 0 8 0,-6 1-2 16,1-1-11-16,-1 3-8 0,-3-1-14 0,-3 1-19 16,0 0-5-16,0 0-6 0,0 0-8 0,-9 10-7 0,-2-2-6 15,-3 0-1-15,-4 5-5 0,-3 3-1 0,-1 1-6 16,8-4-2-16,0 1-4 0,4 0-15 15,-2 1-6-15,3-2-3 16,4-2-3-16,1 1 1 0,3-2 6 0,2 1 4 16,7-3 7-16,2 1 3 0,8-3 0 0,2 3 2 15,10-6 0-15,2-4 7 0,-3-1-5 0,-1-5 7 0,0 2-2 0,-1-4 5 16,-6 2-5-16,-3-3 0 16,-3-1-6-16,-1-2-2 0,-2-1-17 0,-2-3-20 0,-8-1-41 0,1 1-38 15,-6-2-21-15,-3 1-11 0,-2 2-41 16,-3 1-205-16,-6-1-421 0,-2 0 187 15</inkml:trace>
  <inkml:trace contextRef="#ctx0" brushRef="#br0" timeOffset="100673.35">30445 9402 42 0,'-8'0'186'0,"8"0"-13"0,0 0-23 0,0 0-13 0,0 0-13 16,0 0-13-16,0 0-10 0,-7 0-8 15,7 0-11-15,0 0 0 0,0 0-9 16,0 0 3-16,0 0 6 0,0 0-11 16,0 0 4-16,0 0-7 0,25 0-9 0,-16 0 0 0,4-1-6 0,1-1-3 15,-2-3 6-15,-2 4 11 16,1-3 8-16,-2 0 5 0,0 1 3 0,-1 2 6 0,-2-2 4 0,-1 1 0 15,0-1-6-15,-1 1-7 0,0 1-6 16,0-1-16-16,-4 2-15 0,1-3-15 0,-1 3-12 0,0 0-6 16,0 0-2-16,-25 3 0 0,6 5-2 0,-8 3-6 15,-1 1 0-15,1 4 1 0,0 2-4 16,0 1-2-16,4-2 2 0,0 5-1 0,1 0-3 0,4-3 7 16,3 3-4-16,4 0-5 0,5-4 1 15,0 2-7-15,5-3-1 0,8 2 2 0,4 3-1 0,8-2-7 16,5-3-13-16,7 0-31 0,6-6-55 15,17 0-74-15,-3-4-215 0,5-5-445 0,-18-2 197 0</inkml:trace>
  <inkml:trace contextRef="#ctx0" brushRef="#br0" timeOffset="100899.61">30859 9576 268 0,'0'0'323'0,"0"0"-19"15,0 0-31-15,0 0-28 0,0 0-31 16,29-7-20-16,-2 2-25 0,8 1-28 0,1 1-25 0,15-5-21 16,1 3-24-16,0 0-36 15,-12 1-42-15,-3 1-52 0,1-2-60 0,-6-1-62 0,-4 2-166 0,-8-4-377 16,-2 3 167-16</inkml:trace>
  <inkml:trace contextRef="#ctx0" brushRef="#br0" timeOffset="101141.12">31129 9433 256 0,'0'0'391'0,"-3"-5"-18"16,3 5-19-16,-1-2-26 15,1 2-50-15,0 0-29 0,-3-5-20 0,3 5-27 0,0 0-51 16,0 0-39-16,0 0-9 0,-10 12-17 16,5-2-8-16,-5 2-9 0,1 5-5 0,-5 7-6 0,0 1-9 15,2-2-6-15,-2 1-31 0,8 1-23 16,-3-1-25-16,-3 0-12 0,10-6-28 0,-1 1-10 0,-2 0-26 16,5-1-22-16,0-1-39 0,0-5-47 15,0-2-212-15,4 1-467 0,-3-4 206 0</inkml:trace>
  <inkml:trace contextRef="#ctx0" brushRef="#br0" timeOffset="101521.85">31654 9259 92 0,'1'-5'253'0,"4"3"-22"15,0 1-25-15,3-1-24 0,2 2-17 16,4 3-22-16,3 1-13 0,-2 5 6 0,2 2-13 0,-2 0-19 16,-1 5-8-16,-2 0-10 15,-3 1-12-15,1 7-6 0,-8-3-9 0,-3 3-8 0,0 2-4 0,-4-2-2 16,-8 2-7-16,0-1-6 0,-3-3-3 0,-4 1-1 15,1-1-3-15,-5-2-4 0,0-3-2 16,3 1 1-16,2-7-2 0,4 3 0 0,1-4 1 0,2-3-7 16,2 1 0-16,1-1-4 15,1-2-2-15,2-1 4 0,0 1-3 0,2-2 4 0,1 1-3 16,1 1 0-16,2-5 3 0,6 5 1 16,3 1 0-16,5-4 4 0,5 0-12 0,3 0-24 0,5-2-33 15,1 0-54-15,1 0-69 0,0-2-215 16,-1-3-421-16,1-2 187 0</inkml:trace>
  <inkml:trace contextRef="#ctx0" brushRef="#br0" timeOffset="101883.62">32197 9403 313 0,'0'0'289'0,"0"0"-33"0,0 0-28 15,0 0-20-15,0 0-24 0,-8 16-20 0,3-7-14 0,-2 3-36 16,-1 3-12-16,-5 2-13 0,-1 3-8 16,-1 2-10-16,-1-1-1 0,0 1-10 0,0 2-2 0,1-7-7 15,2-4-5-15,1 1-7 0,1 0 1 16,2-4-6-16,4-3-6 0,-1-2 2 0,1 1-3 0,1-5 3 16,0 4 6-16,0-1 35 0,3-1 41 15,1-3 40-15,-3 3 46 0,3-3 21 0,-2 2 11 0,2-2 10 16,0 0-14-16,0 0-29 0,9-8-28 0,0-1-27 15,2 4-20-15,3-5-14 0,2 0-12 0,-1 1-15 16,-5 3-11-16,4 0-8 0,-5 0-8 16,1 0-8-16,-1 3-22 0,-2 0-28 15,-1 3-31-15,4 0-21 0,-2 0-21 0,4 1-25 0,-2 1-21 16,-1 2-29-16,-2 4-16 0,1-3-30 0,0 4-27 0,-1-1-32 16,2 1-36-16,0-1-58 0,-6-3-212 15,1 0-610-15,-1-2 271 0</inkml:trace>
  <inkml:trace contextRef="#ctx0" brushRef="#br0" timeOffset="102173.6">32079 9411 191 0,'-5'-4'347'0,"-1"0"-2"16,2 2-4-16,0-2 3 0,4 4-20 15,-4 0-9-15,4 0-22 0,-1-5-34 0,1 5-28 0,14-7-33 16,5 4-23-16,8-1-25 16,8-1-22-16,2 4-25 0,15-6-18 0,0 5-18 0,2-2-1 0,-3 1-18 15,0 1-1-15,-11-2-9 16,-3 1 2-16,1-3-7 0,-6 1-3 0,-5 2-3 0,-8-1 3 0,-5 2-5 16,-1-1-1-16,-4 0-4 15,1 1-14-15,-5 2-17 0,-1-2-26 0,0 0-28 0,-4 2-26 16,0 0-44-16,0 0-28 0,0 0-31 15,-23-3-34-15,12 5-50 0,-5 0-244 0,-2 1-565 0,7-3 250 16</inkml:trace>
  <inkml:trace contextRef="#ctx0" brushRef="#br0" timeOffset="102361.62">32543 9732 139 0,'-1'3'473'0,"-2"-2"-21"0,3-1-43 0,-2 4-44 0,2-4-57 0,0 0-117 15,0 0-117-15,13-8-103 16,-1 4-134-16,0 0-208 0,-2-1-399 0,2-4 176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6:57:30.8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4284 2231 56 0,'0'0'159'0,"0"0"-10"0,0 0-15 15,0 0-1-15,9 0 6 0,-9 0-2 0,0 0 2 16,0 0-8-16,0 0-6 0,0 0-11 0,0 0-8 0,0 0-7 0,0 0-2 16,0 0-9-16,0-4-1 0,0 4-7 0,0 0-4 15,0 0-4-15,0 0-8 0,0 0 3 0,0 0-2 16,0 0-5-16,0 0 1 0,0 0-5 0,0 0-2 15,0 0-4-15,0 0-7 0,0 0-7 0,0 0-2 16,-4-5-4-16,4 5-6 0,0 0-2 0,0 0-2 16,0 0-13-16,0 0-2 0,0 0-12 0,0 0-4 0,0 0-6 15,0 0-4-15,0 0-5 0,0 0 3 0,0 0-2 16,0 0 2-16,0 0-2 0,0 0-4 0,0 0-5 16,0 0 2-16,0 0 1 0,0 0 2 0,0 0-4 15,0 0 1-15,0 0 1 0,0 0 0 0,0 0 0 16,0 0-6-16,0 0-2 0,0 0-5 0,0 0 1 15,0 0-3-15,0 0-7 16,0 0-10-16,0 0-11 0,0 0-11 0,0 0-11 16,0 0-8-16,0 0-11 0,0 0-18 15,0 0-100-15,0 0-253 0,0 0 113 0</inkml:trace>
  <inkml:trace contextRef="#ctx0" brushRef="#br1" timeOffset="4430.3">3221 1627 73 0,'0'0'117'0,"0"0"1"0,0 0-24 15,0 0-2-15,0 0-9 0,0 0-7 16,0 0 5-16,0 0-5 0,0 0 4 0,0 0 0 16,0 0 3-16,0 0-4 0,0 0 15 15,0 0 7-15,0 0 13 0,0 0 10 0,0 0 7 16,0-8 10-16,0 8 18 0,0 0 9 0,0 0 16 15,0 0 2-15,0 0 1 0,0-6 11 0,0 6 14 16,1-5-11-16,-1 5-3 0,0 0-1 16,0-6-8-16,0 6-11 0,0 0-12 0,0 0-12 15,-1-6-15-15,1 6-16 0,0 0-10 0,0 0-14 0,0 0-15 0,-3-6-16 0,3 6-25 16,0 0-27-16,0 0-35 0,0 0-27 16,0 0-53-16,0 0-26 0,-1 17 6 0,2-9 9 0,-1 5 11 15,3 6 12-15,-3 1 8 0,1 6 9 16,2 4 5-16,-2 0 13 0,-1 2 8 15,-1 2 8-15,1-3 0 0,0-2 7 0,-4-2 1 16,4-1 7-16,0-1 4 0,-4-6 0 16,4-2-2-16,-4-1-6 0,3-4-5 0,-2-2 1 15,2 0-8-15,1 0-11 0,-3-5-7 0,3 3-8 16,0-4-7-16,0-4 5 0,-3 7-4 0,3-7-6 16,-4 6-34-16,4-6-35 0,0 0-47 0,0 0-43 15,-15-8-206-15,8 2-477 0,-3-3 212 16</inkml:trace>
  <inkml:trace contextRef="#ctx0" brushRef="#br1" timeOffset="4616.83">3027 1526 349 0,'-3'-13'397'0,"-2"4"-26"0,5-1-16 15,-1 2-34-15,-2 2-22 0,2-2-31 16,2 0-28-16,2 0-33 0,-2-2-23 0,4 2-24 15,3 0-29-15,1 1-41 0,2 1-43 0,6 1-43 16,2-2-45-16,2 7-44 0,-1 0-45 16,0 5-36-16,7 4-37 0,-4 6-22 0,-1-1-205 0,-7 8-464 0,-2 2 206 0</inkml:trace>
  <inkml:trace contextRef="#ctx0" brushRef="#br1" timeOffset="4748.14">3046 2106 55 0,'0'3'217'0,"-1"1"-8"16,1-4 4-16,1 7-1 0,-1-7-8 0,18 0-13 16,-5-1-25-16,8-3-11 0,6-4-28 0,4 3-52 15,-1 1-60-15,2-5-89 0,2 1-221 0,-5-3-318 16,2 1 141-16</inkml:trace>
  <inkml:trace contextRef="#ctx0" brushRef="#br1" timeOffset="5319.06">3865 1434 234 0,'1'-17'407'0,"2"6"-28"0,-3 2-15 0,0 0-6 15,0 4-20-15,0 0-22 0,0 5-29 0,0-10-32 16,2 6-31-16,-2 4-39 0,0 0-44 0,-2-6-43 0,2 6-49 0,0 0-20 16,0 0-5-16,0 23-6 0,0 3-17 0,-3 8 18 15,2 21 4-15,-3 1-7 0,-1 4 6 0,-1 23 4 16,3-32-5-16,-3 6 1 0,3-3-17 16,-1-6 14-16,3-1 0 0,1-11 4 0,0 10-5 15,0-17 2-15,0 2-4 0,-3-2 2 0,2-1 1 16,-1-10-4-16,0-2-12 15,2-3 16-15,-1-3-1 0,-3-4 2 0,4 2 22 16,-6-3 3-16,3-1 1 0,3-4-10 0,-21 0-5 16,8-1 1-16,-5-4-3 0,-1-1-3 0,1-3 6 15,-1 4-7-15,2-2-18 0,-1-2 8 0,3 1-2 16,2 1 3-16,-1-3-4 0,3 4 1 0,1-1-11 16,3 2-9-16,-3-3-12 0,5 7-20 0,1-5-26 15,-1 4-26-15,2-3-41 0,3 5-50 0,0 0-72 0,-5-5-91 16,5 5-218-16,4-10-610 0,-4 10 271 0</inkml:trace>
  <inkml:trace contextRef="#ctx0" brushRef="#br1" timeOffset="5650.35">3716 1893 2770 0,'-9'3'234'0,"-3"-1"-105"16,3 1-41-16,4-3-11 0,5 0 3 0,-10 1-10 15,3 0-7-15,7-1-15 0,0 0 2 0,-11 3 4 0,11-3 3 0,0 0-9 16,0 0-1-16,0 0-7 0,0 0-4 0,0 0 6 16,28-5-12-16,3 0-4 0,3-1-3 0,21 0 4 15,0-4-6-15,4 0-2 0,-2 1-6 0,-20 4-3 16,18-4 4-16,-16 6-8 0,-7-2-2 0,-4 0 11 15,-7 1-6-15,-4 1 7 0,-4 2-11 0,-3 1 4 16,-2 0-8-16,-1-1 7 0,-7 1-17 0,11-2 11 0,-11 2-3 16,6-1-15-16,-6 1-2 0,0 0-22 0,0 0-20 15,0 0-37-15,0 0-48 0,-13 10-60 0,4-8-88 16,9-2-259-16,0 0-597 0,0 0 265 0</inkml:trace>
  <inkml:trace contextRef="#ctx0" brushRef="#br1" timeOffset="6451.92">5476 1791 64 0,'0'0'249'0,"-2"5"8"16,2-5-21-16,0 0-24 0,0 0-20 0,-4 5-17 15,4-5-13-15,0 0-12 0,0 2-15 0,0-2-11 16,0 0-14 0,0 0-10-16,0 0-11 0,0 0-7 0,0 0-6 0,0 0-11 15,0 0-4-15,23-2-8 0,-12-3 0 0,2 1-8 16,0-1-5-16,5-1-5 0,-3-2 1 0,-1 3-4 16,3-5-5-16,-2 0 0 0,-2 2 1 15,-3-1 6-15,-1 1 8 0,0-1 12 0,1 2 10 16,-1 1 8-16,-5-2 16 0,0 3 11 0,0 1 3 15,-2-1-22-15,-2 5-1 0,-4-9-17 0,-2 6-6 0,-7 0-6 0,1 5-6 16,-9 2-6-16,-8 4-5 0,-4 2-15 0,1 4 5 16,1 3-1-16,-1 2-8 0,0 1 4 0,0 2-8 15,4 1-1-15,1 3-2 0,0 0 0 0,4-1-1 16,3-2-5-16,3 1 6 0,7-6-2 0,4 1 3 16,2 0 0-16,2-2 5 0,5 0-1 0,5-3 0 15,-1 3 6-15,7-2 2 0,8-1 3 0,4-2-1 0,1-2 8 16,2-3-7-16,4 0-6 0,0-1 3 0,-3-6-6 15,-2 1 0-15,-5-1 2 0,-3 1-4 0,-2-1 7 16,0 0 5-16,-9 0 11 0,1 3-1 0,-1-1 6 16,-9-2 8-16,13 0 0 0,-13 0 5 0,0 0 0 15,14-3-7-15,-14 3 10 0,0 0-5 0,0 0-5 16,0 0-13-16,9 3-5 16,-9-3-17-16,0 0-27 0,0 0-26 0,0 0-37 15,0 0-44-15,0 0-47 0,8-5-66 16,-8 5-61-16,0 0-95 0,5-8-211 0,1 4-651 15,3-3 288-15</inkml:trace>
  <inkml:trace contextRef="#ctx0" brushRef="#br1" timeOffset="7135.28">6348 1837 15 0,'0'0'217'0,"0"0"-9"0,0 0-7 16,0 0-6-16,0 0-7 0,0 0-7 16,0 0-4-16,0 0-8 0,0 0-5 0,0 0-7 15,-7 5-8-15,7-5-8 0,0 0-20 0,0 0-7 16,0 0-25-16,0 0 6 0,0 0-22 0,0 0 4 15,0 0-6-15,0 0-8 0,27 0-4 0,-14 0-9 16,0 0-14-16,6 0-20 16,0-1-19-16,-1 0-22 0,1 1-24 0,3 0-27 15,-3-2-26-15,2 2-25 0,-5-4-44 0,3 3-50 16,-3 1-155-16,-4-3-406 0,2 2 179 0</inkml:trace>
  <inkml:trace contextRef="#ctx0" brushRef="#br1" timeOffset="7305.79">6409 1971 39 0,'-4'5'235'15,"2"-2"-10"-15,2-3-6 0,0 0-5 0,0 6-1 16,0-6-2-16,0 0-26 0,20 2-9 16,2-4-16-16,-3 2-14 0,9-1-14 0,4 1-24 15,1-3-34-15,-1 2-49 0,2-1-59 0,0 2-62 0,-1-5-90 0,-2 5-155 16,-3-4-370-16,0 1 163 0</inkml:trace>
  <inkml:trace contextRef="#ctx0" brushRef="#br1" timeOffset="8795.2">7687 1710 68 0,'0'0'197'0,"0"-5"-15"15,0 5-10-15,0 0-6 0,0 0-11 0,0 0-9 0,0 0-10 16,0 0-14-16,0 0-11 0,0 0-7 0,0 0-11 16,-12-3-11-16,12 3-3 0,0 0-10 15,-9-2-3-15,9 2-9 0,0 0-4 0,-14 1-6 16,8 0-4-16,6-1-5 0,-14 5 0 0,5-3-7 0,0 3 2 0,-2 0-7 15,-2 6 0-15,1-5-1 0,2 4 0 16,-3 2 6-16,3 0 0 0,-3 0 0 0,3 1-4 16,0 1 1-16,2 1-1 0,-2-1 1 0,5 3 6 0,-4-3-3 15,3 1 3-15,2-3 7 0,0 5 2 16,1-6-1-16,3 1 7 0,3 3 3 0,-2-5-6 16,3-1 13-16,1 4-4 0,0-3 12 15,5-1 5-15,3 2 7 0,1-5 5 16,0 2 1-16,5-1-1 0,8-3-3 0,-5-1-1 0,5-3 13 0,4-5-6 0,-2 0 6 15,-2-1 3-15,0-2 11 16,-2-4 2-16,-2-2 4 0,-2-4-1 0,-7 2-4 16,1-4-10-16,-2-3-8 0,-4-1-7 15,-4-2-8-15,-5 0-11 0,-4 0-10 0,-2 0-6 0,-7 3-14 0,0 1-19 16,-7 2-27-16,-6 1-40 0,-1 5-74 0,-12 0-99 16,-10-1-93-16,-9 9-426 0,2-2-804 15,17 7 357-15</inkml:trace>
  <inkml:trace contextRef="#ctx0" brushRef="#br1" timeOffset="11619">10084 1446 206 0,'-1'-5'358'0,"2"2"-13"16,-1 3-10-16,0-4-22 0,0 4-6 15,1-5-9-15,-1 5-8 0,0-5-11 0,0 5-15 16,0 0-20-16,0-5-22 0,0 5-12 16,0-5-32-16,0 5-21 0,0 0-15 0,0 0-21 15,0-4-23-15,0 4-11 0,0 0-45 16,0 0-41-16,0 0-46 0,0 0-29 0,0 0-8 15,-1 13 9-15,1-1 3 0,0 4 11 0,0 10 7 16,0-7 10-16,-1 9 2 0,2-1-3 0,-2 2 11 0,-2-3 5 0,3 0 1 0,-2 1 1 16,2-8 5-16,-2-1 0 0,0 0 9 15,2-5-6-15,-1 3 8 0,1-6 1 16,-2 0 2-16,2 0-2 0,0-2 4 0,0-3 2 16,0 1-3-16,0-2 5 0,0 1 0 0,-1-2 0 0,1-3 0 15,0 5 2-15,1-1 0 0,-1-4 2 16,0 0-13-16,2 4-9 0,-2-4-8 0,0 0-10 15,0 0-10-15,-3 3-7 0,3-3-13 16,0 0-33-16,0 0-58 0,0 0-59 0,-19-8-281 16,7 4-538-16,2-3 238 0</inkml:trace>
  <inkml:trace contextRef="#ctx0" brushRef="#br1" timeOffset="11905.2">9788 1712 104 0,'0'0'239'0,"-4"2"-5"0,4-2-6 0,0 5-11 16,0-5-23-16,0 0-17 0,0 0-20 16,0 0-13-16,16-2-20 0,1-2-9 0,10-1-11 15,5-1-16-15,10 1-2 0,8-7-14 0,1 5-6 0,1-1-3 0,-15 2-7 0,-2 1-5 16,1 0-4-16,-7 1-9 0,1 0-1 0,-10 3-3 15,-1 0-8-15,-6-1 1 0,-3 2-8 16,0 0 0-16,-5-1-6 0,3-1-3 0,-4 0-7 16,-4 2-5-16,10 0-3 0,-10 0-4 0,0 0 0 15,9-1 1-15,-9 1-9 0,0 0-20 16,0 0-21-16,0 0-31 0,0 0-25 0,-23-2-27 16,17 0-39-16,-1 0-175 0,7 2-382 0,-16-2 169 15</inkml:trace>
  <inkml:trace contextRef="#ctx0" brushRef="#br1" timeOffset="12345.95">10548 1423 268 0,'0'0'351'0,"0"0"-28"16,0 0-25-16,-4-6-22 0,3 3-41 0,1 3-24 0,0 0-22 0,0 0-35 0,0 0-15 15,0 0-40-15,0 0-19 0,0 0-14 0,3 12-8 16,-3-2 0-16,0 5-12 0,0 1 0 16,0 11-7-16,-3 0 1 0,2 3-9 0,-3 0 1 15,-1 3-5-15,1 2-2 0,-3-3-2 0,2-1 4 16,2-4-7-16,1-2-1 0,0-8-4 0,2-1 2 15,-3-4-7-15,3-2 7 0,-2-5-4 16,2 1 5-16,0-1 17 0,0-2 19 0,-2 1 22 16,2-4 22-16,0 0 44 0,0 5 23 15,0-5 14-15,0 0-6 0,0 0-18 0,0 0-19 16,9-12-16-16,-1 5-13 0,-2-4-23 0,3 2-20 16,4-3-18-16,-3 3-31 0,-1 3-26 15,0-2-23-15,1-1-36 0,-1 2-22 0,0 1-29 0,5 1-25 0,-2-2-20 0,2 4-17 0,-4 1-18 16,3 2-2-16,1-3-11 0,-1 6-1 15,-1-2-11-15,0 2-10 0,0 2-3 0,0-2 7 16,-1-1-157-16,-1 2-420 0,-1-1 186 16</inkml:trace>
  <inkml:trace contextRef="#ctx0" brushRef="#br1" timeOffset="12961.1">10814 1780 359 0,'5'4'71'0,"0"-3"39"0,-5-1 13 0,1 4 14 16,-1-4 14-16,4 2 7 0,-4-2 3 0,0 0 4 15,0 0 2-15,0 0-1 0,0 0 4 0,0 0-12 0,0 0-7 0,0 0-10 0,0 0-14 16,0 0-18-16,0 0-9 0,0 0-16 15,18-10-9-15,1 3-7 0,0 2-13 0,1-1-16 16,1-2-7-16,5-4-15 0,-7 4-5 0,0 2-10 16,1-4 3-16,0 4-7 0,-1-2-1 15,-1-1 2-15,-3-2-7 0,-1 2 9 0,-2 3 2 16,-5-1 11-16,1 2 13 0,-3-3 16 16,0 3 18-16,-2 2-7 0,-1-3-11 0,-2 4 0 15,0-4-11-15,-2 2-3 0,-2 0-10 0,-4 2 0 16,2-1 5-16,-4 2-11 0,-4 1-3 15,-4 3-2-15,0 0-4 0,5 1-3 0,-6 2-2 16,0 1-3-16,0 5 5 0,-2-5-4 0,6 5 2 0,0-1-2 0,3 2 3 0,2 0-6 16,0 1-8-16,3-3-13 0,5 0-9 0,3 3-3 15,4-2 6-15,1-1 0 0,7 2 5 16,1-1 2-16,12 1 11 0,1-5-1 0,3 1-5 16,2-5-5-16,0 0 9 0,3-4-9 0,-1-1 4 15,2-4 2-15,-3-1 6 0,-1-3-3 0,1-2 19 16,-3-1 13-16,-4 0 20 0,-8 4 26 15,2-5 17-15,-5 5 24 0,0 0 35 0,-6-1 25 16,-1 4 17-16,-1-2 15 0,-1 2 5 16,0 0-6-16,-2 2-8 0,-2-1-17 0,-2 4-16 15,9-5-14-15,-9 5-19 0,4-3-23 0,-4 3-23 0,0 0-21 0,0 0-26 0,0 0-31 32,0 0-33-32,0 0-33 0,0 0-8 0,0 0 11 0,4 12-7 0,-4-5 18 0,-3 1 11 0,3 1-15 15,-1 1-4-15,-3 2 11 0,7-3 5 16,-3 3-18-16,-3-4 0 0,3-2 1 0,0 0 6 15,0-6 11-15,0 8 27 0,0-8 9 16,0 3 44-16,0-3 34 0,4 4 16 0,-4-4-9 16,0 0-6-16,10-10-3 0,1 1-6 15,0 1-6-15,2 0-8 0,-4-1-3 0,1 0-7 16,0-1 1-16,-1 3-8 0,-1 1-6 0,0 0-1 16,-2 3-5-16,-1 1-5 0,3 0-2 0,-8 2-9 15,11 0-1-15,-11 0-11 0,19 2-11 16,-6 0-12-16,-4 3-8 0,5 0-28 0,-1 2-28 0,-4 1-39 0,6 4-44 0,-2-2-69 15,4-2-84-15,-7 0-326 0,0-3-716 0,-1-3 317 16</inkml:trace>
  <inkml:trace contextRef="#ctx0" brushRef="#br1" timeOffset="13440.04">12950 1610 196 0,'0'0'384'16,"0"0"-1"-16,0 0 4 0,0-8-11 0,0 8-8 15,0 0-22-15,0 0-24 0,0 0-26 0,-2-4-24 16,2 4-29-16,0 0-25 0,0 0-25 0,0 0-21 15,0 0-36-15,0 0-21 0,0 0-33 16,0 0-32-16,0 0-24 0,0 0-10 0,0 16 3 16,0-8-2-16,2 0-5 0,-2 6 2 0,0-2 2 0,0 5-6 15,1-2 2-15,2 4-11 0,-6-4-25 0,3-2-11 0,0 3-12 16,3-4-19-16,-3 0-17 0,0-1-8 0,-3 2-18 16,3-3-24-16,0-2-16 0,0-2-26 0,0-1-13 15,0 0-2-15,0-1 17 0,0-4-58 0,0 0-267 16,0 0-540-16,-11-17 239 0</inkml:trace>
  <inkml:trace contextRef="#ctx0" brushRef="#br1" timeOffset="13578.34">12888 1409 11 0,'-3'-11'322'0,"3"1"-2"16,-1 2-8-16,0 2-27 0,-1 1-35 0,2 5-27 16,-2-7-23-16,2 3-26 0,0 4-39 15,0 0-46-15,0-8-32 0,0 8-38 0,0 0-31 16,0 0-39-16,0 0-51 15,15 13-61-15,-11-7-183 0,1 1-373 0,-1-2 166 16</inkml:trace>
  <inkml:trace contextRef="#ctx0" brushRef="#br1" timeOffset="14194.6">13136 1615 205 0,'0'0'211'0,"0"7"-19"0,0-7-21 16,-2 10-10-16,0-5-19 0,0 5-11 0,0 1-15 15,1-1-8-15,-2 2-12 0,2 0-6 0,0-2-12 16,-1 2 0-16,1-2-19 16,2 0 1-16,-1-1-3 0,0-4-8 15,2 2 4-15,-2-7 6 0,0 8 17 0,0-8 29 0,0 5 34 16,0-5 36-16,0 0 40 0,2 4 11 0,-2-4 18 15,0 0-26-15,0 0-22 0,10-14-25 0,-5 4-14 16,3 2-19-16,-1-1-13 0,0 0-16 0,2 4-10 16,-2-3-10-16,0 1-13 0,-3 3-3 0,2 1-15 15,-1 0-14-15,-1-1-17 0,3 1-12 0,-7 3-10 0,11 0-21 16,-11 0-7-16,18 3-3 0,-5 0-14 0,2 4-10 16,0 0 2-16,0 2-5 0,0 3-12 0,-1-2-6 15,5 2-13-15,-1 0-5 0,1 0-2 0,-5-2-6 16,5 0 0-16,-1-1-7 0,-5-4 8 0,-1-2 6 15,-1 1 7-15,1-3 10 0,-1-1 9 0,-2-3 2 16,3-2 10-16,-5-2 28 0,6-6 15 0,-7 4 13 0,1-8 18 16,-1 3 17-16,2-3 12 0,-1-7 6 0,-1-1 7 15,-4-2-5-15,3-4 9 0,0 0 4 0,-1 2 0 16,-3-3 18-16,1 3 7 0,2 5 14 0,-2 4 21 16,-2 7 15-16,4 3-3 0,-4-1-9 0,0 5-14 0,0 1-16 15,0-2-16-15,0 3-25 0,0 4-42 16,0 0-56-16,0 0-58 15,0 0 0-15,0 0 4 0,0 0 9 0,0 21 12 16,-3-3 10-16,2 6 3 0,1 6 4 0,-2-1 9 16,2-2 3-16,0-1 10 0,0-1 0 0,-2 1 6 15,4-9 0-15,-2 1 12 0,2-2-14 0,-2-6-17 16,0 2-6-16,0-3-12 0,0-1-20 0,0-3 0 16,0 2-8-16,1-2 7 0,2-3 0 0,-3-2 13 15,0 0 1-15,-4 10 1 0,4-10-25 0,0 0-68 0,0 0-72 0,0 0-58 16,-8-15-181-16,3 5-508 0,0-1 225 0</inkml:trace>
  <inkml:trace contextRef="#ctx0" brushRef="#br1" timeOffset="14363.63">13353 1543 147 0,'0'0'232'0,"0"0"-12"15,-8 3-13-15,8-3-17 0,0 0-13 0,0 0-19 16,0 0-16-16,0 0-16 0,46-5-8 0,-19 2-13 16,1 3-38-16,4-4-42 0,-3 1-55 0,3 0-72 15,-4-2-195-15,1-2-322 0,0 0 142 0</inkml:trace>
  <inkml:trace contextRef="#ctx0" brushRef="#br1" timeOffset="14780.06">13791 1642 211 0,'0'0'235'16,"0"0"-17"-16,14 2-21 0,-14-2-22 0,23-8-18 15,-7 2-14-15,4 3-12 0,-3-4-13 0,2 0-12 0,1 0-5 0,-1-3-10 16,7 0-6-16,-6 3-5 0,-3-3-8 0,2 3 1 16,-6-4-4-16,-2 5 0 0,2-4-4 0,-4 6 11 15,-3-3 0-15,2 2 6 0,-4 0 0 0,-3 2-8 16,-1 3-8-16,7-3-10 0,-7 3 2 0,0-7-26 16,0 7-4-16,0 0-11 0,0 0 3 0,-26 8-7 15,17-4-1-15,-8 6-6 0,2 0 1 0,-4 2-3 0,0 6 2 16,0-1 5-16,5-1-7 0,-2-2 1 0,5 3-2 15,2 0 2-15,0-2 4 0,4 0-12 0,0 2-7 16,2-3-4-16,2 2-1 0,2-3 0 0,3-1-4 16,1-3-1-16,4-1-8 0,3 2-24 0,-2-3-22 15,6-2-42-15,1-3-48 0,-4-3-47 0,5-1-191 16,2-1-434 0,-7-3 192-16</inkml:trace>
  <inkml:trace contextRef="#ctx0" brushRef="#br1" timeOffset="15111.91">14155 1547 79 0,'0'0'288'0,"7"-2"-25"0,-7 2-27 0,0 0-19 0,2-5-28 16,-2 5-19-16,0 0-19 0,0 0-16 0,23 6-16 16,-11 0-13-16,-2-2-9 0,5 4-5 0,-2 2-7 15,-4 0-7-15,2 2-9 0,2 4-6 0,0-1-4 16,-4 0-5-16,0 1-5 0,-4-1-7 0,4 2-2 15,-4 0-4-15,-2-1-3 0,-2-4-7 0,0 1 2 16,-1-3-5 0,0 1-1-16,-1 0-1 0,1-6 0 0,0 1 1 15,-1-2 1-15,1-4 22 0,-3 8 20 0,3-8 34 16,0 0 43-16,0 0 44 0,0 0 15 0,0 0-21 16,0 0-8-16,0 0-18 0,0 0-2 0,0 0-18 15,4-33-15-15,-3 21-19 0,6-6-13 0,-2 0-22 16,4 3-12-16,-3-4-13 0,3 4-9 0,1-2-20 15,-1 2-6-15,-2 4-18 0,0-6-30 0,0 7-33 0,0 3-26 0,0 0-30 16,-3 2-33-16,1 2-41 0,-1-2-47 0,-4 5-50 16,8-7-50-16,-8 7-203 0,0 0-601 0,4-2 266 15</inkml:trace>
  <inkml:trace contextRef="#ctx0" brushRef="#br1" timeOffset="16129.68">14577 1567 149 0,'0'0'416'0,"3"-5"-4"0,-3 5-18 0,0 0-20 16,1-7-30-16,-1 7-32 16,1-5-37-16,-1 5-34 0,0 0-33 0,0 0-22 15,0 0-21-15,0 0-22 0,0 0-26 0,0 0-5 16,10 13-21-16,-6-4-11 0,0 0-5 0,0 0-16 15,0 3-4-15,-3 0-4 0,3 1-13 16,1 4 0-16,-3-5-3 0,1 5-4 0,1-5-1 16,-2 0-13-16,1-1 11 0,-2-5 1 0,1-1-7 0,-1 3-8 15,0-4 5-15,0 3 2 0,1-4 3 0,-2-3 13 0,2 7 19 16,-2-7 33-16,0 0 33 0,0 0 32 0,3 3 24 16,-3-3 18-16,0 0-21 0,0 0-20 0,9-15-15 15,-4 8-11-15,1-3-19 0,1 0-16 0,0 1-8 16,2 0-20-16,-2-1-8 0,-1 2-14 0,-1 1-3 15,0 0-4-15,0 0-9 0,-1 2-13 0,0 2-13 16,-3 0-16-16,-1 3-29 16,0 0-33-16,0 0-34 0,4-5-30 0,-4 5-40 15,0 0-35-15,0 0-6 0,0 0 5 0,0 0-6 16,23 8-4-16,-11-3-2 0,4-1 2 0,6 2-3 16,-3 1-2-16,3-3-1 0,-1-1 2 0,-1-3 6 15,1 0 8-15,1 1 7 0,-4-2 20 16,1-2 31-16,0-3 9 0,1 4 39 0,-5-6 42 15,-4 1 59-15,-2-1 39 0,1-1 42 0,-3 1 31 0,-2-1 24 0,-1 1 16 16,0-3 13-16,1 5 24 0,-4 2 1 0,2-1-7 16,-2-3-13-16,-1 8-20 0,2-8-4 0,-2 8-25 15,0 0-19-15,0 0-17 0,-7-6-24 0,7 6-4 16,0 0-2-16,-19 10-22 0,11-5 7 0,-3 3-7 16,0-2 2-16,0 9 11 0,1-8-27 0,-1 7-3 15,1-2-25-15,0 3-3 0,2-5-15 0,3 1-5 0,1-1-17 16,0-2 4-16,2-3-8 0,-2 3 9 0,3-4 3 15,-2 0 17-15,3 1 28 0,0-5 33 0,0 0 29 32,0 0 6-32,0 0 8 0,0 0 2 0,0 0-1 0,26-12-8 0,-17 5 1 0,2 0 3 0,2-7-4 0,0 3-7 15,0 0-12-15,-3 3-4 0,5-6-6 16,-6 7-1-16,0-1-5 16,1 3-5-16,-2-2-7 0,2 2-2 0,-4 3-5 15,2-1-10-15,-8 3-17 0,10-4-18 0,-2 3-12 16,-8 1-14-16,0 0-4 0,19 5 0 0,-11 0-14 15,3-1 0-15,-4 1-5 0,-1 1-4 0,-2 0-3 16,6 2 1-16,-5-5-5 0,-1 3 6 0,4 0 4 16,-7-2 12-16,6 0 8 0,-7-4 14 0,3 2 24 15,-3-2-3-15,0 0 9 0,0 0 15 0,18-8 25 0,-14 1 9 0,-1 0 7 16,2-1 26-16,0-2 10 0,-3-4 13 16,5 0 13-16,-3-3 6 0,1 2 13 0,0-2 4 15,1-2 13-15,-1 0-2 0,0-8 3 0,3 5 5 16,-3 3 1-16,0 0 3 0,2 1-2 0,-1 2 1 15,-3 4 0-15,-1 4-6 0,2-2-18 0,-3 5-14 0,1-2-16 16,0 3-24 0,-2 4-35-16,0 0-45 0,0-3-47 0,0 3-38 15,0 0 5-15,0 0 5 0,-2 19 17 0,-1-1 8 16,-1 9 1-16,-4 3 14 0,5 0 5 0,-1 2-1 16,-2-1 7-16,3 0 6 0,2-3 4 0,1-3 5 15,0-6 5-15,0-2 12 0,0-5-10 0,1 1 10 16,0-4-9-16,-1-1 7 0,2-1 0 0,-2-2 2 15,2-1 15-15,-2-4-7 0,0 8 5 0,0-8 2 0,1 2 0 0,-1-2-7 16,0 0-21-16,0 0-34 0,0 0-49 16,0 0-119-16,0 0-161 0,0 0-351 0,0 0-796 15,13-21 352-15</inkml:trace>
  <inkml:trace contextRef="#ctx0" brushRef="#br1" timeOffset="17200.91">16210 1663 78 0,'0'0'216'0,"0"0"-17"16,0 0-11-16,0 0-24 0,0 0-13 0,0 0-16 16,0 0-11-16,0 0-17 0,0 0 1 0,0 0 0 15,0 0 8-15,0 0-6 0,0 0-2 0,0 0-7 0,0 0 3 16,0 0-13-16,0 0-7 0,7-9-9 0,3 2-10 16,5-3-6-16,0 0-4 0,3-4-4 0,4-6-7 15,0 0 3-15,-3-2-3 0,3-3 0 0,-3-2 1 16,-1-4-7-16,1 1 0 0,0-2-4 0,0 0 21 15,0-12-8-15,-6 15-4 0,1-3-5 0,-2 2-5 16,-3 4 6-16,-3 2-16 16,0 2 26-16,-3 7 10 0,-2 3 1 0,3 0 3 15,-3 3-9-15,1 4-17 0,-1 0 2 16,-1 1-20-16,0 4-22 0,0 0-4 0,0 0-10 16,0 0 11-16,-22 21-4 0,8 1 9 0,0 4-5 0,0 5 5 15,-5 12-4-15,-2 2-13 0,6 1 17 0,2 0-10 16,4-10 22-16,6-2-11 0,-3-2 1 15,10-1-3-15,-1-3-8 0,1-3 12 0,3-8-7 0,-4 0 6 0,3-7-1 16,-1 2 13-16,0-5 9 0,3 0 6 0,-3-4 26 16,3 0 21-16,-2-1 16 0,-6-2 5 0,18-3 11 15,-9 1 4-15,0-3 1 0,1 0-9 0,-2-1-8 16,0-3-6-16,-2 2-11 0,0-3-10 0,1 4-1 16,-3-4-12-16,-1 3-22 0,1-5-25 0,-1 4-11 15,-2 0-27 1,0-2-16-16,-1 2-27 0,2 3-37 0,-2-2-40 0,0 7-33 15,2-10-45-15,-2 10-53 0,0 0-336 0,0-10-669 16,0 10 295-16</inkml:trace>
  <inkml:trace contextRef="#ctx0" brushRef="#br1" timeOffset="17663.59">16766 1567 30 0,'0'0'307'16,"0"0"-17"-16,-3 6-6 0,3-6-28 0,0 0-12 16,0 0-26-16,0 0-24 0,0 0-23 0,0 0-20 15,31-9-10-15,-18 4-15 16,5-2-16-16,2 0-19 0,-1-3-24 0,-1 3 5 16,0-5-10-16,0 2-6 0,0-1-5 0,-4-4-5 15,5 7-5-15,-5-2-6 0,-1-4-1 0,-3 6-6 16,-1-1 5-16,0 1 12 0,-3 4 2 0,-2-1 9 15,0 0-10-15,-4 5-19 0,5-7 6 0,-5 7-4 16,0 0-4-16,0 0-5 0,-22 0-6 0,5 5 2 16,0 2-3-16,-10 8-1 0,4 0-7 0,-5-2 3 0,1 5-1 15,4 1 1-15,1 0-5 0,3 2 1 0,2 0-4 16,2 0 3-16,4-6 0 0,3 1-9 0,3 1-5 16,3 0-6-16,3-6 14 0,4 1-6 0,4 2 7 15,4-2 3-15,2-2 0 0,4-3 8 0,4-2 2 16,5 0-1-16,4-3 0 0,0-2 1 0,3 0 0 15,-1 0-1-15,-2-5 3 0,-2 3-5 0,-9-1 4 0,1-1-4 0,-4 0 7 16,-4 1 9-16,-4 0 5 0,-1 3 13 0,1-3-3 16,-10 3-3-16,12-2 0 0,-12 2-6 15,0 0-6-15,10-2-9 0,-10 2-8 0,5-3-25 16,-5 3-30-16,0 0-63 0,0 0-69 0,0 0-70 16,0 0-304-16,-14-12-599 0,9 7 266 0</inkml:trace>
  <inkml:trace contextRef="#ctx0" brushRef="#br1" timeOffset="18386.75">17563 1487 233 0,'0'0'267'0,"0"0"-19"0,0 0-19 16,0 0-8-16,0 0-14 0,0 0-20 0,0-10-20 16,0 10-22-16,0 0-31 0,13-5-7 0,-1 1-17 15,-5 1-11 1,5 1-17-16,6-1-6 0,-7-2-8 0,6-2-8 16,-6 3-1-16,0-2-11 0,1 2 7 0,-3-1 5 15,0-2 0-15,-2 2 4 0,0 0 9 0,0-1 14 16,-7 6 16-16,7-5 0 0,-3 1-1 0,-4 4-5 15,5-5-10-15,-5 5-5 0,0 0-15 0,0 0 1 16,0 0-18-16,0 0-2 0,0 0-5 0,-23-3-10 16,23 3 5-16,-29 9-5 0,10-2 0 0,-7 5-2 0,1 1-3 0,0-2 6 15,-2 3-9-15,3 3 2 0,1-2 0 0,3 4-8 16,0-1 0-16,8-4-2 0,2 0 1 0,1 1-22 16,5-2-4-16,0-3-2 0,6 1-1 0,5 3 7 15,6-1 7-15,4-2 1 0,14 0 3 0,5-2-1 16,16-2 3-16,4-3 1 0,-4-4-11 15,8 0 7-15,1-3 1 0,-1-3-2 0,0-3-1 0,-1 1 1 0,1-6 6 16,-4 3 1-16,-9-3-1 0,-12 5 4 0,-4-3 0 16,-3-3 4-16,-8 1 4 0,-2 1 15 0,-6 2 26 15,-2 3 12-15,-4 1 4 0,-1-3-7 0,-1 4-3 16,-4-3-10-16,-2 0-9 0,-2 4-2 0,-4-2-7 16,-3 4 0-16,-6 0-2 0,-2 2-9 0,-3 3 2 15,-5 1-3 1,0 6 0-16,7-4-5 0,-2 4-2 0,-2 1 2 15,5 2-1-15,0-1 1 0,6 0-3 0,-1 0-28 16,6-1-13-16,2-2-15 0,2 2 6 0,0 1 4 16,4-3 6-16,3 0 6 0,3-1 6 0,3 0 4 15,1-2-5-15,3-1 14 0,6 0 4 0,-1-2-2 16,2-2 8-16,2-3-4 0,-4 3 11 0,1-7 11 16,-2 1 13-16,-3 4 12 0,-1-5 0 0,-1 0 9 0,0-1 3 0,-3-1-7 15,0 2-4-15,-1-3 2 0,-3 1-7 0,0 0 0 16,-1-2-11-16,-4 5-5 0,1 0-7 0,-2-3-11 15,-3-1-12-15,1 5-13 0,-2 0-15 0,-5-3-28 16,0 2-2-16,-3 4-18 0,-1-1-19 16,-3 0-32-16,2 3-29 0,2 0-51 0,3 2-270 15,10-2-527-15,-26 3 233 16</inkml:trace>
  <inkml:trace contextRef="#ctx0" brushRef="#br1" timeOffset="18934.24">18612 1421 298 0,'0'0'407'0,"7"-2"-32"0,-7 2-35 0,0 0-39 0,0 0-39 16,0 0-30-16,0 0-33 0,0 0-17 0,0 0-32 15,0 0-17-15,11 7-13 0,-11 1-13 16,0-1-5-16,1 3-17 0,-2 2-9 0,0 5-4 15,-2-2-13-15,-3-1-10 0,6-4-12 0,-4 2-3 0,4-3-1 0,-1-3-8 16,1 0 1-16,-3-1-4 0,3-5 1 0,-1 12 4 16,1-12 12-16,0 7 20 0,0-7 16 0,0 0 44 15,0 5 29-15,0-5 8 0,0 0-14 0,0 0-13 16,0 0-14-16,14-14-11 0,-9 7-10 16,-1-1-11-16,5-2-9 0,0 2-7 0,1 0-8 0,-2 0-7 15,-3 3-7 1,3-2-6-16,-1 1-4 0,-2 1-1 0,2 1-15 15,-3-2 0-15,-4 6-5 0,5-8-6 0,-5 8-16 16,7-3-20-16,-7 3-13 0,0 0-6 0,0 0 2 16,0 0-5-16,16 13 8 0,-11-3-8 0,0-1-3 15,0 1-9-15,0 0 18 0,-1-1-5 0,1 3 0 16,0-4-2-16,1 1 4 0,-2 0 0 0,0-3 0 16,-2-1 16-16,-2-5 4 0,3 6 19 0,-3-6 15 0,4 6 32 15,-4-6 29-15,0 0 31 0,4 2 10 0,-4-2-6 0,0 0-7 16,15-9-9-16,-7 1-4 0,1 1-10 0,-2 0 1 15,5-5-5-15,1-1-9 0,2 2-5 0,-2-1-6 16,1 1-9-16,-1-3-4 0,1 0-4 16,-1 4-5-16,-4 3-10 0,1 1-11 0,0 0-17 15,-1-1-20-15,3 2-22 16,-2 0-20-16,0-2-24 0,4 4-32 0,-5 2-36 16,6 0-36-16,-2 2-27 0,0-1-35 15,1 3-32-15,3-2-48 0,1 2-327 0,-8-2-725 16,8 3 320-16</inkml:trace>
  <inkml:trace contextRef="#ctx0" brushRef="#br1" timeOffset="19420.3">19246 1467 28 0,'0'7'222'0,"0"-7"0"16,0 0-10-16,0 0-15 0,0 0-3 0,0 0-5 16,0 0-5-16,0 0-13 0,0 0-20 0,0 0-8 15,0 0-18-15,14 1-12 0,4 1-5 0,1-4-12 16,9 1-10-16,-7-3-8 0,-1 2-9 0,3-1-5 15,5-2-10-15,-8-2 1 0,1 2-10 0,-2-3-2 0,2 2-6 16,-2 1-4-16,0-1 2 0,-6 0 4 0,0 2 18 16,-4-2 12-16,0 1 16 0,-4 3 22 0,1-2 5 15,-6 4-16-15,8-4 8 0,-8 4-14 0,6-4-11 16,-6 4-11-16,0 0-12 0,0 0-5 0,0 0-7 16,0 0-17-16,0 0 6 0,0 0-12 0,-33 1-5 15,22 5-4-15,-1 1-5 16,3 0-1-16,-6 3 0 0,-1 2-4 0,1 1-1 15,4-2 4-15,-1 2 0 0,-1-1-7 0,6 0-16 16,0-3-4-16,4 3-6 0,-1-2 3 0,2 2 2 16,1-2 3-16,4 0 0 0,-1-1 8 0,3-1-5 15,4 0 16-15,-4-2-6 0,6 1 20 0,1-2-2 16,0-1 14-16,-2 0 12 0,4-2 0 16,0 0 14-16,0-2 20 0,-1-2 9 0,2 1 2 0,2-4 11 0,-1-1 0 0,-3 1-2 15,4-1 0-15,-2-2-3 0,4-2-3 16,3-5-7-16,-6 3-4 0,5-5 0 0,-5 5-1 15,0 0-4-15,-3-1-4 0,1 4 2 0,-5 0-6 16,-1 4 0-16,-2-1-5 0,-1 1-8 0,0 1-8 16,-5 4-5-16,8-3-17 0,-8 3 0 0,5-4-19 15,-5 4-25-15,0 0-7 16,0 0-10-16,14 7-4 0,-9-2-7 0,2 2-20 16,-2 2-25-16,2-1-37 0,-2-2-28 0,1 6-61 15,-3-1-78-15,1-3-131 0,0 1-251 16,1-6-740-16,-5-3 328 0</inkml:trace>
  <inkml:trace contextRef="#ctx0" brushRef="#br1" timeOffset="21363.71">21989 1165 154 0,'0'0'281'0,"-3"-3"-29"16,3 3-24-16,-3-4-33 0,3 4-18 16,0 0-17-16,0 0-21 0,0 0-16 0,0 0-20 15,-15 9-8-15,4 1-5 0,-5 0-15 0,1 4-5 0,-3 3-8 0,-3 3-6 0,2-1-5 16,3 2-7-16,-1 3-6 0,0-2-4 16,2-2-1-16,6-3-4 0,0 7 1 0,3-7-4 15,2 2-1-15,2-4 1 0,3 1 3 0,1-4 2 16,3 1 2-16,3-5 11 0,2-1-11 15,9 0 13-15,9-6-4 0,1-1-4 0,0-1 2 16,0-4-5-16,-2-3 16 0,3-3 8 0,-6-4 15 16,0 0 7-16,-7 4-2 0,5-6 6 15,-6 5-13-15,-2-1 11 0,0-1 13 0,-2-2-8 16,-2-2-16-16,-1 1 1 0,-4 2-3 0,-2-3-7 16,-1 1 4-16,0 2-11 0,-4 1-7 15,-3 4-10-15,1-2 0 0,-6 2-17 0,-3 0-7 16,-1 1-24-16,-1 4-12 0,-3 2-14 0,0-4-9 0,-2 5-20 0,2 2-33 0,-1 2-10 15,0 1-27-15,3 1-34 0,6 1-24 0,-3-2-56 16,8 1-48-16,0 1-186 0,2-2-520 16,3-3 231-16</inkml:trace>
  <inkml:trace contextRef="#ctx0" brushRef="#br1" timeOffset="21824.66">22736 1051 2710 0,'9'-7'263'0,"-3"0"-109"0,4 1-18 0,-3 2-23 15,-3 1-10-15,-2-1-28 0,5 0-12 16,-7 4-18-16,6-3-12 0,-6 3-12 0,0 0-18 16,0 0-15-16,0 0-4 0,0 0 6 15,0 0-5-15,-22 25 4 0,3-8 4 0,-4 4-1 16,-6 3 3-16,-12 7-3 0,3-2 5 0,8-7 0 15,1 2-1-15,-1 0 2 0,2-2-4 0,0-1 8 16,4 0-6-16,1-1 6 0,8-4-2 16,-1-4-3-16,3 0 3 0,3-3 0 0,5-1-8 15,-4-1 14-15,4-1-3 0,1-2 5 0,0 0 4 0,4-4 1 0,-5 6 0 0,5-6 0 16,0 0 4-16,0 0 6 0,8 9-3 16,0-4 5-16,2-3-9 0,1 3 1 0,1-2-7 15,4 2-3-15,2-1-1 0,0 3 1 0,3 1 5 16,0 1-3-16,2 1 0 0,-3 2-2 0,6-2-1 0,0 3 3 15,-9-4-4-15,2 1 0 0,-4 2-1 16,2-2-3-16,-4-1 3 0,-1-3-1 0,-3 1-1 16,-1-1 2-16,-1-3 1 0,-1 1 0 0,-6-4-5 15,7 5 2-15,-7-5 5 0,5 3 1 0,-5-3 4 16,0 0 5-16,8 4 10 16,-8-4 0-16,0 0 3 0,0 0-2 0,6 5-5 15,-6-5-5-15,0 0-6 0,0 0-6 0,0 0-42 16,0 0-68-16,0 0-65 0,0 0-68 0,0 0-92 15,-25-21-212-15,22 13-587 0,-3-1 260 0</inkml:trace>
  <inkml:trace contextRef="#ctx0" brushRef="#br1" timeOffset="22263.03">22898 1216 103 0,'0'0'285'16,"4"-3"-32"-16,-4 3-25 0,0 0-26 0,17 3-17 0,-11-1-22 0,5 3-13 16,-3 0-19-16,2 2-7 0,1 1-14 15,0 4-17-15,-3 2-2 0,-2 1-14 0,-2-1-17 16,1 3 2-16,-2-2-7 0,-6 0-2 0,2 1-17 16,-4 1 6-16,0-2-4 0,-3-3-3 0,0 2-1 15,-6-2-7-15,9 1 2 0,-3-6 3 0,3-2-11 16,0 3 18-16,0-3-7 15,1 0 27-15,4-5 30 0,-5 4 31 16,5-4 37-16,0 0 28 0,0 0-14 0,0 0-24 0,0 0-18 16,9-22-17-16,1 12-5 0,3-5-20 0,6-4-11 15,-1-5-6-15,0 5-24 0,5 0-2 0,-5-1-4 16,-1 6 2-16,-5 1-10 0,1 4 4 16,-4-1-6-16,-2 3-1 0,-2 2-1 0,1 2 0 15,0-2-2-15,-6 5-19 0,5-5-17 0,-2 2-30 0,-3 3-24 0,0 0 4 16,0 0 12-16,3 11 10 0,-3-11 2 0,-6 17-1 15,5-6 2-15,-3 7 10 0,0-3 3 0,2 3 4 16,-2-1 1-16,2 4-8 0,4-4-20 0,-2 1-12 16,4-2-21-16,2 0-19 0,1-3-23 0,1-3-42 15,4-4-62-15,2-3-112 0,4-1-180 0,3-4-558 16,-1-3 246-16</inkml:trace>
  <inkml:trace contextRef="#ctx0" brushRef="#br1" timeOffset="22726.39">23791 1078 2359 0,'4'-5'296'0,"0"3"-65"0,-4 2-57 16,5-8-29-16,-1 6-29 0,0 0-29 0,-4 2-20 15,6-4-21-15,-6 4-12 0,0 0-8 0,0 0-7 16,0 0-12-16,0 0-8 0,0 0 7 0,0 0-2 0,-14 16 1 15,5-2-4-15,-3 1 1 0,-3 0 1 0,-6 4-3 16,-2 5 7 0,-3-4-8-16,-1 2 6 0,2-1 1 0,-1-2-1 15,3 3-1-15,1-3-10 0,3-2-2 0,3-2 4 16,3-3 6-16,3 2 3 0,0-7-5 0,3 3 2 16,1 0-2-16,2-5 3 0,0 2 4 0,3-1-3 15,-1-1 10-15,2-5 2 0,4 16 7 0,3-8 2 16,3-2-5-16,5 4-1 0,2-3 8 0,3 1-4 15,7 1-8-15,1-2 1 0,0 2-1 0,-1-1 4 0,1-5-7 16,-8 6 5-16,0-3-8 0,-3 0 0 0,-3-1-2 0,-3-2-1 16,2 1 3-16,-5-3-8 0,-1 2 3 0,-2-1 3 15,-5-2-1-15,10 4 13 0,-10-4 8 16,8 3 14-16,-8-3 10 0,0 0-1 0,0 0-11 16,0 0 6-16,9 3-9 0,-9-3 3 0,0 0 4 15,0 0-12-15,0 0-7 0,0 0-18 0,0 0-28 0,0 0 8 0,0 0-20 16,0 0-11-16,0 0-28 0,0 0-74 0,0 0-66 15,14-11-32-15,-9 6-58 0,-5 5-253 0,8-16-601 16,-3 6 265-16</inkml:trace>
  <inkml:trace contextRef="#ctx0" brushRef="#br1" timeOffset="23165.92">24228 1076 128 0,'0'0'361'0,"-1"-5"-34"0,1 5-30 15,0 0-34-15,5-9-28 0,-5 9-25 0,12-3-21 16,-1 0-12-16,-2 2-27 0,5-2-15 0,4 3-10 15,3 0-20-15,-2 3-7 0,-3 0-28 0,1 1 8 16,-2 1-8-16,2 1-11 16,-7 1-7-16,-1 1-11 0,3 0-4 15,-5 2-8-15,0 3-2 0,-5 3-6 0,3 1 3 0,-8 3-7 16,-4-3-1-16,-3 4 2 0,-8 0-10 0,-1 0 6 16,-3-1-2-16,0 1-2 0,-3-2 1 0,-1-6-2 15,2 1 4-15,1-1-4 0,1-3 3 0,6-1-2 16,4-4 1-16,1 0-4 0,3-1 2 15,0-1-1-15,3 1-1 0,5-4 4 0,-7 8 6 0,7-8 10 0,-6 5 10 16,6-5 5-16,0 0 16 0,0 0-1 0,22 5-5 16,-4-1-1-16,1-4-1 0,4 3-4 0,3-6-11 15,3 6 1-15,2-1-7 0,-2-2-9 0,2 3-31 16,-4-4-39-16,2 3-50 0,-1-2-62 0,-6-1-72 16,-2-2-353-16,0-2-636 0,-6 3 282 0</inkml:trace>
  <inkml:trace contextRef="#ctx0" brushRef="#br1" timeOffset="23512.38">24723 1160 405 0,'0'0'387'0,"6"-4"-31"0,-3 0-34 0,-3 4-27 0,0 0-35 15,6-4-31-15,-6 4-34 0,0 0-22 16,0 0-19-16,0 0-19 0,4 15-9 0,-4-5-12 15,-4-1-17-15,2 8-12 0,-5-2-5 0,0 4-11 16,-5 5 2-16,-1-2-6 0,-1 2-9 0,4-7 3 16,2 0-8-16,-2-4-4 0,3-1-5 0,0-1-8 0,2-4-4 15,1 1 12-15,0-3-5 0,4-5 24 0,-5 8 51 0,3-4 36 16,2-4 42-16,0 0 13 0,0 0-24 0,0 0-17 16,0 0-19-16,11-17-16 0,-2 10-15 0,-1-3-12 15,2 1-9-15,-2 1-11 0,1-1-11 0,1 3-4 16,-4-3-8-16,3 6-9 0,-1-1-4 0,-6-1-9 15,2 2-6-15,3 1-13 0,-7 2-31 0,0 0-15 16,0 0-22 0,19 5-25-16,-11 0-26 0,2 0-28 0,-1 1-57 15,-3 4-39-15,4-4-61 0,-1 3-62 0,-1 0-421 0,0-3-836 16,-2 0 370-16</inkml:trace>
  <inkml:trace contextRef="#ctx0" brushRef="#br1" timeOffset="23812.91">24711 1231 2421 0,'-19'-2'252'0,"3"-1"-121"0,2 3-35 0,2-3-12 0,1 3-3 16,0-2 8-16,11 2-3 0,-11-2-4 16,11 2 3-16,0 0 8 0,-15-1 7 0,15 1 22 15,0 0-1-15,0 0-1 0,0 0-9 0,0 0-10 0,26-5-10 0,5 4-5 16,20 0-8-16,8 0-1 0,6-3-24 0,26 2 7 15,-28-1-6-15,-1-1-6 0,-2 2 2 0,-6-1-13 16,-17 0-1-16,-5 1-2 0,-3-2-2 0,-10 3-2 16,-6-1-6-16,-3 2 3 0,3-2 8 0,-8 2 7 15,3-1 5-15,-8 1-5 0,0 0-14 0,10 0-11 16,-10 0-14 0,0 0-25-16,0 0-52 0,0 0-64 0,0 0-63 15,0 0-80-15,-42 3-127 0,29-3-273 0,2 0-737 16,-2 0 326-16</inkml:trace>
  <inkml:trace contextRef="#ctx0" brushRef="#br1" timeOffset="27625.68">25779 1588 169 0,'-2'-4'318'0,"2"4"-5"0,0-4-17 16,0 4-16-16,0-6-29 0,0 6-26 0,0 0-20 0,0 0-22 15,0 0-21-15,0-5-28 0,0 5-21 0,0 0-35 16,0 0-21-16,0 0-1 15,0 0-10-15,-4 15-5 0,-1-6-6 0,1 0 1 0,-6 2 4 16,1 3-10-16,-2 1-4 0,-1-1-12 16,-2-2-20-16,3 3-22 0,-5-2-34 0,3 0-47 15,-2-3-59-15,1 0-68 0,-2-5-181 0,4-3-451 0,2-3 199 16</inkml:trace>
  <inkml:trace contextRef="#ctx0" brushRef="#br1" timeOffset="28270.83">26686 1233 128 0,'6'-16'352'0,"3"-1"-7"0,-4-1-17 0,3 2-7 16,-2 2-5-16,-2 5-5 0,2 0-14 0,-3 1-29 15,1 3-30 1,-2 1-25-16,1-2-27 0,-2 2-42 0,0 2-48 16,-1 2-56-16,0 0-42 0,0 0 11 0,3 14-1 15,-4 2 1-15,-1 2-2 0,-1 11 2 0,-4 3-3 16,2 0 4-16,-5 3 2 0,1 11-4 0,1 1 6 15,6-11 2-15,-3-5-8 0,2 2 6 0,-1-3-1 16,-2-4-3-16,3-1 1 0,2-9-17 0,1-1-18 16,-3-3-14-16,2-2-24 0,0 0-5 0,1-4 3 0,-3 0-2 15,3-2 6-15,0-4-35 0,0 0-52 0,0 0-43 0,0 0-34 16,-14-12-45-16,9 3-137 0,-3-2-440 0,3-3 196 16</inkml:trace>
  <inkml:trace contextRef="#ctx0" brushRef="#br1">26421 1407 43 0,'-11'-1'182'0,"4"0"-8"0,7 1-9 15,-14-3-10-15,14 3-24 0,0 0-5 0,-14 0-13 0,14 0-11 0,0 0 11 0,0 0-15 16,0 0 12-16,0 0-6 0,0 0-7 16,37-4-9-16,-6 4-8 0,2-1-7 0,6 0-8 15,16-4-6-15,-2 3-5 0</inkml:trace>
  <inkml:trace contextRef="#ctx0" brushRef="#br1" timeOffset="29503.99">27176 1194 166 0,'3'-5'420'0,"0"-1"-28"16,0 3-24-16,-3 3-38 0,3-6-35 15,-3 6-39-15,4-4-19 0,-4 4-38 16,5-4-44-16,-5 4-17 0,0 0-25 16,4 11-12-16,-4-1-8 0,1 0-12 0,-1 3-9 0,0 6-7 0,-3 4-1 15,0 4-5-15,-4 4-4 0,1-4-14 16,-2 7-10-16,3-3 12 0,-3-2-8 16,6-4 1-16,-2-6-3 0,-1 0-11 0,4-4 6 15,-2-6-4-15,3 1-3 0,-1-4 1 0,-2 0 6 0,3-6 2 0,0 8 24 0,0-8 23 16,0 7 19-16,0-7 20 0,0 0 9 15,0 0-17-15,0 0-13 16,0 0-9-16,19-17-19 0,-8 10-16 0,-5-1-21 0,8-6-24 0,-1 1-28 0,-1-3-14 16,1 1-23-16,-4 6-4 0,1 1-1 15,-2-1-8-15,1 4 1 0,-4 0-10 16,0-2-6-16,-1 4-16 0,1 1-19 16,-5 2-7-16,9-3-10 0,-9 3 7 0,0 0 8 15,14 3 5-15,-14-3 12 0,9 7 4 0,-4 0 11 0,-2-2 2 16,1 3 12-16,0-4 2 0,-1 3 9 0,1 0 8 15,0-2-1-15,-3 0 10 0,3 0 11 16,-1-2-2-16,-3-3 11 0,4 6 9 16,-4-6 16-16,2 6 20 0,-2-6 20 0,4 2 15 0,-4-2 11 0,0 0-4 0,10 1-3 15,-10-1-9-15,13-1-3 0,-13 1-3 16,19-5-4-16,-7-1-3 0,5 3-15 0,0-2 9 16,0 0-7-16,4 2 1 0,-4-4-1 0,6-1-8 0,4 1-1 15,-8 0-8-15,8-2 8 0,-7 2-2 16,-1-1-5-16,-1 1 4 0,0 1 3 0,-4-2-11 15,-2 3 23-15,-1 0 4 0,-2 1 13 16,0-1 9-16,-1 0 22 0,-6 3 19 16,2-2-10-16,-4 4 0 0,8-4-13 0,-8 4-14 0,0-5-6 0,0 5-6 0,-9-5-5 15,9 5-6-15,-22-2-6 16,8 4-8-16,-6-1 1 0,-2 5-2 16,-4-1 0-16,0 1-6 0,-2 3-9 15,7-1-4-15,-6 3 11 0,12-1 3 0,-2 4 2 0,3-2-27 0,2 2-14 0,1-2-9 16,5 3-9-16,3-4-4 0,1 1 5 0,4-1 6 15,5 0 3-15,2-2 3 0,11 0 9 16,4 2-7-16,7-2 5 0,2-1 3 16,3-7 2-16,0 2 3 0,2-6-2 0,-6-1 2 0,0 0 15 0,-2-1 7 15,-1-5 13-15,-9 4 4 0,6-6 19 16,-3-3 5-16,-5 4 29 0,0 0 12 16,-3-3 14-16,-1 2 21 0,-4 4 30 0,-2 2 9 15,-2 0 13-15,-1 1-9 0,-1 1-9 0,3-1-17 0,-7 5-18 0,6-7-17 16,-6 7-8-16,8-2-14 0,-8 2-28 15,0 0-34-15,0 0-26 0,0 0-16 16,0 0 2-16,0 0 2 0,5 17-10 16,-5-11 8-16,2 5 6 0,0 1 3 0,-2 0-15 0,-2-2 1 0,4 2-9 0,-1-1 4 15,0-2-13-15,-1-3 4 0,0 0 5 16,0 0-2-16,0-6 5 0,3 8 18 16,-3-8 21-16,2 5 35 0,-2-5 32 0,0 0 30 15,0 0-5-15,0 0-14 0,0 0-14 16,0 0-2-16,28-13-7 0,-20 8-8 0,4 1-4 0,-3-4-16 15,0 1 6-15,1 4-4 0,-3 1-6 0,-2-3-6 16,-5 5-10-16,11-2-3 0,-11 2-29 16,16 1-8-16,-7 3-23 0,1 0-28 0,2 2-56 0,1 6-30 0,-2 2-61 15,-2-6-104-15,4 4-461 0,-3-3-856 16,-1-4 379-16</inkml:trace>
  <inkml:trace contextRef="#ctx0" brushRef="#br1" timeOffset="31259.69">3350 3462 96 0,'-3'-10'367'15,"0"-3"-17"-15,0 4 3 0,3 2-1 16,-1 1-9-16,-1 2-20 0,0-1-30 15,2 0-28-15,0 0-28 0,0 5-26 0,-1-3-25 0,1 3-20 0,0-6-48 0,0 6-54 16,0 0-23-16,0 0 1 0,0 15-8 16,0-2-4-16,1 7-2 0,0 6-8 15,-1 4 11-15,0 1-6 0,0 4-8 0,-1-1 1 0,1 1-1 16,0 1 5-16,0-1-4 0,-1-1-6 16,2-5-3-16,-1 1 1 0,-1-5 2 0,2-1 0 0,-1-6-4 15,0-6 3-15,0 0-2 0,0-3 1 16,0-2 0-16,-1-1 1 0,1-2 9 15,0-4 1-15,0 8 4 0,0-8-9 0,0 6 9 0,0-6 10 0,0 0-12 16,0 0-44-16,0 0-20 0,0 0-31 16,-9-17-23-16,4 7-26 0,0-4-29 0,-1-5-26 15,3 1-37-15,-3-7-26 0,2-1-37 16,2-1-215-16,-4-2-531 0,1 1 235 0</inkml:trace>
  <inkml:trace contextRef="#ctx0" brushRef="#br1" timeOffset="31413.66">3257 3485 90 0,'0'-17'181'0,"0"8"23"0,-3-2 17 15,3 5 12-15,0-2 6 0,-1 1-2 16,2 3-12-16,-1-1-2 0,0 0-18 0,0 2-21 0,0 3-19 0,-1-6-19 0,1 6-16 16,0-5-22-16,0 5-9 0,5-1-10 15,8-1-8-15,0 2-8 0,6 0-25 16,9 3-22-16,2 2-38 0,1 1-44 0,1 2-48 16,-1 1-49-16,-2 1-59 0,-5 0-233 0,1 2-483 0,-9-4 214 0</inkml:trace>
  <inkml:trace contextRef="#ctx0" brushRef="#br1" timeOffset="31591.26">3452 4028 204 0,'-1'2'231'0,"1"1"12"16,-4-2 7-16,4-1-11 0,0 5-12 15,0-5-16-15,0 0-19 0,0 0-21 16,9 6-11-16,-4-9-18 0,8 0-9 0,9-2-16 0,-1 4-18 0,9-4-33 15,-2-2-48-15,2 2-50 0,0 2-66 16,-2-2-79-16,-10 1-223 0,1-1-432 16,-2 1 191-16</inkml:trace>
  <inkml:trace contextRef="#ctx0" brushRef="#br1" timeOffset="31805">3482 3882 112 0,'-13'0'458'0,"13"0"-38"0,-8-2-37 0,8 2-17 0,0 0-31 0,0 0-30 15,-9-2-27-15,9 2-30 0,0 0-32 16,0 0-45-16,0 0-34 0,17-11-52 16,1 7-54-16,3-1-66 0,9-4-67 0,0 1-91 15,2-1-102-15,-1 0-192 0,-2-1-527 0,2 2 232 16</inkml:trace>
  <inkml:trace contextRef="#ctx0" brushRef="#br1" timeOffset="32473.87">3962 3780 65 0,'0'0'529'0,"0"0"-31"15,0 0-46-15,0 0-37 0,0 0-40 16,0 0-37-16,-8 1-40 0,8-1-33 16,0 0-34-16,0 0-26 0,0 4-48 0,0-4-46 15,0 6-18-15,2-2-10 0,0 3-12 0,2 3-3 0,0 3-9 0,1 3-14 16,-2 2-9-16,2-2-11 0,-4 1-11 0,4 0 10 16,-1-1-12-16,0-3-24 15,-2-3-4-15,1-1-5 0,-2 0-1 0,2-3 5 16,-2-1 6-16,0-2 10 0,0 1 16 0,1-1 34 0,-2-3 39 0,1 4 25 15,-1-4 23-15,0 0-8 0,0 0-10 16,9-13-15-16,-3 5-10 0,5-5-9 16,-2 0-11-16,0 3-5 0,-1-3-10 0,4-2-2 0,-7 6-7 0,4 0-5 15,-4 3-6-15,-1-1-2 0,0 3-8 16,-3 0-7-16,3 0-16 0,0 4-27 16,-4 0-18-16,6-1-14 0,-6 1-6 0,9 1 7 0,-4 3 6 0,7 0-4 15,-2 3-12-15,0-2 0 0,2 1 0 16,3 2-10-16,0 0-8 0,2 0-14 15,-2 0 5-15,1-3-2 0,-4 2 2 0,1-5 2 0,-3 2 11 16,3-2 12-16,-4-1 2 0,0-1 13 16,-1-3 14-16,2-1 10 0,-2-4 12 0,-2-1 16 0,0 0 17 0,2-5 21 15,-3 2 15-15,2-8 5 0,-4 2 6 16,3-7 21-16,-2-1 6 0,-2 0 5 16,-1 1-3-16,0-2 2 0,-2-2 3 0,2 2 6 0,1 1 14 0,-4 7 19 15,1 1 13-15,1 3 15 0,-1 4-3 16,-1 2-11-16,2 2-11 0,0 0-19 15,-2 4-19-15,2-3-14 0,0 6-19 0,0-5-33 0,0 5-47 0,0 0-48 16,0 0-39-16,0 0 9 0,0 0 1 16,-1 16 11-16,1 1 13 0,0 4-2 15,1 3 10-15,1 2 11 0,-2 0 4 16,3 3 8-16,-2-1 2 0,3-3 4 0,0 0 5 0,-1-8 3 0,-1 0-15 16,2-6-11-16,-1 0-10 0,1-1-1 0,-1-1-10 0,-2 0-20 15,1-1 14-15,-1-4-7 0,2 2 6 0,-3-1-7 16,0-5 10-16,2 5-4 0,-2-3-1 0,1 2-18 15,-1-4-25-15,3 3-34 0,-3-3-28 0,0 0-40 16,0 0-68-16,0 0-386 0,0 0-726 0,5-14 322 16</inkml:trace>
  <inkml:trace contextRef="#ctx0" brushRef="#br1" timeOffset="32829.61">4595 3904 238 0,'0'0'277'0,"1"2"-6"0,-1-2-18 0,0 0-23 0,0 0-27 0,20-7-18 15,-8 3-18-15,1-2-20 0,2-1-12 0,3-2-10 16,2 3-17-16,-3-3-9 0,-1-3-14 0,4 3-6 16,-1-3-7-16,-5-1-5 0,4 0-4 0,-4 2-10 0,0-2-2 15,-5 4 5-15,0-1 3 0,-2 1 10 0,-1 1 10 16,-4 2 10-16,-1 3 5 0,2-2-14 15,-2 1-9-15,1-1-12 16,-2 5-5-16,0 0-9 0,-8-6-10 0,8 6-5 16,0 0-4-16,-27 8-12 0,15 1-2 0,-1 1 0 15,-3 4-9-15,-3 3 6 0,5 3-1 0,1-3-7 16,0 0 3-16,3 1-1 0,1 0 2 0,4-1 2 16,-1 1-1-16,3-1-29 0,0-1-14 0,3-4-16 15,3 0-11-15,2-1-6 0,0-1-13 0,4-2-22 16,1 0-35-16,2-4-60 0,7 0-55 0,-1-7-213 0,0 2-507 15,4-3 224-15</inkml:trace>
  <inkml:trace contextRef="#ctx0" brushRef="#br1" timeOffset="33230.32">5032 3713 27 0,'0'0'217'0,"0"0"-22"0,0 0-17 0,0 0-1 0,19 5-19 16,-9 2-10-16,-1 1-15 0,4 2-9 0,1 2-17 16,-1 1-5-16,1 2-9 0,2 4-1 15,-2-4-14-15,-2 5-9 16,-6-4 0-16,7 9-6 0,-5-2-5 0,-7-3-2 16,4 4-5-16,-5-6-1 0,0 3-3 0,-4-4 1 15,3 0-1-15,-3-1 4 0,0 0 0 0,-1-6 2 16,4 1 5-16,-2-5 1 0,-2 0 16 0,4-1 26 15,-3-1 31-15,4-4 41 0,-1 6 37 0,-2-4 34 16,3-2 25-16,0 0 17 0,0 0-24 0,0 0-32 16,-4-12-21-16,4 2-24 0,0 0-20 0,3-7-22 0,2-1-16 0,3-8-22 15,2-1-18-15,-1 0-14 0,1 0-8 16,4 1-6-16,2 1-7 0,-2 1-7 0,-4 7-4 0,-2 3-3 16,4-1-5-16,-7 4-3 0,1 2-3 0,-3 1-7 15,0 2-3-15,1 3-10 0,-2-1-28 16,1 0-34-16,-3 4-37 0,4-4-45 0,-2 3-60 15,-2 1-45-15,0 0 9 16,0 0 3-16,0 0-22 0,0 13-41 0,-2-7-64 16,2-6-320-16,-4 6-734 0,4-6 326 0</inkml:trace>
  <inkml:trace contextRef="#ctx0" brushRef="#br1" timeOffset="34116.67">5470 3393 253 0,'3'-5'310'16,"-2"-2"-2"-16,0 3-11 0,-1 1 5 0,1-1-4 16,-1 0-15-16,0 4-27 0,0 0-18 0,4-9-25 15,-4 9-23-15,0-5-30 0,0 5-11 0,0 0-39 16,3-3-29-16,-3 3-42 0,0 0-25 0,0 0 8 15,-2 13-3-15,1-3-19 0,-3 0-20 0,1 6-17 16,-1 3-30-16,-4 6-33 0,1-3-47 0,0-3-72 16,-2 5-273-16,0-4-533 0,4-4 235 0</inkml:trace>
  <inkml:trace contextRef="#ctx0" brushRef="#br1" timeOffset="34495.53">5842 3592 318 0,'0'0'331'0,"0"0"-18"0,0 0-32 0,0 0-14 16,2 3-35-16,-2-3-14 0,0 0-22 0,0 0-22 0,0 0-18 15,-10 2-18-15,5 1-13 0,1-1-17 0,-1 2-15 16,-3 0-8-16,2 0-9 0,2 0-6 0,-1 2-10 16,-3 1-4-16,3 0-6 0,0 0-13 0,1 0-4 0,1 2-2 15,-1 0-3-15,2 1 1 0,4 2-7 16,0-3-1-16,7 7-2 0,0 0 2 0,0 1-17 16,1-4 10-16,3 1 3 15,1-2-3-15,0 4-2 0,-1-4-1 0,-1 1 1 16,-5-3-7-16,5 1 1 0,-5 1-1 0,1-4-2 15,-3 1-1-15,-1-5-18 0,-2 4-4 16,-2-1 4-16,-1 0 1 0,-1 3 1 0,-5-2 3 0,-4-1-4 16,-2 3-18-16,-1-6-46 0,-8 1-68 0,0 0-107 15,2-4-259-15,2-1-554 0,-2-4 245 0</inkml:trace>
  <inkml:trace contextRef="#ctx0" brushRef="#br1" timeOffset="35550.36">6937 3355 247 0,'0'-7'324'0,"1"1"-16"16,-2 1-21-16,1 0-28 0,1 1-32 0,-1-1-35 15,0 5-14-15,0-4-33 0,0 4-32 0,0 0-7 16,0 0-15-16,3 19-7 0,-2-2-13 0,0 5-3 0,-1 4-7 16,-1 4-4-16,0 3-6 0,-2 1-3 0,2 0-6 15,-3 17-11-15,3-20 5 0,2 2 1 0,-2 2-5 16,2-2-4-16,3-3-5 0,-3-2 4 0,2-9-3 15,-1-1-6-15,2-5-1 0,1-1-3 0,-2 0-3 0,-2-6 1 16,3 2 0-16,-4-3 14 0,3 2 14 16,-1-4 35-16,-2-3 34 0,4 5 22 0,-4-5-3 0,0 0-16 0,0 0-16 15,0 0-10-15,10-16-3 0,-7 12-15 0,-3-9-19 16,0 3-18-16,-3-7-17 0,0 1-14 0,-3 5-4 16,0-4-6-16,-6 1-6 0,2-2-6 0,-5 4-1 15,-1 0 3-15,-3 2 3 0,1 3-5 0,0 1 7 16,-1 1-3-16,1 1 1 0,0 1-1 0,6-1 5 15,-2 3-3-15,5 1-8 16,1-3-20-16,2 3-33 0,6 0-32 0,-9 0-13 16,9 0 14-16,0 0 9 0,0 0 14 15,0 0 5-15,33 0 3 0,-4 0 0 0,6 0-2 16,3-3 6-16,17 0-1 0,3-2-3 0,-4-1 4 16,4 1 3-16,-3-2 10 0,-4 1 6 0,-10 1 2 15,-5-1 6-15,2 0 5 0,-6 0 8 0,-1 1 3 16,-10 0 19-16,0 2 16 0,-8 0 22 0,-1 2 22 0,-3-2 20 0,-1 3 21 15,-2 0 2-15,1-1 5 0,-7 1-13 0,6-1-10 16,-6 1-10-16,0 0-7 0,0 0-3 0,-18 2-7 16,9 4-6-16,-5-2-9 0,0 4-3 0,-2 0-1 15,-1 1-12-15,2 0 4 0,2 4-3 0,-1 1 0 16,5-7-9-16,0 4-3 0,1-3 7 0,2 2-7 16,0 0-16-16,3 0-3 15,3 2 0-15,0-3 5 0,5-1 4 0,4-2 0 16,0 1 2-16,1-4 4 0,4-3 0 15,4 2-3-15,0-5 5 0,1 0-5 0,2-3 1 0,-5 0 6 16,1 0-1-16,-5 0-2 0,-2-2 2 16,1 0 0-16,-1 1 3 0,-3-2 6 0,-4 4-1 15,4-8-1-15,-2 6-1 0,-4-4-5 0,-2 2-3 16,1 2 1-16,-5-2-5 0,-2 1-12 0,1 2 4 0,-5-2-13 0,2 4-16 16,-7-2-17-16,2 2-14 0,0 1-23 0,1 3-28 15,1-3-26-15,0 2-41 0,2 0-61 0,-3 1-164 16,8-3-445-16,5 3 198 0</inkml:trace>
  <inkml:trace contextRef="#ctx0" brushRef="#br1" timeOffset="35885.55">7747 3537 95 0,'6'2'203'16,"2"0"-20"-16,-3 0-14 0,0 0-9 0,3 2-13 15,-3 5-11-15,5-4-13 16,-3 5-7-16,-1 1-9 0,1 0-10 0,-1 0-12 16,0 6-5-16,-2-1-8 0,-1 0-8 0,-3-1-4 15,0-3-5-15,-3 5-3 0,3-3-4 0,-3-2-3 16,2 0-8-16,-1-3 3 0,2 0-3 0,-3-4 1 16,3 1 17-16,-1-1 23 0,-3-2 40 0,4-3 43 15,-1 6 49-15,1-6 29 0,0 0 1 0,0 0-46 16,0 0-27-16,0 0-15 0,5-25-14 0,-4 12-17 0,5-2-6 15,1 1-18-15,-2-3-15 0,5 1-5 0,-2 0-6 16,2 2-9-16,-1 2-15 0,-1 1-14 0,-1 2-16 16,1 0-33-1,0 1-40-15,1 0-39 0,-2 2-39 0,0 1-45 16,2 0-41-16,-3 3-63 0,0-1-70 0,-3-2-212 16,-3 5-612-16,9-1 272 0</inkml:trace>
  <inkml:trace contextRef="#ctx0" brushRef="#br1" timeOffset="36468.42">8153 3585 3230 0,'0'0'343'0,"4"-5"-121"0,-4 5-14 0,0 0 1 16,4-5-43-16,-4 5-31 0,0 0-24 0,5-2-26 15,-5 2-27-15,0 0-5 0,0 0-10 0,0 0-12 16,0 0-29-16,0 0-23 0,0 0 1 0,0 0-2 15,9 14 8-15,-8-6 4 0,2 2-1 0,-2 1-25 16,2 5 7-16,-3 1-2 0,2 0-2 0,-2-1 3 16,0 1-14-16,1 0-7 15,2-3 3-15,-6-5-14 0,6-2-8 0,-3 2 0 16,0-4 10-16,0 1 13 0,0-6 26 0,0 7 37 16,1-4 47-16,-1-3 39 0,0 0 33 0,0 0-16 15,0 0-15-15,17-10-5 0,-12 0-11 0,3 1-1 16,-2-1-2-16,6-5-5 0,-1 1-7 0,-2-1-5 15,4 1-8-15,0-1-2 0,-3 3-1 16,-1 3-4-16,-3 0-3 0,-2 3-2 0,1 2-6 0,-1-2-10 0,1 2-4 16,-1 0-11-16,-4 4-17 0,5-4-30 0,-5 4-26 0,8-2 2 15,-8 2 2-15,0 0 5 0,9 9 12 0,-3-4-5 16,2 3-12-16,-2 0 4 0,-1 2 5 16,3-1-1-16,2 1 8 0,-5 1-8 0,0-1-7 15,3 1 11-15,-7-5-7 0,2 2 2 0,2-4 12 16,-3 0-4-16,2 1 3 0,0 0 5 0,-4-2 27 0,0-3 30 0,4 4 31 15,-4-4 23-15,0 0 31 0,0 0-2 0,0 0-11 16,13-7-8-16,-7 3-12 0,2-3-10 0,-3-1-2 16,4-1-8-16,0-3-6 0,2 2-11 0,-2 0-1 15,-2 2-5-15,0-1-9 0,4 2 2 0,-5-1-6 16,-1 4-4-16,0-1-1 0,-1 2-5 0,0-2-10 16,-2 3-9-1,-2 2-15-15,3-3-20 0,0 0-41 0,-3 3 18 16,0 0-11-16,15 5-7 0,-9-2-26 0,2 0-22 0,1 2-25 15,2 0-30-15,-2 2-26 0,3-1-36 0,-1 0-51 16,2 0-55-16,-3 0-309 0,3-4-717 16,-1 1 317-16</inkml:trace>
  <inkml:trace contextRef="#ctx0" brushRef="#br1" timeOffset="37353.32">8891 3520 395 0,'0'0'407'16,"2"-3"-49"-16,-2 3-19 0,3-3-43 0,-3 3-36 16,0 0-32-16,0 0-31 0,0 0-28 15,0 0-18-15,0 0-10 0,1 13-16 16,-1-6-17-16,0 4 1 0,3 0-16 0,-3 0-9 16,1 7-3-16,-2-2 1 0,2 1-20 0,-2-1-6 15,2 0-25-15,-1-4-7 0,0-1-6 0,0-2-13 16,3 0-1-16,-6-5-4 0,6 0 7 0,-3-4 12 0,0 9 27 0,0-9 35 0,1 5 39 0,-1-5 24 15,0 0 18-15,0 0-18 16,0 0-16-16,15-13-8 0,-7 8-15 0,1-6-13 16,2-2-14-16,1 3-12 0,-3-1-7 0,5 0-17 15,-3-1 1-15,-1 3-6 0,-1 1-4 16,-1 2-3-16,-3 1-4 0,1 1-17 0,-2-2 5 16,0 4-14-16,0-1-1 0,-4 3-15 0,6-4-23 0,-6 4-7 15,0 0 5-15,13 2 4 0,-13-2-1 16,14 6-3-16,-6-2 10 0,2 1 6 15,-1 2 2-15,4-2 6 0,-3 2-1 0,5 1 3 0,2-2-4 0,-2 2 3 0,-1-4 6 16,3 0-19-16,1-1 0 0,-1-3-3 0,0 0 12 16,-4 0-6-16,1-3 8 0,-1 1 4 0,0-3-15 15,-3-1 28-15,-2-1 10 0,-1-1 18 0,1-1 11 16,-3-1 6-16,-1-2 10 0,0-3 9 0,0-3 7 16,0-2 4-16,-2 2-2 15,0-7-4-15,1-1 0 0,-2-1-4 0,1-1-2 16,-1 0 3-16,1 3 14 0,0 6 11 0,-2 2 1 15,0 5 1-15,0-1 6 0,0 4 1 0,0-1-2 16,0 4-9-16,1-2-11 0,-2 5-15 16,1 3-10-16,1-6-27 0,-2 2-22 0,1 4-30 0,0 0-40 15,0 0-39-15,0 0-8 0,0 0 10 16,-5 13 13-16,1 4 10 0,0 0 8 0,-1 2 9 0,1 6 4 0,-2 0 15 0,1 2 3 16,2-3-33-16,-2 1-5 0,5-7-9 15,1 6 14-15,3-5-15 0,0-1 4 0,1 2 2 16,4-3 6-16,4 0 8 0,0 0 3 0,4-7 0 15,7 4-4-15,2-4 3 0,5-2-4 0,3-4-2 16,2 0 0-16,1-5 10 0,-1-2-1 0,1-1 6 16,0-2 14-16,-4-4 3 15,-1 1-10-15,-5-3 16 0,-3-1 14 0,-6 1 13 16,-5 2 24-16,0-3 32 0,0 3 23 0,-9 1 24 16,3 3 19-16,-2-1 10 0,-1 2-3 0,-3-1-13 15,1 0-12-15,-2 2-14 0,0 4-14 16,-6-5-10-16,1 3-10 0,-3 2-4 0,-5 3-7 15,1-1-5-15,-6 4-5 0,0 0 3 0,0 2-4 16,2 2-5-16,-2-4-11 0,0 6 6 0,1-4-23 0,2 2-14 0,1 0-7 0,5-3-19 16,0-1-14-16,1-2-7 0,3 1-8 15,0-2 3-15,2-1 18 0,3-2 27 0,-6 5 34 16,4-3 27-16,2-2 8 0,0 0-6 0,16-5 1 16,-3 1-5-16,0 1 0 0,5-2 3 0,1 0 1 15,-2 0-3-15,2 1-5 0,-5-2 5 0,5 5-6 16,-1-2-10-16,0 3 4 15,0 0-5-15,0 3-2 0,2 2-11 0,8 1-11 16,-10 0-23-16,1 0-55 0,-1 0-36 0,0 1-75 0,0 0-97 0,-5-4-460 0,3-2-818 0,-4-1 361 16</inkml:trace>
  <inkml:trace contextRef="#ctx0" brushRef="#br1" timeOffset="37989.71">11118 3313 44 0,'0'0'274'0,"3"-3"-29"0,-3 3-27 16,0 0-23-16,0 0-15 0,11 2-27 15,-7 2-10-15,2 1-16 0,3 5-11 0,4 2-10 16,-2 2-9-16,2 1 20 0,-4 2-12 0,4 4-10 0,-2 2-9 0,-2-7-8 0,-1 2-9 0,-4 2-5 15,3-4-5-15,-3 2-6 0,0-2-3 16,-1-4-6-16,-2 1-3 0,-1-4-1 16,1-3-7-16,-1 1-4 0,3-2 4 0,-3-1 9 15,1 0 37-15,-1-4 43 0,0 0 54 0,0 8 41 16,0-8 28-16,0 0 1 0,0 0-53 16,0 0-26-16,9-16-16 0,-4 7-15 0,0 0-13 15,3-2-15-15,0-4-12 0,2-3-9 0,0 2-13 16,4-4-19-16,3-3-22 0,1 3-25 15,-7 5-24-15,2 2-36 0,2-2-36 0,-2 5-43 0,1-3-37 0,-4 8-42 0,4-2-39 16,-5 4-28-16,8-2-48 0,-3 5-298 0,-5 0-675 16,0 1 299-16</inkml:trace>
  <inkml:trace contextRef="#ctx0" brushRef="#br1" timeOffset="38794.83">11593 3494 253 0,'0'0'349'0,"0"0"-31"0,0 0-21 16,0 0-19-16,0 0-30 0,0 0-23 0,5-11-27 0,-1 6-16 0,0 0-22 0,5-2-16 15,1 0-12-15,-1 0-17 0,3 0-11 0,-1 0-19 16,2-1 1-16,2-1-13 0,1-2-7 16,-5 5-12-16,-2-2-1 0,5-4-17 0,-2 7 6 15,-3-2-5-15,2 2 0 0,-3-1-4 0,-2 2-2 16,1 0 0-16,-1 1 0 0,-2 1 3 0,-1-1-7 15,0 1-2-15,0 0-5 0,-3 2-6 0,0 0-12 16,4-4-2-16,-4 4-5 0,0 0-1 16,0 0 2-16,-17 12 0 0,5-6-2 0,-2 3 1 15,-2 2 1-15,-1 1-1 0,2-3-2 16,-1 5 1-16,1-1-3 0,2 2 4 16,-2-2 1-16,6 1 0 0,0 1 0 0,2 0-2 0,5-3-1 0,-2 1-5 15,6-3 1-15,4 3 2 16,4 0 6-16,4-3-3 0,13 4 1 0,4-5 2 0,2-3-3 15,4 1 3-15,15-3-5 0,3-4 3 0,-1-1-8 0,0 1 0 16,1-5 4-16,-2-2-3 0,2-2-1 16,-16 0 6-16,10-3 3 0,-15 0 1 0,-1 3 10 15,-5-5 8-15,-4 0 15 0,-4 5 11 0,-5-2 26 0,-2-1 1 16,-6 1 11-16,1 2 5 0,0-1 4 16,-6 0-12-16,1 1-4 0,-5-1-14 0,1 0-8 0,-7 3-3 15,2 1-10-15,-5 1 6 0,-4 2-15 16,-2-1-8-16,-5 3 2 0,-5 1-14 0,-2 2 0 0,0 2-4 15,8 1 4-15,0 2-9 16,3 1-11-16,-1 0-6 0,3 1 1 0,2 3-39 16,-2-3 17-16,6-1-14 0,4 0-5 0,-2 1-12 0,4-1 0 0,4 0 3 15,0-1 10-15,4 0 9 0,1 0 4 16,3 1 7-16,3-1 3 0,6-3 4 0,3 1 7 0,1-3 0 16,-1-4 6-16,2 2 3 15,0-3 2-15,-4-1 12 0,-1 1 13 0,3-7 12 0,-5 2 8 16,-1-2 16-16,0-2 18 0,-5 0-18 15,5-4 23-15,-5 0 2 0,-3 0 20 0,4-8 3 0,-4-2-4 16,-4-1-9-16,1 0-9 0,-2-4 6 16,0 2-7-16,-2-5-7 0,0 2 12 0,3 1 17 0,-3 4 28 15,0 2 6-15,0 7 13 0,-1 9 0 16,1-3-10-16,1 4-21 0,-1 2-14 0,1 2-11 0,0-3-29 16,-3 5-49-16,3 2-51 0,0 0-55 15,0 0 10-15,0 0 3 0,-3 23 13 0,-1-3 7 0,0 6 10 16,0 4 3-16,1 0 5 0,1 3 7 0,0 0 2 15,4 1-7-15,-1-2 18 0,3-4 3 0,1-1-12 16,-1 0-7-16,1-10 18 0,3 0 2 16,-5-3-3-16,1-1 3 0,0-3-4 0,0-1-4 0,-1-4 7 0,-1 0-3 15,1-1-5-15,0 0 7 16,-3-4 1-16,4 5 6 0,-4-5 11 0,1 4-9 0,-1-4-9 16,0 0-63-16,0 0-111 0,0 0-66 0,8-10-67 0,-6 4-327 15,-1-1-711-15,1-3 315 0</inkml:trace>
  <inkml:trace contextRef="#ctx0" brushRef="#br1" timeOffset="39175.71">12679 3312 349 0,'3'-3'424'0,"-3"3"-40"0,0 0-29 16,0 0-38-16,0 0-38 0,0 0-28 0,0 0-37 0,0 0-22 15,0 0-27-15,5 5-22 0,-4 0-12 16,-1 2-10-16,0 1-8 0,-1 5-9 0,0 2-14 0,-1 2-3 16,1-1-7-16,1 2-27 15,-1-6-15-15,0 5-15 0,1-7-10 0,1 1-14 0,-2-3-9 16,1 2-6-16,-2-6 0 0,2 3 4 16,0-4 15-16,0-3 24 0,0 8 36 0,0-8 37 0,4 2 16 0,-4-2-12 15,0 0-12-15,18-10-8 16,-8 4-12-16,1-2 0 0,5-5-8 0,-3 4-5 0,0-4 2 15,-2 5-10-15,2-5-1 0,1 1-9 0,-2 7 6 0,-3-3-6 16,-2 3 3-16,0 1-9 0,-1 0-4 0,-1 1-4 16,-1-1-6-16,-1 2-6 15,-3 2-22-15,0 0-4 0,10 1 0 0,-10-1-7 0,7 5-4 0,-1-1-15 16,0 1-3-16,1 0-51 16,1 2-24-16,0 1-31 0,0-1-37 0,2 0-44 0,-1-1-54 15,1 0-87-15,0 0-238 0,3-3-656 0,-4 1 290 0</inkml:trace>
  <inkml:trace contextRef="#ctx0" brushRef="#br1" timeOffset="41461.98">13345 3315 40 0,'0'0'133'16,"0"0"-2"-16,0 0-18 0,0 0 2 0,0 0-15 0,0 0 3 0,0 0-16 15,0 0-1-15,0 0-12 0,0 0-1 16,0 0-11-16,0 0-1 0,0 0-8 16,0 0-7-16,0 0-4 0,0 0-7 15,0 0-3-15,0 0-2 0,0 0 4 0,0 0-22 0,0 0 15 0,0 0-7 16,0 0 9-16,3-5-10 0,2 4-5 16,1-2 3-16,1 2 0 0,4-3-12 15,-2 0 6-15,4 1 0 0,-3 1-4 0,-1-3-8 0,0-1 7 0,0 2 5 16,0 0-6-16,-3 1 14 0,-2-4 7 0,0 7 17 15,2-4 5-15,-2 0 17 0,0 2 6 16,-3-3-3-16,-1 5-11 0,1-4-10 0,-1 4 0 16,-7-2-7-16,7 2-4 0,-19 1-5 0,6 2-1 0,-5 1-10 0,-1 2-4 15,-2 1-2-15,-5 5-4 0,1 2 1 16,1 2-2-16,1 2-7 0,2-2 9 16,4-3-9-16,1 2 4 0,2-1-5 15,4 1 4-15,-3 2-1 0,7 0 7 0,2-1-16 0,0-3-5 0,8 1-3 16,1 1-1-16,8-1-9 0,1-2-30 15,13 2-47-15,4-5-59 0,-2-1-181 16,7-7-366-16,0-1 162 0</inkml:trace>
  <inkml:trace contextRef="#ctx0" brushRef="#br1" timeOffset="42186.42">13564 3513 57 0,'0'0'124'16,"-6"3"-23"-16,6-3-20 0,0 0 6 15,0 0-4-15,0 0-16 0,-2 5 3 16,2-5-3-16,1 6 0 0,-1-6-1 0,0 0-4 0,0 0-15 0,0 0 13 16,0 0 1-16,3 3 1 0,-3-3 8 15,0 0 10-15,0 0-2 0,0 0 14 16,0 0-1-16,7 0-6 0,-7 0-1 0,15-3-13 15,-4 2-6-15,-2-5-3 0,0 2 3 0,5-1-1 0,-5 0-3 0,0-1 5 16,2-1-4-16,1-1-2 0,2-4 19 16,-1 3-4-16,1-4-8 0,-4 4 0 15,2-3 2-15,-1 0 3 0,-3 3 5 0,1-4 3 0,-3 5-1 0,2-3 1 16,-3 0-6-16,-1 2-3 0,-4 1 4 16,2 1 18-16,1 0-2 0,-2 3-2 15,0-2-8-15,-1 1-12 0,-1-1-27 16,-2 2-11-16,0 0-12 0,-4 2 2 0,1-1-7 0,-3 3-8 0,-1 0 9 15,-3 4-10-15,1 0-6 0,1 1 11 16,-4 4-8-16,3-1-2 0,-2 3 3 16,5-3-8-16,1 3-8 0,2-2-22 0,-2 3-1 15,3 1-14-15,4-2 4 0,1 0 5 0,1 2 3 0,4-1 4 0,4 1 5 16,3-2 0-16,1 3 6 0,1-5 2 16,5 0 9-16,-1-1 0 0,9 0-1 15,1-1 3-15,1 0 2 0,3-1-1 0,-5-3 4 0,0-3-1 0,-8 2 6 0,1 0-4 16,-1-1-1-16,-6-1 0 0,-1 0 18 15,-1-1 14-15,-3 1 12 0,-2 0-6 16,-1-2 27-16,-5 2-1 0,11 2 7 16,-11-2 0-16,7-2-5 0,-7 2 2 0,0 0-1 0,8 0 4 0,-8 0-2 15,0 0 5-15,0 0 7 0,7 0 4 16,-7 0 11-16,0 0 14 0,0 0 16 16,6-5-7-16,0 1-14 0,-1 0-15 0,4-5-2 0,0 1-10 0,0-2-9 15,3-2-2-15,0-2-10 0,1-3-9 0,9-2-3 16,-3 0-3-16,-2-1-13 0,2 2 2 15,-5 5-4-15,-2 1-4 0,0 4 2 16,-3 0-6-16,1 2 0 0,-6 1-6 0,1 0 0 0,0 3-10 0,-1-2-19 16,-4 4-21-16,10-1 4 0,-10 1-5 15,9 7-2-15,0-2-6 0,-1 4-5 0,2-2 16 16,-2 2-6-16,2 4-4 0,0-2 15 16,-3 0-27-16,0-3-23 0,-3 5-28 0,1-4-22 0,0 0-30 0,-2 1-35 15,-1-4-46-15,4 3-72 0,-4-5-303 16,3 0-671-16,-5-4 298 0</inkml:trace>
  <inkml:trace contextRef="#ctx0" brushRef="#br1" timeOffset="43159.08">15687 2937 239 0,'2'-17'375'0,"-2"5"-9"16,0 1-7-16,1 1-12 0,0 3-20 15,1 0-36-15,-2 2-25 0,1 0-28 16,-1 1-27-16,0 4-37 0,1-6-51 0,-1 6-45 0,0 0-16 0,0 0-4 0,3 13-8 16,-1-1 0-16,1 5-4 0,-1 8-7 15,3 5-6-15,-1 4 2 0,-3 0-8 16,2-2-1-16,-3 5 2 0,1-4-1 0,1-2-1 0,0 0-5 0,1-2 0 15,-1-2-2-15,0-6-7 0,-1-3 2 16,0-3-6-16,1-2 10 0,-1-3-4 16,0-2-7-16,0-3 1 0,2 0 3 0,-6 1 2 0,6-2 9 0,-3-4 10 15,-3 6 15 1,3-6 0-16,-1 1 7 0,1-1-9 0,-9 0 3 0,9 0-18 0,-22-3-1 16,10-1 1-16,-5-1-2 0,-1 0-5 15,-5 0-6-15,4 0-2 0,1-1 2 16,-5 2-3-16,6 0 3 0,-4 0-8 0,3 1 0 0,4 0 2 0,0-2-7 0,3 3 1 15,4 2-1-15,-2-3 2 0,5 3-27 16,-1-1-23-16,5 1-10 0,-9-1-8 16,9 1-10-16,0 0 14 0,0 0 7 15,0 0 1-15,32-6-4 0,-3 5 15 0,6-2 3 0,17-1-11 0,-12 1-9 16,17-1-3-16,-1-2-3 0,-1 1 7 16,2-4 3-16,-2 5 2 0,-2-4 5 0,1 3 5 15,-5-2 4-15,-11 2 10 0,-4-1-3 0,-4 2 4 0,-1-4 9 0,-10 4 27 16,-5 1 20-16,-1-1 28 0,-3 3 12 15,-3-1 21-15,-1 0 10 0,-1 2 4 0,2-2-21 16,-2-1 12-16,-5 3-10 0,5-1-17 0,-5 1-9 16,0 0-9-16,0 0-21 0,0 0-11 0,4 5 1 15,-4-5-2-15,-17 12-7 0,8-4-4 0,0 2 5 16,0 0-8-16,-1 5-16 0,2-6-8 0,3 3-21 16,-1 0-13-16,2-2 6 15,2 2 5-15,0 0 4 0,6-2 6 0,4-1 12 16,-1 0 8-16,5-2 15 0,6-1 7 0,1-1 1 15,9-2 9-15,-6-1 4 0,7-4 4 0,2-2 21 16,-10 0 3-16,6-2 22 0,-9 0 6 0,4-2 10 16,-9-1 6-16,1-1 6 0,-5 1-9 0,-1-6-12 15,-5 5-17-15,0-7-19 0,-3 0-17 0,-6 1-31 16,-4 1-40-16,-1-4-49 0,-11 2-66 0,-6 5-64 0,-3-3-67 0,-2 6-110 16,-4 1-264-16,-2 2-718 0,-11-2 319 0</inkml:trace>
  <inkml:trace contextRef="#ctx0" brushRef="#br1" timeOffset="46410.7">8220 5782 17 0,'-4'-6'244'0,"0"-3"-17"15,-1 0-13-15,0 1 7 0,-1 0-15 0,3 2-18 0,-1-1-9 16,0 2-13-16,-2 1-15 0,2-1-13 0,-1 1-17 16,1 0-13-16,0 1-9 0,-1 1-15 15,-2 2-9-15,7 0-8 0,-13 1-8 0,1 3-8 16,0 1-5-16,-1 4-7 0,-5 4-3 0,-3 3-8 16,-3 6-2-16,5 0-4 15,-4 0-2-15,2 4-3 0,2-1-3 0,0 1 1 16,2 2-4-16,2-2 3 0,4 4-5 0,-1-3 2 15,3 2-1-15,3-7-1 0,3 0-1 0,1-3-1 16,2-1 0-16,0-2-2 0,1-4 5 0,2-1-2 16,0 0-1-16,0-4 3 0,0 0 8 0,1-1 14 15,2-2 11-15,-1-1 16 0,3-2 14 0,2-2 22 16,2-4 1-16,3-2 20 0,1-1 15 0,-3-3-12 0,4-1 15 0,-2-4-4 16,-1 0-8-16,0 1 5 0,5-7 3 0,-6 7-1 15,1-6 4-15,-2 6-10 0,-2-2 5 0,-1 3 2 16,-2-1 5-16,-1 4 4 0,-1 1 6 0,1 0 12 15,-4 5-19-15,4 1-6 0,-5-4-17 0,1 6-12 16,0-3-14-16,-1 4-13 0,-1 1-14 0,3-5-20 16,-3 5-28-1,0 0-33-15,0 0-33 0,0 0-37 0,0 0 4 16,0 0 12-16,5 13 6 0,-5-1 5 0,1 3 3 0,0 1 7 16,-1 0 3-16,0 10 3 0,0-2 11 0,0-7-9 15,0 4 13-15,4-3 3 0,-1-1 3 16,-3 0 7-16,2-3-3 0,-4-4 6 0,4 0-4 15,-1-3 5-15,1 0 5 0,0-2 6 0,0 0 10 16,0-1 9-16,-2-1 23 0,0-3 15 0,4 2 3 0,-4-2-5 0,15-5 1 16,2-2-7-16,2-2-8 0,8-5-3 0,-4-1-32 15,1-2-34-15,7-2-44 0,-2 1-65 0,3 1-76 16,3 0-65-16,-6 0-80 0,5 0-112 0,-3 4-249 16,-3 1-781-16,1 1 346 0</inkml:trace>
  <inkml:trace contextRef="#ctx0" brushRef="#br1" timeOffset="46933.36">8873 6045 278 0,'0'-4'316'0,"0"4"-16"0,0 0-15 0,0 0-19 16,0 0-27-16,1-3-19 0,-1 3-24 0,0 0-19 0,0 0-25 15,0 0-16-15,0 0-24 0,0 0-16 0,0 0-17 16,0 0-12-16,0 0-7 0,-8 11-2 16,3-2-9-16,0 0-2 15,-4 1-4-15,3 5-9 0,-4-2-1 0,3-2-4 0,0 4-4 16,0 1-5-16,2-2-1 0,1-1 6 0,2-3-8 16,-1 1-5-16,2-2-7 0,1 0 2 15,0-1-7-15,0-2 5 0,1 1 10 0,2-2-6 16,0 0 1-16,1-3 7 0,2 1 3 0,2-3 6 15,3-2 3-15,0 2-1 0,0-1 15 0,0-6 13 0,-2 2 17 16,1 0 10-16,-2 0 1 0,-2-2 3 0,2-2-10 0,-2 1 9 16,-1-1-7-16,-1 2-8 0,-1-3 2 0,-1 0-12 15,-2-1 1-15,1-1-17 0,-2 1-2 0,0-1-12 0,-3 4-10 16,3-5-11-16,-3 8-16 0,-1-1-32 16,-4-1-29-16,1 4-20 0,-1-3-19 0,-1 6-26 15,1-3-21-15,0 3-34 0,-4 3-42 0,7-3-45 16,-3 2-288-16,5 2-607 15,4-4 269-15</inkml:trace>
  <inkml:trace contextRef="#ctx0" brushRef="#br1" timeOffset="47149.55">9464 6021 394 0,'4'3'400'16,"-4"-3"-34"-16,0 0-31 0,0 0-35 0,0 0-31 16,0 0-25-16,4 1-35 0,-4-1-37 0,0 0-44 15,0 0-53-15,9-4-45 0,-1 4-44 0,-1 0-47 16,6-1-52-16,0-2-58 0,0 0-257 0,-4 1-463 0,-2 0 206 16</inkml:trace>
  <inkml:trace contextRef="#ctx0" brushRef="#br1" timeOffset="47312.32">9417 6167 94 0,'-2'3'180'0,"2"-3"0"0,-3 4 10 0,3-4 9 16,0 0-8-16,15 1-15 0,-2-2-16 0,7-2-14 16,11 1-21-16,2-6-42 0,7 1-59 0,11-2-80 15,-1-3-110-15,2-1-89 0,-2 4-276 0,-11-3 124 16</inkml:trace>
  <inkml:trace contextRef="#ctx0" brushRef="#br1" timeOffset="47634.95">11112 5603 308 0,'1'-12'346'0,"-1"0"-1"0,1 2 18 0,0 2 0 15,1 0-8-15,-2 2-19 0,1 0-32 0,-1 2-30 0,0 0-32 0,0 4-25 16,0-5-26-16,1 2-35 0,-1 3-40 0,0 0-55 15,0 0-27-15,0 0-7 0,0 0-6 0,-1 22-12 16,1-7 14-16,-1 3-12 0,-1 2-15 0,2 7-9 16,-1-1-25-16,1 1-28 0,0 0-21 0,-2-1-30 15,0 0-28-15,1-6-38 0,-3 9-47 16,3-12-40-16,-2 1-222 0,1-2-532 0,2-6 235 0</inkml:trace>
  <inkml:trace contextRef="#ctx0" brushRef="#br1" timeOffset="47931.68">10779 6004 220 0,'-5'3'238'0,"-1"-1"-7"16,3-1-9-16,-3 1-4 0,3 1-7 0,3-3 0 15,0 0 0-15,0 0-17 0,-7 1-13 0,7-1-12 16,0 0-15-16,0 0-9 0,21-1-24 0,1 0-12 15,6-3-7-15,9-2-11 0,14 0-6 0,2 0-14 16,4 1-2-16,2 0-13 0,-3 1 0 0,0 1-9 0,-6-3-2 0,-10 3-8 16,-7 1-1-16,-1 1-4 0,-4-1-6 0,-10 1 1 0,-4 0-12 15,-2 1-8-15,-2 0-10 0,-3-1-15 0,-1 1-17 16,-6 0-28-16,10-2-18 0,-10 2-3 0,1 4-12 16,-1-4-31-16,-14 4-57 0,0 0-79 15,-4-2-185-15,-4 1-484 0,1-1 214 0</inkml:trace>
  <inkml:trace contextRef="#ctx0" brushRef="#br1" timeOffset="48315.28">11054 6261 100 0,'0'5'308'0,"0"-5"-32"0,0 5-31 16,0-5-37-16,-1 7-22 0,1-4-20 0,-3 3-17 0,-1 0-14 16,2 3-15-16,-6-1-11 0,-1 3-5 0,0 4-15 15,-2-2-11-15,-1 3-3 0,2-2-8 16,-4 2-6 0,4 0-5-16,2-2-4 0,2-6-7 0,-2 1-3 15,4-1-2-15,2-1 4 0,-3-4 21 0,2 2 27 16,2-3 38-16,-1 1 40 0,2-3 37 0,0 0 28 15,0 0-3-15,0 0-26 0,0 0-23 0,6-18-16 0,0 8-20 0,-2 1-14 16,3 1-17-16,1-3-2 0,0 5-24 0,-2-2-5 16,-2 3-9-16,2-1-10 0,-2 1-9 0,-1 3-8 15,-1-1-9-15,-2 3-13 0,8-2-7 0,-8 2-18 16,9 2-14-16,-3 1-13 0,-1 2-8 0,4 3-12 16,0-3-5-16,3 6-15 0,-2-4-20 0,-1 3-25 15,1 0-31-15,-1 0-27 0,1 2-38 0,2-1-45 16,-3 0-54-16,-1-5-79 0,-1 1-214 0,-3-3-647 15,-2 0 287-15</inkml:trace>
  <inkml:trace contextRef="#ctx0" brushRef="#br1" timeOffset="48499.92">10851 6341 78 0,'-8'0'434'15,"3"-3"-29"-15,5 3-27 0,-9 0-15 0,9 0-27 16,-9 0-33-1,9 0-38-15,0 0-17 0,0 0-29 0,17-5-22 0,3 0-16 16,16-2-51-16,18-4-64 0,6 1-69 0,32-7-70 16,-28 7-90-16,2-2-135 0,-3-2-213 0,-5 1-555 15,-11-6 246-15</inkml:trace>
  <inkml:trace contextRef="#ctx0" brushRef="#br1" timeOffset="49190.5">12535 5363 24 0,'-4'-10'316'0,"4"3"-32"16,-2 1-14-16,0 0-38 0,1 1-20 16,1 2-47-16,0 3-34 0,0 0-15 0,-11 8-13 0,4 6-11 15,-8 11-10-15,2 6-6 0,-7 15-13 0,2 6-3 0,-4 5 10 0,-6 25-7 16,1-4-5-16,13-22-7 0,-8 23-3 0,12-25-6 16,-4 2-1-16,3 1-1 0,3-1-2 15,0-1 3-15,3-3 0 0,3-4-7 0,2-12 2 16,-2 12-7-16,1-15-1 0,2-3-2 0,-2-5-4 15,0-7 0-15,1 0-5 0,0-6-2 16,-2 0 0-16,4-5 0 0,-4 1 9 0,1-1 8 16,0-2 10-16,0-1 9 0,-1 1 9 15,-2-2 1-15,1-1-7 0,-4 1 0 0,1-2-6 16,-2 1-8-16,-2 0 2 0,-3 0-10 0,0-2-1 0,-1 2-7 0,-5 1-16 0,0-1-37 16,-8 5-28-16,-1 1-43 0,3-1-43 0,4 2-39 15,3-1-64-15,0-1-232 0,2 3-517 16,5-5 229-16</inkml:trace>
  <inkml:trace contextRef="#ctx0" brushRef="#br1" timeOffset="49500.73">12421 6882 85 0,'2'2'315'0,"-1"2"-32"0,-1 3-30 16,-1-1-24-16,-1-1-23 0,0 5-19 16,-2 1-19-16,1 2-16 0,1 1-19 0,-1-1-7 15,-2 2-17-15,5 2-7 0,-1-5-9 0,2 0-5 16,-1-1-2-16,5 0-1 0,0-3 4 16,2 1 3-16,2-2 1 0,2-4 6 0,6 3 1 15,-3-6 2-15,3-1 7 0,0-4 17 16,0 2 2-16,-3-4 5 0,-4 1 7 0,0-2 6 0,-2-1 0 0,1-2 1 0,-4 4 0 0,-1 1 8 15,1-3-10-15,-2 2-17 0,-6 2-13 16,3-2-15-16,-5 2-20 0,-1 0-27 0,-5-1-31 16,0 2-34-16,-7 2-56 0,-2-1-61 15,-7-1-60-15,-1 2-60 0,7-1-87 0,-1-2-383 16,6-3-779-16,3-3 345 0</inkml:trace>
  <inkml:trace contextRef="#ctx0" brushRef="#br1" timeOffset="50240.2">12918 4877 101 0,'-5'-4'342'16,"3"2"-17"-16,2 2-24 0,-4-4-30 15,4 4-22-15,-1-3-32 0,1 3-27 0,0 0-18 16,0 0-22-16,0 0-16 0,9-4-16 15,-1 4-14-15,1 2-6 0,0 0-18 0,4 1-9 0,-3 1-13 0,2 2-8 0,-2 1-14 16,-1 0-7-16,0 2-9 0,-3 2-25 0,2 3-1 16,-3 2 1-16,-2 0-1 0,-6 2 2 0,1 9 2 15,-6-4 1-15,-5 3 1 0,-1-2-1 16,-2 1 1-16,1-4 2 0,4-4 0 0,-1-1-4 16,2-2 0-16,1-3-2 0,4-1 4 15,0-3 0-15,0-1-2 0,2 0-1 0,1-1 4 16,-2 0 1-16,3-2 1 0,1 1 4 0,0-4 9 15,6 6-1-15,6-5-3 0,2 0-3 16,7-1 5-16,8-2-29 0,1 0-41 0,2 1-54 0,1-2-64 0,3-2-68 0,-7-1-185 16,2 0-462-16,-4-3 204 0</inkml:trace>
  <inkml:trace contextRef="#ctx0" brushRef="#br1" timeOffset="50612.75">13594 4984 165 0,'4'-3'379'0,"0"0"-23"16,-3 0-27-16,-1 3-26 0,4-4-41 16,-4 4-21-16,4 0-25 0,-4 0-38 0,0 0-23 15,0 0-14-15,0 0-14 0,0 0-14 0,-3 12-16 0,2-4-4 0,-1 1-10 0,-1 1-10 16,-1 9-5-16,-2-3-4 0,1 0-10 0,-3 3-3 16,0 1-4-16,-1 0-23 0,3-2-9 0,0-3-3 15,2-4-12-15,1-2-10 0,-1-1 3 16,2-2-6-16,-1-1 6 0,1-1 2 0,-1-1 7 15,2 1 21-15,1-4 16 0,0 0-12 0,0 0-16 16,0 0-7-16,6-11-7 0,-1 3 4 0,3-3-7 16,0 2 2-16,3-5-2 0,-4 5 4 15,5-7-6-15,-3 7 2 0,-1 0 1 0,1 4-4 16,-3-2 2-16,-2 2-5 0,1 0-10 16,-1 2-10-16,0 1-4 0,-4 2-2 0,9-1-2 15,0 5 3-15,-4 0-3 0,0 0 5 0,3 2-2 0,-2 1-2 0,2 0-8 0,-2 3-11 0,1-3-11 16,-1 1-7-16,4-3-18 0,-2 4-24 15,-2-5-26-15,1 0-39 0,1-3-66 0,-2-1-127 16,0-1-405-16,1 0 180 0</inkml:trace>
  <inkml:trace contextRef="#ctx0" brushRef="#br1" timeOffset="50906.73">13442 4945 194 0,'0'0'357'0,"-9"0"-5"0,9 0-2 0,-6 0-7 16,6 0-25-16,0 0-24 0,-4-4-37 0,4 4-27 15,19-11-18-15,7-1-25 0,2 1-12 0,8 0-32 16,1 0 2-16,20-3-22 0,2-2-17 0,2 2-28 15,-1 3 0-15,-1-1-22 0,-4 1-14 0,-17 5-12 16,-2-3-15-16,-4 7-7 0,-9-4-20 0,-10 5-18 16,1 0-25-16,-5-1-22 0,-1 0-34 15,-3 2-10-15,-5 0 12 0,1 4 11 0,-1-4-11 0,-15 10-37 16,-3-5-37-16,1 5-55 0,-11 1-230 0,9-5-506 16,2 0 224-16</inkml:trace>
  <inkml:trace contextRef="#ctx0" brushRef="#br1" timeOffset="51708.7">13920 5692 168 0,'-1'-15'333'0,"-2"2"-7"0,1 3-17 0,1 2-13 16,-2 3-25-16,3-2-32 0,-1 2-28 0,-2 0-36 16,3 2-44-16,0 3-31 0,0 0-11 0,-5 8-12 15,-1 5-12-15,-2 9-3 0,-2 4-6 16,1 5-8-16,-5 13-1 16,2-10-11-16,2 15-2 0,-3-2-2 0,3 1-1 0,2 0 2 15,0-3-6-15,4-11-5 0,-2 12 0 16,1-13-1-16,3-4 1 0,-1 0-6 0,3-4 1 15,0-6 0-15,0-2-5 0,0-4 8 0,-1-4-6 16,0-2 0-16,1-2 5 0,0 0 27 0,0-1 43 16,0-4 20-16,0 6 30 0,-2-3 16 0,2-3 0 15,0 0-19-15,-11-1-3 0,5-3-14 0,-4-1-11 0,0-1-10 0,0 1-15 16,0 1-7-16,-2-1-7 0,5-2-8 0,-2 5-11 16,-4-2-3-16,4 2-8 0,0-2-25 0,-5 1-13 15,4 1-37-15,-2 2-32 0,-7 0-47 0,0 2-31 16,6-1-32-16,3 3-39 0,-3 0-46 0,6-3-50 15,0-1-322-15,7 0-685 0,0 0 303 0</inkml:trace>
  <inkml:trace contextRef="#ctx0" brushRef="#br1" timeOffset="52015.24">13543 6154 60 0,'-4'3'330'0,"4"-3"-25"0,-7 0-25 16,7 0-22-16,-3 4-29 0,3-4-21 0,-6 1-3 15,6-1-14-15,0 0-16 0,0 0-13 0,0 0-10 16,0 0-16-16,0 0-12 0,0 0-11 0,23-1-9 16,-3-1-15-16,10-3-5 0,4-1-12 0,2 1-7 15,15-1-7-15,-16 2-6 0,-2-1-6 0,0 2-4 0,-5-2-7 16,0 1 0-16,-11 4-2 0,-7-2-7 0,-1-1-1 15,1 5-4-15,-3-4 3 0,-1 2-11 0,-1 0-8 16,-5 0-19-16,7-2-18 0,-7 2-5 0,0 0-10 16,0 0-25-16,0 0-27 0,0 0-35 0,0 0-43 15,0 0-51-15,-25 2-60 0,18-3-151 0,7 1-474 16,0 0 210-16</inkml:trace>
  <inkml:trace contextRef="#ctx0" brushRef="#br1" timeOffset="52431.6">14242 5953 84 0,'0'0'320'0,"0"0"-36"0,0 0-26 0,5 2-28 16,-5-2-23-16,13 1-23 0,-3 2-22 0,-1-1-17 15,4 1-12-15,0 4-18 0,-2 0-10 0,5 2-10 16,-1-1-10-16,-6 0-9 16,1 1-11-16,-1 0-8 0,0 6-4 0,-1-2-6 15,-3-3-16-15,-3 1-2 0,2-2-9 0,-4 0-3 16,3-1-8-16,-3-1-1 0,-3 1 2 0,2-5 3 16,1 3 5-16,0-1 8 0,0-5 1 0,0 6 14 15,-1-4 18-15,1-2 28 0,1 5 39 0,-1-5 35 16,0 0 19-16,-3 5 13 0,3-5-32 0,0 0-27 15,7-11-13-15,-6 7-14 0,4-2-17 0,0-2-23 0,3 0 10 0,-3-2-10 16,5 2-8-16,-5-1-1 0,3 2-15 0,1 2-8 16,-3 0 1-16,-2 1-8 0,1 0-4 0,-1 3-5 15,1-2-3-15,0 2-8 0,-5 1-7 0,13-1 7 16,-8 1-17-16,3 0-6 0,-3 2-5 0,-5-2-11 16,13 3-3-16,-8-1-24 0,0 2-11 0,2-1-16 15,-1-1-26-15,0 1-27 0,1 2-34 0,-4 0-53 0,4-3-64 0,-1 1-322 16,-2-3-661-16,-4 0 293 0</inkml:trace>
  <inkml:trace contextRef="#ctx0" brushRef="#br1" timeOffset="52709.94">14822 5903 251 0,'2'-3'417'15,"-2"3"-24"-15,0 0-59 0,0 0-23 0,2-1-38 0,-2 1-33 16,0 0-32-16,0 0-28 0,0 0-20 16,0 0-16-16,12 9-22 0,-9-5-10 0,4 4-14 15,-1 1-10-15,2 3-10 0,0 5-9 0,-1 0 6 0,-2 0-19 0,-1 11-4 16,1-2-4-16,-5 3-7 0,0-5-15 0,-6 5-5 16,2-4-11-16,-7-3-3 0,2-4-15 0,-9 4-8 15,0-3-17-15,-3-2-34 0,-3 1-52 0,-4-2-57 16,1-6-85-16,-3-1-262 0,0-3-566 0,1-6 251 15</inkml:trace>
  <inkml:trace contextRef="#ctx0" brushRef="#br1" timeOffset="52994.45">14238 5770 30 0,'-5'-8'272'0,"-3"0"-17"0,4 4-19 16,0 1-26-16,-1 1-23 0,-1 0-22 0,6 2-18 15,-17 4-17-15,2 6-16 0,0 0-12 0,-4 9-10 0,-1 5-8 16,-2 1-10-16,0 2-8 0,0 3-6 16,-4 10-9-16,5 3-3 0,8-9 0 0,2 10-2 15,5-11-5-15,3-3-8 0,4 3 13 0,9-3 2 0,1-2 4 0,8-1-1 31,3-3-1-31,8-7-3 0,6 0-1 0,13 0-17 0,8-6-31 0,4-2-55 0,6-5-81 0,26-4-113 16,-29-4-151-16,1-4-436 0,-2 1 193 0</inkml:trace>
  <inkml:trace contextRef="#ctx0" brushRef="#br1" timeOffset="53534.21">15710 5999 240 0,'-3'-9'269'0,"-1"-1"-24"16,-3 3-15-16,0-2-23 0,-6 3-20 0,-1-5-16 15,-4 7-13-15,-1-1-13 0,-3-1-8 0,-1 6-13 16,-4 0-10-16,7 0-9 16,-7 6-10-16,5 0-13 0,3-1-7 0,0 6-14 15,0-2-2-15,1 2-9 0,4 2-3 16,1 1-9-16,-1 0 0 0,6 3-4 0,-1 0-6 16,4-1-2-16,5-5 2 0,-3 8-1 0,6-2-1 0,4-2 2 15,3 2 0-15,0-5 6 0,8 0-4 0,0 0-4 16,5-3 0-16,-1-4-1 0,6 0 9 0,-2-5-13 15,1 0 0-15,-4-1-1 0,-5-3-1 0,5-3 2 0,-6-2 2 16,2-1 10-16,-2-2 12 0,-5-1 11 0,5-8 11 0,-7 4 1 16,1-8 5-16,-1-1 15 0,-4 2-7 15,0-5 1-15,1 2-9 0,-3-4 8 0,1-1 4 16,-3-2 11-16,1 0-11 0,1-13 7 0,0 15 23 16,-2 0 24-16,-2 3 24 0,0 3 14 0,0 9 4 0,-2 0 1 15,-1 7-18 1,3 0-22-16,0 6-17 0,1-4-41 0,-1 4-41 15,-1 0-60-15,1 4-70 0,0 0-12 0,0 0 12 16,-3 18 7-16,0 1 11 0,-4 9 7 0,1 2 5 16,-1 2 16-16,2 3-1 0,1 2 0 0,2-3-23 0,1-1-31 15,2 1-4-15,3 1-15 0,0-2-8 16,2-3-10-16,3-1-16 0,1-1-27 0,-1-1-49 16,0-10-54-16,1-3-95 0,-6-5-210 0,1-4-633 0,0-3 279 0</inkml:trace>
  <inkml:trace contextRef="#ctx0" brushRef="#br1" timeOffset="53950.66">15902 5886 95 0,'3'-4'346'0,"-1"-3"-16"0,0 3-26 0,0 0-28 0,-1 1-24 16,2 0-32-16,0 1-22 0,-3 2-20 0,10 0-22 16,-3 2-15-16,4 2-9 0,1 2-18 0,2 2-15 15,2 1-10-15,-3 3-1 0,-2 0-9 0,0 3-7 16,0 0-5-16,-5-1-6 0,3 3-2 0,-5 0-4 15,-3 0-6-15,-1 9-2 0,-1-6-5 0,-3-2-4 16,-1 2 2-16,-4-3-3 16,0-3-1-16,4-4-1 0,-4 1-9 0,4-1 8 15,-1-2-1-15,-1-3 11 0,4 0 9 0,0-1 15 16,0-1 29-16,3 1 36 0,-4-2 43 0,4-2 35 16,-5 4 29-16,5-4-11 0,0 0-26 0,-4-10-23 15,6 3-19-15,-1-3-19 0,4-1-15 16,3-6-21-16,3-6-15 0,4-5-14 0,1 5-11 0,-1 0-11 15,2 1-2-15,-7 5-9 0,4 1-5 0,-1 3-2 0,-4 5-7 0,-4-3-4 16,1 6 1-16,-2-1-6 0,-1 0-11 16,-1 1-19-16,2 4-28 0,-4 1-36 0,5-2-30 0,-5 2 9 15,0 0 8-15,0 12 3 0,-1-2 9 0,-3 5 5 16,2-1 13-16,0 4 8 0,2 6 1 0,0-3 10 16,7 8-2-16,0 0 11 0,6-2 6 0,6-2-10 15,8 1-5 1,14 0-36-16,15-5-68 0,31 5-101 0,5-10-141 15,1-13-411-15,2-3-860 0,1-6 381 0</inkml:trace>
  <inkml:trace contextRef="#ctx0" brushRef="#br1" timeOffset="56126.55">8355 8953 126 0,'-4'-2'190'0,"-1"-2"-13"0,-1 4-14 0,-2-3-14 0,2 2-15 16,-1-2-13-16,1 2-10 0,0-2-9 0,-4 3-7 16,1-1-11-16,-2 1-10 0,0 1-6 0,-2 2-6 0,3 0-7 15,-8 2-4-15,0 0-2 0,1 1-12 0,0 2-2 16,-8 8-3-16,3-1-6 0,1 2-1 0,-3 1-7 0,1 3 5 16,2-2-4-16,2 3-1 0,1 0 0 15,0 4 8-15,2-2 4 0,1 1 6 0,6-1 0 16,-1 1-5-16,5-6 7 0,0-2 0 0,2 2 0 15,2-4-5-15,1 4 2 16,1-5 0-16,3-1-5 0,0-4 5 0,4-1 1 16,1 1 1-16,1-3 3 0,2-2-1 0,5-4 1 15,1-2 1-15,0-1-4 0,3-4 0 0,-3-2 4 16,1-2 6-16,2-5 8 0,-5 5 7 0,4-8 9 0,-1 2 6 0,-6 1-4 0,-4-4 7 16,5 3 5-16,-4-5 5 0,-2 4 4 15,1 2 20-15,-4 0-7 0,0 1-2 16,2 3 18-16,-5 0-2 0,1 2 6 0,-2 2 5 15,3 2-12-15,-3 0-8 0,-1 0-10 16,0 2-13-16,1 0-10 0,-1 4-3 0,3-7-9 0,-2 6-10 0,-1 1-14 0,0 0-17 16,0-4-11-16,0 4-19 0,0 0 0 15,0 0-10-15,0 10 11 0,0-3-9 16,-4 3-2-16,3 2 6 0,0 5 0 0,-4 0 0 16,2 2 1-16,1 6 6 0,-1-1-4 15,2 2-3-15,-2-6 8 0,6-1-5 0,-3-3 2 0,0 2-1 0,1-4 0 16,-1-4 0-16,4 2-3 0,-3-4 6 15,3-1 0-15,1 1 5 0,0-3-2 0,4-1 7 16,10-4 0-16,-1-3-2 0,13-4-27 0,5-4-51 0,1-3-59 0,0 0-54 16,9-5-78-16,4-4-95 0,-5-1-324 0,-10 6-737 15,-2-2 326-15</inkml:trace>
  <inkml:trace contextRef="#ctx0" brushRef="#br1" timeOffset="56688.04">8842 9175 262 0,'0'0'320'0,"0"0"-32"0,0 0-33 0,0-3-29 0,0 3-25 0,0 0-20 0,0 0-25 16,0 0-18-16,0 0-13 15,0 0-14-15,-5 14-23 0,1-6-7 0,0 4-8 16,0 0-9-16,1 2-6 0,-4 3-5 0,4 2-3 0,-3-2-4 0,4 1-9 16,-3 1-2-16,1-2-6 0,1-5-3 15,1 2-3-15,-1-2 0 0,2-1 2 0,1-5-4 16,-1 1-1-16,-1-1 1 0,2-2 3 16,-1 1 11-16,1-1 13 0,-1 0 26 0,1-4 25 15,0 0 40-15,0 0 7 0,0 0-13 0,0 0-16 0,0 0-9 16,14-18-8-16,-8 9-1 0,-2 0-20 0,5-6-6 15,-3 6-9-15,2-4-7 0,-2 1-9 16,2 4 1-16,-4-1-8 0,2 3-1 0,-2 0-15 0,0 0-2 0,-3 4-6 0,3-1-10 16,0 1-6-16,0 0-5 0,-4 2 4 15,0 0-7-15,15 8-9 0,-10-4-7 0,3 3 3 16,2 1-8-16,-1 3-6 16,3 2-11-16,2-1-20 0,-2 1-25 0,1 1-27 0,0-2-25 0,1 2-31 15,-1-2-41-15,3-2-52 0,1 0-307 0,-2-4-621 16,3-2 274-16</inkml:trace>
  <inkml:trace contextRef="#ctx0" brushRef="#br1" timeOffset="56914.18">9813 9154 335 0,'0'0'413'0,"0"0"-51"0,0 0-37 16,0 0-34-16,0 0-31 0,0 0-16 15,0 0-32-15,0 0-34 0,0 0-36 0,0 0-28 16,0 0-34-16,0 0-34 0,0 0-36 16,19-9-46-16,-6 6-66 0,1-2-73 15,2 0-78-15,-4 1-155 0,1 0-442 0,-4 0 196 0</inkml:trace>
  <inkml:trace contextRef="#ctx0" brushRef="#br1" timeOffset="57075.71">9841 9244 143 0,'-7'9'268'0,"-1"-2"-15"0,0-1-13 15,3 1-10-15,0-2-3 0,0-2-6 0,4-1-2 16,-2 1-1-16,1-1-2 0,2-2-13 0,-4 2-8 16,4-2-10-16,0 0-9 0,0 0-28 15,0 0-21-15,16 0-37 0,-3-5-31 0,5-4-61 0,10 1-64 16,0-1-79-16,8-6-98 0,0 6-251 0,2-8-535 15,-3 2 236-15</inkml:trace>
  <inkml:trace contextRef="#ctx0" brushRef="#br1" timeOffset="57527.75">11533 8533 162 0,'1'-17'308'0,"3"0"-4"16,-2 0-17-16,0 0-8 0,0 5 1 0,-2 0-8 15,2 2-4-15,-2 1-15 0,0 2-18 0,0 2-29 0,1 0-34 0,1 1-10 16,-2 4-33-16,2-5-33 0,-2 5-36 15,0 0-8-15,0 0-5 0,0 14-7 16,-2 0-6-16,-1 9-3 0,-1 4-3 0,2 5-1 0,-2 0-14 0,-1 4-35 0,-1-1-27 16,-1 1-33-16,3 9-25 0,-1-10-31 15,0-2-41-15,2-4-50 0,-2-1-262 16,1-8-529-16,-1-5 234 0</inkml:trace>
  <inkml:trace contextRef="#ctx0" brushRef="#br1" timeOffset="57852.35">11193 8992 152 0,'-10'1'278'0,"1"1"-24"0,3 1-23 15,-1-2-20-15,3 0-23 0,4-1-7 16,-7 2-12-16,3-1-16 0,4-1-11 0,0 0-7 15,0 0-19-15,23-4-11 0,8-1-9 16,5-1-7-16,21-1-12 0,7-6-7 0,2 6-9 16,36-7-6-16,-8-1-4 0,-1 3-5 0,2 1 5 0,-5-2 10 15,-24 6 0-15,28-5 10 0,-34 6-2 16,-5-1-5-16,-15 3-7 0,-4 1 5 0,-3 0-11 16,-13 1-7-16,-2 0-3 0,-5 1-3 15,-2 0-5-15,-3-1-1 0,-3 2 7 0,0-1-2 0,-5 1-7 0,12 0-9 0,-12 0-6 16,0 0-12-16,0 0-23 0,0 0-26 15,0 0-38-15,-40 5-50 0,23 0-70 0,-2-3-74 16,0 1-218-16,3-3-537 0,2 0 238 0</inkml:trace>
  <inkml:trace contextRef="#ctx0" brushRef="#br1" timeOffset="58385.52">11891 9231 54 0,'5'-1'357'0,"-5"1"-39"0,0 0-37 0,0 0-31 16,0 0-32-16,0 0-28 16,0 0-13-16,-4 10-23 0,4-3-11 0,-9 5-17 15,0-1-14-15,-1 6 0 0,1 0-19 0,-7 5-9 16,-1 3-5-16,0 0-9 0,-2-2-4 0,1 4-22 15,2-1-2-15,-1-6 0 0,6-3-5 0,2-2-7 0,1-4-2 0,-1-4 3 0,5-1 12 0,0-2 13 16,2 2 26-16,-1-1 45 0,2-4 39 16,1-1 11-16,0 0-19 0,0 0-16 15,-3-13-15-15,11 0-8 0,-7-2-14 0,2 3 0 16,5-7-16-16,-1 1-7 0,1 1-6 0,0 1-7 16,-2 1-3-16,-1 3-2 0,3 3-9 0,-3 1-9 15,-3 2 2-15,1 3-13 0,1-2-10 0,-2 0-2 16,3 3-12-16,-5 2-5 0,9 0-8 0,-3 4-4 15,0 1-7-15,3 1-6 0,0 4-5 0,2 3 1 16,2 0 0-16,-1 3-17 16,-1-1-19-16,3 1-37 0,-1 1-30 0,-3-2-31 15,4 0-29-15,-2-1-40 0,-2-1-51 0,-2-4-51 16,-6-3-279-16,5-2-655 0,-3 0 290 0</inkml:trace>
  <inkml:trace contextRef="#ctx0" brushRef="#br1" timeOffset="58654.32">11649 9343 275 0,'-6'-2'364'15,"-1"0"-18"-15,1 1-19 0,1-1-24 0,5 2-9 16,-8-3-17-16,8 3-17 0,-5-2-19 0,5 2-20 16,0 0-25-16,11-9-18 0,0 4-20 0,16-4-23 15,5-1-11-15,9 2-22 0,9-8-1 0,5 6-8 0,-1-3-8 0,4-3-13 16,-4 4-2-16,-1 3-13 0,-12 1-6 0,-5 6-3 15,-3-1-7-15,-6 0-10 0,-9-1 5 0,-3 2-11 16,-3 1-12-16,-2-1-10 0,-2 2-8 0,-2 0-13 16,-6 0-11-16,9-3-9 0,-6 3-13 0,-3 0 13 15,0 0-25-15,0 0-27 0,0 0-43 0,-16 5-58 16,7-4-66-16,-2 1-346 16,3-2-653-16,3-3 290 0</inkml:trace>
  <inkml:trace contextRef="#ctx0" brushRef="#br1" timeOffset="59396.03">13548 8270 90 0,'-1'-6'227'0,"0"2"-26"0,-2 1-6 0,1-3-13 0,0 2-8 15,2 4-14-15,-2-4-23 0,2 4-8 0,0-5-14 16,0 5-15 0,-3-3-13-16,3 3-9 0,0 0-12 0,0 0-6 15,-4 16-7-15,0-5-6 0,-2 7-5 0,0 9-9 16,-2 8-3-16,-8 18 0 0,3 1-3 0,-9 30-4 0,8-4-2 15,-4 2-1-15,4-2-5 0,5-22 2 0,0 28 6 16,0-2 6-16,3-2 1 0,0-23 9 16,0 23-2-16,5-23 2 0,-3 21-3 0,0-21-4 15,-1-1-2-15,0-3-4 0,-4-2-3 0,2-2 2 0,-2 0-2 0,-3-7-1 16,1-11-4-16,-2-1-1 0,-1-3 0 0,-3 2 13 16,3-3 20-16,-4-2-2 0,-1-2 8 0,1-1 0 15,-2-5 15-15,-2-4 2 0,-2 2 12 0,0-5 0 16,3-4 11-16,-6 1-7 0,8-4 5 15,-4-1-2-15,5-3-6 0,-1 0-12 0,2 1-1 16,-2-1-7-16,8 0-10 0,-3-1-3 16,3 1-3-16,0-3-5 0,5 3-18 15,6 0-35-15,-12-1-24 0,8 1-42 0,4 0-44 0,0 0-48 0,-10-1-35 0,10 1-22 0,-1 5-31 16,1-5-280-16,0 0-579 0,8 6 256 16</inkml:trace>
  <inkml:trace contextRef="#ctx0" brushRef="#br1" timeOffset="59764.35">13226 10389 189 0,'-5'6'286'0,"-4"3"-25"0,3 5-18 0,-7 1-15 16,3 2-19-16,-2 0-21 0,-2 5-13 16,4 1-14-16,2-4-15 0,3-4-14 0,-2 4-7 15,4 1-5-15,2-3-3 0,5-1-3 16,3 0-6-16,1 0-1 0,6-6-6 0,5-1-9 16,9 0 0-16,7-8-23 0,-1-3 1 0,1-1-11 15,4-3-4-15,-3-5-8 0,-4-2-2 16,-4 0-11-16,-5-4 5 0,-6 5-4 0,-3-5 0 0,-4 0-1 0,-6-1 6 0,-3 0-1 0,-3 1 5 15,-6 0-6-15,-7-5 1 0,-6 6-8 16,-2 2 2-16,-1 1-8 0,-5 3-3 16,-1 2-3-16,-2 3 3 0,0 2-8 0,6 0-28 15,-5 2-26-15,0 1-41 0,3 5-46 0,10-5-59 16,4-1-77-16,1-2-300 0,2-2-607 16,7-1 268-16</inkml:trace>
  <inkml:trace contextRef="#ctx0" brushRef="#br1" timeOffset="60803.57">13844 7783 22 0,'-2'-5'284'0,"1"2"-26"16,1 3-12-16,-3-7-17 0,2 5-14 0,1 2-17 15,0-5-19-15,0 5-23 0,1-5-15 16,3 1-17-16,1 1-11 0,3 0-12 0,5 1-14 15,-3 0-10-15,4 0-6 0,4 1-6 16,0 1-9-16,-5 1-4 0,4 1-7 0,-4 1-6 0,0 1-4 0,0 1-6 0,-3 2-8 0,0 0-3 16,1 6-4-16,-4 1-3 0,-3 3-3 0,-4 0 1 15,0 3-4-15,-9 8 0 0,-2-1 1 16,-3-2 2-16,-4 0 4 0,-3-1-6 0,2 0-1 16,1-3-2-16,-1-3 3 0,5-3-3 15,-1-1 2-15,4-5-2 0,5 0-1 0,-3-1-1 16,4-2 0-16,1-1 1 0,0 0 0 0,-1-2-1 15,2 1 8-15,2-1 12 0,2 1 10 16,3-1 8-16,4-3 4 0,7 1 0 0,5-2-1 16,0 0-6-16,11-2 1 0,-2 0-8 0,0-1-2 15,-2 0-1-15,1 0 0 0,-6 1-7 0,5-2-5 16,-8 1-18-16,0 1-17 0,-1 0-24 0,-5 1-26 0,-2-2-31 0,-2 2-38 0,2 1-27 16,-5-1-61-16,-5-1-213 0,1 0-477 15,-2-1 211-15</inkml:trace>
  <inkml:trace contextRef="#ctx0" brushRef="#br1" timeOffset="61183.85">14603 7773 265 0,'3'-4'362'0,"1"3"-44"0,-4 1-33 15,5-1-32-15,-5 1-30 0,0 0-23 0,9 0-21 16,-9 0-25-16,0 0-17 0,0 0-15 16,-1 11-9-16,-3-4-10 0,-1 4-15 0,0 0-9 15,-3 3 4-15,1 4-17 0,-6-1-3 16,3 0-11-16,-2 0-2 0,1-1-4 0,2-3-4 16,2-3-3-16,2-3-4 0,0 2-5 0,1-5-1 15,3 0 20-15,-3 1 19 0,4-2 28 16,0-3 36-16,-4 4 23 0,4-4 20 0,0 0-15 15,0 0-15-15,0 0-15 0,9-16-14 0,0 7-16 0,0 0-6 0,-1-1-14 0,1 2-7 16,2-1-8-16,-2 2-11 0,2-1-8 0,-1 1-5 16,-1 2-8-16,-2 0-20 0,5 3-15 15,-2 0-2-15,0 2-20 0,3 2-9 0,0 1-4 16,3 2-14-16,-2 2-20 0,3 3-10 0,-3-1-27 16,-1 2-37-16,0 2-32 0,-2-3-47 15,2 2-54-15,-3 0-79 0,-2-5-252 0,-1-2-658 16,-1-2 291-16</inkml:trace>
  <inkml:trace contextRef="#ctx0" brushRef="#br1" timeOffset="61474.68">14541 7810 74 0,'-19'1'276'0,"6"0"-16"0,0-2-10 15,2 3-4-15,3-1-10 0,1-1-4 0,7 0-7 16,-8 1-11-16,8-1-13 0,-8 0-14 0,8 0-7 0,0 0-21 16,0 0-12-16,18-5-13 0,0-2-13 0,18 1-11 15,1-1-15-15,13-4-7 0,2 0-12 0,3 1-12 16,-4-2-1-16,0 3-8 0,-11 0-5 16,11-4-2-16,-13 6-13 0,-2 1-1 0,-3-6 0 15,-3 8-9-15,-11-2 10 0,-4 3-9 0,-4 3-12 0,-1-5-13 16,-3 4-9-16,1 0-34 0,-3 1-37 0,-5 0-31 0,0 0-62 15,0 0-79-15,0 0-305 0,0 0-602 0,-30-3 266 16</inkml:trace>
  <inkml:trace contextRef="#ctx0" brushRef="#br1" timeOffset="63647.34">14571 8720 157 0,'1'-5'162'0,"-1"0"7"0,1 0 1 0,-1-2-2 16,3 1 8-16,-2-1 3 0,-1 0-1 0,3-3 0 0,-2 3-6 0,0-2-2 16,1 4 5-16,-2-7-10 0,1 5-3 0,1 1-7 15,-2-1-4-15,1 2-11 0,-1-2-17 16,0 3 1-16,0 1-5 0,2-1-17 0,-2 4-15 0,0-6-9 16,0 6-11-16,1-5-9 0,-1 5-19 0,0 0-31 15,0 0-30-15,0 0-2 0,0 0 1 0,-9 22 0 16,1 5 2-16,-2 4 4 0,-9 16-2 0,0 5 7 0,-3 3-4 15,3-1 4-15,-3 4 1 0,4 0 0 0,3-2 3 0,0 0 5 16,6-1 2-16,-1-3-1 0,3-5 2 0,2-13-3 16,0-2 0-16,1-2 5 0,-2-5-5 15,5-5 1-15,1-5 2 0,-2-3 0 0,1-3 3 16,0-1 3-16,-1-1 2 0,2 0 17 0,-1-4 29 0,1 1 34 16,0-4-2-1,-5 1-13-15,5-1-3 0,-14-5-3 0,6 0-16 16,-1-3 0-16,-6-1-5 0,1-3-12 0,-4-1 1 15,3-1 0-15,-2 0-3 0,2 1-6 0,-1 2-1 0,2-1-4 16,0 3-9-16,5 1 5 0,-1 2-6 16,-1 1-1-16,0-1-8 0,5 2 0 0,1 2-7 15,-1-1-30-15,-1 3-29 0,1-1-24 0,6 1-22 16,-12 1-27-16,5 0-32 0,0 2-37 0,2-1-49 0,4 3-282 0,1-5-581 16,-7 2 257-16</inkml:trace>
  <inkml:trace contextRef="#ctx0" brushRef="#br1" timeOffset="64010.52">14162 9077 82 0,'0'0'268'0,"-8"-1"-20"0,8 1-10 16,-6-1-16-16,6 1-14 0,0 0-8 0,-6-2-6 16,6 2-19-16,0 0-17 0,0 0-7 0,0 0-20 0,0 0-15 15,0 0-10-15,21-4-13 0,-8 3-8 0,7-2-7 16,11-2-7-16,2 1-12 0,0 1-6 0,3-1-2 16,1-2-7-16,-5 2-3 0,-2 3-4 0,0-3-4 15,-12 1-6-15,-4 3 2 0,0-1-4 0,-1-2-3 16,-3 2-1-16,-5 1-4 15,4-1-3-15,-5 0-2 0,-4 1 0 16,9 0-5-16,-9 0-5 0,8 0-9 0,-8 0-5 16,0 0-8-16,0 0-17 0,0 0-14 0,0 0-23 15,0 0-21-15,-14 7-29 0,7-4-39 0,5-1-46 0,-2 0-214 16,4-2-459-16,-7 1 203 0</inkml:trace>
  <inkml:trace contextRef="#ctx0" brushRef="#br1" timeOffset="64481.18">14972 8906 279 0,'4'-2'258'0,"2"-1"-25"0,-1 1-29 0,4 2-17 16,1-2-21-16,3 2-18 0,-3 1-16 0,1 2-19 15,0 0-9-15,-1 2-10 0,2 4-13 0,-3-1-6 16,2 3-11-16,-4 4-1 0,0 1-12 0,-3 1-4 16,-4 1-3-16,-3 0-4 15,2 0-4-15,-5 2-4 0,0-1-2 0,-2-3-1 16,-4 8-3-16,2-7 0 0,0-2 0 0,2-5 0 16,1 2-1-16,2-4 0 0,-1-2 2 0,3 0 7 15,-3 0 1-15,4-1 15 0,-2 0 20 0,-1-2 32 16,4 0 27-16,1-3 40 0,0 0 13 0,0 0-18 15,0 0-17-15,5-11-18 0,2 0-14 0,2-5-10 16,5 2-14-16,2-8-12 0,3 0-8 0,0 1-14 0,0-1-8 0,4 0 1 16,-1 1-11-16,-3 1 3 0,-2 5-11 0,-4 1 2 15,-2 1 5-15,-1 7-10 0,-1-4 2 0,0 5-4 16,-3 0-6-16,-2 0-19 0,1 1 3 0,-2 4-20 16,0-4-20-16,-3 4-16 0,6 0-2 0,-6 0 2 15,3 6 1-15,-1 0 1 0,-1 0 4 0,3 3 4 16,-1 2 7-16,-3 2 3 15,2 2 9-15,1-4-5 0,1 2-32 0,-2 2-8 16,2-3-18-16,1 4-20 0,-1-3-30 0,4 2-22 16,-2-8-33-16,3 4-52 0,-4-6-298 0,5-1-587 15,-5-2 260-15</inkml:trace>
  <inkml:trace contextRef="#ctx0" brushRef="#br1" timeOffset="64734.81">15511 8799 301 0,'1'-2'314'0,"-1"2"-31"15,4-7-30-15,-4 7-27 0,0-4-25 0,0 4-25 16,0 0-19-16,0 0-18 0,23 11-16 0,-14-4-3 0,5 4-9 16,0 5-7-16,5 2-11 0,-2 2-4 0,-4-3-9 15,0 6-8-15,-1 0 1 0,-3 3-9 0,-4 1-8 16,-3-2-4-16,-4 4-6 0,-3-3-10 0,-5 1-17 0,-5 4-5 15,-3-1-18-15,0-3-18 0,-9-1-27 0,-1-1-37 16,-3-3-52-16,1-2-79 0,-5-5-231 16,2-1-485-16,-2-11 215 15</inkml:trace>
  <inkml:trace contextRef="#ctx0" brushRef="#br1" timeOffset="65183.12">15203 8547 217 0,'-1'-2'244'0,"-2"-3"-22"0,1 3-22 16,-6 0-19-16,8 2-20 0,-14 0-22 0,6 4-20 15,-10 4-10-15,3 4-17 0,-8 3-14 0,-4 7-16 16,2 1-3-16,-8 18-9 0,-2 2-7 0,2 1-2 16,2 5-9-16,0-2 0 0,5 1 0 0,3-1-4 15,4-1 13-15,8-12 12 0,5 1 1 0,3-2 5 0,6 0 3 0,2 0 8 16,3-7 1-16,6-1 2 0,0-3 6 0,5-1 5 15,5-4 3-15,-2-5 5 0,6 0-2 0,0-1 3 16,2-5 10-16,-1-1-8 0,0 0-2 0,-1-1-1 16,-9-4-3-16,-6 2 6 0,5-1-2 0,-5-1 2 15,-4 2-3-15,0-2-6 0,-4 0-10 0,0 0-4 16,-5 0-8-16,9 2-7 16,-4-2-10-16,-5 0-2 0,0 0-14 0,9 0-31 15,-9 0-37-15,5 1-35 0,-5-1-46 0,0 0-52 16,0 0-65-16,0 0-62 0,0 0-295 0,0 0-639 15,7 0 283-15</inkml:trace>
  <inkml:trace contextRef="#ctx0" brushRef="#br1" timeOffset="68353.2">16324 8840 144 0,'-2'-5'222'0,"2"5"-4"0,-2-3-8 16,2 3-8-16,0 0-11 16,-3-4-13-16,3 4-17 0,0 0-15 0,0 0-17 0,0 0-13 0,0 0-13 15,0 0-13-15,0 0-7 16,-3-3-10-16,3 3-10 0,0 0-7 0,0 0-6 0,0 0-8 0,0 0-3 16,0 0-6-16,0 0-5 15,0 0-4-15,0 0 2 0,0 0-1 0,0 0-4 0,0 0 0 16,0 0-1-16,17-1-2 0,-11-2-2 15,1 1 0-15,5-2-3 0,-2 3-3 0,0-5 1 0,2 0-3 0,-1 1 0 16,1-2 7-16,-1-1-8 16,-2 4 0-16,3-4-3 0,-2 1 3 0,-4 0 0 0,2 0 10 0,-2 0 2 15,-1 3 1-15,-1-2 2 16,0 1 9-16,-1 2 3 0,-1 0 1 0,-2-1 2 0,3 1-2 0,-3 3-7 16,1-4-1-16,-1 4-6 15,0 0-11-15,0 0-3 0,-14 1-2 0,5 2-4 0,-9 5 5 16,4 0-7-16,-6 1 3 0,-5 5-1 0,1 1-3 15,-1 3 1-15,-1 2 1 0,-1 0-2 0,4 0 1 0,0 3 1 16,6-1 0-16,-3 0-2 0,2 0 0 16,3 4 0-16,4-2 4 0,1-1-9 0,4 1-4 0,3-5-2 15,3 1 0-15,4-2 1 16,7 7 0-16,4-4-6 0,6-3 5 0,5 0 3 0,10-3-3 16,13-3 4-16,7-1-4 0,5-5 4 0,2-6-10 0,1-1-7 15,1-4-11-15,1-1-4 0,-1-5-2 0,23-2 3 16,-30 3-5-16,-7-1 4 0,-11 2-3 0,-6-2 1 15,-1 1 2-15,-2-2 4 0,-4 3 0 16,-12 1 19-16,3 1 21 0,-9 0 21 0,0-1 8 0,-1 0 18 16,-3 4 9-16,-4-2-5 0,-1 1-1 0,0-1-7 15,-3 0-4-15,0 3-6 0,-5 0-3 16,-1-2-8-16,-1 3-2 0,-4 2-2 0,-3-2-4 0,-2 5-3 16,0 3-1-16,-3 0-1 0,3 1-4 15,-5 4-2-15,4-2 2 0,3 3-2 0,1 0-1 0,2-2-14 16,5 3-10-16,-2 2-7 0,6-3-1 15,2-2-4-15,3 1 0 0,0-1 5 0,7-1 4 0,5 1 2 16,4 0 5-16,3-7 0 0,1-1 3 0,8 1 2 0,2-5 0 16,-2-1 2-16,0-5-1 15,0 1 1-15,0-3 2 0,-7 3 4 16,-2 0 1-16,-3-2 13 0,-2 1 4 0,-3 1 14 0,-2-1 10 0,-2 1 1 16,2-5 1-16,-6 5-2 0,1-3 1 15,-4 1-9-15,0 0-1 0,-3 1-6 0,-1 0-10 0,-2 2-4 16,-2 0-5-16,-2-1-13 0,0 3-4 0,-3 1-13 15,-4 2-13-15,-1 2-12 0,1-1-14 16,-1 3-18-16,1-1-25 0,3 2-32 0,0 2-30 0,5-2-53 16,-3 1-164-16,5-3-415 0,3 2 184 0</inkml:trace>
  <inkml:trace contextRef="#ctx0" brushRef="#br1" timeOffset="68788.5">17608 8909 146 0,'0'0'213'0,"-4"-3"-27"0,4 3-22 0,0 0-15 0,-11 0-14 16,11 0-16-16,-13 3-15 0,1 1-5 15,1-2-14-15,-1 3-13 0,2 3-2 0,-6 0-10 0,1 3-4 16,0-2-7-16,2 1-6 0,3 0-5 0,-4 0-6 0,4 3-3 16,1-4 2-16,3 0-7 0,0-1-1 15,1 3-4-15,3-5-5 0,0 5 3 0,2-1-4 16,0-4 3-16,7 5-6 0,-1-4 2 16,5 0 1-16,3 5 1 0,0-3-3 0,3-1-4 0,3 0-4 15,-4-2 7-15,2 0-2 0,-1 0-3 16,-1 0 4-16,-3 1 2 0,0 0-9 0,-3-2-12 0,-1 1-2 15,-5-2-15-15,4 1 3 0,-5 0 3 16,0 2 10-16,-4-2 4 0,-3 2 1 0,-5 0 1 0,-1 0 3 16,-8 1-3-16,-3-1 0 0,-3 2-4 0,-4 0 9 15,-1-4-1-15,1 1 1 0,-2 1-4 0,1-2-14 0,-2-1-25 16,3-1-41-16,0-1-29 0,7-2-49 0,-3-2-97 16,6-1-280-16,5 1 123 15</inkml:trace>
  <inkml:trace contextRef="#ctx0" brushRef="#br1" timeOffset="69291.69">17921 8913 11 0,'0'-7'314'0,"0"7"-29"0,0 0-23 0,0 0-30 15,0 0-22-15,0-5-24 0,0 5-19 0,0 0-20 0,0 0-16 16,0 0-18-16,0 0-14 0,0 0-12 16,0 0-3-16,0 0-13 0,0 19-10 0,-4-7-5 0,3 0-5 15,0 5-6-15,-3 0-5 16,1-1 1-16,-1 3-8 0,1-1-3 0,-4-1-5 15,5 0 1-15,-2 0-5 0,1 2-1 0,1-1-2 0,-1-5-3 0,2-2-1 16,-2-2 4-16,2-1-6 16,0-1 1-16,1-2 2 0,0 0 5 0,-2 1 5 0,1-3 26 15,1-3 20-15,-1 3 18 0,1-3 34 0,0 0 21 0,0 0 17 0,0 4-1 16,0-4-13-16,0 0-15 16,6-7-19-16,-1-2-6 0,2 1-13 0,3-7-13 0,-2 6-2 15,2-4-9-15,0 0-15 0,-1 4-3 16,0 0-2-16,-4 2-13 0,4-1 3 0,-6 4-6 0,0-1-13 15,0 1 0-15,1 0-4 0,-3 0-9 16,-1 4-26-16,5-2-9 0,-5 2-11 0,8 0-9 0,-8 0-3 16,14 5 1-16,-9-2-11 0,4 4-3 0,1 0-9 15,-1 0-14-15,0 0-13 0,4 8-21 0,-1-1-23 16,0-4-30-16,-2 5-21 0,-1-6-38 16,-1 0-39-16,0 1-265 0,-4-2-580 0,-1-3 257 0</inkml:trace>
  <inkml:trace contextRef="#ctx0" brushRef="#br1" timeOffset="69767.69">18262 8975 111 0,'5'-6'287'0,"2"2"-29"0,0-4-28 0,4 2-25 0,-1 2-20 0,0 0-20 16,0 0-18-16,2 1-17 15,-1 2-13-15,3 1-15 0,-3 1-9 0,3 3-9 0,-3 3-10 0,2-2-10 16,-3 4-8-16,3 3-3 16,-2 1-10-16,-3 1 0 0,-3 0-8 0,2 2-8 0,-3 2-5 15,-4-2 2-15,-2 1-3 0,0-1 0 16,-5 2-5-16,1 0 3 0,-3-1 1 0,-3-2-4 0,2 0-1 16,0-3 5-16,-2 0-4 0,3-3-2 0,-1-2 3 0,1-1-5 15,4 0 14-15,0-2 2 0,1 0 11 16,-1 0 20-16,1-1 19 0,2-1 29 0,-1 0 28 0,3-2-1 15,0 0-5-15,0 0-20 16,-4-12-12-16,6 3-20 0,4-7-24 0,2-1 7 0,-2 0-9 0,6-6-8 16,4 1-10-16,-7 3 2 15,1 2-8-15,3 0-4 0,-4 3-4 0,0-1 13 0,1 1-13 16,-2 4-3-16,-3 2-1 0,3-1-1 0,-2 2-4 0,-2 1-2 0,-2 2-2 16,2 2-6-16,-1-3-1 15,-2 3-16-15,-1 2-21 0,0 0-23 0,0 0-1 0,0 0 9 16,0 0 0-16,-1 14 15 0,0-6-9 15,-2 3 5-15,0 2 2 0,1 6 15 16,-2-2-7-16,-1 2 7 0,4 3-1 0,0 2 13 0,1-5-1 16,2-2-11-16,4 0-15 0,-1 0-15 0,6-2-22 0,0-2-33 15,6-2-39-15,10-1-44 16,5-3-68-16,2-5-198 0,3 1-495 0,3-8 219 0</inkml:trace>
  <inkml:trace contextRef="#ctx0" brushRef="#br1" timeOffset="70288.12">19513 8988 107 0,'-14'-3'219'0,"1"-1"-19"0,-2-1-21 0,-3 0-17 0,-2 4-13 16,3 0-8-16,-3 1-15 0,1 0-7 0,-1 1-15 0,-4 2-8 15,-3 5-6-15,0-4-14 0,1 4-6 0,0 1-4 16,5-3-6-16,1 2-6 0,0 0-6 16,3 2-4-16,-1-1-8 0,4 2-3 0,0-1-2 0,5-2-6 15,0 1 1-15,0-1-5 0,4 2-4 0,1 1 3 16,3-2 1-16,1 3 4 0,5-3 1 0,-1 0 9 16,6-3 0-16,6 5 1 0,-1-3 0 0,3-1-4 0,3-2-1 0,1 0-5 15,-1-4 0-15,-1-1 0 0,2-3 4 16,-2 2 14-16,-2-6 20 0,-4 2 21 0,-1 0 13 15,-3-4 15-15,3-4-12 0,-2-1 5 0,0-1 5 16,-1 1-4-16,-1-5 3 0,-4 1-3 0,1-5-11 16,2-4-9-16,-4 0-6 0,0-1-11 0,-2-4 1 15,2 1 0-15,-3 1 2 16,2-1-5-16,0 0 13 0,-5 4 12 0,1 6 14 16,1 4 14-16,1 2-2 0,3 5-9 0,-4-1-8 15,-1 3-14-15,1 3-17 0,0 0-26 0,-1 2-33 16,1-1-40-16,0 4-44 0,0 0-17 0,0 0 6 15,-4 12 13-15,4 0 5 0,-5 5 4 0,-1 8 11 16,0 4 3-16,1-1-2 0,-1 1 14 0,0-1-19 16,5 1 2-16,1-2 1 0,1 1-7 0,2-2-5 0,0-6-16 0,3 6-5 15,-4-9-20-15,4 0-20 0,-1 1-23 0,-1-4-20 16,-2-2-26-16,2-2-24 0,2-1-37 0,-1-2-250 16,2-2-545-16,-3-2 241 0</inkml:trace>
  <inkml:trace contextRef="#ctx0" brushRef="#br1" timeOffset="70720.11">19587 8888 56 0,'7'-7'272'0,"2"1"-26"16,-3 3-25-16,3-2-22 0,2 1-17 16,1 1-20-16,0 3-14 0,4 0-12 15,-3 2-15-15,6 0-10 0,0 5-13 0,-2 1-12 0,1 2-3 16,-4 2-8-16,1 1-7 0,-3 0-10 0,-3 4 0 15,-1 0-8-15,-2 0-3 0,-4 2-6 16,-2 0-2-16,-1-1-7 0,-6 1 2 16,0-1-5-16,-1 1 0 0,-1 0 1 0,0-5-2 0,-2 3-5 0,1-3 5 15,-1 1-1-15,4-8 1 0,-1 3 0 0,0-4 2 16,3-1 3-16,0 1 14 0,1-3 13 16,1-3 28-16,1 3 32 0,2-3 38 0,-4 4 22 0,4-4 18 0,0 0-10 15,0 0-22-15,0 0-25 0,6-19-18 16,0 8-14-16,4-5-19 0,3-6-20 15,5-3-14-15,1-1-18 0,3 1-11 0,-2-1-8 0,-1 0-4 0,0 1-1 16,-1 1 3-16,-4 3 2 0,-1 9 4 16,-8 0 7-16,0 2 13 0,3 3-4 15,-4-1 1-15,-3 3-5 0,1 2-17 0,0-1-19 0,3 0-29 0,-5 4-32 0,0 0-9 16,0 0 19 0,0 11-5-16,-7 0 12 0,1 4 5 0,1 10 0 0,1-5 2 0,3 4 13 15,2 5-6-15,4-3 5 0,7 4 0 16,7 0 3-16,17 7-6 0,7-3-29 15,7-9-58-15,6-2-81 0,40 4-142 0,-7-15-295 0,-23-9-687 0,23-10 305 16</inkml:trace>
  <inkml:trace contextRef="#ctx0" brushRef="#br1" timeOffset="72510.06">8137 12299 186 0,'0'0'227'15,"0"0"-15"-15,0 0-13 0,-3-3-10 0,3 3-15 0,0 0-7 0,0 0-13 16,0 0-6-16,0 0-8 0,0 0-8 0,0 0-5 16,0 0-4-16,1-7-10 0,-1 7-2 15,0 0-11-15,2-6-11 0,-1 3-11 16,4-2-11-16,0 0-5 0,4-5-6 0,0 2-7 0,-2-1 1 0,6-4-21 16,-1-2-4-16,3 1 0 0,2-5-2 15,5-3-2-15,-4 0-3 0,-3 0 1 16,7-1-1-16,-6-1-1 0,1-1-2 0,-2-1-1 0,0-3 7 0,-2 2-7 15,0-2 3-15,0 0 2 0,-4 0 0 16,2 1 4-16,-3 1 10 0,-3 0-10 0,-1 9 4 16,1-1 2-16,-1 2 4 0,-8 3-5 0,8 1 4 15,-4 2 3-15,1 0-1 0,-1 5 0 16,0-2-4-16,0 4-4 0,0-1-5 0,0 0-14 0,0 1-13 0,0 4-14 16,-1-5-21-16,1 5-12 0,0 0 3 0,0 0 3 15,-13 15 2-15,8 0 5 0,-4 3 1 16,-1 7 2-16,-2 5 6 0,5 0 1 15,0 4 4-15,1 0 1 0,3-2 4 0,2-2 0 0,2 1-6 0,2-3 1 16,0 0 0-16,7-4 3 0,-4-4-1 0,3-3 8 16,5-1 4-16,-1-2 3 0,1-3-1 15,0 0 10-15,-1-6 8 0,5 0 2 0,-2 1 5 0,-2-4 10 0,-1 0 3 16,1-6 19-16,-2 1 12 0,-1 0 15 16,-1 0 4-16,-1 0-1 0,0-3-2 15,-4 1-3-15,0-2-3 0,-1-1-8 0,0 2-6 0,-4-2-3 0,0 0-27 0,-1 0-7 16,-6-1 2-16,2 1-11 0,0 0-6 0,-5 1-5 15,0 0-12-15,-1 4-16 0,-2-1-9 0,0 3-8 32,-4 1-6-32,4 0-13 0,-6 2-11 0,8 1-15 0,-6 4-23 0,2 0-20 0,2-1-19 0,4 3-27 0,1-2-28 15,4-1-232-15,2-2-477 0,1 0 211 0</inkml:trace>
  <inkml:trace contextRef="#ctx0" brushRef="#br1" timeOffset="72964.47">9139 11914 43 0,'0'0'322'0,"0"0"-38"0,0 0-28 16,0 0-22-16,0 0-32 0,0 0-26 0,0 0-18 16,0 0-22-16,0 0-19 15,0 7-8-15,-3-3-12 0,3 4-10 0,-1 1-9 16,-2 1 0-16,3 0-16 0,-5 7-6 0,1-3-8 16,-1 3-3-16,0 0-2 0,1-1-8 0,-1-4 0 15,1 1-6-15,3-5-1 0,-2 1-4 0,2-2 1 16,0-2-5-16,-3 1 3 0,4-2 1 0,0-1 6 15,-1 1 13-15,1-4 20 0,0 5 35 0,0-5 13 16,0 0 4-16,0 0-9 0,0 0-13 0,0 0-5 0,7-15-11 0,-3 11-6 16,0-6-8-16,1 2-10 0,2-2-11 0,-2 2 6 15,1-1-4-15,2 2-6 0,-4 2-7 0,-1-1-3 16,0 3-8-16,2-1-8 0,-1-1-11 0,-2 2-28 16,3 3-4-16,-5 0-12 0,11 0 8 0,-5 3-23 15,4 2-3-15,1 1 2 0,2 4-6 0,-2-3-2 16,2 5-19-16,3 0-19 15,1-1-31-15,6 4-31 0,0 1-39 0,1-3-69 16,-6-6-180-16,2 0-493 0,0-2 219 16</inkml:trace>
  <inkml:trace contextRef="#ctx0" brushRef="#br1" timeOffset="73165">9889 12022 37 0,'0'0'399'0,"2"-3"-29"16,-2 3-40-16,-2-5-31 0,4 1-39 0,-2 4-28 0,1-6-37 15,3 2-37-15,4-3-42 0,2 2-40 0,-1 0-39 16,8-2-45-16,-2 2-47 0,4-1-56 0,-1 3-41 0,0-2-213 16,-9 1-393-16,4 2 175 0</inkml:trace>
  <inkml:trace contextRef="#ctx0" brushRef="#br1" timeOffset="73298.52">9964 12064 30 0,'-8'4'160'0,"3"2"-6"15,1-2-14-15,0 1-5 0,1-2-1 0,-1-1-3 16,1 1 1-16,3-3 8 0,3 6 9 0,-3-6-4 16,14 0-14-16,4 0-12 0,10-3-12 0,5 1-37 15,5-3-41-15,2 0-64 0,15-3-76 0,-5-1-183 16,5-2-318-16,-5 0 141 0</inkml:trace>
  <inkml:trace contextRef="#ctx0" brushRef="#br1" timeOffset="73728.75">11788 11505 237 0,'6'-16'279'0,"-2"-1"-8"0,-1 5 5 16,-1 0-13-16,0 4-13 0,0 3-29 0,-1-3-18 15,0 3-27-15,1 1-21 0,-2 1-25 0,0 3-40 16,1-5-34-16,-1 5-11 0,0 0-5 0,0 0-4 0,-1 21-3 0,-3-5-7 16,1 9-1-16,-3 3-3 0,-1 2 0 0,1 2-4 15,2 2-1-15,-1 2 3 0,-4-1 2 16,4 0-8-16,1-2-5 0,2-3-29 0,-1-1-16 0,-1 0-32 15,-1-2-19-15,4-8-23 0,-2-2-32 0,1-2-46 16,-2-2-197-16,0-4-415 0,3-2 184 16</inkml:trace>
  <inkml:trace contextRef="#ctx0" brushRef="#br1" timeOffset="74036.14">11312 12015 96 0,'-7'3'177'0,"0"-2"-6"15,2 2 0-15,0-3 0 0,0 0 0 0,5 0-7 16,-4 3-3-16,4-3-12 0,0 0-9 0,22 0-13 31,6-4-8-31,6-2-11 0,17-1-10 0,3 2-9 16,5-2-12-16,3-1-7 0,-2-1-4 0,6 0-7 15,-4-1-5-15,0 2-8 0,-5-1-5 0,1 1-1 0,-21 3-3 16,-2-1-1-16,-6 1-8 0,-8 2 3 16,-7 1-3-16,-1-1-5 0,-3 2-1 0,-2 0-5 0,-3 1-16 0,3-2 2 15,-8 2-10-15,0 0-4 16,0 0-20-16,0 0-20 0,-31 8-22 0,9-2-37 0,2-1-35 0,-1 4-31 16,-7-2-189-16,2-1-395 0,5 0 175 0</inkml:trace>
  <inkml:trace contextRef="#ctx0" brushRef="#br1" timeOffset="74452.72">11868 12218 30 0,'0'0'336'0,"0"0"-38"0,0 0-31 0,5 1-34 16,-5-1-37-16,0 0-32 0,-2 6-16 0,-1-3-14 16,0 4-16-16,-2 1-13 0,0 2-14 0,-6 4-4 15,-2 1-8-15,-1 0-8 0,-3 8-6 0,5-8-6 0,-5 6-7 16,4-6-3-16,2 0-5 0,-1-3-5 0,2-2 0 16,5-2-4-16,-3 0-1 0,4-3-5 0,0-1 10 0,3 0 26 15,-4-2 29-15,5 2 40 0,0-4 43 0,0 0-24 16,0 0-14-16,-4-10-17 0,7 3-10 0,-2-4-13 15,4-1-10-15,3-3-8 0,-3 5-9 16,4-5-10-16,-4 3-9 0,4 2-13 0,-4 1 12 0,0 2-8 0,-1 4 1 16,-1-4-14-16,0 2-18 0,0 3 2 0,-3 2-4 15,8-3-14-15,-8 3-5 0,9 3-11 0,-4 1 6 16,1 1-7-16,3 0 8 0,-1 2-10 0,1 3-6 0,-2-1-7 16,7 2-10-16,-1 1-15 0,-5 2-24 15,2-2-28-15,-4-2-36 0,2 0-33 0,1-1-33 16,-4 1-47-16,0-3-59 15,-2-2-174-15,-2 0-534 0,-1-4 237 0</inkml:trace>
  <inkml:trace contextRef="#ctx0" brushRef="#br1" timeOffset="74615.58">11589 12269 92 0,'-5'-4'340'0,"3"1"-24"0,-3 0-25 0,5 3-30 16,-5-4-24-16,5 4-26 0,2-4-19 0,8 0-20 15,8-2-21-15,10-2-13 0,9 2-25 0,21-3-39 16,5 0-46-16,26-3-48 0,2 0-53 0,-2-1-60 16,-24 1-101-16,3 2-126 0,-4-6-389 0,-3 1 172 15</inkml:trace>
  <inkml:trace contextRef="#ctx0" brushRef="#br1" timeOffset="75186.11">13536 11368 90 0,'-2'-4'230'0,"2"-1"-13"0,2-1-18 16,-2 3-23-16,0 3-18 15,-2-4-21-15,2 4-15 0,0 0-15 0,0 0-12 0,0 0-16 16,-11 7-2-16,4 4-14 0,-2 4-4 16,0 2-8-16,-4 13-6 0,3 5-2 0,-6 13-6 15,3 5-4-15,0 0-3 0,-1 7-3 0,-5 20-4 16,11-26-9-16,-2 4-3 0,1-4 3 0,0-2-3 0,4 0-1 16,3 1 0-16,-1-2-3 0,3-1 5 0,-2-3-12 15,0-13 8-15,-2-1-2 0,3 1-6 0,1 0 3 0,-5-2 6 16,3-3 1-16,-1-1-9 0,-1-7 2 0,-1-3 1 15,0-1 0-15,0 0-1 0,-3-2 13 0,3-3 6 16,-3 0 6-16,1-3 6 0,-7 1-5 0,-1 0 3 16,-5-3 1-16,2 0-5 0,-10-3-2 0,-1 2-1 15,-1-1-2-15,9-4-2 0,-2-1-4 0,2 1-2 16,-2-1-1-16,0 0-4 16,3 3-3-16,-1-2-15 0,2 2-37 0,-3 2-21 15,3 0-42-15,3-2-43 0,3 2-223 0,1-1-404 16,6 0 179-16</inkml:trace>
  <inkml:trace contextRef="#ctx0" brushRef="#br1" timeOffset="75655.73">13215 12934 160 0,'0'0'277'0,"0"0"-33"0,0 0-25 0,0 0-27 0,0 0-18 16,0 0-18-16,-22 9-18 0,12-1-14 0,-2 4-15 16,2 2-12-16,-3-2-11 0,1 4-12 0,0 1-4 0,3-1-7 15,0 1-9-15,0 0-5 0,4 2-4 16,0-5-4-16,2-3 0 0,2 3-1 0,2-5-1 16,1 0 11-16,0-2 5 0,5-3 10 0,4 1 4 15,2-4-4-15,7 0-2 0,-2-3 0 0,4-1 6 0,5-6 10 0,-7 1 23 16,-3-3 1-16,1 3 14 0,-4-7 21 0,-1-2 7 15,-3 2-16-15,-4-2-10 0,0 2-15 0,-2-2-26 16,-4 0-18-16,0 0-21 0,-4 0-11 0,-2 0-26 16,-4 5-31-16,-2-3-29 0,-4 6-41 0,-2 0-29 15,-4 2-45-15,-7 3-62 0,-1-1-78 0,4 1-221 16,4 2-577-16,5-4 255 16</inkml:trace>
  <inkml:trace contextRef="#ctx0" brushRef="#br1" timeOffset="76965.32">13796 10897 55 0,'-1'-3'235'16,"1"3"-5"-16,0 0-16 0,0 0-16 0,0 0-19 15,-1-3-17-15,1 3-14 0,0 0-18 16,7-6-11-16,-5 3-11 0,-2 3-13 0,11-3-7 15,-6 3-14-15,4-1-9 0,0-3-4 0,1 4-10 0,-2 0-4 0,5 0-7 0,-3 0-7 16,-1 1 0-16,1 2-6 0,-1-2-10 0,1 2-11 16,1 4 5-16,-4-2-8 0,0 1-1 15,-2 5-5-15,1 0 2 0,-5 1-2 0,1 4-3 16,-5 2 3-16,-6 7-2 0,-2 0 2 0,-5 1 6 16,-3 1-4-16,-1-2 2 0,-2-2-2 15,0-2 2-15,-1 0-1 0,0-2 0 0,4-2 1 16,4-3-2-16,2-2 3 0,-1-1 4 15,5-2-5-15,3-2-2 0,-3-2 1 0,4 0 3 16,-1 0-5-16,4-2 3 0,-2 1 6 0,3-1 6 0,-2-1 9 0,3-2 17 0,9 5 0 16,-1-2 3-16,5-3 0 0,3 0-2 0,5 1-3 15,0-2-2-15,1 0 5 0,5-1-4 0,2 1 3 16,-2 0-2-16,-4 1-4 0,0-1-1 0,-1 1-1 16,-2-2-4-16,1 0-6 0,-8 0 2 15,-1 2-4-15,1-1-5 0,-4 1-12 0,0 0-14 16,-4-3-11-16,0 3-19 0,-5 0-18 15,8-2-50-15,-8 2-73 0,0-4-55 0,0 4-166 16,-8-6-438-16,3 4 195 0</inkml:trace>
  <inkml:trace contextRef="#ctx0" brushRef="#br1" timeOffset="77347.89">14396 10943 107 0,'3'-3'314'0,"-3"3"-29"15,4-2-34-15,-4 2-25 0,4-3-27 0,-4 3-27 16,0 0-19-16,0 0-19 0,0 0-14 16,0 0-9-16,3 8-15 0,-6-1-11 0,-2 0-7 0,1 5-8 0,-6 1-5 0,1 2-7 0,-6 7-5 15,2 0-5-15,-1-6-4 0,2 0-8 16,-2-1 5-16,4-1-10 0,-2-2-6 0,6-3 0 15,-1-1-1-15,4-3-1 0,-1 1-1 16,0-2 1-16,0 1 9 0,0-3 34 0,3 1 28 16,-4-1 27-16,3 1 33 0,2-3 21 0,0 0-8 15,0 0-23-15,0 0-5 0,11-15-24 16,-6 8-14-16,8-5-2 0,-3 3-23 0,-1 1-2 16,0-1-3-16,4 1-15 0,-3-1-5 0,-1 3-9 15,2 0-7-15,-2 1-5 0,-2 2-19 0,3 0-10 16,0 2-12-16,2 2-13 0,-1 2-10 0,0 0-13 0,0 3-1 0,0-1-25 0,1 2-17 15,-2 1-23-15,0 1-22 0,-1-1-39 0,3 4-44 16,-2-2-55-16,-1 0-317 0,-4-4-637 16,3-1 283-16</inkml:trace>
  <inkml:trace contextRef="#ctx0" brushRef="#br1" timeOffset="77662.23">14237 10975 224 0,'-8'-1'237'0,"3"-1"-17"0,-4 2-7 0,9 0-6 16,-10-3-6-16,6 3-3 0,4 0-2 15,0 0-12-15,-7-1-5 0,7 1-17 0,0 0-14 16,0 0-17-16,0 0-13 0,19-7-13 15,3 3-9-15,9-3-10 0,8 0-10 0,12-3-4 16,0 0-12-16,0-1-9 0,4 0 0 0,0 3-9 16,2-5-1-16,-2 7-6 0,-5-3-9 0,-11 2 2 15,-5 2-3-15,-5 0-2 0,-8 3-1 0,-3-1-2 16,-7 2-5-16,2-2-10 0,-8 3-12 0,3-3-22 0,-3 2-31 0,-5 1-22 16,0 0-43-16,0 0-48 0,0 0-64 0,-27 1-227 15,11 2-503-15,0-3 222 0</inkml:trace>
  <inkml:trace contextRef="#ctx0" brushRef="#br1" timeOffset="79336.78">15404 11147 129 0,'1'-11'155'0,"-1"1"-1"16,4 1-9-16,-3 2-2 0,-2 0-8 15,2 1-13-15,-1 2-8 0,0 0-12 0,0 4-20 0,0-6-8 16,0 6-24-16,0 0 0 0,0 0-11 0,-14 13-6 0,5-2-1 16,-6 12-12-16,-1 0 5 15,-1 4-8-15,-1 5 6 0,-3 9-12 0,-3 7 6 0,3-2-13 0,1 4 17 16,-3 1 10-16,5 4-2 16,3 0 8-16,2-6 3 0,3 1-3 0,1-4 1 0,1-12 1 15,6 1-5-15,-1-5-5 0,3 1-4 0,-5-6 1 0,3-6-1 16,2 0-2-16,-2-4-1 0,0-4-2 15,2-1 0-15,-2-4 0 0,2 0-1 16,0 0-2-16,0-2 5 0,-1 0 26 0,1-4 29 0,0 6 19 16,0-6 0-16,0 4-10 0,0-4-10 0,0 0-4 0,-13-3-11 15,4 0-4-15,2 1-8 0,-4-3-5 16,0 2-7-16,-1-1-1 0,0-1-4 0,-1 2-5 0,-1 1-8 16,0 0-6-16,-3 1-6 15,-2 1-9-15,2 0-12 0,-2 0-12 0,4 2-4 0,-2-2-18 0,-1 3-24 16,6 0-27-16,-4 1-36 0,5-4-41 0,0 4-63 0,3-4-152 15,1-1-423-15,7 1 188 16</inkml:trace>
  <inkml:trace contextRef="#ctx0" brushRef="#br1" timeOffset="79663.67">15028 11629 148 0,'0'0'246'0,"0"0"-23"0,-4-3-24 16,4 3-21-16,0 0-10 0,0 0-17 0,0 0-16 0,-2-2-14 15,2 2-11-15,0 0-11 0,18-1-8 16,-4-1-12-16,5 0-9 0,1-2-5 0,10 0-8 0,0-2-6 15,6 2-1-15,-4 0-11 0,-1-1-5 16,2-1-2-16,-5 4 4 0,-5-2-8 0,-4 3-7 0,-6-1 4 16,2 0-6-16,-6 0-9 0,-1 1-10 0,1 1-8 0,-3 0-11 15,-6 0-18-15,8-3 2 16,-8 3-9-16,0 0-12 0,0 0-15 0,-18 7-21 0,9-4-24 0,-1-1-8 16,1-1-24-16,-4 2-142 15,4-2-313-15,1-1 139 0</inkml:trace>
  <inkml:trace contextRef="#ctx0" brushRef="#br1" timeOffset="80143.5">15764 11446 25 0,'4'-2'211'0,"6"0"-22"0,-5 0-20 0,4 1-20 0,1 2-14 0,-1 1-10 16,3 2-15-16,-1 1-7 0,-3 1-18 15,1 5-5-15,4 0-6 0,-7 2-10 0,2 3-7 0,-3 2-6 16,-1-1-6-16,-2 3 0 0,-2 6-5 16,-2-7-7-16,-2 1-2 0,-4 5-3 0,-3 1 0 0,1-9 4 0,-3 5-1 15,0-6 0-15,0 1-1 0,0-4-1 16,-1-1 3-16,5-3-2 0,2-1-2 15,-1 0 2-15,3-4 2 0,1 1 16 0,0-1 18 0,0 0 28 16,2-2 25-16,2-2 24 0,-3 2 14 16,3-2-20-16,0 0-17 0,4-12-18 0,1 3-15 0,4-6-9 15,5 0-10-15,3-8-4 0,-1 2-10 0,4-1-11 0,0 1-4 16,1 1 0-16,-3-3-4 0,2 5-6 16,-1 0 8-16,-6 5-11 0,0 2-4 0,-4 3-4 0,0 0 2 15,-3 3-6-15,-1 0-3 0,0 0-10 16,0 2 6-16,-1 2-29 0,-4 1-10 0,5 0-1 0,-5 0-1 15,4 5-3-15,0-1 4 16,-3 3 1-16,-1 0 4 0,2 3 3 0,0 1 3 0,-2 2 1 16,2-1 2-16,1 3 5 0,-3 1-3 0,0-5-19 15,1 1-21-15,2 0-14 0,-1-3-27 0,1 2-27 16,2-2-26-16,-2-2-36 0,-1-2-77 0,6-1-153 16,-4-3-452-16,1-1 200 0</inkml:trace>
  <inkml:trace contextRef="#ctx0" brushRef="#br1" timeOffset="80367.67">16206 11410 46 0,'0'0'251'0,"0"0"-32"0,0 0-22 0,9 7-24 0,-5-2-8 15,0 2-18-15,2 3-14 0,2 4-9 0,-3 4-5 16,4 0-8-16,1 10-17 0,-2-2-9 15,-2 3-6-15,-2 0-9 0,-4 2-5 0,-1 4-9 0,-4-4-1 16,-4 2-22-16,-4-1-22 0,-1-2-17 0,-6-1-25 16,0 1-40-16,-7-5-51 0,-1-4-213 15,-6-1-360-15,2-5 159 0</inkml:trace>
  <inkml:trace contextRef="#ctx0" brushRef="#br1" timeOffset="80682.89">15699 11298 46 0,'-12'0'168'0,"0"3"-15"0,-1 1-7 15,-5 4-11-15,-5 5-24 0,1 5-1 16,-1 2-11-16,0 1-11 0,1 11-7 0,-2 8-2 16,1 5 4-16,4 0 0 0,4-2-7 0,2 2-9 0,4-9 4 0,7-2-17 15,2 4 4-15,6-5-10 0,4 3 11 16,8-2 4-16,6-8 4 0,13 9-6 16,8-7-3-16,4-5-2 0,6-5-14 0,3-5-45 15,1-2-70-15,5-6-120 0,0-5-123 16,-5-5-342-16,-6-2 151 0</inkml:trace>
  <inkml:trace contextRef="#ctx0" brushRef="#br1" timeOffset="82354.48">17173 11217 138 0,'0'0'171'0,"0"-5"-10"0,0 5-7 15,2-3-21-15,-2 3-15 0,0 0-9 16,0 0-15-16,-10-1-10 0,10 1-8 0,-16 6-8 0,6-3-8 16,-9 6-5-16,-7 0-9 0,2 6-14 15,-3-1 6-15,3 1-5 0,-3 1-1 16,3 0 3-16,-2-3-10 0,1 3-1 0,-1-2 1 0,3 1-3 0,0 1-10 16,5-1 8-16,4-5-3 0,0 2-3 15,3 0-2-15,3-3 2 0,-1 2 0 0,3 3-8 0,2-6 6 0,3 5-1 16,1-5-3-16,3 6 0 15,5-2 3-15,5 0-3 0,2 0 6 0,8 1-6 0,1-1 4 0,3 1-4 16,0-1 2-16,1-1-2 0,-1 3 1 0,-3-1 0 16,2-2-2-16,-1 3-1 0,-7-2-1 15,-2 1-1-15,0 0-3 0,-6-1-1 16,2 0 4-16,-3 0 3 0,-7-2-6 0,2 0 4 0,-4 1 12 0,-4 0 0 16,-1 0 6-16,-6 0-4 0,-5 3 9 0,-1-4-11 15,-8 4 0-15,1-4-4 0,-2-1 4 16,-3-1-7-16,-3-2-4 0,5 0 9 15,-1 0 2-15,9-5-4 0,0 2-2 0,0-3-2 0,6 1-1 0,2-2 1 16,1 2 6-16,3-1 16 0,-1-2-8 0,4-1-30 16,3-2-18-16,5 1-18 0,5-4-7 15,4-1-9-15,6 1 2 0,5-3-12 0,3-2 2 16,5 4-1-16,0-1 3 0,2-1 18 16,-1 3-1-16,1-3 5 0,0 1-2 0,-2-1 9 0,3 0 4 0,-6-1 8 15,0 1 9-15,0 4 10 16,-8 0 21-16,-1-1 13 0,-1 0 21 0,-3 4 22 15,-3-1 22-15,-4 4 18 0,-2-3 9 0,1 0 17 0,-4 2 6 0,4 1 3 16,-4 0-5-16,-4 1-13 0,6-3-8 16,-6 3-2-16,6 0-23 0,-6 0-11 0,0 0-9 0,7-2-14 15,-7 2-14-15,0 0-13 0,0 0-10 16,6 5 1-16,-6-5-7 0,0 6-2 0,3 0-3 0,-3 0-2 0,0 1-2 16,0 3 0-16,0 1-3 15,-3 1 5-15,3-1-5 0,0 0 0 0,0-1-4 16,-1 1-20-16,1-1-23 0,-1-2-21 0,1 2-11 15,-3-3-27-15,3-1-30 0,0 1-13 0,0-2-27 16,-1 0-22-16,-2-1-52 0,3-4-156 0,0 0-432 16,0 0 193-16</inkml:trace>
  <inkml:trace contextRef="#ctx0" brushRef="#br1" timeOffset="82502.98">17324 11517 222 0,'0'-3'258'15,"0"-4"-23"-15,0 3-25 0,0 4-22 16,0-6-23-16,0 2-13 0,0 4-22 0,0-4-29 16,0 4-29-16,0 0-18 0,0 0-21 0,9 0-19 0,-9 0-39 0,8 4-42 15,-3 0-37-15,0-1-169 0,0-1-296 0,-1 0 131 16</inkml:trace>
  <inkml:trace contextRef="#ctx0" brushRef="#br1" timeOffset="82864.56">17614 11626 215 0,'0'0'201'0,"2"6"-15"0,-2-3-24 15,0 2-21-15,0 1-7 0,-2-1-19 0,2 1-11 0,-1 1-11 0,0 0-8 16,0 3-7-16,-2 1-10 0,2-1-13 0,-2 0 1 15,2 0-5-15,0-3-7 0,-1 0-3 16,1 0-6-16,0-2 1 0,1 2-1 0,0-4-6 16,0 2 14-16,-3-3 23 0,3-2 31 0,3 6 21 0,-3-6 18 15,0 3-1-15,0-3-11 0,0 0-14 0,9-9-10 16,-4 5-9-16,3-3-12 0,0 0-11 16,1-1-6-16,0 1-4 0,3 0-7 15,-5 0-9-15,3 1-5 0,0-1-3 0,-1 4-7 0,2 1-2 0,-6-2-18 0,5 4-2 16,2-3-6-16,-3 6-5 0,1-2-9 15,3 2-6-15,-3 2-14 0,-1-2-18 16,3 3-22-16,-2-1-34 0,-1 2-35 16,-3-1-49-16,4 1-56 0,-2 0-181 0,-2-2-465 0,-2-2 205 0</inkml:trace>
  <inkml:trace contextRef="#ctx0" brushRef="#br1" timeOffset="83338.82">18044 11555 209 0,'0'0'285'0,"-1"-5"-33"16,1 5-24-16,0 0-28 0,0 0-20 0,1-7-22 0,-1 7-16 0,0 0-17 15,0 0-15-15,0 0-8 0,-1 15-12 16,1-4-12-16,-2 0-7 0,1 5-7 15,0 1-10-15,-3-1-2 0,1 1-7 16,-2 4-5-16,1-3-6 0,-1 7-3 0,0-8-3 16,3 4-1-16,-5-1-6 0,2-3-1 0,0 0-5 0,-2 1 7 0,4-5-10 0,-1-3 1 15,0-1-5-15,1-1 3 16,2 0 2-16,1-4 0 0,-4 1 0 16,4 0 30-16,0-2 25 0,0-3 29 0,-1 6 26 15,1-6 45-15,0 0 10 0,0 0 7 0,0 0-18 0,0 0-21 0,5-11-5 16,-1 3-30-16,4-6-9 0,2 2-16 0,-1-5-9 15,1 0-15-15,0-1-7 0,2 4-7 16,-2-1-9-16,0 3-2 0,-3 2-8 0,-2 3 0 16,0 1-4-16,-1 1-6 0,1 2-8 0,-3-1-30 0,2 0-30 15,-4 4-5-15,7 0-2 0,-7 0-1 16,7 8 1-16,-2-4-5 0,2 5 7 0,-2 0 0 16,1 1 4-16,-2 1-4 0,3 6-2 15,-1-3-17-15,0 0-13 0,-2 2-19 0,1-4-22 0,-1 0-27 0,-3 0-20 0,3-2-26 16,1-1-32-16,-5-1-68 0,1-4-158 15,-1 1-494-15,0-2 219 16</inkml:trace>
  <inkml:trace contextRef="#ctx0" brushRef="#br1" timeOffset="83818.28">18295 11615 26 0,'6'-4'242'0,"0"0"-27"0,2 2-19 16,2-2-20-16,0 1-21 0,2 6-14 0,0-3-17 0,1 0-11 0,2 4-13 0,2 0-9 15,-7 2-6-15,7 4-9 0,-6 1-8 16,-3-1-12-16,1 3-11 0,0 1 1 0,0 0-3 16,-5 4-5-16,-2-4-5 15,-2 3-3-15,0 0-4 0,-2-2-2 0,-3 2-5 0,-3-1 3 0,-1-1-2 0,3-1 0 16,-5-1 2-16,1-1 1 0,1-2-3 15,0 0-4-15,-1-1 0 0,1-4-1 0,4 2 2 16,-1-2-5-16,-1-2 5 0,4-1-2 16,-1 2 6-16,1-1 26 0,2-1 16 0,1-2 30 15,0 0 22-15,-5 3 29 0,5-3 0 0,0 0-9 0,0 0-27 16,3-14-17-16,1 4-6 0,4-4-12 16,0-3-12-16,3 0-10 0,2-9-14 0,5 2 0 15,-4-4-15-15,5 3-8 0,-1 1-2 0,-3 1 3 0,-1-1-4 0,-3 9-1 0,-1 0 9 16,-3 8 2-16,0-3 1 0,-2 4-6 15,-3 2-4-15,2-3-7 0,0 4-18 16,-2-1-18-16,-1 1-12 0,-1 3-1 16,0 0 6-16,-3 13 2 0,-1-3 1 0,-1 1 6 0,0 4-1 0,-3 2 3 0,0 0 8 15,2 2-2-15,1 0 4 0,1 1-1 16,2-1 2-16,-1-1 0 0,2 0 2 16,2 0 3-16,2 0 8 0,3-2 0 15,3-2 1-15,5-2-7 0,8 5-28 16,6-5-30-16,0-3-34 0,4-1-52 0,5-5-69 0,-2-2-250 0,3 0-512 0,-1-2 227 15</inkml:trace>
  <inkml:trace contextRef="#ctx0" brushRef="#br1" timeOffset="84306.07">19561 11679 158 0,'-7'-9'222'16,"1"3"-17"-16,-3 0-16 0,-1 0-21 0,-2 1-8 16,-2 2-26-16,5 0-5 0,-8-1-13 15,2 3-12-15,2 1-12 0,-2 3-12 0,-2-1-7 0,-2 0-7 0,1 2-8 16,2 4-7-16,-2 1-7 0,0 0-3 0,0 2-8 16,1 1-3-16,2-3-4 15,2 5-4-15,-1 1-2 0,3-2-1 0,2 3-3 0,1-4-1 0,2 3-1 0,3-4-5 16,-1 0 4-16,4-1 7 0,0 1 2 15,4-3 2-15,0 2 4 0,1-3 1 16,3 0 6-16,1 0 0 0,2-4 4 0,-2 1 0 16,5-3-2-16,-2-1 8 0,-1-1 7 15,2-2 6-15,0-4 0 0,2 1 4 0,-4-3 1 0,2-4 1 0,0 1 2 16,-1-3-1-16,-3-3-5 0,2 2-8 16,1-9 0-16,-1 0 9 0,-2-2-19 15,-3-1-1-15,2-3-2 0,-3 2-6 0,0-5-1 16,1 1 9-16,1 2 7 0,-3 3 14 0,-3 3 16 0,3 5 22 0,-4 5 3 15,4 4-3-15,-3 1 0 0,-1 3-28 0,0-1-7 16,0 4-16-16,4-1-41 0,-4 2-43 16,0 3-37-16,0 0 5 0,0 0 2 0,0 0 9 0,-9 20 7 0,4-2 2 15,-3 6 8-15,2 7 8 0,-4 3 0 16,-1 13-16-16,1-16-11 0,5 5-20 0,0 0-14 16,-1-1-19-16,4-1-27 0,1-3-25 15,2-3-26-15,2-2-36 0,-2-7-241 0,0-4-505 16,2-6 225-16</inkml:trace>
  <inkml:trace contextRef="#ctx0" brushRef="#br1" timeOffset="84813.21">19575 11606 205 0,'1'-5'288'0,"1"1"-28"0,2-3-30 16,1 3-21-16,4 2-23 0,1-3-19 15,3 3-18-15,6 2-19 0,2 0-7 16,-2 4-16-16,4 1-15 0,-3-1-7 16,0 4-11-16,4 7-6 0,-6-4-6 0,-3 1-10 0,-1 2-7 0,-4 0 2 15,0 3-11-15,-5-1-7 0,0 0-4 0,-4 2-4 16,-2-1-5-16,-2 3 3 0,-4-3-2 0,-3 0-5 16,0 0 3-16,-4 0-3 0,0-3 1 15,1-1 0-15,1-1 1 0,-1-1 1 0,1-4 4 0,3 1-3 0,3-5 0 16,-3 2 3-16,5-1 11 0,-1-2 4 15,1 1 27-15,-1-2 36 0,2 1 38 16,3-2 36-16,0 0 22 0,0 0-3 0,0 0-22 0,0 0-24 0,3-14-16 16,2 4-22-16,8-6-10 0,5-7-17 15,2 2-3-15,2-4-29 0,4-1-13 16,8-9-18-16,-8 9 1 0,8-11-1 0,-11 16-3 0,-1-2-1 16,-9 11 5-16,-3-2 6 0,0 4 2 0,-3 3-5 0,-2 2-10 0,-1 1-17 15,-2 1-38-15,3 0-23 0,-5 3-5 16,0 0 5-16,0 0 7 0,-6 21 8 15,-3-6 18-15,-3 7-10 16,2 4 2-16,0 1 5 0,1 1 4 0,5 2 5 0,-5 1 5 0,13-1-2 0,2 1 6 16,7-3-1-16,6-2 7 0,3-1-1 15,8-3 6-15,14 5 0 0,2-6 7 0,5-5 1 16,4-3 2-16,0-4-2 0,0-2 4 0,0-4-1 16,-14 0-1-16,-4-4-4 0,0-2-5 15,-4 1-10-15,-2-3-6 0,-12 0-28 0,-1 3-16 0,-4-5-35 0,-5 4-84 16,0-3-108-16,-5-2-267 0,-4 3-610 15,-4-6 270-15</inkml:trace>
  <inkml:trace contextRef="#ctx0" brushRef="#br1" timeOffset="91050.59">3837 14029 132 0,'0'-7'243'0,"0"1"-1"0,0 1-9 0,1-2-17 16,-1 2-2-16,0 0-20 0,0 0-13 16,3 0-20-16,-3 5-15 0,0-6-14 0,0 6-18 0,2-3-13 0,-2 3-12 15,0-4-28-15,0 4-23 0,0 0-13 0,0 0-4 16,0 0-2-16,0 18-5 0,0-6-2 0,0 8-2 16,0 6 5-16,-6 2-8 0,2 5-2 0,-1 3-1 15,1-1 2-15,-2 0-2 0,-1 2 3 0,-3 7-5 16,4-11-1-16,2-2 0 0,-1-2 4 0,-3 0 0 15,6-5-2 1,-1 1-3-16,0-8 3 0,1-5-2 0,1 0 0 16,-1-3 0-16,1 1 4 0,0-3 0 0,1-2-1 15,-2 0 2-15,1 0 1 0,1-1 1 0,-1-1 1 0,1-3 3 16,-1 6-3-16,1-3 7 0,0-3-2 0,0 0-4 16,0 0-21-16,0 0-41 0,0 0-38 15,-12-9-38-15,10 6-27 0,-2-6-24 0,-3 2-182 0,0-3-389 16,-3-4 173-16</inkml:trace>
  <inkml:trace contextRef="#ctx0" brushRef="#br1" timeOffset="91213.52">3574 14042 206 0,'1'-9'262'16,"1"-2"-25"-16,1 2-28 15,0 3-19-15,0 0-25 0,5-1-10 0,0 0-14 16,2 2-20-16,4 0-17 0,4-1-32 0,-2 4-25 15,5 1-33-15,2 2-37 0,-1 5-25 0,3 3-39 16,-2 3-34-16,-5-1-153 0,-5 3-298 0,0 0 132 16</inkml:trace>
  <inkml:trace contextRef="#ctx0" brushRef="#br1" timeOffset="91382.71">3600 14666 178 0,'-1'5'207'0,"1"-2"-2"0,0-3-1 0,1 5-11 16,4-4-13-16,7 1-20 0,6-5-8 0,10 0-18 16,3-1-16-16,3-4-40 0,5 1-54 0,10-3-57 0,4-4-74 0,-16 4-176 15,0-2-305-15,13-7 135 0</inkml:trace>
  <inkml:trace contextRef="#ctx0" brushRef="#br1" timeOffset="91914.73">4551 14006 143 0,'0'-11'277'0,"0"0"-15"15,0 5-18-15,3 1-22 0,-3-2-21 0,0 3-24 16,-3 0-22-16,3 4-22 0,0-3-36 0,0 3-12 0,0 0-13 16,0 0 2-16,-5 22-17 0,-4 2-7 0,4 5-6 15,-4 16-8-15,-3 3-2 0,1 2-7 16,2-1-3-16,0 2-3 0,0-1-3 0,5-14-2 0,1 13-1 0,0-12 0 16,2 9-1-16,-2-1 1 0,4-9-3 0,-1-4 0 15,-1-3 1-15,0-3-3 0,1-6-1 0,-1 1 0 16,-1-4-3-16,1-7 5 0,-2 2-3 0,2-3-3 15,0 0 1-15,-2-5 6 0,2 3 9 0,0-4 15 16,0 1 13-16,-1-1 9 0,2-3-8 0,-10 0-2 16,0 1-6-16,-4-4-3 0,-2 0-7 0,-4-4-2 0,1 3-8 15,-2-4-13-15,2 2-8 0,1-2-34 0,0 1-24 16,3-1-26-16,0 1-14 0,2-3-25 0,4 6-40 0,3-5-45 16,-3 1-180-16,5 0-418 0,-1-2 186 15</inkml:trace>
  <inkml:trace contextRef="#ctx0" brushRef="#br1" timeOffset="92253.29">4252 14462 175 0,'-4'2'226'0,"4"-2"-8"0,0 0-15 16,-5 2-10-16,5-2-16 0,0 0-12 0,0 0-16 15,0 0-13-15,0 0-16 0,0 0-10 0,0 0-11 16,0 0-13-16,0 0-6 0,28-3-13 0,-7 2 1 16,8-4-11-1,7-1-4-15,3 0-9 0,16-2-2 0,-2 1-2 16,1 0-6-16,-3 3-3 0,-13 2-1 0,-3-2-6 0,-1-1 1 15,-6 5 0-15,2-1-5 0,-10 1-2 16,-7 0-1-16,1-2-6 0,-4 2-1 0,-2 0-6 16,-1 0-1-16,0 0-11 0,-2-1-15 0,-5 1-22 15,8-1-20-15,-8 1-9 0,0 0-35 0,0 0-42 16,0 0-231-16,0 0-412 0,0 0 183 0</inkml:trace>
  <inkml:trace contextRef="#ctx0" brushRef="#br1" timeOffset="92970.06">6244 14325 52 0,'0'0'230'0,"0"0"-11"0,0 0-15 0,0 0-12 0,0 0-21 15,0 0-20-15,-9 1-14 0,9-1-12 0,0 0-15 16,0 0-9-16,0 0-11 0,0 0-9 0,0 0-9 16,0 0-7-1,0 0-4-15,0 0-8 0,0 0-3 0,26-2-6 16,-16-1-3-16,4 0-3 0,3 1-5 0,-1-3 2 0,2 1-14 15,-1-3-1-15,-1-1-3 0,-1 3 1 0,1-4-1 16,-6 3-2-16,2-3 3 0,-2 1 5 16,-1 1 12-16,-2-2 4 0,0 1 1 0,-2 1 6 15,-4-1-10-15,2-3 0 0,-3 6 2 0,-3-4-11 16,-2 1-3-16,-1 3-2 0,-5-2-8 0,-6 4 2 0,-4 3-3 0,-7 0-6 16,-4 5 2-16,-1 2-4 0,-5 4-3 0,-13 5-1 15,1 2-4-15,5 3 0 0,-2 1-2 0,16-3 1 16,1 1-3-16,-1 1-2 0,3 2 1 0,5 0-1 15,1 3-2-15,4-3-1 0,4-1 3 0,4-3 0 16,9 5 5-16,2 2 3 0,9-1 10 0,3-3 8 16,3 0 12-16,6-4 4 15,6-1 4-15,6-6 2 0,1 0 12 0,5-4 2 16,11 1 7-16,2-5 7 0,-2-3 8 0,-12 1-4 16,-3-1 1-16,0 0-6 0,-7 0-7 0,-8-2 5 15,-2 2 5-15,-6 1 2 0,-3-2 11 0,0-1-3 16,-4 1 22-16,2 1 2 0,-2 1-7 0,-6-1-6 15,8-3-7-15,-8 3-19 0,5 0-38 0,-5 0-58 16,0 0-75-16,5-1-67 0,-5 1-77 0,0 0-112 0,0-4-231 16,0 4-642-16,0 0 284 0</inkml:trace>
  <inkml:trace contextRef="#ctx0" brushRef="#br1" timeOffset="94386.93">7442 14341 94 0,'0'0'308'0,"-7"0"-11"15,7 0-11-15,0 0-10 0,0 0-23 0,0 0-16 16,-5-3-12-16,5 3-22 0,0 0-21 0,0 0-20 16,0 0-32-16,0 0-30 15,10-5-38-15,-1 1-37 0,5 1-23 0,4 1-51 16,1-1-58-16,4 0-61 0,-1 1-252 0,0 2-455 16,-3-2 201-16</inkml:trace>
  <inkml:trace contextRef="#ctx0" brushRef="#br1" timeOffset="94572.54">7461 14512 20 0,'-3'4'187'15,"-1"-2"-18"-15,-1 1-1 0,1-1 5 0,2 1 1 16,2-3 0-16,0 0-10 0,0 0-11 0,14 3-13 16,4-6-14-16,10 2-12 0,7-5-35 0,4 1-40 15,11-1-56-15,10-1-60 0,-3 1-90 0,1-4-104 16,2 3-291-16,-5-2 129 15</inkml:trace>
  <inkml:trace contextRef="#ctx0" brushRef="#br1" timeOffset="95202.66">8874 14373 37 0,'-5'1'213'0,"0"-1"-6"0,5 0-7 15,-11 0-7-15,11 0-11 0,0 0-4 16,-7 2-10-16,7-2-9 0,0 0-11 0,0 0-11 16,0 0-7-16,-8-2-7 0,8 2-7 0,0 0-6 15,0 0-6-15,0 0-2 0,0 0-5 0,0 0-4 16,0 0-4-16,0 0-6 0,0 0-4 0,0 0-7 15,-5 2-5-15,5-2-6 0,0 0-7 16,0 0-6-16,0 0-2 0,0 0-6 0,0 0-6 0,0 0-2 0,0 0-4 0,0 0-4 16,0 0-1-16,0 0 1 0,0 0-2 0,0 0 0 15,0 0-4-15,0 0 2 0,0 0-1 0,0 0-3 16,0 0 0-16,0 0-1 0,0 0 2 0,0 0-3 16,0 0 4-16,0 0-5 0,0 0-5 15,0 0 1-15,0 0-4 0,0 0 5 0,0 0 1 0,0 0 0 16,0 0-2-16,0 0 7 15,0 0 8-15,0 0-16 0,20-5-1 0,0 2 1 16,0-1 2-16,10-1-4 0,0 2-2 0,2-2 3 16,3 1-4-16,1-2-3 0,2 0 2 0,-5 4 2 0,-2-2-5 0,-3 0 5 0,-10-1-1 0,1 3 1 15,-6 0 1-15,-1 2 1 0,-1-3 10 16,-5 2 10-16,-1 0-7 0,1-2 14 0,1 3-18 16,-2-1 8-16,-5 1-15 0,5 0-6 15,-5 0-20-15,0 0-11 0,0 0-18 16,8 0-26-16,-8 0-30 0,0 0-45 0,0 0-40 15,0 0-29-15,0 0-45 0,-13 9-231 0,8-9-532 16,1 2 236-16</inkml:trace>
  <inkml:trace contextRef="#ctx0" brushRef="#br1" timeOffset="95611.46">9974 14166 275 0,'0'0'340'0,"4"-2"-31"0,-4 2-36 16,0 0-28-16,5-1-32 0,-5 1-23 0,0 0-20 0,0 0-16 0,0 11-20 0,-5-5-16 16,1 2-8-16,-2 4-16 0,-3 0-8 0,-4 1-7 15,0 2-9-15,1 0-8 0,-4 0-5 16,0 5-10-16,2-6-7 0,3 0-6 0,0-3-7 15,2-3-5-15,3 0-3 0,0-3-6 0,3 0 1 16,-1-1 1-16,0 1 10 0,0-2 16 16,4-3 22-16,-5 2 34 0,5-2 32 0,-3 2 20 15,3-2 8-15,0 0-1 0,0 0 1 16,0 0-10-16,0 0-14 0,9-15-16 0,-2 10-12 16,-1 1-10-16,-1-1-12 0,2 0-8 0,-2 1-12 0,1 1-10 0,-2-1-6 0,1 1-11 15,2 1-8-15,-1 1-2 0,4 1-9 0,-4 3-12 16,6-1-7-16,-2 3-3 0,3-1-10 15,-3 4-3-15,3-3-7 0,1 4-18 0,0 2-26 16,0 1-42-16,-1-3-42 0,-2 4-39 0,2-3-50 16,0 2-48-16,-4-3-60 0,-1-1-267 0,-1-1-668 15,-3-2 296-15</inkml:trace>
  <inkml:trace contextRef="#ctx0" brushRef="#br1" timeOffset="95925.85">9689 14239 247 0,'-5'-3'281'0,"-3"3"-13"0,3 0 1 0,5 0 5 15,-8-1-9-15,8 1-8 0,0 0-26 0,0 0-25 16,16-9-24-16,12 4-21 0,5 1-13 0,7-4-17 15,18 3-8-15,4-2-21 0,-2 1-8 0,7-2-10 16,23-1-9-16,-27 3-7 0,0 0-9 16,-2-2-9-16,-5 5 1 0,-5-2-9 0,-17 3-2 15,-6-2 4-15,-7 3-15 0,-8-1-1 0,1 1-4 16,-4 1 3-16,-3-2-11 0,-2 1-17 0,-5 1-23 0,11-1-20 0,-11 1-14 0,0 0-37 16,0 0-46-16,-21 5-70 0,2-1-103 0,-1 0-184 15,1-3-540-15,0 0 239 0</inkml:trace>
  <inkml:trace contextRef="#ctx0" brushRef="#br1" timeOffset="96867.02">12853 13807 145 0,'0'-6'269'0,"2"1"-12"15,-2 2-11-15,2-1-20 0,-2 4-24 0,1-6-20 0,0 2-11 0,-1 4-30 0,0 0-20 16,0-3-13-16,0 3-11 0,0 0-13 15,0 0-10-15,8 20-8 0,-6-5-10 0,-1 3-4 16,4 10-4-16,-4 0-9 0,2 5-1 0,-2 4-2 0,0-2 9 16,1 10-5-16,-4-11-4 0,2 2-5 15,0-4-2-15,2 1-2 0,-2-3-5 0,0-4-2 16,0 1 3-16,0-8-8 0,0-2 1 16,1-2-3-16,-2-3 2 0,1-2-1 0,-2-1-1 15,2-1-4-15,-1-1 3 0,1-3-4 0,-1 1 0 16,1-2 2-16,-1 2-6 0,1-5-12 15,-2 5-6-15,2-5-17 0,0 4-7 0,0-4-7 16,0 0-8-16,-4 6-11 0,4-6-61 0,-6-3-65 16,6 3-227-16,-13-3-452 0,6 0 200 0</inkml:trace>
  <inkml:trace contextRef="#ctx0" brushRef="#br1" timeOffset="97151.18">12745 14178 81 0,'-6'-3'258'0,"6"3"-22"0,0 0-13 0,0 0-19 16,0 0-18-16,-6-1-13 0,6 1-17 15,0 0-9-15,0 0-15 0,0 0-11 0,0 0-13 16,0 0-9-16,0 0-7 0,14-3-9 0,0 2-7 16,13-1-9-16,5 0-6 0,6-2-5 0,1-1-5 0,14-1-8 0,-3 0 0 0,-9 1-6 15,-4 1-5-15,-4-2 1 0,-1 3-2 0,-2-2-5 16,-10 3-2-16,-2 1-5 0,-3-1 0 15,-3 0-2-15,-3 2 1 0,0-2-3 0,-3 1-1 16,1 0-2-16,-7 1 5 0,9 0 0 16,-9 0-6-16,7-1-3 0,-7 1-11 0,0 0-14 15,5-2-12-15,-5 2-16 0,0 0-16 0,0 0-12 16,0 0-17-16,3 4-15 0,-3-4-29 16,0 0-51-16,0 0-199 0,0 0-416 0,0 0 184 15</inkml:trace>
  <inkml:trace contextRef="#ctx0" brushRef="#br1" timeOffset="97678.23">13602 13789 250 0,'0'-5'288'0,"1"0"-7"0,1 0 4 0,0-2-13 16,-2 4-15-16,1 0-14 0,2-2-27 15,-3 5-25-15,0-4-21 0,1 2-17 16,-1 2-21-16,0 0-21 0,0 0-13 0,0 0-16 0,0 0-10 15,4 14-10-15,-3-4-7 0,-1 7-7 16,0 3-1-16,0 6-6 0,-5 3-7 16,4 2-1-16,-5 1 2 0,3 1-3 0,-5 13-14 15,1-12-1-15,-1-2 2 0,0 2-2 0,-1-1-4 0,3-4 0 0,0-4-3 0,1-4-2 16,2-3 4-16,-1-6-6 0,2-3 7 0,0-1-4 16,1-1 0-16,1-2 7 0,0 0 8 0,-3 1 27 15,3-3 33-15,0 0 37 0,0-3 18 16,0 0 8-16,0 0-15 0,0 0-7 0,0 0-16 15,12-14-10-15,-6 5-17 0,6-5 0 0,-1-1-10 16,8-2-11-16,-4 1-23 0,1 4 2 16,1-3-1-16,-2 3-32 0,-1 3 3 0,0 1-8 15,-2 2-12-15,-2 1-13 0,3-1-16 16,0 4-29-16,0 0 3 0,0 2-19 0,5 2-16 16,0 2-14-16,1 0-20 0,3 3-27 0,-4 0-26 0,2 2-27 0,7 3-55 0,3-3-44 15,-12-1-246-15,2 0-605 0,0-6 268 0</inkml:trace>
  <inkml:trace contextRef="#ctx0" brushRef="#br1" timeOffset="98299.24">14109 14230 54 0,'0'0'263'0,"0"0"-15"0,-5 1-19 16,5-1-14-16,0 0-20 0,0 0-16 0,0 0-11 15,0 0-5-15,0 0-7 0,0 0-14 16,0 0-12-16,0 0-12 0,0 0-12 0,0 0-6 0,0 0-9 0,0 0-12 0,18-10-5 0,-5 7-11 15,0-1-5-15,4-1-6 0,0-3-4 16,4 2-6-16,-3-4-5 0,3 3 0 0,-3-3-4 16,6-2-3-16,-7 0-4 0,-2 2-4 0,2-2-1 15,-2 1 3-15,-2 0 3 0,0-3 20 0,-7 8 2 16,2-3 23-16,-2 4-2 0,-2-4 18 0,-1 3-4 16,-2 2-11-16,3-1-11 0,-3 0-8 15,-1 5-11-15,-5-7-9 0,2 6-7 0,0-2-7 16,-5 2-6-16,8 1-2 0,-19 1-5 15,6 3-1-15,-5 4-5 0,0-1-2 0,0 2 5 16,3 1 0-16,-3 0-8 0,-1 2-12 0,6 3-24 16,0-1-11-16,2 0-5 0,3-1-5 15,0 3-1-15,6-4 4 0,2 1 5 0,1-1 3 0,8 0 2 0,3 2 1 0,6-4 4 16,7 0-6-16,4 0-5 0,2-6-10 0,5-1-9 16,1-1-5-16,3-5 1 0,12-1 13 0,-15-2-1 15,0-2 8-15,-1-1 8 0,-3-4 11 0,-2 0 23 16,-2-3 22-16,-2 1 23 0,-8-1 30 15,3 0 19-15,-7 2 32 0,-2 2 30 0,-4 2 34 16,0 1 19-16,-3 2 14 0,-1 2 3 16,1 0-3-16,-3-1-17 0,0 2-19 0,2 2-24 15,-3 1-22-15,-2 1-14 0,4-7-19 0,-4 7-16 16,3-2-27-16,-3 2-30 0,0 0-37 16,0 0-19-16,0 0-1 0,0 0 3 0,0 11 6 15,-3-4 4-15,-1 1-9 0,0 0-21 0,-2 3-4 0,4-3-10 0,-3 2-12 0,3-3-6 0,0-1 2 16,-1 1-3-16,1-1 11 0,0-1 6 15,1-2 12-15,0 1 21 0,1 0 28 0,0-4 18 16,0 0-2-16,0 0 6 0,15-4 13 16,-7 0-6-16,5-1 0 0,-2 1 5 0,1 0-6 15,-1 0-4-15,1 3 6 0,-1-3-3 0,-1 1-11 0,2 2 1 0,-1 1-7 16,2 0 3-16,1 1-7 0,2 3-12 16,-4 0-29-16,5 1-48 0,-3 2-76 0,1 1-109 15,2-1-354-15,-8-3-681 0,-1-2 302 16</inkml:trace>
  <inkml:trace contextRef="#ctx0" brushRef="#br1" timeOffset="99175.69">16969 13883 281 0,'0'-3'286'0,"0"-4"-22"16,0 7-20-16,1-5-30 0,-1 5-22 0,2-4-24 15,-2 4-32-15,0 0-18 0,0 0-11 16,0 0-8-16,1 16-15 0,-2-4-8 0,-2 3-9 15,2 4-8-15,0 1-13 0,-2-1 1 0,2 6-5 16,-2-4-3-16,3-2-4 0,0 7-5 16,-1-7-3-16,-1 0 1 0,1-1-6 0,1-2-2 15,-3-2-1-15,3-2-2 0,-3-3 19 0,3-2-6 16,0 1 0-16,0-3-1 0,0 0-2 0,0-1-3 0,0-1-3 0,0 2-3 0,0-5-5 16,-1 2-2-16,1-2-35 0,0 0-86 15,-8-9-98-15,3 0-236 0,-3 0-481 0,1-5 212 16</inkml:trace>
  <inkml:trace contextRef="#ctx0" brushRef="#br1" timeOffset="99332.04">16877 13791 2014 0,'-3'-17'134'0,"2"-1"16"0,1 8 26 0,0-3-4 0,0 1-18 16,0 3-23-16,-1 1-1 0,1 1-21 16,0 1-24-16,0-1 4 15,1 2-19-15,-1 1-13 0,0 1-12 0,0 3-36 0,4-7-37 0,-4 7-26 0,5-2-7 16,-5 2-41-16,0 0-30 0,13 5-34 15,-8-1-49-15,0-1-247 0,3 2-499 0,-4-1 221 16</inkml:trace>
  <inkml:trace contextRef="#ctx0" brushRef="#br1" timeOffset="99933.8">17245 13933 114 0,'3'2'265'0,"-3"-2"-33"0,2 1-26 0,-2-1-21 0,2 5-20 15,-1 0-18-15,0 1-15 0,0 0-14 0,-2 5-13 16,1-1-7-16,0 2-10 0,-1 1-5 0,-2 4-12 16,-2-1-8-16,3-1-6 0,0 0-7 0,0-3-5 15,2-2 0-15,-2 1-8 0,1-6-2 0,0 3 2 16,0-2-5-16,1-3 18 0,0 3 23 0,-2-4 28 0,2-2 21 15,0 0 11 1,0 0-32-16,13-7-6 0,-5 1-3 0,3-3-2 16,0-3-5-16,0 0-14 0,3-3-9 15,0 3-4-15,0 2-10 0,-1-3-5 0,2 4 5 0,-2 0-8 0,-4 2-8 16,2 2-8-16,0 1-3 0,-1 0-7 0,0 2-4 16,0 2-9-16,-2 2-1 0,2 1-8 15,1 2 1-15,-1 2-2 0,1 0-1 0,-1 1 1 0,4 4 3 0,1 1-2 16,1 0 0-16,-2 0-1 0,4-1-12 15,-4 1-9-15,4-2-12 0,-4-1-11 16,1-1-8-16,1-2-8 0,-2-4-1 0,-1 2-1 0,-1-3 5 0,-1-1 6 16,0-2 8-16,-6-2 7 0,5-2 5 15,-2 0 12-15,1-4 15 0,-4-1 16 16,1-5 4-16,1-1 10 0,-4-3 7 16,-1 2 9-16,3-11-5 0,-1 2 4 0,-3-1 2 0,4-4 3 0,2-1 7 15,-2 1 8-15,-1 2-2 0,2 0 9 0,-2 3 1 0,0 6 9 16,0 4 5-16,-4 5 1 15,1 0-7-15,0 3-4 0,-1 1-14 0,0 3-13 0,3-1-22 16,-2 1-29-16,-1 4 3 0,0 0-6 16,0 0 3-16,-1 20 3 0,-2-5-2 0,1 1 1 0,-2 13 3 15,-1-2 3-15,2 2-4 0,1 1 8 16,-1 0-5-16,2 0 4 0,-2-1-15 0,3-2-19 0,-4-1-14 16,3-6-22-16,1-3-10 0,0 0-29 15,-4-4-27-15,4-2-25 0,0 3-32 0,0-8-47 0,-1 2-210 16,-2-2-491-16,-2-6 217 0</inkml:trace>
  <inkml:trace contextRef="#ctx0" brushRef="#br1" timeOffset="100124.96">17665 13935 2806 0,'-5'0'261'0,"5"0"-128"16,-10 0-52-16,10 0-30 0,-6 0-13 0,6 0-10 0,0 0 5 15,0 0-6-15,0 0-5 0,-8-1-4 0,8 1-2 0,0 0 1 16,24-7-16-16,-1 2-13 16,6 0-23-16,7-3-32 0,4 1-44 0,-1 2-57 15,10-4-57-15,-14 5-261 0,-1 0-526 0,-2-3 233 0</inkml:trace>
  <inkml:trace contextRef="#ctx0" brushRef="#br1" timeOffset="100484.6">18165 13936 33 0,'0'0'186'0,"-5"5"-14"0,5-5-11 16,0 2-7-16,0-2-2 0,0 0-5 0,0 0 2 16,0 5-4-16,0-5-1 0,10 0-6 0,3-2-12 0,-3 2-4 15,11-3-19-15,-1 1-9 0,2-3-12 16,0 2-5-16,3-8-8 0,-3 5-8 0,-3-1-3 0,9-2-4 15,-9 1-5-15,-2-1-5 16,1-2 6-16,-4 1 4 0,1-1 0 0,-7 2 7 0,5-1 1 0,-7 1-4 16,0-1 3-16,0 2-2 0,-4 1 0 0,-1 0 0 0,1 2-11 15,-1 0-3-15,-1 0-11 16,-1 0-6-16,-3 1-3 0,-1 1-5 0,-2 3-3 0,-5 2-4 16,0-1-4-16,-1 3-2 0,-6 4-1 15,0-1-5-15,2 3 1 0,-8 7 2 0,4 2 0 0,2 0 0 16,1 1-1-16,3-1-3 0,3 0-8 15,3-2-16-15,3 1-10 0,1 0-12 0,1 0-11 0,7-1-13 16,-1 0-14-16,5-2-31 16,-1-1-41-16,3-5-56 0,0 3-216 0,1-7-461 0,0-1 204 0</inkml:trace>
  <inkml:trace contextRef="#ctx0" brushRef="#br1" timeOffset="100836.58">18615 13777 119 0,'1'-5'294'16,"2"1"-30"-16,-2 0-29 0,4 4-27 0,0-3-22 0,-5 3-20 15,9-2-19-15,-1 7-7 16,2-2-25-16,-1 2-13 0,0 7-6 0,4 0-12 0,-3 0-5 16,-1 3-10-16,0 3-5 0,-2-1-11 15,3 8 3-15,-5-8-11 0,0 1 0 0,0 2-9 16,-1-3-6-16,-3 0-3 0,-1-2-1 0,1-3-4 0,-2-2 0 15,0-3-4-15,1-1 1 0,0 1 1 0,0-2 9 16,-2-1 16-16,2 1 24 16,-1-1 33-16,1-4 46 0,-1 3 39 0,1-3 20 0,0 0 21 0,0 0 10 15,0 0-9-15,0 0-20 0,0 0-25 0,1-17-21 0,3 6-22 16,0 1-15-16,1-8-21 16,1-1-23-16,6-3-25 0,-3-2-24 0,4-1-36 0,-1 4 6 15,-1 4-8-15,-4 1-10 0,2 5-10 16,-3-3-51-16,2 5-36 0,-3 1-43 0,4-1-40 0,-4 4-42 15,3 1-41-15,-3-1-52 0,-1 4-328 16,1-2-711-16,-5 3 315 0</inkml:trace>
  <inkml:trace contextRef="#ctx0" brushRef="#br1" timeOffset="101419.88">19117 13789 49 0,'0'0'342'0,"4"-6"-9"0,-3 2-10 16,1 1-8-16,-2 3-16 0,2-5-1 0,1 2-40 0,-3 3-15 15,2-2-31-15,-2 2-13 0,0 0-26 0,0 0-22 0,4-2-15 16,-4 2-13-16,0 0-24 0,0 0-5 16,3-3-17-16,-3 3 4 0,0 0-23 0,0 0-8 15,0 0-8-15,8 7-6 0,-4-3-8 16,0 0 1-16,-1 3-1 0,-1-1-5 0,3 3-3 0,-1 1-7 0,1 3-1 15,0 3-3-15,1-2 0 16,-1 3 1-16,-1 3 1 0,1-1-7 0,0 1 1 0,-2-1 2 16,0 1 0-16,0-2-7 0,-1 2 5 15,1-3 12-15,-1-1-19 0,2-3 4 0,-4-4 2 0,2 1-6 16,0-2 2-16,-2 0-4 0,0-4 4 0,0 1 6 0,0 1 5 16,1-3 24-16,-1-3 47 0,0 2 38 15,0-2 43-15,0 0 38 0,3 5 22 0,-3-5 17 0,0 0 0 16,0 0-6-16,0 0-17 0,9-14-24 15,-3 4-26-15,3-8-17 0,5-3-22 0,-1-2-22 0,2-2-27 16,3-2-14-16,3 1-17 16,-6 2-8-16,2 2 1 0,-6 5-11 0,-1 0-3 0,1 5-4 15,-6 2-6-15,2 0-11 0,-2 1-21 0,-1 4-28 0,0-2-20 0,-1 2-36 16,-1 4-42 0,-2 1-59-16,4-6-70 0,-1 4-74 0,-3 2-47 0,0 0-23 15,0 0-34-15,0 0-334 0,12 8-847 16,-12-8 374-16</inkml:trace>
  <inkml:trace contextRef="#ctx0" brushRef="#br1" timeOffset="101997.69">19863 13783 313 0,'-1'-7'398'0,"1"-1"-14"0,-2 4-31 0,0-1-26 0,0-3-38 16,-2 4-36-16,0 0-21 0,-1 0-23 0,-3 2-31 15,1 2-25-15,-5 2-21 0,-4 5-11 16,-1-2-14-16,-9 8-11 0,1 2-9 0,-1 2-2 16,2 2-18-16,0 0-5 0,3 1 8 15,1-3-42-15,6-3-15 0,1 1-14 0,1-1-8 0,6-6-8 0,-3 3-2 16,4-6 1-16,1 0 0 16,-1 0 10-16,4-1 13 0,-2-1 22 0,2-1 18 0,1-2 17 15,0 0 19-15,0 0-4 0,14-5-2 0,-4-3-9 0,0 0 7 16,2 1-5-16,4-5-5 0,-1 1-3 15,1 1-8-15,0-3-7 0,0 1-2 16,-3-1 0-16,1 6-3 0,-4 1-3 0,-1 0-7 0,0 4-4 0,-4-3 2 16,0 5-15-16,2-4-5 0,0 4-7 15,-7 0-6-15,12 2-4 0,-3 2 0 0,2 1-3 0,0 3 3 16,1 0-3-16,4 3 12 0,-1-1-15 16,2 3-11-16,-3-1-6 0,4 1-16 0,-1-4-17 0,0 2-15 0,2-4-9 0,-5 2-13 15,4-4-8-15,-5-2 5 0,1 0 7 0,-2-2 5 16,-2-2 11-16,0-3 5 0,-1-2 11 15,-1-1 11-15,-1-1 15 0,1-2 18 0,-2-5 11 0,-1-4 11 16,2 0 7-16,-2-5 10 0,1-3 11 0,-3-1 13 16,3 0 9-1,-2-3 16-15,1 0 1 0,3 0 6 0,-2-2 20 16,-1-1-3-16,3-1 28 0,-3 5 29 0,1 2 17 16,-2 9 9-16,-1 2 6 0,-2 7-16 0,3 0-25 15,-3 3-12-15,-1 1-25 0,3 1-47 0,-2 0-50 16,-1 5-25-16,0 0-4 0,0 0 1 0,-1 23 2 0,-3-6 0 0,0 10 6 15,0 0 4-15,-4 4 4 16,2 3-1-16,1-1-34 0,0 2-34 0,-1 10-56 0,4-8-39 16,-4-3-45-16,2 0-69 0,4 0-125 0,-4-7-267 15,3-6-734-15,1-10 325 0</inkml:trace>
  <inkml:trace contextRef="#ctx0" brushRef="#br1" timeOffset="103167.58">21100 14012 162 0,'0'0'222'0,"0"0"-7"15,-6 0-6-15,6 0-6 0,0 0-3 0,0 0-17 0,0 0-17 0,0 0-18 16,4-11-16-16,1 6-12 0,3-4-13 0,2 0-9 16,-1-4-10-16,2-1-8 0,1-3-6 0,3-8-3 15,2-1 1-15,-2 1 0 0,2-1-3 0,-2-1-7 16,0-2 10-16,1-1 16 0,-2-3-14 0,-3 2 1 16,2-2-5-16,-2-2 6 0,-2 1-9 15,0-1-3-15,-2 0 5 0,-2 1-13 16,-1 3-4-16,-2 2-3 0,-2 2 4 0,3 10 4 15,-3 5-9-15,-1 1 21 0,1 2-24 0,0 2-11 16,0 2-27-16,-2 0-20 0,1 3-9 0,1 2-5 16,0 0 3-16,-15 19-3 0,4-2 5 15,1 8 5-15,-1 5-3 0,-2 3 3 0,4 1 3 16,-3 12-3-16,2 0 0 0,4-10 5 0,3 0 2 16,-1-4-2-16,7-1 0 0,-2 2 1 0,3-4-3 0,0-3 7 0,0-7-1 0,0-3 0 15,-1-4 6-15,4-2 7 0,-2-2 6 16,0-1 20-16,-2-5 20 0,1 2 17 0,-2-1 25 0,4-2 9 15,-6-1-5-15,9-5-8 0,-4 0-7 16,2 1-3-16,0-4-10 0,-1 4-7 0,-3-5-6 16,3 1-11-16,-3-2-5 0,0 0-29 0,1 2-22 15,1-3-29-15,-3 2-17 0,0 1-24 16,-1 0-26-16,0 3-17 0,0 0-28 0,-1-2-29 16,2 5-34-16,-2 2-31 0,2-6-24 15,0 1-239-15,0 3-552 0,-2 2 245 0</inkml:trace>
  <inkml:trace contextRef="#ctx0" brushRef="#br1" timeOffset="103623.71">21535 13798 161 0,'1'3'193'0,"-1"-3"-10"0,0 0-8 16,2 4-10-16,-2-4-8 0,0 0-12 0,0 0-13 15,0 0-7-15,0 0-7 0,0 0-4 0,4 0-5 16,-4 0 0-16,0 0-8 0,0 0-9 15,0 0-9-15,16-6-7 0,-7 1-8 0,2 1-6 0,5-3-6 0,1 0-1 0,0-5-7 16,4 2-7-16,-4 2-5 0,1-4-5 0,3 0 0 16,-2 2-5-16,-4-2 1 0,2-1-6 0,-2 3 0 15,-3 1 9-15,-3 1 14 0,0 3 7 0,-4-2 7 16,1 2-3-16,-1 1 1 0,0 0-2 16,-2 1-7-16,-2 0-7 0,-1 3-7 0,0 0 0 0,0 0-8 15,-18 2-4-15,7 5-4 16,-8 3-2-16,-5 4-4 0,-1 3-4 0,-2 1-3 15,4 3 0-15,-1 0 2 0,2 4 0 0,2 0-4 16,3-3-1-16,3 1-1 0,2-2-1 16,5-3 2-16,4 1 2 0,5-2 1 0,2 0 0 0,4-2 2 15,4-1-1-15,8-4 29 0,7 2 1 16,6-5-5-16,3-2-4 0,3-3-2 0,13-1 1 16,0-3 3-16,2-4-12 0,-3 4-2 0,4-5 1 0,-19 3-2 0,-2-2 0 0,-2 3-4 15,-9-1 3-15,-4 1 3 0,-4 3-2 0,-3-3 4 16,-2 1 5-16,-2 0 8 0,-3 0 6 0,3 0 2 15,-3 1-10-15,-5 1-6 0,6-2-16 16,-6 2-22-16,3-2-20 0,-3 2-30 0,0 0-46 16,-13-3-36-16,13 3-53 0,-14 0-53 0,4 0-262 15,2 0-558-15,2-2 248 16</inkml:trace>
  <inkml:trace contextRef="#ctx0" brushRef="#br1" timeOffset="104341.45">22562 13730 266 0,'0'0'277'0,"-5"-1"-18"0,5 1-24 15,-4-6-17-15,4 6-12 0,-1-2-26 0,1 2-19 0,0 0-21 16,0 0-23-16,10-5-15 0,0 1-14 15,3 1-12-15,4-2-10 0,-3 2-11 16,4-2-10-16,0-1 2 0,1 0-15 0,-1-1-1 16,0 0-3-16,-1-1-4 0,-4 4 0 0,0-6-4 15,-2 2 3-15,1-1 4 0,-2 1 4 0,-2-1 6 16,-2 2-3-16,-2 0 5 0,0 1 4 0,-1-1 2 16,-1 3-5-16,-2 0-5 0,-2-3-3 0,0 3-10 0,-3 2-3 0,0 0-1 15,-5 1 3-15,-4 1-6 0,1 3-6 0,-9-1 0 16,-6 7-4-16,1-1-2 0,-1 4 2 0,0 0-6 15,-1 2 2-15,1 2-1 0,3 0-3 0,1 1-1 16,2 1 1-16,1 1-2 0,4 2 1 16,4 0 1-16,3 4-8 0,6-7 2 0,2 8-5 15,4-7 7-15,12 3 1 0,7-3 1 0,7 1 1 16,9-6 1-16,15 1 4 0,8-6 0 0,0-1-3 16,7-3-6-16,25-5 0 0,-26-3 1 0,28-4-1 0,-29 0-1 0,-3-4 4 15,1 2-3-15,-7-4 0 0,-6 2 4 0,-14 1-3 16,-6-2 5-16,0-2 0 0,-7 1 5 0,-7 2 6 15,-4-2 7-15,-2 1 19 0,-1-2 14 0,-5 2 2 16,-3 0-8-16,-2 1-1 0,-3 2-3 0,-1-1-11 16,-5 3-6-16,-6-5-4 0,-7 6-1 15,-5-1-3-15,0 6-8 0,-4 1 5 16,0 0-3-16,2 5-3 0,-1-1-5 0,4 5 6 16,7-1-6-16,0 0-3 0,3 4-11 0,4-3-19 15,0 3-3-15,7 0 5 0,0-1-2 0,5 0 4 16,5 1 3-16,3-1 6 0,8 1 11 0,4-2-9 15,9 2 4-15,4-6-1 0,6 1 3 16,1-4 1-16,-1-1 3 0,0-2-4 0,2 0 1 0,-4-2-1 16,-4-3 4-16,-6 0 3 0,-6 1 0 0,-1-3 5 0,-8 4 11 0,2-5 5 15,-6 2 9-15,0-2 9 0,-1-2 0 0,-2 0-8 16,-4 0-4-16,-1-2-6 0,-6-2-3 16,0 2-2-16,-2-2-2 0,1 3-2 0,-6 2-9 0,2-3-2 15,-5 3-6-15,2 1-17 0,-3 3-20 16,0 3-14-16,-4-2-23 0,3 3-20 0,2 2-29 15,2-1-42-15,2 1-36 0,3 2-202 16,1-2-447-16,5 1 198 0</inkml:trace>
  <inkml:trace contextRef="#ctx0" brushRef="#br1" timeOffset="104918.2">23818 13646 189 0,'4'-3'356'0,"-4"3"-34"0,4-3-35 0,-4 3-32 0,0 0-33 15,1-2-28-15,-1 2-26 0,0 0-19 16,0 0-13-16,1 11-14 0,-2-5-15 0,1 5-10 16,-4 1-11-16,-1 4-9 15,-4-1-7-15,-1 6-7 0,2 5-7 0,0-6-4 0,1-3-10 0,1 0-5 0,-1-2-13 16,2-3-5-16,3 0-7 0,-2-3-5 15,0-4 2-15,3 3 1 0,-2-4 8 0,2 1 22 16,0-2 32-16,1-3 44 0,-2 4 15 16,2-4 14-16,0 0-9 0,0 0-20 0,19-14-13 15,-6 5-9-15,4-4-12 0,-2 1-3 0,8-4-4 0,-4 0-11 16,2-1-8-16,2-2-8 0,-4 2-2 16,0 0-5-16,-2 5-3 0,-2 1-17 0,-1 1 8 15,-5 2-3-15,0 2-4 0,-3 3-5 0,1-1 10 0,-1 0-35 0,-2 2-2 0,-1 0-5 16,-3 2-3-16,11 2-3 0,-6 0 5 15,0 3-4-15,-1 1 2 0,4 3 0 16,-6 0 0-16,6 1 3 0,-4 5 2 0,1-2 3 16,-1-3-2-16,-3 2 5 0,4 3-6 0,-2-5-24 0,-2 0-5 15,4 0-3-15,-1 0-2 0,-3-3 3 0,-1 0 4 16,4-3 4-16,-4 1 13 0,1-1 19 16,-1 0 33-16,2-3 36 0,-2-1 33 15,1 4 17-15,-1-4-5 0,0 0-13 0,12-12-9 16,-5 5-5-16,2-3-9 0,3-2-11 0,2-1-6 0,-2-1-4 0,4 0-7 15,-2 1-2-15,2-1-9 0,-2-1-11 16,0 3 7-16,-1 2 0 0,-4 2-4 16,1 0 1-16,-2 3-7 0,0 0-3 0,-3 2-4 0,1 1-18 0,2 0-12 0,0 1-16 15,1 1-18-15,3 1-23 0,1 3-26 16,4-1-39-16,1 5-43 0,-1 1-44 16,0-1-56-16,2-2-62 0,-3 5-336 0,0-7-734 15,-2 1 325-15</inkml:trace>
  <inkml:trace contextRef="#ctx0" brushRef="#br1" timeOffset="105427.27">24600 13750 95 0,'0'0'369'0,"0"0"-16"0,0 0-13 0,0 0-1 0,0 0-11 16,0 0-20-16,0 0-23 0,0 0-24 16,-7-4-33-16,7 4-23 15,6-3-26-15,0 0-18 0,3 1-25 0,2 1-11 0,3-3-10 0,-2 4-20 0,7-4-3 16,0 0-18-16,1 1-18 0,-1-1-3 0,-1 2-16 15,4-3-5-15,-3-1 0 0,-3 2-3 16,1-1-4-16,1-2-9 0,-3 0 6 16,-4 0-5-16,0 0 2 0,-1 0 2 15,-1-1 8-15,-1 1-7 0,-1-1 2 0,-1-3 1 0,0 1 20 0,-1 2-7 16,-5 1 3-16,4-1-7 0,-3 1-2 0,-1 0-5 16,-1 4-2-16,1-3-9 0,-4 1-4 15,0 1-4-15,0 1-8 0,-1 2 4 16,5 1-32-16,-14 1 0 0,5 3 3 0,-2 1-1 0,-4 4-3 0,2 1-3 0,-1 3 5 15,2-1 2-15,-3 2 2 0,3 1 1 16,2 2 2-16,-1 0 3 0,2 0-1 16,1 2 8-16,2 0-3 0,1-2-5 0,2 0 4 0,2-2-3 0,2 2 0 15,0-5 5-15,2-2 3 0,1-1 5 16,3-2 11-16,1 1 10 0,2-1 20 0,2-2-7 16,0-5 14-16,4 0 18 0,2-3 9 15,0-1 9-15,2-1 8 0,-1-3 4 0,2-1-3 16,4-1 6-16,-2-4-6 0,4-1-8 0,-3-2-4 0,-1 2-9 0,1-2-3 0,-3 1-3 15,2-4-9-15,-3 3-5 16,-3 6-1-16,-2-2-9 0,-2 2-5 16,0 3-2-16,-4 2-5 0,-1 0-4 0,-2 3-8 15,-2 0-19-15,1-1-23 0,-1 4-9 0,-4 0-4 0,10 5-6 0,-4-2 8 16,2 5-9-16,-2 0-4 0,0 2-1 16,-1 0-17-16,2 5 1 0,1-3-64 15,-4-1-55-15,1 6-47 0,-1-2-75 0,-2-2-137 0,-2-8-230 0,0 0-733 16,0 3 325-16</inkml:trace>
  <inkml:trace contextRef="#ctx0" brushRef="#br1" timeOffset="107179.33">26508 13658 193 0,'-19'-1'190'0,"5"1"-4"16,2 0-6-16,2 1-15 0,1-2-19 16,4 1-7-16,5 0-15 0,-12 1-14 15,12-1-3-15,-6 0-15 0,6 0-6 0,0 0-2 0,0 0-4 0,0 0-3 0,0 0-2 16,0 0-6-16,0 0 1 0,0 0 0 16,0 0 5-16,0 0-3 0,0 0 0 15,22-3 7-15,-22 3-14 0,0 0-2 16,0 0-4-16,0 0-9 0,0 0-4 0,0 0-3 15,0 0-2-15,5 0-5 0,-5 0-5 0,0 0 1 0,0 0-2 0,0 0-2 16,0 0-6-16,0 0-1 0,0 0-4 16,0 0 2-16,0 0-4 0,0 0-2 15,0 0-1-15,0 0-4 0,0 0 3 0,0 0-4 16,0 0 0-16,0 0 0 0,0 0 0 0,0 0-1 0,5-2-2 0,8 0 3 16,0 1 0-16,10-1-6 0,7 0 3 15,6-1 1-15,6 0-7 0,13-2 2 16,5 2 2-16,5-2-4 0,-2 1 0 0,-3-2-4 0,-1 5 1 0,-3-1-3 0,-19 0-2 15,-1 1 6-15,-4-1-1 0,-3-1 6 16,-9 1-4-16,-6 0 1 0,-2 1 1 16,0 0 2-16,-5 1 3 0,0 0 7 0,-2 0 4 0,-5 0-5 0,9-3-2 15,-9 3-7-15,0 0-12 0,0 0-8 16,0 0-11-16,0 0-14 0,-26 0-18 0,15 0-24 16,1 3-29-16,2-3-34 0,2 0-32 15,-2 0-53-15,3 1-156 0,5-1-422 16,0 0 187-16</inkml:trace>
  <inkml:trace contextRef="#ctx0" brushRef="#br1" timeOffset="107571.95">27737 13406 337 0,'8'-7'367'0,"-3"-1"-20"0,0 4-30 15,-1-1-35-15,1 1-32 0,-1 1-26 16,-3 0-20-16,2 1-51 0,-3 2-25 16,0 0-12-16,0 0-17 0,6 12 4 0,-6-3-20 0,0 1-14 0,-1 7-7 15,-3-2-5-15,-4 3-6 0,-2 8-5 0,-3-3-2 16,-2 0-9-16,2 0 3 0,-2-1-9 0,4-5 13 16,0 0-9-16,-1-2-16 0,3-5 0 0,-2 3 1 15,4-7-2-15,2 1 2 0,1-2 1 0,1-1 1 16,-1 0 48-16,3-2 22 0,-2 2 41 0,3-4 16 15,0 0-13-15,0 0-16 0,0 0-13 16,10-17-11-16,-4 8-7 0,7-3-9 0,-3-3-7 0,4 5-13 16,-1-2-5-16,0-2-6 0,0 4-7 0,-1 3-9 15,-5 0 2-15,1 2-15 0,1 1-12 0,-4 1-19 16,3 1-22-16,1 1-1 0,-4 2-9 0,7 3-8 16,-2 1-10-16,-1 3 2 0,-1-2-16 0,2 5-10 15,0 2-15-15,-1 1-21 0,-3-1-25 0,6 3-20 0,-3-1-32 0,-3 0-38 16,1-5-47-16,-1-1-268 0,-2-1-599 15,-2-1 265-15</inkml:trace>
  <inkml:trace contextRef="#ctx0" brushRef="#br1" timeOffset="107871">27647 13469 190 0,'-9'-2'223'0,"4"2"0"16,0 0-17-16,5 0-18 0,-7-2-22 0,7 2-11 15,-6-1-13-15,6 1-6 0,0 0 2 0,0 0-11 0,28 1-8 0,-8-4-13 16,16 2-10-16,6-1-8 0,12-7-8 0,3 6 0 16,2-4 8-16,1 0 0 0,-1-1-5 15,-3 1-5-15,-5 1-8 0,-15-1-7 0,-3 3-6 16,-2 0-7-16,-9 1-1 0,-3 0-7 15,-6 1-4-15,-3 0-12 0,-1-1-9 0,-3 3-14 16,-1 0-27-16,-5 0-17 0,9 0-4 0,-9 0-17 16,0 0-16-16,0 0-27 0,-14 5-26 0,8-2-35 15,-2-1-35-15,2 0-193 0,1 1-426 16,-1-2 188-16</inkml:trace>
  <inkml:trace contextRef="#ctx0" brushRef="#br1" timeOffset="108611.65">29007 13179 2651 0,'8'-17'191'16,"1"2"-22"-16,-4-2-27 0,-1 8-6 0,1-2-7 15,-4 5-31-15,3-2-11 0,-2 3-22 0,0-2-14 0,-1 3-19 16,2 0-5-16,-3 4-42 0,4-1-10 0,-4 1 3 0,1 9-2 15,0 0 0-15,2 6 5 0,-2 4-3 0,-5 9 4 16,3 3 2-16,1 3 6 0,-4 12-3 16,-5-10-3-16,0 10 5 0,4-12 1 0,0-3 1 15,0 3-1-15,-1-4 1 0,2-2 5 0,2-3 0 16,1-5-5-16,2-2 10 0,-1-2-4 16,0-3-6-16,-1-3 0 0,1-1 4 0,0-2-2 15,0-1 5-15,0-1 4 0,0-1 14 0,0-4 24 16,0 5 20-16,0-5 25 0,-3 3 22 0,3-3-6 15,0 0 1-15,0 0-4 0,0 0-17 0,0 0-17 0,-9-12-14 0,5 5-28 0,-4-1-19 16,-1 1 4-16,-4-4-12 0,-1 2-5 16,-2-3 0-16,1 4-8 0,3 2 2 0,-2-2 5 15,1 4-2-15,1-1 0 0,3 1 4 0,-1 0 0 16,4 2-4-16,-2-3-3 0,4 4-21 0,-1 0-16 16,5 1-7-16,-9-2-3 0,9 2-3 15,0 0 9-15,0 0 2 0,0 0 4 0,0 0 2 16,36 2 8-16,-9-4 5 0,6 4 1 15,3-2-2-15,0 0-4 0,3 0-6 0,12-2-2 16,1 2-3-16,-12-1 3 0,10-3 4 0,-13 4 4 16,3-3 3-16,-7 1 4 0,2-2 6 0,-6 0 3 15,-9 0 25-15,-7 3 26 0,1-3 24 0,-3 1 18 0,-4 1 9 0,2 0-4 0,-6-3-7 16,0 2-3-16,0-2-16 0,-3 5-6 0,-6-6 6 16,-1 5-19-16,-3-2-2 0,-8 1-4 15,2 3-8-15,-6 0 0 0,1 2-5 0,1 3-1 16,-2 1 3-16,2 0-8 0,2 2-6 15,0-1 1-15,4 1-2 0,1-1 2 0,4 1-4 16,2 1 0-16,1-1 1 0,3 1 1 0,3 2 11 16,0-4-3-16,5 4-2 0,2-5 7 0,6 0-3 15,6 1 4-15,3-3 0 0,5 0 4 16,0 1 0-16,1-6-5 0,1-2 3 0,-1 0-2 16,-6 0 5-16,1-3 12 0,-5 1 10 0,0-2 24 0,-5 1 10 0,-2 0-1 0,-2-2 0 15,1-1-12-15,0-1-5 0,-3-3-13 0,-2 0-20 16,2-3-12-16,-4 0-25 0,1-1-11 0,-3 3-14 15,-2 3-5-15,1-4-21 0,-4 3-25 16,1 2-23-16,-1 0-27 0,-1-1-38 0,-1 3-47 16,1 2-52-16,0-2-240 0,0 1-562 0,4 3 249 15</inkml:trace>
  <inkml:trace contextRef="#ctx0" brushRef="#br1" timeOffset="108997.9">30353 13307 354 0,'1'-3'403'16,"2"-3"-36"-16,-2 5-50 0,-1 1-41 0,4-5-30 16,-4 5-31-16,0 0-36 0,0 0-14 0,0 0-24 15,0 0-13-15,-8 20-12 0,-1-6-13 16,-2 3-11-16,-4 5-5 0,-3 0-9 0,-2 3-6 15,-3-3-10-15,3 1-4 0,-2-1-6 0,3-3-9 16,5-6-2-16,0-1-4 0,3-3-6 16,3-2-11-16,0 0 2 0,0-2 3 0,6-1 0 15,-3 0 15-15,1 0 37 0,0-3 38 0,4-1 25 16,-5 2 12-16,5-2-12 0,0 0-16 0,0 0-10 0,9-19-14 0,0 11-9 0,0-1-11 16,4-3-11-16,-2 4-7 0,1-4-8 0,-2 5-7 15,3-1-7-15,-3 1-1 0,0 3-5 16,-1-1-11-16,-2 2-8 0,0 1-2 0,2 2-16 15,0 2-12-15,3 1-9 0,-2 4-18 0,1 1-9 16,2 1-35-16,-1 5-36 0,-1-3-28 0,3 2-47 16,-4 2-45-16,-1-4-58 0,5 2-70 15,-6-1-251-15,-4-8-672 0,2 1 298 0</inkml:trace>
  <inkml:trace contextRef="#ctx0" brushRef="#br1" timeOffset="109283.84">30169 13358 2808 0,'-24'-12'273'16,"-2"-3"-110"-16,13 8-9 0,-1-1 15 0,5 3 31 15,2-1-4-15,0 1-8 0,1 2-5 0,1 0-4 16,2 1-10-16,3 2-18 0,3-9-19 16,11 6-14-16,15-2-15 0,12-2-10 0,19 3-13 15,7-1-20-15,31-3-10 0,-2 4-8 0,-8-1-3 16,-23 2-12-16,25-2-5 0,-28-1-3 0,-2-1-7 15,-5-2-2-15,-15 5-2 0,-6 0 3 16,-2-4-2-16,-14 5 7 0,-4 3 10 0,-1-3 7 0,-1 0-9 0,-6 0-2 0,-1 1-12 16,-1-1-24-16,-3 2-33 0,-1 1-49 0,0 0-61 15,-14-7-57-15,0 8-51 0,-8 3-72 0,-4-1-90 16,-3 0-280-16,7 1-767 0,2 0 340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6:59:38.31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3117 2163 106 0,'-1'-6'367'0,"1"6"-10"0,0-5-17 16,0 5-13-16,-1-6-7 0,2 2-26 16,-1 4-1-16,-3-7-23 0,2 3-21 15,1 4-19-15,0-5-16 0,0 5-28 0,0-6-14 0,0 6-22 0,-2-2-15 16,2 2-17-16,0 0-20 0,0 0-36 15,0 0-43-15,0 0-62 0,0 0-21 16,0 0-26-16,0 0-15 0,3 17-7 0,-1-6 5 0,-5 7 8 0,1 10 13 16,-1 0 12-16,2 5 8 0,-2 1 6 15,1 0-17-15,1 0 6 0,-2 12 13 0,0-14 2 16,-2-1 12-16,4-4-9 0,0 1 6 16,1-8-1-16,-2-3 4 0,1 0 1 0,-3-2 4 0,4-2-1 0,3-6 0 15,-3 4 4-15,-3-5 8 0,3-1 14 16,3-1 26-16,-3-4 31 0,0 4 21 15,0-4 15-15,0 4 11 0,0-4-40 0,0 0-70 0,1-13-43 0,-1 3-23 16,0-2-5-16,0-5-35 0,0-2-50 16,1 0-231-16,-3-8-440 0,2-2 195 0</inkml:trace>
  <inkml:trace contextRef="#ctx0" brushRef="#br0" timeOffset="248.47">3101 1987 291 0,'-1'-4'320'0,"-2"1"-11"16,3 3-24-16,-3-7-21 0,3 7-15 16,0 0-27-16,-1-3-19 0,1 3-22 0,0 0-26 15,0 0-11-15,12-6-17 0,2 6-16 16,5-2-13-16,12-1-8 0,4 3-8 0,6-3-11 0,11 3-8 0,-13 0-6 16,-1 0-9-16,-1 0-29 0,0 1-16 0,-1 3-15 15,-5-3-12-15,-3 1-16 16,-9 2-24-16,-1-2-30 0,-4-2-38 0,-4 1-13 0,-3 1-17 0,-1 1 15 0,-5 1 10 15,-1 0 11-15,-1 0 17 16,-7 4-8-16,-2 1-13 0,-12 5-19 0,5-3-29 0,-8 0-93 16,7-1-295-16,2-1 131 15</inkml:trace>
  <inkml:trace contextRef="#ctx0" brushRef="#br0" timeOffset="612.07">3186 2607 122 0,'0'0'191'0,"-3"2"-7"0,3-2-12 0,-6 4 1 0,6-4-3 0,0 0-8 15,0 0-5-15,0 0-12 0,0 0-11 16,0 0-2-16,0 0-9 0,0 0-3 16,13 4-8-16,-1-5-10 0,7-1-4 15,9-3-13-15,4 3-3 0,0-2-1 0,2-1-5 0,0-1-3 0,1 2-2 16,-4 1-5-16,-4-1-3 0,-5 3-4 16,-5-1 0-16,-6 0-10 0,-3 2 0 0,0 0-6 15,-3-2-6-15,-5 2 5 0,11-1-5 0,-11 1-4 0,6 0-10 16,-6 0-17-16,0 0-18 0,9-2-18 0,-9 2-14 15,0 0-23-15,0 0 6 0,0 0-27 16,-15 12-43-16,3-8-70 0,-6-3-249 0,2-1-487 16,0 3 216-16</inkml:trace>
  <inkml:trace contextRef="#ctx0" brushRef="#br0" timeOffset="999.98">3230 2426 140 0,'-9'2'313'0,"9"-2"-20"0,0 0-25 0,0 0-20 0,0 0-18 15,-8 3-21-15,8-3-10 0,0 0-18 0,0 0-11 16,0 0-14-16,0 0-21 0,0 0-14 0,0 0-24 15,0 0-1-15,0 0-4 0,0 0-21 0,40-5-4 16,-18 3-8-16,10 1-9 0,2-2 1 0,3-1-10 16,18-3-6-16,-4 4 4 0,-11-1-10 0,12-1 0 15,-16 0-3-15,-2 2-3 0,0-1-3 0,-7 0-1 16,-7 3 0-16,-7 1-4 0,-1 0-1 0,-1-3 2 16,-5 2 18-16,-6 1 10 0,11-1 7 15,-11 1 8-15,10-2 8 16,-10 2-4-16,0 0-8 0,6-3-18 0,-6 3-12 15,0 0-15-15,0 0-26 0,6-1-20 0,-6 1-34 16,0 0-55-16,0 0-49 0,0 0-51 0,-16 7-53 16,7-6-238-16,9-1-558 0,-16 0 247 0</inkml:trace>
  <inkml:trace contextRef="#ctx0" brushRef="#br0" timeOffset="1654.2">4008 2348 97 0,'0'0'428'0,"0"0"-39"0,0 0-29 0,0 0-34 16,0 0-40-16,10 3-31 0,-10-3-37 0,0 0-18 15,0 0-30-15,0 0-39 0,3 8-11 0,-3-8-16 16,0 10-10-16,0-2-11 0,0 4-8 0,0 5-4 15,0-2-10-15,0 4-7 0,0-2-2 0,0 0-2 16,2-2-3-16,0-3-30 0,-2 0 2 0,2-2-15 16,-1-3-14-16,2-1-2 0,0-1 3 0,-3-2 8 0,2 2 14 15,-2-5 22-15,4 3 13 0,-4-3-2 0,0 0-5 16,17-11 12-16,-10 4 10 0,2 0 4 0,0-2 7 16,4-3-3-16,0-2-8 0,-2-2-4 0,6-5-12 15,-4 6-2-15,1 1 5 0,-4 2-8 0,1 0 1 16,-3 4-3-16,-3 1 3 0,0 2-14 0,-1 3-9 15,0-2-16-15,0 0-10 0,-4 4-20 0,6-4-5 0,-6 4-2 0,0 0 0 32,19 7 5-32,-10-2 1 0,0 1-2 0,3 2 1 15,3 0-5-15,-6-1-3 0,9 4-10 0,-4 0-2 0,3-4-8 0,-1 4-8 0,0-5-9 16,0 1-5-16,-3-2-5 0,-1-3 8 0,0-1 3 16,-2-1 10-16,3-3 5 0,-4-1 7 0,0-2 8 15,-2-2 15-15,0-3 12 16,-3-3 17-16,1-1 18 0,-1-2 11 0,-4-2 14 15,0-1 1-15,1-6 16 0,1 0 14 16,-4-2 10-16,1 1 20 0,-2-2-2 0,2 0-2 0,-2-1 3 16,1 0-1-16,1 3 28 0,-1 1 38 15,1 11-8-15,1 3-5 0,-3 2-14 0,3 1-17 16,-1 4-17-16,1-2-17 0,0 3-37 0,0 4-57 16,0 0-61-16,0 0-41 0,0 0 9 0,0 0 10 0,-5 18 7 0,4-1 11 15,-2 9 11-15,2 4 4 0,-1 4 9 0,2 3 4 16,0-2 4-16,2-3 11 0,-1 2-2 0,5-1 21 15,1-6-9-15,-4 0 2 0,3-8-14 16,-2 0 0-16,1-2-11 0,-4-7-25 0,3 0-10 0,1-1-23 16,-4-3-6-16,2-1-9 0,1 1-8 15,-3-3-8-15,2 1-7 0,-3-4-18 16,0 0-92-16,0 0-333 0,11-8-623 0,-3 2 276 16</inkml:trace>
  <inkml:trace contextRef="#ctx0" brushRef="#br0" timeOffset="2015.15">4616 2387 42 0,'0'0'157'0,"0"0"-6"16,0 0 7-16,3 4 12 0,-3-4 13 0,0 0 0 16,9 3-8-16,-9-3-12 0,15 0-15 15,-3 0-13-15,-1-3-13 0,7-1-15 0,-7 2 1 0,7-3-12 16,0-2-6-16,-1-1-8 0,-3 3-2 15,0-4-4-15,3 1-4 16,-7 1-3-16,6-2 7 0,0 1 6 0,-3-2 5 16,-4 3 18-16,-3 3 8 0,-2-3 12 0,2 3-4 0,-2 0 1 0,-4 4-9 0,5-9-15 15,-5 9-12-15,-3-5-20 0,3 5-18 0,0 0-11 16,0 0-9-16,-19 0-3 0,19 0-6 16,-26 11-4-16,10-3-4 0,-3 2 1 0,5 2-4 15,-4 0 7-15,4 2-5 0,0 2 0 16,2 1-16-16,1-1-9 0,-1 0-7 15,6 1-6-15,0-3-9 0,3-3-7 0,2 1-13 16,5 0-9-16,-1-2-21 0,5 0-28 0,1-1-34 16,9-4-64-16,0-1-314 0,1-6-571 0,1 0 253 15</inkml:trace>
  <inkml:trace contextRef="#ctx0" brushRef="#br0" timeOffset="2415.94">4977 2247 289 0,'0'0'301'0,"-3"-6"-37"0,3 6-28 0,0 0-24 15,12-2-20-15,-12 2-20 16,0 0-12-16,24 8-6 0,-13-2-14 0,7 2-13 16,-1 2-11-16,-3 2-7 0,0 0-11 0,1 0-10 15,0 3-4-15,-2 1-13 0,0 5-5 0,-4-3-3 16,-4 1-7-16,0 5-2 0,-2-6-11 0,-3 2-4 15,-3-1-3-15,2-2-5 0,-4-1-3 0,1-3-5 16,-1-1 3-16,0-1-4 0,1-4 0 16,-1 0 6-16,1-2 11 0,0 0 29 0,2-2 25 0,2-3 45 0,-3 3 37 0,3-3 27 15,0 0-2-15,0 0 0 0,0 0 11 0,-13-8 6 16,13-4-30-16,-1 0-28 0,4-5-32 16,1-8-24-16,3-1-23 0,2-4-23 0,4 0-13 15,1 0-10-15,0 3 0 0,0 2-7 0,-1 3-2 16,2-2-3-16,-6 9 0 0,-2 7-3 15,-1-1-1-15,-2 0-5 0,3 3-3 16,-4 1 0-16,1 0-7 0,-2 1-6 0,-2 4-18 16,4-5-31-16,-4 5-40 0,4-5-44 0,-4 5-42 15,0 0 8-15,0 0 11 0,0 0-28 0,4 13-26 16,-4-13-29-16,-1 9-40 0,2-6-55 0,-1-3-300 16,-1 9-688-16,1-9 305 0</inkml:trace>
  <inkml:trace contextRef="#ctx0" brushRef="#br0" timeOffset="2895.46">5668 1791 45 0,'0'0'360'16,"0"0"6"-16,0 0-8 0,0 0-8 15,-1-9-13-15,1 9-29 0,0 0-30 0,0 0-17 16,0 0-29-16,0 0-20 0,0 0-31 0,0 0-20 0,0 0-26 0,0 0-17 0,0 0-44 15,0 0-33-15,0 0-20 0,0 0-6 0,-7 15-26 16,1-3-29-16,2 2-29 0,-1 3-38 0,-5 0-46 16,-7 3-71-16,3 1-98 0,1-6-167 15,3-1-528-15,-3 0 235 0</inkml:trace>
  <inkml:trace contextRef="#ctx0" brushRef="#br0" timeOffset="3310.5">5865 2118 216 0,'0'0'329'0,"0"0"-14"0,0 0-19 16,1-5-19-16,-1 5-18 0,0 0-23 0,0 0-29 16,0 0-23-16,0 0-27 0,0 0-17 15,0 0-14-15,0 0-8 0,-13 8-18 0,4-3-8 16,-1 2-12-16,1 0-12 0,0 0-8 16,-1 1-4-16,-2 4-10 0,-1 2-1 0,6-3-7 0,-2 2 0 15,0 1-8-15,0 2 0 0,5-4-6 0,1 5-2 0,4-5-4 0,-1 5 1 0,4-1-8 16,1 1 3-16,2-1 1 0,2 0-5 15,3-2-4-15,-1 0 4 0,3-2-2 0,-1-1-3 16,0 1 3-16,-4-2-3 0,1-4-4 16,-5-1 7-16,2 2-7 0,-6-3 0 0,4-2 12 15,-2 1-29-15,-2 2-4 0,-1-5 4 0,-4 4-1 16,-2-2 1-16,-7 0-22 0,-8 1-56 16,-8-1-95-16,0-1-367 0,-3-3-603 0,1-4 267 15</inkml:trace>
  <inkml:trace contextRef="#ctx0" brushRef="#br0" timeOffset="4593.5">7035 2104 125 0,'0'0'195'0,"-4"2"-16"0,4-2-23 16,0 0-11-16,0 0-18 0,-6 0-12 0,6 0-9 16,0 0-12-16,0 0-2 0,0 0-7 15,0 0-2-15,0 0-10 0,24-2-7 0,-11-1-13 16,5 1 4-16,1-3-10 0,-2 2-8 15,2-2 5-15,0 0-11 0,-2 1-2 0,1-3-1 0,-7 1-3 0,2 0-4 0,-3 0 2 0,0 0 8 16,0-1 12-16,-2 2 17 0,-4 1 6 16,1 0-1-16,-2-1 7 0,-2 1-10 0,-1 0 5 15,-3-1-17-15,0 2-7 0,-4 1-1 16,-3 2-11-16,-5 2-2 0,-4 1-5 0,-10 3-2 16,1 4-7-16,-3 1 0 0,2 2-2 15,-2 2-5-15,3 2 1 0,0 0-8 0,1 2 0 16,2 2 1-16,-2-1 1 0,4 0-2 15,5 1 0-15,-1 1 1 0,6 2 0 0,-2 1-3 16,9-9 3-16,0 4-2 0,6-3-4 0,3 2-4 16,3-2 7-16,5-2-1 0,12-2-1 0,7 2 2 15,20-5 2-15,9-1 1 0,5-8-1 0,28-1-3 0,-26-3 1 0,30-9 3 0,-5 2 0 16,-27 0-2-16,-2-6 2 0,2 1-13 16,-5 2-4-16,-4-4-3 0,-7-1-6 0,-13 4-4 15,-2-3 4-15,-3 0 0 0,-6 0 4 16,-9 5 18-16,-2 0 33 0,-5 3 23 0,-2-2 14 15,-3 1-1-15,-2 3 4 0,-2-2 0 16,-2 4-9-16,-1-2-10 0,-4 2-8 0,-2 1-8 16,-2 0-5-16,-9 5-2 0,-2 1-9 0,-6 5-2 15,-2 3-1-15,-1 2-3 0,-1 1 0 0,5 5-2 16,-2-1-5-16,5 3 2 0,4-2-14 0,7-4-8 16,-1 2-6-16,5-2-9 0,-2 2-9 0,10-6-4 0,-1 1 4 0,7 1 4 0,2-6 6 15,6 2 5-15,6-3 1 0,7-2 3 16,10-6 3-16,-1 1-1 0,3-5 2 0,3-1 3 15,-4-1 5-15,1-1-1 0,-4-1 0 0,-4-2 0 16,-2-2 2-16,-11 3 4 0,5-7-4 0,-8 5 9 16,0 1 0-16,-3 0 8 0,-5-1 7 0,-1 0 0 0,-1 4-2 15,-2-2-2 1,-5 1-7-16,3 3 3 0,-7-1-7 0,3 3 2 16,-4-1-11-16,-5 5-8 0,1-1-11 0,-6-1-9 15,-1 4-18-15,3 2-25 0,-3 2-17 0,4 1-34 16,-2-1-32-16,7 0-46 0,2 1-223 0,2 2-462 15,5-5 204-15</inkml:trace>
  <inkml:trace contextRef="#ctx0" brushRef="#br0" timeOffset="4962.76">8268 2300 31 0,'0'0'233'0,"0"0"-29"0,0 0-18 16,0 0-13-16,27-12-16 0,-14 9-15 16,5-8-10-16,4 7-14 0,-1-7-11 0,-3 5-11 15,6-6-9-15,-3 2-2 0,-7 1 2 0,5-3 10 16,-6 0-2-16,2 0 9 0,-4 2-14 0,-1-3 1 0,-4 1 1 0,-2 3 6 15,0 0-13-15,-3-3-1 0,0 9-9 0,-3-6-9 16,-1 3-6-16,-2 2-8 0,-5-1-7 0,-2 3-10 16,-5 2-6-16,-4 2-6 0,-1 6-3 0,-6 2-5 15,-2 2-1-15,3 2-1 0,-1 6-4 0,3-2 0 16,5 2-1-16,2-1-2 0,8-2-3 0,2 2-3 16,2 0-3-16,3-1-4 0,7-1-2 0,6-1 4 0,6-3 0 15,13 4-14-15,4-5-48 0,22-2-63 0,1-6-104 0,0-4-213 16,5-8-483-16,-1-1 215 0</inkml:trace>
  <inkml:trace contextRef="#ctx0" brushRef="#br0" timeOffset="5732.42">8910 1789 254 0,'1'-2'283'0,"-1"2"-36"0,0-5-27 15,0 5-29-15,0 0-18 0,0 0-19 0,0 0-18 0,4 19-13 16,-4 0-14-16,1-1-14 0,-1 8-6 0,0 4-11 15,0 6-4-15,-2 10-8 0,-2 0-5 0,-1-10-7 16,-3 12-5-16,4 8 1 0,-2-9-8 0,2 0 0 16,-1-12 3-16,4-2-11 0,-2-4-3 15,3-1-4-15,0-8-8 16,0-1 0-16,0-2-8 0,4-7 0 0,-4 0 2 16,2-3 5-16,1-1 6 0,-3 0 22 0,0-6 30 15,0 5 37-15,0-5 23 0,0 0-8 0,0 0-11 16,0 0 5-16,14-10 0 0,-10 3-9 0,1 0-3 15,-1-3-7-15,0 1-6 0,-2-5-15 0,1-1-8 16,1 0-26-16,-7-2-4 0,3 3-5 0,-1-3-19 16,-4 0-14-16,-3 1-5 0,-1 1-5 0,-4 2-6 0,-2-2-6 15,-2 1 0-15,-7 0-4 0,-3 6 2 0,2-1-3 16,-2 4 5-16,8 0-12 0,-2 0 3 0,6 5-18 16,5-2-20-16,1 3-15 0,9-1-22 0,-14 1-15 15,7-1-11-15,7 0 2 0,0 0 6 0,0 0-3 16,0 0-23-16,35 0-20 0,-14-5-19 0,10 1-36 15,1-3-33-15,0-1-151 16,0-2-436-16,0 1 193 0</inkml:trace>
  <inkml:trace contextRef="#ctx0" brushRef="#br0" timeOffset="6318.03">9149 1978 116 0,'15'-24'187'0,"-5"1"14"16,-3 5 15-16,0 1 22 0,-2 0 15 0,-2 5 4 0,1 0 29 0,0 2-4 15,-3 3-20-15,2 2-18 0,-3 0-22 16,1 0-28-16,0 1-29 0,-1 4-27 0,2-8-43 15,-2 8-38-15,0 0-12 0,0 0-2 0,0 18-13 16,-2-1 3-16,0 6 1 0,-4 6-9 0,0 4-3 16,-3-1 3-16,-4 14-5 0,3 0-4 0,0 1 4 15,0 4 1-15,5-3-1 0,1-15-10 0,0 2 7 16,0-4-2-16,8-2-4 0,-4-3-1 0,1-5 0 16,-1-3 8-16,3-6-13 15,-2 2 1-15,2-1 2 0,-3-8 4 16,3 4-2-16,-1-3 12 0,-2-6 15 0,1 9 29 0,-1-9 31 0,0 5 16 0,0-5-9 0,0 0-8 15,0 0-8-15,0 0-10 0,9-16-12 0,-8 6-6 32,0 0-26-32,2-7-25 0,-2 0-16 0,-2-3-22 15,-2 2-22-15,-3 1-11 0,-3-8-2 0,0 9-1 0,-2 0-6 0,-6-3 6 16,-1 4 9-16,4 1-1 0,0 4 6 0,-4 1 4 16,2 1 7-16,5 3-1 0,1 1 7 0,3-1-4 15,1 5-25-15,1-3-18 0,1-1-10 0,4 4-1 16,0 0 12-16,0 0 5 0,0 0 5 0,26 0 6 15,-6 0 5-15,9 0 1 0,5-1-7 0,3-3-2 16,-1 4-5-16,0-3 0 0,-2 1 10 16,2 0 4-16,-3 1 7 0,3-1 5 0,-6 0 3 0,-1-1 4 0,-2 1 5 0,-8-1 12 15,-5 2 33-15,-3-2 42 0,-4 1 29 0,0-1 36 16,2 0 20-16,-9 3 23 0,10-4 10 16,-6 3-6-16,-4 1 0 0,0 0-19 0,9-1-6 15,-9 1-14-15,0 0-19 0,0 0-14 0,0 0-10 16,0 0-19-16,0 0-22 0,10 4-15 0,-10-4-5 15,0 0-10-15,3 10 1 16,-6-3-12-16,2 3 7 0,0 1-5 0,-2 2 4 16,2 1 5-16,-4 2-9 0,5 0 7 0,0 2-4 15,0-1 2-15,0-6-1 0,-1 3 9 0,2-4-7 16,-1 0-35-16,0-2-23 0,0-1-18 0,0-1-18 16,0-6-6-16,0 8-7 0,0-4-3 0,0-4-1 15,1 5 1-15,-1-5-48 0,0 0-95 0,0 0-80 16,4-14-213-16,-3 2-581 0,2 2 257 0</inkml:trace>
  <inkml:trace contextRef="#ctx0" brushRef="#br0" timeOffset="6480.74">9532 2002 318 0,'0'0'329'0,"0"0"-31"0,-1-6-21 31,1 6-32-31,0 0-24 0,-3-5-26 0,3 5-23 16,0 0-33-16,0 0-41 0,0 0-19 0,4-3-37 0,-4 3-34 15,0 0-46-15,13 7-55 0,-4-5-68 0,-1 2-195 16,-2-4-383-16,4 1 169 0</inkml:trace>
  <inkml:trace contextRef="#ctx0" brushRef="#br0" timeOffset="7051.12">9872 2120 191 0,'0'0'200'0,"0"0"-3"0,1 6-14 0,-1-6-20 0,0 0-15 0,0 0-14 15,21-3-10-15,-11 1-18 0,1 1-15 0,2-3-2 16,2 1-12-16,2-1-7 0,-3 1-8 0,3-2-5 16,-4 1-6-16,-4-2-1 0,0 1-2 0,0 0-6 15,-2 1 16-15,-1 0 6 0,0 0 10 0,-2 0-2 16,-1 2-2-16,-3 2-7 0,0 0-16 0,0 0-11 15,0 0-5-15,0 0-8 16,-19-5-2-16,19 5-4 0,-29 9-1 0,10-2-1 16,-8 4-5-16,5-4 1 0,0 7-2 15,3-2-3-15,-4 3 6 0,8-2-10 0,-4 8 11 16,2-2-7-16,6-2-3 0,-1-1 1 0,6-3 0 16,-2 4-5-16,7-7-3 0,1 2-1 0,1 0 4 15,4-4-2-15,4 1 4 0,3-2 2 0,7-1-1 16,7 0-1-16,5-4-4 0,-3-2-1 0,4 0-4 0,0-2-1 0,0-4 4 15,-4-2 3-15,2-1 0 0,-5-2-2 0,-7-1 17 16,1 3 14-16,3-9 11 0,-9 6 12 0,-3-3 13 16,4 2 16-16,-5 1 20 0,0 2 15 0,-3 0 10 15,-2 0 11-15,1 4 8 0,-1 0-1 0,-3 1 4 16,2-2-16-16,-3 5-12 0,0 2-6 0,6-7-30 16,-6 7-4-1,3-3-6-15,-3 3-27 0,0 0-38 0,4-7-22 16,-4 7 0-16,0 0-5 0,0 0 1 0,0 0-4 0,0 0 5 15,0 27 4-15,-2-20 3 0,0 5 0 16,2-3 2-16,0 7 5 0,-1 0 1 0,-1-5-5 16,1 0 13-16,2 0-18 0,-2 1-19 0,1-1-11 15,1-4-7-15,-1 7-15 0,2-11-18 0,-4 4-4 16,2-2 1-16,0-5-1 0,-1 7-2 0,1-7-2 0,-2 3-8 0,2-3-92 16,0 0-57-16,0 0-34 0,-11-15-190 0,6 3-512 15,0-3 227-15</inkml:trace>
  <inkml:trace contextRef="#ctx0" brushRef="#br0" timeOffset="7214.09">10183 1923 254 0,'0'0'327'0,"-3"-6"-24"0,3 3-36 16,0 3-25-16,3-6-30 0,-3 6-18 0,0 0-28 16,-3-3-33-16,3 3-21 0,0 0-26 0,0 0-34 15,0 0-47-15,15 8-55 0,-8-4-57 0,-2 1-72 16,0-2-158-16,5 3-363 0,-2-3 161 0</inkml:trace>
  <inkml:trace contextRef="#ctx0" brushRef="#br0" timeOffset="8137.85">10447 2237 126 0,'0'0'268'0,"0"0"-9"0,0 0-8 16,0 0-20-16,0 0-23 0,0 0-25 0,14 2-17 15,-2-5-14-15,0-1-17 0,6 2-11 16,-1-5-14-16,1-3-10 0,0 3-8 0,1-1-3 0,-4-4-15 16,3 2-9-1,0-2-4-15,-3 1-5 0,1 0-5 0,-7 2 8 16,1 0 7-16,-1 3 7 0,-3-3 4 0,-1 1 3 15,1 1 10-15,-3 2-4 0,0 0-6 0,-2 1-12 16,-1 4-6-16,0-8-12 0,0 8-18 0,-4-7 1 16,-3 5-15-16,-4-1 0 0,0 3-9 0,-6 0 4 15,-1 3-6-15,-5-2-1 0,4 3-1 0,-2 2-4 16,1 1 4-16,-3 3-2 0,4 0 2 0,2-2-23 0,1 3-9 0,2 4-6 16,1-3-13-16,2 3-5 0,3-5-13 0,0 2 0 15,8 0-2-15,0-2 7 0,4-1-1 0,4 3 1 16,5-3 1-16,4 1-3 0,4-3-8 15,7-1-7-15,0-4-17 0,2-2-8 0,0 0-6 16,1-2 6-16,1-4 3 0,-7 2 5 0,-4-3 20 16,-2 0 25-16,-4-5 33 0,0 3 34 0,-2 0 29 0,-4 0 38 0,0-2 21 31,0 2 24-31,-5-3 14 0,2 3 27 0,3-1 27 0,-5 2 12 0,-3 1 21 0,3 1 5 0,0 3-5 16,-1 0-9-16,-3 3-22 0,2-9-22 0,-2 9-23 15,4-3-24-15,-4 3-15 0,0 0-29 0,0 0-31 16,0-5-36-16,0 5-33 0,0 0 4 0,0 0 2 15,0 0 1 1,0 0 2-16,-4 25-7 0,3-16-30 0,0 3-8 16,-2-2-11-16,3 0-2 0,-1 0-5 0,1 2-4 15,-3 0-4-15,3-4-2 0,-1-2 12 0,1 2-6 16,-3-1 10-16,3-7 12 0,0 7 29 0,0-7 29 16,3 5 41-16,-3-5 3 0,0 0-6 0,0 0-2 15,17-11-4-15,-7 4 5 0,-4 0-2 0,6-1 2 16,3-3-1-16,-3-1-2 0,0 1-3 0,-3 0-11 0,2 4 2 0,-1 0 0 15,-1-1 3-15,-3 4-7 0,-1 1-7 0,5-4 2 16,-6 0-6-16,1 6-16 0,4 0-14 0,-1 0-1 16,-8 1-10-16,15 1-2 0,-6 0-7 0,5 2-2 15,-1 4 5-15,1 1-4 0,3-1 1 0,-1 1 4 16,1 2-24-16,2-1-5 0,-2 3-9 0,6 2-9 16,-5-7-10-16,-2 1-8 15,2-4-1-15,-5-1-3 0,1-1 10 16,-4-1 4-16,-1-1 11 0,0-3 5 0,-1-4 11 15,-2 3 5-15,-2-4 9 0,3 0 13 0,-1-1 13 16,-4-1 9-16,1-1 15 0,-1-1 19 0,2-1-1 16,-2-5 12-16,0 5 15 0,1-5 3 0,-2 1 13 15,2-3-7-15,0 2 6 0,0-2-5 0,-1-1 10 16,2 4 6-16,-1 2 6 0,-2 5 20 0,0-2-5 0,1 7-9 0,-2-2-17 16,0 2-16-16,0 1-46 0,0 4-36 0,0 0-23 15,0 0 8-15,0 0 2 0,0 0 6 0,-11 23 3 16,6-8 2-16,-2 5 4 0,-1 4 5 0,-1 2 11 15,0-1-30-15,3 1-27 0,2-6-13 0,-1 4-14 16,5 5-16-16,-3-10-14 0,3 0-30 0,3-4-37 16,-3-5-34-1,1 1-49-15,-1-5-269 0,0-6-584 0,5 2 259 16</inkml:trace>
  <inkml:trace contextRef="#ctx0" brushRef="#br0" timeOffset="8402.65">11187 2027 20 0,'0'0'264'0,"0"0"4"0,-10 0-4 0,10 0-16 0,0 0-16 16,0 0-25-16,25-3-17 0,2 1-22 0,10-1-17 16,14 3-13-16,3-2-16 0,1 2-12 15,1-3-12-15,-5-2 9 0,3 4 9 0,-16-2 7 16,3-1 3-16,-4 1-3 0,-5 1 8 0,-14 1 19 0,0-2 10 0,0 2 22 15,-8-2 8-15,-5 3-2 0,2 0-8 0,-7 0-9 16,6-3-22-16,-6 3-24 0,0 0-26 0,9-1-44 16,-9 1-107-1,0 0-105-15,0 0-78 0,0 0-89 0,-40-1-358 16,30-1-737-16,-4 1 326 0</inkml:trace>
  <inkml:trace contextRef="#ctx0" brushRef="#br0" timeOffset="14919.77">6796 2310 135 0,'0'0'155'16,"-2"-3"-16"-16,2 3-8 0,0 0-13 0,1-4-6 15,-1 4-13-15,0 0-11 0,0 0-5 0,5-6-14 16,0 2-2-16,0 4-8 0,3-5-6 0,-2 5-8 15,3-5-2-15,2 4-5 0,1-5-6 16,-1 3-6-16,3 0 3 0,2 1-9 0,2-2 5 0,0-1 5 16,4 3-12-16,-1-1-3 15,7 0 1-15,2-1-3 0,3-1-1 0,-1 4 1 16,0-1-5-16,4-1 1 0,1 3-2 0,-2-2 2 16,5 0 3-16,0 1-1 0,12-3-2 0,-12 2 0 15,15-1 1-15,1-2-4 0,-1 3 1 16,-1 2 1-16,2-2 4 0,4-3 2 0,0-1 5 15,0 5 3-15,-2-2-8 0,3 3 6 0,2-2-8 0,-7 2 1 0,0 2 11 0,0-4-3 16,2-1-8-16,-7 1 0 0,6 2-2 0,-2 1-3 16,-1-1-2-16,3-1 1 0,-3 1-3 15,-13 0 2-15,9-3 1 0,2 3 0 0,-1-2-1 16,-14 2-1-16,16-2-1 0,-14-1-2 0,12 2 1 16,-1-5 5-16,3 2-4 0,-15 1 3 0,2 0-2 15,10 1 0-15,-10 0 4 0,9-1-1 0,-11 1 4 16,2-1-8-16,0 1 3 15,-2 0 1-15,4-3 0 0,-5 2 1 0,3 1-6 16,1 2 5-16,-2-1-1 0,14-1-1 0,-15 0 2 0,3-3-2 0,0 1 4 0,11 1-6 0,3 2 4 16,-4-4-4-16,-11 3 6 0,15-2-4 0,-2 2 4 15,2 1-6-15,0-4-26 0,-2 5-2 0,2-3 8 16,-2 2 0-16,-1-4 2 0,1 4 2 16,2-1 0-16,-3-2 1 0,-12 4-2 15,19-4 8-15,-7 0-2 0,-11 4 4 0,10-5-5 16,2 5-3-16,-14-2 5 0,15 0 0 15,-13 2 6-15,9-3 0 0,2 2 5 0,-15 0-4 16,1-2 8-16,12 1-6 0,-10 0 2 0,-3 1-1 16,0-2 6-16,-2 2-1 0,-1-2 0 0,-1 1 6 15,2 2-8-15,-3-3 4 0,-2-1-6 0,-9 4 0 16,8-3 3-16,-6 3 2 0,-4-2-3 0,2 2 6 0,-2 0 4 0,-1-3 4 16,-2 3 0-16,-2 0 5 0,-2 0 0 0,1 0 2 15,-1-2 0-15,-2 0 4 0,0 2-1 0,1-2-7 16,-2 1 0-16,-4 1-1 0,0-2-1 0,2 1-3 15,-7 1 0-15,7 0 2 0,-7 0 0 0,0 0 6 16,8-2 1-16,-8 2-4 0,4 0 3 16,-4 0-3-16,0 0 0 0,0 0-6 15,0 0-2-15,0 0-1 0,5-2-11 0,-5 2-16 16,0 0-20-16,0 0-28 0,0 0-20 16,0 0-37-16,0 0-20 0,0 0-35 0,0 0-195 15,0 0-397-15,0 0 176 0</inkml:trace>
  <inkml:trace contextRef="#ctx0" brushRef="#br0" timeOffset="16626.32">7669 2099 96 0,'-10'-7'129'0,"0"6"-17"0,-2-3-13 0,-2 4-8 0,1 2-7 16,-7-2-14-16,-10 9-3 0,2-3-13 0,0 6 2 0,-2 0-14 0,0 6 9 0,-3-4-9 15,6 7 9-15,-1-1-11 0,5-1-7 16,-3 2-5-16,6-3 1 0,7-6 2 0,0 5-9 16,4-4 2-16,3-4-2 0,1 1-2 15,1-3-10-15,4-3 8 0,2 1 6 0,4-2-1 16,1-3-1-16,5-3 6 0,3-2-10 16,5-5-2-16,-4 1 1 0,8-6-1 0,-8 5 8 15,-2-7 3-15,-1 0 5 0,-4 3-4 0,-2-2 3 16,0 1 1-16,-5 3 0 0,-2-4-3 15,0 3 6-15,-1 1 2 0,-3 0-8 0,0 4 2 16,-6-3-6-16,1 5-3 0,-4 1-3 0,-2-1-8 0,-7 5-6 0,2 1-5 0,-10 3-3 16,0 8 3-16,-6 2-4 0,-11 9 4 15,0 7 0-15,4-3 3 0,11-2-3 0,-4 8-1 16,11-10-2-16,2 2 5 0,6 0-3 0,2 3 0 16,3-3 0-16,10-7-1 15,2 0 0-15,5 0 1 0,5 0 4 0,13 2 2 0,9-5 3 0,18-1 4 16,7-9-3-16,11-11 2 0,28-3-6 15,5-14-4-15,0 1 4 0,2-2 1 0,0-2-6 16,0 1 6-16,-11-7-4 0,-5 10 2 16,-31 3-2-16,-2-10 6 0,-4 12-5 0,-5-8-9 15,-10 6-2-15,-3-1-6 0,-5 4 8 0,-6-5-2 0,-1 4 2 0,-8 2 1 0,-1-1 2 32,-5 3-3-32,-6 2 3 0,0 2 5 0,-2 2-2 0,-5 1-7 0,0 0 5 0,-2 2 1 0,0 3 0 15,-4 4 0-15,-1 1-4 0,-1 4 3 16,-2-1-9-16,-1 7 8 0,4-1-2 0,-2 9 3 15,4-5-4-15,1 7 4 0,7-5 0 16,1 8 3-16,6 1 2 0,3-9-2 0,8 7 4 16,5-5-1-16,3 0 2 0,9-4 5 15,7-1 0-15,21-3 2 0,5-10-3 0,30 0 4 16,1-9 0-16,5-5 0 0,-1-5-8 16,-2 1 0-16,-2-6-1 0,-2-2-2 0,-2-1 5 0,-30 6-5 0,0-1 2 0,1-4 1 0,-1 2 8 15,-5-4-6-15,-2-1-4 0,-5 2-1 16,-7-1 10-16,-10 8-7 0,-8 0 3 0,-1 2-6 15,-8 8 5-15,-3 1 6 0,-3 2-1 16,-3 2-1-16,-1 0-12 0,0-1-17 0,-2 4 3 16,-3 0-5-16,4 7 4 0,-4-2 5 0,0 7-2 15,-3-2 5-15,2 7 1 0,2-4-6 16,2 4 14-16,1 1-9 0,2 7 3 0,8-2 3 16,2 2 0-16,4-4-1 0,4 4 0 0,7-6-9 15,14 9 6-15,11-10-4 0,3-4-3 16,2-6-5-16,32-4-6 0,-28-3-3 0,29-6 7 0,-28-2-13 0,-1-5 14 0,0-3-5 15,-2-2 3-15,0 0 2 0,-6-4-2 0,1-1 9 16,-5 2 3-16,-5 0 2 0,-16 2-5 0,-4 1 5 16,-4 2 18-16,-9 3 18 0,-2 5 1 15,-4 0 12-15,-4 4-2 0,-1-2-14 0,-8 0-3 16,-5 1-1-16,-2 4-7 0,-11 2-2 16,-7 1-1-16,-6 2 3 0,-1 2-7 0,-1 1 0 15,9 0-1-15,-1 0 0 0,2 2-2 0,6-3-4 16,5 2-5-16,6-4-7 0,2 3 0 0,3-2-3 15,2 1 0-15,4-1 4 0,6-2 1 16,4 2 4-16,11-4-2 0,10-2 1 0,5-1 3 16,0-5-3-16,19-1 7 0,-3-8-6 15,-15 5 2-15,9-4-4 0,2-1 3 0,-16 1-3 16,4-1 6-16,-5 0-1 0,0 1 2 0,-8 3 3 0,-7 3 9 0,-6 3-1 0,1 1 9 0,-4-2-6 16,-2 6 4-16,-1-4-7 0,0 1-2 15,-1 2-4-15,-4 1 3 0,0 0-6 0,-14 10 5 16,4-2-4-16,-7 2 0 0,3 1 2 15,-5 2 1-15,5-1-2 0,0 1-1 0,1 1-5 16,3-2-13-16,3 0-1 0,5-2-2 16,1-1-2-16,6 1 4 0,1-3-3 0,6-2 12 15,8 0-5-15,8-5 4 0,4 0-6 0,-1-3 7 16,-2-2-5-16,1-2 5 0,-11 0 3 0,-1 0 5 16,-2 2 13-16,-6-1 10 0,-2 2 12 15,-3 2 7-15,2-1-5 0,-5-1-8 0,-2 4-3 0,-14-4-1 0,3 3-7 0,-10 2 0 16,-8 3-3-16,-4 3-5 0,-2-1-2 0,-1 2 1 15,0 2-5-15,3 2-3 0,2 0-25 0,2 1-41 16,11-2-27-16,3 0-48 0,6-2-194 16,7-4-360-16,4-1 160 0</inkml:trace>
  <inkml:trace contextRef="#ctx0" brushRef="#br0" timeOffset="17854.64">13014 1658 153 0,'7'-17'226'0,"-5"4"0"15,2 3-12-15,-1-1-23 0,-1 6-15 0,-2 1-25 16,4 2-27-16,-4 0-50 0,0 2-13 0,0 0-12 15,4 14-6-15,-8 5-3 0,0 7-3 0,-2 9-6 16,-6 13-3-16,-2 3 2 0,0 4-3 0,-4-1-3 0,4 4-1 0,-2-3-3 16,4-1 9-16,4 1 4 0,0-6-2 0,5-14 3 15,2-1-8-15,1 1 4 0,1-6-6 0,2-3 0 16,0-8-3-16,2-2 0 0,-2-4 7 0,-2-3-9 16,2-1 7-16,-2-3 19 0,0 2 28 0,1-4 37 15,-2-3 45-15,0 0-3 0,0 0-10 16,0 0-17-16,0 0-9 15,9-20-14-15,-7 8-7 0,-2-2-33 0,0 0-16 16,-4-1-21-16,-1-5-20 0,-1 4-7 0,-1-4-17 16,-5-2-5-16,-1-2-10 0,-1 10 5 0,0-1-5 15,-5 3-1-15,-3-3-4 0,4 6 3 0,-4 2 6 16,4-1 2-16,-1 3-4 0,-3 1 6 0,6 4 2 16,2-3 0-16,5 1-5 0,1 2-15 0,1-2-23 15,7 2 10-15,0 0-3 0,0 0 4 0,0 0 6 0,0 0 3 0,32-1-4 16,1-1-4-16,5 0 3 0,18-3-3 15,3 4 5-15,2-3-1 0,-1-3-1 0,3 0 0 16,-4 2 3-16,-5-5 1 0,-1 5-7 0,-3-2-2 16,-16 2 2-16,2-2 6 0,-4 1-1 0,-8-3 8 15,-3 7 1-15,-6-3 11 0,-1 2 11 0,-7-1 10 0,-2 1 6 16,0 1 3 0,-5 2-6-16,0 0 4 0,0 0 3 0,-17-7 1 15,6 6 6-15,-7 2 3 0,-3 2 11 0,-2 1-15 16,4 1 6-16,-10 4-7 0,2 0 3 0,-1 2 1 15,8-2-1-15,-1 0-2 0,3 2 5 0,3 0-8 16,2 1-1-16,4-6-3 0,0 4 9 0,4-1-9 16,1 2 8-16,4-4-2 0,4 5 6 0,3-3 3 15,5-2-4-15,6 0 2 0,1-4-5 0,11-1 5 0,-9 1-10 0,1-2-7 16,0-5 6-16,0 2-5 0,-4-5 6 0,-1 2-9 16,-4 1 2-16,0-4-2 0,-4 3 4 15,0-3-10-15,-3 0 3 0,-1-1 2 0,-5 4-17 16,0-6-8-16,0 1-11 0,-6 0-2 0,-3 3-11 15,0-3-23-15,0 3-22 0,-5-3-26 0,1 1-116 16,-3-1-262-16,5 3 115 0</inkml:trace>
  <inkml:trace contextRef="#ctx0" brushRef="#br0" timeOffset="18218.07">13629 1939 92 0,'6'2'190'0,"3"1"-15"0,4-1-11 0,-3 3-20 16,3-2-6-16,-3 5-14 0,2 3-14 0,0 1-9 16,-1 1-8-16,-1 3-13 0,-1 0-5 0,-3 0-7 15,-1 1-9-15,-2 7-4 0,-2-5-2 0,-1-2-3 0,-2 8-3 0,-2-4-4 16,-1-5 1-16,-1 1-7 0,1-6-7 0,-1 0-3 15,0-3 1-15,3-1 17 0,-2-2 22 0,4 0 34 16,-2-2 27-16,3-3 27 0,0 0 34 0,0 0 4 16,0 0-27-16,0 0-27 0,0 0-4 0,-11-22-31 15,16 9-9-15,0-3-15 0,0-1-5 16,4 0-7-16,4-7-20 16,-2 7 5-16,0 0-12 0,0 0-11 0,2 2-11 15,-2 2-13-15,3 0-33 0,-1 3-26 0,2-1-23 16,-6 3-30-16,4 0-46 0,-5 4-34 0,2-1-44 15,-1 2-47-15,-3 2-200 0,1-2-515 0,-3 1 228 16</inkml:trace>
  <inkml:trace contextRef="#ctx0" brushRef="#br0" timeOffset="18956.43">14218 1964 30 0,'3'-5'335'0,"0"2"-6"16,-3 3-10-16,4-5-17 0,-4 5-29 0,5-5-27 0,-5 5-31 15,4-4-20-15,-4 4-29 0,0 0-27 16,0 0-26-16,0 0-16 0,0 0-13 0,0 0-2 16,3 19-14-16,-1-9-8 0,-2 4 5 0,-2 3-16 15,-1 2 6-15,1-1-13 0,-2 0-4 0,1 0-5 0,0 1-6 0,2-1 1 16,-5-1-10-16,5 0-11 0,-1-5-4 0,2-3-4 15,-1-2 2-15,-1 0 9 0,2-7-3 0,0 8 18 16,0-8 26-16,0 0 30 0,0 0 40 0,0 0 15 16,0 0-4-16,0 0-16 0,0 0-11 0,21-22-19 15,-8 10 2-15,-3-3-13 0,3 1-10 0,6-6-5 16,-1 0-7 0,5 1-11-16,-5 0-9 0,-3 7-1 0,-3 5-2 15,-3-3-9-15,0 4-2 0,-2 0-2 0,-4 1-11 16,3 0-13-16,-2 3-15 0,-4 2-28 0,7-3-18 15,-7 3 6-15,0 0 0 0,12 6 10 0,-8 1-3 16,1 1 8-16,-2 1 4 0,-1 3 5 0,2 0 3 16,-1 2 9-16,3 3-2 0,-6-2 2 0,4 2-1 15,0-5 1-15,-2 2-9 0,0-4-2 0,0-2-4 0,-1-1-5 0,2 0 8 16,-3 0 5-16,3-1 8 0,-3-6 33 0,2 8 22 16,-2-8 21-16,0 0-6 0,0 0-3 15,0 0 3-15,27-17-13 0,-21 9-3 0,7-2-2 16,0-3-2-16,1 1 2 0,-1-1-13 0,-3-1 5 15,4-2-8-15,-1 3 5 0,-2-2-10 0,2 4 3 16,-4 1-4-16,-2 3 6 16,1 0 5-16,-4 2-13 0,0 2-4 0,1-1 3 15,-5 4-25-15,5-3-4 0,-1 1-12 0,-4 2 18 16,0 0-15-16,0 0 2 0,14 7-3 0,-7-5 4 16,0 3 17-16,-1 0-11 0,4 2-10 0,0 1-24 0,-1 1-29 0,2-2-30 0,2-2-33 15,0 2-29-15,2 0-56 0,-2-4-45 0,-3 1-204 16,0-3-525-16,0-1 233 15</inkml:trace>
  <inkml:trace contextRef="#ctx0" brushRef="#br0" timeOffset="19955.38">15056 1978 82 0,'0'0'399'0,"0"0"-10"0,0 0-1 16,0 0-17-16,-13-9-22 0,13 9-35 0,0 0-33 15,0 0-31-15,0 0-29 0,0 0-27 0,0 0-21 16,0 0-37-16,0 0-41 0,0 0-43 16,0 0-26-16,0 0 9 0,-6 10-7 15,7-4 1-15,-1 5-2 0,-1-2-7 0,1 5 2 16,-2-3-12-16,0 5-10 0,2-5-6 0,0 6-6 15,-1-7-12-15,2 0-2 0,-1-2-5 16,2-3 8-16,-1 3-1 0,0-3 6 0,-1-2 10 16,0-3 17-16,0 0 22 0,1 8 25 0,-1-8-5 0,0 0 2 15,0 0-1-15,21-11 11 0,-14 4-2 0,4 0 3 0,-2 0-4 0,3-5 0 16,1-1 0-16,-3 2-3 0,-2 1-7 0,6-1 3 16,-1 0-3-16,-7 2 4 0,3 1-8 15,-5 2-4-15,1 1-9 0,-1 0-2 0,1 2-5 16,3-1-11-16,-8 4-12 0,6-3-10 0,-6 3-35 15,4-4-15-15,-4 4 12 0,0 0-8 0,0 0 6 16,14 6 1-16,-9-1 3 0,1-2 2 16,2 4 1-16,0 1 6 0,3-2 6 15,-2 2 1-15,3-1 3 0,1 0 8 0,-2-2-3 16,2 0-7-16,0-1 1 0,0 1-4 0,-1-2-5 16,1-3 14-16,-3 0 0 0,3-3 6 0,-4 1-2 15,4-4 0-15,-3 0 5 0,-1 1 1 0,0-5 13 0,-3 0 12 0,1-1 3 0,0-4-1 16,0-1 6-16,-2-2 8 0,0-2 5 15,0-7-6-15,-1 1 3 0,0-2-11 0,-2-3 8 16,3 3 5-16,-2-4 16 0,1 6-8 0,-3 0-2 16,0 7 20-16,-1 1 6 0,0 2-1 15,0 4-4-15,3 4 3 0,-5 0-3 0,2 2-9 16,0 3-15-16,0 3-33 0,0-8-29 0,0 8-45 16,-1-5-42-16,1 5-18 0,0 0 11 0,0 0 11 15,-6 16 9-15,0-2 13 0,0 1 10 0,0 2 0 0,1 9 14 0,-2 2 7 16,0-1 4-16,2 1 4 0,0 0-2 0,2 0-2 15,2-2-1-15,2 1-2 0,2-3 4 0,0-5 2 16,4 0 3-16,4-2 5 0,7 5 6 0,1-3 4 31,8-4 2-31,3-3 0 0,5-2-8 0,16-1-10 0,-2-1-11 0,6-6-7 0,0-3 1 0,-1 1 3 16,-1-6-2-16,-2 0 3 16,-15-3-2-16,1 0 12 0,-1-4-2 0,-3 1 7 15,-1-5 3-15,-2 1 7 0,-4-2 4 0,-4 1 13 16,-3-2 12-16,-5 6 20 0,-1-3 18 0,-5 2 18 15,-3-1 9-15,0 4 11 0,-4 1-3 16,-2 0-3-16,0 2-15 0,-3 1-2 0,-4 1-11 16,2 1-6-16,-6 2-3 0,-2 2-3 0,-5 2-7 15,1 3-4-15,-7 6 1 0,-1 0-2 0,8 0 0 0,-6 4-5 0,-3 3 1 16,7-3-1-16,-1 5-9 0,2-1-19 0,5-2 4 16,1-1-12-16,2 0-4 0,3 1-2 0,2-6-1 15,3-2-2-15,-1 1 4 0,4 1 5 16,-4-4 20-16,4-2 16 0,4 0 21 0,-4-4 12 15,11 1 3-15,1-2 6 0,1-3 8 16,1-1 3-16,4-5-5 0,1 3 4 0,-1-3-9 16,1 1 3-16,2 1-7 0,-5-1-5 15,2 2-3-15,0-1-4 0,-5 3-4 0,1 1 1 0,1 1-6 0,-2 2-1 0,1-1-6 16,-1 5-4-16,2-1-4 0,3 3 0 16,1 1 0-16,0 3-4 0,1-1-2 0,4 5-23 0,0 0-41 15,0 1-54-15,-7-3-88 0,2-3-130 16,-6-3-199-16,2-2-573 0,-2-3 254 0</inkml:trace>
  <inkml:trace contextRef="#ctx0" brushRef="#br0" timeOffset="20569">17976 1717 188 0,'-3'-3'336'0,"3"3"-23"0,-1-4-34 0,1 4-27 0,0 0-35 16,0 0-27-16,0-5-24 0,0 5-20 15,0 0-20-15,-4 14-14 16,0-2-10-16,3 3-10 0,-3 2-12 0,-2 2-6 0,2 0-9 0,3 8-5 15,-3-3-8-15,0 1-3 0,2-6-6 0,2-1-1 16,2 0-4-16,-4 1 0 0,0-7-8 16,1 1-1-16,2-2-3 0,-2-1-1 0,1-2-4 15,0-3-3-15,0 2-9 0,0-7 5 16,-3 8 3-16,6-4 0 0,-3-4 2 0,0 0-2 16,0 5 6-16,0-5 0 0,0 0-7 0,0 0-67 0,0 0-57 0,0 0-42 0,-9-17-54 15,4 5-49-15,0-3-180 0,0-4-470 0,-2-7 208 16</inkml:trace>
  <inkml:trace contextRef="#ctx0" brushRef="#br0" timeOffset="20725.7">17857 1552 64 0,'-4'-9'330'16,"2"1"-11"-16,2-1-6 0,-3 4-13 16,1-2-27-16,2 2-24 0,0 5-29 0,-3-3-18 15,3 3-26-15,-1-7-32 0,1 7-37 16,0 0-49-16,0 0-32 0,4-4-35 0,-4 4-44 0,0 0-46 0,16 13-63 0,-8-10-69 0,1 3-141 15,0-2-402-15,2-1 179 0</inkml:trace>
  <inkml:trace contextRef="#ctx0" brushRef="#br0" timeOffset="21094.07">18423 1666 132 0,'3'4'304'0,"-3"-4"-34"16,1 3-20-16,-1-3-35 0,0 0-22 0,0 3-29 15,0-3-17-15,0 4-15 0,-4 1-13 16,0 0-15-16,-1 3-9 0,-4-1-10 0,3 2-6 16,-2 3-9-16,-1-3-7 0,1 4-5 15,1-1-7-15,3 3-2 0,2-4-8 0,0 0-6 16,1 1-2-16,4 0 0 0,0 4-6 15,5-6-2-15,2 2-2 0,3 0-2 0,0 1-1 16,6-1 0-16,-4-2-2 0,2-1-6 0,1 1 0 0,-1 0 1 0,0-1-4 0,-2 0-1 16,0 1-8-16,-6-3-11 0,0 1-8 0,-2-1-9 15,-2-2 4-15,-1 1-3 0,-4 0 4 0,-2-1 9 16,-3 2 7-16,-7 0 3 0,-2 2 1 16,-6-3-1-16,-7 4 1 0,-2-3-3 0,-1 3 1 15,-1-6-22-15,2-1-32 0,-2 0-52 16,2-2-79-16,-2-2-205 0,9-2-427 0,5-3 190 15</inkml:trace>
  <inkml:trace contextRef="#ctx0" brushRef="#br0" timeOffset="22213.58">20228 1663 129 0,'-2'-5'279'0,"1"1"-16"0,-3 0-27 0,3 0-18 0,-3 2-26 15,4 2-20-15,-13-5-20 0,-1 5-12 16,0 0-21-16,-8 6-9 0,2-1-14 0,-7 6-7 16,3-2-12-16,3-1-7 0,1-1-5 0,5 5-14 15,-2-1-23-15,4 0-14 0,-1 0-14 16,7-3-7-16,-1 0-6 0,3 1-2 0,1-1-3 16,3-2 2-16,2-1 5 0,5-1 2 0,5-1 5 15,0-3-4-15,11 1 3 0,7-2-2 0,1-5 0 16,0 0 5-16,-2 0 2 0,-1-5-4 15,-9 5 2-15,1-5 2 0,0 6-2 16,-2-6 8-16,-2 4 4 0,-4-3 3 0,-1 5 14 0,-1-2 9 0,-3 2 5 0,-1-1 6 16,0 3-2-16,-1 0-5 0,2 0-9 0,-3 1-12 15,-3 2-26-15,5-1 5 0,-5 1-9 0,5 9 1 16,-5-2-2-16,2 6 4 0,-2 3-3 0,-2 8 0 16,4 4 3-16,-4 3 1 0,1 2 0 15,2 2 3-15,-3 10-1 0,2-9 4 0,-3 10 2 16,1-11-1-16,-1 0 1 0,2-1 6 0,-2 3-7 15,-2 9 6-15,1-15-4 0,2-3 2 16,-3 1 1-16,0-9-2 0,-2-3 1 0,0-2-2 16,0-1-3-16,1-2 7 0,-2-4 2 0,2 0 9 15,-7-3 6-15,-1-1 1 0,-3-4 4 0,-2 0 3 16,0-3 4-16,-3-3 5 0,3-2 5 16,-5-4 2-16,5 3 4 0,-2-8 17 0,2-3 9 0,6 3 11 0,3-6-4 0,2-3-20 0,6 0-17 15,2-4-15-15,5-3-20 0,6 2-15 16,10 1 4-16,7-8-6 0,-3 12 2 0,1 0 0 15,16-4-2-15,-14 7 0 0,7 2 5 0,6-6-6 16,5 8 3-16,-12 4 0 0,2 1 2 16,-3 2-3-16,-1-1 4 0,-2 3-2 0,-2 2 0 0,-11 2-2 15,1 2 0-15,-5 0 11 0,-4 1 14 0,0-1 2 16,0 3 19-16,-4-2 3 0,0 1-2 0,-1-1 2 16,-4 3 5-16,5-2 7 0,-5 2-16 0,5-3-1 15,0 3-4 1,-5 0 0-16,0 0-4 0,0 0 9 0,0 0-15 15,7-4-5-15,-7 4 1 0,0 0-2 0,0 0-8 16,0 0 7-16,2-1-7 0,-2 1 12 0,0 0-12 16,0 0-4-16,0 0 5 0,0 0-10 0,0 0 7 15,0 0 5-15,0 0 14 0,0 0-4 0,0 0 5 16,0 0 11-16,0 0 12 0,7-3-6 0,-7 3 13 16,0 0 5-16,0 0-6 0,0 0 6 0,0 0-3 0,0 0 4 0,0 0-11 15,0 0-13-15,0 0-1 0,0 0-9 0,0 0-6 16,0 0-10-16,0 0-10 0,0 0-18 15,0 0-18-15,0 0-17 0,0 0-6 0,0 11 0 0,0-11 1 16,0 12 4-16,-3-5 8 0,3 3 6 0,0 0-2 16,0 1 11-16,0 0 3 0,3 2 1 0,-6-3 7 15,3 2 2-15,0-2-2 0,0 1-3 0,0-2 11 0,-1-2-4 16,1-1-28-16,0 0-9 0,0-1-6 0,-3-1-11 16,3 1 7-16,0-5 0 0,0 5 2 0,3-2-2 15,-3-3 6-15,1 2-8 0,-1-2-5 0,0 0-50 16,0 0-74-16,-5-12-63 0,1 2-60 0,-1-2-185 15,-1-2-537-15,-1-6 238 0</inkml:trace>
  <inkml:trace contextRef="#ctx0" brushRef="#br0" timeOffset="22401.74">20603 1517 239 0,'-1'-6'313'0,"2"1"2"15,-1-4-7-15,0 6-20 0,0 3-16 0,3-11-26 16,-3 11-21-16,0-3-29 0,0 3-19 0,0 0-17 15,0-10-20-15,0 10-24 0,0 0-34 0,0 0-31 0,1-2-35 0,-1 2-32 16,0 0-12-16,0 0-17 0,0 0-12 0,8 12-33 16,-7-10-21-1,4 7-27-15,-2-4-32 0,-2 0-33 0,5 3-178 16,-4-4-413-16,0 2 182 0</inkml:trace>
  <inkml:trace contextRef="#ctx0" brushRef="#br0" timeOffset="22768.88">20764 1630 124 0,'0'0'312'0,"0"0"-33"0,4 2-17 16,-4-2-34-16,0 0-25 0,1 3-29 16,-1-3-21-16,0 0-16 0,4 7-13 0,-4-3-14 0,2 3-12 0,1 2-8 15,2 2-9-15,-1 4-10 0,0-3-6 0,1 5-6 16,-1 0-9-16,0 1-6 0,0-1 0 0,-2 1-4 15,2-1-4-15,0 0-2 0,-3 0-1 0,2-5-4 16,-2-3-2-16,0 1-2 0,-1-2-4 0,3-1 5 16,-2-2-8-16,-1 2 0 0,0-5 0 0,0 3 47 15,0-5 34-15,0 0 36 16,3 7 41-16,-3-7 32 0,1 3 25 16,-1-3 19-16,0 0 21 0,0 0 9 0,0 0-16 15,0 0-28-15,10-15-22 0,-3 6-21 0,-1-1-20 16,4-6-37-16,2 0-26 0,2-5-18 0,2-2-17 15,-2 2-12-15,-2 7-14 0,-2-1-17 0,-1 2-8 16,2 0-20-16,-5 5-25 0,0-1-36 0,1 4-37 16,0-3-54-16,3 1-42 0,-2 2-45 0,1 0-32 0,2 3-42 0,2-2-34 15,1 3-40-15,-2 1-57 0,1 0-226 0,-1 0-720 16,1 3 319-16</inkml:trace>
  <inkml:trace contextRef="#ctx0" brushRef="#br0" timeOffset="23439.6">21229 1817 176 0,'-1'4'305'0,"1"-4"-12"0,0 0-11 15,-4 5-4-15,4-5-16 0,0 0-25 16,0 0-29-16,0 0-19 0,0 0-20 0,0 0-20 16,27-6-15-16,-12 5-22 0,-2-1-18 0,5-3-14 15,0 1-13-15,1-2-12 16,0 0-9-16,2-3-4 0,-1 2-3 0,-2-5-6 15,1 2-1-15,-1 0-1 0,-4-2-2 0,3 2-6 16,-6-2 3-16,-3 3 12 0,5-4-10 0,-4 0 0 16,-3 4 12-16,1-2 8 0,-3 1 2 0,-2 0 3 15,-1 3-1-15,0 2-5 0,-1-3-12 0,-1 2-10 16,0 1-12-16,1 5-6 0,-12-6-2 0,5 5-3 16,-5 1-5-16,-2 1 3 0,0 0-6 0,-4 3-6 0,-1 2 0 15,2 0-4-15,0 2 4 0,1 1-3 0,2 1-7 16,0 3-12-16,1-2-10 0,2 2-2 0,3-3-10 15,0 5 7-15,2-4 2 0,4 1 10 0,3 0-2 16,3 1 9-16,3-5 3 0,5 6 7 0,4-3 0 16,1 1 8-16,9-2-2 0,0-2 2 0,5-1 3 15,1-5 1-15,-1 0 1 16,-2-3-3-16,-1 1 9 0,-6-5 11 0,-2 0 10 16,2-2 14-16,-3-3 30 0,-1 0 4 0,5-7 13 15,-10 2 12-15,4 1 8 0,-5-1 6 0,2 1 20 16,-2-2 12-16,-1 0 20 0,0 4 19 0,-4 2 16 15,-3 1 12-15,1 1-13 0,0 3-16 16,-1-1-20-16,-3 1-20 0,3 3-21 0,-4 2-22 0,3-4-31 16,-3 4-34-16,0 0-40 0,0 0-49 0,4-4-48 0,-4 4-32 15,0 0 20-15,0 0 6 0,-2 19 13 0,1-8 6 16,-3 1 13-16,0 0-8 0,2 5 5 0,-2-6 11 16,0 4 4-16,0-5-6 0,2 1 2 0,1-3 5 15,-1-3 2-15,2 2 13 0,0-2 9 0,0-5 17 16,-2 6 33-16,0-1 30 0,1-2 33 0,1-3 29 15,0 0 30-15,0 0-7 16,0 0-13-16,0 0-13 0,22-12-9 0,-14 7-11 16,-1 1-5-16,5-1-11 0,-5 0-9 0,2 2 1 15,-1 0-15-15,0 2-30 0,3 0-24 0,-2 1-21 16,4 2-15-16,-3 2-16 0,3 0-25 0,5 6-23 0,0 0-45 0,1 0-53 0,-1 1-63 16,-3 1-76-16,2-4-293 0,-6-3-701 0,1 1 311 15</inkml:trace>
  <inkml:trace contextRef="#ctx0" brushRef="#br0" timeOffset="24370.1">23726 1501 244 0,'-1'-5'310'16,"1"1"-11"-16,-1-2-27 0,1 2-25 0,0 4-32 0,-3-5-21 15,-2 3-27-15,-1 1-28 0,-7 4-10 16,-5 0-19-16,-9 8-13 0,-1-2-9 0,-3 8-8 0,3 0-6 0,0-1-14 0,4 1-4 16,0 1-7-16,-1 0-1 0,6 6-7 15,5-9-16-15,0 5-8 0,4-4-5 16,2-1-5-16,0 0-1 0,7-1 5 0,-4-2-12 16,5-3 3-16,1-1 10 0,4-3 8 0,-1 2 7 0,5-3 3 15,0-1 0-15,4 0 2 0,-3-3 5 0,3-1 10 16,6-2 5-16,-5-1 1 0,-1 2 6 15,2-6 1-15,2 4 10 0,-5-1-11 16,-1-1-3-16,-1 2 7 0,-1 2-9 16,-1-1-2-16,-2-1 3 0,-1 3-16 0,-5 1-12 0,9-3-1 0,-9 3-9 0,0 0 3 15,9-2-8-15,-9 2-4 16,0 0 0-16,0 0-4 0,10 3-3 0,-6 2 0 16,0-3 7-16,1 2-8 0,0 1 2 0,0-1 0 0,2 0 0 0,-2 3 0 15,0 1 0-15,5-4 3 0,-5 2-3 0,2-2 3 16,-1 0 1-16,2-1 1 0,2 0 2 15,0-1-2-15,3 0 4 0,0-4 5 16,1 2 6-16,0-3 12 0,1-2 1 16,3-2 5-16,-1 2 15 0,-1-4 2 0,2 2-2 0,-4-2 0 0,3-4 7 15,-3 1-7-15,5 1 0 0,0-7-3 0,2 1-8 16,-10 2 6-16,5 1 4 0,-5 4-1 16,-1 3 6-16,-1-1-7 0,-5 3-5 15,1 1-6-15,-1 0-11 0,1 0-18 0,-5 4-25 0,5-1-30 0,-5 1-22 0,0 0-2 16,0 0 15-16,9 6-4 0,-4 0-8 15,-2 3-17-15,-1 1-23 16,1 2-34-16,-1-2-48 0,1 6-43 0,-2-5-77 0,-1 0-316 0,0-2-673 0,0-5 297 16</inkml:trace>
  <inkml:trace contextRef="#ctx0" brushRef="#br0" timeOffset="27227.9">7113 4432 177 0,'-4'-11'189'0,"3"0"-4"0,-4 1-4 0,-1-2-3 0,-1 3-9 15,0-2-10-15,0 4-18 0,-2-2-8 16,3 4-13-16,-2 0-12 0,0-2-9 0,1 5-4 16,-1 2-20-16,-2-1-6 0,-2 1-8 15,0 1-11-15,-5 4-2 0,-2 4-7 0,-3 6-2 16,-1 1-7-16,0 3 3 0,1 4-7 0,3-2-4 0,-4 8-1 0,2 2 1 15,0 10-9-15,2-10 2 16,5 0-1-16,1 2-1 0,4-2-1 0,-1-2-5 16,6-1-5-16,4 1-3 0,0-9-3 15,4-2-3-15,5-1 4 0,-3 0-1 0,6-2 2 0,-2-6 1 0,4-2 4 0,3 3 4 16,-1-7 1-16,3-3 4 0,3-5-1 16,5-3 6-16,-4-2 10 0,4-2 18 15,-4-2 10-15,0-6 10 0,-3 1 3 16,1 0 0-16,-2-4 6 0,-4 0 3 0,2-3-2 15,-1 2 5-15,0-2 8 0,-5 1 8 0,1 1 6 16,-5 7 7-16,1 0 23 0,-4 4 9 0,1 2 28 0,-2-2 8 16,-2 9 2-16,0-2-6 0,-1-1-16 15,3 3-17-15,-1 0-16 0,-2 0-15 0,0 4-21 16,3-5-28-16,-3 5-30 0,0-4-25 0,0 4-40 16,0 0-27-16,0 0-4 0,0 0 7 0,1 22 0 15,-1-9 14-15,-4 5 5 0,4 1 9 0,-2 8 2 16,-2 0 2-16,0-1 6 0,3 5 2 0,-3-6 1 0,1 2-2 15,2-2-1-15,1-5 8 0,0 0-1 16,0-2 5-16,0 0 0 0,1-6-7 0,2-2 10 16,-3-1 0-16,1-3 4 0,-1 2-4 0,3-4 5 15,-3 0 2-15,0-4 21 0,1 5 17 0,-1-5 18 16,-1 4 14-16,1-4 17 0,0 0 11 0,0 0 8 16,0 0 0-16,0 0-14 0,16-11-13 0,0 1-29 15,5-5-36-15,4-2-43 0,-9 6-46 0,12-5-54 16,1-3-64-16,0 3-67 0,0 3-73 0,6 1-89 15,-2-1-291-15,0 3-768 0,-2-1 340 0</inkml:trace>
  <inkml:trace contextRef="#ctx0" brushRef="#br0" timeOffset="27774.12">7757 4775 319 0,'0'-5'352'0,"-4"1"-4"0,4 4-5 0,0-5-5 15,0 5-31-15,0-4-29 0,0 4-29 16,0 0-24-16,0 0-27 0,0 0-21 0,-1-5-25 0,1 5-43 0,0 0-21 16,0 0-15-16,0 0-9 0,-11 11-9 15,5 0-8-15,-4-1 1 0,1 3-7 16,0 2-7-16,2 1-17 0,-1 1 12 15,0-2-7-15,2 0 2 0,2 1-5 0,0-5-10 0,0 3-2 0,1-5-1 0,3 2-4 16,-2-2-1-16,7 0-1 0,-3-2 0 0,0 0 4 16,3-1 7-16,1-4 5 0,0 1 10 15,4 1 4-15,-2-4 1 0,3-2 5 16,2-3 6-16,-1 3 12 0,-1-3 11 0,-1-2 9 0,-1 2 12 0,-1-1 5 16,1-3-23-16,-3 2 4 0,1-3 2 15,-2 1-9-15,-1-1-1 0,-3-1-13 16,-2 0-8-16,-2 0-16 0,3 0-10 0,-4 1-15 15,-1-3-18-15,0 5-10 0,-4 1-20 0,0-1-18 0,-4 1-22 0,3 3-12 0,-4 0-15 16,0 0-8-16,3 3-22 0,-2 0-20 16,0 2-27-16,4 3-32 15,-1-3-32-15,2 0-33 0,4 1-247 0,4-2-578 16,0 0 256-16</inkml:trace>
  <inkml:trace contextRef="#ctx0" brushRef="#br0" timeOffset="27987.4">8389 4695 118 0,'0'0'521'0,"0"0"-41"0,0 0-31 15,0 0-40-15,0 0-47 0,0 0-35 16,0 0-50-16,12-7-44 0,-3 3-41 0,3-5-55 0,2 5-63 0,5-1-66 15,-5-2-69-15,5 3-56 0,-1 0-66 16,2-5-67-16,-8 7-246 0,-1-3-538 0,-4 4 238 16</inkml:trace>
  <inkml:trace contextRef="#ctx0" brushRef="#br0" timeOffset="28140.07">8365 4826 39 0,'-6'9'169'0,"2"-5"3"0,0 2 16 0,2-1 15 15,-1-3 12-15,2 1 4 0,1-3 1 0,4 2-6 0,2 1-16 0,8-6-21 16,8 2-18-16,10-7-25 0,5-1-60 0,13-4-76 16,0 1-91-16,-1 0-133 0,-1-3-118 15,-12 2-371-15,1-3 164 0</inkml:trace>
  <inkml:trace contextRef="#ctx0" brushRef="#br0" timeOffset="28588.58">9905 4192 69 0,'0'-9'358'15,"2"-2"-9"-15,-2 5 18 0,0-1-3 0,0 2-21 0,0 0-27 0,2 2-31 16,-2-1-50-16,0 4-29 0,0-3-41 16,0 3-41-16,0 0-14 0,0 0-14 0,1 12-9 15,3 0-14-15,-4 0-7 0,1 8-1 16,2 6-11-16,-3-2 1 0,1 2-5 0,-1-1-8 16,4 2 3-16,-4 0-13 0,1-2-38 0,2 0-31 0,-6-7-17 15,2 7-28-15,1-7-26 0,-2-4-33 0,-1 6-23 16,-5-3-32-16,3 0-55 0,-5-3-236 15,1-1-526-15,0-4 233 0</inkml:trace>
  <inkml:trace contextRef="#ctx0" brushRef="#br0" timeOffset="28902.37">9587 4786 34 0,'-3'2'300'0,"0"2"-23"16,0-1-18-16,-1-1-17 0,2 2-11 0,2-4-8 0,0 0-6 0,-4 3-7 16,4-3-16-16,0 0-6 15,0 0-20-15,0 0-20 0,16-4-17 0,11-4-9 16,8 0-17-16,17-5-7 0,11 3-16 0,31-10-8 0,-8 3-3 0,5 0-10 0,-2-1-7 16,2 3-7-16,-23 8-2 0,-2-3-7 15,-3 2-4-15,-6 0-6 0,-3 0-4 16,-20 3 7-16,-2 2-8 0,-11 1-4 15,-3-2 0-15,-8 4-3 0,3-3 3 0,-7 3-7 16,2-3 4-16,-3 3-2 0,-5 0-10 0,10-2-16 0,-10 2-5 0,0 0-6 16,0 0-13-16,0 0-26 0,-18 8-39 15,3-2-44-15,-4 2-57 0,-3-1-59 16,-5 3-243-16,9-5-545 0,0 1 242 16</inkml:trace>
  <inkml:trace contextRef="#ctx0" brushRef="#br0" timeOffset="29514.38">10301 5104 154 0,'0'0'367'0,"0"0"-37"16,0 0-33-16,0 0-34 0,0 0-38 15,0 0-34-15,0 0-19 0,0 0-20 0,-2 14-16 16,-2-8-16-16,-1 5-12 0,-4 4-2 0,-2 2-19 16,-6 3-1-16,-1 6-6 0,0 1-12 0,-5 2-5 15,0-3-4-15,0 3-9 0,1-4 0 0,3-1-7 16,-1-5-1-16,8-4-3 0,2-2-2 0,0-4-8 15,2 0-2-15,5-5 1 0,-2 0 6 0,3 0 24 16,-3 0 62-16,4-1 47 0,1-3 44 0,0 0 30 0,0 0-41 0,-9-10-23 16,9 1-21-16,0-5-17 0,1-3-14 0,1 0-15 15,4-2-9-15,-2 0-14 0,3 1-8 0,-3 2-8 16,2 2-9-16,-2 2-4 0,1 5-7 0,-1-2-11 16,0 4-6-16,-3 0-12 0,0 1-19 0,-1 4-35 15,5-5 1-15,-5 5-1 0,0 0 1 0,22 10-12 16,-12-3-13-16,-1 2 19 15,4 0-1-15,0 4 1 0,3 0-9 0,1 1-20 16,0-3-23-16,-2 2-34 0,2-3-30 16,-1 2-37-16,2-3-34 0,-4 3-54 0,3-7-59 15,-7 2-315-15,3-5-707 0,-7-1 313 0</inkml:trace>
  <inkml:trace contextRef="#ctx0" brushRef="#br0" timeOffset="29783.84">10067 5211 188 0,'-11'-2'384'0,"5"1"-30"0,-2 0-34 0,4-2-23 16,-3 3-26-16,7 0-26 0,-8-2-15 15,8 2-22-15,-5-1-13 0,5 1-21 0,0 0-11 16,17-3-13-16,13-1-13 16,7-3-22-16,19-1-9 0,8-1-14 0,27-2-10 15,-29 5-5-15,6-2-10 0,20-1 1 0,-30 3-13 16,-8 1-5-16,-12 4-5 0,-5-2-1 0,-2 3-5 15,-12 0-18-15,-1-1-19 0,-3 1-11 0,-7 0-11 16,-2 0-5-16,2 0-3 0,-8 0-6 0,10-2 3 16,-10 2 4-16,0 0 5 0,0 0 4 0,0 0-8 15,-19 7-17-15,6-4-24 0,-2-1-26 0,0 4-31 0,3-1-44 0,-1-4-44 16,5 0-68-16,1 1-212 0,2-4-533 0,5 2 235 16</inkml:trace>
  <inkml:trace contextRef="#ctx0" brushRef="#br0" timeOffset="30469.08">12157 4166 283 0,'-1'-10'294'0,"-2"-1"-11"0,2 4-24 0,1 1-21 15,-3-1-33-15,3 4-30 0,-2 1-36 0,2 2-15 0,-8 7-14 0,3 4-13 16,-9 9-10-16,1 10-11 0,-9 13-9 0,4 5-7 16,-3 6-7-16,-6 30-2 0,3 6 0 0,2-5-6 15,8-2-3-15,-1-1 3 0,8-25 1 0,2 0-14 16,6 0-3-16,-1 1-3 0,4-5-1 0,0-1-1 15,1-2-4-15,-1-15 2 0,0 10 8 0,-2-9-15 16,1-5 1-16,-3-2 1 0,1-6-5 0,-1-4 1 0,-1-3 4 0,-2 1 8 16,-2-2 6-1,1-5 16-15,-1-1 10 0,0-1 15 0,0-1-1 16,-4-1 10-16,-4 0 1 0,4-4-8 16,-5 1 9-16,-4-2-22 0,-1 3-8 0,0-3-5 15,1 0-4-15,0 1-3 0,0 1-2 0,-2-1-16 16,3 2-13-16,-2-1-43 0,2 4-42 0,1 1-36 15,-2 1-43-15,0 2-46 0,4 3-50 0,1 0-292 0,-2-2-586 16,9-4 260-16</inkml:trace>
  <inkml:trace contextRef="#ctx0" brushRef="#br0" timeOffset="30853.72">11301 6171 200 0,'-12'4'289'0,"3"0"-29"15,-1-1-27-15,6-1-25 0,-2 0-19 0,2 0-18 16,0 1-15-16,4-3-7 0,-6 1-2 0,6-1-7 15,0 0-5-15,0 0-11 0,0 0-12 0,29-6-12 16,1-2-8-16,4 1-10 0,0-3-12 0,5-1-9 16,12-2-6-16,-14 6-3 0,0 0-10 0,0-2 8 15,-4 3-11-15,-4 3-5 0,-8-3-4 0,-7 3-7 0,0 3 0 0,-2 0-5 16,-5-2 2-16,1 0 6 0,-3 1-5 16,2-2 2-16,-7 3-2 0,6 0-1 0,-6 0-8 0,5-1-10 15,-5 1-3-15,0 0-20 0,6-3-8 0,-6 3 4 16,0 0-12-16,-11 10-27 0,6-8-43 0,-3 7-45 15,2-5-47-15,-1-2-267 0,1 1-504 0,6-3 222 16</inkml:trace>
  <inkml:trace contextRef="#ctx0" brushRef="#br0" timeOffset="31232.56">12196 5978 45 0,'0'0'395'0,"5"2"-38"0,-5-2-37 0,4 1-35 16,-4-1-36-16,0 0-33 0,3 6-23 0,-6-1-24 0,-1 0-16 15,-2 2-17-15,-7 6-11 0,2-1-12 16,-4 4-12-16,-5 4-3 0,5 1-15 0,-3 1-10 16,2-5-9-16,5-2-1 0,-1-2-7 0,1 0-16 15,5-5-22-15,-1 0-8 0,4-4 4 0,-4 1 4 0,5-1 20 0,-1 0 42 16,2-3 35-16,1-1 47 0,-3 3 36 0,3-3 7 15,0 0-26-15,-1-12-21 0,2 3-17 0,3-2-17 16,0 0-9-16,4-4-12 0,-3 3-12 0,0 2-8 16,0 0-10-16,0 0-9 0,-4 3-8 0,1 3-9 15,2-2-7-15,-1 1-8 0,-2 3-13 0,-1 2-35 16,3-3-29-16,-3 3 0 16,0 0 2-16,12 3-5 0,-6 2 0 0,1 3 0 15,1-3 0-15,1 6 4 0,4-3 2 0,1 4-9 16,-2 1-12-16,2-2-15 0,-1-1-21 0,2 2-24 15,-2-3-30-15,-3-1-20 0,1-1-31 0,-2-2-34 16,0-1-35-16,0-2-53 0,-1 1-226 0,-4-5-597 16,-4 2 264-16</inkml:trace>
  <inkml:trace contextRef="#ctx0" brushRef="#br0" timeOffset="31385.88">11944 6060 58 0,'-7'0'434'0,"2"2"-31"0,0-1-17 0,5-1-26 15,-9 0-29-15,9 0-23 0,0 0-63 0,6-9-37 16,14 3-38-16,15-8-41 0,24-5-47 0,34-4-78 0,4-5-70 16,0 2-84-16,5-2-119 0,-6 0-171 0,-7-4-474 0,-32 10 209 15</inkml:trace>
  <inkml:trace contextRef="#ctx0" brushRef="#br0" timeOffset="32187.76">12248 3875 306 0,'2'-9'303'0,"-1"2"-20"0,2-1-17 0,-2 3-19 15,0 2-23-15,1-2-26 0,-1 1-15 0,-1 4-25 16,1-5-24-16,-1 5-26 0,0 0-14 0,0 0-13 15,5 11-4-15,-3-2-7 0,-2 5-10 0,-2 3-7 0,1 2-6 0,-3 7-4 16,-2 2-5-16,0-1 0 0,-1 3-7 0,-1-3 4 16,-1 3-5-16,1-5-1 0,0-7-9 0,3-1 5 15,-2-2-3-15,2-4-1 0,3-1-5 0,-2-5 1 16,3 5 12-16,-2-6-11 0,2-1 13 0,-3 0 37 16,4 1 40-16,0-4 44 0,-1 4 21 0,1-4 17 15,0 0-16-15,0 0-27 0,5-16-15 0,0 3-19 0,2-1-9 16,2-1-12-16,3-1-11 0,1 0-8 0,-3 2-10 15,0-1-3-15,2 4-12 0,-5 2-4 0,1 2-16 16,-4 2-18-16,2-1-22 0,-2 4-36 0,3-1 3 0,-2 3-9 16,2 3-16-16,3 2 2 0,2 2-5 15,3 3-2-15,-6 2-9 0,4 2-15 0,0 1-27 16,-3 1-26-16,0-3-38 16,2 4-44-16,-1-1-49 0,-3-3-314 0,0-4-647 15,-3-1 286-15</inkml:trace>
  <inkml:trace contextRef="#ctx0" brushRef="#br0" timeOffset="32484.38">12014 3978 3 0,'-19'-4'291'0,"2"0"3"0,7 1-12 0,-2 3-5 16,7-1-14-16,0 1-23 0,5 0-20 15,-9-3-19-15,9 3-18 0,13-8-22 0,6 2-14 16,19-5-17-16,22-6-15 0,36-5-14 16,0 3-10-16,1-7-10 0,2 6-7 0,4 0-1 15,1 5-13-15,-2-2-8 0,-8 6-7 16,-30 0-1-16,0 5-1 0,-6 2-9 0,-21 1-5 0,-3 2 1 0,-6 0-10 0,-9 1-31 0,-6 1-25 16,0 0-10-16,-7 1 1 0,2 3 3 0,-8-3 6 15,0 5-3-15,-9 1-9 0,-7 4-24 16,0-3-25-16,-9 5-31 0,0 2-35 0,0-1-27 15,-2-1-70-15,4 1-136 0,9-3-428 16,-4-5 190-16</inkml:trace>
  <inkml:trace contextRef="#ctx0" brushRef="#br0" timeOffset="33040.8">13184 4541 67 0,'0'-12'316'16,"-1"0"-12"-16,1 0 5 0,-3 3 3 0,3-2 13 15,-1 6-23-15,1-1-20 0,0 0-28 16,-2 4-28-16,0-3-26 0,2 5-33 0,0 0-60 15,0 0-18-15,0 0-11 0,-8 12-9 0,3 3-8 16,-5 11-1-16,-1 5-10 0,0 2-12 0,-4 17 3 0,0 2-1 0,-1-1-4 16,2 2-4-1,2 1-2-15,-2-1 1 0,1-2-7 0,4-2-3 0,1-4 1 0,4-11-4 0,-2-1 23 16,5-5-29-16,-2 1-1 0,2-3 3 0,-2-6 2 16,2-5-1-16,1 1-8 0,-1-6 13 15,1-3-10-15,-3 0 3 0,3-1 5 0,0-2 2 16,0 0 49-16,0-4 19 0,0 6 19 15,-4-4 3-15,4-2-15 0,-11-7-11 0,2 2-24 16,-4 0-37-16,-3-4-3 0,-2 1-19 0,1 0-5 0,-1-2-34 16,3 0-25-16,-3 0-22 0,0 2-23 15,1 1-39-15,-2-2-29 0,0 4-36 0,1-1-33 16,8 0-35-16,-3 3-289 0,3-5-614 16,4 2 272-16</inkml:trace>
  <inkml:trace contextRef="#ctx0" brushRef="#br0" timeOffset="33341.51">12820 4985 2769 0,'-6'3'202'16,"-1"-3"-9"-16,2 3-26 0,5-3-66 0,-10 0-19 15,6 0-22-15,4 0-20 0,0 0 22 0,0 0-30 16,-8 2 7-16,8-2-9 0,0 0-7 15,0 0-3-15,25-2-3 0,0-3-7 0,10 2-3 0,2-4 6 0,20 2-6 0,1-4-1 0,-2 4-1 16,-2-1-1-16,-15 2 1 0,-2-1-4 16,-1 3-1-16,-5-2-4 0,-8 3 0 0,-8-1 5 15,3-1-8-15,-6 3 5 0,-4 0-17 16,-1 0-1-16,-1 0 4 0,-2-2-6 0,-4 2 6 16,0 0-11-16,0 0-2 0,0 0-13 0,-17 4-10 15,5-3-13-15,-1 3-11 0,-5-3-27 0,5 2-27 16,-2-2-40-16,5 2-43 0,-2-2-268 15,2 0-519-15,1-1 230 0</inkml:trace>
  <inkml:trace contextRef="#ctx0" brushRef="#br0" timeOffset="33792.64">13556 4743 127 0,'0'0'284'0,"2"-2"-31"0,-2 2-29 0,0 0-23 0,0 0-23 0,17 5-15 15,-13 0-24-15,4 0-10 16,1 2-11-16,-3 3-15 0,0 0-9 0,2 4-9 0,-3 1-8 0,0 4-8 16,-5-2-5-16,0 2-7 15,0-2-4-15,-5 2-6 0,0-1-1 0,-4-1-8 0,1-1-2 16,2 1 4-16,2-7-10 0,-3 0-2 0,2-1 0 0,-2-2-2 15,4-1 5-15,2-2-6 0,-1 1 16 16,-1-3 21-16,2 3 28 0,1-5 32 0,-2 3 27 0,2-3 8 16,0 0-28-16,6-10-20 0,0 2-15 15,9-4-8-15,-2-2-9 0,6-3-9 0,-1-3-8 16,4-1-7-16,-3 4-10 0,3-1 2 16,-3 1-14-16,-2 4 2 0,-1 0-4 0,-4 0-1 0,-3 8-3 15,-2 1 3-15,-2-2-5 0,1 3-11 0,-2 1-6 0,2 0-8 16,-4-1-18-16,-2 3-22 0,0 0-2 15,0 0-7-15,8 7 9 0,-5-3 6 0,-3 6 4 0,2 0-3 16,-2 0 7-16,-2 6 5 0,2-3 5 16,0 2 7-16,0 2-8 0,0-5-25 0,2 0-24 0,-2-1-22 15,1 1-21-15,2-1-24 0,2 0-37 16,-4-5-44-16,4 0-76 0,0-1-185 0,-1-3-517 16,2-1 228-16</inkml:trace>
  <inkml:trace contextRef="#ctx0" brushRef="#br0" timeOffset="34024.04">13981 4746 391 0,'2'-4'368'0,"0"1"-38"0,-2 0-34 0,0 3-38 16,3-4-27-16,-3 4-26 16,0 0-32-16,0 0-18 0,0 0-6 0,10 7-24 0,-5 0-7 15,3 5-14-15,-2 1-8 0,1 6-7 16,0 5-10-16,-1 1-3 0,-4 6-10 0,0-3-2 0,-4 2-10 15,-2-1-1-15,-1 2-20 0,-4-2-15 0,-5 0-10 0,0-2-22 16,-2-5-25-16,-3 4-21 0,0-6-27 16,-1-2-34-16,-4 0-55 0,-2-4-59 15,1-6-234-15,5-5-506 0,2-1 224 0</inkml:trace>
  <inkml:trace contextRef="#ctx0" brushRef="#br0" timeOffset="34286.47">13495 4657 188 0,'-8'-3'264'0,"-1"1"-29"16,5 1-20-16,-6 1-26 0,1 0-21 0,-1 3-7 15,1 2-27-15,-5 7-15 0,1 3-12 16,-7 7-10-16,4 4-12 0,0 3-9 0,3 3-5 0,-2 3-7 15,4-2-4-15,3 2-6 0,2-3-4 0,6 0 3 0,2-2 0 16,5-2 2-16,5 0-2 0,9-6 2 16,3 0 1-16,11-2-8 0,15-1 4 0,9-5-30 0,2-4-33 15,31-6-53-15,-1-4-81 16,-25-2-108-16,30-9-133 0,-35 3-417 0,2-4 185 0</inkml:trace>
  <inkml:trace contextRef="#ctx0" brushRef="#br0" timeOffset="34810.28">14790 4847 278 0,'3'-9'303'0,"1"-1"-16"0,-2 1-12 0,-2-1-11 0,1 1-15 0,-1-3-8 16,-1 2-15-16,-1 3-14 16,-2-3-17-16,1 5-23 0,-3-2-19 0,-2 0-21 0,-3 2-19 15,-2 2-12-15,-9 0-2 0,-3 1-15 0,-4 7-13 0,1-3-12 16,-1 4-5-16,0 5-10 16,1-1-10-16,2 2 2 0,3 3-2 0,-1-3-8 0,7 2-6 0,1-2 2 15,1 5-4-15,4-5 3 16,2 4-12-16,3-3-6 0,1 1-3 0,2-3-3 0,2 1-3 15,2-2 6-15,2-1 1 0,2 0 3 16,4-1 1-16,2-3 3 0,1 2-3 0,7-7 3 0,0 3 2 0,0-3-1 16,3 0 6-16,-7-3 10 15,6-4-1-15,-6 2 22 0,2-3 5 0,-5-2 14 0,2-3 11 16,-1-2 3-16,-1 1 6 0,-1-3 2 16,-1-8-3-16,0 3-5 0,0-6-10 0,-4-1-4 0,3 0-3 15,-4-2-3-15,0-1-1 0,-1-3 4 0,-1 4-1 16,0 3 21-16,0 3 37 0,-3 8 22 15,0 2 2-15,0 1-3 0,0 6-13 0,0 0-19 0,0 3-18 16,0 1-27-16,0 0-48 0,0-1-48 16,0 5-60-16,0 0-23 0,0 0 6 0,-6 13 12 0,-1 4 12 15,-2 4 18-15,2 8-12 0,0 0-13 0,1 3-9 0,0-1-24 16,0 5-24-16,2-4-21 16,3-2-24-16,-1 1-32 0,4-2-31 0,2-7-53 0,1 1-313 0,0-8-675 15,0-5 300-15</inkml:trace>
  <inkml:trace contextRef="#ctx0" brushRef="#br0" timeOffset="35324.75">14964 4681 76 0,'4'-3'365'0,"-4"-4"-37"15,5 7-35-15,-5 0-30 0,4-3-36 0,-4 3-22 0,0 0-19 16,10 3-21-16,-3 1-18 0,-1 5-5 0,0 0-25 0,3 5-16 15,-2 1-6-15,-3 0-14 0,1 4-6 16,-4 0-10-16,-1 7-6 0,-3-3-7 16,0 3-10-16,-5-2 1 0,-1-6-3 0,3 1-4 15,-1-5-4-15,-2 2 3 0,4-6-6 0,-1 1 3 0,1-2-4 0,1-5 3 16,0 2 12-16,0-1 13 16,0 0 32-16,4-5 39 0,0 0 37 0,-1 4 23 0,1-4 23 15,0 0-17-15,0 0-30 16,5-10-19-16,0-1-19 0,7-2-15 0,2-2-11 0,5-3-9 0,0-4-11 15,3 0-9-15,-3-2-14 0,1-1-12 0,2 1-6 0,-4 4-1 16,-4 4-4-16,-1 2-2 0,-7 5 15 0,3 2 1 16,-1-2-1-16,-4 7 2 15,-2-3-14-15,2 1-12 0,1 2-19 16,-2 0-16-16,-3 2-24 0,0 0-5 0,0 0 3 0,1 8 6 0,-5 2 1 16,-1 1 5-16,-1 2 4 0,2 2 2 15,1 2 3-15,2 4-9 0,1-4-6 0,5 0 0 0,4 0-2 16,1-2 9-16,10 1 5 0,4-3 7 0,5-1 0 15,3-5 5-15,5 0-1 16,4-3-1-16,10-3 7 0,-11-1 0 0,-2 3-3 0,-3-6 4 16,-2 1-4-16,-13-1-2 0,-2 2 13 0,-4 0 14 0,-2-1 13 15,-3 2 8-15,-2 0 5 0,-2 0 3 0,3-1-2 0,-3 1-14 16,-5 0-20-16,8-2-28 0,-8 2-35 16,5 0-48-16,-5 0-82 0,0 0-74 0,0 0-118 15,-23 0-386-15,13 0-824 0,-3 0 365 16</inkml:trace>
  <inkml:trace contextRef="#ctx0" brushRef="#br0" timeOffset="37601.81">18478 4392 130 0,'1'-9'244'0,"1"-3"-19"0,-2 8-8 16,2-8-6-16,0 4-11 0,-2-5-4 0,0 4 0 15,-3 0-11-15,2 1-12 0,1 1-14 0,-3 2-12 0,-1-1-14 16,-2 1-26-16,1 2-7 0,-3 0-14 0,-11 3-10 16,-3 1-9-16,-6 5-2 0,0 4-10 15,-4 3-9-15,1 2-3 0,-2 6-7 0,1 0-10 0,4-1 3 0,1 2-3 16,0 4-3-16,6 1 2 0,3-3-5 0,3 4-1 15,2-3-4-15,0-1-3 0,5 0-4 0,4-4-5 16,6-3-1-16,-1 0 6 0,4-6-2 0,3 4 4 16,5-6 1-16,-3 1 2 0,8-4 6 0,0-1-5 15,2-3 2-15,3-3 8 0,-4-1 4 0,11-5 10 16,-5-2 13-16,-6 1 12 0,-2-4 12 0,1 3 11 0,-1-6 13 16,-3 1 4-16,2-8 9 0,-2 7-10 0,-3-1-12 0,1-2 4 15,1-3-3-15,-4 4 1 0,0 0 3 0,-3 0-4 16,-2 6 11-16,1 1 15 0,-1 2-4 0,0 1-9 15,-2 1-10-15,2 2-15 0,-4 0-13 0,3 1-25 16,-3 3-31-16,1-4-29 0,-1 4-31 16,0 0-4-16,0 0 5 0,0 0 1 15,0 15 10-15,0-5 6 0,-1 5 1 16,1-1 6-16,0 3 2 0,0 0-1 0,1 0-6 16,2-1 17-16,-1-1 7 0,6 2 1 0,0-2-4 15,2-2 8-15,1-2-9 0,3 1-21 0,4-4-28 16,4-1-43-16,9-5-49 0,-1-2-58 0,5 0-78 0,2-1-88 15,-5-5-256-15,-1-1-682 0,-5-5 302 16</inkml:trace>
  <inkml:trace contextRef="#ctx0" brushRef="#br0" timeOffset="38103.1">18910 4625 152 0,'3'-2'422'0,"-2"-2"-15"16,-1 1 7-16,1-2-26 0,-1 5-26 0,0 0-35 15,2-4-33-15,-2 4-35 0,0 0-28 0,0 0-29 16,0 0-39-16,0 0-28 0,0 0-32 0,0 0-18 16,0 0-6-16,-7 14 7 0,7-5-17 15,-2 3-7-15,-5 0-11 0,1 5-1 0,1 0-8 0,-2 0-6 16,2 0-1 0,-1 1-4-16,2-1 0 0,-4 0-2 0,6-5-6 15,-1-3-12-15,-1 3-31 0,3-5-17 0,1-2 11 16,-3 0 6-16,2-1-10 0,1-1 35 0,0 1 29 15,0-4 28-15,0 0 34 0,0 0 5 0,0 0-14 0,13-10-9 16,-4 3-9-16,4-6-16 0,0 0 3 16,6-6-18-16,-4 5 3 0,4-5 0 0,-5 7-7 15,0-1-5-15,0 3-3 0,-3 1 1 0,0 1-8 0,-6 1-2 0,1 4-9 16,0-2-5-16,0 3-17 0,-3 2-18 0,-3 0-2 16,12 0-9-16,-8 4-1 0,1 2 5 0,3 1 8 15,1 5-8-15,0-2 10 0,0 4-5 0,0-1-14 16,2 1-22-16,1 1-39 0,-1-1-28 0,2-2-39 15,1 3-51-15,7 2-62 0,-6-5-103 0,2-6-206 16,-5-1-646-16,4-4 286 0</inkml:trace>
  <inkml:trace contextRef="#ctx0" brushRef="#br0" timeOffset="38281.57">19678 4623 295 0,'4'-3'545'16,"-4"3"-34"-16,0 0-40 0,6-3-45 0,-6 3-45 16,0 0-37-16,4-4-73 0,1 0-80 15,0 1-62-15,7-1-55 0,2-2-81 0,3 3-65 16,-1 0-73-16,3-1-79 0,1 3-308 0,-1-2-576 16,-6 1 255-16</inkml:trace>
  <inkml:trace contextRef="#ctx0" brushRef="#br0" timeOffset="38434.81">19734 4754 11 0,'-2'7'216'0,"-2"-5"7"16,1 3 5-16,-1-3 8 0,3 1 0 0,1-3-1 0,1 5-7 15,-1-5-21-15,13 0-17 0,8-3-22 0,7 2-26 16,2-2-60 0,5 0-73-16,0-2-106 0,4-1-131 0,2-2-120 15,-5-2-377-15,-2-1 167 0</inkml:trace>
  <inkml:trace contextRef="#ctx0" brushRef="#br0" timeOffset="39305.06">21265 4255 180 0,'1'-11'276'0,"-1"1"-23"0,4-1-1 0,-4 0-6 0,4 1-1 15,-4 5-12-15,0-3-26 0,0 6-24 0,3-2-26 31,-3 4-27-31,2-1-26 0,-2 1-12 0,0 0-13 0,4 15-7 16,-4-3-8-16,3 5-6 0,-3 2-5 0,0 7-6 16,2-1-6-16,-3 3-4 0,1-1 2 0,1 5 1 15,-2-5-8-15,0 0 3 0,-2 2-34 0,2-3-21 16,-2 3-28-16,2-3-36 0,-4-2-22 0,2-8-35 16,-1 1-50-16,4 0-237 0,-1-5-464 0,-1-4 206 15</inkml:trace>
  <inkml:trace contextRef="#ctx0" brushRef="#br0" timeOffset="39621.89">20879 4790 115 0,'-11'0'284'0,"1"1"-19"0,3 0-22 0,2-1-7 15,5 0-8-15,-11 0-18 0,11 0-32 0,0 0-19 16,25 0-18-16,7-5-13 0,9 1-15 0,20 1-12 16,7-2-11-16,34-4-5 0,-1 4-8 0,-3-2-7 15,6 2-10-15,-5-2-5 0,-3 2 0 0,-30 2-12 0,-1 0-3 16,-4-3-6-16,-6 4-4 0,-16 1-1 0,-6-1-7 0,-12 0 0 16,-3 4-6-16,-5-5 0 0,-3 1 3 15,-2 2 0-15,0 0-4 0,-2-1-5 0,-6 1-6 16,0 0-25-16,0 0-20 0,0 0-21 0,-29 0-22 15,10 3-26-15,-9 0-39 0,7-1-36 0,-1 0-47 16,-10 3-156-16,8 2-421 16,2-3 186-16</inkml:trace>
  <inkml:trace contextRef="#ctx0" brushRef="#br0" timeOffset="40052.87">21418 5138 228 0,'0'0'456'16,"2"-3"-31"-16,-2 3-39 0,0 0-40 0,0 0-41 15,0 0-34-15,2-5-35 0,-2 5-31 0,0 0-26 0,0 0-41 16,0 0-17-16,0 0-32 0,-5 13 1 0,0-4-7 15,-1-2-11-15,-3 8 2 0,-3 0-14 0,0 0-5 0,0 1 15 16,-3 5-24-16,-1-1-3 0,0 4-1 16,4-12-9-16,1 3-1 0,-1-2-3 0,7-4-3 15,0-2-2-15,1 0 1 0,-1-4 2 0,1 0 7 16,3 1-4-16,0-1 58 16,1-3 27-16,-3 3 40 0,3-3 30 0,0 0-8 15,0 0-34-15,0-13-20 0,5 1-11 0,2-3-11 16,0-1-16-16,2 0-5 0,2 2-11 0,-3-2-6 15,0 7-7-15,-2 1-4 0,1 0-17 0,-3 3 0 16,-1 1-6-16,0-1-11 0,-2 2-28 0,3 1-37 16,-4 2 4-16,0 0 5 0,16 10 5 0,-8-5-11 15,0 4 4-15,4 2-2 0,0 3-11 0,-1 0-8 0,-2 2-15 0,3 0-44 16,1 0-43-16,-3 1-38 0,3-6-48 0,0 3-53 16,-3-5-53-16,-2 2-333 0,-2-4-744 0,1-3 329 15</inkml:trace>
  <inkml:trace contextRef="#ctx0" brushRef="#br0" timeOffset="40337.4">21091 5209 459 0,'-7'2'519'0,"-1"-2"-41"0,8 0-40 0,-9 0-46 15,4 2-33-15,5-2-38 0,0 0-62 0,0 0-27 16,28-12-29-16,5 3-20 0,6 2-19 15,22-4-19-15,3 2-12 0,29-2-17 16,-28 4-6-16,28 1-19 0,-30 0-9 0,2 0-5 16,-2 3-21-16,-7 1 2 0,-19 2-11 0,-3-3-8 15,-4 3-7-15,-11 0-12 0,-6 0-9 0,-4 0-4 16,4 0-6-16,-7 0-7 0,-2 0-7 0,3 0-4 16,-7 0-10-16,0 0-9 0,0 0-17 15,0 0-21-15,0 0-36 0,-30 3-37 0,12-2-40 0,-1 3-40 0,1-3-57 0,4 3-83 16,2-4-214-16,4-3-630 0,3 0 280 0</inkml:trace>
  <inkml:trace contextRef="#ctx0" brushRef="#br0" timeOffset="41122.58">22936 4146 200 0,'0'-18'220'0,"-1"1"-10"0,-2 1-3 0,1 5-6 15,2-2-3-15,-4 2-14 0,3 2-8 0,1 3-18 16,0 0-18-16,-2 1-15 0,0 1-16 0,0 2-26 16,2 2-24-16,0 0-7 0,-7 7-6 0,-1 12-2 15,-3 12-7-15,-6 13-1 0,-3 7-27 16,1 4 3-16,-9 26-3 0,2 5 4 0,7 1-1 15,-3-2-1-15,4 0 7 0,-3-5 11 0,14-22 1 0,0 1 2 0,2-4 0 0,3 1 1 16,5-6-2-16,-1-3-6 0,7-2-2 0,-6-9 2 16,3-2-2-16,-2-2 4 0,-3-1-4 15,3-6-8-15,-2-4 0 0,-2-4-1 0,0-2-1 16,0 0 7-16,-2-4 5 0,0-5 12 0,-3 1 17 16,-3 0 4-16,-5 0-1 0,-2-5 0 0,-6 1-6 15,-2 0-8-15,-7-4-5 0,-1-1-2 16,0-1-1-16,-2 1-6 0,3-2-3 0,-1 1-17 15,-1 3-18-15,-1-3-33 0,3 3-32 16,2 0-40-16,-3 0-45 0,12 1-55 0,-3 6-57 16,2-3-172-16,3 1-477 0,5-2 211 0</inkml:trace>
  <inkml:trace contextRef="#ctx0" brushRef="#br0" timeOffset="41575.21">22038 6133 2166 0,'-19'0'247'15,"5"3"-165"-15,0-6-37 0,2 3-16 0,0-1-8 16,0 1 5-16,2 0 9 0,2 0-3 16,8 0-4-16,-10 0-5 0,10 0 5 0,-9 1-3 15,9-1 0-15,-5-1 3 0,5 1 1 0,0 0-4 0,0 0 2 0,0 0 0 0,33-4-5 16,-5 1-2-16,8 1 1 0,16-8-4 0,1 2-2 15,-3-1-3-15,1 6-1 0,-11 2 0 16,-1-4-2-16,-2 0 2 0,-5 4-3 0,-4-1 0 16,-9 2-3-16,-5-2 1 0,-2 1-2 15,-2 0 0-15,-2 2-3 0,-3-2-2 0,0 1-3 16,-5 0-2-16,5-3 1 0,-5 3-5 16,0 0-11-16,0 0-12 0,-28 5-16 0,10-1-16 15,2-3-19-15,-1 3-23 0,3-3-27 0,2 3-27 16,1-3-63-16,2 0-148 0,1-2-402 0,8 1 177 15</inkml:trace>
  <inkml:trace contextRef="#ctx0" brushRef="#br0" timeOffset="41973.75">22949 5961 265 0,'0'0'346'15,"5"2"-34"-15,-5-2-37 0,0 0-32 0,3 3-29 16,-3 1-24-16,-4 1-18 0,-5 1-19 16,-3 3-14-16,-1 3-10 0,0 0-18 0,-2 2-12 15,-1 0-8-15,2 1-21 0,-3 5-16 0,6-6-9 16,-1-2-19-16,2-2-6 0,4 0-14 0,0-2-8 0,2-3-3 0,0 0-3 0,1-1 13 16,1-1 21-16,-3 1 25 0,2-3 37 0,3-1 32 15,-1 4 16-15,1-4-24 0,0 0-12 16,6-16-9-16,-2 5-7 0,0-1-2 0,2 3-15 15,1-4-15-15,-2 3 2 0,4 0-7 0,-3-2-2 16,-1 2-11-16,0 1 1 0,-1 5-7 16,0-3-4-16,0 2-4 0,-2 1-10 0,1 0-2 15,-3 4-9-15,5-2-7 0,-5 2 11 0,10 2-12 16,-1 3 0-16,0 3-8 0,3 1 2 16,2 2 5-16,-3 0-7 0,3 3 3 0,-1 1-6 0,1-1-14 0,-1 1-16 0,0-2-18 15,1 1-26-15,-3-2-25 0,2 1-34 0,-2-2-30 16,-1-4-28-16,0 0-43 0,-4-4-244 0,-1-2-538 15,-1 0 239-15</inkml:trace>
  <inkml:trace contextRef="#ctx0" brushRef="#br0" timeOffset="42116.07">22804 5980 221 0,'-7'-2'412'0,"2"-1"-20"16,5 3-31-16,-4-4-31 0,2 2-47 15,2 2-55-15,11-10-42 0,8 0-32 0,12 0-38 0,20-8-43 0,8 2-45 0,32-3-70 0,-2-2-97 16,-2-3-296-16,-24 7-469 0,-5-5 208 16</inkml:trace>
  <inkml:trace contextRef="#ctx0" brushRef="#br0" timeOffset="42924.24">23112 3605 211 0,'5'-9'260'0,"-3"2"-2"0,-1 2-19 0,3 1-18 0,-4-1-30 16,0 2-19-16,2-2-27 0,-2 5-26 0,0 0-15 15,0 0-13-15,0 0-8 0,0 0-12 0,-7 21-3 16,-2-5-9-16,2-2-6 0,-1 6-6 0,-6 4-5 15,0 5 3-15,-3 3-7 0,3 1-3 16,-9 9-3-16,9-15-1 0,-4 1-5 0,4-3-3 0,0-3-1 16,5-6-2-1,1-6-1-15,2-1 0 0,1-3-1 0,3-1 0 16,0 2 13-16,-2-4 23 0,1 1 31 0,3-4 41 16,0 0 8-16,0 0-22 0,0 0-19 0,-4-15-10 15,9 4-8-15,1-5-12 0,3-2 14 0,5-4-33 16,-1-5-1-16,2 3-1 0,3-3-10 0,-1 5 4 15,-2 3-10-15,-3 5-2 0,-2 2-9 0,-4 4 3 16,1 1-5-16,-1 2-9 0,-1 1-15 0,2 3-10 0,-1 1-10 0,5 1-4 16,-2 3-6-16,-1 4-4 0,5 4-8 0,0 10-3 15,-4-9-15-15,1 4-19 0,1 7-24 0,-6-6-24 16,4 0-26-16,0 0-30 0,-5-3-32 16,1 0-228-16,-1-3-491 0,0-3 218 0</inkml:trace>
  <inkml:trace contextRef="#ctx0" brushRef="#br0" timeOffset="43225.11">22745 3709 123 0,'0'0'265'15,"-9"0"-23"-15,9 0-21 0,0 0-23 0,10-9-20 16,9 4-15-16,13-3-22 0,23-2-12 0,5-3-13 16,4-1-12-16,32-5-11 0,1 3-11 0,0 2-10 15,-6 1-6-15,1 2-5 0,-31 5-8 0,-1-2-6 16,-1 1-2-16,-18 2-6 0,-7 2-7 0,-3 3-14 0,-10 0-17 16,-7 0-30-16,-3 0-7 0,1 1-4 0,-6 1 1 15,-6 1-4-15,0-3-2 0,-6 9-13 0,-6-5-33 16,-2 4-16-16,-4-1-21 0,2 0-24 0,-5 1-136 15,3-1-310-15,2-2 138 0</inkml:trace>
  <inkml:trace contextRef="#ctx0" brushRef="#br0" timeOffset="44148.97">24030 4408 145 0,'4'-16'221'0,"-4"-1"-3"0,0 1-1 0,1 6-23 0,-1 2-14 15,0 1-18-15,3 3-19 0,-2-1-19 0,-1 1-30 16,0 4-13-16,0 0-6 0,0 0-9 0,-15 24-11 16,2-3-6-16,0 7-2 0,-10 17-4 0,2 0-9 0,0 7 0 15,2-2-5-15,-4 1-4 0,9 5 4 16,-4-6-9-16,5-2 3 0,-1-3-3 0,8-10 4 16,-2-3-4-16,3 0-4 15,1-4 4-15,3 0-4 0,-1-12 3 0,2 0 4 16,0-5-3-16,-2 0-6 0,2-4 0 0,-2-1 0 15,0-1 2-15,2 1 6 0,2-1 24 0,-2-4 19 16,0-1-25-16,0 0-28 0,0 0-13 0,-16-6-22 16,5 1-13-16,1-1-24 0,-4-4-31 0,-1 1-10 15,0-1-30-15,2-2-37 0,0 0-185 0,1-2-383 16,2-1 169-16</inkml:trace>
  <inkml:trace contextRef="#ctx0" brushRef="#br0" timeOffset="44465.61">23526 4778 176 0,'-8'0'243'0,"8"0"-12"16,0 0-20-16,0 0-20 0,0 0-22 0,0 0-16 15,0 0-13-15,22-5-18 0,-1 1-11 0,10 1-13 16,2-4-9-16,7 1-11 0,-3 2-8 0,17-4-4 0,-17 2-13 0,16 0-5 16,-17 1-11-16,-1 1-5 0,-5 1-3 0,-7 1-8 0,-3 1-8 15,-7-2-2-15,0 2-7 0,-4-1-6 0,0 2-12 16,-4-1-4-16,-1 0-10 0,-4 1 7 16,0 0-7-16,0 0-9 0,0 0-19 0,0 0-12 15,-19 7-15-15,6-5-22 0,4 0-23 0,-2-2-12 16,3 1-138-1,2 2-302-15,-1-3 134 0</inkml:trace>
  <inkml:trace contextRef="#ctx0" brushRef="#br0" timeOffset="44928.46">24444 4575 40 0,'6'-1'186'0,"1"0"-18"0,-7 1-21 0,10 1-13 16,-2 2-15-16,-3 0-9 0,1 2-6 0,1 5-13 0,-3-2-7 0,-3 5-6 16,0 4-7-16,-1 1-8 0,0-1-1 0,-2 3-5 15,-6 3-14-15,-6 1-1 0,6-6 4 0,-6 4-5 16,2-5 0-16,1-2-6 0,-3 2-7 15,3-5 2-15,2-2-1 0,0-3 7 0,3 0 1 0,-1-2-1 16,3 0 7-16,0-2 21 0,2 1 23 0,-2 0 22 16,4-4 20-1,0 0-17-15,0 0-24 0,10-13-8 0,-1 5-11 16,5-4-1-16,2-1-14 0,7-5-1 0,2-2-10 16,-2 1-2-16,0 2-7 0,4-2-1 0,-3 1-4 0,-1-1-6 15,-1 2-1-15,-4 4 3 0,-8 9 0 16,5-6 2-16,-6 1-3 0,-3 7-5 0,2-1-4 15,-4-2-6-15,0 4-12 0,1 1-4 0,-5 0-3 16,8 4-1-16,-7 2 3 0,3 2-1 0,-3 1 6 0,4 3-1 0,-2 4-1 16,-3-5 0-16,1 6 5 0,3-1-2 0,-3 0 2 15,-1 1-4-15,4-2-27 0,0-1-28 0,-3 1-23 16,3 1-30-16,-4-7-40 0,4 2-53 0,1-1-224 16,-4-6-464-16,-1 0 205 0</inkml:trace>
  <inkml:trace contextRef="#ctx0" brushRef="#br0" timeOffset="45151.14">24922 4473 46 0,'0'0'230'0,"5"0"-24"0,-5 0-16 0,8 10-9 16,-3-2-15-16,-1 3-8 0,1 8-9 15,0 10-14-15,-5 1-5 0,3 1-15 0,-6 3-3 16,-3 14-13-16,-7-2-7 0,-1-1-7 0,-9 1-6 16,0-5-8-16,-1-1-15 0,1-10-27 0,1-3-27 0,-3 0-24 15,0-2-29-15,-2-1-56 0,-1-7-48 16,-4 0-178-16,5-5-361 0,6-7 160 0</inkml:trace>
  <inkml:trace contextRef="#ctx0" brushRef="#br0" timeOffset="45430.31">24283 4351 154 0,'-26'5'213'0,"-4"7"-21"0,2 3-15 0,-10 14-1 16,2 5-10-16,1 9 3 0,1 6-4 0,2 5-12 0,6 3-11 16,3-1-10-16,4-3-6 0,9 3-11 0,5-5-7 0,9-5-8 15,11-3-10-15,2-9-5 0,17 5-12 0,8-5-14 16,15-7-27-16,3-3-46 0,1-6-74 0,27-2-110 16,-28-10-191-16,-2-8-419 0,-1-7 186 15</inkml:trace>
  <inkml:trace contextRef="#ctx0" brushRef="#br0" timeOffset="46417.87">25805 4556 56 0,'-9'-1'222'0,"9"1"-16"0,-5 0-20 0,5 0-20 0,0 0-16 16,-9 0-16-16,9 0-13 0,0 0-16 0,0 0-10 15,0 0-9-15,0 0-11 0,-5-2-13 0,5 2-2 16,0 0-11-16,0 0 2 0,0 0 1 0,0 0-5 16,0 0 0-16,0 0-7 0,31 0-4 0,-17-3-2 15,-1 1-3-15,3-4-4 0,1 2 3 0,-3-1 4 16,1-2 1-16,-2 2 3 15,-3-3 6-15,1 1 8 0,-1 2 14 0,-3-4 2 16,-1 2 6-16,1 0 2 0,-3 0 3 0,-3 2-3 16,1 0-9-16,-4 0-9 0,-1-1-11 0,-1 2-7 15,-7-1-6-15,-1 3-5 0,-6-1-2 0,-3 3-6 16,-8 4-4-16,0 2 3 0,-2 5-6 0,-4-2-2 16,2 0 1-16,-3 8-5 0,-8 7-1 0,14-6 1 15,-2 1-2-15,4 2 2 0,5 1-4 0,-4 3 4 0,7-1-6 16,2 2-3-16,5-1 0 0,5 0-7 0,6-5-2 0,3 5-1 15,8-1 0-15,8-3 5 0,7-4 3 0,8 1-4 16,19-2 1-16,8-6-2 0,4-2-1 16,30-3 0-16,-29-1-7 0,2-8-5 0,25 0-4 15,-31-3 0-15,1 0-2 0,-4-3-6 0,-4 1-1 16,-14 0 0-16,-6 0-5 16,0-2-1-16,-7-3 5 0,-7 4 3 0,-3 2 14 15,-7-1 14-15,0 2 7 0,-5 2 8 0,1-3 3 16,-5 1 0-16,-5 2-2 0,1-1-1 0,-5 2 3 15,-6 2 1-15,-4 2-2 0,-2 0-4 0,-8 3 2 16,-2 5-4-16,3 0 3 0,0 2 1 0,0 2-8 16,1 0 2-16,3 2 1 0,5-3-6 0,3 1 0 15,2 2 1-15,5-4 1 0,2-1-6 0,2 1 2 0,3 3 4 0,2-8 2 16,5 5 3-16,7-4 3 0,-1 0 1 0,12-2-3 16,5-2-1-16,3-4 3 0,2 0-4 0,-2-3 0 15,1 0 5-15,-4-4-3 0,0-3 1 0,-2-1 8 16,-10 3 6-16,2 0 4 0,-1-1 8 0,-3-4-6 15,-4-2 0-15,0-1-3 0,-2 2 1 0,-3 0-8 16,-2-2-3-16,-2 1 1 0,-2 0-10 0,-2 5-3 0,1-5 1 0,-5 1-6 31,3 6-9-31,-6-1-15 0,1 2-14 0,1 3-18 16,-3 0-19-16,0 1-17 0,0 1-21 0,-3 2-20 16,1 1-21-16,3 1-42 0,1 1-209 0,0 0-439 15,9-1 195-15</inkml:trace>
  <inkml:trace contextRef="#ctx0" brushRef="#br0" timeOffset="46769.86">26899 4512 244 0,'0'-5'323'0,"0"5"-23"0,5-3-26 0,-5 3-31 16,0 0-25-16,0 0-27 0,0 0-18 0,-22 3-18 15,7 3-16-15,1 2-13 0,-4 4-14 0,-3 2-9 16,0 4-10-16,2-1-13 0,5-4-8 0,1 3-7 16,3 1-11-16,3-3-5 0,0 3-5 0,4 2-4 15,2-2-3-15,5 1 1 0,5 0-6 0,-2-3-3 16,10 8-2-16,3-5 0 16,3 2-5-16,2-3-1 0,-1-2-2 0,3 2-2 15,-11-6 0-15,1 0-4 0,1-2-1 0,-8 0-3 16,0-2-2-16,-1 1-8 0,-4-3-7 15,1-1 3-15,-4 1-1 0,-2 2 3 0,-2-1 4 16,-7 1 2-16,-8 2 3 0,0 1-14 0,-11 0-22 0,0-3-33 16,0 0-40-16,1 0-53 0,5-4-60 0,-6-1-257 15,9 0-513-15,0-4 228 0</inkml:trace>
  <inkml:trace contextRef="#ctx0" brushRef="#br0" timeOffset="48955.6">27224 4602 74 0,'0'-7'233'0,"-2"2"-9"0,4-1-9 15,-1 0-11-15,0 1-10 0,-1 0-5 0,0 1-13 16,3 1-12-16,-3 3-19 0,2-5-16 0,-2 4-15 16,0 1-16-16,0 0-12 0,0-5-17 15,0 5-10-15,0 0-11 0,0 0-2 0,0 20-7 0,-4-8-6 16,2 5 1-16,-5 1-6 0,0 7-2 15,2 1-3-15,-2 1-1 0,0-2 14 0,0 1 0 0,2-1-5 0,-1 1-4 0,3-4 3 16,-1-3-7-16,2-2 2 0,1-5-5 0,-1 1 0 16,2-3-1-16,0-2-2 0,-1-4 2 15,0 2 5-15,2-1 20 0,-2-2 32 0,1 1 53 16,0-4 41-16,0 0 31 0,0 0-16 0,0 0-22 16,10-11-20-16,-2 2-13 0,2-5-18 0,1-1-9 15,0-1-12-15,3 0-8 0,1-5-10 0,0-2-8 16,3 1-18-16,-4 6-5 0,4-5-5 15,-4 7-5-15,-2-1-1 0,-1 4-8 0,-6 3-2 16,2 0-3-16,-3 1-1 0,-2 5-10 0,1-2-12 16,2 1-30-16,-3 0-23 0,-2 3 10 0,0 0-3 15,11 10 4-15,-9-6 1 0,3 5-1 0,-1 0 4 0,0 3 11 0,1 0-5 0,-1 0-12 16,0 0-26-16,-2 4-19 0,3 1-26 16,-1-1-22-16,0-2-13 0,1 3-30 0,0-4-33 15,-1-2-32-15,0-1-72 0,-2-3-176 0,0-2-538 16,0-2 238-16</inkml:trace>
  <inkml:trace contextRef="#ctx0" brushRef="#br0" timeOffset="49424.36">27643 4571 43 0,'4'-3'259'16,"-1"2"-24"-16,3-1-30 0,1 2-18 0,-7 0-21 16,12 3-20-16,-3 2-12 0,0 1-9 0,-1 2-9 15,0 1-13-15,-1 6-10 0,-1 2-8 16,-2 0-6-16,-4 4-9 0,0-2-5 0,-4 6-6 16,0-6-3-16,-1 1-2 0,-7 4-12 15,2-2-2-15,1-5-3 0,0-1-3 0,-1 1-3 0,-1-6-2 0,4 0 4 0,-1-4 0 0,2 1 10 16,1-4 10-16,1-1 26 0,0 2 20 15,2-3 34-15,1 1 37 0,1-3 16 0,-3 3 28 16,3-3-7-16,0 0-45 0,5-11-22 16,3 2-18-16,-2-2-10 0,10-5-13 0,0-4-10 15,5-1-10-15,0-1-10 0,-3-1-14 0,8 0-16 16,-2 0-8-16,-1 5 0 0,-5-3-1 16,-3 8-8-16,-4 1 0 0,1 5-2 0,-7 2 14 15,1 0-4-15,-3 0-6 0,3 2-21 0,-3-1-19 16,1 4-31-16,-4 0-17 0,0 0 4 15,2 8 2-15,-4-1 10 0,0 3 8 0,-1 3 20 0,-2 2-2 0,1 0-7 0,-1 2 7 0,2 2-7 16,3 0-12-16,-1 1-20 0,2-2-19 16,3 2-21-16,5 5-18 0,4-8-17 0,2-2-36 15,6 2-52-15,9-2-46 0,6-4-51 16,15-2-175-16,1-4-538 0,-1 0 238 0</inkml:trace>
  <inkml:trace contextRef="#ctx0" brushRef="#br0" timeOffset="49836.9">28912 4645 140 0,'0'-20'322'15,"-1"4"-5"-15,-3-3-7 0,0 2-17 0,-8-6-27 0,-2 9-29 0,-5-4-21 0,-7 4-27 0,0 2-19 16,-4 3-21-16,-6 4-11 0,-1 2-17 16,-1 3-15-16,-2 3-10 0,3 3-9 0,0 1-14 15,3 3-3-15,1 3-14 0,3 2-4 16,2 2-3-16,5-1-8 0,-2 1-2 0,11-1-12 0,3 0-6 15,0 1-10-15,5 0-2 0,4-3-2 16,2 5 2-16,4-4 0 0,2-3 3 0,7 0 1 16,2-2 6-16,12 2-2 0,-4-5-4 15,8 0-1-15,-3-3 1 0,3-4 0 0,-2 0-1 16,1-4 1-16,-9-3 11 0,-2 2 14 0,7-5 15 16,-7-1 21-16,-1-1 12 0,1-7 14 0,0 1 4 0,-1-6-11 0,-4-2-1 0,0 4-1 15,0-6-4-15,-5 0-16 0,0-1-4 16,4-2-13-16,-3-2-1 0,-2 0-8 0,-2 0 6 15,-2-1 9-15,0 0 16 0,0 7 15 0,-3 8 19 16,-1 2 4-16,0 5 14 0,0-1-9 16,0 6-18-16,0 0-18 0,0 2-20 0,0-2-45 15,0 7-51-15,-1-2-66 0,1 2-19 16,0 0 7-16,-8 12 15 0,-1 2 10 0,4 3-8 16,-6 8 23-16,2 3-7 0,-3 6-15 0,8-1-8 15,-5-1-22-15,0 14-17 0,1-13-14 0,2-1-23 16,6 0-37-16,2 0-37 0,5-6-56 0,-2 1-288 0,-2-10-644 0,3-6 285 0</inkml:trace>
  <inkml:trace contextRef="#ctx0" brushRef="#br0" timeOffset="50382.81">28981 4467 219 0,'2'-6'398'0,"1"3"-44"0,-1 1-36 0,2-2-34 15,-2 1-36-15,-2 3-28 0,3-3-22 0,-3 3-26 16,9 6-16-16,-6-2-17 0,3 3-16 0,1 3-15 0,-4 1-2 0,1 2-20 0,0 7-8 16,-4-3-6-16,0-1-6 0,-2 11-4 0,-1-3-1 15,-5-5-10-15,-1 6-2 0,1-7-8 16,-3 4-1-16,1-5 2 0,-1-2-8 0,0-3-2 16,4-2-1-16,1 0 10 0,0-3-8 0,1-2 1 15,1 0 8-15,0-1 12 0,2-1 50 16,-1-1 35-16,3-2 32 0,-2 3 29 0,2-3 23 15,0 0 4-15,0 0-42 0,9-12-35 16,2 2-18-16,4-3-14 0,0-1-13 0,6-4-12 16,2-4-8-16,1 1-18 0,2-5-17 0,0 0-12 15,-1 1-7-15,2 1-3 0,-5 0-9 0,-7 2 8 0,0 8 5 0,-4 3 23 0,-4 2 8 16,2 4-1-16,-4-2-7 0,-1 2-9 0,1 1-6 16,-1-1-21-16,-3 3-20 0,-1 2-22 15,4-3-34-15,-4 3-4 0,0 0-2 0,-14 12 11 16,1 0 9-16,-1 0 4 0,-5 9 2 0,3 1 3 15,-2-1 3-15,5 2-6 0,4 0-1 16,1-5 3-16,6-1 2 0,0 1 2 0,6-2 9 16,9 8 1-16,6-5 10 0,4-2-7 15,9-2 8-15,4 0 7 0,16-5 0 0,1 1 1 16,2-3-2-16,2-6 1 0,-2 2 1 0,-4 0 4 0,-12-4-4 0,-4 0 4 0,-4 0 11 16,-12 0 17-16,0-3 18 0,-6 3 10 0,-4 0 9 15,1-1 3-15,-2 0 3 0,-3 2 3 0,-5-1-9 0,10-1-3 16,-10 1-10-16,8 0-8 0,-8 0-17 15,0 0-31-15,0 0-44 0,0 0-48 0,8 1-86 16,-8-1-32-16,-4 5-31 0,-3-1-52 16,-4 2-90-16,-1 0-462 0,-3-2-919 0,5-1 407 0</inkml:trace>
  <inkml:trace contextRef="#ctx0" brushRef="#br0" timeOffset="53502.01">6787 8724 87 0,'0'0'158'0,"-7"1"-10"0,7-1-13 16,-4 1-13-16,4-1-8 0,-5 1-13 0,5-1-13 0,0 0-14 0,0 0 1 15,0 0-8-15,0 0-4 0,0 0 3 0,-5 3-2 16,5-3-5-16,0 0-2 0,0 0 7 0,0 0 6 15,0 0-1-15,0 0 1 0,20-10 0 0,-11 4-5 16,4 0-5-16,2-5 6 0,2-1-7 0,1 2-2 16,3-6-3-16,1-1 3 0,1-3 1 0,-1 4 6 15,-3-4 1-15,3 1 0 16,-3-3 3-16,0 0 4 0,0-4-3 0,-2-3 10 16,-1 2 5-16,0-2-8 0,-5 0-5 0,2 0 1 15,0-1-4-15,-4-1 3 0,-3 2-1 0,3-1-5 16,-4 3-3-16,3-2 0 0,-7 2 4 0,2 2-3 15,-2 6-4-15,-1 2-7 0,0-2-3 0,0 4-2 16,0 1-8-16,0 4 8 0,-1 1-7 0,1 1 1 16,-3 1-6-16,3 5-13 0,0-4-27 0,0 6-12 0,0-4-26 0,0 4-24 15,0 0 8-15,0 0 8 0,-9 10 1 0,4-1 4 16,-4 8 2-16,-1 8 7 0,-2 1 3 0,5 2 1 16,-5 1 7-16,5 1-3 0,0 2 5 0,2-2 3 15,1 1-1-15,4-2 2 0,2-1 6 0,0 1 1 16,6-2 3-16,-1-3 1 0,5-6 2 0,-1-3 10 15,1 0 2-15,1-2-5 0,2-4-3 0,3-1 3 0,-1-4 6 16,2-1 4-16,0-3 0 0,0-3 3 0,0-1 4 16,-1 1 12-16,-4-2 6 0,-5-1 18 0,1 2 18 15,0-3 8-15,-2 3-3 0,-4-2 2 0,1-2-2 0,-2 2-4 16,-2-1-11-16,-1 0-12 0,0 3-15 0,-4-2-7 16,-1 1-19-16,0 0-20 0,-4 0-11 15,-5 2-11-15,-3 3-11 16,-2 3-10-16,-10 2-14 0,1 2-9 0,0 3-15 15,-3 0-14-15,4 0-10 0,-1 2-27 0,10 0-34 16,1-3-20-16,7 0-58 0,-1-2-205 0,6-2-497 16,3 0 221-16</inkml:trace>
  <inkml:trace contextRef="#ctx0" brushRef="#br0" timeOffset="53939.98">7692 8325 184 0,'0'0'354'16,"0"0"-33"-16,0 0-38 0,0 0-29 0,0 0-26 15,0 0-25-15,0 0-24 0,0 0-23 0,0 0-25 16,0 0-21-16,0 0-10 0,-5 7-9 0,5 0-13 15,-1 0-9-15,-1 4-4 0,1 5-12 0,-3 1-1 16,0 1-4-16,-2 7-6 0,0 2-2 0,-2-2-2 16,4 1-5-16,-1-6-6 0,0-3-6 0,1 0-6 0,3-6-3 0,-3-1-1 15,2-2 4-15,-1-1-2 0,3-2 10 0,-1-1 8 16,-1 0 29-16,2 0 32 0,0-4 36 0,0 0-7 16,0 0-2-16,0 0-19 0,7-17-8 0,-1 6-26 15,-1-2 4-15,2-3-5 0,0-2-7 0,3-5-2 16,-1-2-8-16,-2 10-5 0,1-2-7 0,-1 2-2 15,-2 3 1-15,-1 3 1 16,0 4-3-16,-1-2-8 0,-1 2-5 0,1 2 4 16,-2-2-22-16,0 3-22 0,-1 2-30 0,4-3 7 0,-4 3-17 0,11 4 1 0,-5 0-1 15,4 2 1-15,-3 1-8 0,6 4-5 0,0 2-16 16,1 1-24-16,2-2-29 0,5 5-38 16,0-3-42-16,4 1-67 0,-8-5-233 0,2-5-565 15,0 1 251-15</inkml:trace>
  <inkml:trace contextRef="#ctx0" brushRef="#br0" timeOffset="54124.25">8380 8358 177 0,'3'-5'402'0,"-3"5"-32"0,0 0-29 15,0 0-29-15,0-4-31 0,0 4-25 16,0 0-21-16,2-3-30 0,-2 3-42 0,7-4-30 15,6 2-33-15,0-3-36 0,6 2-38 0,4-1-50 16,-5 3-59-16,11-3-63 0,-7 1-61 16,-3 1-228-16,0-2-470 0,-1 1 209 0</inkml:trace>
  <inkml:trace contextRef="#ctx0" brushRef="#br0" timeOffset="54268.28">8506 8531 186 0,'-2'6'236'16,"-2"-1"-21"-16,1-2-21 0,0 0-16 0,2 2-8 15,1-5-1-15,3 4 4 0,-3-4-8 0,14 0-13 16,4 0-13-16,10-5-12 0,4-1-16 16,6 0-14-16,13-5-40 0,3 0-51 0,-3 4-82 15,4-5-92-15,-4 0-188 0,-15 5-385 0,1-5 171 16</inkml:trace>
  <inkml:trace contextRef="#ctx0" brushRef="#br0" timeOffset="54810.75">10270 8008 100 0,'-2'-11'247'0,"2"0"-3"15,0-1-8-15,-1 2-8 0,1-2-2 0,-1 0 2 0,1 1-3 0,0 0-5 0,0 4 8 16,1-1-14-16,-1 1-6 0,0 1-19 0,1 1-20 15,-2 2-14-15,1-1-23 0,0 4-19 0,0-5-33 16,0 5-35-16,0 0-14 0,0 0-10 16,0 0-7-16,0 18-3 0,0-6-8 0,-1 4 0 15,-1 5 3-15,0 6-3 0,-2 2-1 0,0 2-13 16,-1 0-22-16,0-1-19 0,0 0-27 0,1-1-22 16,0 2-23-16,0-2-30 0,-1-2-21 15,5-1-39-15,-4-11-226 0,2-1-477 0,-2-4 212 16</inkml:trace>
  <inkml:trace contextRef="#ctx0" brushRef="#br0" timeOffset="55102.68">9987 8365 162 0,'-18'5'220'0,"5"-1"-12"0,3-2-15 0,0 0-14 16,2 1-17-16,3-2-13 0,0 0-12 15,-3-1-3-15,8 0 0 0,-3 3-9 0,3-3 11 16,0 0-12-16,29 1-8 0,-1-5-11 0,13-1-10 0,21 1-8 16,29-7-11-16,4-1-4 0,-1 2-9 0,5 0-8 15,-5 1-7-15,0-3-4 0,-29 3-8 0,33 1-2 0,-35 4-3 16,-3-2-3-16,-5 2-2 16,-16 0-1-16,-3 3-5 0,-6-1-1 0,-10 2-2 0,-3-2 0 0,-5 1-6 15,-4 1-15-15,0-1-14 16,-2 2-18-16,-6-1-18 0,9 3 4 0,-9-3-4 0,0 0-14 0,-18 9-36 15,-1-4-60-15,-12 5-259 0,1-3-458 16,-5-2 203-16</inkml:trace>
  <inkml:trace contextRef="#ctx0" brushRef="#br0" timeOffset="55538.86">10612 8603 318 0,'0'0'318'0,"-4"3"-37"0,4-3-30 0,0 5-41 16,-1-1-26-16,-3 1-23 16,1 2-15-16,-2 1-15 0,0 4-14 0,-4 5-16 0,-1 1-7 0,-5 4-10 15,1 0-8-15,-2 3-8 16,-2-1-5-16,3 0-6 0,-2 1-4 0,2-5-7 0,5-4-4 15,1-2-5-15,1-2 5 0,3-6-11 16,-1 3-3-16,2-2 2 0,0-2 5 0,3 0 18 0,-3-3 12 0,4 1 37 16,0-3 34-16,-4 3 36 0,4-3 23 0,0 0-24 15,0 0-12-15,0 0-15 0,5-20-13 0,-1 12-9 16,3-2-9-16,-1-2-9 16,-2 0-8-16,2 3-10 0,-2-2-7 0,0 2-2 0,0 2-5 0,-3 0-9 15,3 2-9-15,-2 3-10 0,1-3-4 0,-2 0-9 0,2 2-16 16,-3 3-12-16,3-2-32 15,-3 2-11-15,6-2 1 0,-6 2-17 0,7 5 3 0,0-1 8 16,2 4-24-16,-2-4-10 0,2 4 6 0,3-1-30 0,-1 2-27 16,0 2-20-16,1-1-30 15,-2-1-34-15,0-1-32 0,2 0-29 0,-3-2-60 0,0 1-202 16,-4-2-580-16,0-5 258 0</inkml:trace>
  <inkml:trace contextRef="#ctx0" brushRef="#br0" timeOffset="55689.44">10418 8765 71 0,'-8'-5'421'0,"3"1"-36"0,-2 1-31 16,4 1-43-16,0-1-10 0,-2 1-38 0,5 2-29 0,-4-5-23 15,4 5-24-15,0 0-16 0,9-6-22 16,4 1-12-16,14-1-17 0,8-3-18 0,20-4-31 0,5-4-46 16,31-3-43-16,1-1-65 15,-1-1-83-15,0 3-124 0,-29 6-203 0,-2-3-534 0,-2-1 237 0</inkml:trace>
  <inkml:trace contextRef="#ctx0" brushRef="#br0" timeOffset="56334.78">12624 7715 8 0,'6'-17'182'15,"-3"4"-3"-15,1-5-8 0,-1 0 4 0,2 2 4 0,-4-1 6 16,0 1 4-16,1-1 1 0,-2 4 7 0,0 1 0 0,0 2-15 15,-2 1-7-15,2-1-5 0,-1 3-13 16,1 4-20-16,0-5-16 0,0 4-18 0,1 1-17 0,-2-1-49 16,1 4-37-16,0 0-8 15,0 0 0-15,-7 13 0 0,1 2 2 0,-4 14-1 0,-5 18 8 0,2 6-7 16,-11 26 1-16,1 0 2 16,1 2-1-16,0 0 0 0,1-1 1 0,6-25-2 0,3 5 4 15,-1 20-1-15,5-21 5 0,0 3-1 0,5-4 0 0,2-3 0 16,-1-1 0-16,2-4 1 0,2-3-1 15,-2-10 1-15,-2-4 0 0,1-5 3 0,-2 1-1 0,0-6-2 16,0-4-1-16,-1-1 8 0,-1-7 8 16,1-1 16-16,-2 0-3 0,-2-3 5 0,-1 0 10 0,-2-1-1 15,-1-2-5-15,-4-1-4 16,-4 1-2-16,0-4 6 0,0 2-11 0,-1-2-5 16,3-2-1-16,0 2-5 0,3 0-3 0,2 0-1 15,-2 0-15-15,-2 3-37 0,1-2-44 0,-5 2-47 16,6 3-57-16,-3 1-66 0,5-3-214 0,1 1-504 15,5-2 222-15</inkml:trace>
  <inkml:trace contextRef="#ctx0" brushRef="#br0" timeOffset="56710.17">11932 9532 202 0,'-5'3'276'0,"1"0"-39"16,1 1-30-16,2-2-34 0,1-2-9 15,0 0-21-15,0 0-15 0,21-1-14 0,-1-3-10 16,7-3-11-16,9 1-12 0,2-2-7 0,13-1-7 0,-1-1-8 15,-1 0-5-15,4 0-8 0,-16 3-3 16,4 1-2-16,-8 1-3 0,3 1-6 0,-8 0-6 0,-9 1 1 16,-1 1-4-16,-7 1-9 0,1 1 11 15,-7-4 13-15,3 4 6 0,-3 0 2 0,-5 0 6 0,9 0-1 16,-9 0-5-16,0 0 6 0,0 0-13 0,0 0-4 0,0 0-15 16,0 0-15-16,-14 10-19 15,2-8-19-15,1 4-32 0,0-1-43 0,-1 1-49 0,-2-4-85 16,1 3-142-16,3-3-415 0,4-4 184 15</inkml:trace>
  <inkml:trace contextRef="#ctx0" brushRef="#br0" timeOffset="57104.33">12903 9316 312 0,'5'1'304'15,"-5"-1"-34"-15,4 2-26 0,-4-2-29 0,0 7-21 0,-2 0-24 0,-1 1-10 16,-2 4-19-16,-2 0-12 16,-3 3-13-16,3-1-10 0,-5 3-10 0,1-2-10 0,-1 2-5 15,2-2-8-15,-6 8 2 0,4-6-13 16,-1-4-10-16,1-1-3 0,2 2 0 0,4-7-6 0,-2 1-5 16,3-3 10-16,1-1 8 0,2 0 25 0,0 0 40 0,-2-3 41 15,4-1 34-15,-3 3 8 0,3-3-22 0,0 0-17 16,-3-17-12-16,3 8-19 15,3-7-13-15,-1-1-11 0,2-1-13 0,1-2-10 0,-1 2-10 0,2 3-8 0,1 4-9 16,-4 0-11-16,1 4-4 16,0-1-6-16,-4 1-13 0,4 5-4 0,-3-1-16 0,3 1-29 15,-4 2 6-15,0 0-6 0,17 7-18 0,-11 0 2 0,3 2-7 16,3 7 1-16,-1 0 18 0,7 4-16 0,-3 2 6 16,2-1-9-16,1 1-13 0,-5-7-22 0,5 6-30 15,-1-2-30-15,-5-2-29 0,2-4-39 0,-5-5-43 16,0 0-39-16,0-2-76 0,-4-2-185 0,0-3-597 15,-5-1 265-15</inkml:trace>
  <inkml:trace contextRef="#ctx0" brushRef="#br0" timeOffset="57251.49">12738 9385 183 0,'-5'-3'406'0,"-3"2"-26"0,5 0-20 15,3 1-29-15,-7-4-21 0,7 4-33 0,-4-4-26 16,4 4-21-16,13-9-25 0,8 0-21 15,12-3-30-15,22-8-42 0,30-7-46 16,7 2-54-16,2 2-47 0,-5 1-68 0,-4-4-93 16,-32 6-326-16,5-4-564 0,-2 4 249 0</inkml:trace>
  <inkml:trace contextRef="#ctx0" brushRef="#br0" timeOffset="58081.55">13225 7034 63 0,'0'-6'322'0,"0"3"-26"16,-1 0-31-16,1 3-31 0,-3-5-21 0,3 5-25 15,0 0-32-15,-2-4-23 0,2 4-24 0,0 0-13 16,0 0-14-16,-3 12-8 0,-1-2-8 0,3 5-9 16,0 1-3-16,-6 2-7 0,1 9-5 0,-5-1-2 15,4 0-2-15,-5 1-3 0,1 0-3 16,0-4-2-16,2 2-7 0,0-8 6 16,0-3-8-16,5-4-4 0,-1 0 2 0,1-4 2 15,0 0-2-15,3-1 4 0,-3 0 39 0,2-3 37 16,0 1 38-16,2-3 35 0,-1 6 28 0,1-6 5 15,0 0-12-15,0 0-23 0,1-14-20 16,3 7-17-16,2-5-17 0,3-5-8 0,-1 0-14 16,1 2-9-16,1-2-13 0,0 5-2 0,-2 1-17 15,-2 3-7-15,-1 0-10 0,-1 3-30 0,2 1-20 0,0 2-29 0,0 1-12 0,4 2-10 16,1 1-9-16,0 6-4 0,2 2-1 16,1 3 2-16,3 2 1 0,-2 4-13 0,-1-4-21 15,4 6-25-15,-8-6-40 0,3 1-41 0,0 1-45 16,-2-1-61-16,3-6-209 0,-5-1-575 0,0-2 256 15</inkml:trace>
  <inkml:trace contextRef="#ctx0" brushRef="#br0" timeOffset="58382.83">12891 7159 171 0,'-17'2'254'0,"5"-2"-12"16,2 0-13-16,1 0-7 0,5 0-20 0,4 0-9 16,-9 0-20-16,9 0-15 0,0 0-12 0,27-8-14 15,6 0-13-15,18-3-12 0,16-3-13 16,30-3-8-16,-3-3-10 0,5 2-6 0,-1-2-10 0,2 2-5 16,-4 1-3-16,-3 3-9 0,-28 4-5 15,-1-1-2-15,0 6 1 0,-10 0-8 0,-18 0-4 0,-5 5-4 0,-9-2-1 0,-4 1-8 16,-7 0-10-16,1 1-5 0,-3-2-15 15,-4 4-5-15,-1-1 5 0,-4-1 0 0,-8 8-2 0,-4-3-24 16,-7 3-34-16,-7 2-45 0,-2 2-38 16,1 1-55-16,1-4-181 0,5 1-431 0,5-4 191 15</inkml:trace>
  <inkml:trace contextRef="#ctx0" brushRef="#br0" timeOffset="59594.36">14256 7695 168 0,'0'-9'265'0,"-2"-3"3"16,2 8-12-16,-3-4-13 0,3 3-18 0,0-1-29 16,0 2-25-16,-1 2-35 0,1 2-27 0,0 0-13 15,0 0-12-15,-12 22-12 0,2 2-12 0,-3 9-9 16,-5 12-5-16,-2 7-6 0,2 4-4 16,1-1-5-16,-8 23 0 0,7-27-3 15,4 2-2-15,1-3-6 0,1-1 0 0,1 0-1 16,1-1 4-16,2-1-2 0,3-12-3 0,0-3 3 15,1-3-3-15,0 0-1 0,2-3 1 0,-2-8-2 16,2-1-5-16,0-5 0 0,0-3 2 0,0-1 0 16,1-1 3-16,0 0 29 0,0-2 14 0,-2 0 12 15,-1 0 6-15,-1-3-4 0,-4 1-5 0,-2-6-3 0,-7 3-8 0,0-2-4 16,-5 0-6-16,-4-5-7 0,-4 0-3 0,2-1-7 16,0-1-8-16,-1-2-21 0,2 2-21 0,0-1-31 15,9 1-24-15,-7-2-24 0,7 1-27 16,5 3-35-16,1 1-51 0,4-4-44 0,2 0-187 15,4-2-481-15,3 0 213 0</inkml:trace>
  <inkml:trace contextRef="#ctx0" brushRef="#br0" timeOffset="59889.45">13702 8218 222 0,'0'0'245'0,"-5"1"-28"0,5-1-16 0,0 0-17 15,-7 0-14-15,7 0-12 0,0 0-15 16,0 0-17-16,0 0-10 0,35-5-9 0,-12 2-14 16,7-1-7-16,6-1-10 0,4-1-10 0,11-1-4 0,0-1-9 0,-13 4-5 0,2 0-3 15,-2-1-4-15,-1 1-5 0,-4 0 0 0,-4 2-5 16,-8 1-4-16,-8 0-2 0,-1 1-8 15,-2 0-8-15,-2 0-9 0,-3-3-6 0,1 3-12 16,-6 0 3-16,0 0-7 0,4 3-6 0,-4-3-27 16,-12 2-21-16,1 1-22 0,-3 1-18 15,1-1-38-15,-1-1-188 0,1 0-371 0,2-1 164 16</inkml:trace>
  <inkml:trace contextRef="#ctx0" brushRef="#br0" timeOffset="60346.33">14640 8022 50 0,'0'0'247'15,"6"-2"-26"-15,-6 2-23 0,0 0-20 0,14 3-20 16,-9 1-18-16,2-2-13 0,0 5-16 0,0 3-4 15,-1 0-17-15,-1 0-6 0,0 5-8 16,1 1-6-16,-3 1-9 0,-6 0-3 0,3 3-10 0,-3-3 0 0,-1 2-4 0,-4 0-4 16,1-1-8-16,-3-2 3 0,2-3-3 0,0-2-5 0,3-1-2 15,-2-3 3-15,3-2-2 0,0 2-3 16,1-2 8-16,-1-2 20 0,3-1 25 0,-2 2 26 16,1-3 23-16,2-1 13 0,0 0-21 15,0 0 1-15,0 0-25 0,10-14-11 0,-3 6-9 16,1-1-16-16,5-3 2 0,1-2-5 0,-1 0-7 15,1-2-4-15,5-3-6 0,0-1-2 16,-3 10-8-16,-2-4 2 0,0 2 10 0,-5 2-14 16,0 4-2-16,-2 0 5 0,-1 1-12 15,-1 1-6-15,-1 2-13 0,0 0-15 0,-1-1-9 0,-3 3-3 0,0 0-5 0,8 6 1 0,-7-1 6 16,2 1 1-16,-2 1-2 0,0 4 5 16,3 2 1-16,0-1 7 0,0 5 0 0,-1-5-9 15,0-1-17-15,1 4-29 0,-2-5-21 0,2 2-28 16,1 0-27-16,-2-4-38 0,3 1-40 15,-2-4-226-15,-1-2-488 0,1-2 217 0</inkml:trace>
  <inkml:trace contextRef="#ctx0" brushRef="#br0" timeOffset="60588.87">15086 7911 108 0,'2'-3'295'15,"-2"3"-34"-15,4 0-26 0,-4 0-28 0,8 5-19 16,-5-1-21-16,5 4-15 0,-3 3-15 16,-1 6-5-16,3 2-15 0,0 6-13 0,-1 5-6 15,-2 0-10-15,-1-1-7 0,-6 4-4 16,2 4-7-16,-7-3-8 0,-2 11 7 0,-7-1-14 16,2-12-3-16,0 3-16 0,-4-5-12 0,0-2-20 15,-2-2-20-15,-3-3-23 0,-3 1-34 0,0-4-57 16,-3-6-69-16,-2-4-195 0,-2-3-426 15,2-7 188-15</inkml:trace>
  <inkml:trace contextRef="#ctx0" brushRef="#br0" timeOffset="60861.41">14485 7807 112 0,'-13'-3'245'0,"-1"3"-17"0,-3 3-23 16,-2 2-18-16,-2 4-16 0,-2 2-13 0,-6 10-19 0,0-1-15 0,-3 15-13 0,0 4-11 0,1 3-2 16,5-2-11-16,3 4-5 0,2-3-6 15,7-7-3-15,6 0-5 0,4 12-3 0,4-12-1 16,6-3-4-16,8 15-3 0,4-16-2 15,12 8-3-15,10-9-6 0,10-4-21 0,4-4-34 0,7-6-58 16,36-8-88-16,-32-5-255 0,27-9-444 16,-28-1 197-16</inkml:trace>
  <inkml:trace contextRef="#ctx0" brushRef="#br0" timeOffset="61982.1">15832 7795 196 0,'2'-3'185'0,"1"-1"-10"0,-2 0-9 0,-1 4-18 0,4-2-16 0,-4 2-7 15,3-3-11-15,-3 3-19 0,0 0-12 0,0 0-12 16,0 0-9-16,0 0-4 0,-7 13-6 0,-3-5-2 15,-3 5-6-15,-10 4-2 0,-1 5-3 0,-2-2-1 16,-1 0-7-16,-1 1 0 0,0-2-5 0,3 1 3 16,-1-3-11-16,2 3 4 0,9-9 1 0,1 1 0 15,2 0-7-15,3-1 1 0,0-2 2 0,2 0-1 0,3-1 3 0,1 2 6 16,2-2 0-16,3 1 6 0,2-2-4 16,5 2 3-16,5 0-2 0,-1 0-4 15,6 0-1-15,9 0-5 0,-2 2-3 16,2-4 6-16,0 0-8 0,-4 2 0 15,2-1-3-15,-6 1-3 0,-2-3 1 0,0 4-5 0,1-2 2 0,-6 2-2 0,-4-3 2 16,1 3-7-16,-1-2 2 16,-2 0-2-16,-4 2-6 0,-1-1 10 0,-4 3 1 15,0-3 2-15,-8 4 1 0,-3-1 1 16,-4 0-2-16,-10 2-1 0,-1-2 2 0,0-3 1 0,-2-1-4 0,1 2 3 0,3-3-5 16,0-1 2-16,4-2 1 0,3-1-2 15,6-1-4-15,-2-4-15 0,5 1-5 16,1-2-20-16,4-1-30 0,2-1-28 0,7-2-39 0,4-2-13 0,4-1-43 15,6-2-126-15,10-5-345 0,2 2 153 16</inkml:trace>
  <inkml:trace contextRef="#ctx0" brushRef="#br0" timeOffset="62183.41">16062 8189 190 0,'4'-3'269'0,"1"2"1"0,-4-2-17 15,-1 3-7-15,5-1-12 0,-5 1-16 16,7-3-12-16,-7 3-16 0,0 0-16 0,0 0-19 15,0 0-14-15,0 0-20 0,0 0-14 16,0 0-16-16,7 4-7 0,-7-4-17 16,-2 7-1-16,-1-2-6 0,3-2-7 0,0 4-5 0,-1 0-11 0,0 1 4 15,1 1-6-15,0 1-4 0,1-3-31 0,0 1-15 16,-2 2-21-16,0 1-20 16,1-3-17-16,-2-1-29 0,2 1-27 0,-2-2-18 0,-1-1-46 15,-2 0-247-15,-1-3-475 0,-2-2 210 16</inkml:trace>
  <inkml:trace contextRef="#ctx0" brushRef="#br0" timeOffset="62355.18">16031 8032 270 0,'0'-5'285'16,"0"-2"-16"-16,3 2-29 0,-2 0-19 0,-1 1-25 15,0 0-19-15,0 4-23 0,1-5-21 0,-1 5-34 0,0-6-42 0,0 6-23 16,0 0-32-16,0 0-45 0,0 0-41 15,12 8-55-15,-10-5-174 0,2 1-337 16,3-2 150-16</inkml:trace>
  <inkml:trace contextRef="#ctx0" brushRef="#br0" timeOffset="62681.37">16317 8149 104 0,'0'4'217'0,"0"0"-26"16,0 0-18-16,-2 3-17 0,-1-1-22 15,1 1-11-15,-2 2-11 0,0-2-13 0,0 3-12 0,-1-2-4 0,1 3-14 0,3-4-4 16,-4 0-6-16,5-1-8 0,-1 1-6 16,-2-2 8-16,3 0-3 0,-1-1-3 15,1 1 8-15,-3-2 6 0,3-3 16 0,0 5 19 0,0-5 25 0,0 0 22 16,0 3-3-16,0-3-14 0,0 0-9 0,0 0-15 15,14-9-15-15,-7 5-5 0,-2 2-10 16,1-2-9-16,-1 1-1 0,2 0-3 16,-1 2-18-16,-1-4-1 0,2 4-12 0,-1-2 7 0,3 3-27 0,-1-1-2 15,1 0-16-15,1 2-17 0,-1-1-10 0,2 3-27 16,1-1-26-16,-1 3-37 0,-2-4-39 16,1 4-42-16,-1-1-261 0,-1-3-507 15,0 1 225-15</inkml:trace>
  <inkml:trace contextRef="#ctx0" brushRef="#br0" timeOffset="63088.06">16706 8100 20 0,'0'0'345'0,"0"0"-29"0,0-5-33 16,0 5-31-16,1-3-29 0,-1 3-27 15,0 0-14-15,0 0-28 0,0 0-18 0,0 0-16 16,0 0-2-16,-2 18-19 0,2-9-12 0,-3 1-11 0,3 1-4 0,-4 5-12 16,3 0-3-16,-3-1-9 0,0 4-4 15,0-1-2-15,-1-2-4 0,3 1-6 16,-1-5-2-16,2 0-3 0,-3-1-7 16,4-2-7-16,0-2 0 0,-1-1-2 0,-2-2-1 0,3 2 11 0,0-2 18 15,0-4 28-15,0 7 24 0,0-7 35 16,-1 2 21-16,1-2-11 0,0 0-15 15,0 0-8-15,10-10-11 0,-6 3-14 0,2 1-6 0,2-2-12 0,0-1-8 0,-2-2-5 16,3 4-4-16,-4 0-8 0,4-1-10 16,-5 2-2-16,2 2-2 0,-2 2-7 0,0-2-6 15,0 2-21-15,0 1-2 0,-4 1-20 16,4-3-10-16,-4 3-20 0,9 0-2 0,-9 0-2 16,10 3-11-16,-7-1-10 0,4 3-24 0,-2 0-26 0,0 1-34 0,4-1-38 15,-3 2-55-15,0-2-73 0,1-2-189 16,0 0-561-16,0-3 249 0</inkml:trace>
  <inkml:trace contextRef="#ctx0" brushRef="#br0" timeOffset="63548.25">16974 8100 223 0,'0'0'277'0,"3"-5"-32"0,-3 5-27 0,2-3-25 15,-2 3-23-15,0 0-15 0,8 0-17 0,-8 0-17 0,6 6-13 0,-1-1-8 16,2 4-13-16,-2-1-11 0,1 3-8 16,-1 1-4-16,-2 3-7 0,0 2-6 15,-2 0-6-15,0-1-1 0,-2 2-5 0,-2 1-4 0,1-3-2 0,-3 2-5 16,-3-3 1-16,3 2-6 0,-2-1 0 16,0-2-1-16,3-4-2 0,-1-3 4 0,0 0-1 15,2-1 0-15,1-1 11 0,0 0 19 0,0 0 20 16,2-1 27-16,-1-1 31 0,1-3 30 15,-3 3 19-15,3-3-10 0,0 0-19 0,6-10-17 0,0 2-16 0,-1-1-14 16,5-2-4-16,0-2-16 0,2-2-5 16,5-5-11-16,1 0 4 0,-2 0-20 15,0 0 10-15,1 1-20 0,-2-1-4 0,-3 6-2 0,-2-1 3 0,0 6-2 16,-5 0 2-16,3 2 3 0,-4 1-2 16,0 2-5-16,-2-2-6 0,3 5-16 0,-4-3-19 0,2 1-13 15,-3 3-47-15,0 0-2 0,0 0 5 16,0 0 4-16,-5 13 7 0,-1-3 5 0,1-1 6 0,-2 4 0 0,-2 1 5 15,5 2 4-15,-2 1 6 0,2-2 3 16,0 2 11-16,4-2-6 0,0-5-13 16,4 6-1-16,0-4-16 0,2 1-5 15,7-4-5-15,5 5-12 0,6-3-18 0,9 1-12 16,6-3-3-16,13-2-24 0,2-2-32 0,1-5-34 0,1 2-27 0,0-2-28 0,-1-4-33 16,-4-2-162-16,2-1-481 0,-4-3 213 15</inkml:trace>
  <inkml:trace contextRef="#ctx0" brushRef="#br0" timeOffset="63970.13">18000 8292 148 0,'21'-10'154'0,"-6"2"35"15,2-3 8-15,-8 1 17 0,-2 2-4 16,-1-2 5-16,-2 1-17 0,-4 1-6 0,0-2-12 16,-4-1-16-16,-3 5-13 0,-2-4-12 0,0 2-13 15,-6-1-16-15,-3 2-8 0,-1 1-11 16,-3-1-7-16,-1 6-8 0,-3-2-10 0,7 4-6 0,-10 1-11 0,9 2 8 16,-1 0-21-16,-6 3-5 0,8 0-2 15,2 1-2-15,0 1-6 0,0 0 2 16,4 3-6-16,4-4-2 0,0 1-7 0,4 2-2 0,0 0-12 0,1-3 0 15,4 2-3-15,-1-1 2 0,3-3 0 0,4 2 5 16,1-2 4-16,2 1-2 0,9-2-2 16,1-3 5-16,-1 3 0 0,0-5 3 15,0 0 3-15,0 0 20 0,-6 0 1 0,0-2 29 16,1-1 15-16,-3-2 11 0,0-3 9 0,2 0 6 0,-1-5 10 0,0 1-3 16,-3-5 1-16,0 1-5 0,-1-4-7 0,-1-6-2 15,-1-3-13-15,0-3-5 0,1-1-12 16,2-14-3-16,-3 0-2 0,2 13-5 15,-4-3 17-15,1 7 17 0,-1 1 27 0,1 2 16 0,-2 9 7 0,-2 4 0 16,3 2-7-16,-2 2-14 0,-1 4-18 0,0-1-18 16,0 2-33-16,0 2-49 0,0 3-59 0,0-5-58 15,0 5-11-15,0 0 15 16,-4 13 9-16,3 3 14 0,-4 3 25 0,-4 11-12 0,1 1 19 0,2 4-15 0,-2-1-16 16,3-1-24-16,-4 1-21 0,4-4-12 15,3 0-14-15,2 0-13 0,-2-5-15 0,4-6-28 16,0 0-31-16,3-2-29 0,0-7-284 0,2 2-607 15,0-5 268-15</inkml:trace>
  <inkml:trace contextRef="#ctx0" brushRef="#br0" timeOffset="64385.98">18154 7945 202 0,'4'-5'309'0,"-1"-2"-29"0,3 2-30 16,-2 1-26-16,0-1-24 0,1 2-21 0,3 2-20 15,-3 0-7-15,4 2-18 0,0 1-14 0,3 4-7 16,-2 2-13-16,0 3-8 0,2 1-8 16,-4 2-8-16,0 3-4 0,-3 0-9 15,-1 1-8-15,-3 1 0 0,-1-1-8 0,-3 0-3 16,-3 7-3-16,-3-7-4 0,-2 0-5 0,-2 4-1 16,2-6-1-16,-2 0-5 0,0-2 0 0,-1-3-1 15,1 0-3-15,3-4 4 0,3 0 9 0,0-2-9 16,3-2 12-16,-1 2 17 0,0-1 28 0,3-1 43 15,0-1 43-15,2-2 26 0,0 0 9 16,0 0-24-16,0 0-18 0,0 0-22 0,4-17-14 0,6 5-19 0,1-2-15 0,8-6-16 16,1-1-11-16,3-1-17 0,0-4-12 0,3 3-11 15,-2-2 1-15,-4 4-8 0,0 2-1 0,-8 5 2 16,-2 6 3-16,-2-1-2 0,-1 4 0 16,-1-2-11-16,0 2-24 0,-2 2-22 0,0 2-50 0,-4 1-13 15,0 0 3-15,0 0 7 0,3 13 2 16,-5-4 8-16,-2 8 8 0,3 3 7 15,-3-2 7-15,-1 1 9 0,4 7 4 0,1-2 7 16,3-3 5-16,4 3-24 0,2 1-19 0,0-7-28 0,5 1-33 0,7 0-47 0,3-5-68 0,5-4-352 31,1-2-655-31,4-3 290 0</inkml:trace>
  <inkml:trace contextRef="#ctx0" brushRef="#br0" timeOffset="64539.57">18933 8240 161 0,'0'0'425'0,"0"0"-28"0,0 0-23 0,-3 3-44 15,3-3-33-15,0 0-59 0,0 0-59 0,0 0-80 16,0 0-91-16,0 4-131 0,0-4-275 0,8-10-431 0,-4 1 191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7:01:40.53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4003 2191 1 0,'0'0'44'16,"0"0"8"-16,2-7-2 0,0 4 8 0,0 1 1 16,0-3-4-16,-1 2-3 0,2-1 15 0,-3 4-1 15,2-7 6-15,1 4 2 0,-2-1 6 0,-1 4 1 16,2-6 4-16,-2 6-27 0,4-5 12 0,-4 1 5 15,0 4 0-15,0-3-3 0,0 3 2 0,1-4-11 0,-1 4-4 0,3-3-5 16,-3 3-3-16,0 0 0 0,0 0-3 0,0-5 1 16,0 5-2-16,0 0 5 0,0 0 3 0,3-3-1 15,-3 3 11-15,0 0-2 0,0 0 5 16,0 0-1-16,0 0 5 0,0 0-5 0,0 0 5 16,0 0-2-16,0 0 2 0,2-4 4 0,-2 4 1 15,1-4 4-15,-1 4 2 16,0-5 12-16,0 5-10 0,0 0 8 0,3-6 2 15,-3 4 7-15,0 2 2 0,0-8-12 0,0 8 6 16,1-4 8-16,2 1-2 0,-2 0-9 0,0-1-2 16,-1 4-6-16,-1-5-17 0,1 5-5 0,1-4-8 15,-1 4-3-15,0 0-13 0,3-4-7 0,-3 4 6 16,0 0-17-16,0 0-9 0,1-4-49 0,-1 4-24 16,0 0-2-16,2 12 5 0,-4-3 2 0,1 11 5 0,1-1 5 15,-5 11 8-15,2 4 0 0,-2 1 10 0,-3 14 0 16,1-4 3-16,-1-12 7 0,4-2 1 0,-2 1-1 0,2 0-1 15,1-1 5-15,1-5-2 0,-2 1 5 0,2-10-2 16,0 1-6-16,1-2 17 0,0-4-4 16,1 1 1-16,0-5 2 0,-1 0-5 0,1-1 13 15,-2-2-3-15,2 0-3 16,-1-2 15-16,1 1 10 0,0-4 7 0,0 5 10 16,0-5 4-16,0 0 6 0,-1 5 2 0,1-5 5 15,0 0-5-15,0 0 4 0,0 0 0 0,0 0-18 16,0 0-37-16,0 0-69 0,0-20-57 0,0 8-57 15,1-5-58-15,5-9-61 0,-3 2-286 0,2-2-632 16,1-4 280-16</inkml:trace>
  <inkml:trace contextRef="#ctx0" brushRef="#br0" timeOffset="322.5">4025 2027 38 0,'0'0'194'0,"0"0"-13"0,-5-5-13 0,5 5-10 32,0 0-5-32,0 0-11 0,0 0-10 15,-2-3-6-15,2 3-12 0,0 0-9 0,0 0-17 0,0 0-4 16,0 0-10-16,18 0-3 0,1 0-7 0,3-2-8 16,13 2-3-16,3-3-8 0,12 3-2 0,-9-1-9 0,11-3-1 0,-15 4-4 0,1-4-1 15,0 4 5-15,-7-4-7 16,-2 4-6-16,-9 0 4 0,-2 1-7 0,-4-2-9 15,-4 1-7-15,-5 0-6 0,4 1-4 0,-4 0-1 16,-5-1-2-16,4 2 0 0,-4-2 1 16,-15 9 3-16,2-6-9 0,-5 4-3 0,-1-1-12 15,-1-1-11-15,-6 4-35 0,1 2-29 0,5-3-41 16,0-1-157-16,-1 0-331 0,2 1 146 16</inkml:trace>
  <inkml:trace contextRef="#ctx0" brushRef="#br0" timeOffset="738.47">3929 2492 127 0,'-4'1'214'0,"4"-1"-4"0,0 0-4 0,-5 1-3 16,5-1-9-16,0 0-14 0,0 0-11 0,0 0-17 15,0 0-7-15,0 0-24 0,0 0-12 0,0 0-10 16,32-5-8-16,-3 2-10 0,1-2-9 0,3 0-7 15,4 1-7-15,-1 1-9 16,2-2 0-16,-2 3-7 0,-3-2-3 0,-2 3-9 16,-2-3 1-16,-10 2-3 0,-2-2-5 0,-2 4 0 0,-3-4-2 0,-5 4-2 0,1 0 0 0,-2 0-2 15,-6 0 0-15,9-1-4 0,-9 1-1 16,7 0-9-16,-7 0-10 0,7 0-14 0,-7 0-5 16,0 0-11-16,4 4-7 0,-4-4-27 0,0 0-23 15,0 0-44-15,-24 7-66 16,15-5-178-16,1 0-414 0,8-2 184 0</inkml:trace>
  <inkml:trace contextRef="#ctx0" brushRef="#br0" timeOffset="1251.6">4869 2407 81 0,'0'0'322'0,"0"0"-16"0,0 0-16 16,0 0-14-16,0 0-23 0,0 0-8 0,0 0-19 15,0 0-21-15,0 0-17 0,0 0-22 16,0 0-20-16,0 0-13 0,0 0-25 0,0 0-14 15,0 0-14-15,0 0-10 0,0 0-13 0,0 0-5 16,-15 9-10-16,9-5-1 0,-5 2 1 0,2 3-11 16,0-3-7-16,-2 8-3 0,-3-2-1 0,5 1-5 0,-5 1 1 0,4-2 0 15,-2 2-20-15,6 0-8 0,-1-2-14 0,2-2 5 16,1 4-14-16,3-4 5 0,0 0-3 0,1 1 0 16,0-3 2-16,1 2 5 0,-1-4 5 0,4 0 7 15,1-1 7-15,3-3 5 0,2 3 8 16,0-5 2-16,6 1 8 0,-1-2 6 0,3-3 5 15,2-1 8-15,-1-3 6 16,1 1 15-16,-4-5-1 0,1 0 0 0,-4 2 0 0,2-5-8 16,-1-1 17-16,-4 1 4 0,3 1 7 15,-4-1-1-15,-1 3 5 0,-4 2-2 0,3 1 6 0,-7-1-3 0,3 1-5 0,-3 0-8 16,-3 0-10-16,3 4-10 0,-5-1-18 0,3-2-26 16,-5 5-33-16,-2-3-18 0,1 3-20 15,-2 1-18-15,0 2-22 0,-7 2-27 0,5 1-25 16,-4 1-33-16,3-2-35 0,2 4-44 15,0 0-44-15,0-3-172 0,2 0-529 0,4 0 233 16</inkml:trace>
  <inkml:trace contextRef="#ctx0" brushRef="#br0" timeOffset="1806.66">5163 2319 11 0,'0'0'317'15,"0"0"-18"-15,0 0-26 0,0 0-26 0,0 0-26 16,0 0-22-16,0 0-26 0,0 0-18 16,0 0-22-16,0 0-27 0,-9 5-23 0,9-5-8 15,2 7-11-15,-2-7-5 0,2 13-9 0,-2-4-6 16,1 3-2-16,-1 4-4 0,3 1-6 0,-3-1-2 16,1 2-1-16,2-1-1 0,-2 1-8 15,3 2 6-15,0-5-5 0,-2 2 0 0,2-2-5 16,-3-5 4-16,3 0 5 0,0-1-7 15,0-2-2-15,-3-4 8 0,2 2 11 0,-3-5 20 16,5 7 27-16,-5-7 9 0,10-2 2 0,-1-5-2 0,0 4-9 0,2-1 2 0,-2-6-7 16,4-1-5-16,0 0 1 0,1 0-3 15,-3-2-5-15,1 1-8 0,-2-1-6 0,0 5-1 16,-1-1 10-16,-1 2-7 0,-4 1-4 16,2 3-6-16,-2-1-7 0,0 0-2 0,-4 4-12 15,5-6-10-15,-5 6-14 0,4-3-15 0,-4 3-14 16,0 0 10-16,0 0-4 0,15 9-2 15,-6-4-3-15,-5 0 6 0,8 2-1 0,3 4-3 16,-4-2-5-16,3 3-7 0,1 0-18 0,-4-5-21 16,6 5-18-16,-2-3-36 0,0 1-28 15,-3-3-43-15,-2-3-35 0,2 3-274 0,-5-3-556 0,2-4 246 0</inkml:trace>
  <inkml:trace contextRef="#ctx0" brushRef="#br0" timeOffset="2289.69">5750 2303 227 0,'11'-2'336'0,"-11"2"-31"0,0 0-31 16,0 0-29-16,0 0-29 0,0 0-24 15,0 0-24-15,8 1-16 0,-3 2-18 0,-1 1-12 16,6 0-15-16,-4 3-15 0,2 0-9 0,0 0-12 16,-1 5-11-16,2-2-6 0,-1 1-8 15,0 3-2-15,-2-1-8 0,2 2-1 0,-3 0-6 16,0 2-2-16,-2-1-5 0,-2 2 6 0,2-2-6 0,-3-1-6 0,-3-3-1 0,3 0-6 15,-1-3 2-15,-2 1 1 0,-2-2-3 16,5-1 2-16,-4-1 3 0,3-5 5 0,-2 4 18 16,3-5 31-16,-5 9 34 0,5-9 45 0,0 0 43 15,0 0 17-15,0 0-14 0,0 0-13 0,-4-15-15 16,4 2-18-16,4-3-20 0,1-2-14 16,7-9-17-16,-1 1-14 0,2-2-11 0,6 6-8 15,-2-4-9-15,1 4-8 0,-2-2-2 16,2 3-8-16,-9 7-3 0,5 3-1 0,-5 0-12 15,-2 3 5-15,-1 1-11 0,0 2-38 16,-2 4-48-16,1-3-52 0,-5 4-75 0,8-2-66 0,-8 2 2 0,0 0-34 0,0 0-59 0,0 0-301 16,-12 16-710-16,7-9 315 0</inkml:trace>
  <inkml:trace contextRef="#ctx0" brushRef="#br0" timeOffset="3341.38">6248 2312 143 0,'0'0'324'15,"0"0"-20"-15,0 0-30 0,0 0-27 16,0 0-24-16,0-5-28 0,0 5-20 0,0 0-24 16,0 0-15-16,0 0-18 0,0 0-18 15,0 0-7-15,-3 15-11 0,3-7-18 0,0 1 1 16,-1 3-4-16,1-3-12 0,-1 6-1 0,2-3-3 16,-5 4-5-16,3 1-5 0,-3 1-4 15,4-1-1-15,-1 0-2 0,1-1-3 0,-2-1-2 16,2-4-2-16,-3 1 2 0,0-2-3 0,3-2-34 0,-1-1 1 15,1-3 1-15,0 2 6 0,-2 1-2 0,2-5 5 16,0-2 2-16,-2 4 4 16,4 0 3-16,-2-4 1 0,0 0 5 0,-3 5 6 15,3-5 10-15,0 0 6 0,0 0 16 0,0 0-19 16,0 0-59-16,0 0-55 0,-3-19-50 0,2 9-47 16,1-3-59-16,-4-3-202 0,-1-1-477 0,5-3 211 15</inkml:trace>
  <inkml:trace contextRef="#ctx0" brushRef="#br0" timeOffset="3509.84">6229 2150 350 0,'-3'-4'353'0,"3"4"-5"0,0-8-24 0,0 8-24 16,0-3-26-16,0 3-23 0,-1-4-31 0,1 4-20 15,0 0-22-15,0 0-17 0,0 0-49 0,0 0-44 0,0 0-53 0,0 0-46 16,5-3-60-16,-5 3-38 0,0 0-52 0,18 5-86 15,-14-3-143-15,-4-2-443 0,9 3 197 0</inkml:trace>
  <inkml:trace contextRef="#ctx0" brushRef="#br0" timeOffset="3979.45">6522 2396 149 0,'0'0'173'0,"0"0"-17"0,14-2-14 0,-14 2-11 15,15-5-13-15,-6 2-13 0,5-1-6 0,-3 2-12 16,7-5-14-16,-2 2 0 16,1 0-2-16,-1-2-1 0,0 2-5 0,-4-2 1 15,-3 1 4-15,5-1 5 0,-5 2 3 0,4-2 3 16,-4 0 8-16,-3 0 10 0,2 4 16 0,-3 1 4 16,0-2 8-16,-3 1-2 0,1 0 0 0,0 1-7 15,-3 2-14-15,5-3-14 0,-5 3-14 16,0 0-17-16,0 0-12 0,0 0-7 0,0 0-2 15,-24 5-8-15,8 2-4 0,1 3 5 0,-2-3-15 0,-1 5 1 0,4-2 1 16,-1 2-6-16,-2 0 5 0,3 4-5 0,7-7-1 16,-6 4-4-16,6-2-14 0,1 0-7 0,0 1-4 15,2-4-4-15,0 5 3 0,3-4 2 0,1 0 6 16,1 0-6-16,4-1-3 0,-1-3 4 0,1 0-8 16,4 0-17-16,2 0-39 0,2-4-35 0,1-1-47 15,-1-1-54-15,6-4-227 0,-5 0-477 0,4 1 211 0</inkml:trace>
  <inkml:trace contextRef="#ctx0" brushRef="#br0" timeOffset="4327.05">6929 2259 218 0,'9'0'239'0,"0"2"-17"0,4 2-12 15,-3 0-16-15,2 0-10 0,5 5-16 0,-1-3-18 16,2 8-6-16,-4-2-12 0,2 1-14 0,-3 2-11 16,-4 2-3-16,1-1-14 0,-2 1-7 0,-3 0-8 15,-1 0-8-15,-4-1-4 0,0 2-6 0,-3-2-4 0,2-4-6 0,-4-2 4 16,1 1-6-16,2-2 2 0,-2-2 6 0,1-2 5 16,-2 0 15-16,3-1 36 0,0-1 36 15,2-3 47-15,-4 2 26 0,4-2 5 0,0 0-2 16,0 0-10-16,-1-13-22 0,1 4-23 0,4-3-24 15,1-2-21-15,4-5-18 0,3-6-20 0,8 1-16 16,-6 2-10-16,5 2-15 16,-1-2-11-16,0 4-11 0,-4 3-20 0,0 4-28 15,-1-2-28-15,1 3-26 0,0 1-54 0,-1 3-42 16,-2 0-52-16,0 1-57 0,-1 4-50 0,-4 2-340 16,-6-1-732-16,0 0 324 0</inkml:trace>
  <inkml:trace contextRef="#ctx0" brushRef="#br0" timeOffset="5044.02">8300 2162 73 0,'0'0'322'0,"3"-4"-20"0,-3 4-26 0,0 0-27 15,0 0-22-15,0 0-24 0,0 0-22 0,0 0-24 16,0 0-15-16,-21 9-14 0,10-6-17 0,1 2-5 16,-7 5-16-16,3 1-5 0,-3-1-15 0,2 2-4 0,-4 0-6 15,6-1-8-15,-3 1-7 0,4 0 1 16,-1-1-8-16,4-2-5 0,3 1-4 0,-1-2-11 15,2 2-7-15,3-1 1 0,-1 0-11 0,4 3 9 0,2-4-3 0,1 1 5 16,2-1-1-16,6 4 0 0,3-3-2 0,3-1-2 16,0 1 0-16,1 1 4 0,-1-2-7 0,0 3 1 15,0-5-2-15,-8 2 1 0,8 0-1 0,-7-1-1 16,-2 1 0-16,-3-3-4 0,2 2 0 16,-1 0-4-16,-5 0-4 0,1-2 9 0,-4 2 5 0,-2-2 5 15,-2 5 1-15,-3-4 0 0,-1 0 5 0,-1 3-3 0,-3-3-1 16,-6 1-1-16,0 2 0 0,-3-4-2 0,4 0 8 15,-2 2-6-15,3-4-16 0,-1 1-27 0,6 2-35 16,-1-4-42-16,1-2-58 0,5 0-75 0,-3 0-211 16,4-2-490-16,6 2 217 0</inkml:trace>
  <inkml:trace contextRef="#ctx0" brushRef="#br0" timeOffset="5444.32">8406 2527 250 0,'0'0'330'0,"-1"3"-24"0,1-3-22 0,0 0-24 16,0 0-21-16,0 0-42 0,0 0-8 0,0 0-21 16,13 0-15-16,-3-3-10 0,4 2-22 0,0-3-22 15,4 0-23-15,4-1-1 0,6 0-11 0,0-5-13 16,1 3-7-16,-1-3-8 0,2 0-7 0,-6-3-4 15,3 2 0-15,-1-3-6 0,-3 0-2 0,1-3-2 16,-5 1-1-16,-4 2 3 16,-2 2-3-16,1-2 9 0,-5 4 5 15,-1 0 20-15,-3 1 6 0,1 1-4 0,-2 2 24 16,0-1 23-16,-4-1-12 0,1 7-3 0,-1-3-20 16,0 4-19-16,-5-7-3 0,1 5-5 0,-7 1-3 15,-2 4 5-15,-5 1-16 0,0 3-5 0,-2-1-5 0,-8 6 1 16,5 3 2-16,0-1-3 0,0 3 3 0,1 1-10 15,3 2 1-15,7-5-22 0,2 1-17 0,0 2-3 0,6-3 5 16,-2 1-11-16,6 1-9 0,0-5 6 0,4 0-6 16,1-3-20-16,3 2-30 0,8-2-39 0,-1-4-52 15,3 0-84-15,1-5-233 0,-2-1-553 0,5-3 244 16</inkml:trace>
  <inkml:trace contextRef="#ctx0" brushRef="#br0" timeOffset="6061.08">8926 2235 174 0,'7'-1'228'16,"2"-1"-17"-16,0 0-20 0,1 2-4 0,4 1-25 0,-1 3-9 0,6 2-12 15,-2-1-12-15,3 2-9 0,-5 5-13 0,6-4-7 16,-5 6-10-16,0-3-8 0,-2 4-10 15,-4-2-6-15,2 2-8 0,0 0-4 0,-7 1-9 0,1 1-2 16,-5-3-6-16,1 3-2 0,-3-2-3 0,-3-1-5 16,0-3-2-16,2-1 3 0,-5 0 2 0,-1-3 1 15,0 2 3-15,0-3-1 0,-1 1 8 0,2-6 3 0,0 3 9 16,-2-3 18-16,4-1 7 0,5 0 11 0,-14-1 6 16,9-3 10-16,1 3 10 0,-4-6-9 0,3-1-14 15,2-2-18-15,3-2-13 0,2-2-19 0,4-3-15 16,2-1-19-16,6-2-11 0,0 3-7 0,9-4-3 15,-1 2 5-15,4 0-3 0,0 6 0 0,4-1-5 16,2 2-9-16,2 0-5 16,1 6-8-16,-2-5-5 0,-1 5 1 0,-1-1 3 15,-1 3 10-15,-3 1-8 0,-4 3 7 0,-4-3 7 16,-1 2 0-16,-8-2 1 0,3 1 3 0,-5 2 23 16,-2-3 23-16,-1 3 4 0,-5 0 19 15,10-2 3-15,-10 2 18 0,6 0 2 0,-6 0 14 16,0 0 2-16,6-1 1 0,-6 1 0 0,5-2-7 15,-5 2-4-15,0 0-3 0,5 3-6 0,-5-3-9 0,0 0-7 0,0 0-11 16,0 0-9-16,0 0 0 0,0 0-9 0,3 2-14 16,-3-2-11-16,0 0-20 0,0 5-2 0,0-5 6 15,-2 7-13-15,2-2 5 0,-1 2 3 0,2-1 7 16,-2 6-3-16,1-5 2 0,-1 5 10 0,0 0 0 16,-1 0 0-16,2-2-4 0,0 2 1 0,0 0 10 15,0-2-8 1,0-2 6-16,0 1 0 0,0-2-11 0,-1-1-20 15,1 0-3-15,0-1 6 0,-1 1-18 0,-2-3-5 16,3 0 4-16,0-3 2 0,3 7 8 0,-3-7 2 0,0 0-3 16,0 4 5-16,0-4-37 0,0 0-72 0,0 0-63 15,-10-18-60-15,7 7-279 0,0 0-587 0,1-9 260 16</inkml:trace>
  <inkml:trace contextRef="#ctx0" brushRef="#br0" timeOffset="6230.42">9599 2058 146 0,'-2'-3'344'16,"1"-1"0"-16,1 4-4 0,0-3-11 16,0 3-19-16,0 0-15 0,0-5-33 0,0 5-28 0,0 0-13 15,0 0-35-15,0 0-17 0,0-5-16 0,0 5-27 0,0 0-38 0,4-3-39 16,0 2-39-16,-4 1-50 0,10 0-49 16,-10 0-66-16,11 4-64 0,-7-3-69 0,3 2-182 15,-7-3-508-15,11 1 225 0</inkml:trace>
  <inkml:trace contextRef="#ctx0" brushRef="#br0" timeOffset="6869.4">9808 2363 3 0,'7'5'121'0,"-7"-5"4"0,12 0-8 16,-12 0-5-16,18-3-15 0,-3 3-9 0,2-2-7 16,6-2-3-16,-5-3 0 0,4 3-7 0,-2-3-2 0,6-4 0 0,-2 2 0 15,-5 0-3-15,-1-3 5 0,2 0-6 0,-4 3 10 16,-1-1 10-16,-2-3 10 0,2 3 9 0,-8 0 6 15,-1 1 12-15,1 1 7 0,-1-1-3 0,-1 5 4 16,-4-1-13-16,-1-2-8 0,0 2-14 16,0 5-13-16,-6-8-8 0,-2 4-13 0,1 3-5 15,-4 0-8-15,-8-2-4 16,-1 6-6-16,-1-1-5 0,-6 5-5 0,1 3-3 16,-1-1-4-16,9 2-1 0,1 0-7 0,-7 6 0 15,6 2-1-15,5-4-8 0,0 2-5 0,5-1-7 16,1 1 5-16,3 1-5 0,4-2 7 0,6 1 2 15,3-2 5-15,3-1 1 0,11 1 10 0,0 2-7 16,7-6-3-16,-2-3 4 0,5 2 9 0,0-6 9 16,2 0 15-16,0 0 4 0,1-2 7 0,-4 1 6 0,-4-3 12 15,-5 0 3-15,-3 0 11 0,-7 0 13 16,-2 0 9-16,-6-3 7 0,4 3 7 16,-3 0-1-16,-6 0-3 0,10 3-7 0,-10-3-19 0,8 0-9 0,-8 0-18 0,0 0-35 0,0 0-44 15,10 0-48-15,-10 0-63 0,0 0-49 0,0 0-97 16,0 0-433-16,0 0-761 0,0 0 337 0</inkml:trace>
  <inkml:trace contextRef="#ctx0" brushRef="#br0" timeOffset="10854.56">11757 1823 148 0,'0'0'192'0,"0"0"-15"16,-1-3-24-16,1 3-13 0,-3-4-17 0,3 4-18 15,0 0-20-15,0 0-25 0,0 0-19 0,0 0-5 16,3 14-9-16,-1-3 2 0,-1 6-7 16,-3 9-2-16,-3-2-4 0,3 9 6 0,0-1-2 0,-2 14-3 0,1-10-8 0,0 13 10 15,-5 0 1-15,3-4-4 0,1-11 0 0,3 13-3 16,-2-16 4-16,3 0-6 0,-2-2 7 0,-1 2-7 16,3-6 4-16,0 1 2 0,0-8 9 15,0-1 2-15,0-6-1 0,3 0 3 0,-3-5-8 16,0 2 8-16,1-1 2 0,0-3 19 0,-2-1 22 15,1 1 31-15,0-4 31 16,0 5 19-16,0-5 11 0,0 0-30 0,0 0-21 16,0 0-14-16,0-16-16 0,0 9-19 0,0-3-21 15,0-2-19-15,-4-1-17 0,3-3-9 0,-2 2-13 0,-4-1-8 0,0-2-4 0,-2 4-2 16,0 1-4-16,-5-2 1 0,1 2-4 16,-2 1 6-16,0 0 1 0,-2 4 4 15,0-1-2-15,1 1 6 0,3 2 2 16,-2 1-4-16,2 2 9 0,3-1-5 0,1 0 1 0,4 1-7 15,-3 0-21-15,8 2-14 0,-5-1 10 16,5 1 1-16,0 0 6 0,0 0 6 0,22-2-3 16,6 2 2-16,3-2 8 0,7 0 1 0,0-1-3 0,18 0 1 0,-1 1-2 0,-2-2 5 15,0 1 0-15,0-2 1 0,-15-2-1 16,14 2-2-16,-14 4-1 0,-3-3 2 16,-4 3-1-16,-3-5 1 15,-6 3 11-15,-5 0-1 0,-5 1 10 0,0 0 29 0,-4 0 15 0,-2 1 23 0,0 1 9 16,-1-2 8-16,-5 2-3 0,8-2-11 15,-8 2-4-15,0 0-8 0,0 0-6 16,0 0-4-16,0 0-4 0,0 0-6 0,-31 2-4 16,21 3-3-16,-4-3-4 0,1 3-1 15,-3 0-1-15,3 3-3 0,-4-1-1 0,3 2-6 0,5-4 5 0,-1 3-6 16,4-1-6-16,-1 0-7 0,2 0-2 16,2 0-4-16,2-2 5 0,1 2-1 15,0 1 7-15,0-3-2 0,5 2 4 0,3-2 2 0,1 0 1 0,1 0 7 0,3-2-7 16,0 1 4-16,1-3-3 0,-1-1 3 15,-2 1 0-15,2-2 0 0,0 0 14 16,-4-2 12-16,-2 3 20 0,0-2 6 0,-2-1-5 16,1 0 5-16,-2 1 0 0,1-2-11 0,-5 1-3 0,3-2-9 0,-3 1-10 15,1-3-9-15,-2 2-9 0,-3 0-10 16,0 0-22-16,-2-3-23 0,-4 1-34 16,0 2-34-16,1-1-38 0,-1 0-47 0,0-3-52 15,1 6-130-15,-1-3-413 0,1-2 182 16</inkml:trace>
  <inkml:trace contextRef="#ctx0" brushRef="#br0" timeOffset="11290.02">12453 2179 45 0,'3'-2'261'0,"-3"2"-30"15,0 0-22-15,6-2-31 0,-6 2-15 16,0 0-17-16,10 4-15 0,-4-2-17 16,0 2-9-16,-1 0-11 0,5 0-12 15,-1 1-6-15,0 5-12 0,-3 0-6 0,2 3-2 0,0-2-9 0,1 3-6 0,-3-1 2 16,-1-3-10-16,-1 7 0 0,-4-4-5 16,0 3-2-16,4 0-4 15,-7 1 0-15,3-6 0 0,-2 5-6 0,-1-3 2 0,2-2 0 0,-3 1 1 0,-1 0-2 16,4-4 1-16,-3 1 0 0,1-4 6 0,2-2 0 15,1 2 10-15,-4-4 19 0,3 4 39 16,1-5 45-16,0 3 47 0,0-3 37 16,0 0 26-16,0 0-38 0,0 0-42 15,9-17-15-15,1 2-20 0,0-2-15 0,7-4-9 0,1-4-7 0,1-1-14 16,0 1-7-16,0 2 2 0,0-1-6 16,-6 1 10-16,0 8 5 0,1 1 10 0,-7 4 2 15,-1 1-4-15,2-1-5 0,-2 6-8 16,-5-1-12-16,3 0-15 0,0 2-25 0,0 1-40 0,-4 2-46 0,2-4-70 15,1 1-66-15,-3 3-66 0,0 0-5 0,0 0 28 16,0 0-28-16,-9 21-56 0,3-13-339 16,0-1-708-16,0-1 313 0</inkml:trace>
  <inkml:trace contextRef="#ctx0" brushRef="#br0" timeOffset="13267.04">14454 2074 51 0,'-1'-5'330'0,"1"5"-15"0,0-6-17 16,-1 3-28-16,1 3-24 0,0 0-30 15,-3-3-35-15,3 3-10 0,0 0-18 16,0 0-23-16,-2-5-36 0,2 5-14 0,0 0-7 0,0 0-8 0,-4 15-9 15,2-10-8-15,2 5 0 0,0 0-10 16,-1 2-1-16,-1 2-6 0,-3 1 1 16,3-3-5-16,2 1-1 0,-2-1-4 15,1 2-8-15,-1 0 3 0,1 1 2 0,0-4-5 0,1 1 1 0,-2-2-3 0,1 0 2 16,0 0-2-16,0 0-5 0,2-1 5 16,-1-4-3-16,0 2 1 0,0-1-5 15,-1-2 1-15,-1 2 4 0,1-2-3 16,0-1 0-16,1-3 0 0,0 6 2 0,0-2-1 0,0-4-1 0,-2 4-4 15,2-4 1-15,-2 2 1 0,2-2 0 16,0 0 1-16,0 6 1 0,0-6-8 16,0 0 6-16,0 0 5 0,0 0-4 0,0 0 2 15,-1 4-3-15,1-4-2 0,0 0 3 0,0 0 0 0,0 0 4 0,0 0 2 16,0 0-9-16,0 0 1 0,0 0 0 16,0 0-3-16,0 0 2 0,0 0-1 15,0 0 1-15,0 0 0 0,0 0-4 0,0 0 3 0,0 0 0 0,0 0-1 0,0 0 3 16,0 0-2-16,0 0-2 0,0 0 4 15,0 0 2-15,0 0-1 0,0 0 0 16,0 0-6-16,0 0 5 0,0 0-1 16,0 0 0-16,0 0 1 0,0 0 0 0,0 0 2 0,0 0 1 0,0 0 2 15,0 0-4-15,0 0 2 0,0 0-7 16,0 0 17-16,0 0-2 0,0 0-2 16,0 0 2-16,0 0-2 0,0 0-1 15,0 0 0-15,0 0-2 0,0 0-2 0,0 0 2 0,0 0-8 0,0 0-9 0,0 0-9 16,0 0-7-16,0 0-13 0,0 0-15 15,0 0-16-15,0 0-42 0,0 0-88 0,0 0-48 16,-7-12-229-16,7 12-512 0,-7-8 226 16</inkml:trace>
  <inkml:trace contextRef="#ctx0" brushRef="#br0" timeOffset="14049.27">14309 2092 19 0,'-3'-3'235'0,"-1"-1"-19"0,3 1-25 0,-4 2-19 0,1-3-21 16,4 4-12-16,-14-2-15 0,2 4-10 0,2-2-14 15,-4 4-12-15,0-1-11 0,-4 2-8 16,2 4-5-16,-5-3-12 0,-2 9-2 0,5-5-5 16,-5 8-5-16,4-1-5 0,5 0 0 0,-4 0-9 15,4 4 2-15,0-3 5 0,5-1-13 0,1 0-2 16,2 2 7-16,0-2-1 16,3 2-1-16,3-3 0 0,1 0 2 0,2-5 6 0,2 1 4 0,3-2-2 0,-1 0 3 15,5-2 6-15,-1 1 0 0,6-6 9 16,-6 2 0-16,2-3 5 0,4-2 16 0,0-2 10 15,-4-1 9-15,6 0 10 0,-3-4 12 0,-1-4-3 16,-2 5 16-16,0-8-5 0,2 1-4 0,-2 0-5 16,-1-1-11-16,4-6 2 0,-7 3-4 15,1 0-1-15,3-5-14 0,-4 5 5 0,0 0-1 0,-4 2 1 16,0 0-10-16,-1 5-1 0,3-1 3 0,-5 4 8 16,1 0-2-16,-2 3-2 0,3-2-3 15,-3 2-14-15,1 1-4 0,1 0-8 0,-3 3-9 16,0-5-16-16,3 1-2 0,-3 4-22 0,0 0-18 15,0 0-14-15,0 0-20 0,0 0-20 0,0 0-20 16,0 0-3-16,0 0 0 16,0 0 13-16,0 0 3 0,0 0 8 0,-3 21 13 15,6-16-1-15,-6 6 6 0,3-1 1 0,0 3 12 16,0-3-1-16,0 1 11 0,0 0 10 0,0 1-10 0,-1-1 7 0,1 4 0 0,0-4 1 16,0-2-21-16,0 4 28 0,-2-4-2 0,4 1 0 15,-2-4 2-15,1 2 0 0,-1-6-1 0,0 5 4 16,0-4 0-16,0 2 7 15,0-5-1-15,3 5 0 0,-3-5-4 0,1 4 6 0,-1-4 3 16,2 4 5-16,2-3 2 0,3 1-2 16,7-2 8-16,4-3-9 0,16-1-37 0,3-3-65 15,12-5-92-15,7-2-140 0,-1-8-290 0,1 2-664 16,-1-8 294-16</inkml:trace>
  <inkml:trace contextRef="#ctx0" brushRef="#br0" timeOffset="14765.01">14757 2106 13 0,'0'0'223'0,"4"-2"-28"0,-4 2-18 16,10-1-17-16,-10 1-19 0,13 6-15 15,-4-3-15-15,4 3 0 0,-2-3-14 16,0 2-5-16,1 4-10 0,1 2-7 0,-2 0-9 16,2 2-1-16,1 1-6 0,3 5-2 0,-11-3-11 15,4 1-3-15,2 6-3 0,-7-3 0 16,-1-2-7-16,0-1-1 0,-4 3-2 0,0-3-2 16,-4 0-3-16,4-1 1 0,-4 1-2 0,0-5 9 15,0-1 6-15,-1 2 0 0,0-3 10 0,-1-2 1 0,-2 1 6 0,3-4 7 16,-1 1 12-16,3-2 24 0,-1-2 23 0,-1 1 30 15,3 0 38-15,2-3 35 0,-5 1 16 0,5-1-37 16,-2-8-29-16,2-2-19 0,0-3-22 0,7-6-20 16,4-1-18-16,2-9-15 0,2 0-12 0,3 0-7 15,0 3-7-15,5 0-5 0,-5 0-8 16,5 3 5-16,-6 3-15 0,-3 6-1 16,-3 2-3-16,2 0-6 0,-4 4 1 0,-3 1-7 15,1 1-3-15,0 1-1 0,-3 1-3 0,-3 0-26 16,3 3-30-16,0-1-36 0,-4 2-43 0,5-4-35 15,-5 4-56-15,0 0 19 0,0 0-5 16,0 0-20-16,2 15-29 0,-4-10-45 0,-3 2-253 16,1 2-596-16,-1-4 265 0</inkml:trace>
  <inkml:trace contextRef="#ctx0" brushRef="#br0" timeOffset="15405.27">15261 2380 80 0,'0'0'153'0,"0"0"1"0,-2 0-1 0,2 0 9 16,0 0 5-16,0 0 9 0,0 0 4 0,0 0 8 15,0 0-18-15,0 0-7 0,9-8-7 0,-1 0-1 16,1 3-5-16,0-3-15 0,2-7-2 0,2 4-5 16,-3-4-4-16,3 0-8 0,1-7-6 15,3 0-8-15,-2-2-14 0,-2 2-3 16,1-4-5-16,0 0-7 0,-1-3-9 0,-3 4 13 0,-1-2-1 0,0 1 4 0,-4 1 14 15,-1 7 13-15,1 3 23 0,-2-2-3 0,-3 5 10 16,1 4 6-16,-2-4-5 0,-1 7-10 0,4 2-16 16,-4-3-17-16,2 6-23 0,0-6-29 0,0 6-27 15,2-4-45-15,-2 4-37 0,0 0-40 0,0 0 16 16,0 0 5-16,-15 16 10 16,8-8 7-16,-3 7 10 0,1 1 3 0,-4 6 8 15,0 0-1-15,3 3 5 0,1-7 5 0,1 7 5 16,2 0-4-16,-1 1 5 0,5-1-4 0,-2-6 8 15,4 0 0-15,5-1 1 0,0-2 14 16,-1 0-6-16,1-1 4 0,3-5 5 0,-3 2 12 0,5-5-2 16,2 1 8-16,-1 1 8 0,2-6 1 15,5 1 15-15,-5-4-1 0,0 0 6 0,-2 0 11 0,1-2-2 0,-2-1 3 0,1-1 0 16,-2-1-4-16,1 1-8 0,-5-2 3 16,3 1-20-16,-4-1-19 0,0 0-22 0,-4 1-18 15,-3-4-21-15,2 4-35 0,-7-3-25 16,-4 1-12-16,-4 7-5 0,-5-3-11 0,1 2-1 15,0 1-9-15,-1 1-20 0,2 0-22 16,4 1-30-16,2-2-35 0,-1 3-149 0,9-1-448 16,5-2 199-16</inkml:trace>
  <inkml:trace contextRef="#ctx0" brushRef="#br0" timeOffset="15689.61">15894 2153 3081 0,'2'-5'207'0,"0"-1"-43"0,-3 1-11 16,1 5 54-16,1-9 10 0,-3 4-14 0,2 2-23 16,0 3-42-16,0-7-23 0,0 7-22 0,0-4-6 15,0 4-17-15,0 0-15 0,0 0-13 16,0 0-38-16,0 0-28 0,0 0-27 0,0 0 12 16,0 0-12-16,0 0 3 0,0 0 6 15,-3 21 0-15,2-13 8 0,1 2 3 0,-4 2 0 0,3 4 8 0,-3-3 6 0,4-1 1 0,-1 6 10 16,1-2-8-16,1 0-7 0,-2-3-7 0,-1-3-2 15,2 1-12-15,2 0-12 0,-2-4-14 16,0-3-9-16,0 3-8 0,1-4-3 0,-1 2 5 16,0-2 3-16,0-3 10 0,0 5-3 0,0-5 2 15,0 0-73-15,0 0-107 0,0 0-69 16,-3-18-174-16,1 4-535 0,-3-2 236 16</inkml:trace>
  <inkml:trace contextRef="#ctx0" brushRef="#br0" timeOffset="15831.62">15888 1888 200 0,'0'0'264'0,"-1"-4"-32"0,1 4-27 16,0 0-26-16,0 0-35 0,0 0-17 15,0 0-12-15,0 0-22 0,0 0-34 0,11 12-30 16,-8-7-35-16,2 0-44 0,-2 2-42 16,3 0-53-16,-2 3-81 0,3-4-244 15,-3-1 107-15</inkml:trace>
  <inkml:trace contextRef="#ctx0" brushRef="#br0" timeOffset="16145.92">16356 1723 152 0,'0'-4'321'0,"0"2"-34"15,0 2-35-15,1-4-31 0,-1 4-35 0,0 0-31 16,0 0-12-16,-4 14-19 0,3 3-9 0,-5 2-11 16,-1 7-13-16,2 5-6 0,-3 1-10 0,3 1-9 15,-5 1-2-15,1 0-6 0,0 14-7 16,4-14-5-16,-4 12-1 0,3-9-4 0,-1-3-13 16,5-5-4-16,-2-1-9 0,1-2-4 0,-2-9-5 0,4-3-1 0,1-4-10 0,-1 2-10 15,-2-4-8-15,3-1 3 0,0-1-1 16,0-1 12-16,0-5-3 0,-1 7 4 0,1-7-52 15,0 0-66-15,0 0-38 0,-8-16-13 16,8 6-34-16,-4-2-109 0,4-3-347 0,-1-2 153 16</inkml:trace>
  <inkml:trace contextRef="#ctx0" brushRef="#br0" timeOffset="16372.24">16130 2099 92 0,'-11'0'175'0,"11"0"-22"0,-11 2-9 0,11-2-15 0,-12 0-12 0,12 0-5 15,0 0-2-15,-10 2 0 0,10-2 9 0,0 0 3 16,0 0 0-16,23 4-7 0,-10-4-9 16,9-1-10-16,8 1-7 0,2 0-1 0,4 0 1 15,4-4-7-15,0 1-9 0,-2 2-4 16,-3-5-8-16,1 6-3 0,-5-3-9 0,-2 0-1 16,-11 2-8-16,-4 1-1 0,-2-1-12 0,-5 1-5 15,1-2-12-15,-2 2-10 0,-6 0-14 16,0 0-26-16,0 0-36 0,0 0-31 0,0 0-45 15,-21-1-41-15,3 0-155 0,0-2-376 0,4 3 167 16</inkml:trace>
  <inkml:trace contextRef="#ctx0" brushRef="#br0" timeOffset="17053.08">16659 2043 53 0,'0'0'356'16,"7"-1"-39"-16,-7 1-34 0,0 0-32 0,0 0-27 16,0 0-27-16,0 0-17 0,13 4-17 15,-8-2-23-15,0 3-12 0,-1 2-16 0,1-3-8 0,2 4-18 0,-5 1-10 0,6 2-10 16,-4 0-4-16,-2 2-11 0,-2-1-1 0,3 5-7 16,-3 1 0-16,-3-1-9 0,3-1-2 0,-2-2-1 15,-2-4-6-15,1 1 2 0,-2-1-9 16,4-2-4-16,-3-3 4 0,4 0 2 0,-4 1 4 15,4-6 18-15,0 0 19 0,-1 6 29 16,1-6 36-16,0 0 30 0,0 0 22 0,0 0 17 16,0 0-17-16,0 0-45 0,0 0-35 15,0 0-8-15,18-25-3 0,-8 10-39 0,-1 2-19 16,5 1-30-16,0-2-18 0,8-6-15 0,-7 8-26 16,2-1-24-16,1 1-3 0,3-3-17 0,6 2-14 0,0 3-20 0,-1 2-10 0,2-4-12 15,-3 4-12-15,-3 6 0 0,5-5 1 0,-5 4-1 16,-1 1 4-16,1-2 7 0,0 1 12 15,-2 1 11-15,-2-2 17 0,2 1 9 0,-8 0 13 16,1 1 28-16,-3 2 46 0,-4-3 39 16,2 3 37-16,-3-1-4 0,-5 1 22 0,8-4 23 15,-7 0-8-15,-1 4 7 0,3-5-8 16,-3 2-3-16,0 3-10 0,-4-5-5 0,4 5-10 16,-5-4-3-16,1 4-8 0,4 0-1 0,-9-2-16 0,9 2 3 0,-14 0-11 0,2 4 0 15,0-2-4-15,-4 3-1 0,0 5-7 0,-1 0 4 16,-2-1-2-16,-1 0 2 0,-2 4-5 15,5-1 1-15,2 0-2 0,1 3 6 0,2 1-8 16,0-3 3-16,2-1-1 0,4-2-5 0,0-1 2 16,1 1-2-16,1-3 4 0,3-2-3 15,-1 3 14-15,2-8 11 0,-2 7 22 0,2-7 11 16,0 0 21-16,0 0 10 0,0 0 2 16,24-3 2-16,-24 3-15 0,20-9-4 0,-8 4-3 15,-2-2-3-15,4 4-12 0,-2-4-9 0,2 3-8 16,-2-1-1-16,0 0 0 0,-1 3-16 0,1-1-3 15,-3 0 4-15,0 0-3 0,0 1-17 0,-3 0-2 0,-6 2 0 0,18 0-21 0,-10 0-22 16,0 0-26-16,2 0-29 0,0 0-36 16,-2 2-49-16,2 3-49 0,-3-3-72 0,0-1-242 15,-1 1-587-15,-6-2 260 0</inkml:trace>
  <inkml:trace contextRef="#ctx0" brushRef="#br0" timeOffset="17407.73">17447 2000 30 0,'6'-9'336'0,"1"2"-32"15,-1 3-18-15,4-3-30 0,-3 5-21 0,2 0-32 16,0 2-12-16,2 0-30 0,-6 1-15 16,7 2-19-16,-1 3-14 0,-2 0-7 0,-1 1-11 15,1 3-12-15,-3 0-4 0,1 4-9 16,-5-2-7-16,2 5-8 0,-1-2-6 0,-3 4-5 15,0-2-3-15,-4 0 0 0,-4 8-10 0,-1-1 4 16,0-8-7-16,3-1-4 0,-3 0 2 16,2-6-2-16,0 3 6 0,0-5-1 0,6-1 3 15,-4-1 22-15,1-1 40 0,2 1 44 0,2-5 39 16,0 0 44-16,0 0 29 0,0 0 18 0,0 0-27 0,0 0-33 0,0 0-25 0,-7-24-18 16,8 14-19-16,3 0-15 0,1-6-23 0,3 1-34 15,1-4-49-15,0 2-30 0,4-5-34 0,1-2-40 16,-1 2-25-16,2 2-62 0,-2 5-36 0,1 1-42 15,1 1-54-15,-2 2-44 0,3 2-54 16,-5 1-268-16,5-1-719 0,-7 2 318 0</inkml:trace>
  <inkml:trace contextRef="#ctx0" brushRef="#br0" timeOffset="17989.06">17850 1988 436 0,'0'0'458'0,"0"0"-12"0,0 0-22 16,0 0-37-16,0 0-34 0,0 0-43 0,0 0-33 0,0 0-30 16,0 0-26-16,0 0-54 0,0 0-47 15,0 0-27-15,0 0-15 0,3 5-24 0,4-1-5 0,-1-1-28 16,0 0-26-16,2 1-13 0,1 1-17 16,0-3-8-16,1 3-2 0,-3-2-8 0,2 0-1 0,-1-3 9 15,2 2 2-15,-3-2 14 0,2-1-6 0,-3 0 3 16,2-2 4-16,0 0 3 0,-3 1 3 0,5-3 8 0,-2 0 11 15,0-2 7-15,-1 0 9 16,1 1 12-16,-2-2 7 0,1 2 6 0,0 1 13 0,-3-1 4 16,2 0 6-16,0 3 4 15,-1 1 11-15,-5 2-28 0,5-7-6 0,-1 4-9 0,-4 3-10 0,0 0-6 16,7-2-21-16,-7 2-10 0,0 0 3 16,8 12-11-16,-3-6 5 0,-2 7-2 0,2 5 2 0,1 6-3 15,-2 2 3-15,-3 4-5 16,-1 6 10-16,-1 13 5 0,-3 0-1 0,-1 2 3 15,-1-4 5-15,-2-1-2 0,0-12 3 0,1 0-2 0,0 2 2 16,0-5 1-16,-5 1 2 0,1-8 0 0,-1 0 3 16,3-9 0-16,-1 0 2 0,2-3 4 15,3-5 9-15,0 3 21 0,-4-5 17 0,0-3 16 0,-2-2 16 16,11 0 30-16,-17-6 20 0,8 1 8 0,3-6 10 0,-2-3 12 16,2-1-3-16,4-6-17 15,4-4-21-15,4-7-16 0,17-11-28 0,4-9-22 0,6 4-17 16,6 3-7-16,22-16-12 0,-17 20-14 15,0 3-4-15,2 6-3 0,-5 0 0 0,-10 13-1 0,-1 0-2 16,0 3-2-16,-1 2 3 0,-10 6 4 16,-1-3 6-16,-4 5-5 0,-5 2-5 0,-2 0-7 0,1 2 0 15,-3 0-16-15,-1-1-22 16,-4 3-23-16,7-2-61 0,-7 2-35 0,0 0 25 0,0 0 7 16,0 0-6-16,-9 16-21 0,2-9-32 0,-3-1-47 0,1 0-52 15,3 1-68-15,-7-1-320 0,8-4-727 16,0 0 321-16</inkml:trace>
  <inkml:trace contextRef="#ctx0" brushRef="#br0" timeOffset="18605.3">19886 1913 198 0,'0'0'384'0,"4"-3"-14"0,-4 3-19 0,0 0-31 15,0-7-43-15,0 7-26 16,0 0-34-16,0 0-17 0,0 0-37 0,0-2-22 0,0 2-28 16,0 0-14-16,0 0-7 0,-2 17-19 0,0-8-10 0,1 3-7 15,-3 1-3-15,4 4-3 0,-6-1-10 0,3 2-3 0,1 0-2 16,-2 0-1-16,-1 7-9 15,2-8 4-15,-1 1-1 0,2-4-3 16,1 3-2-16,1-5 0 0,-2-1-5 0,0 0 3 0,2-3-6 0,-2 1-4 16,0-2 8-16,2-1-1 15,0-6 10-15,-3 8-6 0,3-8 7 0,-1 7 10 0,1-7 6 0,0 0 0 0,0 0-28 16,0 0-52-16,0 0-44 16,-6-20-46-16,3 10-51 0,-1-2-65 0,2-7-81 0,-5-8-199 0,1-2-562 15,3 0 249-15</inkml:trace>
  <inkml:trace contextRef="#ctx0" brushRef="#br0" timeOffset="18735.54">19820 1664 59 0,'0'-6'331'0,"-1"-2"-3"0,1 3-16 0,-2 1-25 0,2-2-33 16,0 1-26-16,0 5-34 0,-1-3-36 16,1 3-48-16,1-5-51 0,-1 5-22 0,0 0-21 0,0 0-32 0,11 8-29 15,-6-2-46-15,2 2-50 0,1-2-59 0,-3-2-114 16,2 4-339-16,-2-2 150 0</inkml:trace>
  <inkml:trace contextRef="#ctx0" brushRef="#br0" timeOffset="19355.27">20161 1934 43 0,'0'0'329'0,"0"5"-34"15,3-2-35-15,-3-3-30 16,0 6-26-16,0-6-21 0,0 6-13 0,0-1-23 0,-3 2-10 16,3 3-15-16,-4-2-13 0,4 4-8 0,-1-3-10 0,1 3-2 15,-3-4-16-15,3-2-5 16,-1 2-8-16,1-3-2 0,0-5-7 0,0 8 1 0,0-8 7 16,1 5 23-16,-1-5-15 0,0 0 1 15,0 0-6-15,27-9-2 0,-18 4-8 0,5-3-1 0,-5 3-3 16,7-6-5-16,0 4 0 0,-2-4-5 15,-1 6-1-15,0-1-6 0,-1 1 2 0,-3 0-11 0,3 1 1 16,-2 1-12-16,-3 1 6 0,-1 1-13 16,-6 1-4-16,15 0-9 0,-10 3 3 0,3 2-3 15,-3 0 1-15,4 0 5 0,0 4-5 0,-1-1 2 0,-2 4 9 16,4-3-9-16,2 4 6 0,-2 0-3 0,3-1 1 16,-5-2 0-16,-1-2-10 0,1 1 1 15,-2-3-7-15,-2-1 6 0,0-1 3 0,0-1 5 0,-2 0 29 16,-2-3 35-16,0 0-11 0,11 0-1 0,-11 0-10 15,8-11 7-15,-2 2 16 16,-1 1-6-16,-1-3 7 0,1-2 5 0,0 1 4 0,2-5-6 0,1 0 1 16,1 0-7-16,2-7 2 15,1 2 7-15,-4-6-8 0,2 3 5 0,-4 1 1 0,2 0 23 0,-4 8 18 16,0 5 12-16,1 1 1 0,-3 0-8 16,0 3-15-16,-1 2-13 0,0 1-19 0,2 1-31 0,-3 3-43 15,0-3-51-15,0 3-59 0,0 0-3 16,0 0 12-16,0 15 13 0,-4-2 3 0,-1 4 15 0,-3 7 16 15,3 0-1-15,-3 3 4 0,3-1 8 16,1-1 8-16,-2-1 5 0,2 1 6 0,3-9 5 0,-2 1-9 16,2-5-1-16,1-1-4 15,-4 0-3-15,4-4-6 0,3 0-2 0,-3 0 9 0,-3-4-10 0,3 4 4 16,0-7 9-16,0 5 1 16,0-5 6-16,0 0 0 0,0 0-37 0,0 0-84 15,0 0-72-15,0 0-80 0,0 0-213 0,-9-22-564 0,8 12 250 16</inkml:trace>
  <inkml:trace contextRef="#ctx0" brushRef="#br0" timeOffset="19533.86">20496 1888 101 0,'0'0'216'0,"0"0"-10"15,-8 2-9-15,8-2-5 0,-2 1-11 0,2-1-10 16,0 0-14-16,0 0-10 0,0 0-14 0,18 2-13 15,1-2-13-15,10-2-12 0,3-1-24 0,3 0-47 16,-1 2-55-16,3-2-59 0,-2-2-74 0,-7-2-142 16,2-2-331-16,-2 1 147 0</inkml:trace>
  <inkml:trace contextRef="#ctx0" brushRef="#br0" timeOffset="19891.54">20957 2000 141 0,'0'0'249'16,"0"0"-17"-16,0 0-13 0,5 3-21 0,-5-3-17 0,14 2-19 16,-1-4-14-16,1 0-14 15,-1 1-15-15,2-3-13 0,5-1-8 0,-4-1-4 0,4-1-12 0,-1 0-4 16,0-1-11-16,1-1 4 15,-5 0-9-15,1 0 5 0,-1-2 3 0,0 3 2 0,-6-1 3 16,0 3 4-16,-5 0-9 0,1 0 7 0,0 2-1 0,-1-1-9 16,0 4-16-16,-4 1-18 0,0-6-12 15,0 6-2-15,-13-3-7 0,4 3-3 0,-4 4 1 0,-2 2-3 16,-3 1 0-16,4 1-3 16,-5 2 0-16,1-1-4 0,3 3 2 0,1-2-1 0,2 5-8 15,1-1-14-15,3 0-4 0,3-3-6 16,1 1 3-16,0 2-3 0,4 3-7 0,3-5-6 0,1 0-16 15,5 3-29-15,1-4-41 0,3-4-50 0,-2 0-252 0,6-2-468 16,-1-2 207-16</inkml:trace>
  <inkml:trace contextRef="#ctx0" brushRef="#br0" timeOffset="20227">21427 1864 163 0,'4'-2'273'0,"0"0"-30"16,1 0-25-16,-5 2-24 0,14 0-20 0,-5 5-17 0,-1-1-17 16,3 1-7-16,1 7-17 15,0 0-7-15,0 0-7 0,-3 4-16 0,-1 1-5 0,1-1-5 16,-7 3-10-16,1 1-7 0,-4-2-5 16,1 10-2-16,-6-10-6 0,2-1-2 0,-4 0-5 0,1-2 1 15,1-3-5-15,-2 0-1 16,2-7-1-16,2 2 4 0,0-2 11 0,0 0 18 0,4-5 35 15,-5 5 41-15,5-1 51 0,0-4 20 16,0 0-17-16,0 0-22 0,0 0-13 0,-5-14-17 0,6 7-14 0,3-1-17 16,4-6-12-16,0-1-17 0,8-5-30 0,0-1-32 15,3 2-18-15,0-3-35 0,1-1-34 0,5 3-25 16,-4 1-26-16,1 1-15 16,-8 5-28-16,0 1-48 0,-1 3-47 0,-3 1-51 0,-2 0-261 15,1 0-612-15,-5 3 271 0</inkml:trace>
  <inkml:trace contextRef="#ctx0" brushRef="#br0" timeOffset="20755.25">21918 1918 30 0,'0'0'340'0,"4"-8"8"15,-4 8 1-15,1-7-1 0,-1 7-9 0,0 0-15 0,2-2-18 16,-2 2-23-16,0 0-20 16,0 0-27-16,1-5-29 0,-1 5-18 0,0 0-18 0,0 0-16 15,0 0-29-15,0 0-13 0,0 0-23 16,0 0-23-16,0 0-17 0,0 0-2 0,0 0-10 0,11 9-9 15,-11-4-4-15,4 5-6 0,-1 1-3 16,-1 2 4-16,2-3-1 0,-1 7-3 0,2 0-6 0,0-2 5 16,-3 1-8-16,2-1 8 15,-1-3-7-15,1 0-1 0,-1-1 15 0,0 1-11 0,-2-4-2 16,2-3-1-16,-2 2 0 0,1-2-4 0,-2-5 6 0,2 7 9 16,-2-7 22-16,0 0 39 0,4 7 48 15,-4-7 36-15,0 0 30 0,0 0 31 0,0 0 24 0,0 0 14 16,0 0 13-16,0 0-36 0,14-14-33 15,-4 7-16-15,5-3-29 0,0-2-20 0,2-1-36 0,-2 0-20 16,7-7-26-16,0 2-7 0,0 2-7 0,-8 3 11 16,-1 0-20-16,-2 3-4 15,-3 1 4-15,0 2-4 0,-2 1-4 0,-1 2-4 0,-1 0 0 16,-2 0-11-16,2 1-10 0,-4 3-32 16,5-4-32-16,-5 4-33 0,0 0-41 0,7-3-48 0,-7 3-57 15,0 0-48-15,0 0-54 0,0 0-10 0,7 7 22 0,-7-1-7 16,4-2-20-16,0 1-46 0,3 1-40 15,0-2-282-15,7 0-785 0,2 0 347 0</inkml:trace>
  <inkml:trace contextRef="#ctx0" brushRef="#br0" timeOffset="21409">22584 1922 242 0,'0'0'339'0,"0"0"-13"15,1-8-12-15,-1 8-34 0,0 0-30 16,0-6-27-16,0 6-21 0,-9 0-25 0,-1 2-22 0,0 1-14 15,-3 1-12-15,-5 2-18 16,0 3-13-16,0 0-9 0,-1 2-6 0,-4 5-4 0,5-5-6 16,-3 5-11-16,6-4-24 0,0 0-15 15,4 3-17-15,3-6-13 0,-1 0-10 0,4-1-1 0,1-3 3 16,0 0 4-16,0 0 19 16,3 0 13-16,1-5 17 0,9 1 7 0,3-1 4 0,0-1 5 0,5-4 4 15,2-2 4-15,0-1 2 0,1 1 4 0,0 0-9 0,4-5 1 16,-1 2-1-16,-4 3-2 0,0-1 2 15,-3 1 21-15,-5 2-14 0,2 0 5 0,-4 0 2 0,0-1-10 16,-3 4-5-16,-2-1-7 0,1 0-10 16,-5 3-12-16,7-2-14 15,-7 2-27-15,0 0-25 0,0 0-4 0,0 0 7 0,18 7 4 16,-13-2-1-16,1 2-2 0,2 0-1 0,-1 1-7 16,0 0-6-16,2 0 1 0,2 0-5 0,-2-2 2 0,-2 0 5 15,4-1 4-15,-6-3 11 0,3 1 5 16,-3-3 11-16,-5 0 6 0,15-3 4 15,-10-1 19-15,6-2 14 0,-5-1 4 0,4 0 5 0,-2-4 9 0,0 0 3 16,2-3 21-16,0-3 4 16,-1 0 11-16,2-7-7 0,-3 4 0 0,0-6 3 0,0-1 8 15,2-4 0-15,0 0 0 0,2 0 4 0,0 2 12 0,-3 2 20 16,0 3 6-16,1 1 3 0,-2 6-2 16,-5 0 5-16,0 7 3 0,0 3-15 0,-2 0-10 0,3 2-20 0,-4 0-9 15,5 1-18-15,-5 4-31 16,1-5-34-16,-1 5-40 0,0 0-44 0,0 0-55 15,0 0-40-15,0 0 23 0,0 0 7 0,-3 17 18 0,0-5 15 16,-2 5 10-16,-1-1 1 0,-1 11 17 16,-2-5 13-16,-3 2-10 0,1 1 13 15,1 0 6-15,4-2 10 0,-2-4 8 0,4 0-2 0,2 1 13 0,-1-3 1 16,-1 0-5-16,3 0 6 16,-1-4 10-16,0-2 2 0,2 0 10 0,0-2 11 0,2 0 1 0,-2-2 15 15,2 1 15-15,-1-4 20 16,2 2 19-16,1 0 20 0,1-1 17 0,2 1 2 0,6 0-4 15,-1 0-4-15,9-1-12 0,4 1-9 0,3 1-56 0,1-2-79 16,7-2-118-16,-2-2-171 16,18-6-506-16,0-1-919 0,-15-5 407 0</inkml:trace>
  <inkml:trace contextRef="#ctx0" brushRef="#br0" timeOffset="22329.88">24548 1349 124 0,'-1'-4'306'0,"1"4"-27"0,-2-4-34 15,2 4-21-15,0 0-36 0,-15 5-20 16,-7 5-20-16,-2 14-18 0,-23 13-11 0,-17 21-12 16,-3 5-14-16,5 0-11 0,2 10-6 0,0 4-11 15,6 0 16-15,4-4 2 0,5 2 2 16,20-24 6-16,5 4-6 0,4 27 2 0,12-28-5 0,3-1-10 16,9 2 2-16,7-6-4 0,8-3 1 15,4-3-6-15,6-5 1 0,5-3 3 0,6-7 0 16,1-3 3-16,-11-8-7 0,4-3 2 0,-4-4-2 0,-1 0 9 0,-8-3 9 15,-8-1 21-15,-3-4 23 0,-6 1 25 0,-1-2 28 16,0 2 21-16,-7-3 10 0,11 0 6 16,-11 0-3-16,0 0-7 0,11 2-23 15,-11-2-13-15,0 0-25 0,7 3-26 0,-7-3-30 0,0 0-40 0,5 1-49 16,-5-1-47-16,0 0-72 0,0 0-59 16,0 0-80-16,0 0-194 0,0 0-425 0,8-14-949 15,-4 7 419-15</inkml:trace>
  <inkml:trace contextRef="#ctx0" brushRef="#br0" timeOffset="23156.77">25265 1713 222 0,'0'0'246'0,"0"0"-20"16,0 0-28-16,0 0-23 16,0 0-16-16,0 0-20 0,0 0-17 15,0 0-16-15,-4 6-12 0,4-6-10 0,0 0-8 0,0 7-12 0,0-7-16 0,-1 5-2 16,2-2-2-16,-1-3-10 0,3 6 4 0,0-3-1 16,2 0 2-16,0-3-3 0,-5 0-2 15,13 0-1-15,-2-3-6 0,1 3 4 16,-1-3 2-16,-1-2 6 0,1 1 7 15,-6 2 1-15,4-5 8 0,0 2 8 0,-1-2-5 0,-2-1 8 0,-2 4 1 16,4 1-5-16,-6-2 11 0,1 0-12 16,-2 3-1-16,-1 2-18 0,-1-7-10 15,1 7-12-15,-18 0 0 0,0 3 0 0,-9 6-4 0,-3 4-6 0,-4 3-1 0,-1 1-6 16,-9 12 6-16,-2-3-2 0,7 4-8 16,9-8 6-16,2 1-5 0,3 2 8 15,4 0-1-15,3 0 3 0,5 5-3 16,6-4 3-16,7 0 4 0,9 1-1 0,9-2-1 0,10 0 6 0,20-3-6 0,7-2-20 15,8-3-51-15,-2-7-56 0,31-1-80 16,-29-5-86-16,1-12-175 0,-2 0-493 16,-2-1 218-16</inkml:trace>
  <inkml:trace contextRef="#ctx0" brushRef="#br0" timeOffset="23903.62">25997 2167 201 0,'0'0'247'0,"0"0"-31"0,0 0-28 16,0 0-19-16,-8 8-20 0,3 2-9 15,-4 3-17-15,-5 3-5 0,-1 5-15 0,-4 0-6 16,0-1-21-16,1 1-34 0,-3 1-53 0,3-3-71 0,4-5-214 16,0-2-321-16,-1-3 141 0</inkml:trace>
  <inkml:trace contextRef="#ctx0" brushRef="#br0" timeOffset="25168.68">26674 1846 224 0,'0'0'299'0,"0"0"-21"16,0 0-35-16,0 0-23 0,0 0-24 15,0 0-23-15,0 0-13 0,0 0-22 16,0 0-11-16,0 0-20 0,0 0-11 0,0 0-8 16,0 0-9-16,0 0-6 0,0 0-10 0,0 0-2 15,0 0-8-15,0 0-7 0,0 0 0 0,0 0-6 16,0 0-2-16,13 0 0 0,-3-4-11 0,3 0 2 15,0 1-2-15,5-4-6 0,-2 0 0 0,2 2-3 16,-6-2-3-16,4 0 3 0,1-3-3 0,-4 0-1 0,-2 2-4 16,-1 2 8-16,-1-2 5 0,-5 3 4 0,1 1 11 15,-1-1-4-15,1 2-4 0,-4-1-14 0,-1 4-13 16,0 0-3-16,-19-3-4 0,0 7 5 0,-9 4-3 0,-4 7-6 16,-1 0 2-16,0 3-1 0,-11 6 5 15,16-3-7-15,-3 2 1 0,3-1 2 0,4 2-1 16,0 3 1-16,6-1 1 0,4 1 5 0,2 0-1 0,7-3 3 0,4 3 5 15,7-8-1-15,10 7 2 0,7-1 1 0,6-1-15 16,19-2-30-16,3-3-47 0,5-9-62 0,4-4-80 16,-3-7-235-16,2-3-498 0,-4 0 220 0</inkml:trace>
  <inkml:trace contextRef="#ctx0" brushRef="#br0" timeOffset="25462.99">27274 2007 73 0,'-2'3'210'16,"2"-3"-8"-16,0 0-6 0,0 0-15 0,0 0-11 0,0 0-7 0,0 0-14 0,0 0-9 16,16 3-17-16,4-4-10 15,-1-1-14-15,12 0-8 0,0 1-11 0,3-3-8 16,4-2-6-16,12 1-16 0,-9 1-26 16,-4 0-36-16,-2-2-36 0,-6-1-42 0,-1 0-49 0,-10 2-181 0,-7-1-344 0,-1-1 152 15</inkml:trace>
  <inkml:trace contextRef="#ctx0" brushRef="#br0" timeOffset="25688.77">27455 1842 2458 0,'-4'-2'231'0,"0"-3"-51"0,4 5-14 15,-6-7 28-15,2 3 12 0,4 4-20 0,-5-4-37 16,5 4-32-16,-3-6-23 0,3 6-19 0,0 0-15 0,0 0-23 0,0 0-42 0,0 0 2 15,-7 12-9-15,3 4 11 0,0 4-1 16,-1 3 11-16,1 5-12 0,-2 1-6 0,1 5-33 16,1-5-24-16,-1 4-22 0,2-3-25 0,2 1-42 15,0 1-39-15,2-4-59 0,-2-3-283 16,3-8-581-16,-1-8 256 0</inkml:trace>
  <inkml:trace contextRef="#ctx0" brushRef="#br0" timeOffset="35584.99">23955 1731 81 0,'-8'5'76'16,"-2"2"-7"-16,0 2-10 0,2 2-2 0,0-2-10 15,-3 4-6-15,9-2 2 0,-2 2-10 16,1-2-2-16,3 0-4 0,4 0 12 15,4 4 2-15,4-3 6 0,3-2 8 0,4-1 3 0,10-1-7 0,4-2 2 16,7-3-9-16,16-5 6 0,2 0-4 16,2-5-3-16,1-3 1 0,-7-2-5 15,-4-1 3-15,3-3-13 0,-21 4 7 16,6-2-11-16,-6-2 2 0,-1-3 1 0,-8 0-7 0,1-3-1 0,-6 0-8 16,-2-2 1-16,-4-1-10 0,-7 7-6 15,-1-6 3-15,-2 4-2 0,-6 1-6 16,-3-1 7-16,-2 6 2 0,-3-3-13 0,-5 5 11 0,-9 2-7 0,-2 2 4 15,-1 4-8-15,-6 0 6 0,-3 10 8 0,2 0-3 0,-2 5 2 16,1 1-3-16,-10 9-3 0,0 4 0 0,7 4-3 16,12-4 7-16,2 1 3 0,4 1 3 0,6 2-6 15,5 0 0-15,6-5 1 0,10 2 10 0,7-2 0 16,8 1 0-16,8-3 8 0,19 1-2 0,6-3 3 16,11-5-4-16,31-1-8 0,-2-5 9 0,-1-11 9 15,6-2 11-15,3-1 2 0,3-5 8 16,-5 2 3-16,1-8 0 0,-4 7-1 0,-33-4-4 15,26-4 0-15,-33 4-5 0,-5 0 2 0,-3-4-16 16,-14 4-5-16,-3-1-6 0,-4-3-3 0,-7 0-3 0,-7 5-8 16,-2-2-12-1,-8 1-12-15,-4 1-12 0,-9-2 8 0,-7 2-1 16,-11 2 6-16,-7 0-3 0,-7 6 10 0,-17 4 2 16,2 3-7-16,-6 5 0 0,-3 1 4 0,4 7 5 15,0 2-3-15,-1 3 4 0,2 5 8 0,2-1-10 0,8 1 11 16,6 1-2-16,16-8-4 0,8-1 8 15,9-3 3-15,4 0 1 0,7 0 14 0,10 1-3 0,6-1-1 16,19 3 2-16,16-2-1 16,13-3 4-16,35-4-13 0,-1-2 7 0,2-7-1 0,-1-1-3 0,3 1 2 15,0-6 0-15,-3 1 4 0,-3-1-4 16,-3-3-3-16,-34 3-8 0,-4 1-14 0,-1-3-11 0,-20-3-10 16,-4 3-1-16,-6-6-14 0,-11 4 2 0,-6-1-8 0,-3 0 10 15,-7 2 3-15,-7-5 5 0,-9 1 1 16,-9 1 2-16,-7 2 22 0,-17 0 5 15,-5 1 14-15,1 6-6 0,-5 3 4 0,2 3 8 0,0 5 0 16,-5-1-7-16,1 10 9 16,-23 6-6-16,33-3 7 0,-2 4-17 0,6 2 7 15,6-1 3-15,2 1 1 0,16-3-2 0,8-2 8 0,4 0 5 16,9-4 0-16,6 1 8 0,16 6 5 0,6 0 2 0,20 2-5 16,17-8 1-16,4 1-2 0,32-8-4 15,4-3-6-15,4-4 0 0,5-4-1 0,2-5 2 0,-1-1-1 16,-6 3 4-16,-10-9-9 15,-30 3 1-15,0-4-10 0,-8-3-5 0,-6 1-8 0,-17 0-15 0,-1 2-7 16,-5-3-8-16,-5-5-20 16,-8 1 10-16,-8 4 7 0,-4-1-4 0,-7 0 10 0,-7-4-5 15,-10 4 6-15,-5 2 3 0,-6 0 8 16,-3 7 4-16,-19-2 5 0,5 5 5 0,-2 5-2 16,-3 0 8-16,2 10-2 0,1 1 3 0,-4 5-1 0,5 1 10 15,3 3-5-15,4 4-1 0,12-5-3 16,7 1 8-16,-1 1 10 0,12-1 12 0,6-5 3 0,3 4 6 15,10 0 0-15,8 3 4 0,13 2-8 0,8-7-1 0,22 2-5 16,8-2 3-16,28-2-7 16,4-3-1-16,0-9-1 0,1-1 1 0,0-5 1 0,2 1 5 15,0-3 2-15,-7-2 1 0,-28-1-1 16,0-3 1-16,1-2-8 0,-8-4 3 0,-4-2-7 0,-7-3-9 16,-15 7-3-16,-4-5-13 15,-8-1-2-15,-1 0-6 0,-11 4-12 0,-3 0-2 0,-6-2-3 0,-7 2 3 16,-13-3 2-16,-7 2 3 0,-7 2 2 0,-18 1-2 0,-6 1 7 15,-1 10 5-15,-6 1-4 16,-22 10 0-16,26-1 5 0,-1 3-3 0,0 7 3 0,4-1 2 16,4 5-2-16,1-1 5 0,19-3 1 15,4 1 2-15,7-2 12 0,11 0 9 0,4 0 1 0,7-4 5 16,8-1 2-16,12 7-2 0,15 1 5 16,25 3-3-16,37 2-6 0,5-12-6 15,7-6-8-15,-1 1-9 0,4-10 0 0,-10-3 4 0,-4-1-5 0,-3-4 3 16,-29 4-5-16,2-2-2 15,-6-5-12-15,-3 1-5 0,-18 3-8 0,-4-3 3 0,-4 6 2 16,-13-1 3-16,-8 3 6 0,-6 0-6 0,-4-1 7 0,-5 3 3 16,-8-5-4-16,-13 4 6 0,-8-2-5 15,-1 7 2-15,-16-3 0 0,1 9 17 0,11-5-12 0,-12 7 8 16,-3 4 2-16,3-1-11 16,-1 3 3-16,17-2 10 0,-2 2-2 0,8-2 2 0,5-1-1 0,9 3 14 15,4-1 3-15,5-2 4 16,4-5 3-16,8 5 6 0,4-5-4 0,8-3 0 0,4 2 0 15,11-7-4-15,5 1 1 0,-1-6 3 16,1-7 8-16,-2 4 4 0,-5 1-7 0,-6-6 2 0,-7 4-4 16,-2 0-2-16,-7 0-11 0,-3-2-1 0,-5 3-9 15,-7 0-4-15,-9-1-6 0,-9 3 0 0,-11-4-2 0,-18 4-7 16,-5 1-24-16,-1 3-20 0,-2 4-23 16,-1 4-20-16,-1 3-36 0,8 1-145 0,18-3-303 0,6 2 134 15</inkml:trace>
  <inkml:trace contextRef="#ctx0" brushRef="#br0" timeOffset="36203.04">28378 1465 164 0,'0'0'187'0,"2"-5"-21"0,-2 1-15 0,0 4-30 15,0 0-4-15,-4-4-15 0,4 4-11 0,-10 11-13 16,-1 3-6-16,-10 5-12 0,-2 9-4 15,-13 12-9-15,1 9-7 0,-13 19 0 0,-3 2-4 0,18-20-1 16,-2-1-2-16,3 2 0 0,7 0 14 0,2 2-2 16,11-3 10-16,6 1-8 0,7 2 4 15,8-7-3-15,7 0-5 0,9-4-14 0,11-5-30 0,7-7-52 16,8-5-78-16,-1-6-171 0,7-4-327 0,1-10 145 16</inkml:trace>
  <inkml:trace contextRef="#ctx0" brushRef="#br0" timeOffset="36793.24">28899 1792 80 0,'5'-1'167'16,"-5"1"-20"-16,0 0-19 0,1 10-10 0,-5-5-13 0,-1 6-9 0,-4 1-14 0,-2 4 8 16,-3-2-16-16,-4 7-1 15,-4 0-17-15,-3 0 1 0,-4 2-2 0,-1 2-8 0,-12 1-6 16,11-5-1-16,-10 5-7 0,10-9 1 15,5 0 0-15,-2-3-1 0,11-3 0 0,-2-4 11 16,7 2 6-16,0-6 12 0,3 4 36 0,2-5 39 0,0-1 35 16,0 1 38-16,7-2-34 15,-5-10-20-15,4 5-26 0,2-4-9 0,2-1-5 0,3-5-23 0,7-1-8 16,-2-1-14-16,7-3-3 16,-1 1-12-16,-2 5-5 0,-1 1-6 0,-2 6 0 0,-5-1-10 0,0 1-2 15,-3 0-13-15,3 4-6 0,-2 2-6 16,-5 1-3-16,10 5-4 0,-2 1-7 0,2 2-3 15,3 6-1-15,-4 1-2 0,1 2-5 0,7 1-16 0,-3 4-21 0,1 2-25 0,2-2-36 16,0 3-37-16,-3-5-35 0,2 3-42 16,-3-1-242-16,0-9-510 0,-3-4 227 0</inkml:trace>
  <inkml:trace contextRef="#ctx0" brushRef="#br0" timeOffset="37003.94">29208 2148 213 0,'0'0'280'0,"0"0"-33"0,0 0-39 16,0 0-40-16,5 2-15 0,-5-2-19 0,-5 7-12 15,1-1-12-15,-3 1-9 0,-1 3-30 0,-3-1-39 16,-1 4-44-16,-1-1-42 0,2 1-49 0,0-1-176 15,-3 2-302-15,8-6 135 0</inkml:trace>
  <inkml:trace contextRef="#ctx0" brushRef="#br0" timeOffset="37520.75">29948 1858 109 0,'6'-1'206'0,"-6"1"-26"0,0 0-16 16,0 0-21-16,0 0-19 0,0 0-9 0,7 7-20 15,-7-2-5-15,-3 3-11 0,-1 0-7 0,-1 5-6 16,-5 2 1-16,-7 4-15 0,-2 3-1 0,-4 3-3 16,-5-3-4-1,-11 8-4-15,-1-1-3 0,-2-3-1 0,2 4-5 16,10-13-1-16,-1 2 0 0,3-1-4 0,1 0-5 15,5-5 5-15,6-5-9 0,4-2 6 0,-1-2 18 16,4 0 34-16,3 0 44 0,-3-1 36 0,9-3 0 16,0 0-30-16,-13-12-14 0,13 7-9 0,0-7-12 15,5 2-5-15,3-6-12 0,3 0-1 0,2 2-14 16,1 0-2-16,-1 2-9 0,4-1-3 0,-4 4-11 0,2-1 0 0,-5 5-7 16,-1 3-9-16,4-1-3 0,-2 3-3 0,1 4 0 15,0-1-5-15,1 2-2 0,3 7-1 0,0-1-7 16,1 1-16-16,6 9-18 0,-4-2-33 15,4 2-36-15,-1 0-40 0,-3-4-64 0,1 1-82 16,-5-6-157-16,-2-6-487 0,0 0 216 0</inkml:trace>
  <inkml:trace contextRef="#ctx0" brushRef="#br0" timeOffset="37727.07">30133 2121 76 0,'0'0'275'0,"0"0"-33"16,0 0-30-16,0 0-21 0,28-2-25 0,-10 1-15 16,10-2-33-16,4 1-30 0,0-2-47 0,0 4-22 15,2-2-49-15,1 1-40 0,1-3-69 0,-7 3-85 16,-8-6-241-16,-1 2 106 0</inkml:trace>
  <inkml:trace contextRef="#ctx0" brushRef="#br0" timeOffset="37959.39">30266 1970 246 0,'-5'-2'300'0,"5"2"-24"15,-3-4-26-15,3 4-33 0,0 0-24 0,0 0-14 16,0 0-47-16,0 0-14 0,0 0-13 0,-6 12-13 16,2 0-13-16,-1 5-5 0,-1 8-10 0,-2 1-5 15,-1 2-8-15,0 3-2 0,2 4 1 16,0-1-7-16,2 1-31 0,-1-2-38 0,3 0-32 0,1-6-52 0,2-3-59 16,-3-5-202-16,3-4-403 0,-1-5 179 0</inkml:trace>
  <inkml:trace contextRef="#ctx0" brushRef="#br0" timeOffset="38428.21">30658 1837 44 0,'0'0'258'0,"4"-4"-17"0,-1 1-23 0,-3 3-18 0,8-2-24 15,-3 0-17-15,1 2-17 0,-1-3-12 0,-5 3-12 16,20 0-15-16,-9 1-6 0,-1 3-10 0,3-2-6 16,-2 5-8-16,2-3-10 0,1 6-4 0,-5-4-8 15,4 6-4-15,-7-1-8 0,2-1-7 0,-3 6-2 16,-2 0-7-16,-1 3-3 0,-7-3-4 0,-4 3 2 16,-1 5-4-16,-7-2 0 15,-1 2 3-15,-5-6-8 0,2 2 5 16,-5-2-6-16,9-5 4 0,0-4-4 0,2 2-5 0,0-1 1 0,5-5 0 15,2 0 2-15,2-2-3 0,1 1 2 0,1-2 5 16,0 1-3-16,4-3 2 0,0 8 8 0,0-8-3 16,19 6-1-16,1-3-9 0,8-2-31 15,5-2-52-15,-1 1-52 0,2-3-53 0,3 3-200 16,-1-6-415-16,-1-2 185 0</inkml:trace>
  <inkml:trace contextRef="#ctx0" brushRef="#br0" timeOffset="38876.71">31276 1931 152 0,'0'0'261'0,"0"0"-13"16,0 0-34-16,0 0-22 0,0 0-19 16,0 0-19-16,23-4-14 0,-12 4-18 0,1 0-10 15,1-2-14-15,-1 2-7 0,2-1-10 0,-3 0-8 16,8-2-8-16,-5 2-6 0,-3-1-6 0,2-1-6 0,-3-1-5 0,-2 2 3 15,-2 0-6-15,3-1 8 0,-1 1-3 0,-3-1 11 16,-1 3-17-16,0-2-4 0,-4 2-14 0,-3-7-7 16,3 7-8-16,-13-1 0 0,-6 1-3 0,0 3 0 15,-3 2-5-15,-5 2 2 0,2 3-5 0,1 1 4 16,-1 2-7-16,5 4 7 0,-2-1-2 0,6-2 1 16,-4 3-1-1,10-1 10-15,1 1-7 0,5 0 2 0,4 0-2 16,4 0 7-16,5-1-10 0,13 3-9 0,2-4-33 0,7 0-47 15,1-7-59-15,19 3-65 0,-15-8-146 0,3-5-394 16,-3-1 174-16</inkml:trace>
  <inkml:trace contextRef="#ctx0" brushRef="#br0" timeOffset="39208.81">31823 1380 154 0,'2'-4'259'0,"-2"4"-28"16,14 5-22-16,-1 2-29 0,4 6-15 0,7 9-17 15,8 15-11-15,0 3-13 0,-6 10-16 0,4 3-6 16,1 28-11-16,-11-1-3 0,-6 3-6 0,-13-3-2 0,-6-20-11 16,-14 30-2-16,-13 0-2 0,-2-5-3 0,-7-6-6 15,0-6-5-15,1-22 0 0,-4-5-3 0,-24 10-1 0,-5-6-7 16,-4-6-1-16,-11-13-29 0,1-3-56 0,-7-3-70 16,2-10-318-16,2-5-470 0,24-4 208 0</inkml:trace>
  <inkml:trace contextRef="#ctx0" brushRef="#br0" timeOffset="48395.12">3056 5605 152 0,'0'0'173'0,"0"0"-1"0,0 0-9 15,0 0-9-15,0 0-6 0,0 0-19 0,0 0-7 16,3-7-5-16,-3 7-11 0,-3-3 2 16,3 3-3-16,-1-4-6 0,1 4 5 0,-3-5 0 0,3-1-6 15,-2 2 4-15,1-1-6 0,-2 0-8 0,-1 0 0 16,4 1 0-16,-1-4-8 0,-3 1-10 0,3 2 7 15,-2-1 1-15,3 0 4 0,-4 1-3 0,3 1-9 0,1 1-5 16,0 3-8-16,0-6-8 0,0 6-12 0,-4-4-14 16,4 4-30-16,0 0-4 0,-9 10-2 0,7 5 4 0,-6 11-5 15,-1 11 6-15,-4 13-2 0,-3 7 0 0,-1 24-1 16,-1 1 4-16,3 3-3 0,3 5 7 0,2-1 0 16,2-6 2-16,3-23-1 0,4 22-1 0,-2-26 6 15,5-1-2 1,-2-1-2-16,1-6 1 0,-1-13 2 0,-3 0 0 15,0-5 0-15,0 1 1 0,-1-3-3 0,-2-2 0 16,5-9 2-16,-2-5 4 0,0-1 1 0,1 0 10 16,2-5-3-16,-4 0 46 0,1-2 7 0,-4-2-4 15,-6 1-11-15,0-3-5 0,-3-5-2 0,-5 2-2 16,2-2 3-16,0-2 5 0,0 1 8 0,0-2 7 16,-1 1-2-16,6-1-7 0,-2 3-9 0,5-1-6 0,0 0-5 0,1 4 2 15,1-1-5-15,0-1-6 0,0 2 2 0,4-1-13 16,1 1-10-16,-1 1-32 0,5 1-29 15,-8-3-33-15,3 3-37 0,5 0-44 0,0 0-43 16,0 0-23-16,0 0-40 0,-9-2-234 0,9 2-549 16,0 0 242-16</inkml:trace>
  <inkml:trace contextRef="#ctx0" brushRef="#br0" timeOffset="49118.51">2534 6273 148 0,'0'0'198'0,"-7"-2"-9"0,7 2-8 0,-5-3-9 16,5 3-5-16,0 0-1 0,0 0-13 16,0 0-12-16,0 0-15 0,-6 0-10 0,6 0-12 0,0 0-9 0,0 0-11 15,0 0-6-15,0 0-6 0,0 0-9 0,0 0-5 16,-6 5-9-16,6-5 0 0,0 0-3 0,0 0 4 15,0 0-1-15,0 0-3 0,0 0 3 0,0 0-1 16,0 0 2-16,0 0-5 0,0 0 0 0,0 0-3 16,0 0-1-16,0 0-9 0,0 0 3 0,0 0-4 15,0 0-3-15,0 0-2 0,0 0-5 0,0 0 0 0,0 0-6 0,0 0-2 16,0 0-5-16,0 0 1 0,0 0-1 0,0 0-1 16,0 0 2-16,0 0 1 0,21 0 1 0,-1 0-3 15,15-5 4-15,2 1-7 0,22 0-2 16,2-2-4-16,3-1 2 0,5 3 1 0,19-5-1 15,-28 2 0-15,-6 2 3 0,0 3 0 0,3-2-1 16,-20 1-3-16,-1 0 5 16,-1 1-4-16,-5 2 1 0,-8 0-2 0,-4-1 4 15,-6-1-4-15,1 2-2 0,-4 0 0 0,-2 0 4 16,-1-1 1-16,0 1 4 0,-6 0 8 0,8-1-5 16,-4-2 1-16,-4 3 0 0,0 0-9 0,0 0-16 15,0 0-8-15,-11 9-16 0,4-6-24 0,-2-2-28 16,-1 3-28-16,-2-1-46 0,7-1-37 0,-3 1-234 0,2-1-470 15,6-2 207-15</inkml:trace>
  <inkml:trace contextRef="#ctx0" brushRef="#br0" timeOffset="49898.68">3856 6046 177 0,'4'-5'208'0,"-3"5"-19"0,-1 0-20 32,10-3-20-32,-5 1-14 0,3 2-14 0,4 0-11 0,-5 0-8 15,6 2-16-15,-4 1-7 0,5 1-6 0,-4 4-7 16,4 2-7-16,-2 4-6 0,-2 0-1 0,-2 1-9 16,-2 2-3-16,-2 1-7 0,-2 6 2 0,-3-5 2 15,-3 6-5-15,-6 0-2 0,0 2-2 0,-2-3-3 16,-2 0 0-16,-4-1-2 0,2-2-3 0,-2-4 1 15,4-3-1-15,0-1 0 0,-3 1-1 0,4-4 0 0,3-1 3 0,4-3 6 16,-2 1 2-16,3-2 10 0,1-3 17 0,-1 2 21 16,3-1 28-16,-1-1 37 0,3-2 49 0,-4 2 24 15,4-2 4-15,0 0-27 0,0 0-23 0,4-18-12 16,6 7-18-16,-1-5-11 0,8-4-19 0,2-2-20 16,-1-2 0-16,1 2-13 0,1-2-16 0,0 2-6 15,-2 1-3 1,2 2-6-16,-8 4-2 0,0-2-1 0,-2 3-7 15,-2 6-6-15,0-3-4 0,1 3 0 0,-3 3-1 16,-2-2-1-16,-3 3-2 0,3-1-4 0,0 2-1 0,-1 1-6 16,-3 2-9-16,5-5-14 0,-5 5-27 0,0 0-14 15,6-2-27-15,-6 2-16 0,0 0 8 0,0 0 11 16,-4 13 6-16,2-3 5 0,-3 1 4 16,2 5 9-16,-1-4 11 0,0 3-2 0,0 1 2 0,3 1 9 0,1-2 7 0,0-1-2 15,0 1 0-15,4-2 2 0,0 1 8 16,2-3-13-16,4 2 2 0,2-1-20 0,7-3-32 15,-1-1-49-15,9-1-67 0,4-2-87 0,1-5-273 16,-2 0-604-16,-2-6 268 0</inkml:trace>
  <inkml:trace contextRef="#ctx0" brushRef="#br0" timeOffset="50170.12">4358 6016 197 0,'0'0'290'0,"0"0"-35"0,0 0-25 0,0 0-26 16,0 0-23-16,0 0-21 0,0 0-19 16,16 8-12-16,-7 0-13 0,3 2-12 0,1 6-6 15,5 5-7-15,-1 5-9 0,-1-1-7 0,0 2 0 0,-3 0-7 16,-1 5-9-16,-2-2-2 0,-2 5-5 0,-7-1-3 15,-1 0 1-15,-8 1-12 0,-5 9-10 0,-3-13-16 0,-12 8-7 16,2-12-18-16,-12 3-30 0,-5 0-44 0,2-1-60 16,4-14-82-1,-12 0-160-15,9-6-419 0,-12-2 186 0</inkml:trace>
  <inkml:trace contextRef="#ctx0" brushRef="#br0" timeOffset="50584.38">3876 5881 90 0,'-1'-6'224'16,"1"6"-26"-16,0 0-21 0,0 0-22 0,0 0-20 15,-14 11-11-15,5-2-16 0,-6 5-1 0,-1 8-9 16,-5 5-10-16,1 3-8 0,-8 14-8 0,4 1-4 0,0 3-4 15,-3-2-11-15,9-1-2 0,0-1-3 16,8-12-9-16,1 0 2 0,4-1-6 0,5-2 24 16,0 1 0-16,7-3 0 0,1-3 12 0,1-7-6 0,9 4 4 0,4-4 1 15,6-1-6-15,7-3-6 0,3-4-29 0,13-2-42 16,3-1-58-16,1-5-72 0,-1-2-263 0,4-6-438 16,0-1 194-16</inkml:trace>
  <inkml:trace contextRef="#ctx0" brushRef="#br0" timeOffset="51001.04">4926 6283 123 0,'0'0'288'16,"0"0"-7"-16,0 0-11 0,0 0-11 0,0 0-8 16,0 0-7-16,0 0-11 0,0 0-11 0,0 0-16 0,0 0-7 15,0 0-22 1,0 0-8-16,0 0-15 0,0 0-26 0,0 0-13 16,0 0-5-16,0 0-14 0,0 0-20 0,0 0-17 15,29-1-25-15,-10 0-24 0,-1 0-36 0,2-1-36 16,2 1-40-16,0-1-43 0,5 0-51 0,-6-3-43 15,1 3-250-15,-4-1-530 0,-3 1 234 0</inkml:trace>
  <inkml:trace contextRef="#ctx0" brushRef="#br0" timeOffset="51169.14">4979 6396 165 0,'-5'4'198'15,"4"0"16"-15,-3-2 4 0,0 0-3 0,4-2-7 16,-5 5-5-16,5-5-5 0,0 0-10 0,18 0-13 15,4-2-20 1,7 1 8-16,5-4-28 0,20 0-66 0,-4 0-68 0,4-1-102 16,-5-1-300-16,-11-1-435 0,-4-1 193 0</inkml:trace>
  <inkml:trace contextRef="#ctx0" brushRef="#br0" timeOffset="52236.8">6547 5960 73 0,'-1'-11'260'0,"-2"6"-10"0,0-7-6 16,0 7-7-16,0-2-16 0,1 1-14 15,-2 0-15-15,0 1-15 0,3-1-14 0,-3 0-14 16,0 3-16-16,3-1-11 0,-3 2-12 15,4 2-13-15,-5-6-13 0,4 4-11 0,1 2-9 16,0 0-1-16,-21 7-16 0,11-2-1 0,-3 4-6 16,-5 1-9-16,4 5 0 0,-10 4-6 15,2 3-5-15,-1 2-3 0,3 1 0 0,1 3 0 16,-3 1-3-16,5 0-3 0,-2 3-4 0,5-3 0 0,0 0 4 0,1 0-4 0,4-2 20 16,3-5-3-16,2-3-5 0,2 0-2 0,2-4 3 15,2-1-8-15,-2-4 3 0,0-1 2 0,1-2 5 16,2-1 12-16,1-2 17 0,2 0 21 15,-1-3 13-15,3-1 20 0,6-2 4 0,-4-3 1 16,3-2 8-16,1 2 3 0,0-7 3 0,3 0 1 16,-3-2 0-16,1 1-4 0,-1-4-6 15,0 1-6-15,2-4 3 0,-5 5 3 0,-1-2-2 16,1 3-6-16,1-3 1 0,-7 2 4 16,3 4 6-16,-4-1 3 0,1 1 1 0,0 2-5 15,-1 3 6-15,-3-2-9 0,0 4-7 0,2-1-10 0,-2-1-14 0,2 3-9 0,-2 1-15 16,-1 2-2-16,0-7-13 0,0 7-5 0,0 0-8 15,3-5-5-15,-3 5-16 0,1-3-17 16,-1 3-22-16,0 0-8 0,0 0-25 0,0 0-25 16,0 0-27-16,0 0 9 0,0 0 7 0,1 17 11 15,-1-12 8-15,0 5 7 0,0 1 11 0,0 0 3 16,-1 1 6-16,1 2 7 0,0-2 4 16,0 1 6-16,0-1 1 0,0 4 3 0,0-1 4 15,0-3-8-15,0-2 19 0,0 4-2 0,0-2 3 16,0-4 1-16,0 4 1 0,1-3 2 0,-1-3 4 15,0-1 0-15,0 0-1 0,3-1-1 16,-3-1 3-16,0-3-2 0,0 6 7 0,0-6-3 0,0 5 3 0,0-5 3 0,0 3-1 16,0-3 2-16,0 0 0 15,1 3 1-15,-1-3 3 0,0 0-2 0,0 0 1 16,5 2 5-16,-5-2-8 0,0 0 4 16,0 0 4-16,4 2 1 0,0 0-1 0,2-2-11 0,7-1-41 0,8 1-37 0,8-4-95 15,7 0-115-15,3-4-151 0,11-5-346 0,2-4-849 16,0-4 375-16</inkml:trace>
  <inkml:trace contextRef="#ctx0" brushRef="#br0" timeOffset="52776.23">6892 6184 132 0,'0'0'332'15,"0"0"-19"-15,0 0-25 0,0 0-27 16,0 0-30-16,0 0-26 0,0 0-22 0,0 0-22 16,0 0-18-16,0 0-18 0,0 0-12 0,0 0-13 15,-9 9-7-15,4 1-14 0,-3-3-8 16,2 3-9-16,2 1-6 0,-4 0-9 0,2 2-1 0,1-2-7 0,1 1-3 0,2-1-2 0,0 0-6 15,0 0-1-15,2-1-4 0,0 1 9 16,0-2-9-16,4 0 9 0,0-2-12 0,-1-2 6 16,4 0 8-16,0-1 3 0,1-3 11 0,2-1 0 15,3 0 11-15,-3-2 3 0,3-1 11 0,-3-2 4 16,-1-2 4-16,4 2 5 0,-4-3-1 16,-4 0-3-16,4-2-9 0,-4 0-3 0,-1 0-19 15,-2 1-6-15,0-3-8 0,-2 4-9 0,-3-3-14 16,-2 5-22-16,-2-5-33 0,-4 7-17 15,-3-3-23-15,-8 5-24 0,2 2-28 0,-11 0-38 16,3 5-37-16,8 0-51 0,-8 0-306 0,8 4-612 0,0-3 272 0</inkml:trace>
  <inkml:trace contextRef="#ctx0" brushRef="#br0" timeOffset="53372.37">6018 6684 53 0,'-9'0'256'0,"0"2"-26"0,2-1-24 0,1 0-25 15,1 0-14-15,1 2-5 0,4-3-4 0,-7 0 0 16,7 0-5-16,-4 2-5 0,4-2-5 15,0 0-10-15,0 0-14 0,-6 1-4 0,6-1-10 16,0 0-1-16,0 0-9 0,0 0-6 16,0 0-6-16,0 0 12 0,0 0-16 0,0 0-2 15,-7 1 1-15,7-1-11 0,0 0-4 0,0 0-2 16,0 0-7-16,0 0-8 0,0 0-1 16,0 0-9-16,0 0-4 0,0 0 1 0,0 0-4 15,0 0-2-15,0 0 1 0,0 0 1 0,0 0-10 0,0 0 3 0,0 0-5 0,0 0-2 16,-2 3 11-16,2-3-10 0,0 0-3 0,0 0-6 15,0 0-2-15,0 0 6 0,0 0-1 0,0 0-2 16,0 0 1-16,0 0-9 0,0 0 4 16,0 0 2-16,0 0 0 0,0 0-1 0,0 0 1 15,0 0 0-15,0 0-4 0,0 0 7 0,0 0-4 16,0 0 1-16,0 0-5 0,0 0 2 16,0 0 2-16,0 0 2 0,0 0-3 0,23-4 2 15,-2 3 1-15,15-1-2 0,14-4-4 16,9-1 3-16,2 2-5 0,31-4 6 0,-27 6 3 0,31-4 8 0,-4 2 12 0,-28 0 8 15,1 0-5-15,2 1 5 0,-5-3-7 0,-3 4-1 16,-7-2-8-16,-12 1 6 0,-5 1-4 0,-5 1 5 16,-9 1-9-16,-7-1 6 0,-2 2 5 15,0-2 7-15,-7 2 5 0,3-3 6 0,-2 3-7 16,-2-1 4-16,-4 1-11 0,6-1-17 0,-6 1-29 16,0 0-17-16,0 0-21 0,0 0-25 15,0 0-39-15,-24 10-39 0,6-3-39 0,-13-2-52 16,10-1-62-16,-10 1-271 0,10-2-627 15,0 1 278-15</inkml:trace>
  <inkml:trace contextRef="#ctx0" brushRef="#br0" timeOffset="53948.9">6464 6846 206 0,'-4'4'311'0,"4"-4"-34"0,0 0-21 0,0 0-34 16,0 0-20-16,0 0-26 0,0 0-14 0,17-1-17 15,-10 1-16-15,5 1-11 0,1-1-11 0,1 2-11 16,0 0-13-16,5 2-8 0,-1-2-10 0,-1 3-2 15,-5 0-9-15,-1 2-6 0,-1-1-8 16,1 0-2-16,-6 2-6 0,0-2-3 0,-1 6-3 16,-2 0-4-16,-4 4 0 0,-2 2-5 15,-3-2 2-15,-8 6-1 0,-4 1 0 0,-1-3 3 16,0 2-8-16,-4-3 2 0,2-2-4 0,0 0 2 16,-1-2-2-16,5-2 0 0,-1-3 1 0,1 0-1 15,3-2 2-15,-1 1 3 0,6-6 1 0,1 2-2 0,3-2-3 0,1 4 4 16,0-5 14-16,1-2 13 0,0 2 8 0,1 1 18 15,3-3 0-15,-5 3 0 0,5-3 7 0,-2 4-2 16,2-4 5-16,0 0 2 0,-4 1-2 0,4-1-11 16,0 0-2-16,0 0-9 0,14-5 0 0,0 2-9 15,5-1-8-15,3 3-10 0,8-6 0 0,6 2 12 16,4 0-17-16,12-3-6 0,1 2-2 0,-15 2 9 0,13-2-10 16,-13 2-2-16,-2 1 0 0,-1 1 8 0,-4-1-9 15,-5 0 0-15,-7 2-7 0,-6 0 4 16,1-1 5-16,-6 1 14 0,-3 1 10 0,0-2 12 15,4 2 5-15,-9 0 8 16,8-1 1-16,-8 1 3 0,0 0-12 0,6 0-2 16,-6 0-11-16,0 0-8 0,0 0-17 0,0 0-35 15,3-2-58-15,-3 2-59 0,0 0-42 0,-12-7-36 0,7 7-36 16,0-2-65-16,1-2-363 0,4-2-732 16,3 0 324-16</inkml:trace>
  <inkml:trace contextRef="#ctx0" brushRef="#br0" timeOffset="54495.09">7894 6496 67 0,'-6'2'185'15,"-1"-1"-8"-15,0-1-11 16,3 1-15-16,4-1-8 0,-8 0-8 0,8 0-5 0,-6 3-7 0,6-3 2 16,-6 0-2-16,6 0-3 0,0 0 1 15,0 0-1-15,0 0-2 0,-7 0 25 16,7 0-4-16,0 0-5 0,0 0-1 0,0 0 0 0,0 0-10 0,0 0-10 15,0 0-3-15,0 0-3 0,0 0-6 16,0 0-13-16,18-4-16 0,-4 3 0 0,6-1-10 0,8-1-6 16,3 0 3-16,1-1-15 15,4 0-3-15,-3-1-5 0,4 2-3 0,-1-2-4 0,0 1-1 0,-6-1-1 16,2 2-3-16,-2 0-4 0,-9 1-3 16,-4-1 6-16,-4 1 3 0,-3 0-36 15,0 0-15-15,-5 1-18 0,3 0-27 0,-4-2-60 16,-4 3-95-16,0 0-34 0,-13-7-36 0,1 4-195 0,-3 0-532 0,-5 0 236 15</inkml:trace>
  <inkml:trace contextRef="#ctx0" brushRef="#br0" timeOffset="54691.09">8040 6370 239 0,'-3'-7'334'0,"-1"2"9"0,4-3 14 0,-1 4 11 0,0-1-3 15,-3 0-3-15,3 2-7 0,1-1-12 16,0 4-30-16,0-5-29 0,0 5-31 15,-3-3-32-15,3 3-33 0,0 0-38 0,0 0-38 0,0 0-24 0,0 0-3 0,-4 17-13 16,3 0-3-16,1 10-9 16,-1 2-3-16,-2 0-44 0,3 2-46 15,0 3-63-15,0 12-68 0,0-10-86 0,0-3-130 16,-1-3-305-16,-2-10-742 0,-1-8 329 0</inkml:trace>
  <inkml:trace contextRef="#ctx0" brushRef="#br0" timeOffset="55530.51">8923 6007 3 0,'-4'-4'213'0,"4"4"-7"0,0 0-12 16,-5-3-19-1,5 3-13-15,-3-2-10 0,3 2-20 0,0 0-12 16,0 0-12-16,0 0-9 0,0 0-15 0,0 0-6 0,0 0-6 16,0 0-4-16,0 0-2 0,0 0-5 15,18 1-2-15,-5 0-8 0,7 1-4 0,7-4-5 16,8 2 1-16,-1 0-8 0,4-2-2 0,-2 2-4 0,1-1-2 0,-5-1-5 15,0 0-9-15,-4 1-17 0,-5 0-20 16,-5 0-17-16,-4-1-25 0,-1 2-27 0,-3 0-37 0,-6 0-63 16,-4 0-115-16,0 0-333 0,0 0 148 15</inkml:trace>
  <inkml:trace contextRef="#ctx0" brushRef="#br0" timeOffset="56033">8842 6114 2 0,'-1'2'257'16,"1"-2"-29"-16,-4 6-21 0,4-6-21 0,-4 1-23 0,4-1-16 0,0 4-17 15,0-4-14-15,0 6-15 0,1-1-9 16,2 2-11-16,2 1-5 0,-1 1-7 16,3 0-7-16,4 6-4 0,-1-1-3 0,4 2-7 0,2-3-1 15,3 7-11-15,2-3-1 0,0 0-4 0,-1 2 2 16,3-5-9-16,-5-3-5 0,1 0-11 0,3 0-11 0,-7-3 6 15,3-2-4-15,0 1 2 0,0-5 0 16,-6 2-4-16,0-3 2 0,-3 1 4 16,-1-2 7-16,-1 3 15 0,0-3 13 0,-2 0 16 0,0 0 7 0,-5 0 13 15,9 2-3 1,-9-2 0-16,6 0-5 0,-6 0-6 0,0 0-14 0,8 2-5 0,-8-2-15 16,3 5-2-16,-3 0-6 0,-2 4-4 15,1 7-2-15,-4 3-2 0,-4 10-2 0,-2 2 0 0,-11 11 1 16,1 3-1-16,0 0-6 0,-5 5 3 15,3 0 1-15,-9 28 1 0,10-28 2 0,2 4-3 0,0-1-1 0,0 0 3 16,1-3 0-16,4-3 4 0,3-11 6 16,2-1-4-16,0-3 0 0,1-2 8 15,0-2-8-15,4-4 0 0,-1-6-6 0,2-3-1 16,0-3 2-16,0-2 0 0,0 1-1 0,3-7-1 16,1 2-1-16,-4 1 5 0,4-3-2 0,-3-2 2 0,2 1 2 15,1-3 0-15,0 6 9 0,0-6-11 0,-1 3-3 16,1-3 3-16,0 0-5 0,0 0-20 15,-4 5-17-15,4-5-15 0,0 0-32 0,0 0-77 16,0 0-55-16,0 0-69 0,0 0-153 0,0 0-466 0,-1-15 207 16</inkml:trace>
  <inkml:trace contextRef="#ctx0" brushRef="#br0" timeOffset="56309.11">8865 7452 103 0,'-5'2'299'0,"2"0"-25"0,2 0-16 0,-3 1-14 15,4-3-2-15,0 0-18 0,-5 4-12 0,5-4-15 16,0 0-23-16,18-2-14 0,1 0-17 0,12-4-14 0,6 0-12 0,23-3-14 0,1-2-7 16,6-1-11-16,26 1-9 0,-28 1-3 15,26 0 1-15,-31 2-2 0,-5 2-5 0,-14 4-8 16,-3-1-1-16,-3-2-5 0,-7 4-10 0,-10 0 2 15,-4 1-6-15,-3-3-6 0,-3 3-3 16,0 0-8-16,-2-1 15 0,-6 1-14 0,9-2-5 16,-4 1-11-16,-5 1-16 0,0 0-45 15,0 0-50-15,0 0-71 0,-20-8-82 0,6 2-292 16,5 1-594-16,0-1 263 0</inkml:trace>
  <inkml:trace contextRef="#ctx0" brushRef="#br0" timeOffset="57292.21">10641 6234 43 0,'-6'-7'265'0,"2"0"-9"16,0-1-10-16,-1 0-8 0,-3 0-25 0,2 3-19 0,1-2-17 0,-3 4-19 0,2-1-16 16,-2 1-16-16,-2-1-13 0,-2 3-12 0,1-1-12 15,-2 4-4-15,-5 0-16 0,2 4-9 16,-1 3-6-16,-1 1-8 0,-5 4 1 0,2 5-9 15,-5-2-6-15,4 5-3 0,3 2-4 16,-3 0-3-16,4 2-2 0,2-1-2 0,0 3-5 16,3-1-1-16,3-1 2 0,4 0 2 15,1-7 2-15,2 0-4 0,1-2 3 0,2 0-5 16,4 1 3-16,-1-5-2 0,1-2 11 0,0-1-7 16,3-1 6-16,-1 0 5 0,2-3 7 0,-2-1 14 0,2-3 17 0,2 1 8 0,1-4 21 15,1-2 13-15,1-1-6 0,-1 0 15 16,5-5 0-16,0 0-1 0,-2-3 7 0,-5 0-9 15,3-3-8-15,1-2-4 0,2-3-7 0,-3-2-12 16,3-1-7-16,-2-2-9 0,-1 1 8 16,-3 6 1-16,-3 0 3 0,1 4 16 0,-3 2 7 15,-1 2 8-15,0 0 14 0,0 5 0 16,-3-2-5-16,4 3-6 0,-5-1-8 0,1 2-17 16,2 1-13-16,-3 2-10 0,1-8-5 0,-1 8-22 15,0-2-19-15,0 2-19 0,0 0-20 0,4-4-25 16,-4 4-30-16,0 0-6 0,0 0 6 0,1 11 6 0,-1-5 5 0,0 5 6 0,0 0 7 15,-1 5 8-15,1 1 4 0,0 1 3 0,0 2 3 16,-2-2 3-16,2 1 8 0,-2 1 1 16,1-2-2-16,1 2 5 0,0-3-5 0,0 0 9 15,0-2 5-15,0-1-3 0,0-4 2 0,0 1 7 16,0-1-5-16,0-3 0 0,0-1 6 0,0 0 6 16,0-1-13-16,1-2 9 0,-1 2-1 0,0-1-1 15,2 0 11-15,-2-4-6 0,0 4 2 16,0-4 10-16,2 4 13 0,-2-4 11 15,0 0 6-15,0 0 9 0,0 3 8 0,0-3 2 16,0 0-4-16,14-7-15 0,3 0-34 0,11-3-49 0,6-4-67 16,16-8-90-16,5 0-114 0,0-5-140 15,3 3-334-15,-6-3-849 0,-7 3 375 0</inkml:trace>
  <inkml:trace contextRef="#ctx0" brushRef="#br0" timeOffset="57877.3">11050 6445 298 0,'0'0'383'16,"-4"-3"-25"-16,4 3-36 0,0 0-27 0,0 0-32 15,0 0-36-15,0 0-24 0,0 0-22 16,0 0-22-16,0 0-24 0,0 0-22 0,0 0-21 16,0 0-8-16,-1 15-4 0,0-7-6 0,-2 3-10 15,2 1-6-15,-3 0-5 0,-1 5-10 16,0 0 0-16,1 0-9 0,0 2-2 0,-1-1-3 16,1-2-6-16,-5 2-4 0,8-4 6 0,-3-5-4 15,3 0-6-15,-2-2 8 0,2-1-5 0,1-2 4 16,-2 1 14-16,-1-2 13 0,3 2 55 15,0-5 21-15,0 4 40 0,0-4 32 0,0 0 29 16,0 0-18-16,0 0-21 0,9-9-17 0,0 2-19 0,1 0-14 0,3-5-13 0,2-1-16 16,1-1-11-16,-1 0-9 0,-1 2-10 0,-1 1-6 15,-4 4-5-15,-2 2-10 0,0-1-8 0,-2 0-12 16,0 5-17-16,-1-2-18 0,0 1-32 16,-2 1-30-16,-2 1-13 0,0 0-1 0,12 5 0 15,-6-1-3-15,2 6 3 0,-2-2-4 0,3 4-7 16,1 1-36-16,-1-1-48 0,-1 2-42 15,2 0-61-15,-1 1-92 0,-4-1-400 0,3-5-827 16,-7-4 366-16</inkml:trace>
  <inkml:trace contextRef="#ctx0" brushRef="#br0" timeOffset="65104.21">11862 6242 163 0,'-2'-4'214'0,"2"4"-13"15,-2-4-6-15,2 4-12 0,-2-3-10 16,2 3-16-16,0 0-9 0,-5-6-13 0,5 6-15 15,0 0-12-15,-1-3-13 0,1 3-8 0,0 0-11 16,0 0-8-16,0 0-8 0,0 0-3 16,0 0-9-16,0 0-5 0,0 0-4 0,0 0-5 15,-2-2-6-15,2 2-7 0,0 0-2 0,0 0-2 16,0 0-3-16,0 0-4 0,0 0 5 0,0 0-3 16,10-3-3-16,-6 2 4 0,2-3-2 0,3 0-1 0,6-1-6 0,-2-3 5 0,6-1-2 15,-2 1-2-15,2 0-1 0,0-2 1 16,-1-1-2-1,-1-1-2-15,-2 0 5 0,2 0 4 0,-1-2 4 0,-2 3 2 0,-3 0 8 0,-2 1 10 16,-1 2 9-16,0 2 15 0,-3-1 5 0,-1 2 0 16,-3 0 6-16,3 2-2 0,0-2 2 15,-3 1-9-15,-1 1-8 0,0 3-18 0,0 0-12 16,-14-2-2-16,4 3-4 0,-10 3 0 0,0 3-3 16,-7 4-2-16,-2 1-2 0,-2 6-4 15,-2 4 1-15,-9 6-1 0,11-7 0 0,2 5-1 16,-5 8-2-16,8-8-2 0,0 5 1 0,5-1 0 15,0 1-1-15,2-2-3 0,6 3-7 0,3-1-4 0,0-3-1 0,6-2-5 0,1-2-1 16,6-4 4-16,3-4 0 0,7 1 3 0,10 0 2 16,4-1 16-16,4-6-13 0,9-2 2 15,19-4 6-15,1-3-5 0,6-3 1 0,-4-3 1 16,29-5-1-16,-35 5 4 0,-1-6 1 0,-4 0-5 16,-14 0-2-16,0-2-3 0,-1 1 2 0,-4-3 4 15,-1 0 1-15,-6-1-2 0,-5-1 2 0,-7 5 10 16,-1 0 8-16,-2 4 16 0,-5-1 12 0,0-1 12 15,-1 4 0-15,-4 1-7 0,0-2-3 0,-4 3-8 0,2-1-4 16,-6 2-7-16,-1 3-6 0,-1 0-2 0,-4 3-4 16,-4 4-4-16,-2 1 1 0,-3 3-1 0,3 0-3 15,-1 4-2-15,4-3 15 0,3 1-28 0,1-2-21 0,2 1-14 16,3-3-6-16,3 3-3 0,0-3 22 0,2 2 2 16,3-5 0-16,4 2 6 0,1-3 5 0,4 1-1 15,5-2 8-15,3-2-3 0,3 0 3 0,3-2 5 16,-2-3 1-16,-1 2-4 0,3-5 2 0,-3-1 4 15,0 0 1-15,-5-1-1 0,-1-1 6 0,-1 1 11 16,-4 0 2 0,0 0 3-16,-1-2 3 0,-1 1-5 0,-3-1 1 0,1 0-4 15,-4 1-3-15,-2-1-1 0,0 2-10 0,-3 0-6 16,1 2-10-16,-3 1-5 0,1-2-12 16,-5 2-10-16,-3 1-16 0,0 1-10 0,3 3-22 15,-4 0-22-15,1 0-32 0,1 3-31 0,1-1-30 0,2 3-218 16,0-4-456-16,4 0 202 0</inkml:trace>
  <inkml:trace contextRef="#ctx0" brushRef="#br0" timeOffset="65518.14">13003 6232 20 0,'0'-3'319'0,"0"3"-21"0,0 0-23 0,0-5-27 15,0 5-28-15,0 0-24 0,0 0-26 0,0 0-21 16,0 0-14-16,-17 5-13 0,7 2-14 0,-3 3-13 16,-5-1-8-16,2 0-7 0,0 5-12 0,1-2-9 0,-7 5 0 0,8-4-5 15,-2 0-7-15,0 0-7 0,6 1-3 0,1-2-19 16,0 3-11-16,-1-3-7 0,6 0-3 0,3-1 0 15,-2 0 3-15,3 1-2 0,3-1-3 0,2-1 5 16,4 0-1-16,-3 0 3 0,10 2-1 0,0-3-3 16,2-1 3-16,0-1-2 0,1 0 3 0,-2 1-3 15,1-1 0-15,-6-2 0 0,1 0 0 0,-4 0-6 0,0-1-20 16,-3-2-8-16,-1 1-6 0,-1 1 2 0,-1 1 9 31,-6-1 6-31,2 0 1 0,-9 1 6 0,-3 2 4 0,-5 0-3 0,-6 3 5 0,-2 0 0 0,-2-3-8 16,-2 0-20-16,0-1-25 0,-2 0-48 0,4-1-41 15,0 1-217-15,5-5-399 0,6-1 177 0</inkml:trace>
  <inkml:trace contextRef="#ctx0" brushRef="#br0" timeOffset="66169.57">13350 6213 267 0,'0'0'338'16,"0"0"-23"-16,0-4-30 0,0 4-27 0,0 0-28 15,0 0-22-15,0 0-24 0,0 0-23 0,-2-4-18 16,2 4-17-16,0 0-28 0,0 0-10 0,0 0-12 16,0 0-13-16,2 15-5 0,-4-6-6 0,0 1-6 0,0 4-4 15,-2 1-3-15,3 4-8 0,-2-2 0 0,-1 10-6 16,1-4 5-16,-3 2-4 0,3-4-8 16,-1-1 1-16,0 0-2 0,0-3-2 0,2 0 1 0,-2-3-3 0,1-2-1 15,2-3 2-15,-2-1-6 0,3-3 0 0,-2 2 2 16,0-2 4-16,1-1 3 0,0 0 42 0,0-1 50 15,1-3 44-15,0 0 24 0,1 6 23 0,-1-6 23 16,0 0 7-16,0 0-27 0,0 0-23 0,5-13-35 16,0 2-5-16,3-1-16 0,3-4-19 0,-2-2-24 15,6-4-7-15,0-1-11 16,-4 8-4-16,-1-2-10 0,1 2-3 0,-4 5-7 16,3 1-3-16,-2-2-5 0,0 2-4 0,-4 4-4 15,1-2-5-15,1 3-7 0,-1-1-3 0,-2 2-18 16,-2 1-28-16,-1 2-2 0,9 0-8 0,-9 0-6 15,14 5-5-15,-8 0 0 0,2 2-3 0,-1 2 10 16,1 3-8-16,-1-2 7 0,2 4-6 0,-1 1 6 16,-2 0 0-16,-1 2 6 0,0-1 9 0,0-1 5 0,-1-2 2 0,-3-4 2 15,1 4-7-15,-1-4 9 0,0 0-1 0,-1-1-11 16,0-1 11-16,0-2 8 0,3-1-3 0,-2 0 9 16,-1 0-2-16,0-4 2 0,1 6-1 0,-1-3-2 15,0-3 9-15,1 3 0 0,-1-3 2 0,2 3 3 16,-2-3-2-16,0 0 2 0,0 0 14 0,0 0-11 15,0 0 1-15,-2 6 0 0,2-6-3 0,0 0-22 0,0 0-7 16,0 0-23-16,0 0-20 0,0 0-13 0,0 0-26 16,0 0-19-1,0 0-19-15,0 0-22 0,0 0-88 0,0 0-363 0,0 0-674 16,8-17 299-16</inkml:trace>
  <inkml:trace contextRef="#ctx0" brushRef="#br0" timeOffset="66583.35">13984 6231 175 0,'0'0'388'0,"5"-2"-43"0,-5 2-25 0,0 0-51 16,0 0-28-16,0 0-27 0,0 0-27 0,0 0-16 0,1 13-19 15,-3-6-10-15,-5 5-22 0,0 2-12 0,-2 1-8 16,0 2-10-16,-4 4-7 0,-1 1-8 0,-1-2-8 15,2-3-3-15,4-1-4 0,-5-1-15 0,9-3 2 16,-3-2-11-16,-1-3 1 0,4 0-3 0,1-2-1 16,1 0 1-16,1-2 34 0,-2 1 42 0,3-1 33 15,1-3 27-15,-4 3 25 16,4-3 18-16,0 0-7 0,0 0-19 16,0 0-26-16,1-16-24 0,3 7-12 0,2-2-21 15,0-5-17-15,4 1-13 0,0-3-9 0,2 5-3 0,-3 1-12 16,-4 4-3-16,0-1-3 0,0 5-7 15,-1-1-8-15,-1 0-5 0,0 2-26 0,1-2-26 0,-1 3-24 16,-3 2-20-16,6 0 10 0,-6 0 3 16,9 5-2-16,-4 0-3 0,4 3 2 0,-3 1-11 0,2 0-1 0,3 3-31 0,-4 0-34 15,2 1-22-15,-1-1-30 0,-2-1-24 16,0 0-33-16,2 1-30 0,-3-3-36 0,0 1-306 16,-2-5-671-16,0-3 298 0</inkml:trace>
  <inkml:trace contextRef="#ctx0" brushRef="#br0" timeOffset="66796.73">13842 6293 36 0,'-5'2'344'0,"1"-2"-24"16,4 0-15-16,-9 3-15 0,9-3-10 15,-5 2-21-15,5-2-26 0,0 0-20 0,0 0-24 16,0 0-20-16,19-1-14 0,3-3-24 0,11 0-19 16,6 0-42-16,14-5-45 0,-1 2-47 0,4 0-60 15,-5 3-51-15,1-7-87 0,-2 0-226 0,-17 4-483 16,-2-2 213-16</inkml:trace>
  <inkml:trace contextRef="#ctx0" brushRef="#br0" timeOffset="67337.66">14419 6191 281 0,'2'-3'262'0,"2"-1"-28"0,1 1-21 0,1 0-18 16,2 0-22-16,1 2-17 0,1-2-16 16,3 3-18-16,-3 0-11 0,4 3-9 0,-5 0-14 0,4 3-9 0,0-1-10 15,-3 5-5-15,-2-3-8 0,2 4-8 0,-2 2-3 16,-2 2 0-16,-2 1-11 0,-3-1 0 0,-1 3-5 16,-2 0 2-16,-4 2-2 0,-5 2-1 0,2-5-1 15,-4 5-1-15,0-1-4 0,-1-6-2 0,3 2 1 0,-3-5 2 16,1 0 0-16,3-3-1 0,2-1 2 0,-1-3 1 15,5 0-1 1,0-1 15-16,1 0 24 0,-2 0 27 0,2-1 40 16,-1-2 35-16,4-1 31 0,0 0 11 0,-2 3-5 15,2-3-23-15,0 0-14 0,6-15-23 0,-1 5-14 0,0-1-12 0,4-3-15 0,0-3-7 0,5-4-13 16,3-2-10-16,-2 1-12 0,-1-1-7 0,0 8-6 16,-2-1-4-16,-3 2-14 0,-3 3 12 15,0 0-6-15,0 4 4 0,-3 3-2 16,0-2-2-16,0 2-2 0,-1-1-8 0,1 3-11 15,-1-1-21-15,-2 3-21 0,1-3-33 0,-1 3-27 16,0 0 1-16,0 0 13 0,0 0 8 16,-6 20 3-16,1-11 14 0,2 4-8 0,0 3 9 0,-1 1 6 15,0 0 4-15,4 3 3 0,0-4 7 16,2 1 6-16,1 0-4 0,6-1-2 0,4 0 4 16,6 2-16-16,9-4-31 0,3-2-57 0,3-3-74 0,7-2-94 0,9-4-360 15,1-3-712-15,-18-6 315 0</inkml:trace>
  <inkml:trace contextRef="#ctx0" brushRef="#br0" timeOffset="68238.95">13377 6832 106 0,'-7'2'226'0,"0"-2"-15"0,3 0-8 0,4 0-7 16,-9 2-11-16,5-1-15 0,4-1-18 16,0 0-15-16,0 0-8 0,-10 1-13 0,10-1-10 15,0 0 0-15,0 0-18 0,0 0-2 0,-5 1-2 16,5-1-2-16,0 0-3 0,0 0-1 0,0 0 0 16,0 0-9-16,0 0 7 0,0 0-10 0,0 0-5 0,0 0-6 0,0 0-4 15,0 0-5-15,0 0-2 0,0 0-2 0,0 0-8 16,0 0 0-16,0 0-6 0,0 0 0 0,0 0-4 15,0 0-3-15,0 0-6 0,0 0-4 0,0 0 4 16,-5 2-3-16,5-2-6 0,0 0 6 0,0 0-1 16,0 0 8-16,0 0-12 0,0 0-3 0,0 0 0 15,0 0 0-15,0 0-3 16,0 0 3-16,0 0-1 0,0 0 4 0,0 0-4 16,0 0-1-16,0 0 0 0,0 0 2 0,0 0 2 15,0 0 0-15,0 0-2 0,0 0 1 0,0 0 0 16,0 0 0-16,0 0-2 0,0 0 1 0,0 0 0 15,0 0 2-15,0 0 0 0,0 0 1 16,0 0 0-16,-1 3 1 0,1-3 1 0,0 0-1 0,0 0-2 16,0 0 2-16,1 5 0 0,-1-5 1 0,0 0-2 0,0 0 0 0,0 0 2 15,0 0 4-15,0 0-10 0,0 0 0 0,0 0 1 16,0 0-6-16,0 0 6 0,0 0 2 0,9-7 12 16,6 7 2-16,2-4 6 0,16 2-3 0,9-2 0 15,17-6 3-15,34 5 3 0,4-8 3 16,7 4 16-16,5-2-3 0,4-2 11 0,-4 4-1 15,2-1-3-15,0 5 13 0,-9-2-12 16,-7 2-2-16,-31 4 1 0,-3-3-10 0,-2 2-4 16,-19 2-5-16,-1-4-5 0,-7 2-3 0,-10 1 0 15,-3 0 12-15,-5 1-10 0,-4-2 33 16,2 1 6-16,-6 1 24 0,-1-1-1 0,3 0 0 0,-8 1-6 0,8 0-11 0,-8 0-11 0,0 0-24 16,0 0-21-16,0 0-44 0,0 0-35 15,0 0-47-15,-30 0-37 0,16 3-36 0,-4 0-42 16,-1 0-45-16,1 1-77 0,-1-1-293 15,3-2-694-15,-4 1 307 0</inkml:trace>
  <inkml:trace contextRef="#ctx0" brushRef="#br0" timeOffset="68878.07">14240 7035 165 0,'-3'4'274'0,"3"-4"-22"0,-4 1-19 0,4-1-17 15,0 0-14-15,0 0-22 0,0 0-14 0,0 0-18 16,0 0-16-16,0 0-12 0,0 0-12 16,11 3-10-16,-4-1-10 0,8-2-4 0,-3-3-5 15,7 1-12-15,-6 1-11 0,6 0-4 0,0-3-2 16,-7 3-5-16,2-5-5 0,-3 2-1 15,-2-1-2-15,0 2-9 0,0-3 3 0,-4 1 6 16,0 0 5-16,-1 0 1 0,-2-3-5 0,-4 1-8 16,0 0-4-16,-5 2-2 0,-2 0-3 0,-3 1-2 0,-8 2 2 0,-7-1 2 0,3 3 16 15,-5 4-10-15,-2 2 1 0,-3 3 4 16,3 3 2-16,0 3-6 0,2 1-5 0,1 3 2 16,1 1-3-16,4 3 11 0,5 0 5 0,2 1 2 15,5 1 6-15,1-1 8 0,8 2-2 16,4-7 8-16,8 3 5 0,1 3 4 0,6-4-1 15,9-3 0-15,-3-1 1 0,9-4-10 16,1 0 5-16,7-4-7 0,11 1-3 0,-13-6-3 16,-1-2-5-16,0 0-3 0,-5 1-1 0,-4-3-8 0,-9 0-5 0,-7 1 2 0,1-2 18 15,-3 1 8-15,-1 0 11 0,-4 4 4 0,4-4 10 16,-9 0 0-16,6-3 1 0,-2 6-4 0,-4-3-2 16,0 0-14-16,0 0-14 0,8-3-17 15,-8 3-34-15,0 0-44 0,0 0-52 0,5 3-57 16,-5-3-49-16,0 0-58 0,0 0-117 0,6-7-372 15,-3 4-811-15,-2-1 359 0</inkml:trace>
  <inkml:trace contextRef="#ctx0" brushRef="#br0" timeOffset="70910.03">8971 7720 5 0,'0'0'324'16,"-2"-8"-17"-16,4 4-10 0,-2 4-7 0,-4-5-13 0,4 5-22 0,0-3-19 15,0 3-25-15,-1-6-4 0,1 6-26 0,0 0-31 16,0 0-23-16,0 0-19 0,0 0-8 0,0 0-13 16,0 0-1-16,0 0-22 0,5 16-9 0,-5-4-3 0,-2 3-7 15,0 5-2-15,-1 5-5 0,0 0-4 16,-2 3-7-16,0-1 3 0,-3 2-6 0,2-3-1 16,-2 0-2-16,3-1-6 15,1-4 16-15,-1-4-16 0,1-1 1 0,-2-2-4 16,2-1 1-16,4-5-2 0,-1-1 10 0,-2-1-8 15,3-1 9-15,0-1 25 0,0-1 41 0,0-3 42 16,0 0 11-16,0 0-16 0,0 0-11 0,14-17-16 16,-1 3-7-16,-2-2-9 0,6-8-10 0,2 2-11 15,0-5-3-15,0 3-9 0,4-3-6 0,-2 2-1 16,2 1-9-16,-4 2-2 0,-1 3-2 0,-4 5-2 0,-2 4-3 0,-3 2 1 16,-1 2-11-16,-1 1-4 0,-3 2-14 0,0 1-11 15,-1 0-7-15,-3 2-5 0,12 3 2 0,-7 1-7 16,1 3 6-16,-1 3 0 0,5 2 0 0,-4 3 4 15,0 3-8-15,-1 0 23 0,0 9-12 0,-1-4 10 16,0-3-6-16,1-2 2 0,-4 0 4 0,3-1 4 16,0-1 0-16,-4-5-1 15,1 3 4-15,1-7 4 0,-1 4-3 0,-1-4 2 16,1-1 1-16,-2-1 0 0,2 0 3 0,1-3 6 16,-2 2 0-16,2 0 3 0,-2-4-1 0,0 0-1 15,0 5 5-15,0-5 1 0,0 0 4 0,0 1 2 16,0-1-7-16,0 0 5 0,1 4-6 0,-1-4 1 15,0 0 2-15,0 0-18 0,0 0-17 0,0 0-12 16,0 0-36-16,0 0-63 0,0 0-46 0,0 0-40 0,6-9-38 16,-3 5-27-16,1-2-49 0,-3 0-295 0,3 1-673 0,1-3 297 15</inkml:trace>
  <inkml:trace contextRef="#ctx0" brushRef="#br0" timeOffset="71195.05">9597 7812 129 0,'-2'-5'337'16,"2"5"-12"-16,0 0-4 0,0 0-8 0,-2-3-15 0,2 3-6 15,0 0-18-15,0 0-30 0,-1-3-5 0,1 3-24 16,0 0-21-16,0 0-22 0,4-5-18 0,0 4-15 16,2-2-25-16,6 0-36 0,-1-1-30 15,8-2-49-15,-2 2-52 0,2 2-53 0,2-2-60 0,-1 2-61 16,-2 1-85-16,1-1-192 0,-2-4-545 0,-7 6 241 0</inkml:trace>
  <inkml:trace contextRef="#ctx0" brushRef="#br0" timeOffset="71358.02">9652 7989 291 0,'-6'2'302'0,"-1"3"-3"15,2-1-3-15,0 2-2 0,1-4-7 0,2 0-10 16,2-2-15-16,0 0-23 0,0 0-26 0,0 0-20 16,0 0-22-16,24-7-41 0,-6 1-41 0,8-2-46 15,0-1-48-15,1 1-51 0,0-3-65 0,-1 3-86 16,4 0-41-16,-3-2-211 0,-1 3-496 0,-1-5 220 15</inkml:trace>
  <inkml:trace contextRef="#ctx0" brushRef="#br0" timeOffset="71580.69">10158 7722 164 0,'-1'-4'399'0,"-4"-3"3"16,5 4 7-16,-4-2-7 0,4 2-5 0,0 3-14 0,-4-7-23 0,4 7-38 15,-1-4-31-15,1 4-39 0,-4 0-34 0,4 0-34 16,0 0-25-16,0 0-15 0,-6 14-16 0,4-2-12 16,1 6-15-16,-2 7-5 0,2 0-27 0,1 2-44 15,1-1-29-15,2 1-50 0,2 1-64 0,-1-1-65 16,0 0-88-16,-3-11-133 0,3-3-261 0,-4-6-720 16,1-5 319-16</inkml:trace>
  <inkml:trace contextRef="#ctx0" brushRef="#br0" timeOffset="73083.17">9370 5659 93 0,'0'0'216'0,"0"0"-8"0,1-5-13 0,-1 5-9 15,0 0-18-15,0 0-7 0,0 0 1 0,0 0-13 16,0 0-13-16,0 0-8 0,0 0-17 0,0 0-6 16,0 0-9-16,1-5-3 0,-1 5-5 15,0 0 1-15,0 0 3 0,0 0 1 0,0 0-2 0,0 0-6 0,0-3-9 0,0 3-12 16,3-7-3-16,-2 2-6 0,-1 0-3 0,0 1-1 15,0-4-1-15,1 0 2 0,2-1-2 16,-2 0-6-16,2-4 5 0,-2 1-3 0,2-4-6 16,-2 3-1-16,2-3-5 0,-3-1 6 0,2 5-4 15,1-4 1-15,-3 2-1 0,1 2 6 0,-1 3-5 0,1-3-2 16,-2 3-8-16,1 1 2 0,0 3-1 0,0-2 4 0,1 2 0 16,-1 1-9-16,-1 0-15 0,1 4-8 0,0-6-11 15,0 6-23-15,-10-1-3 0,-1 4 0 0,-5 4 2 16,-7 5 3-16,-8 0 4 0,-1 8 5 0,-12 5-2 15,10-5 8-15,-12 9 0 0,-1-1 2 0,1 2-1 16,-1 0 2-16,-2 0 4 0,3-3-3 0,0 0 4 16,10-10 5-16,3-2-5 15,1-2 4-15,2-2-1 0,4-1 3 16,7-3 4-16,2-3 11 0,6-3 23 0,-1 1 17 0,3 0 21 16,3-4 4-16,-2 0 19 0,3-2-1 0,0 0-2 15,2-3-6-15,2-2-12 0,-3-4-3 0,6-1-6 16,0-3-24-16,2-2 7 0,5-6 3 0,1 3-10 15,0 5-4-15,2-7-5 0,1 8-9 16,-7 2 4-16,2 3-2 0,-3 4-11 0,1 0 2 0,-2 3-6 0,1-1-5 0,-4 0-2 16,5 4-19-16,-3 1 1 0,-3 0 2 15,14 3 4-15,-5 6-15 0,2 3-5 0,1 5-3 16,3 5 6-16,1 6 5 0,0 0 2 0,0 0 19 16,-2-2-18-16,4 0 3 0,-1-2 0 0,-1-2 2 0,2-3 2 15,-6-5 11-15,-1-3-5 0,1 0-2 0,-5-6 3 16,1 0 1-1,-3-1 9-15,4-3 13 0,0-1-2 0,1-1 2 16,2-5-2-16,0-1-20 0,2 1 19 0,1-6 2 16,1-2-7-16,-3 3-10 0,1-2 3 0,0-3-23 15,5-1-22-15,3 1-37 0,-4 7-40 0,0 1-38 16,0 3-45-16,-1 1-56 0,3 3-81 0,-2 4-236 16,-6-2-619-16,1 3 274 0</inkml:trace>
  <inkml:trace contextRef="#ctx0" brushRef="#br0" timeOffset="74215.98">16204 6588 138 0,'0'0'188'0,"-6"-1"-4"0,6 1-12 0,0 0-8 15,0 0-15-15,-8 0-12 0,8 0-11 16,0 0-5-16,0 0-11 15,0 0-9-15,0 0-4 0,0 0 1 0,0 0-11 16,0 0-1-16,0 0-2 0,0 0-1 0,0 0-5 16,0 0-2-16,0 0-7 0,-7-2-2 0,7 2-4 15,0 0-5-15,0 0-4 0,0 0 2 0,0 0 6 16,0 0 3-16,0 0-2 0,0 0-3 0,0 0 2 0,0 0-5 16,0 0-3-16,0 0-5 0,0 0-2 15,0 0-4-15,23-3-9 0,-2 1 1 0,-1 0-10 0,11-4 1 0,3 1-2 16,6 1-1-16,14 2-4 0,-2-6 3 0,-15 4-7 15,3-1 9-15,-5 0-12 0,1 0-2 0,-4 0 0 16,-4 2-2-16,-6-1 0 0,-9 2 0 0,-2-1-5 16,2 1-7-16,-5 2-8 0,-2-2-14 0,-1 1-16 0,0-2-43 15,-3 1-29-15,-2 2-19 0,0 0-19 0,-14-4-16 16,2 1-20-16,-1 3-24 0,-5-1-185 0,-1-2-429 0,1 0 190 16</inkml:trace>
  <inkml:trace contextRef="#ctx0" brushRef="#br0" timeOffset="74416.03">16399 6442 26 0,'-5'-7'286'0,"3"-1"-6"0,0-3-5 0,0 3 12 16,0 0 8-16,0-1-2 0,-1 0 4 0,2 4-5 16,1-2-13-16,0 3-20 0,-1 0-29 0,-2 0-31 15,3 4-26-15,-1-5-27 0,1 5-41 0,0 0-52 16,0 0-13-16,0 0-6 0,-5 22-6 0,2 3 0 15,-3 5 0-15,-1 1-4 0,-1 6 1 0,1 8 2 16,5-8-35-16,-1 9-44 0,3-10-37 0,3 10-60 0,-2-9-86 16,-1-5-345-16,5-6-627 0,0-8 277 0</inkml:trace>
  <inkml:trace contextRef="#ctx0" brushRef="#br0" timeOffset="75385.7">18220 5936 185 0,'-4'-4'171'0,"4"4"-7"0,-6-3-14 15,3 3-13-15,3 0-9 0,-10-2-10 0,5 2-2 16,5 0-4-16,-8-1-5 0,8 1-4 0,-5-1-5 15,5 1-2-15,-5-1-10 0,5 1-6 0,0 0-6 16,-9-3-12-16,9 3-1 0,0 0-9 0,0 0-3 16,0 0-4-16,0 0-5 0,0 0-5 0,0 0 1 15,0 0-2-15,19-1-2 0,-1-2-4 0,10-1-2 0,5 0-4 0,3-1 1 16,1 0-4-16,14-3-2 0,1 0-3 0,0 0-3 16,-14 4 3-16,-1 2-4 0,-5-2-10 0,0-2-10 15,-11 6-7-15,-6-2-15 0,-3-1-16 0,0 3-16 16,-7 0-8-16,-5 0-19 0,0 0-6 0,0 0-20 15,0 0-23-15,-34 7-16 0,7-4-130 0,-1 0-308 16,-1 0 136-16</inkml:trace>
  <inkml:trace contextRef="#ctx0" brushRef="#br0" timeOffset="75833.5">18137 5990 98 0,'0'0'183'15,"0"0"-14"-15,-6 2-19 0,6-2-16 0,0 0-11 16,-2 3-17-16,2-3-11 0,0 0-9 16,4 8-9-16,0-4-2 0,1 1-6 0,0 2-7 0,2 0-1 15,2 1-4-15,5 4 0 0,1 0-8 0,0 0 4 16,8 4-3-16,-1-1-3 0,4 0-3 0,-1-1-3 16,1-1-6-16,-1-3-3 0,0 1-5 15,-5-1 3-15,-2-2-5 0,0 1-2 0,-3 0-7 0,-3-2 5 0,-1 1 1 0,-2-2-13 16,-1 2-6-16,-1 0 3 0,0 1 1 0,-3 0 1 15,-3 2-2-15,-1 3 3 0,-4 1 0 16,-4 5 5-16,-1 6 1 0,-6 3-2 0,-8 0 4 16,-5 14-2-16,-3-3-7 0,-3-2-1 0,-1 1-1 0,0-1 5 15,0 1 3-15,2-3 0 0,-2 0 0 16,9-9-2-16,-6 9 6 16,0 1 0-16,9-11-4 0,-2-4 3 0,5 6 0 15,-2-6 3-15,-1-1-3 0,6-2 0 0,4-4-3 16,2-4 3-16,3-1-4 0,0-3 3 0,1 0 5 15,3-1-2-15,2 0-1 0,-1-3 5 0,-2-1-4 16,3 1 0-16,0 1 1 0,0-2 0 0,2-2-1 16,-4 5-2-16,4-5 1 0,-2 1-5 0,2-1-1 15,0 0-10-15,0 0-7 0,0 0-4 0,0 0-14 0,1 6-17 0,1-3-22 16,-2-3-25-16,7 2-21 0,0-1-39 0,-4 1-47 16,2-2-156-16,-5 0-379 0,13 0 168 0</inkml:trace>
  <inkml:trace contextRef="#ctx0" brushRef="#br0" timeOffset="76153.53">17985 7120 166 0,'-4'0'246'15,"-1"1"-12"-15,1 1-16 0,4-2-11 0,-8 2-15 16,8-2-17-16,-5 2-19 0,5-2-9 0,0 0-19 0,0 0-9 16,32-3-12-16,-1-4-9 0,7 0-8 0,21-3-12 15,5 0-7-15,28-6-9 0,-27 8-8 0,30-6-3 16,-29 5 10-16,29-6 13 0,-29 8-1 16,-3-1-1-16,-3 0-3 0,-4 2-9 0,-19 3-8 15,-2-1-2-15,-6 1-7 0,-7 2-3 0,-8 1 3 0,-1-1-3 0,-6 1-16 16,2-1 0-16,-4 3-3 0,-5-2-5 0,13-2-2 15,-8 2-8-15,-5 0-9 0,0 0-8 0,0 0-20 16,0 0-27-16,0 0-36 0,-25 9-52 0,13-8-60 16,-2 2-266-1,3-2-512-15,-1 1 227 0</inkml:trace>
  <inkml:trace contextRef="#ctx0" brushRef="#br0" timeOffset="77443.7">18304 7558 246 0,'0'-2'297'0,"-1"-1"-12"0,1 3-20 16,0 0-27-16,0-8-26 0,0 8-23 0,0 0-20 0,0 0-26 0,0 0-23 0,0 0-14 16,0 0-16-16,0 0-9 0,-2 13-9 0,0-1-8 15,0 0-4-15,-1 5-6 0,1 1-6 0,-5-1-7 16,2 10-3-16,-1-2-6 0,1 0 9 15,-2 0-15-15,2 0-4 0,0 2-3 16,1-8 3-16,-1-2-4 0,1-1-4 0,-1 1 3 16,4-4-4-16,-2-5-4 0,3 0 3 0,-2 0 4 15,-1-3 7-15,2-1 17 0,1 0 22 16,0 0 33-16,0-4 49 0,0 4 19 0,0-4 29 16,0 0 19-16,0 0-16 0,0 0-23 0,0 0-19 15,10-16-15-15,-1 4-15 0,-2 2-13 0,3-6-14 0,0-2-9 0,0 2-12 0,7-4-9 16,-7 3-8-16,2 2-8 0,-1 4-4 0,-3 1-12 15,-2 2 1-15,2 2-3 0,-6-1-7 16,3 2-7-16,-1 1-21 0,-1 3-30 0,1-2-7 16,-4 3-1-16,0 0-12 0,14 7-1 0,-8-2 0 15,0 3 1-15,2 2-3 0,2 4-2 16,-1 0 12-16,0 3 4 0,-1 0-2 0,1 0 12 16,-3 1 4-16,2 3 4 0,-3-4-6 0,3-2 11 15,-5 2-12-15,1-3 7 0,-1-3-17 0,-2-1-4 16,2 0 0-16,-2-2-2 0,0-1-15 15,-1-1 1-15,0 0 0 0,0-2 7 0,2 0 6 0,-2-4 4 0,1 6 4 0,-1-3 6 16,0-3 6-16,1 2 1 0,-1-2 1 0,0 0-6 16,0 0-9-16,0 0-16 0,1 4-20 0,-1-4-15 15,0 0-51-15,0 0-68 0,0 0-46 0,7-12-274 16,-3 8-575-16,1-2 254 0</inkml:trace>
  <inkml:trace contextRef="#ctx0" brushRef="#br0" timeOffset="77641.73">18748 7790 129 0,'0'0'382'0,"0"0"-21"0,4-4-22 16,-4 4-22-16,0 0-29 0,5-2-32 15,-5 2-28-15,2-3-24 0,3 0-29 0,2 0-41 16,4 1-25-16,2-4-36 0,1 3-43 15,0-3-44-15,5 1-52 0,2 2-48 0,-2-1-64 16,-1 2-77-16,0-2-145 0,-2 0-433 0,-4 0 192 16</inkml:trace>
  <inkml:trace contextRef="#ctx0" brushRef="#br0" timeOffset="77829.08">18864 7923 59 0,'-5'5'191'0,"4"0"-11"0,-2 0-4 15,-1-1 2-15,4-1-4 0,0-3-3 0,-4 5-3 16,4-3-4-16,0-2-12 0,8 2-9 0,-8-2-13 16,19 0-15-16,-2-3-12 0,14-1-39 15,-3 2-39-15,0-5-53 0,1 1-69 0,-1-1-63 16,-1-3-158-16,-4 3-345 0,3-2 152 16</inkml:trace>
  <inkml:trace contextRef="#ctx0" brushRef="#br0" timeOffset="78029.35">19397 7711 357 0,'0'-3'373'0,"0"3"0"16,-1-5-8-16,1 5-18 0,0-5-28 0,0 5-36 16,0 0-33-16,0-5-26 0,0 5-41 15,0 0-48-15,0 0-20 0,-4 13-10 0,0-1-14 16,0 2-4-16,-3 6-16 0,0 6-7 0,2-1-26 15,0 3-38-15,0 1-24 0,0 2-47 16,2-1-46-16,3-1-70 0,0-1-94 0,2-9-236 16,-2-8-560-16,0 1 248 0</inkml:trace>
  <inkml:trace contextRef="#ctx0" brushRef="#br0" timeOffset="79232.45">18731 5396 63 0,'0'0'205'0,"0"0"-8"16,0-5-4-16,0 5-7 0,0 0-10 15,0 0-11-15,0 0-7 0,0 0-8 0,3-4-8 16,-3 4-7-16,0 0-6 0,0 0-7 16,0 0-1-16,0 0-5 0,0 0-4 0,0 0-8 15,0 0-4-15,0 0-10 0,0-5-9 0,0 5-5 16,-1-4-9-16,1 4-2 0,-3-5-11 0,3 1 1 15,0 4-6-15,-3-6-8 0,3 0-6 0,-1 0 1 16,0-1-4-16,1-3-2 0,0-2-6 0,1-1 1 0,-1 0-5 16,1-3-2-16,-3 7-3 0,3-8 0 15,-1 5 4-15,0 1-2 0,1-1 2 0,-3-3 0 0,2 7-6 0,0-1 8 16,-3 1-7-16,2 2 1 0,-2 0-4 0,1 1-5 0,-1 1-19 16,0 1 0-16,-3 1-2 0,-1 2-1 0,-5 1 2 15,-7 4 9-15,-8 6-8 0,-5 3-2 16,0 1 2-16,-16 11 4 0,-1 6-3 0,-1 2 7 15,-1-1-1-15,0 0 0 0,-1 2 0 0,-2-3 24 16,4-3 1-16,2 2-2 16,4-8-2-16,12-6 4 0,4-3-9 0,1 0 2 15,8-7-1-15,5 0-2 0,0-2 14 0,2-2 22 16,6 1 16-16,1-1 31 0,-1-1 37 0,1-2 20 16,5 0-11-16,-9-4-17 0,5 0-9 0,4-1-15 15,0-2-9-15,0-3-8 0,0-1-7 0,5-3-11 16,1-1-4-16,2-2-9 0,0 0-4 0,4-7-4 15,-4 11-20-15,1-1 8 0,-1 6-3 0,-5 0-5 0,5 3-4 0,-4-2-4 16,1 2-5-16,4 2-7 0,-1 2 0 0,5 2 1 16,-1-1 1-16,8 7-6 0,5 3 2 0,2 1-2 15,2 0-9-15,1 3 0 0,3 1-1 0,-1 2 0 16,1 4-5-16,2-5-2 0,0 2-18 0,9 7-35 16,-11-7-40-16,-1 0-47 0,-1-1-45 0,-1 0-71 15,2-2-105 1,-2-5-251-16,-2-1-684 0,-7-4 303 0</inkml:trace>
  <inkml:trace contextRef="#ctx0" brushRef="#br0" timeOffset="80219.23">19851 6825 253 0,'0'0'255'0,"0"0"-27"15,-9-4-24-15,9 0-24 0,0 4-17 0,2-6-17 0,2 0-16 16,4-1-9-16,1-2-11 0,3-3-17 0,3 0-11 15,1-1-7-15,3-5-6 0,3-1-4 0,-3-2-5 16,4-1-4-16,-2 0-5 0,-1-4-6 0,2-1-2 16,-6-5-3-16,3 3-2 0,0-4 3 0,3-11 2 15,-5 12-1-15,-4-4 2 0,-4 3 9 0,1-1-1 0,-2 1 1 0,-2 3 14 16,1 3 12-16,-6 3 13 0,1 6 2 0,1 4 13 16,-2 5-3-16,-1 1 17 0,0 1-14 0,1 2-18 15,1 1-11-15,-2 1-24 0,1-3-28 0,-1 6-27 16,0 0 3-16,0 0-13 0,-13 12 15 0,4 1-4 15,0 4 11-15,-6 8-12 0,1 4-1 0,-4 3 1 16,1 13 0 0,-2-1-2-16,8-13 3 0,-1 3-3 0,2 0-6 15,2-2 0-15,3-1 1 0,0-2 3 0,4-2-7 0,1-1 4 16,1-7 5-16,5-1 1 0,1-3 0 16,1 1 4-16,2-3 3 0,2-3 3 0,0-2 3 15,7 0 17-15,-5-1-17 0,5-3-2 0,2-2 5 16,-6-2-1-16,-1 0-4 0,-1 0-1 0,0-2 13 0,0 0 5 15,-4-2 21-15,-2 0-12 0,1 1-3 0,-3-3 23 0,0 2-21 16,-2-2-6-16,-1-1-21 0,0 0-8 0,-2 0-14 16,-4-1-7-16,-3 0-4 0,-4 2-13 15,-3-3-12-15,-7 3-13 0,-2 2-11 0,-5 1-3 0,-7 2-7 16,3 1-7-16,1 1-1 0,0 0-10 0,2 1-15 16,8 2-21-16,0 0-26 0,3 0-28 0,6 0-39 15,-1-1-202-15,7-1-470 16,4-1 208-16</inkml:trace>
  <inkml:trace contextRef="#ctx0" brushRef="#br0" timeOffset="80668.48">20565 6595 54 0,'0'0'353'0,"0"0"-31"15,0 0-35-15,0 0-26 16,0 0-34-16,0 0-21 0,0 0-24 0,0 0-22 16,-3 5-21-16,3-5-17 0,0 0-8 15,-1 9-13-15,1-6-11 0,0 4-6 0,-2 0-13 0,0 3-6 16,1 0-6-16,-3 1-8 0,0-1-4 0,-1 5-4 15,1-2-3-15,-3-2-1 0,4 0-6 0,-1 0-2 16,2-5-3-16,-1 0-1 0,1 1-2 0,0-2 2 16,2-1 1-16,0 0 18 0,-4 0 26 0,4-4 47 0,-1 3 27 0,1-3-25 15,0 0-5-15,0 0-11 0,13-17-13 16,-7 7-5-16,3 2-9 0,2-6-12 0,0-1-1 0,3 0-9 16,-4 1-3-16,3 1-5 0,-4 2-3 15,0 2 6-15,-4 2-5 0,-1 2-4 0,2 0-5 0,-2 2-6 16,-1-1-18-16,-2 2-24 0,2-1-30 0,-3 3 20 15,0 0-22-15,11 8 2 0,-3-1-2 0,-3 2 5 0,1-1-2 16,1 2-18 0,3 6-25-16,-1-2-36 0,1 2-31 0,3 0-50 0,-4-1-58 0,0-6-360 0,3 3-669 0,1-7 297 15</inkml:trace>
  <inkml:trace contextRef="#ctx0" brushRef="#br0" timeOffset="81623.06">21624 6113 47 0,'0'0'245'0,"0"0"-18"0,0 0-12 16,0-2-20-16,0 2-20 0,0 0-17 0,0 0-16 0,2-6-16 16,-2 6-10-16,0 0-15 0,0 0-17 0,0 0-1 0,0 0-13 0,0 0-9 15,-15 11-4-15,6-2-3 0,-5-2-4 0,-2 3-7 16,-2 1-2-16,-6 2-4 0,0 2-6 15,0-1-2-15,1-1-2 0,8 0-8 0,1 0 1 0,-4-1 0 16,7 2-2-16,-5-3-6 0,6 1 7 16,4 0-9-16,-2-3 3 0,3 1-5 0,0 0-3 15,2 0 4-15,5 1 5 0,-1-2-5 16,5 2 4-16,2-4-3 0,3 5-1 16,7-1-2-16,5 4 4 0,0-4-4 0,-1-4-1 0,6 3 0 15,-2 2-2-15,2-2 0 0,-5 0 1 16,-3-2-3-16,-1 2 0 0,-1-2-2 0,-4 1-2 15,-3-1 5-15,-4-1-2 0,3 2-3 0,-6-1-1 16,-3-1 5-16,-1 0 0 0,-2 3 4 0,-6 0 0 0,-7 1 2 0,-3-3-2 0,-6 4-2 16,-4 0 1-16,0-4 2 0,-1 1-1 0,0-2 0 15,2 0-1-15,7-2 1 0,1 0 0 16,-2 0 0-16,3-2-2 0,6 1-4 0,0-4 11 16,1 3-10-16,4-1-12 0,2 0-7 0,0-1-8 15,5-1-18-15,0 0-31 0,0 0-35 0,0 0-26 16,11-8-27-16,2 4-202 0,6-5-395 0,8 3 175 15</inkml:trace>
  <inkml:trace contextRef="#ctx0" brushRef="#br0" timeOffset="81868.47">21909 6471 143 0,'0'0'315'16,"5"-2"-9"-16,-5 2-12 0,3-3-27 0,-3 3-30 15,0 0-23-15,4-2-25 0,-4 2-18 0,0 0-24 16,0 0-16-16,0 0-14 0,0 0-15 0,0 0-13 16,0 0-7-16,4 7-14 0,-4-1-2 0,0-1-9 15,0 1-5-15,-2 1-8 0,2-2-2 0,0 3-2 16,-1-1-4-16,0 0-1 0,1 0 3 16,-3 1-21-16,3-1-22 0,0-1-8 0,0 2-22 0,-1-3-16 0,1 0-13 0,-3 0-18 15,3 0-16-15,-1-1-8 0,-3 1-17 0,0-3-21 16,-1-1-38-16,5-1-218 0,-10-1-432 0,6-3 191 15</inkml:trace>
  <inkml:trace contextRef="#ctx0" brushRef="#br0" timeOffset="82038.89">21895 6304 301 0,'0'-4'301'0,"0"-1"-15"0,3 2-29 16,-2 0-27-16,-1 3-19 0,0-6-24 0,0 6-29 15,0 0-34-15,0-5-34 0,0 5-42 0,0 0-23 16,0 0-31-16,0 0-25 0,0 0-30 0,14 5-43 16,-14-5-51-16,5 7-156 0,-1-6-336 0,-1 3 149 0</inkml:trace>
  <inkml:trace contextRef="#ctx0" brushRef="#br0" timeOffset="82389.45">22185 6428 212 0,'3'5'235'0,"-3"-5"-26"0,0 5-24 0,-2-1-21 0,2 1-15 16,-2 0-10-16,1 3-17 0,-2 1-7 16,-1 1-16-16,-2 1-7 0,1 3-13 15,2-1-7-15,-2 2-7 0,1-2-4 0,-1-2-3 16,0-2-8-16,4 0-5 0,-2-1-6 0,2-2 1 15,0-1-3-15,-2 0 9 0,3-1 17 0,0-4 33 16,0 5 22-16,-4-2 28 0,4-3 11 16,0 0-16-16,0 0-12 0,12-8-15 0,-6 3-9 0,-1-3-8 0,4 1-16 0,0-1-8 15,0-1-9-15,0 5-3 0,0-2-10 16,-4 1 0-16,3 1-14 0,-4 1-4 16,1 1-1-16,-1-1-9 0,-1 1 1 0,-3 2-18 0,12-2-10 0,-6 4-11 0,-1 0-3 15,2 2-6-15,-1-1-12 0,6 1-26 16,-3 2-16-16,0 2-23 0,3-3-29 15,-3 4-39-15,3-3-32 0,-1 0-63 16,-2 0-222-16,0-3-526 0,5-2 233 16</inkml:trace>
  <inkml:trace contextRef="#ctx0" brushRef="#br0" timeOffset="82877.16">22820 6317 309 0,'4'-2'297'0,"-4"2"-30"0,0 0-29 16,3-5-23-16,-3 5-24 0,0 0-28 15,0 0-13-15,0 0-18 0,0 0-13 0,0 0-13 0,-3 14-13 0,3-4-11 16,-3 1-9-16,0 4-7 0,-1 1-5 0,-1 3-5 15,-3-3-6-15,6 4-3 16,-5-1-2-16,3 0-9 0,-3 0 1 0,-1-3 0 0,3 2-12 0,-2-2-2 0,2-3-2 16,0-1 0-16,4-3 0 0,-3-1-4 15,3-3 1-15,-2 2-2 0,2-4 4 16,-1 1 31-16,2-4 33 0,-2 4 36 0,2 0 41 16,0-4 38-16,0 4 23 0,0-4 21 15,0 0-19-15,0 0-28 0,5-11-24 0,1 4-20 0,2-3-11 0,1-2-17 16,3-1-24-16,2-3-14 0,-1 0-17 15,1 1-6-15,0 2-9 0,-2-1-4 0,-3 6-7 16,0-1-6-16,1 2-1 0,-4 3-9 16,-1 0-3-16,0-1-6 0,-1 3-20 0,0-1-28 0,0 2-22 0,-4 1 2 0,0 0-9 15,14 6 3-15,-11-1-5 0,5 3 1 16,-3 1 0-16,1 1 5 0,2 1 4 0,-3-1-7 16,0 7-5-16,3-7-25 0,-3 2-21 0,0 3-21 0,0-5-24 15,-1 3-19-15,0-5-29 0,-1 2-32 16,-1-3-35-16,-2-2-48 0,3 0-253 0,-2-2-616 15,-1-3 272-15</inkml:trace>
  <inkml:trace contextRef="#ctx0" brushRef="#br0" timeOffset="83264.42">23311 6342 118 0,'3'-1'389'0,"-3"1"-29"16,2-5-43-16,-2 5-28 0,0 0-29 0,3-2-32 16,-3 2-22-16,0 0-28 0,0 0-26 0,0 0-8 0,0 0-16 0,0 12-14 15,-5-4-12-15,2 3-10 0,-4-1-5 16,-1 6-11-16,0-1-11 0,-1 4 0 16,-1-4-9-16,0 2-11 0,1-3-10 15,0-1-6-15,1-2-5 0,3-3 1 0,0 1-7 0,1-4-4 0,0-1-1 0,3 1 14 16,-2-2-8-16,-2 0 22 0,5-3 20 0,-1 5 36 15,1-5 24-15,0 0 0 16,0 0-7-16,0 0-19 0,6-12-9 16,1 4-12-16,-1 0-8 0,3-1-7 0,1 2-14 0,0-2-1 0,-1 1 8 0,2 2-17 15,-4 0-5-15,1-1-6 0,-3 4-5 0,1-1-3 16,-3 3-6-16,3 0-5 0,0 0-7 16,-6 1 1-16,11 3-29 0,-3-1-10 15,-1 5-2-15,2-1-8 0,-1 0-16 16,2 2-7-16,-1 1-18 0,0 1-26 0,3 1-27 0,-5 0-33 0,2-2-28 15,-5 0-29-15,6-2-51 0,-7-1-271 0,-1-1-602 16,1-2 266-16</inkml:trace>
  <inkml:trace contextRef="#ctx0" brushRef="#br0" timeOffset="83464.62">23224 6353 295 0,'-6'-3'287'0,"-2"1"-22"0,2 0-14 16,-1 1-17-16,7 1-8 0,-6-1-19 0,6 1-22 15,0 0-11-15,0 0-20 0,0 0-17 0,24-3-12 0,4 4-11 16,7-2-42-16,4 2-42 0,16-2-39 0,-4 1-44 16,3 0-54-16,2-3-65 0,-16 1-231 15,-3-2-436-15,0-1 193 0</inkml:trace>
  <inkml:trace contextRef="#ctx0" brushRef="#br0" timeOffset="83991.16">23797 6266 150 0,'7'-2'232'0,"-2"-1"-11"0,9 1-19 0,-2 1-19 15,-1 1-15-15,1 0-20 0,-2 2-11 16,4-1-16-16,-2 4-14 0,-2 0-4 16,1 2-10-16,-2 4-7 0,2 0-7 0,-4 4-5 15,-2 1-9-15,-2 1-2 0,-4 0-9 16,-2 2-1-16,-2 0-2 0,-5 6-6 0,-4-1-3 0,-4-2 0 0,1-1-7 15,-3-1-2-15,-2 1-3 0,1-4 0 16,6-5-1-16,0 1 2 0,0-3-6 0,2 1-4 16,3-3 2-16,2-3 0 0,1-1 9 0,2 0 5 0,1 0 25 0,1-2 33 15,-1 0 37-15,4-2 31 0,0 0-3 16,0 0-23-16,0 0-14 0,10-14-12 0,0 4 1 16,4-1-26-16,-1-2-5 15,3-2-10-15,5-4-5 0,-2 2-9 0,2-3-1 0,2-1-24 0,-4 0 7 0,-1 1-2 16,1 1 1-16,-4 2 0 0,-2 5 10 15,-6 2 6-15,0 3 0 0,0 1-7 16,-2 1-2-16,-1 1-6 0,-1 0-13 0,1 1-22 16,-2 1-34-16,1-1-33 0,-3 3-13 15,0 0 7-15,-1 11 6 0,-3-2 4 0,-1 0 5 0,1 3 20 0,-2 5-5 16,1 0 6-16,-3 1 4 0,3 0-3 16,2 0 7-16,2-2 1 0,4 4 5 0,2-3 0 15,5 0-10-15,3-1-8 0,10-1-42 0,6 0-54 0,3-4-89 0,5-2-132 16,3-5-207-16,11-2-606 0,-13-4 269 0</inkml:trace>
  <inkml:trace contextRef="#ctx0" brushRef="#br0" timeOffset="84940.3">22669 6944 46 0,'-7'1'193'15,"1"0"-19"-15,0-1-11 0,6 0-19 0,-10 3-10 16,7-2-6-16,3-1-5 0,0 0-1 16,-8 0-2-16,8 0-6 0,0 0-4 0,-7 0-2 0,7 0-5 0,0 0-5 15,0 0 0-15,0 0-1 0,0 0-1 0,0 0-4 16,0 0-2-16,0 0-1 0,0 0-4 16,0 0-2-16,0 0-3 0,0 0-8 15,0 0-3-15,0 0-6 0,0 0-6 0,0 0-7 16,0 0-4-16,0 0-7 0,0 0-4 0,0 0-3 0,0 0-1 0,0 0-5 0,0 0-3 15,0 0-4-15,0 0-2 16,0 0 1-16,0 0-5 0,0 0 2 16,0 0-4-16,0 0 0 0,0 0-3 0,0 0-3 0,0 0 1 0,0 0 2 0,0 0-2 15,0 0 0-15,0 0-3 0,0 0 1 16,0 0 1-16,0 0 3 0,0 0-1 0,0 0-1 16,0 0 1-16,0 0-1 0,0 0 1 15,0 0-7-15,0 0 8 0,0 0-5 16,0 0 4-16,0 0-2 0,0 0-1 0,0 0 4 0,0 0-3 0,0 0-3 15,0 0 0-15,0 0 3 0,0 0-3 16,0 0 4-16,24 3-3 0,-6-3 10 0,10-3-2 16,9-2 5-16,20 3 1 0,1-3 3 15,37-6 4-15,1 5 4 0,6 0 12 0,14-2-3 0,3-2 4 0,-1 8-1 0,-2-5 1 16,-5 1 1-16,-5-1-10 0,-3 2-3 16,-9 0 4-16,-30 1-6 15,-4-1-1-15,-2 3-10 0,-19-3 8 0,-3 2-8 0,-7-1 7 0,-8 1 19 0,-3 0 23 16,-7 1 19-16,-1 2 15 0,-2-2 22 0,-1 2 4 15,-1-3 0-15,0 3 0 0,-6 0-14 16,8-1-10-16,-8 1-18 0,6-1-18 16,-6 1-30-16,0 0-41 0,0 0-40 15,6-2-58-15,-6 2-52 0,0 0-47 0,0 0-60 0,0 0-27 0,0 0-33 16,0 0-324-16,0 0-698 0,-12 7 308 0</inkml:trace>
  <inkml:trace contextRef="#ctx0" brushRef="#br0" timeOffset="85571.58">23679 7278 44 0,'0'0'326'15,"-6"1"-34"-15,6-1-26 0,0 0-20 16,-7 3-15-16,7-3-31 0,0 0-14 16,0 0-18-16,0 0-17 0,-1 1-11 0,1-1-17 0,0 0-13 0,0 0-15 0,17-4-9 15,-5 3-8-15,4-4-6 0,1 2-12 0,0-2-2 16,1 0-6-16,-5 1-4 0,-1-3-5 16,0-2 4-16,-3 5 5 0,1-1 1 15,-5-2 14-15,0 4 0 0,-1-1 4 0,2-2-15 0,-6 2-14 0,0 4-6 16,-6-4-7-16,-3 3-6 0,-12 2-1 15,0 2-6-15,-11 5 2 0,-2-1-7 16,-3 5-3-16,-12 5 1 0,3 3-3 0,10-5-4 16,-1 3-1-16,-6 4 3 0,12-4-3 0,3 5 1 15,3-3 10-15,5 0 4 0,1 1-8 0,10-4 9 16,3 0-1-16,1 0 4 0,6 0 5 0,7-1 0 0,3 1 4 16,10 3 10-16,5-3 0 0,0-3 2 15,6-3 5-15,5-2-1 0,-1-5 5 0,2 1 5 0,17-5 15 0,-18 3 4 16,5-3 5-16,-5 0-4 0,-3 2 0 15,-4-2-9-15,-12 1-3 0,1-2 2 16,-7 1 12-16,-1 1 0 0,-3-1 2 0,-3-1-4 0,3 1-8 0,-3-2 1 0,-5 2-6 16,9 0-2-16,-9 0-8 0,0 0-14 15,8 0-30-15,-8 0-36 0,5 0-58 16,-5 0-62-16,0 0-65 0,6 4-85 0,-6-4-158 0,0 0-245 0,10-8-758 16,-5 3 335-16</inkml:trace>
  <inkml:trace contextRef="#ctx0" brushRef="#br0" timeOffset="122663.18">6225 10590 87 0,'0'0'132'0,"0"0"-7"16,4-5-2-16,-4 5-9 15,1-5 0-15,-1 5-3 0,4-1 1 16,-4 1-8-16,0-4-3 0,0 4-5 0,5-4 2 16,-5 4 7-16,0-6 2 0,0 6 3 0,4-3-7 0,-4 3-9 15,0-2-10-15,0 2 0 0,0-9-2 0,0 6-3 16,0-1-8-16,0 4-1 0,0-5-1 0,0 0 1 16,0 5-7-16,0-8-6 0,0 4 4 15,0-2-1-15,-3 0-9 0,3 3-1 0,-1-3 2 0,-3 0 0 0,3 1-4 0,1 0-2 16,-4-2 5-16,3 3-7 0,1-1-7 15,-4 0-1-15,2 1 4 0,-1-1-5 0,0 0-10 16,0 1 0-16,0-2-6 0,-2 3-7 0,2-1 11 16,-2 0-11-16,1 2-6 0,-2-2-2 0,1 2 1 0,-3-1-5 15,-2 3 2-15,0 0 1 0,-3 2-7 0,0 0 3 16,-6 3 1-16,1 0-8 0,-1 3 4 0,-8 3 2 0,3 2-6 16,2 3 2-16,-1 2-3 0,-1 0 3 0,4 2-2 31,0 2 2-31,1-1-2 0,4 2-1 0,1-1 1 0,0-1 2 0,5-2-1 0,1 0-1 0,3-1-2 15,0 3-10-15,1-4-3 0,0 0-5 0,4-1-2 32,0 0-1-32,0-3 0 0,4-3 0 0,-3 1 8 15,3-2 4-15,0 0 1 0,0-3 5 0,-3 1-1 0,3 0 2 0,2-3 4 16,-2 0 0-16,1 2 7 0,-1-3 20 0,0-1 4 16,4-2 19-16,-1 1 13 0,-7-1 12 0,13-1 10 15,-8 0 5-15,7-6-2 0,-3 0 3 0,0-1 0 16,1 0-1-16,2-4-4 0,0 0 14 0,-3 2 13 15,-1 1-9-15,-1-3-3 0,2-2 1 0,0 3 1 16,0-2-8-16,-5 2 9 0,1 0 3 0,0 3 9 0,0 0-8 0,0 1 2 16,-2 0-10-16,1 2-4 0,-3 0-7 0,3 1-7 15,-3 0-7-15,2-2-3 0,-3 6-5 0,4-5-10 16,-4 3-5-16,0 2-9 0,0 0 0 0,1-3-7 16,-1 3-7-16,0 0-3 0,0 0-6 0,1-4-10 15,-1 4-14-15,0 0-16 0,0 0-20 0,0 0-11 16,0 0-12-1,0 0-19-15,0 0-3 0,0 0 3 0,0 0 3 0,0 0 11 16,8 13-1-16,-8-8 9 0,0 1 6 0,0 1 6 16,1 4 1-16,-1-3 4 0,0 5 9 0,0-2 3 15,3 1 6-15,-6 1-2 0,3-1 10 0,3 2 0 16,-3-2 3-16,0 3 2 0,-3-3-3 0,3-1 7 16,0-1 5-16,0 0 1 0,0-2 1 0,0 2-4 15,0-8 2-15,0 8 5 0,0-6 1 0,3-1-2 0,-3 0 4 16,0-3 4-16,0 6 4 0,0-6-2 0,0 5 14 15,0-5 12-15,2 3 0 0,-2-3-4 0,22-5-1 0,6-5 1 16,8 3-5-16,12-8-62 0,6-4-76 16,1 1-103-16,0-3-161 0,-4 0-232 0,-1 2-664 15,-4-4 294-15</inkml:trace>
  <inkml:trace contextRef="#ctx0" brushRef="#br0" timeOffset="123318.64">6680 10790 221 0,'-3'-2'232'0,"3"2"-8"0,-1-5-12 15,1 5-15-15,0 0-14 0,0 0-16 0,0 0-18 16,-1-3-15-16,1 3-15 0,0 0-15 0,0 0-13 16,0 0-10-16,0 0-13 0,0 0-5 0,0 0-8 0,-8 9-9 15,2-5-5-15,2 3-3 0,-2 0-4 0,0 3-4 0,3-3-8 16,-4 3-1-16,0 1-2 0,2 0-5 0,-2 1-3 15,3 0 1-15,0 2-4 0,2-4-1 0,0 0 1 0,2 0-1 16,2-3 1-16,-2 1-2 0,1-1 3 16,-1-1-1-16,1 2 1 0,3-4 5 0,3 1 4 15,-2-2 16-15,3 0 7 0,2-2 13 0,-3 0 11 0,5-2 12 16,-5 0 17 0,1-2 10-16,2-2 3 0,-1-2-6 0,0 2-2 15,-1-2-6-15,1-2-9 0,-3 0-4 0,-2 0-6 16,0-1-6-16,-2-1-10 0,0 3-2 0,-1-4-6 15,-2 6-6-15,-1-3-6 0,0 4-3 0,-2-2-22 16,-1 2-7-16,-1 0-22 0,-2 1-6 0,3 1-17 16,-4-2-9-16,0 2-28 0,4 2-27 0,-3 0-25 15,0 1-33-15,8 0-31 0,-11 3-30 0,6 2-17 0,1-3-248 0,1 1-527 16,3 1 233-16</inkml:trace>
  <inkml:trace contextRef="#ctx0" brushRef="#br0" timeOffset="123634.86">7315 10729 140 0,'-4'1'296'16,"4"-1"-14"-16,0 0-20 0,0 0-17 0,0 0-21 16,0 0-24-16,0 0-15 0,0 0-23 0,0 0-19 15,0 0-16-15,0 0-9 0,23-3-16 0,-10 1-18 0,9 1-25 0,6-1-25 16,-9 2-28-16,9-7-41 0,-6 6-40 0,6-1-49 15,0-3-42-15,-10 4-213 0,2-4-409 0,-7 5 181 16</inkml:trace>
  <inkml:trace contextRef="#ctx0" brushRef="#br0" timeOffset="123804.35">7339 10912 28 0,'-4'2'227'0,"2"1"-9"0,2-3-9 0,0 0-3 16,0 0-4-16,14 1-14 0,8-2-16 0,4-2-23 16,6 0-11-16,3 1-15 0,3-3-32 0,17-2-32 15,3 3-45-15,-5-4-74 0,3 3-80 0,-3-3-164 0,-2-2-330 0,-12 1 146 16</inkml:trace>
  <inkml:trace contextRef="#ctx0" brushRef="#br0" timeOffset="124189.43">8911 10412 202 0,'0'-7'291'0,"3"1"-12"0,-2 0-13 0,0 2-16 0,-1-2-7 0,0 1-34 16,0 5-22-16,0-4-14 0,0 4-38 0,0-5-38 0,0 5-17 15,0 0-9-15,0 0-11 0,8 13-5 0,-6-2-3 16,4 4-7-16,-5 2-4 0,1 2-8 0,0-1-20 31,0 9-16-31,2-2-29 0,-3 1-21 0,-1-2-27 16,2 1-28-16,-2 0-28 0,-3-6-33 0,-1-2-199 16,2-6-396-16,-1 2 175 0</inkml:trace>
  <inkml:trace contextRef="#ctx0" brushRef="#br0" timeOffset="124919.22">8557 10807 157 0,'-4'3'152'0,"-1"-3"8"0,5 0 2 0,-5 1 3 16,5-1-2-16,-6 1-5 0,6-1-10 16,0 0-11-16,-4 3-1 0,4-3-17 0,0 0-13 15,0 0-3-15,0 0-9 0,0 0-3 0,-4 3-3 0,4-3-5 0,0 0-2 0,0 0-6 16,0 0 0-16,0 0 1 0,0 0-3 0,0 0-2 16,0 0-3-16,-3 4 2 0,3-4-7 15,0 0-3-15,0 0-4 0,0 0 0 0,0 0 0 16,0 0-2-16,0 0 1 0,0 0-9 0,0 0-3 15,0 0-2-15,0 0-3 0,0 0-3 0,0 0-7 16,0 0-3-16,0 0-3 0,0 0 0 16,0 0-3-16,0 0-5 0,0 0 2 0,0 0 1 15,0 0-5-15,0 0 1 0,0 0-3 0,0 0-2 16,0 0-1-16,0 0 3 0,0 0 2 16,0 0-8-16,0 0 1 0,0 0 1 0,0 0 1 0,0 0-1 0,0 0-2 0,0 0 14 15,0 0-15-15,0 0-2 0,0 0 3 0,0 0-1 16,0 0-2-16,0 0-1 0,0 0 2 0,0 0-2 15,0 0 3-15,0 0-3 0,0 0 1 0,0 0 1 16,0 0-3-16,0 0 11 0,0 0-12 16,0 0-1-16,0 0 13 0,0 0-10 0,0 0-1 15,0 0-1-15,0 0 2 0,0 0 0 0,0 0-4 16,0 0 2-16,0 0 0 0,0 0-3 16,0 0 5-16,0 0-2 0,0 0 3 0,0 0-5 15,0 0 11-15,0 0-11 0,0 0 2 0,0 0-3 16,0 0 2-16,0 0 3 0,0 0-1 0,0 0-1 15,0 0 1-15,16-3 0 0,-9 6-2 0,4-6 9 0,2 3-10 0,10-1-1 0,8 0 1 16,8-2 1-16,14 0 4 0,4 2 1 16,0-2-1-16,2 1-4 0,1 0 1 0,0-1-2 15,0-3 19-15,0 1-3 0,-6 0 3 0,-4 0 14 16,-14 4-12-16,-1-1 4 0,0-1 13 0,-2-1 12 16,-4 2-1-16,-6 2 0 0,-6-3 0 15,-2 3 3-15,-2-4 4 0,-4 3 14 0,-1 1 5 16,-2-3-2-16,-1 2-14 0,-5 1 1 0,9-3-3 15,-5 3-7-15,-4 0-2 0,0 0-13 16,10 0-27-16,-10 0-36 0,0 0-44 0,5 2-48 16,-5-2-54-16,0 0-63 0,0 0 17 0,-1 6-3 15,-3 1-68-15,-6-3-239 0,1 1-579 0,0-3 256 16</inkml:trace>
  <inkml:trace contextRef="#ctx0" brushRef="#br0" timeOffset="125592.16">9116 11060 120 0,'0'0'214'0,"0"0"-20"15,0 0-17-15,0 0-13 0,-7 1-18 16,7-1-11-16,0 0-18 0,0 0-14 0,0 0-17 0,0 0 0 0,0 0-11 0,0 0-3 0,0 0-13 16,0 0-5-16,0 0-2 0,0 0-1 15,0 0 0-15,0 0 3 0,14 3 0 0,-7 0-4 16,-7-3-2-16,12-3-3 0,-5 3 1 0,0-2 7 16,1 0 6-16,-1 0 9 0,0 1 9 0,-1-4 5 15,0 3 3-15,-3-1 0 0,3 3 3 16,-3-4 1-16,0 0-12 0,1 0-3 0,-1 1 2 15,-3 3-21-15,-2-7-10 0,-2 4-2 0,-2 0-9 16,-4 1-1-16,-6 2-10 0,-4 1 1 16,-11 6-7-16,-2 0-4 0,-3 4 1 0,-11 5-5 15,-3 1 0-15,13 0-8 0,-9 5 1 16,14-3-7-16,0-2 2 0,4 1 1 0,6 3-2 0,4-1 1 0,7-4 1 0,1 1-1 0,2 0-1 16,7 0 6-16,2 0 0 0,7-1 19 0,4-1-6 15,9 4 3-15,7-3 1 0,4-5 3 16,6 3-2-16,1-3 3 0,14-2 13 15,-1-2 8-15,1-2 5 0,-16-3-1 0,0 1 3 0,-4 0 8 16,-5-6 6-16,-8 3 18 0,-5 0 14 16,-3 0 2-16,-3 0 5 0,1 0 4 0,-4 0-6 15,-1 0 0-15,-5 0-6 0,9-3-6 0,-4 3-6 16,-5 0-8-16,0 0-22 0,9 0-26 16,-9 0-38-16,0 0-43 0,0 0-59 0,0 0-57 15,8 0-64-15,-8 0-97 0,0 0-366 0,0 0-753 16,0-9 333-16</inkml:trace>
  <inkml:trace contextRef="#ctx0" brushRef="#br0" timeOffset="129157.97">10649 10207 140 0,'-1'-7'200'0,"-2"2"-4"16,3 0-12-16,-1 1-12 0,1-1-7 15,-3 2-12-15,3-2-5 0,0 5-11 0,0-6-12 16,-2 3-9-16,2 3-11 0,-1-5-9 0,1 5-7 15,0 0-12-15,-3-7-7 0,3 7-8 0,0-2-5 16,0 2-10-16,0 0-2 0,0 0-14 16,0 0-5-16,0 0-7 0,0 0-5 0,-10 14 0 0,-2 3-8 0,-2 9-3 0,-4 6-2 0,-5 14 0 15,-4 5 3-15,1 4 5 0,-9 23-6 16,2-1 6-16,2 3-2 0,12-23 4 0,-4 27 2 16,2-5-3-16,5-20 1 0,6 0-7 15,-8 20 1-15,9-26 1 0,0-2-1 0,-1 2-3 16,3-5 1-16,0-1 0 0,0-12 0 15,3 2 0-15,-2-3 3 0,0 0 1 0,2-1-1 16,-4-4-3-16,4-5 0 0,-6 1 3 0,5-9-1 16,1-5 1-16,-1 0 2 0,1-2 9 0,0-4 26 0,3 2 32 0,-1-4 21 0,-2 0 11 15,0-1-8-15,4-2-9 0,-13-6 10 16,3 2-9-16,2-1 2 0,3 1 2 0,-4-4 7 16,0 4-11-16,4-1 1 0,-1 0-10 0,3 1-14 15,-1 0-3-15,0 0-11 0,1 4-4 0,3 0-9 16,-7-5 4-16,5 3-30 0,2 2-36 0,0 0-26 15,-4-5-45-15,4 5-42 0,0 0-49 16,0 0-2-16,-7 7 9 0,6 0-27 0,0-1-40 16,-4 3-256-16,-3 3-538 0,6-3 238 15</inkml:trace>
  <inkml:trace contextRef="#ctx0" brushRef="#br0" timeOffset="129639.07">10294 11915 30 0,'-7'9'124'16,"1"2"-4"-16,-5 4-14 0,1 0-14 0,0 3-4 16,-8 4-9-16,2 0-8 0,-5 5-12 0,2-1-2 15,1-2-5-15,-3-2-4 0,0 3-6 16,3-4 6-16,3-7-6 0,-1-3 17 0,4 1 12 15,3-3 21-15,2-5 18 0,3 1 37 0,-2-2 33 0,1 0 43 0,0-3-13 0,5 0-26 16,-9-8-12-16,5-2-17 0,2-2-14 0,-3-5-17 16,2-2-9-16,3-9-14 0,3 3-11 15,3 1-6-15,-1 6-10 0,0 1-12 0,-1 3-3 16,1 3-11-16,0 3-6 0,-2 0-11 16,3 2-6-16,-2 3-2 0,4 3-7 0,2 3-1 15,6 4-7-15,2 0-2 0,2 10-22 0,3 0-11 16,2 1-18-16,3 2-25 0,4 3-37 0,8 10-44 15,-8-12-74-15,-5-3-289 0,3 1-558 16,-6-8 247-16</inkml:trace>
  <inkml:trace contextRef="#ctx0" brushRef="#br0" timeOffset="130583.74">11081 9754 28 0,'0'0'151'0,"0"0"-11"15,-4 13-15-15,0-4-1 0,-6 6-14 0,-3 3-7 16,-5 6-12-16,-1 4-8 0,-3 1-10 0,-8 10 4 0,3 3-15 0,0 1-10 16,-1-5 1-16,6-8-3 0,3-2-4 0,-3 1-7 15,4-4 0-15,1-4-7 0,6-4-4 0,0-4 0 16,5-4-3-16,-1-1 18 0,3-1 42 0,2-3 46 16,-2 1 42-16,1-2 44 0,0-1 24 0,3-2-31 15,0 0-20-15,-4-12-13 0,5 3-25 0,2-8-28 16,1-1-6-1,5-7-10-15,1 2-10 0,2 0-18 0,1 0-1 0,-7 6 2 16,3 3-20-16,-1 3 10 0,-2 0-15 0,-2 4-27 16,0 2-7-16,0-1-30 0,1 5-8 0,0 1-2 15,-5 0 5-15,17 5-20 0,-7 2-4 0,0 0-14 16,3 5-12-16,1 3-13 0,5 4-16 0,-1 3-30 16,2 0-38-16,0 2-36 0,0-4-39 0,-5 2-263 15,-2-6-539-15,1-5 239 0</inkml:trace>
  <inkml:trace contextRef="#ctx0" brushRef="#br0" timeOffset="131116.54">11348 10040 220 0,'-3'-1'239'0,"3"1"-20"0,0 0-21 0,0 0-12 15,-2-3-20-15,2 3-20 0,0 0-17 0,0 0-11 16,0 0-17-16,0 0-10 0,0 0-6 16,0 0-10-16,0 0-6 15,0 0-8-15,0 0-8 0,0 0 1 0,0 0-12 0,-3-4-4 16,3 4-3-16,0 0 1 0,0 0-6 0,0 0 5 16,0 0 2-16,0 0 5 0,0 0-4 15,0 0 4-15,0 0 0 0,0 0-1 0,0 0-2 16,0 0-2-16,0 0-5 0,0 0-3 0,0 0-2 0,0 0-2 15,0 0-3-15,0 0-4 0,0 0-1 0,0 0-1 16,0 0-1-16,0 0-1 0,0 0-5 0,0 0 1 0,0 0-3 16,0 0-2-16,0 0 3 0,0 0-4 0,0 0 1 0,0 0-2 15,0 0-2-15,0 0-2 0,0 0 3 0,0 0-1 16,0 0-1-16,0 0 4 0,0 0-3 16,0 0 2-16,0 0-3 0,0 0 5 0,0 0-2 15,0 0 2-15,0 0 7 0,0 0 2 0,0 0-1 0,0 0-3 16,0 0 3-1,0 0 2-15,25-1-7 0,-8-4 2 0,10-2-4 16,1 2-2-16,4-3 2 0,0 2 6 0,1-2-7 16,2 1-5-16,0-3 3 0,-1 0 3 0,3 1-1 15,-9 2-3-15,-1-1 4 0,-7 3-1 0,-2 1-2 16,-5-1 1-16,1 0 0 0,-8 5-8 0,1 0-16 16,-1-1-20-16,-2-1-20 0,-4 2-15 0,5-2-19 15,-5 2-28-15,0 0-22 0,0 0-20 0,-20 4-12 0,6-4-36 0,-3 1-137 16,3-1-376-16,0 2 166 0</inkml:trace>
  <inkml:trace contextRef="#ctx0" brushRef="#br0" timeOffset="131401.59">11549 9906 99 0,'-2'-4'289'0,"2"-4"-13"15,0 3-1-15,-1-2-4 0,1 3-2 0,0-1-7 16,1 1-14-16,-1 4-2 0,-1-8-21 0,1 8-23 15,-1-4-18-15,1 4-24 0,0-3-30 0,0 3-15 16,0 0-42-16,0 0-30 0,0 0-11 0,0 0-5 16,0 0-7-16,-4 17 0 0,4-5-2 0,1 8-4 15,-2 5 13-15,1 0-17 0,0 2 4 0,0-1-2 0,1-1-3 0,1 0 0 16,-2-7-4-16,2 1 1 0,-2-2 0 0,3 2 2 16,-3-8-9-16,0 3-14 0,0-2-8 0,2-4-12 15,-2 2-13-15,0-4-5 0,1 1-6 0,-1-2 0 16,2 0 3-16,-2-2 1 0,1 1-4 0,-1-4-6 15,0 5-8-15,0-5-13 0,0 3-11 0,0-3-49 16,0 0-121-16,0 0-135 0,0 0-434 0,0-22 192 0</inkml:trace>
  <inkml:trace contextRef="#ctx0" brushRef="#br0" timeOffset="132766.44">12042 9607 31 0,'0'0'56'15,"0"0"2"-15,0 0 2 0,0 0 3 0,0 0-5 16,0 0-6-1,0 0 7-15,0 0-1 0,0 0-9 0,0 0 9 16,0 0-20-16,0 0 9 0,0 0-1 0,0 0 0 16,0 0-10-16,0 0 8 0,0 0-7 0,0 0 13 0,0 0-8 15,0 0-6-15,0 0 7 0,0 0 2 16,0 0 3-16,0 0 1 0,0 0 2 0,0 0 4 16,0 0-6-16,0 0-1 0,0 0 1 0,0 0-5 0,0 0-6 15,0 0-1-15,0 0-5 0,0 0-3 0,0 0-1 0,0 0-2 16,0 0-4-16,0 0-2 0,0 0 4 0,0 0 4 15,0 0 3-15,0 0 0 0,0 0 4 0,0 0-3 16,0 0 4-16,0 0 3 0,0 0 0 0,0 0-4 16,0 0 3-16,0 0-5 0,0 0 8 0,0 0-3 0,0 0 3 15,0 0 1-15,0 0-1 0,0 0 0 0,0 0-1 16,0 0 1 0,0 0-1-16,0 0 5 0,0 0-3 0,0 0-1 15,0 0 1-15,0 0 1 0,0 0 3 0,0 0-1 16,0 0-2-16,0 0-2 0,0 0-4 0,0 0-6 15,0 0-5-15,7-9-6 0,-1 5 5 0,0 3-11 16,1-2-1-16,5 1-1 0,-3 0-1 0,2 1-3 16,1-1-2-16,2 2-3 0,0 0 0 0,-1 2-1 15,6-2 5-15,-6 3-8 0,5 2-6 0,-5 0-1 0,-1-1-10 0,-1 1-2 16,0 4 4-16,-2-3-7 0,-1 6-4 0,-2-2 1 16,-3 5-1-16,-2 1 9 0,-4 1 0 0,-3 1-3 15,-7 3 5-15,-5 2 2 0,-3-3 0 0,-1 2 3 16,-2-3 2-16,-3-1-1 0,1-1 1 0,2-1-3 15,7-6 9-15,-2 0-2 0,1-2 1 0,2 1-1 16,4-5-1-16,1 0 6 16,2 4-2-16,1-5 0 0,1-3 4 0,3 5-5 15,0-3 6-15,0 1-2 0,4-3 5 0,-8 2 5 16,7 0 10-16,1-2 2 0,-4 3-1 0,4-3 5 16,0 0 3-16,-4 0 1 0,4 0-3 0,0 0 2 15,0 0-2-15,0 0-2 0,0 0-3 0,0 0-5 16,0 0 2-16,-5 2-3 0,5-2-4 0,0 0 2 15,0 0-2-15,0 0-4 0,0 0-1 0,0 0 0 0,0 0 7 16,0 0-10-16,0 0 3 0,0 0-3 0,0 0-1 0,0 0 0 16,0 0-1-16,0 0-2 0,0 0-1 0,0 0 0 15,0 0 0-15,0 0-3 0,0 0 6 0,0 0-3 16,0 0 0-16,0 0 6 0,0 0-7 0,0 0 2 16,0 0-1-16,0 0 0 0,0 0-2 0,0 0 6 15,0 0-5-15,0 0 5 0,0 0-1 0,0 0-2 0,18-2 0 16,-2-1-2-16,4 1 4 0,7-5-1 0,2 2-5 15,3 0 6-15,5-2 0 0,1 1-6 0,1 0 0 0,-2 1 3 16,-1 1 1-16,-4-2-1 0,-2 4-1 0,-11-3 0 16,2 2 0-16,-8 2 3 0,-3 1-2 15,1-3-1-15,-4 3 3 0,-1-1 0 0,-1-1 11 16,0 1-11-16,-5 1 10 16,0 0 9-16,9-1-11 0,-9 1 2 0,0 0-6 15,7 0 7-15,-7 0-11 0,0 0-1 0,0 0-12 16,0 0-11-16,0 0-13 0,0 0-23 0,1 5-21 15,-1-5-22-15,0 0-32 0,-5 7-38 0,2-5-40 16,3-2-210-16,-4 3-456 0,4-3 203 0</inkml:trace>
  <inkml:trace contextRef="#ctx0" brushRef="#br0" timeOffset="134969.97">12770 9587 104 0,'0'0'227'0,"0"-5"-9"0,0 5-12 0,-4-4-13 0,4 4-13 0,0 0-16 16,0-5-14-16,0 5-11 0,0 0-14 0,0 0-12 15,0 0-10-15,-2-4-15 0,2 4-6 16,0 0-15-16,0 0-2 0,0 0-9 0,0 0-8 15,0 0-6-15,0 0-4 0,0 0-2 0,0 0-4 16,0 0-5-16,0 0 0 0,0 0-4 16,0 0 2-16,0 0-3 0,0 0 4 0,0 0 2 15,0 0 3-15,0 0 5 0,0 0 2 16,0 0 0-16,6-5-6 0,-5 2 1 0,6 3 2 16,-5-4 2-16,6 1 2 0,-4-2 3 0,2 0 4 0,1 1 1 0,-2 1-3 0,0-2 4 0,-3 0 1 15,1 1 3-15,1 1-5 0,1 0 3 16,-4 0-2-16,2 0-11 0,-3 3-1 15,4-5-9-15,-4 5-6 0,0 0-8 0,0 0-1 16,0 0 1-16,0 0 0 0,-31 11-9 0,9-3 3 16,-2 4-1-16,-3 3-2 0,-3 1-1 15,0 1 1-15,4 2-6 0,2-1 0 0,1 1 0 16,3 1 0-16,3 0-5 0,7-4-1 0,-2 1-3 16,7 0-1-16,1-1 6 0,4 3 3 0,4-2-5 15,4-1 7-15,6-2 0 0,8 0 1 16,5 1 0-16,2-3 0 0,4-2 4 0,5-3-1 0,2-2-3 0,0-3 4 0,-1 1-3 15,13-1 3-15,-15 0-5 0,-2-4 6 0,-9 1-4 16,-6 0 1-16,-2 1 2 0,-5 0 2 0,-4 0-3 16,0 0 4-16,-3 0 7 0,-1 0 11 15,-5 0-9-15,11 0 2 0,-11 0-8 0,6 0 1 16,-6 0-5-16,0 0-6 0,0 0-16 0,0 0-35 0,0 0-48 16,0 0-41-16,-14 8-45 0,5-4-69 15,-5-2-243-15,4 5-538 0,-2-5 238 0</inkml:trace>
  <inkml:trace contextRef="#ctx0" brushRef="#br0" timeOffset="139233.04">12258 10572 202 0,'1'-9'199'0,"0"3"-11"16,1-2-6-16,-2 1-13 0,1 0-9 0,-1 1-10 15,1 1-15-15,-1 0-9 0,0 1-12 16,0 4-11-16,0-5-15 0,-1 2-12 0,1 3-15 15,0 0-7-15,0 0-6 0,0 0-5 0,-7 17-7 16,-1 1-8-16,-3 5-3 0,-2 12-3 0,-6 12 1 16,-1 5-4-16,-2 0 1 0,2 4-6 15,-1 2-1-15,3 0-3 0,-2-5 7 0,3-1-10 16,3-7-2-16,4-11 2 0,0-2-1 0,3-3 3 16,0-1-4-16,3-6-4 0,-1-2 5 0,-1-3 0 0,-1-3 1 0,5-2-2 0,-2-3-4 15,1 2 8-15,1-6 2 0,-1 1 20 0,0 0 20 16,2-3 17-16,-4-2 15 0,5-1-15 0,-9 1-8 15,3-1-2-15,-3-2 2 0,-4-1-13 16,3-1-5-16,-4 0-4 0,-2-3-8 0,2 2-2 16,-1-3-2-16,3 3-1 0,0 0-2 15,0-2-5-15,1 3-3 0,1 0-3 0,0-1-1 16,5 2 0-16,-2 1-8 0,2-1-21 0,0-1-20 16,1 3-26-16,4 1-28 0,-5-1-26 0,5 1-25 15,0 0-35-15,0-6-56 0,0 6-156 16,7-5-421-16,0 3 188 0</inkml:trace>
  <inkml:trace contextRef="#ctx0" brushRef="#br0" timeOffset="139573.03">11855 11001 38 0,'0'0'185'0,"-9"-4"-9"0,9 4-28 0,-4-1-6 0,4 1-12 15,0 0-15-15,0 0-10 0,0 0-18 0,0 0-3 16,0 0-5-16,0 0-9 0,27 0 1 0,-9-1-6 16,13 2 1-16,-2-1-8 0,7-1-2 15,1-1-7-15,0-2 1 0,-1 4-4 0,-3-3-2 16,0 1-4-16,-7-1-2 0,-6 0-6 15,-2 2-2-15,-5 0-2 0,-3 0-2 0,-1 0 1 16,-1-1-6-16,-3 2-2 0,1-3 1 0,-6 3-6 16,9 0 2-16,-9 0-9 0,0 0-2 0,0 0-9 15,0 0-9-15,0 0-19 0,0 0-8 16,0 0-17-16,-27 3-22 0,21-3-26 0,-2 0-36 0,1 2-145 0,0-1-311 0,7-1 138 0</inkml:trace>
  <inkml:trace contextRef="#ctx0" brushRef="#br0" timeOffset="140059.47">12590 10896 155 0,'1'-4'249'0,"2"1"-27"0,-2-1-23 0,3-1-21 0,0 4-19 0,2 0-17 15,2-2-13-15,-2 2-17 0,4-1-11 0,-1 2-10 16,3 2-13-16,1 1-6 0,-2-1-11 16,1 1-7-16,-2 4-8 0,1 0-4 0,-3 1-5 15,-2 2-7-15,2-1-3 0,-3 3-2 16,-4 0-5-16,-1 1-1 0,-1 2 3 0,-4 3-3 0,-3-3-4 16,-1 4-2-16,0-4-2 0,-2-1 3 0,-1-3 0 15,3-2-2-15,-1 0-1 0,-1-1-4 16,2 0-2-16,0-2 3 0,0-1-3 15,3-2 5-15,0 0 7 0,2 1 19 0,1-4 22 16,-1 3 24-16,4-3 24 0,-5 1 6 0,5-1-15 0,0 0-12 0,5-14-9 0,2 5-10 16,5-4-8-16,1-1-2 0,2 0-8 0,3-5-5 15,4 1-2-15,-2 0-8 0,-3 4-4 0,-2 0-1 16,-1 3-2-16,-1 0-7 0,-4 2 4 0,0 4-5 16,0-2 0-16,-4 2-4 0,-1 2-8 15,1-1 14-15,-2 1-12 0,-1 0-5 0,1 2-6 16,-3 1-8-16,5-3-10 0,-5 3-5 15,0 0 1-15,0 0 3 0,2 9 2 0,-2-2 13 16,-2 1-9-16,1 1 4 0,-2 1-4 0,3 2-12 16,0 0-4-16,-1 1-5 0,1 1-13 0,1-1-11 15,2-2-11-15,-2 3-18 0,3-3-17 16,-2-1-24-16,2 1-24 0,4-3-37 0,-3-1-226 0,0-2-452 0,2-2 199 0</inkml:trace>
  <inkml:trace contextRef="#ctx0" brushRef="#br0" timeOffset="140315.31">13055 10800 99 0,'1'-4'250'0,"-1"1"-29"0,0 3-23 0,3-3-28 15,-3 3-15-15,0 0-18 0,6 0-14 16,-6 0-19-16,10 7-7 0,-2 1-11 0,-1 1-9 0,0 1-8 0,2 5-5 0,-1 1-5 15,-2 1-8-15,-1 3-8 0,2 5 1 16,-7-2-5-16,-2 6-2 0,-3-4-7 0,-4-1-14 0,-2 2-11 16,-8-3-14-16,-3 0-23 0,-1-3-26 15,-5 0-28-15,-2-5-45 0,-3 0-179 16,1-3-335-16,-1-4 147 0</inkml:trace>
  <inkml:trace contextRef="#ctx0" brushRef="#br0" timeOffset="140672.03">12632 10681 53 0,'-5'-3'147'0,"5"3"-12"15,-12 0-12-15,4 0-21 0,-1 1-9 0,-3 6-11 0,-6 1-1 0,-5 8-11 0,1 2-2 0,1 1-7 16,-2 10-4-16,-3 0-3 0,-6 8 1 16,2 1-9-16,8-6 0 0,-1 9-2 15,5-8-10-15,5-5-2 0,3 5 1 0,2-2-12 16,3-2 5-16,7-4-3 0,1 1 1 0,10-2-5 15,0 0 6-15,7-4-2 0,6-4 1 0,7-1-3 16,16 0-2-16,0-1-39 0,6-10-55 0,-15 0-183 16,16-4-279-16,-2-2 123 0</inkml:trace>
  <inkml:trace contextRef="#ctx0" brushRef="#br0" timeOffset="141329.23">13771 10936 70 0,'-13'-6'162'0,"0"2"-10"0,-5-3-19 0,-1 2-11 0,-4 0-21 15,-5 1 0-15,1 0-16 0,-4 3-10 0,2 1-9 16,-2 4-4-16,11-2-1 0,-1 1-7 16,1 0-6-16,1 2-2 0,1 1-10 0,3 1-5 0,3 1-3 0,3 0-6 0,-1-1 4 31,1 4-9-31,5-1 3 0,2 1-4 0,0-1 4 0,4 1-9 0,1 1 4 0,5-1 5 16,4 1-2-16,3-3 11 0,3 1-11 0,0-3 3 15,1-3-6-15,0 0 4 0,0-3-1 0,2-1-8 16,-2-1 25-16,0-6 5 0,0 3 13 0,-5-4 5 15,4-2 8-15,-5-3 4 16,2 1 5-16,-3-3 10 0,-6 2 2 0,3-4-5 16,-4-2-8-16,-5-5-9 0,4-3-5 0,1 0-5 15,-4-6-7-15,-1 1-6 0,0-2 0 0,-2 1 12 16,1 1-5-16,-2 2-4 0,2 0 11 0,-2 4 6 16,1 7 1-16,-1 3-2 0,3 2-4 0,-2 2 3 15,-1 4-13-15,3-1-6 0,0 3-14 0,-1 1-7 0,1 0-24 16,0 5-4-16,0 0 1 0,0 0 0 0,-5 13-2 0,2-1-1 15,-1 6 4-15,4 5 0 0,0 5-2 0,0 3 4 16,0 1 1-16,0 4-2 0,4-5 2 0,1 0-19 16,-1-2-4-16,1 1-21 0,0-4-12 0,2-2-12 15,-5-4-19-15,1-3-22 0,-2 0-21 0,2-3-23 16,-2-2-25-16,0-1-5 0,0 0-192 0,-1-5-409 16,0-2 181-16</inkml:trace>
  <inkml:trace contextRef="#ctx0" brushRef="#br0" timeOffset="141861.81">13865 10810 139 0,'13'-3'163'0,"2"3"-12"0,1 3-10 0,-2-2-20 15,2 3-17-15,1 3-2 0,-3-1-20 0,3 5-7 16,-5-2-12-16,-3 1-1 0,2 3-4 0,-4-1-6 15,-3 2-8-15,0 1-1 0,-4 1-14 0,-3 2 3 16,-2-3-3-16,-2 2-5 0,-5-2 2 0,-1 0-6 16,-3 0-1-16,0-3-2 15,0 0 2-15,0-1-1 0,0-2 4 0,-1-3 3 16,6 0 2-16,-1 0 4 0,3-2 21 0,4-3 27 16,-1 2 20-16,-1 0 19 0,2-3 17 0,5 0 26 15,-5 1 11-15,5-1 10 0,0 0 9 0,-8-7-39 16,12 2-22-16,0-4-17 0,5 0-13 0,6-8-10 15,5-3-21-15,0 1-11 0,6-3-12 0,-2 2 5 16,-1 1-10-16,-1-2-1 0,-1 3 2 0,-7 4-13 0,2 2-1 0,-3 1-2 16,-6 2-5-16,-1 4 10 0,2-2-2 0,-4 2-11 15,1 1 0-15,-1 2-7 0,0-1-11 0,-4 3-10 16,1-3-16-16,-1 3 4 0,0 0 4 0,0 0-3 16,-9 17-2-16,0-8 6 0,0 7 3 0,-1-1-1 15,1 2 0-15,0 1 7 0,4 0-10 0,0-1 0 16,5 2 3-16,0-2-3 0,5 1 4 0,1-3 3 0,7 0 6 15,1 2-2-15,12-1 4 0,2-3-1 0,8-1 3 16,1-3-2-16,13-1 0 0,-11-4 4 0,11 0 2 0,-10-3 3 16,-2-1-5-16,-1-3 0 0,-4 2-2 0,-1 0 0 15,-9 0 1-15,-5-2-1 0,-4 3 4 0,-2 0-3 16,-2-3 3-16,-4 3 2 0,1 0-12 0,-7 0-13 16,7-1-12-16,-7 1-3 15,0 0-26-15,8 0-42 0,-8 0-50 0,0 0-61 16,0 0-70-16,-20 5-195 0,11-2-519 15,0-1 230-15</inkml:trace>
  <inkml:trace contextRef="#ctx0" brushRef="#br0" timeOffset="145602.09">6537 13855 107 0,'-3'-5'182'0,"1"-1"-18"0,1-1-15 0,-2 2-20 15,-1 0-16-15,2 0-14 0,-5 1-11 0,2 1-7 0,0 0-22 0,0 1 4 16,-3 2-5-16,-2 1-6 0,-3 1-8 16,0 2-6-16,-4 2-3 0,0 4-4 0,-9 1 0 15,3 3-6-15,-2 3-5 0,-2 1-2 16,3 3-5-16,-1 1-1 0,1 2 9 0,1 3-3 0,1 2-2 0,3-2-2 15,0 3-5-15,6-1-1 0,-1-1 1 16,1-4-5-16,6 2 3 0,-1-1 0 16,3-9-4-16,5 2 3 0,0-2 1 0,4-2 12 0,2-4 1 0,4 0 2 15,-2-2 11-15,5-3 1 0,5 1 1 16,0-3 0-16,2-2 7 0,-1-5 3 0,3-2 2 16,-4-2 14-16,1 0-1 0,4-8-1 15,-5 4 5-15,4-6 4 0,-6-1 6 0,3-2-2 16,-2 1-1-16,-3-2 5 0,-1 0-3 0,-3-2-2 0,-1 1-2 0,0 5 0 15,-4-2 4-15,0 3 11 0,3 1 0 16,-4-1 7-16,-3 6-1 0,3 0-2 16,-4 3-4-16,1-3-6 0,3 3-7 15,-4 2-7-15,1 1-13 0,-1 5-8 0,0-5-18 16,0 5-4-16,1-5-8 0,-1 5-29 0,0 0-5 0,0 0 0 16,0 0 3-16,0 0-2 0,3 19 5 0,-3-9 0 0,0 7 1 0,-4 0 2 15,4 1-1-15,0 0 1 0,0 7-2 16,0-6 8-16,-1 7-4 0,2-6 1 15,-2-1 4-15,2-1-2 0,-1 0 1 0,0-1 2 0,0-2 3 16,0 1-2-16,0-4 0 0,1-3 3 0,2-1 0 16,-3-2 0-16,4 3-1 0,-3-6 5 15,2 2 7-15,-2-1-10 0,4 1 9 0,-1-3-2 0,1-1 3 0,8 1-1 16,0-2-2-16,6-2 0 0,0-1 7 16,3-2-28-16,6-1-35 0,-1 0-47 15,2-6-62-15,2 3-77 0,-2-3-302 0,3-3-579 0,-3 2 256 0</inkml:trace>
  <inkml:trace contextRef="#ctx0" brushRef="#br0" timeOffset="146148">7035 14163 144 0,'0'-4'300'0,"-1"-1"-10"0,1 5-18 15,-1-5-17-15,1 5-20 0,-2-7-18 0,2 7-23 16,0-5-21-16,0 5-18 0,-1-3-20 0,1 3-16 16,0 0-19-16,0 0-15 0,0 0-22 0,0 0-10 15,0 0-3-15,0 0-9 0,-5 15-3 0,4-6-6 0,-2 1 0 0,1 5-5 16,-1 2-4-16,-2 1-1 0,0 0-3 16,-2 1 0-16,1-1-6 15,1-1 6-15,2 0-7 0,0-6 4 0,0 1-9 0,2-4 4 16,-1-1 0-16,1-2-2 0,1 0 5 0,-1-1 4 15,1 1 19-15,-1-2 28 0,1-3 19 0,0 0 2 16,0 0-14-16,0 0-4 0,14-16-6 0,-7 7 11 16,5-4-31-16,-1 0 0 0,5-9-2 0,-2 1-7 15,4 1-1-15,-3 0-6 0,-4 4 1 0,1 4-9 16,-3 0-1-16,1 3 4 0,-5 3-15 0,-1-1 5 16,1 2-5-16,-1 2 5 0,0-1-29 0,-3 3-1 15,-1 1-2-15,10-1 3 0,-10 1-4 0,11 6-4 16,-5-1-8-16,-1 2-2 0,3 1-6 0,-2 1-9 15,2 1-11-15,-2 0-12 0,3 4-30 0,1 0-23 16,-2 1-30-16,2 0-23 0,-3-6-29 0,0 1-22 0,0 0-215 16,2-2-482-16,-2-3 214 0</inkml:trace>
  <inkml:trace contextRef="#ctx0" brushRef="#br0" timeOffset="146392.87">7747 14103 115 0,'-4'-5'345'0,"4"5"-25"0,0 0-26 0,0-4-24 16,0 4-32-16,0 0-30 15,-2-5-20-15,2 5-40 0,6-1-24 0,-6 1-25 16,17-3-31-16,-6-1-27 0,4 2-33 15,5-2-39-15,0 1-31 0,2 0-47 0,-3 1-41 0,1-1-61 16,-1-2-107-16,-2 3-343 0,-3 1 152 0</inkml:trace>
  <inkml:trace contextRef="#ctx0" brushRef="#br0" timeOffset="146546.01">7821 14209 64 0,'-1'0'160'0,"1"0"-5"0,-4 3 1 15,4-3-16-15,0 0-7 0,13 4-12 0,-3-6-8 16,10 0-15-16,3-1-7 0,7 0-18 0,0-2-26 16,5 4-33-16,-2-6-43 15,2 2-66-15,-2-3-113 0,0 3-223 16,2-2 99-16</inkml:trace>
  <inkml:trace contextRef="#ctx0" brushRef="#br0" timeOffset="146894.29">8860 13740 228 0,'-3'-5'283'16,"3"0"-21"-16,0 1-25 0,-1 0-20 0,1 4-24 16,0-6-20-16,0 6-16 0,0-5-23 0,0 5-17 15,0 0-18-15,0 0-13 0,0 0-9 0,0 0-10 16,-4 11-8-16,3 0-7 0,-4 6-9 0,2 1-1 16,1 10-6-16,-2-2-5 15,1 1 0-15,2-1-3 0,-1 0-5 0,0 0-1 16,4 0 4-16,-2-8-9 0,2 2-35 0,-2-3-24 15,0 3-29-15,0-1-41 0,-2-4-20 0,2 0-26 16,0 1-27-16,-2-4-152 0,1-2-366 0,-3-2 162 16</inkml:trace>
  <inkml:trace contextRef="#ctx0" brushRef="#br0" timeOffset="147311.22">8575 14279 52 0,'-5'3'235'0,"5"-3"-15"16,-8 2-11-16,3-2-19 0,5 0-14 0,-6 0-20 16,6 0-15-16,0 0-15 0,-7 2-12 0,7-2-13 15,0 0-8-15,0 0-12 0,-5 1-6 0,5-1-9 16,0 0-3-16,0 0-9 0,0 0-4 0,0 0-5 15,0 0-4-15,0 0-2 0,0 0-2 0,0 0 1 16,0 0 2-16,-5 2 6 0,5-2-3 0,0 0 2 0,0 0-3 0,0 0-4 16,0 0 0-16,0 0-7 0,19-3 3 0,-2-1-5 15,11-3-5-15,8 1-4 0,18-3-4 0,4-1-1 16,6-1-1-16,3 1-2 0,23-3 0 0,-23 3-2 16,22-1 2-16,-30 3 3 0,-1 0-5 0,-5 2-1 15,-13 1 0-15,-1 0 0 0,-4 0-4 0,-3 4-1 16,-11-2 3-1,-2 0 0-15,-6 2 3 0,-1 0 0 0,-3-1 1 0,0 1 11 16,-4 1-3-16,-5 0-1 0,9-1-2 0,-9 1-9 16,0 0-7-16,0 0-15 0,0 0-21 0,0 0-34 15,0 0-36-15,-24 6-37 0,12 0-58 0,-7-1-223 16,2 1-458-16,-2-3 202 0</inkml:trace>
  <inkml:trace contextRef="#ctx0" brushRef="#br0" timeOffset="147734.47">9181 14454 95 0,'0'0'182'16,"0"0"-17"-16,-3 3-12 0,3-3-14 0,0 0-13 16,0 0-9-16,-4 1-10 15,4-1-9-15,0 0-5 0,0 0-6 16,0 0 1-16,0 0-7 0,19-1-7 0,-11 1-7 0,0-3 7 16,-1 1 2-16,0 1 11 0,-2-1 10 0,1-2 3 15,-2 1 1-15,0 1-7 0,1-1-9 0,-2 2-11 16,-1-3-9-16,-2 4-14 0,0 0-7 0,0 0-4 15,-10-5-7-15,1 6-5 0,-9 1-5 0,-2 4-3 16,-6 2-3-16,-2 2-5 0,0 5-4 0,0 0-1 0,6 2-4 0,-3 1-3 16,2 3-4-16,4 2 4 0,7-8-3 15,0 8 0-15,4-8 2 0,4 3 1 0,5 2 5 16,7-2 5-16,7 1 7 0,10-2-3 0,6-2-3 16,19 1-19-16,5-6-43 0,6-7-55 0,30-5-69 0,-24 0-245 15,28-9-454-15,-32-1 200 0</inkml:trace>
  <inkml:trace contextRef="#ctx0" brushRef="#br0" timeOffset="148736.43">11022 13716 94 0,'4'-7'114'0,"-4"2"-1"0,1 0 6 15,-2-2-2-15,1 2-4 0,-3-3 7 0,2-1 4 0,-3 2 1 16,4-1 3 0,-1-3-7-16,-2 2 2 0,2 0-4 0,1 0 0 15,-4 1-9-15,2-1-3 0,2 3-5 0,-4-1-7 16,1 0-6-16,2 6-12 0,1-6-12 0,-2 3 0 0,2 4-14 15,-2-4-15-15,2 4-31 0,0 0 2 0,0 0-2 16,-10 15-6-16,2-1 2 0,-2 10-1 16,-3 5-3-16,-4 19 1 0,2 2 4 0,-1 5-3 15,-5 26-1-15,-3-3 3 0,10-20-2 0,-3 28-4 0,3-32 4 0,4 4 1 16,-2-2 9-16,2 4-1 0,1-4 1 0,2 0-3 16,-2-1 6-16,3 2 0 0,0-4-1 0,1-2-4 15,0-4-4-15,0-10 1 0,0-3 0 0,0-1-1 16,-3 1 3-16,-1-5-1 0,-1-1-1 0,0-2-15 15,-2-2 16-15,2-9 3 0,4 0 6 0,-2-4 5 16,0-1 1-16,2-3 12 0,-2 0 3 0,3-2 6 0,1 0 6 0,-2-1 6 16,-2-1-1-16,4-1-3 0,-1 1-2 0,5-3 0 15,-10 0-8-15,10 0 1 0,-10 0-3 0,10 0-3 16,-8 0-5-16,8 0-8 0,-8 0-7 0,8 0-25 16,0 0-34-16,-6 0-41 0,6 0-45 0,-5 3-31 15,5-3-25-15,-6 4-37 0,3-1-173 0,1 1-430 16,0-1 191-16</inkml:trace>
  <inkml:trace contextRef="#ctx0" brushRef="#br0" timeOffset="149384.97">10861 15318 25 0,'4'-2'170'0,"-4"2"-19"0,0 0-20 0,0 0-18 16,0 0-11-16,0 0-11 0,-4 14 1 15,0-8 1-15,2 5-18 0,-7 3-1 0,-3 1-2 0,-3 9-7 16,-3-2 2-16,-4 2-14 0,-1-1-3 16,0 1-15-16,-2-1-6 0,-1-1-1 0,1-1-2 0,-1-3-4 0,3 0-5 15,6-8 0-15,7-3 7 0,-3 1 6 16,7-3 35-16,-2-3 39 0,2 1 42 15,0-3 9-15,6 0-19 0,-11-8 3 0,6-1-2 0,-1-6-16 16,1-1-4-16,2-11-17 0,3 8-7 16,2-6-13-16,-1 6-8 0,6-5-2 0,-2-1-17 0,1 11-2 15,-2 2-8-15,-1 4-7 0,0 2-14 16,2 1 4-16,1 2-13 0,2 3-2 0,1 5-2 16,6 4-2-16,-1 3 3 0,7 5-4 0,-1 3 1 15,2 1-25-15,1 0-15 0,1 2-26 0,4-1-30 0,0-1-38 0,3-1-52 16,1-6-73-16,-5-2-202 15,1-6-493-15,-10-4 218 0</inkml:trace>
  <inkml:trace contextRef="#ctx0" brushRef="#br0" timeOffset="150134.03">11652 12988 96 0,'0'0'131'0,"0"0"-9"16,-4 12-6-16,2-3-10 0,-6 8-5 0,0 0-8 0,-6 6-4 0,-2 4-11 15,-1 3-11-15,-9 11-2 16,-3-1-10-16,-3 1 1 0,-1-1-14 0,-5 1-11 0,1-6 7 0,2 0-2 16,6-10-7-16,3-4-4 0,-2-4-2 15,7-3 6-15,2-4 14 0,4-2 17 0,2-3 29 16,4-1 31-16,-1-3 13 0,2-2 7 15,1 0-8-15,-1-5-5 0,-1-1-9 0,3-3-6 16,3-4-10-16,4-4-12 0,2-8-13 16,5-1-3-16,3 1-10 0,2 0-10 0,6 1-2 0,-6 4-8 0,2 5-6 15,-2 0-4-15,-2 6-4 0,1 2-9 16,-3 4 1-16,4 2-8 0,-3 2-5 0,3 5-4 16,3 3-3-16,1 2-4 0,2 8-4 15,3 1-9-15,-1 1-8 0,0 6-11 0,2-1-12 0,1-1-22 0,2 2-23 0,-3 3-36 16,4-7-46-16,-3 0-53 0,0-3-179 15,-3-4-437-15,-6-6 195 0</inkml:trace>
  <inkml:trace contextRef="#ctx0" brushRef="#br0" timeOffset="150412.56">11905 13340 81 0,'0'0'248'0,"0"0"-14"15,0 0-6-15,0 0-11 0,-1-4-17 0,1 4-20 16,0 0-22-16,0 0-16 0,10-7-12 0,3 4-18 16,0-1-8-16,7-2-11 0,8 1-9 15,3-1-9-15,1-2-10 0,6 1-6 0,12-5-10 0,-13 2-2 0,14 3-11 16,-14 0-8-16,-2-2-16 0,-5 1-14 15,0 3-16-15,-14 0-11 0,-3 3-15 0,1-1-16 0,-8 2-18 0,1 0-11 16,-3-1-31-16,-4 2-13 0,0 0-18 16,0 0-159-16,-32 4-335 0,13-4 147 0</inkml:trace>
  <inkml:trace contextRef="#ctx0" brushRef="#br0" timeOffset="150659.97">12121 13152 7 0,'1'-7'274'0,"-1"0"-3"0,3-1-20 0,-3 1-17 15,0 0-23-15,0 4-23 16,1-1-19-16,-1 4-20 0,0 0-23 0,0-4-31 0,0 4-14 0,0 0-7 16,5 13-8-16,-2-1-7 0,-2 6-7 15,-1 8-8-15,0 0-1 0,4 3-6 16,-3 2-8-16,2 1 2 0,1-2-4 0,-2 1-3 0,2-1 2 0,-1-3-15 15,0-2-19-15,1-4-23 0,0-1-20 16,-3-3-29-16,1 1-40 0,0-6-28 16,-2-1-62-16,0-3-113 0,0-3-347 0,4-2 153 0</inkml:trace>
  <inkml:trace contextRef="#ctx0" brushRef="#br0" timeOffset="151086.17">12494 12934 124 0,'1'-5'213'0,"3"1"-21"16,-3-1-19-16,7 0-19 0,-4 1-13 0,3 1-11 15,5 0-16-15,-3-1-16 0,5 2-11 0,4 1-2 16,0 1-10-16,-1 1-7 0,0 3-10 0,-4-2-6 16,1 1-4-16,2 5-9 0,-5-2-1 0,1 4-6 15,-2 1-11-15,-1 0 10 0,-2 6-5 0,-3 0-4 16,-2 1 1-16,-2 8-5 0,-6 0 2 0,-1 3-5 16,-7-3 2-16,-3 0-3 0,-2-1 3 0,-3-2-6 15,6-2 1-15,-6 0-2 0,3-1-2 0,-2-3 1 16,7-5-3-16,4-1 5 0,1-3-8 0,0-1 3 15,4-2-6-15,1-2 2 0,0 1 1 0,0 1 3 16,1-2-5-16,0-1 8 0,3-2 10 0,3 6 11 0,0-5-1 16,5 0-1-16,5-1 0 0,6 2-2 0,3-4-1 15,6 2-6-15,0-1-27 0,3 0-32 0,-2-2-55 16,2 2-57-16,-11-3-207 0,11 1-388 0,-11-3 172 0</inkml:trace>
  <inkml:trace contextRef="#ctx0" brushRef="#br0" timeOffset="151962.79">13134 13000 65 0,'0'0'216'0,"0"0"-15"0,0 0-16 0,0 0-21 16,0 0-18-16,0 0-14 0,0 0-16 0,0 0-7 15,0 0-10-15,22 0-12 0,-11 0-6 16,2-3-16-16,1 3-5 0,-1-4-5 16,4 1-6-16,-2-2-1 0,3 0-9 0,-1 1 2 15,-5-1-5-15,0-2-7 0,-2 2-1 0,2-3-4 0,-2 1 9 16,-2 2 9-16,-1-2 9 0,1 0 6 0,-4 2-4 15,-2-2-8-15,-2 2-5 0,0 1-6 16,-2 0-4-16,-5 0-6 0,-4 4-5 0,-7 0-2 0,-4 4-6 0,-6 4 2 0,-4 1-5 16,0 6-1-16,-2 3-3 0,0-3-2 15,-5 17-5-15,12-10 0 0,0 3 2 16,3 3-4-16,2 1 2 0,5 2 1 16,2 2 1-16,8 0-1 0,4-2-1 0,4 0 6 0,8 1 3 0,6-7-3 0,10 1 3 15,3-6 6-15,5-1 6 0,2-4-1 16,2 0 0-16,16-6 2 0,-1 0 10 15,-1-2-1-15,-13-4 4 0,0 0 1 16,-5-3-4-16,-2 0 1 0,-10-1 3 0,-7 1 10 16,-1 0 3-16,-2 0 3 0,-3 0-6 0,-2-2 4 0,0 2-7 0,-6 0-5 15,10-1-5-15,-10 1-2 0,0 0-6 16,0 0-10-16,0 0-26 0,0 0-23 16,-25 8-33-16,12-5-36 0,-2 4-45 0,1 0-46 0,-3 2-250 0,2-1-483 0,2 0 215 15</inkml:trace>
  <inkml:trace contextRef="#ctx0" brushRef="#br0" timeOffset="152993.1">12940 14101 115 0,'1'-20'189'0,"3"3"-3"16,1 0-12-16,0 0-8 0,1 0-3 15,-3 1-6-15,1 3-8 0,0 4-6 16,-3 0-10-16,2 1-7 0,-1 3-14 0,2-2-12 16,-4 2-17-16,1 0-14 0,-1 5-25 0,0 0-5 0,0 0 0 0,-2 16-5 15,-6-2-4-15,-1 12-9 0,-1 4-4 0,-8 17 2 16,3 4-2-16,-4 0-3 16,0 8-4-16,1-5 2 0,-1 3-1 0,3-2-4 0,1-2-2 0,2 0 1 0,3 0-3 15,1-4 1-15,5-15-5 0,0 0 9 16,3-3 10-16,-3-4 1 0,4-7-2 15,0-4-5-15,-3-3 4 0,3-2-2 16,0-4 0-16,-1 1 25 0,1-1 26 0,0-3 19 0,-2-2 3 0,2-2-10 16,-9 0-10-16,9 0-6 0,-19-6-6 15,3-2-2-15,-1-1-5 0,0 0-6 16,-2-2-8-16,-3-2-8 0,3 3-8 0,0 0-8 0,2 2-7 0,-1 1-6 0,4 0-13 16,-3 5-10-16,7-5-19 0,-4 4-17 15,5-1-22-15,1 3-27 0,2 0-38 16,0-1-50-16,2-1-49 0,4 3-142 0,0 0-423 0,0 0 187 0</inkml:trace>
  <inkml:trace contextRef="#ctx0" brushRef="#br0" timeOffset="153303.04">12572 14488 144 0,'0'0'222'15,"-4"-1"-20"-15,4 1-22 0,0 0-22 16,0 0-12-16,18-4-16 0,-4 4-13 16,8-3-4-16,9-1-18 0,3-1-10 15,7 0-7-15,10 0-10 0,3 1-7 0,-16-1-6 0,-1 3-9 0,-1-2 0 16,-4 0-7-16,-4 1-6 0,-9 1-1 0,0 2 1 15,-8-1-7-15,-5 1 1 0,2-2-6 16,-1 2-4-16,-2 0 1 0,-5 0-5 0,0 0-8 16,5-4-11-16,-5 4-18 0,0 0-16 15,0 0-19-15,-26 4-31 0,18-4-26 0,0 2-36 0,-3-1-136 0,3-1-311 16,2 0 139-16</inkml:trace>
  <inkml:trace contextRef="#ctx0" brushRef="#br0" timeOffset="153817.04">13406 14333 82 0,'8'0'167'0,"1"-3"-14"0,1 3-16 0,2 0-16 0,-2 0-12 0,4 3-11 16,-1-1-10-16,0 3-9 0,-1 0-5 16,0 0-15-16,-3 3-5 0,-1 1-5 15,-1-2-6-15,0 4-8 0,-5-3-1 16,1 4-1-16,-7 1-1 0,1-2 1 0,-7 4-3 0,-2-2-2 0,-1 1 2 16,-2 2-3-16,-5-6 3 0,4 2-1 15,-8 4-1-15,8-7-2 0,-1-4 3 0,4-1 4 16,1 1-2-16,0 0 7 0,7-3 23 15,-4-2 18-15,5 3 19 0,-4-3 19 0,4 3 14 0,4-3-7 0,0 0-14 16,-3-9-10-16,7 2-8 0,5-2-16 0,2-4-5 16,4-1-7-16,0 0-8 0,10-3-8 15,-3 0-3-15,0 0-7 0,1 0-3 16,-6 7-4-16,0-2-6 0,0 3-2 0,-2-1-1 0,0 3-4 0,-2 1-2 16,-3 2-4-16,-1 2-1 0,-1-1-8 15,-2 1-1-15,3 2 0 0,0 4-2 0,-4-3 0 16,3 3-2-16,-3 4 2 0,3-1-3 0,-3 3-2 15,0-1 2-15,-2 4 2 0,-1-1 0 0,1 4-2 0,-2-1 4 0,-1 0-6 16,0 2-23-16,0-1-7 0,0-4-20 16,0 0-23-16,0-2-27 0,0 2-29 15,3-3-51-15,-1 0-19 0,-2 0-214 0,5-4-451 0,-1-1 200 0</inkml:trace>
  <inkml:trace contextRef="#ctx0" brushRef="#br0" timeOffset="154099.46">13943 14214 111 0,'0'0'218'0,"0"0"-29"0,9-2-18 15,-9 2-21-15,9 9-15 0,-1-1-17 16,0 1-13-16,4 5-3 0,0 2-9 0,2 6-10 16,-3 0-7-16,0 3-6 0,1 4-5 0,-8-4-6 0,1 7-9 0,-6-1-4 15,-3-1-4-15,-5 4 2 0,-4 2-5 0,-11 4-1 16,-8-1-1-16,-1-3-3 0,-4-2-3 16,-4-5-15-16,9-7-25 0,-15 3-31 15,-3-4-43-15,0-5-55 0,0-2-171 0,14-8-335 0,-1-5 148 16</inkml:trace>
  <inkml:trace contextRef="#ctx0" brushRef="#br0" timeOffset="154453.76">13406 14086 57 0,'-15'8'163'0,"-8"8"-6"16,-3 6-3-16,-10 10-16 0,0 4-11 15,-4 5-5-15,3 7-11 0,0-4-11 0,6 6-10 0,3-3-11 0,5 3-6 16,7-1-8-16,4-3-3 0,11 2-7 16,5-13-1-16,6-2 1 0,8-1 17 15,16 7-7-15,6-6-9 0,8-6-33 0,10-2-78 0,2-9-110 0,5-7-112 16,-5-9-299-16,-1-2 133 0</inkml:trace>
  <inkml:trace contextRef="#ctx0" brushRef="#br0" timeOffset="156818.01">14963 14219 179 0,'0'0'196'0,"-5"-2"-19"0,5 2-13 15,-3-3-18-15,3 3-15 0,0 0-4 0,0 0-25 32,-4-2-12-32,4 2-6 0,0 0-10 0,0 0-10 15,0 0-8-15,0 0-7 0,0 0-2 0,0 0-6 16,-2-5 5-16,2 5-12 0,0 0-6 0,0 0 1 0,15-1-3 0,-8-1-4 16,2-2-3-16,2 4 1 0,-2-7 0 0,5 2-4 15,-2-3 1-15,-2 4-4 0,2-4 0 0,-1 2 8 16,-1-2 6-16,1-1-1 0,-4 1 4 0,3-2 3 15,-4 2 6-15,2-3 9 0,-7 6 0 0,3-2-3 16,0 1 0-16,-4 1-7 0,1 0-5 0,-2-1-6 16,-3 4-5-16,-1-2-3 0,-3 3-5 0,-6 2 3 15,-5 2-3-15,0 1-3 0,-10 6 6 0,-1 1-11 0,-2 3-2 0,-1 4 3 16,-12 5-5-16,2 5-2 0,1-3-2 16,1 5-2-16,10-9 2 0,3 3 0 0,0 1 0 0,1 1 4 15,8 0-8-15,1 1 1 0,4-2 1 0,5 1 3 16,7-6 2-16,4 0-5 0,7-2 6 15,10 4 2-15,9-1-2 0,8-6 2 0,19 2 1 16,6-11-3-16,3 4 2 0,28-10 2 16,-25 0-5-16,25-5 5 0,-30 0-2 15,2 0-4-15,-4-5-9 0,-5 2-9 0,-5-4-10 16,-9 4 0-16,-8-1-5 0,-4-3 4 0,-3 3-3 16,-7 2 6-16,-1-2 6 0,-11 3 2 0,0-1 7 15,-3 2-2-15,-4-2 2 0,-1 2-1 0,-3 1 1 0,-4-1 0 16,-6 2 0-16,-2 2 6 0,-5 2 2 0,-7 3-8 15,0 0 3-15,0 4-1 0,0-2-2 0,2 4 3 0,-1 1 13 16,8-1-5-16,1 0-11 0,2 3 3 0,3-2-2 16,0-1 3-16,7 2 0 0,2 0 1 0,3-2 10 15,3 1 1-15,7 0-1 0,6-2 2 0,5 1-3 16,10-3 1-16,2-3 0 0,4-4 2 0,4-1-1 16,-3-3 0-16,-1-3-2 0,-2-2 5 0,-2 1 0 15,-4-1-1-15,-5-3-1 16,-3 4 4-16,-3-5-6 0,-2 0-2 0,-4 1 3 15,-2-3-4-15,-4 3-1 0,-2 1-11 0,-3-5 0 16,-1 4 0-16,-6-2-3 0,-1 2 3 0,-2 0-2 16,-3 2-1-16,-1 0-1 0,-5 5-9 0,1-4-7 15,-4 7-3-15,0-1-8 0,3 3-20 0,0 0-17 16,5 2-17-16,1 0-41 0,0-1-149 0,1 5-308 16,4-3 137-16</inkml:trace>
  <inkml:trace contextRef="#ctx0" brushRef="#br0" timeOffset="157219.26">16010 14296 90 0,'2'-2'218'0,"-2"2"-25"0,0 0-17 0,2-5-20 15,-2 5-21-15,0 0-12 0,3-2-13 0,-3 2-10 16,0 0-13 0,0 0-11-16,-16 5-5 0,6 2-12 0,-1-2 12 0,-2 3-26 15,-3 0-1-15,2 2-6 0,-2 0-3 0,4 0-6 16,-1-1-5-16,3 1-6 0,1 0 1 16,0-1-2-16,1 4-1 0,5-6-2 0,1 5-6 15,2-2 7-15,2 0-3 0,5 1-1 0,-1-1 0 0,7 0 3 16,2-1-5-16,2 4-4 0,2-4 0 0,0-2 1 15,-1 0-2-15,1 3 2 0,-1-2-4 0,-4-3 4 0,-2 1-4 16,-2-1-7-16,-1 0-8 0,-4-2-3 0,0 2-3 16,-2-1 5-16,-3-1 0 0,-5 0 6 0,-3 4 0 0,-5-3-5 15,-5 3 5-15,-10 1-5 0,1-3-8 16,-2-1-13-16,-2 2-27 0,2-2-27 0,-2-2-40 16,3 2-142-16,10-4-292 0,-4 1 130 0</inkml:trace>
  <inkml:trace contextRef="#ctx0" brushRef="#br0" timeOffset="157867.06">16573 14180 225 0,'0'-4'247'0,"0"4"-25"0,0 0-25 0,-1-5-21 15,1 5-21-15,0 0-22 0,0 0-10 0,0 0-19 16,0 0-10-16,0 0-9 0,0 0-11 0,1 13-7 15,-1-5-7-15,-1 2-10 0,-1 2-6 0,1 4-3 16,-3 1-5-16,2 1 3 0,-3-1-8 0,1 2-6 16,-1 0 0-16,0 4-3 0,-1-4-3 0,1-2-4 0,-1 2-1 0,0-2 0 15,2 2-3-15,-1-6 0 0,2-1 1 0,-1-1-4 16,-1-2-2-16,4-4 3 0,-3 1 2 0,4-1 2 16,0 0 24-16,-1-1 16 0,-2-1 26 0,3-3 24 15,0 5 36-15,0-5 0 0,0 0-7 0,0 0-20 16,0 0-10-16,9-15-6 0,-4 6-10 0,4-1 8 15,2-4-29-15,6-5-12 0,1-1 3 0,0 0-9 0,1 0-15 16,2 2 5-16,-3-2-1 0,-2 3-8 0,-2 3-5 0,-1 2-4 16,1 0 10-16,0 2-11 0,-2 1-2 0,-3 3-7 15,0-1-4-15,-2 2 1 0,0 3-6 16,-2 1-1-16,2 0 2 0,1 2-11 0,-2 1-8 16,1 2 7-16,-1 5 0 0,1-1-1 0,-1 1 6 15,-1 3-5-15,3 3 2 16,-4 0-1-16,-1 2 5 0,0-1-4 0,2 1 1 15,-5-2 1-15,0 2-2 0,3-2 1 0,-3-1-3 16,0-2-1-16,0 0 1 0,0-3 1 0,-3-1-3 16,3-2-1-16,0 0-3 0,0-1 0 0,0 0 3 15,0-1 3-15,3 0 5 0,-3 0 1 0,0-4 2 0,0 0 2 16,0 4 2-16,0-4 4 0,0 0 1 0,0 0 1 16,-3 5 1-16,3-5-4 0,0 0 1 0,0 0-48 0,0 0-39 15,0 0-34-15,0 0-28 0,0 0-44 0,0-16-48 16,4 11-266-16,-3-2-542 0,4-3 240 0</inkml:trace>
  <inkml:trace contextRef="#ctx0" brushRef="#br0" timeOffset="158267.54">17162 14197 48 0,'0'0'249'0,"5"-2"-27"16,-5 2-24-16,4-3-26 0,-4 3-19 0,0 0-14 16,0 0-14-16,0 10-15 0,-4-3-12 0,2 2-9 0,-3 2-7 0,-2-1-9 15,-2 6-9-15,-1-1-8 0,1 2-4 16,-3 0-6-16,2-1-4 0,-4 6-5 0,5-8 0 16,-3-2-8-16,5-1 1 0,1-4 1 0,-1-2-6 15,2 4-1-15,3-5 4 0,-1-1 27 0,1 1 35 16,-1-1 35-16,3-3 34 0,0 0 2 0,0 0-26 0,0 0-15 15,-3-11-17-15,6 5-6 0,0-5-11 0,2 4-7 0,2-4-12 16,-2 1-6-16,3-1-6 0,1-1-8 0,-3 3 0 16,2 1-5-1,-3 1-10-15,0 0-4 0,-1 3 2 0,0 0-13 16,1 0-3-16,-1 2-19 0,-4 2-11 0,6-1 1 16,-6 1-1-16,9 6-1 0,-5-1-3 0,4 2-2 15,-3 0-11-15,0 3-4 0,0 1-16 0,3 1-16 16,1 0-25-16,0 5-21 0,-3-3-27 0,-2-1-33 0,0-1-34 15,2 0-41-15,-5-2-188 0,1-1-473 0,-1-3 211 16</inkml:trace>
  <inkml:trace contextRef="#ctx0" brushRef="#br0" timeOffset="158474.67">17051 14247 59 0,'0'0'279'0,"-8"-6"-15"15,4 6-25-15,4 0-22 0,0 0-24 0,0 0-19 16,0 0-18-16,0 0-13 0,23-2-23 0,-1 1-27 16,11 1-38-16,3 0-36 0,5-2-51 0,13 2-52 15,-2-1-62-15,-15-1-146 0,2-5-316 0,-4 2 140 0</inkml:trace>
  <inkml:trace contextRef="#ctx0" brushRef="#br0" timeOffset="158985.37">17576 14141 132 0,'8'-2'193'0,"-2"0"-21"16,6-2-8-16,-1 1-25 0,7 1-12 0,-1 2-12 15,3 2-14-15,-5 0-6 0,1 2-14 16,0 0-7-16,-3 3-12 0,-4 0-5 16,1 2-7-16,-1 2-6 0,-1-1-7 0,-4 3 0 0,-3 4 10 0,0 2-17 0,-3-2-4 15,-6 1-3-15,0 0-2 16,-7 4-2-16,2 0-3 0,-3-7 0 0,-5 4-4 15,-1 1 1-15,1-3-2 0,4-5-3 16,1-2-1-16,0 1 1 0,1-3 0 0,3 0 2 0,2-4 3 0,1 1 12 16,4-1 28-16,1-1 21 0,-1-1 27 0,0-1 28 15,5-1-3-15,0 0-12 0,0 0-15 16,2-11-9-16,6 3-12 0,1 0-4 0,8-4-7 0,1-5-8 0,5-3-9 16,-2 1-4-16,1 0-5 0,3-2-4 15,-3 3-4-15,0 1-3 0,0 0-3 16,-8 4-3-16,-1 1 7 0,-3 6 4 15,-5-4 3-15,3 7-2 0,-4-1-6 0,1 0-6 0,1 0-10 0,-3 2-26 0,-3 2-7 16,0 0-6-16,0 0 6 0,2 11 1 0,-4-6 2 16,0 7 3-16,-4-1-1 0,2 5 0 15,2 1-3-15,-1 1-2 0,-1-2 1 16,3 4 2-16,2-3-3 0,3 1-7 0,4 0-9 0,3-2-28 0,1-1-45 16,12 5-60-16,3-8-84 0,0 1-192 15,3-7-481-15,2 0 213 0</inkml:trace>
  <inkml:trace contextRef="#ctx0" brushRef="#br0" timeOffset="159735.23">16443 14812 90 0,'-12'0'154'0,"10"2"-16"16,2-2-12-16,0 0-12 0,0 0-9 0,-7 0-10 15,7 0-6-15,0 0-11 0,0 0-2 16,0 0 3-16,0 0 3 0,0 0-2 0,-9-2 3 0,9 2 3 16,0 0-7-16,0 0 0 0,0 0-4 0,0 0-9 15,0 0-4-15,0 0-9 0,0 0-3 16,0 0-5-16,0 0-10 0,0 0-7 0,0 0 2 15,0 0-4-15,0 0-4 0,0 0 0 16,0 0-4-16,0 0 1 0,0 0-2 0,0 0-8 0,-7 2-1 0,7-2 1 16,0 0-2-16,0 0-3 0,0 0 5 15,0 0-1-15,0 0 0 0,0 0 1 0,0 0-5 16,0 0 2-16,0 0 3 0,0 0 0 16,35-5 2-16,-7 3-3 0,8-2 4 0,22-4 16 0,6 4-1 0,37-7 11 15,-11 1 3-15,13 2 2 0,1-3 0 0,9 1-2 16,-1 3-4-16,-3-4-2 0,-7 6 0 15,-5-5-6-15,-30 4-6 0,-2-1 2 16,0 1-2-16,-5 0-2 0,-4-1-3 0,-6 2 1 0,-13 3-4 0,-10-8-2 16,-4 9 1-16,-5-2 4 0,-5 2 18 15,-2-2 16-15,-3 2 12 0,-2 1-5 0,-1-3 2 16,1 1-4-16,-6 2-13 0,8-2-15 16,-5 1-20-16,-3 1-26 0,0 0-24 0,0 0-33 0,0 0-36 0,0 0-37 0,-15 5-47 15,7 0-74-15,-2 1-146 0,-4-2-447 16,2 0 199-16</inkml:trace>
  <inkml:trace contextRef="#ctx0" brushRef="#br0" timeOffset="160235.74">17402 14958 51 0,'0'0'190'0,"-7"0"-12"0,7 0-22 16,0 0-23-16,0 0-15 0,0 0-12 16,0 0-12-16,0 0-8 0,0 0-8 0,0 0-2 0,0 0-13 0,0 0-5 15,17 4-11-15,-9-4 3 0,2 0 3 16,2-3-3-16,-4 3-16 0,-2 0 9 16,0-1-8-16,1 0-6 0,0-1 9 0,-3 1 9 0,1 0 0 0,-5 1 0 0,7-3-4 15,-7 3-8-15,1-3-6 0,-1 3-5 16,0 0-4-16,-17-2-6 0,3 2 1 0,-4 2-8 15,-3 4 5-15,-10 0-7 0,3 2-2 16,-3 0 2-16,3 1-4 0,1 3 2 0,2 0-7 0,2 2-1 0,4-2-1 16,2-2 5-16,3 3-6 0,-1-1-2 0,3 2 5 15,6-4-5-15,2 2 2 0,1 0 12 16,7 0 10-16,5 0 5 0,13 5 6 16,7-6-5-16,10 0 3 0,15-1-30 15,8-6-42-15,-1-1-53 0,6-5-78 0,-1-3-129 0,22-9-334 0,-28 3 147 0</inkml:trace>
  <inkml:trace contextRef="#ctx0" brushRef="#br0" timeOffset="160867.81">18869 14701 127 0,'-5'-10'209'16,"1"-1"-22"-16,-1 0-19 0,0 4-14 0,-4-1-17 0,-5-1-11 16,-3 2-15-16,-2 2-11 0,-2 0-12 0,-7 1-9 15,2 0-6-15,4 4 0 0,-1 0-6 16,-5 3-6-16,10 0-11 0,-5 1-4 0,1 2-3 16,3 1-11-16,1 0 2 0,2 2-7 0,0 0-1 15,2 2 0-15,4-1-3 0,1 1-1 0,2-3-10 0,2 3 2 16,2 0 0-16,3-2-3 0,1 1 5 0,3-1 1 15,5-1-1-15,0 1-4 0,1-1-3 0,4-5-1 16,3 2-2-16,2-3 1 0,1 0 12 0,0-4 8 0,-3 1 8 16,0-4 10-16,1-2 3 0,0-2 5 0,-4-3 3 15,1 1 12-15,-3-3 2 0,-2-2-2 0,3-9 0 16,-4 1 3-16,-2 0 3 0,1-2-7 0,-3-2-8 16,-1 1-3-16,0-1-7 0,0-1-6 0,-1-2-3 15,1 1 1-15,-2 2 8 0,0-2 9 0,0 6 5 16,-2 5 4-16,0 3-13 15,0 3 2-15,0 4-9 0,-2 1-9 0,2 1-5 16,0 2-13-16,-1 2-33 0,1 3-9 0,-5 0-1 16,5 0 5-16,-9 11-1 0,5-2 0 0,-3 5 6 15,-3 5-1-15,1 6 4 0,2 1-6 0,-3 1-14 16,2 2-10-16,4 5-17 0,0-4-12 0,0 5-16 16,2-3-27-16,-1 2-13 0,7-2-24 0,-5-2-34 15,5-5-14-15,-2-1-48 0,1-7-141 0,-1-4-418 0,1-5 185 0</inkml:trace>
  <inkml:trace contextRef="#ctx0" brushRef="#br0" timeOffset="161299.59">18909 14509 99 0,'10'-2'187'0,"1"0"-20"0,4 1-18 16,-1 2-16-16,1 3-9 0,4 1-18 0,-1 4-4 16,-3 1-17-16,0 0-9 0,1 5-3 0,-7 0-16 15,0 3-2-15,-3-1-5 0,-2 3-13 0,-4-3 4 0,-5 7 3 0,-4 0-6 16,-1 2-3-16,-8-5 2 0,3 0-1 0,-4-2-5 16,3-4 2-16,1-2-4 0,-2-2-6 0,1 0-2 15,1 0 3-15,3-5 6 0,3 1 8 0,0-2 9 16,0-1 15-16,5 1 23 0,0-3 24 0,-1 0 33 15,5-2 19-15,-4 1-5 0,4-1-19 0,0 0-7 16,9-12-20-16,-1 4-12 0,10-6-11 0,2-4-8 0,2 0-6 16,2-2-8-16,2-1-7 0,3-2-9 0,-1 1-8 15,3-2 3-15,-7-1-4 0,-2 7-12 0,-2-2 1 16,-8 9-1-16,-2 1 3 0,-2 2-7 0,-3 2-3 16,-1 0-8-16,0 1-2 0,-1 3-13 0,-3 2-7 15,0 0 0-15,0 0 6 0,-19 14-1 0,5-2-5 16,3 5 4-16,-1-1 0 15,-3 5 1-15,2 2-1 0,3 0-12 0,5 2-11 16,2 0-4-16,6-5-22 0,6 2-33 0,6 3-47 16,8-4-86-16,4-3-329 0,9-3-594 0,17-2 262 15</inkml:trace>
  <inkml:trace contextRef="#ctx0" brushRef="#br0" timeOffset="164112.97">19812 10602 35 0,'0'0'172'0,"-6"-2"-16"0,6 2-13 16,0 0-8-16,0 0-12 0,0 0-7 0,0 0-8 16,0 0-12-16,0 0-1 0,0 0-6 15,0 0-5-15,0 0-2 0,0 0-5 0,0 0-3 16,0 0 0-16,0 0 0 0,0-3-2 0,0 3-5 15,0 0-6-15,6-5-7 0,-2 1-6 0,2-2-5 16,1 1-12-16,3-4-1 0,-1 1-2 16,4-4-2-16,1-3-2 0,5-3-6 15,0-2 4-15,0-1-10 0,-1-1 1 0,3-1 1 0,-1-3-5 16,-3 0 0-16,-1-3-3 0,0-1 2 16,-1 2-5-16,-2-4-5 0,-2 0 2 0,2 0 2 15,-4 2-3-15,0-2-2 0,-1 1 3 0,-2-1 5 0,-5 3 3 0,1 3 2 0,0 0 3 0,-4 8-1 16,0-1 0-16,1 2 5 0,-2 2 2 15,2 2-4-15,-3 0 2 0,2 2 4 16,-2 1-6-16,0 2-1 0,2 0-7 0,-1 2 6 16,3 0-5-16,-4 1-2 0,4 1 0 0,-5 1-4 15,2 1-6-15,3 2 5 0,-11-2-3 0,11 2 0 16,-11 5 4-16,3-1-2 0,-2 3-8 0,1 1 2 0,-2 6 2 0,0 1-3 16,-2 8 3-16,2 5-3 0,-2-1 2 0,0 3 1 31,2 3-1-31,-1 0 1 0,3 1 0 0,-5 12 1 0,5 1-7 0,1-10 8 0,3-2-1 0,-5 10 0 15,5-13-3-15,1-1 5 0,2 1 2 0,0-3-3 16,2-1 2-16,0-3 1 0,4-6-1 0,-4 0-1 16,2-2-2-16,3 0 6 0,1-5-4 0,-1-2 2 15,0 0 3-15,0-2 2 0,7 0 3 0,-6-3 6 16,8-4 7-16,-2 2 3 16,7-2 0-16,0-3 1 0,2-2-1 0,-1-2 2 15,0 1-2-15,0-5 1 0,5-4-3 0,-10 5-4 16,2-4-1-16,1-1-2 0,-4 1-1 0,0-1-1 15,0-2-1-15,-3 1 2 0,-1 0 0 0,-5-1-8 16,0 5 5-16,-4 0 3 0,2-2-4 0,-3 2-4 16,-3 0-2-16,-2 2 2 0,-3 2-6 15,-4 1 2-15,-5 2-3 0,-2 2 0 0,-8 2 1 0,-2 2-5 0,2 1-2 0,-1 3 6 16,1 2-5-16,-1 0-7 0,1 1-11 0,1 3-5 16,7-3-11-16,1 1-15 0,-1 1-19 15,6 0-25-15,-2 1-19 0,5-1-31 0,2-2-24 16,3 0-183-16,3-1-384 0,2-1 169 0</inkml:trace>
  <inkml:trace contextRef="#ctx0" brushRef="#br0" timeOffset="164965.2">20451 10365 123 0,'0'0'186'0,"0"0"0"0,-1-5-8 0,1 5-12 16,0 0-13-16,0 0-9 0,0 0-4 0,0-5-7 15,0 5-15-15,0 0-13 0,0 0-6 0,0 0-9 0,0 0-7 0,0 0-14 0,0 0-8 16,0 0-8-16,0 0-9 0,0 0-5 16,0 0-5-16,0 0-6 0,0 0 1 0,-6 17-7 15,3-10-2-15,0 5 1 0,0-3-3 0,-3 3-5 16,4 1 0-16,-2 2-2 0,-1 1 0 0,-4 0-4 16,5 0 2-16,3-1 0 0,-4 0-4 15,2-4 1-15,-1 2-2 0,3-4-2 0,0 2-7 16,-2-2 13-16,3-1-4 0,0-2 1 0,0-1 3 15,0-1 0-15,0-1-3 0,-1 2 9 16,1-5 21-16,0 5 27 0,0-5 29 0,0 0 35 16,-4 4 6-16,4-4 5 0,0 0-28 0,9-10-12 0,-5 3-9 0,1-2-10 0,4-2-6 15,1-3-6-15,0-2-15 0,2 0 14 0,1-2-21 16,-2 2-6-16,2 0-7 0,-3 2-1 16,3 0 3-16,-3-1-7 0,-2 8-1 0,-2-3-10 15,-2 4 2-15,-1 2-7 0,2-1-1 0,-1 1-2 16,-2 1-9-16,1 1-24 0,-3 2-11 15,6-1 0-15,-6 1 1 0,5 6 5 0,-3 0 5 16,0 1-2-16,-1 3 3 0,2 3 2 16,-3-1 3-16,2 5 4 0,-2 0-1 0,-2-1 5 15,2 2-1-15,0 0 2 0,-4-1 1 0,4 0 1 0,-2-2 2 16,0 0 0-16,-3 0 1 0,5-5 1 16,0-1 0-16,0 3 0 0,0-7 2 0,-2-1 1 0,2 1-1 0,0 0 2 0,0 0 5 15,0-5-2-15,0 7 3 0,0-4 4 0,0-3 1 16,0 4 7-16,0-4 4 0,0 0 6 0,0 0-2 15,0 5-7-15,0-5 9 0,0 0-12 16,0 0 2-16,0 0 6 0,0 0-16 0,2 3 4 16,-2-3-6-16,0 0-5 0,0 0-9 15,0 0-14-15,0 0-15 0,0 0-15 0,0 0-15 16,0 0-21-16,0 0-24 0,0 0-16 0,0 0-28 16,5 3-25-16,-5-3-45 0,8 0-225 15,-8 0-487-15,15-6 215 0</inkml:trace>
  <inkml:trace contextRef="#ctx0" brushRef="#br0" timeOffset="165391.19">21187 10355 75 0,'0'0'257'0,"0"0"-8"0,-8-2-9 0,8 2-10 15,0 0-15-15,0 0-17 0,0 0-10 0,0 0-12 0,-3-1-19 16,3 1-17-16,0 0-13 0,0 0-13 16,0 0-11-16,15-8-12 0,0 7-11 0,2-3-19 15,2 0-23-15,-1-1-20 0,1 3-20 16,9-3-24-16,-6 3-27 0,-1-1-25 0,2-1-26 15,-4 4-22-15,-1-3-17 0,2 2-38 0,-7 1-160 16,-2-3-370-16,1 2 165 0</inkml:trace>
  <inkml:trace contextRef="#ctx0" brushRef="#br0" timeOffset="165559.21">21203 10481 64 0,'-9'7'131'0,"2"-2"-4"0,1-3 12 16,1 3 2-16,-2-3-6 0,4 1 1 0,3-3 12 15,0 0 13-15,8 5-4 0,1-5-12 16,8-3-13-16,11 1-11 0,3 2-11 0,2-4-12 16,9 0-13-16,12 0-26 0,-2-1-38 15,3 0-43-15,1 0-50 0,-5-1-64 0,-15 1-178 16,0 0-339-16,1-1 150 0</inkml:trace>
  <inkml:trace contextRef="#ctx0" brushRef="#br0" timeOffset="166060.25">22493 9876 146 0,'1'-12'192'0,"3"2"0"0,0 0-4 0,-3 1 2 0,3 2-12 16,-1 1-18-16,-1 2-13 0,-1-1-14 16,2 1-13-16,-3 1-17 0,0 3-14 0,1-5-12 15,-1 5-10-15,0 0-8 0,0 0-9 16,0 0-7-16,0 12-4 0,-1-5-3 0,-2 5-7 15,2 5-3-15,-1 2-1 0,-1 6 2 0,2 4-4 16,-3-1-2-16,2 0-1 0,0 0-1 16,0 1-8-16,0-3-6 0,1-1-22 0,1-5-19 15,-2-1-23-15,0-2-25 0,2-2-32 0,-2-3-42 0,-2 0-167 16,3-3-350-16,-1-2 155 0</inkml:trace>
  <inkml:trace contextRef="#ctx0" brushRef="#br0" timeOffset="166418.41">22153 10391 127 0,'-10'3'146'15,"4"-1"-10"-15,-1 0-18 16,1 0-8-16,-1 1-7 0,1-2-15 15,2 0-9-15,-1 2-11 0,5-3 5 0,0 0-15 0,-4 3 2 16,4-3-1-16,0 0 15 0,0 0 5 0,0 0 1 16,9 4 1-16,5-4-4 0,-1 0-10 0,10-1-8 15,8-1-2-15,2 0-9 0,7-3-2 0,17-1-5 16,4 0-2-16,1 2-8 0,-1-7 9 0,6 5 5 16,-4-2-4-16,-5 1-5 0,-3 3 2 0,-19 0-4 0,-1 0-3 15,-7 2-1-15,-7 2-6 0,-3-3 1 0,-7 3-9 16,1 0-1-16,-2-1-2 0,-3 0-2 0,0 1-6 0,-7 0-5 15,6 0 2-15,-6 0-7 0,0 0-13 0,0 0-25 16,-20 7-20-16,10-3-25 0,-4 0-41 0,1 0-20 16,-5 1-171-16,5-2-346 0,-1 1 154 0</inkml:trace>
  <inkml:trace contextRef="#ctx0" brushRef="#br0" timeOffset="166796.94">22644 10643 119 0,'-3'1'183'15,"1"2"-5"-15,2-3-8 0,0 0-6 0,-5 1-9 16,5-1-15-16,0 0-16 0,0 0-8 0,0 0-9 0,0 0-16 15,0 0-9-15,22-4-3 0,-11 3-9 0,-1-2-8 0,-1 1-5 16,1-1 7-16,-1-1 4 0,-2-1-3 0,0 1 6 16,2 0-6-16,-5-2-5 0,1 1-7 0,-3-1-3 15,0 2-6-15,-2-1-7 0,0 0-4 0,-4 0-6 16,-4 3-5-16,-2 1-2 0,0 0-4 0,-10 2-5 16,2 0-4-16,-9 7 0 0,-1 4-4 0,1 2-2 15,0 2 2 1,0 2-5-16,4 6 4 0,0-2-4 0,2 2-2 0,5 5 1 15,5-3 6-15,4 1-2 0,6-1 4 0,6 1 1 16,9-1-4-16,6-1 4 0,20 5 5 0,-7-12-4 16,20 2-17-16,8-3-38 0,4-5-67 0,27-5-81 15,-26-9-186-15,1-1-412 0,21-11 182 0</inkml:trace>
  <inkml:trace contextRef="#ctx0" brushRef="#br0" timeOffset="167535.19">23991 9582 90 0,'-5'-1'107'0,"5"1"-19"0,-11 2-6 15,5 1 7-15,-5 4-7 0,0 5-12 0,-1 4 9 16,-3 4 1-16,-2 4-9 0,0 5-11 0,-2 16 13 16,-2 2-6-16,-2 5 3 0,-3 29 5 0,1 0-6 0,10-24-6 15,2 30-6-15,-6-7-5 0,11-21-2 0,3 1-6 0,-1 0 2 16,4-1-6-16,1 1-9 0,-1-2-2 0,3 2 2 15,0-1-11-15,2-3 7 0,-1-1-1 0,1-3-7 16,-3-2-9-16,-4-2 9 0,3-13-3 16,-3-2 0-16,0-2 0 0,-5-2-5 0,2-3 4 0,-4-1 1 15,1-8 7 1,0 0 4-16,1-1-1 0,-5-4 7 0,-2 4 1 16,1-4 1-16,1-3 9 0,-2-1 1 0,5-3 9 15,-2 1-5-15,1-3 0 0,1 0-4 0,1-1 0 16,3 0-5-16,0 0-6 0,1-2 2 0,-1 3-8 15,7-3-10-15,-10 0-26 0,6 1-37 0,4-1-39 16,-7 3-38-16,3-2-28 0,-1 3-211 0,0 0-390 16,1-3 173-16</inkml:trace>
  <inkml:trace contextRef="#ctx0" brushRef="#br0" timeOffset="168268.16">23719 11655 94 0,'0'0'214'0,"0"0"-23"0,0 0-20 0,0 0-16 0,0 0-15 0,-16 15-16 15,7-4-6-15,-1 4-13 0,-8 4-7 0,0 2-18 16,-2 0-10-16,-1 5-3 0,-3-1-8 0,-3 1-11 16,1-2 2-16,-3 4-7 0,0-4-4 0,1 1-8 15,-3-6 3-15,4 0-6 0,4-1-1 0,0-4 0 16,4-1-1-16,8-9-2 0,2 4 4 0,1-4 34 15,-1-1 30-15,3-1 5 0,6-2-4 0,-13-7 8 0,7 0 4 0,0-3 6 16,3 0 3-16,1-7-22 0,1-2-11 0,2-7 5 16,2 7-20-1,2-7-8-15,1 8-9 0,2 0-1 16,-2 3-7-16,-2 4-2 0,1-2-9 0,-1 6-8 16,0 0-2-16,2 5-4 0,1 2-5 0,4 1-3 15,3 5-4-15,0 3 1 0,8 8 0 0,2 1-4 0,2 4-21 16,1-1-19-16,4 1-27 0,9 8-44 0,-8-10-41 0,0 0-52 15,1-1-291-15,3-2-534 0,-5-7 237 0</inkml:trace>
  <inkml:trace contextRef="#ctx0" brushRef="#br0" timeOffset="169491.13">24186 8778 157 0,'0'0'153'16,"-12"8"-10"-16,3 3-20 0,-3 1-13 0,-2 4-8 16,-4 5-14-16,-4 5-4 0,2-1-4 15,-3 1-7-15,-1 2-14 0,-8 11-4 0,2-2-1 0,7-8-8 0,2 0-9 0,-2 1 1 0,5-1-4 16,-3-4-5-16,6-3 4 0,-2-3-8 16,3-6-5-16,5-4-2 0,4 1 5 0,0-3 2 15,-1-2 32-15,2 0 42 0,1 0 45 16,-2-3 32-16,5-2 16 0,-6 0-6 0,6 0-35 15,-3-6-12-15,3-5-18 0,0 1-14 0,3-6-8 16,-1-1-13-16,4 0-14 0,1 0 1 16,2-2-8-16,-4 2-7 0,4 4-9 0,-3 4-1 15,1-1-13-15,-5 5-3 0,2 0-5 16,0 0-17-16,0 2-10 0,2 2-5 0,-6 1-2 0,16 7 1 16,-10 0-6-16,8 0-9 0,0 3 1 0,0 5-14 0,4 4-5 0,3 0-11 0,-6 3-23 15,7-2-24-15,-1 1-16 0,1-2-39 16,-3 0-37-16,4-1-53 0,-6-4-188 0,-2-6-464 15,-2 1 205-15</inkml:trace>
  <inkml:trace contextRef="#ctx0" brushRef="#br0" timeOffset="169845.19">24398 9085 143 0,'0'0'130'15,"0"0"5"-15,0 0-28 0,0 0-2 0,0 0-10 16,0 0-8-16,0 0-1 0,0 0-1 15,0 0-10-15,0 0-5 0,0 0-15 0,0 0 8 16,0 0 7-16,0 0-10 0,0 0 1 0,22-5 1 0,-9 3-10 0,7-3-9 0,7 0-2 16,0-2 0-16,8-1-7 0,1-1-2 0,3 1-2 15,11-4-5-15,-11 1-5 0,0 1-11 16,-3 4-1-16,-4-3-14 0,-4 4-23 0,-9 3-19 16,-6-3-23-16,-1 0-40 0,-7 3-150 0,-1-2-281 15,-4 3 126-15</inkml:trace>
  <inkml:trace contextRef="#ctx0" brushRef="#br0" timeOffset="170071.41">24591 8919 75 0,'-2'-4'264'0,"-1"3"-6"16,3 1-18-16,-4-4-23 0,4 4-21 15,-2-4-22-15,2 4-19 0,0 0-24 0,0 0-23 16,0 0-10-16,-8 9-12 0,7 1-6 0,0 1-8 16,-3 6-11-16,1 1-6 0,-1 1-5 0,2 8-3 0,-1-2-9 0,2 2-28 0,0 1-11 15,5-1-16-15,-1 1-13 0,1-5-20 16,0 1-19-16,1-5-37 0,3-2-41 0,-7-3-186 16,4-4-360-16,-1-3 159 0</inkml:trace>
  <inkml:trace contextRef="#ctx0" brushRef="#br0" timeOffset="170654.15">25027 8649 171 0,'0'0'167'0,"8"-2"-21"16,-2-1-10-16,1 0-13 0,2-1-11 0,4 4-9 0,0 0-15 0,1 2 3 0,4 1-6 15,1 0-6-15,-1 1-7 0,0 4-7 0,1-1-8 16,-2 2-8-16,-2 1-1 0,-2 2-6 0,-2 1-2 16,-1 1-11-16,-5 2 1 0,-1-1-4 0,-3 4 3 15,-4 0-4-15,-4 5-3 0,-4-1-2 16,-4-1-2-16,-4 0-4 0,0 0 0 0,-3-3 1 16,0 1-2-16,-1-2-2 0,0-1-5 15,2-2-1-15,6-5 6 0,-1 0 0 0,6-1-5 16,-2-4 3-16,3 2-1 0,3-2-1 0,1-2-1 15,-1 1 0-15,2-1-4 0,0-1 1 16,1 0 8-16,3-2 11 0,0 0 8 0,0 0-1 0,18 3 7 0,-5-3-5 0,5 0-6 16,1-3 3-16,4 1-2 0,6-3-6 0,3 1 2 15,0-2-1-15,-4 2 0 0,3-1-2 0,-4 0 0 16,-6 2 1-16,-1 1-2 0,-1-2 2 16,-8 3-2-16,-1-1-1 0,2 0 5 15,-6 1-2-15,2 1 1 0,-3 0-1 0,-5 0-2 0,8-4-2 16,-8 4-8-16,5 0-20 0,-5 0-10 0,0 0-14 15,0 0-9-15,0 0-19 0,0 0-24 16,0 0-17-16,0 0-37 0,0 0-206 0,0 0-376 16,0 0 167-16</inkml:trace>
  <inkml:trace contextRef="#ctx0" brushRef="#br0" timeOffset="171084.46">25791 8775 118 0,'0'0'252'16,"0"0"-13"-16,-10 0-21 0,10 0-23 0,0 0-18 15,0 0-20-15,0 0-23 0,20-10-7 0,-8 10-18 16,2-2-17-16,4-2-4 0,1 1-15 0,0 0-8 0,3-2-10 0,0 1-7 16,5-2 1-16,-6 0-9 0,6-1-4 0,-9 2-2 15,2-2-1-15,-4 1 7 0,-1-3-3 0,-5 4 3 16,-1-1 6-16,-2 2 6 0,-1 0 0 0,-2 0-6 16,0-2-7-16,-6 2-5 0,-1 3-4 0,-5-2-9 15,-6 3 0-15,-14 4-5 0,-4 4 0 0,-3 1-5 16,1 4-4-1,-2 2 1-15,-10 6-3 0,14-3-3 0,5 1-1 0,-1 3-1 16,6 2-1-16,1-2 0 0,8 2 2 0,-1 4-3 16,6-2-1-16,7 0 5 0,7 0-2 0,7 1 1 15,10-3 4-15,20 6 1 0,9-8-30 0,6-4-50 16,6-3-83-16,30-3-279 0,-29-11-473 0,28-1 209 16</inkml:trace>
  <inkml:trace contextRef="#ctx0" brushRef="#br0" timeOffset="172200.87">24631 10125 95 0,'1'-10'160'15,"3"-1"-7"-15,-4-2-4 0,3 1-3 0,0-3-5 16,3 0-1-16,-4 2-8 0,-1 1-7 0,1 2 0 16,0-2 2-16,0 3-3 0,-2 3-10 0,0 0-11 15,2 3-13-15,-2-2-8 0,0 2-10 0,0 3-13 16,0-5-9-16,0 5-10 15,0 0-1-15,-11 13-6 0,4-2-4 0,-7 14-5 16,3 4-3-16,0 4-1 0,-5 13-5 16,2 5 0-16,-2 0-3 0,6 4-1 0,0-1-2 0,2 2-1 15,2-5-1-15,1-1 5 0,-2 2-3 0,5-2-4 16,-1-2 2-16,2-2-2 0,1-10 1 0,4-3 2 16,-2-2-1-16,1 0 2 0,-3-4-6 0,0-8-3 15,-3-2 3-15,3 0 1 0,0-5-2 0,0-2 2 0,-2-1 1 0,2-2 5 16,0-2 7-16,-3 2-2 0,2-2 6 0,1-2 0 15,-5-1-1-15,0 1-2 0,-7-3 1 0,2 1-4 16,-1-1 1-16,0-1-1 0,-3 1-5 0,3-3 0 16,-3 1-1-1,2 0-16-15,0 0-13 0,-3-1-22 0,2 2-22 0,-2 0-25 0,1 1-28 16,0 0-22-16,1-3-52 16,-3 0-160-16,4 3-381 0,1 0 168 0</inkml:trace>
  <inkml:trace contextRef="#ctx0" brushRef="#br0" timeOffset="172533.13">24218 10722 96 0,'-8'-4'204'16,"8"4"-7"-16,0 0-13 0,-6-1-17 0,6 1-17 0,0 0-17 0,0 0-12 16,19-6-15-16,-4 3-12 0,11-4-6 0,6 4-9 15,5-3-8-15,4 0-7 0,15-4-9 0,-1 2-4 16,-1 1 0-16,-4 1-7 0,-14 2 0 0,-6 0-7 16,-2 1-4-16,-5 3-8 0,-6-1-7 0,-3 1-9 0,-4 0-11 15,-1 0-11-15,-2 0-3 0,-7 0-11 0,6 1 7 16,-6 2 2-1,0-3 0-15,0 0-5 0,-15 5-17 0,3-4-4 16,2 1-19-16,-3 0-12 0,0-2-14 0,4 3-22 16,-1-1-150-16,-3-2-282 0,6-1 125 0</inkml:trace>
  <inkml:trace contextRef="#ctx0" brushRef="#br0" timeOffset="173049.56">25016 10494 152 0,'6'-1'146'0,"3"1"-7"16,-3 0-18-16,6 0-11 0,-1 1-9 0,-1 0-17 15,0 4-14-15,2 0-1 0,-3 1-11 0,0 2-9 16,1 0 0-16,-2 4-9 0,-3-2 0 0,-4 2 0 16,3 5-11-16,-4-5 5 0,-5 5-1 0,0 6 3 15,-6-6 4-15,-1 5-5 0,-3-2-3 0,1-3-2 0,-2-5 2 0,2 0 3 16,-1 1-1-16,1 0-3 0,0-2-5 0,1-5 3 16,5 0 0-16,1 0 4 0,-1-2 4 0,2 0 18 15,2-1 18-15,0 1 22 0,0-2 24 0,0-1 22 16,4-1-9-16,0 0-14 0,0 0-17 0,3-13-11 15,3 4-12-15,2 0-9 0,5-6-4 0,5-4-8 16,1-2-9-16,2 0-7 0,-1 1-2 0,3-3-7 0,0 3-8 0,0-1 14 16,-3 3-20-16,-2 3 0 0,-4 1-4 0,-1 4-2 15,-4-1 0-15,0 6 0 0,-2-2-3 0,-2 2-2 16,-1 2 0-16,0 1-7 0,0-2-14 16,-1 2-18-16,-3 2 0 0,0 0 3 0,0 0-3 0,2 10 0 15,-3-3 4-15,-2 3 2 0,-1 2 8 0,-1 3-2 16,0 2 2-1,1 1 3-15,1-1-7 0,0 0-7 0,3 1-3 16,0-1 0-16,0 2-10 0,4-2-22 0,0-4-18 16,1 1-22-16,-1-4-23 0,3 0-32 0,0 0-71 0,0-8-125 15,2 2-384-15,-1-3 169 0</inkml:trace>
  <inkml:trace contextRef="#ctx0" brushRef="#br0" timeOffset="173281.59">25459 10423 81 0,'0'-3'265'0,"1"1"-30"0,2-2-27 0,-3 4-21 16,2-2-25-16,-2 2-14 16,0 0-16-16,11 11-15 0,-5-4-14 0,0 5-9 15,3 1-5-15,-2 5-5 0,-1-1-10 0,0 11-8 16,-2-2-5-16,-1 1-2 0,-2 3-6 0,-1-1-20 15,-4 1-15-15,-3-1-15 0,0 0-18 0,-4 0-6 16,-6-4-16-16,0-3-20 0,-4-1-36 0,-1-4-61 16,-6-3-163-16,2-5-341 0,7-3 152 0</inkml:trace>
  <inkml:trace contextRef="#ctx0" brushRef="#br0" timeOffset="173581.92">25027 10290 202 0,'-2'-5'215'0,"-1"1"-23"16,-1 2-28-16,2 0-18 0,2 2-15 0,0 0-12 15,-17 6-16-15,8 4-10 0,-4 4-8 0,-2 10-9 0,-2 2-12 0,-2 7-7 16,-2 7-4-16,6-6-7 0,-2 12-3 0,8-12-5 16,1 1-4-16,4 12-1 0,5-13-2 15,3 1 0-15,8-1-6 0,5-4 0 0,5-3 1 0,10-3-2 16,13 2-4-16,6-2-42 0,3-6-50 0,-1-5-102 16,4-7-128-16,-5 1-326 0,0-6 144 0</inkml:trace>
  <inkml:trace contextRef="#ctx0" brushRef="#br0" timeOffset="174465">26177 10265 199 0,'2'-3'205'15,"-2"3"-18"-15,2-2-15 0,-2 2-21 0,2-4-20 16,-2 4-5-16,0 0-23 16,0 0-21-16,0 0 3 0,0 0-9 0,-6 9-10 15,-3-2-5-15,0 2-5 0,-5 4-5 0,-5 4-9 16,-4 0-3-16,0 2-3 0,-1-1-7 0,-1-1-1 15,1 0-5-15,1 2 1 0,0-2-5 0,4-1-4 16,2 0 3-16,5-5-2 0,-2 4-2 0,2-3-5 16,2-3 1-16,4 1 0 0,0-1-7 15,1 0 3-15,3-1 3 0,2 0-2 0,0-3-1 0,2 2 1 0,5 2 2 0,2-1-2 16,6 2 1-16,0-3 2 0,6 0 1 0,6 3 4 16,-1-2-2-16,1 2-1 0,-9-2-3 0,8 2 5 15,-7 1-7-15,-2-3 3 0,-1 2-9 16,-2-1 3-16,0 3 1 0,-7-2-1 0,0-2-3 0,-2 0 0 15,0 3 2-15,-5-3-5 0,-5 4 3 16,0-3-4-16,-4 1 8 0,-4 0-4 16,-2 2 0-16,-4-3-3 0,-5 1 4 0,2-3 1 15,-5 2-1-15,2-1-1 0,5-3-3 16,-3-2 4-16,2 1-1 0,-1-1-10 0,4-1-16 0,0 0-17 16,7-2-16-16,-2 1-20 0,4-4-24 0,4 1-42 0,1-1-160 0,4-2-327 0,1 0 145 15</inkml:trace>
  <inkml:trace contextRef="#ctx0" brushRef="#br0" timeOffset="174734.93">26387 10655 252 0,'2'-2'273'0,"-2"2"-23"16,2-3-21-16,-2 3-24 0,0 0-21 0,2-3-22 15,-2 3-20-15,0 0-14 0,0 0-14 0,0 0-14 16,0 0-13-16,0 0-8 0,0 0-9 0,4 10-7 16,-4-3-6-16,-4-2-2 0,4 3-10 0,0 1-4 15,0 3-2-15,-2 0-4 0,0-4-3 0,2 3-4 16,-2-1-4-16,-1-2-17 0,3 4-15 16,-2-7-14-16,0 3-16 0,0-1-6 15,-1 0-16-15,-1 0-17 0,0 0-10 0,0-2-16 16,-3 0-34-16,1-4-51 0,-2-1-136 0,8 0-349 15,-13-4 156-15</inkml:trace>
  <inkml:trace contextRef="#ctx0" brushRef="#br0" timeOffset="174889.93">26374 10490 97 0,'2'-7'187'0,"2"0"-24"0,-2 0-14 15,0 5-16-15,-1-4-23 0,1 2-31 0,-2 4-23 16,2-2-25-16,-2 2-17 0,0 0-18 15,0 0-41-15,0 0-117 0,10 7-175 0,-8-2 77 0</inkml:trace>
  <inkml:trace contextRef="#ctx0" brushRef="#br0" timeOffset="175281.16">26656 10588 215 0,'0'0'219'15,"0"6"-25"-15,0-3-20 0,0-3-20 0,0 8-14 16,-1-1-15-16,-2 0-12 0,2 4-15 0,-3 2-9 16,-1 4-7-16,1 1-7 0,-4 2-5 0,1-3-8 15,-1 1-8-15,3 0-7 0,0-1-9 0,3-5 2 0,-1-2-5 0,1 0 0 0,0-3-2 16,0 0-4-16,0-2 3 0,2 0 21 15,-2-1 25-15,2 0 31 0,0-4 24 0,0 0-13 0,0 0-7 16,0 0-11-16,10-8-13 0,0 1-10 16,-1-3-6-16,0-3-5 0,5-1-7 0,-4 1-9 15,2-3-3-15,3 0-11 0,-3 5 9 0,-1 1-20 16,-3 4-2-16,0-3 0 0,-3 5-3 16,2 1-4-16,-2-3-13 0,-1 5-8 0,3-2-8 15,-1 3 0-15,2 3-12 0,-3 1-2 16,4-1-8-16,0 4-10 0,0 4-9 0,1-3-23 15,-2 3-17-15,6 2-20 0,-3 1-15 0,3-2-41 16,0-1-29-16,-1 0-232 0,-3-3-463 0,2-1 206 16</inkml:trace>
  <inkml:trace contextRef="#ctx0" brushRef="#br0" timeOffset="175916.66">27362 10464 8 0,'0'-4'231'0,"0"4"-32"0,0 0-18 16,0 0-25-16,0 0-17 0,0 0-15 15,0 0-12-15,0 0-15 0,0 0-11 16,-5 16-9-16,3-6-7 0,-3-1-10 0,4 3-1 16,-2 0-9-16,1 3 0 0,-5 1-4 0,1-1-10 15,5 2-8-15,-3 2-2 0,0-2 0 0,0 0-2 16,0 0-8-16,0-1 5 0,3-3 2 0,-4-2-8 0,1-2 3 0,1 2-4 0,1 1-2 0,2-7 0 15,0 1 4-15,-1 1-9 0,-2-3 11 16,2-3 19-16,1 4 27 0,0-1 23 0,0-4 26 16,-2 8 21-16,2-5 19 0,0-3 12 15,0 0 9-15,0 0-20 0,0 0-21 0,6-12-17 16,-5 3-10-16,4-5-21 0,4-1-8 0,0-1-15 16,0-2-14-16,4 0-10 0,-3 3-9 15,7-7-10-15,-2 1 7 0,-3 6-6 0,-1 1-8 16,-2 4 4-16,-1 2-5 0,1-2-4 15,-3 3 4-15,-1 3-3 0,0-2-9 0,-1 2 6 0,-1 1-14 0,2 1-9 0,-5 2 11 0,9 0-14 16,-5 3-2-16,1 3 9 0,1 1-7 16,0 2 0-16,0 2-4 0,-1 3 10 15,1 1 1-15,-1 1-3 0,0 0 4 0,0 2 4 0,-1 0-2 16,1 3 9-16,-2-3-7 0,-2 0 0 0,2-2 4 16,-2 1 1-16,-1-7-7 0,0 0 8 15,0-1-11-15,0-2-3 0,1 0-2 0,-2-1-1 16,1-1 4-16,0-1-1 0,0-2 8 0,0 2 3 15,0-4-1-15,0 6-1 0,0-6 8 16,0 0-2-16,-1 5-1 0,1-5 5 0,0 0-15 16,0 0-18-16,0 0-19 0,0 0-63 0,0 0-86 0,0 0-80 0,-3-20-199 0,3 11-517 15,3 0 229-15</inkml:trace>
  <inkml:trace contextRef="#ctx0" brushRef="#br0" timeOffset="176331.33">27836 10505 92 0,'0'0'252'0,"0"0"-26"0,2-3-28 16,-2 3-23-16,0 0-19 0,0 0-18 0,0 0-15 15,2 9-11-15,-4-2-14 0,1-1-13 16,-4 3-8-16,2 2-10 0,-2 1-5 0,-5 2-8 15,5 1-2-15,-3 2-5 0,-1 0-5 0,-1 0-1 16,1 0-15-16,0-1 7 0,0-2-7 0,3-3 3 16,2-4-3-16,0 2-2 0,0-5-2 0,-1 0-1 15,2 2 0-15,1-1 5 0,-2-4 22 0,3 4 29 16,-1-1 37-16,0-1 30 0,2-3 16 16,0 0 20-16,0 0-8 0,0 0-20 0,0 0-13 15,4-13-21-15,1 2-14 0,4 3-15 16,-3-1-10-16,2 1-3 0,0 0-10 0,-1 0-13 0,1 0-3 0,-3 1-7 0,-1 2-4 0,1 3-11 15,0-3 2-15,-2 2-32 0,2 1 1 16,-1 1-25-16,-4 1 1 0,9 4 0 0,-3 1-20 16,0-1-2-16,2 3-6 0,-3-2-12 0,0 4-4 15,2 2-4-15,3 3-24 0,-4-2-24 16,0 1-20-16,-3-3-32 0,1-1-30 0,2 4-32 16,-2-4-251-16,-2 1-525 0,-1-5 232 0</inkml:trace>
  <inkml:trace contextRef="#ctx0" brushRef="#br0" timeOffset="176545.16">27714 10542 91 0,'0'0'260'0,"-7"0"-12"0,7 0-20 0,-6-2-10 15,6 2-21-15,0 0-21 0,0 0-18 0,0 0-16 16,21-4-15-16,-2 4-15 0,12-1-23 16,0 1-32-16,2-1-37 0,5 1-32 0,4 0-38 15,-5-1-51-15,3 1-60 0,-5-4-140 0,-5 1-324 16,-2-1 144-16</inkml:trace>
  <inkml:trace contextRef="#ctx0" brushRef="#br0" timeOffset="177087.78">28182 10480 84 0,'6'-2'169'0,"3"0"-22"0,3 0-2 0,-1 0-12 16,2 2-20-16,1-1-6 0,-1 2-12 0,1 0-12 16,3 2-14-16,-6 1 0 0,3 0-12 15,-2 2-7-15,-2 1-2 0,-2 1-8 0,-1-1-3 0,-3 3-6 16,1 0 0-16,-5 1-2 0,2 2-3 16,-6 2 11-16,-1 2-14 0,-2-1 5 0,-1 2-1 15,-4-1-3-15,0-1-6 0,-2-2 2 0,1 0 5 16,-1-1-9-16,3 2 4 0,1-8-7 15,0 4-1-15,-1-5 1 0,5 1 5 0,-1-2 7 16,1-3 3-16,2 4 18 0,0-4 14 0,-1 1 28 0,4 1 24 0,-2-1 25 0,3-3 44 16,0 0-19-16,0 0-20 0,0 0-13 0,3-13-19 15,3 3-9-15,2-4-10 0,2 1-13 0,-1-3-10 16,2 1-6-16,5-3 9 0,-3 2-30 16,5-6-15-16,-1-1-15 0,-1 3 3 0,0-2-6 15,-3 6 1-15,-4 1-1 0,1 3 0 0,-2 2-4 16,-3 3 1-16,0-3-5 0,-1 5 3 15,-1 1-13-15,-1 1-11 0,-1 0-2 0,-1 3 0 16,0 0 2-16,0 0 0 0,0 0 1 16,-19 10 1-16,10 0 2 0,-1-3-2 0,1 8 5 0,0-2-3 15,-1 3 0-15,1-2 2 0,3 3 0 16,2 1-2-16,4-1 1 0,0 1 8 0,6 0-5 16,7 3 7-16,6 0-7 0,4-4-16 0,5 0-36 0,7-3-48 0,12 0-78 0,-7-7-300 15,8-2-531-15,-7-2 235 0</inkml:trace>
  <inkml:trace contextRef="#ctx0" brushRef="#br0" timeOffset="177862.52">27217 11115 50 0,'0'0'144'0,"-10"0"-3"15,10 0-3-15,0 0 0 0,-6 0 1 0,6 0-5 16,0 0-4-16,0 0 1 0,0 0-3 16,0 0-8-16,0 0-11 0,-8 0-4 0,8 0-9 15,0 0 3-15,0 0-5 0,0 0-2 0,0 0-8 0,0 0-7 16,0 0-11-16,0 0-6 0,-8 0-7 0,8 0-4 15,0 0-8-15,0 0-4 0,0 0-4 0,0 0-4 16,0 0-4-16,0 0-2 0,0 0 2 0,0 0-9 0,0 0-1 0,0 0-1 16,0 0-4-16,0 0 3 0,0 0-3 0,0 0-3 15,0 0 3-15,0 0-4 0,0 0 0 16,0 0-1-16,0 0 1 0,0 0 4 0,0 0-1 0,0 0-2 16,0 0-5-16,0 0 6 0,23-2 1 0,-2-1-3 15,8-2-3-15,4 1 2 0,20-4 1 0,4 1-1 16,6 0-4-16,29-5 6 0,0 3 11 0,0-2-1 0,1-1 8 15,3 4 2-15,-32-2 5 0,1 3-4 0,27-4 1 0,-32 4-4 16,-4 1 0-16,-17 4-5 0,11-6 0 16,-12 6-1-16,-5 0-3 0,-2-1 1 0,-12 2-7 15,-1 0 3-15,-7-1-1 0,-2 2-4 0,0 0 1 16,-4-1 3-16,2 1-17 0,-7 0-21 0,7 0-19 0,-7 0-9 16,6 1-5-1,-6-1-7-15,0 0-17 0,0 0-27 0,-17 10-31 16,4-6-49-16,2 1-209 0,-6-3-431 0,3 2 192 15</inkml:trace>
  <inkml:trace contextRef="#ctx0" brushRef="#br0" timeOffset="178394.23">27953 11286 92 0,'-5'3'217'0,"5"-3"-11"0,0 0-25 0,0 0-11 15,0 0-21-15,0 0-10 0,0 0-15 0,0 0-5 16,0 0-9-16,0 0-9 0,0 0-14 0,0 0-2 16,0 0-10-16,0 0-8 0,0 0-4 0,22-3-5 0,-12 3-3 15,2-1-7-15,-2 0-1 0,1-2-7 16,0 2 2-1,0 0 3-15,-2-3 14 0,-1 2 3 0,-2 1 13 16,2-2 9-16,-4 3 1 0,-1-2-4 0,1-1-10 0,-4 3-6 16,7-1-12-16,-7 1-13 0,2-3-3 0,-2 3-10 15,0 0-9-15,0 0 2 0,0 0-7 0,-13-3-4 16,2 6-1-16,-1 1-4 0,-8 1-2 0,5 5-3 16,-6 0 0-16,3-1-1 0,0 5-2 0,4-2-2 15,-1 0-1-15,2 2 0 0,1 3-7 0,6 0-5 0,0 0-1 16,6 1 0-16,6 2 6 0,7-1 2 0,10 2 2 15,4-3 1-15,6-4-16 0,18-4-46 0,3-2-51 16,3-6-63-16,1-4-246 0,10-7-467 0,22 0 207 0</inkml:trace>
  <inkml:trace contextRef="#ctx0" brushRef="#br0" timeOffset="179164.09">29576 10905 122 0,'-11'-13'135'16,"-5"1"-7"-16,-3 3-18 0,-1 0-8 0,-10 0-9 0,0 2-14 16,-4 1-5-16,0 2-8 0,-1 4-1 0,-2 3-11 15,3-2 10-15,-2 3 1 0,0 1-15 16,3 1 4-16,5 1 0 0,-1-1-4 0,3 5-5 16,8-1-9-16,0-3-8 0,4 2 4 0,-2 0-10 0,7-1 0 0,-1 0-2 15,4 1-4-15,1 0 8 0,3-2-9 0,0 3-1 16,4 0 23-16,3 0 7 0,3-3 1 0,5 2 6 15,4-2-2-15,2-1-5 0,0-1-5 0,3-1 6 0,0-2-1 16,6-2 7-16,-1-6 5 0,1 1 9 16,-1-1 6-16,-2-5-2 0,1 3 6 0,-3-7 9 15,-1 1 5-15,-7 0 0 0,4-4-5 0,-1-4-8 16,-4-4-3-16,-2 4-8 0,0-5-3 0,-3-1-8 0,0-1-6 0,1-1-3 16,-4-2-7-16,-1-1-1 0,-1-1-8 0,-1 1-1 15,1-1-4-15,-3 0-6 0,-1 2 22 0,0 5-5 16,-1 3 5-16,-3 5-3 0,4 6 1 0,-1 2-7 15,1 1 2-15,0 2-10 0,-2 1-10 0,0 3-4 16,2 4-21-16,-2 0-3 0,2 0 1 0,-7 5 1 16,0 5 0-16,0 1 3 15,-2 9-6-15,0 2 13 0,0 5-8 0,1 1-1 16,1 2 1-16,4 0 6 0,1 2 1 0,2-3 1 16,4 2 0-16,1-1 6 0,1 0-5 0,3-2 5 15,0 0-6-15,0-3 2 0,-1-8 0 0,-1 1-3 16,-1 0-21-16,-1-8-23 0,1 2-22 0,0-1-20 15,-4-5-20-15,0 3-20 0,-1-1-16 0,2-4-5 16,-3 2 2-16,-4-2-13 0,0-1-245 0,-2-1-438 0,-3-2 193 0</inkml:trace>
  <inkml:trace contextRef="#ctx0" brushRef="#br0" timeOffset="179616.54">29683 10626 101 0,'8'-2'218'0,"0"0"-20"15,-1-1-25-15,6 3-15 0,-4 0-18 0,5 2-16 16,-3 1-17-16,-1 1-11 0,1 3-12 16,-2 1-6-16,0 1-11 0,0 6-5 0,-4 0-7 0,2 3-7 15,-5-1-3-15,-1 3-3 0,1-1-5 0,-6 8-4 0,-3-5-3 16,1-3 3-16,-3 0-7 0,1 0-2 0,-3-2-1 15,0 0-3-15,2-2-1 0,-2 0-5 0,1-1 1 16,1-4 5-16,1-3-2 0,3 1 5 0,1-4 1 16,-2 2 16-16,5-2 23 0,-2-1 27 0,2 0 27 15,-3-2 32-15,4-1 21 0,0 0-6 0,0 0-15 16,0 0-3-16,8-10-26 0,3-2-17 0,2-2-8 0,9-5-8 0,-5 0-11 16,2-2-5-16,1-5-14 0,2 5-5 0,1-5-3 15,-3-2-5-15,1 5-4 0,-1 2 0 0,-2 0-2 16,-8 6-10-16,-1-1 21 0,0 7 7 0,-1 0 1 15,-4 2-11-15,-2 2-10 0,2 1-11 0,-1-1-11 16,0 3-20-16,-3 2-10 0,0 0 5 0,0 0 1 16,0 0-6-16,-12 16 0 15,5-7 18-15,2 7-15 0,-4 0 1 0,4 2 3 16,1 1-6-16,4 7 4 0,8 2 0 0,3-2 0 16,9 0-12-16,8 0-41 0,18 7-63 0,7-5-87 15,32 7-132-15,-23-18-238 0,29-2-630 0,-26-9 278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7:09:02.45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25538 6861 134 0,'-4'-2'195'0,"4"2"-7"0,-5-3-6 15,5 3-6-15,-4-4-4 0,4 4-12 16,-1-3-7-16,1 3-12 15,0 0-9-15,0 0-12 0,-4-3-8 0,4 3-14 16,0 0-10-16,0 0-10 0,0 0-8 0,-4-2-10 0,4 2-7 0,0 0-7 0,0 0-5 16,0 0-4-16,0 0-5 0,0 0-3 15,0 0-5-15,-12 5-2 0,9-4-2 0,3-1-1 16,0 0-3-16,-6 3-1 0,1-2 1 16,5-1-7-16,-7 1-1 0,7-1 1 15,-5 1-6-15,5-1-1 0,-2 3-2 0,2-3 4 0,0 0 0 0,0 0-3 16,0 0-6-16,0 0 1 0,-3 2 0 15,3-2 2-15,0 0-4 0,0 0 4 0,33 0 4 16,-1-2-3-16,6-2 1 0,24-1 2 0,0 1-2 0,30-5-6 0,2-3 1 16,-28 11 1-16,26-3-2 0,-33-1 3 0,2 5 1 15,-1-3-1-15,-7-1 1 0,-15 3 1 16,-1-3-6-16,0 1 9 0,-6 3-2 0,-3-4 2 0,-5 2-8 0,-4-1 7 16,-5 3 0-16,-1-1-2 0,-3 1-4 15,-3-1-3-15,0 1-2 0,0-1-2 0,-4-1-7 16,-3 2 0-16,8 0 3 0,-8 0-7 15,0 0-23-15,0 0-49 0,0 0-30 16,0 0-30-16,-9-7-191 0,2 5-376 0,-1-1 167 0</inkml:trace>
  <inkml:trace contextRef="#ctx0" brushRef="#br0" timeOffset="452.3">26538 6556 8 0,'0'0'225'0,"0"0"-14"16,0 0-14-16,0 0-15 0,0 0-18 0,0 0-9 15,0 0-11-15,0 0-16 0,0 0-19 16,0 0-5-16,0 0-14 0,0 0-13 0,0 0-9 16,15 9-8-16,-5-3-6 0,2 1-6 15,5 0-11-15,2 3-1 0,8 4 1 0,-1-1-3 0,2 1-1 16,-2 3-7-16,-2-3 3 0,-1 3-5 0,-1-2-1 15,-7-3-1-15,-1 1-4 0,1 0-4 16,-4 0-6-16,-5-1-4 0,2-3-4 0,-6 8-8 0,-2-6-5 0,0 0 10 16,-4-1-3-16,-6 2 4 0,1 0 2 0,-9-2-1 15,3 1 2-15,-9 1-2 0,-2 0 0 16,3 0 0-16,3-3 2 0,-1 0 3 0,3-1-9 0,0-3 6 0,2 1 4 16,3-1-1-16,1 2-3 0,1-3 2 15,3-1-37-15,3 2-42 0,0-2-48 16,4-1-11-16,1 1-62 0,0-3-100 0,10 4-322 15,-10-4 142-15</inkml:trace>
  <inkml:trace contextRef="#ctx0" brushRef="#br0" timeOffset="1327.05">28130 6359 37 0,'0'0'231'0,"0"-6"-14"0,2 3-4 0,-2 3-6 0,0 0-6 16,0-5-11-16,0 5-5 0,0 0-13 15,0 0-15-15,1-4-18 0,-1 4-13 16,0 0-11-16,0 0-15 0,0 0-12 16,0 0-12-16,0 0-24 0,0 0-18 0,0 0-8 15,0 0-5-15,2 12-4 0,-4-2-3 0,4 1-3 0,-4 4 2 0,1 2 0 0,-3 4-5 16,4-3 0-16,0 8 3 15,-6-1-6-15,5-1 4 0,-2-5-7 16,3 0 6-16,0-3-2 0,-2 0-3 0,2 1 1 0,2-4 2 0,-2 0 0 0,-2-2 4 16,4-1-3-16,-2 1-4 0,0-5 4 15,0 1-1-15,-2-1 0 0,2-1-20 0,-2-1-8 16,2-1-8-16,0-3-5 0,2 6 4 16,-2-6-5-16,-2 4-4 0,4 0-10 15,-2-4-52-15,0 0-94 0,0 0-173 0,-6-11-400 0,4 6 177 0</inkml:trace>
  <inkml:trace contextRef="#ctx0" brushRef="#br0" timeOffset="2031.73">28137 6290 174 0,'0'0'189'0,"0"-8"-9"15,0 8-7-15,0-4-21 0,0 4-13 16,4-3-15-16,-4 3-10 0,7-6-19 0,1 3-5 0,0 1-4 0,5 1-14 15,-2-1-3-15,9 1-9 0,-1 1-4 16,2 1-2-16,1-1-6 0,5 3-3 16,2-1 1-16,-7 1-6 0,6 3-7 0,-7-1-1 15,-2 0-3-15,0 1-2 0,-5 1-15 16,0-1-2-16,-4 0 4 0,1 1-7 0,-4 2-6 0,0-1-5 0,-4 0-3 16,-3 0 2-16,-1 4-7 0,-3-3 2 0,-4 2 4 15,-3-2 4-15,-4 0-4 0,-3 1-1 16,-1-4 2-16,1 5-4 0,-4-5 9 0,3 3 0 0,1-1-1 0,-2-1-2 15,4-2-1-15,2 0 5 0,-1-1-3 0,4 2-1 16,0-2-1-16,5 1 5 0,1-3-1 16,-1 3 0-16,2-3-3 0,1 2 4 15,-1 0 4-15,4-2 0 0,3 4-2 0,3-2 3 16,3 1-2-16,1 0-1 0,7 2 5 0,-2-1-2 0,4 1 3 0,-1 2-6 16,9 1-3-16,-6-3 1 0,5 3 2 15,0 2-11-15,-9-2 13 0,2 1-7 16,-3-1 4-16,1 2 1 0,-4-2-2 0,1 2-2 0,-3 0 1 0,-6-3-4 15,1 0 1-15,-1-1-5 0,-4 0 0 16,-4 3-3-16,-2-4 3 0,-4 2 7 16,-5-1-7-16,-5 0 14 0,-6 1-6 0,-2-1 5 0,0-2 4 0,-1-2-1 0,-3 1 1 15,3-2 2-15,1-1 3 0,-1 0-6 16,6 0 18-16,2 1 1 0,2-1-6 16,4-1 2-16,2 1-7 0,2-2 1 15,1 0-2-15,2 2 1 0,7-2 0 0,-9-2-3 16,9 2 11-16,-12 0 3 0,12 0 1 0,0 0-3 0,-8 2 0 0,8-2-2 15,0 0 0-15,0 0-1 0,0 0-2 16,0 0-3-16,26-2-15 0,-26 2-22 16,15-1-32-16,-2 0-44 0,-1-2-53 0,0 1-229 0,0-3-409 0,0 2 182 15</inkml:trace>
  <inkml:trace contextRef="#ctx0" brushRef="#br0" timeOffset="2779.99">28420 6021 98 0,'-31'-2'131'0,"4"-3"-9"0,-1 2-6 0,6-1 2 15,1 1-14-15,-1 2-4 0,1-2-11 16,-7 2-5-16,8 1-10 0,-7 1-5 0,-4 2-9 16,10 1 3-16,-9 0-9 0,2 0-9 0,1 2-1 0,-1 4-9 0,1 1-4 15,-1 1-2-15,-4 1-2 0,2 2-6 16,-1 2 9-16,0 6-12 0,2-2-4 16,-2 0-3-16,2 1-2 0,-1 4 3 15,2-2 1-15,-6 9-7 0,11-5-8 0,1-1 12 0,3 2 1 0,-3 0-4 0,6 0 0 16,0 2-2-16,1-2-3 0,2 0-3 15,6-2 1-15,1 0 26 0,0-1 8 16,2-2 6-16,4 3 6 0,4-3 0 0,2 3 0 0,2-3-2 0,1 0 5 16,6 2 3-16,2 1 1 0,2-3-1 15,5 3 1-15,2-2 1 0,4 0-2 16,10 7 0-16,5-4-2 0,-2-1 1 16,2-2 0-16,2-3-1 0,-2 0-7 0,1-3-2 0,-9-4-2 0,14 2-6 0,-15-2 0 15,14-1-5-15,-1 0 0 0,0-2-5 16,-12-3-1-16,12 2 0 0,-11-5-2 15,-1 0 0-15,4-2-5 0,-1 1 7 16,-3-3 7-16,1-1 8 0,-2-1 2 0,-3 0 2 0,4-2 13 0,-5-1 8 16,-1-1 7-16,0-3 6 0,-2 1 6 0,2-3 6 15,-6-1 1-15,11-2-2 0,-7-1 6 16,2-1 1-16,0-5-5 0,-1 2-1 0,2 0-2 0,0-5 2 0,9-7 1 16,-5-2-11-16,-7 6-7 0,10-8 2 15,-12 8-3-15,-1-1-8 0,9-8-3 16,-11 6 1-16,-1 1 4 0,-3-2-5 0,-3-2 0 0,0 0 2 0,-6-2 1 15,-4 1-3-15,-5-4-6 0,-8-11 26 16,-10 3-12-16,-10 0-10 0,-13 0-13 16,-7 3-11-16,-30-9-11 0,18 18-24 0,-34-7-32 15,-10 0-33-15,-3 9-63 0,-2 12-64 0,-6 8-61 0,5 5-83 0,-1-4-407 16,11 4-806-16,3-9 357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7:09:15.73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2973 1708 192 0,'0'0'219'16,"3"-6"-12"-16,-3 6 1 16,2-2-9-16,-2 2-13 0,0 0-4 0,5-4-12 0,-5 4-13 15,0 0-10-15,0 0-13 0,3-5-12 16,-3 5-18-16,0 0-5 0,0 0-6 0,0 0-7 0,0 0-10 16,0 0-11-16,0 0-6 0,0 0-14 0,0 0-11 0,0 0-17 15,0 0-11-15,0 0-1 0,0 0-2 16,0 0-3-16,-12 17 3 0,2-8 1 15,-4 3-4-15,-8 5 7 0,0 1-4 0,-3 0-2 0,-3 2-6 16,1 1 8-16,0-3-1 0,0 3 0 0,3-2 1 16,-2 1-3-16,2-2-1 0,5 2 1 15,1-3-2-15,3-3 2 0,5-1-1 0,2-5 2 0,0 2 2 16,2 1-20-16,2-4-3 16,3 4-2-16,1-2 2 0,1-2 1 0,3 2 3 0,5-1 3 15,1 1 1-15,9 1 6 0,0 0-2 0,11 2 2 0,-2 3 0 16,1-5 2-16,2-1-3 0,-3 4-2 15,-1-4 5-15,-6-2-7 0,-1 0 9 0,-4 5-7 0,1-2 2 16,0 4-23-16,-2 6 2 16,-6-8 1-16,-1 3 1 0,-5 2 1 0,-4-3 0 0,-3 3 9 15,-7 0 3-15,-6 7 0 0,-7-5 6 16,-3 0 12-16,-1-2 18 0,-4 0 16 0,4-3 11 0,-4-5 11 16,1 1 8-16,3-3 11 15,1 2 6-15,1-5 13 0,9 0 7 0,-2-2 16 0,9 1 11 16,-2-2 6-16,12-1-4 0,-14 0 1 0,14 0-3 0,-8 3 5 15,8-3-6-15,0 0-11 0,0 0-12 16,0 0-14-16,-15-3-10 0,15 3-5 0,0 0-12 0,0 0-15 16,0 0-1-16,0 0-18 15,0 0-13-15,0 0-16 0,0 0-20 0,0 0-16 0,0 0-15 0,0 0-36 16,4-7-30-16,-4 7-40 16,0 0-49-16,0 0-48 0,0 0-63 0,0 0-292 0,0 0-653 15,0 0 289-15</inkml:trace>
  <inkml:trace contextRef="#ctx0" brushRef="#br0" timeOffset="871.55">3271 2109 319 0,'0'-3'337'0,"0"3"-15"16,0 0-8-16,-3-5-16 0,3 5-39 0,0 0-14 0,0 0-24 0,0 0-24 15,0 0-23-15,0-4-26 0,0 4-33 0,0 0-26 16,0 0-32-16,0 0-30 0,0 0-5 0,-1 12-2 15,0-5-3-15,-3 6-3 0,3 3-5 0,-2 9 8 16,-1 1-3-16,3-2-6 0,0 2 6 16,-2-1-7-16,3 2 1 0,-1-8-2 0,2 0 1 15,-1 0-1-15,3-2 5 16,-3-4-2-16,1-1-1 0,-1 0 1 0,1-1-1 16,3-5-1-16,0 3 3 0,-4-6 10 0,0 1 17 15,0 0 27-15,0-4 27 0,6 1 8 0,-6-1 13 16,12-9-4-16,-5 6-6 0,3-8-3 0,1 0-7 15,-1-1-8-15,3-4 2 0,-3 1-7 0,2-2-14 16,-1 2 0-16,1-3-7 0,-2 3-6 0,-3 6 4 16,1-2 5-16,-4-1-13 0,1 4 7 0,-1 0-1 0,1 3-8 15,-3-1-4-15,1 1-5 0,1 0-7 0,-4 3-14 16,0 2-3-16,4-4-17 0,-4 4-19 0,1-3-29 0,-1 3-26 16,0 0-21-16,0 0-11 0,0 0 10 0,0 0 14 15,0 14 6-15,0-3 6 0,-1 1 10 0,-2 0 5 16,2 7 7-16,1-2 8 0,-3 0 5 15,2-2 6-15,1 1 1 16,1 0 4-16,2-3 2 0,-2-1 3 0,-1-2 5 16,4 0 0-16,4 0 11 0,-2-3 5 0,3 1 7 15,3-4 4-15,8-2-5 0,9-2 5 0,3-6-36 16,4-2-50-16,0-2-84 0,14-9-106 0,-17 4-311 16,13-11-627-16,-6-3 278 0</inkml:trace>
  <inkml:trace contextRef="#ctx0" brushRef="#br0" timeOffset="2960.38">3916 1951 35 0,'0'-7'228'15,"3"2"-3"-15,-3 0-1 0,0 1-5 0,-3-3-7 16,3 2-2-16,0 5-16 0,0-8-10 0,0 5-9 16,0 3-17-16,0-6-9 0,0 6-20 0,0-5-13 0,0 5-13 15,0 0-21-15,-1-3-32 0,1 3-32 0,0 0-9 16,0 0-1-16,-2 20-2 0,2-2-1 0,-2 8 1 16,-2 5-3-16,0 2 1 0,-2 18 8 0,-2 5-5 15,3 0 3-15,0-1-1 0,-5-4-1 0,2 2 1 16,3-4-4-16,1-3 6 0,-1-12-2 0,1-3 3 15,-2 0-1 1,2-4 6-16,-1-7-7 0,1 0-1 0,0-4-5 0,2-3 5 16,-1-5 0-16,0 0-1 0,2-1 8 0,-2-2 40 15,1 0 31-15,0-3 41 0,2-2 23 0,-4 4-16 16,4-4-11-16,0 0-11 0,-17-6-17 16,8-2-11-16,0 1 0 0,2 0-11 0,-5 0 11 15,4-5-4-15,1 4-9 0,-1-1-11 0,-2-3 3 16,6 7-10-16,-1 0-4 0,1-2-6 0,-1 2-3 0,1 4-9 0,3-4-8 15,1 5-29-15,-5-5-37 0,4 1-35 0,1 4-35 16,0 0-36-16,0-4-42 0,0 4-36 0,0 0-38 16,7-3-53-16,-4 1-233 0,3-1-595 0,-2-2 262 15</inkml:trace>
  <inkml:trace contextRef="#ctx0" brushRef="#br0" timeOffset="3290.35">3659 2329 166 0,'0'0'205'15,"0"0"-16"-15,0 0-24 0,0 0-9 0,9 2-14 0,4-3-13 16,6 1-14-16,10-3-9 0,1 1-14 0,1-1-5 15,0 0-9-15,5 1-8 0,-4-3-8 0,3 0-3 16,-2 3-2-16,-1-2-15 0,-3-1-3 0,-7 2 6 16,-3-2-11-16,-6 5-3 0,-3 0-3 0,-1 0-5 15,-1 0-1-15,-8 0-6 0,10-1 7 0,-10 1 0 0,9-2-2 16,-9 2-5-16,0 0 0 0,0 0-9 0,0 0-5 16,0 0-5-16,0 0-12 0,-32 2-15 0,32-2-24 15,-18-2-19-15,10 2-33 0,2-3-45 0,6 3-155 16,-13-8-331-16,9 4 146 0</inkml:trace>
  <inkml:trace contextRef="#ctx0" brushRef="#br0" timeOffset="3697.77">4451 1924 117 0,'0'0'372'16,"0"-9"-16"-16,0 9-9 0,-2-7-22 0,2 7-21 16,1-5-23-16,-1 5-34 0,0 0-23 0,0-5-30 15,0 5-23-15,0 0-24 0,0 0-20 0,0 0-59 16,0 0-40-16,0 0-3 0,0 0-2 0,-9 27-5 16,4-8-2-16,-5 10 9 15,-3 5-13-15,0 12 1 0,-3 5-1 0,2 2 3 16,1 3 3-16,0-5-6 0,4-2-1 0,-2-3 1 15,7-13 5-15,0-4 1 0,3 3-8 0,-3-4 0 16,1-8 1-16,3-1 1 0,-1-3 1 16,-3-4-1-16,4-1-7 0,0-1 6 0,-1-6 1 15,2 3 5-15,-1-7 29 0,-1 8 33 0,1-8 27 16,-4 5 1-16,4-5-16 0,0 0-7 0,0 0-14 0,-26-8-11 0,15-1 1 16,3 3-6-16,-1-1-10 0,-6-3-10 0,5 3-17 15,1 0-17-15,-4-2-17 0,4 2-20 16,-1-1-24-16,0 3-24 0,1-2-11 0,1 2-31 0,3 1-27 15,-3 1-38-15,5-2-43 0,-1-1-52 0,1 1-251 16,3 5-584-16,0-17 259 0</inkml:trace>
  <inkml:trace contextRef="#ctx0" brushRef="#br0" timeOffset="3975.93">4187 2271 58 0,'0'0'220'0,"0"0"-9"16,-4 3-2-16,4-3-18 0,0 0-16 0,0 0-18 15,0 0-7-15,0 0-14 0,0 0-14 0,29 0-9 16,-8-3-12-16,8 2-12 0,2-1-7 0,5-5-10 0,-4 5-7 15,-2-1-4-15,0-1-7 0,-2 3-6 0,-9-4-4 0,0 3-9 16,-2 0-4-16,-2-1-16 0,-6 3-14 0,-9 0-24 16,17 0-23-16,-17 0-21 0,10-4-19 0,-10 4-32 15,0 0-37-15,4-3-170 0,-4 3-350 16,0 0 155-16</inkml:trace>
  <inkml:trace contextRef="#ctx0" brushRef="#br0" timeOffset="4313.84">4735 2227 343 0,'0'0'457'0,"0"0"-10"15,0 0-8-15,0 0-19 0,14-7-27 0,-14 7-29 16,0 0-34-16,0 0-33 0,0 0-26 0,4-6-34 15,-4 6-24-15,0 0-26 0,0 0-22 0,0 0-22 16,0 0-27-16,0 0-28 0,0 0-29 0,0 0-25 16,0 13-18-1,0-13-1-15,0 10 2 0,0 0-12 0,0-3 11 16,0 3-6-16,0 0 10 0,-4 4-9 0,3-1 5 16,0 3-35-16,-2-4-12 0,3-2-21 0,-1 2-15 15,-2-3-17-15,2 0-16 0,1-1-11 0,-3 0-16 16,2-4-10-16,1-4-1 0,0 9 7 0,-1-5 12 15,1-4-31-15,0 0-53 0,0 0-33 0,0 0-37 16,-8-16-35-16,4 7-167 0,-1-8-512 0,4-2 227 0</inkml:trace>
  <inkml:trace contextRef="#ctx0" brushRef="#br0" timeOffset="4476.46">4701 2034 56 0,'-3'-7'326'0,"0"4"1"16,3 3-3-16,0 0-9 0,0 0-22 0,-1-10-18 0,1 10-36 0,0 0-17 15,0 0-26-15,0 0-23 0,0 0-12 0,0-6-23 16,0 6-27-16,0 0-44 0,0 0-30 0,0 0-34 16,0 0-45-16,0 0-43 0,0 0-72 0,14 14-83 15,-14-14-217-15,3 8-495 0,-3-8 220 0</inkml:trace>
  <inkml:trace contextRef="#ctx0" brushRef="#br0" timeOffset="5214.41">5120 2147 225 0,'0'0'234'0,"0"0"-24"16,0 0-13-1,0 0-22-15,0 0-13 0,0 0-19 0,0 0-17 16,0 0-16-16,0 0-6 0,0 0-13 0,0 0-10 16,0 0-9-16,0 0-19 0,0 0-9 0,0 0-8 15,1 3-1-15,-1-3-7 0,0 0 0 0,6 2-3 16,-6-2-2-16,12 0 0 0,-7 0 1 0,7-1-1 15,-1-2-4-15,-1 1-4 0,3-1-1 0,0-2-3 16,1 4 0-16,-3-5-1 0,1 4 3 0,-3-4-2 0,0 3 2 16,-4 2 16-16,1-3 10 0,-2-2 18 0,0 6 9 15,-4 0-4-15,5-3-6 0,-5 3-11 0,0 0-5 16,0 0-10-16,0 0 1 0,-20-3-15 0,7 6 3 16,-5 0-6-16,0 6 3 0,-1-4-6 0,0 7 3 15,-10-2-4-15,5 3-2 0,1 0 1 0,4-3-4 16,5 5 4-16,-1-1-2 0,3 1-3 0,2-1 2 0,4-2-22 15,-2-6-5-15,7 7-4 0,-1 0 1 0,4-5 7 16,3 4 3-16,2-2 3 0,5-3-2 0,7 0 3 16,8-4 2-16,6-2 3 0,-1-1-2 0,4-4 3 0,0-2-1 15,1-1 0-15,-3 0 1 0,0-3 1 0,-1-4-1 16,-5 0 4-16,0 1 3 0,-1-1 6 0,-8 4 21 16,-2-3 18-1,-1 2 23-15,-7 1 33 0,3-2 22 0,-5 5 19 16,0-1 28-16,-3 1 14 0,1 2 7 0,-2 1-9 15,1 1-5-15,0 1-16 0,-4 2-16 0,3-4-15 16,-1 1-15-16,-2 3-22 0,4-3-24 0,-4 3-29 16,0 0-30-16,0 0-34 0,0 0-16 0,0 0-1 15,0 0 8-15,0 13 3 0,0-4-5 0,-4 1 9 16,4 2 20-16,-2 2-16 0,0-2 7 0,2 3 2 0,-2 1-22 16,0-3-6-16,2 3 1 0,-1-7 3 0,1 0-10 15,-1 4 2-15,1-7-5 0,1 1-5 0,-1-1-11 16,0 0-11-16,1-2-1 0,-1 0 0 0,-1 0 10 15,1-4 8-15,1 4 6 0,-1-4-3 0,0 0-54 16,0 0-63-16,0 0-40 0,0 0-41 0,-1-25-32 16,0 15-189-16,1-9-512 15,0 0 228-15</inkml:trace>
  <inkml:trace contextRef="#ctx0" brushRef="#br0" timeOffset="5344.68">5503 1976 36 0,'-1'-5'306'0,"1"5"-9"15,-3-5-15-15,3 5-21 0,-1-5-23 0,1 5-20 16,0 0-28-16,-1-5-19 0,1 5-23 0,0 0-23 0,0 0-18 16,0 0-33-16,10-2-37 0,-10 2-44 0,0 0-55 15,19 8-56-15,-12-4-81 0,-2 0-152 0,7-1-380 16,-3 0 168-16</inkml:trace>
  <inkml:trace contextRef="#ctx0" brushRef="#br0" timeOffset="6514.59">5811 2274 36 0,'6'2'183'0,"-6"-2"-17"0,8 0-16 0,4 0-14 16,-2-2-10-16,0-2-13 0,3 3-12 0,3-7-12 16,0 3-5-16,2-2-7 0,-1-3-8 0,2 2-9 15,-2-1-4-15,0 0-10 0,2-3-4 0,-1 3-5 16,-4-3 2-16,-5 4 4 0,1 0 13 0,-1 3 10 0,-5-2 7 16,1 1 13-16,-1 0-1 0,-1 1-1 0,-1 0-14 0,-4-1-8 15,-1 2-8-15,-1 0-9 0,-1 3-1 0,0-2-11 16,-3 0 0-16,-3 3-5 0,-2 0-4 15,-1 0-2-15,-4 6-5 0,0-1-3 0,3 4 2 16,-4-3-6-16,3 2 4 0,0 1-4 0,-2 2 0 16,4-2-1-16,-1 3-3 15,3 0 2-15,2 1-2 0,-2-5-4 0,7 5-13 16,0-4-17-16,2 3 4 0,2-2 1 0,2 0 3 16,3 2 4-16,3-7-2 0,4 4 2 0,-2-4-10 15,9 0-5-15,0-3-17 0,2 1-8 0,1-3-18 16,7-2 11-16,-6-1-7 0,4-2 14 0,4-4 4 15,-6-1 8-15,-3 0 5 0,-2 1 18 0,-4-3 26 16,0 2 28-16,-3-2 30 0,-1 4 28 0,-2-1 19 0,-2 1 21 16,0-1 12-16,-3 4 19 0,1-2 9 0,-1 4 18 15,-3-1 14-15,2-1-24 0,0 2-14 0,-3 3-15 16,2-5-16-16,-2 5-16 0,1-2-17 0,-1 2-9 16,7-4-26-16,-7 4-21 0,0 0-27 0,0 0-36 15,0 0-17-15,0 0 5 0,0 0-3 0,2 12-3 16,-3-6 12-16,1 4 4 0,0 2 3 0,-1 3 0 0,1 2-6 0,0-3-5 15,0 3-1-15,-3-2-9 0,3-1-2 0,0-1-5 16,0-3-7-16,0-3 1 0,3 0 7 16,-3 0 4-16,0-3 14 0,0 0 23 0,1 0 30 15,-1-4 37-15,0 0-6 0,0 0 7 0,0 0-16 16,9-11-1-16,-4 6 3 0,0-5 2 0,4-1-7 0,-3-2-6 16,1 4-1-1,-1-7-4-15,6 2-1 0,-7 4-3 0,0 0 2 16,3 0 5-16,-4 2-1 0,-2 3-14 0,1 1-1 15,2 0-1-15,-5 4-8 0,4-5-4 0,-4 5-16 16,2-5-26-16,-2 5-4 0,0 0 0 16,0 0 7-16,13 7 6 0,-4 0 3 0,-2 2-7 15,0-1 5-15,3 2 2 0,4 4-9 0,-1-6 2 0,1 4-14 0,0 4-3 16,3-6-1-16,-1 2-3 0,3-2 0 0,2-2-8 16,-6-1-7-16,3-3 0 0,0 0-7 0,1-3-2 15,-2-1 6-15,-3-4 4 0,3-1 4 16,-2-5 8-16,-6 0 6 0,2 1 7 0,-2-8 11 15,-1 3 16-15,1 1 10 0,-3-2 8 16,-2-1 3-16,1-4 9 0,-1 3 9 0,-3-1-6 16,3-2 9-16,-3 0 4 0,-1-8 3 15,3 3 5-15,2 6 3 0,-9 0 17 0,8 2-1 16,-4 0 7-16,-4 5 1 0,4-1-3 0,-1 1 2 0,1 2-9 0,-3 0-3 0,2 3-4 0,1 0-6 16,-1 0-6-16,-3 2 4 0,4 0-10 15,0 1 2-15,0 4-8 0,0-5-1 0,0 5-11 16,0-5 0-16,0 5-2 0,-3-5-11 15,3 5-17-15,0 0-10 0,0 0-11 0,0 0-16 16,0 0-2-16,0 0-15 0,0 0 5 0,0 0 3 16,0 0 10-16,-1 17 1 0,0-6 6 15,-3 2 3-15,1 5 4 0,0-2 5 0,-4 9 4 16,4 1 2-16,-1 1 11 0,-2-1-7 0,0 1 3 16,3 2 3-16,2-3 0 0,-4-6 6 15,4-2-1-15,0 0 2 0,-1 1 11 0,2-7-13 0,0-4 0 0,0 4 4 0,-1-4 0 16,1-2 1-16,0-3 8 0,0 4 1 0,0-7 23 15,0 7 4-15,0-7 9 0,1 8 11 0,-1-8 8 16,0 0 11-16,0 0 3 0,-2 4 8 16,2-4-9-16,0 0-5 0,0 0-1 0,0 0-13 15,0 0-5-15,0 0-11 0,0 0 4 0,0 0-13 16,0 0-19-16,0 0-18 0,0 0-23 16,0 0-23-16,0 0-21 0,0 0-50 0,0 0-74 15,0 0-90-15,0 0-328 0,0 0-667 0,11-14 295 16</inkml:trace>
  <inkml:trace contextRef="#ctx0" brushRef="#br0" timeOffset="8911.89">6537 2104 88 0,'0'0'171'0,"0"0"2"0,0 0 8 0,0 0-3 15,0 0-9-15,0 0-22 16,-9 2-6-16,9-2-11 0,0 0-13 0,0 0-7 15,0 0-9-15,28 0-11 0,-10 0-6 16,4 0-10-16,8 0-9 0,5 0-3 0,3-3 2 16,2 2-2-16,-2 1-8 0,-1-1-2 0,0-1-2 0,-1 1-6 0,-4 0-2 15,-4-2-6-15,-10 3-1 0,4-2-2 16,-8 2-6-16,-4 0-1 0,-2 0-4 0,-1 0 0 16,0 0-2-16,-2-1-2 0,-5 1-2 0,9 1-2 0,-9-1-8 15,5-3-7-15,-5 3-2 0,0 0-29 0,0 0-41 16,0 0-54-16,0 0-64 0,-18 3-193 0,18-3-414 15,0 0 184-15</inkml:trace>
  <inkml:trace contextRef="#ctx0" brushRef="#br0" timeOffset="10022.34">8318 1988 101 0,'0'0'191'0,"0"0"-13"0,-6 0-9 15,6 0-12-15,0 0-10 0,0 0-2 0,0 0-12 16,-5 3-6-16,5-3 3 0,0 0-6 0,0 0-15 16,0 0-6-16,0 0-6 0,0 0-13 0,0 0-7 15,0 0-6 1,0 0-8-16,10-7-6 0,-4 4-3 0,0 1-8 0,1 1-5 16,2-4-4-16,-1 3-3 0,-1 0 1 0,5-3-8 15,-6 2-2-15,2-2-2 0,2 0 2 16,-4 2-5-16,2 0 15 0,-4-1 8 0,0 0 19 15,0 1 11-15,-3-1 7 0,1 1 8 0,1 0 3 16,-3 3-12-16,5-4-2 0,-5 4-13 0,0 0-7 16,0 0-20-16,-8-6-9 0,8 6-11 0,-15 0-6 0,6 3 0 0,-9-1-1 15,-3 3 0-15,1 2-2 0,0-1 1 0,-9 5-5 0,2 2 0 16,4-1-3-16,-3 3 3 0,-1 2-2 16,3-1-2-16,1 1-2 0,3 0-1 0,4-2 3 15,5 0-14-15,-1 2-13 0,5-1-22 0,3-1 4 16,0 2 0-16,4-3 3 0,4-1 8 15,5 1 4-15,5-4 5 0,4-1-1 0,15 0 10 0,5-4 2 0,16 3-1 16,6-8 1-16,0-2 7 0,4-5-9 16,4 1 2-16,-3-5-8 0,0 1-2 0,-2-2-6 15,-5-1-7-15,-1-3-5 0,-5-2-11 16,-6 1 2-16,-10 3-6 0,-4 0 8 0,-3-1 0 16,-3 2 7-16,-10 1 7 0,-3 4 26 0,-4 0 13 15,0 2 6-15,-7 0-6 0,-2 1 0 16,-1 0 1-16,-4 1 1 0,-8 1-3 0,3 1 1 15,-9 2-1-15,-3 0 0 0,-8 2-3 0,-1 3 6 16,-1 2-8-16,0 1 4 0,1 0-1 16,3 3 0-16,4-2-5 0,4 0 3 0,2 1 0 0,5 1 3 0,-1 1-3 0,6-3-11 15,3 1-2-15,1-2 4 0,4 5-1 0,4-4 9 16,4 0 2-16,8-2-2 0,4 0-3 0,10 0 8 16,3-6-9-16,0 1-8 0,5-2-6 0,-3-2-7 15,3-4-12-15,-5 2 0 0,2-3-3 16,-4 0 6-16,1-3 3 0,-6 2 1 0,-2-4-1 15,-6 2 2-15,-4-1 1 0,-1-2 8 16,-6 5 1-16,0-3 7 0,-5 1-2 0,0-2 8 16,-6 2-1-16,-1 1 7 0,-3-1-3 15,-2 3 3-15,-3-2-4 0,-4 3 5 0,-2 0-1 16,0 3-3-16,1-1 2 0,-1 1 0 0,-4 3 0 16,4 0-3-16,-2 0 3 0,4 2 0 0,4 0-13 0,1 1-18 0,1 1-26 0,3 0-32 15,3 1-36-15,1-1-21 0,0 0-118 0,7 1-289 16,-3-5 129-16</inkml:trace>
  <inkml:trace contextRef="#ctx0" brushRef="#br0" timeOffset="11118.71">9333 1985 154 0,'0'0'319'0,"0"0"-24"0,0 0-24 0,0 0-26 0,0 0-29 15,6-2-22-15,-6 2-22 0,0 0-28 0,0 0-12 16,0 0-16-16,0 0-12 0,0 0-13 0,-1 10-11 16,-2-3-6-16,1 2-6 0,-2 1-7 15,0 2-7-15,-1 3-4 0,-3 2-3 0,2-3-3 16,1 6-5-16,0-4-8 0,2 0-17 0,-2-5-5 16,1 0-15-16,3-2 1 0,-3-5-4 15,4 2 5-15,0 0 2 0,-4-2 5 0,4 0 18 16,0-4 23-16,0 0 27 0,0 0 16 15,0 0-5-15,0 0-11 0,0 0-7 16,17-14-8-16,-11 6 1 0,8-4-5 0,-2 0 4 0,-1-3-16 0,1 1-10 0,-1-1 0 0,2 2-9 16,-3 0 0-16,-1 3-4 0,0 3 2 15,-2-2-5-15,-2 3 1 0,-1 1-5 0,1 1-9 16,-3 1-3-16,3-2-17 0,-4 3-21 16,-1 2-23-16,6 0 4 0,-6 0 3 0,5 4 10 15,-1 0 1-15,0 1 4 0,-1 0 6 0,6 4 0 16,-2 0-6-16,4 3-4 0,4 0-13 15,6 5-5-15,3-5-13 0,3 3-8 0,5-1-15 16,3-3-5-16,-1-2-15 0,6-2-4 0,12 1-16 16,-15-4-4-16,14 1-5 0,2-3 4 0,-15-3-4 15,0 1 9-15,3-3 20 0,-5-2 15 0,-2 0 13 0,-3-2 24 0,-4 0 15 16,-7-1 28-16,0 1 19 0,-5-3 13 0,-5 3 19 16,0-1 21-16,-3 1-3 0,-5 2 0 0,0-4-2 15,-4 2 5-15,-3 2-12 0,-5-3 1 16,1 0-6-16,-8 2 3 0,1 0-6 15,-15 0-5-15,2 3-1 0,2 2 2 0,-2 0-5 0,-2 2 4 16,0 0-2-16,3 2 2 0,-3 2-13 16,2 1 4-16,8 0-4 0,-5 0 2 15,7 2-3-15,-1 1-1 0,5 2-1 0,1-2-1 16,5-2-6-16,3 1-6 0,-1 4 5 0,7-5-1 16,0 4 3-16,7 0 4 0,2-2-3 0,7 1-1 0,3-3 2 0,10 1 2 0,1-3-4 15,3 0-13-15,3-2-13 0,1-2 7 0,2-3-9 16,-1-3 1-16,-1 0 7 0,-4-2 2 0,-1 0 3 15,0-5 2-15,-5 2 21 0,-4-4 9 16,-5 3 20-16,2-7 15 0,-7 1 8 0,-3 0 11 16,2-8 4-16,-5 1 2 0,1 0 5 15,-5-5 4-15,0 0 23 0,-3 0 17 0,-1 2 16 16,-3 1 12-16,3 1 20 0,-3 6-3 16,2 2 14-16,-1 1-8 0,3 5-2 0,-2 1-2 15,0 3-10-15,1 0-21 0,0 0-12 0,1 2-22 0,-2 3-8 0,2 2-17 0,-1-7-26 16,1 7-51-16,-1-4-47 0,1 4-57 0,0 0-12 15,0 0 6-15,-3 16 12 0,-2-4 11 16,3 3 11-16,-2 6 4 0,-3 6 9 0,2-1 14 16,1 3-4-16,-2-3-8 0,2 2 4 0,1-2-9 15,1 0 4-15,0-8-2 0,3 8 1 16,-1-9 0-16,1-1 8 0,2 1 6 0,-1-6-6 16,3 0 12-16,2-2 4 0,0-1 6 0,2 1 2 15,4-3 4-15,5-3 1 0,2 2 5 16,2-3 2-16,6-7-2 0,-1 2 5 0,0-4-2 15,-7 0 3-15,1 2 1 0,4-9 9 0,-1 2 8 16,-7 1 5-16,2 0 9 0,2-4 6 0,-3 2 11 0,-5 1 15 0,1 1 16 0,-8 2 21 16,2 2 16-1,2 1 5-15,-5 2-7 0,-1 1-13 0,-2 0-9 0,2 0-7 0,-4 3-12 0,5-5-3 16,-5 5-35-16,0 0-18 0,6-3-24 0,-6 3-9 16,0 0-1-16,0 0 3 0,0 0-2 15,-4 20 6-15,2-11-1 0,-1 3 7 16,1-2-2-16,-2 2 15 0,2 4-10 0,1-1 2 15,-2-1-2-15,0-1 8 0,2 3-5 16,0-6-7-16,1 5-9 0,-4-6-4 0,7-1-14 16,-3-1-8-16,-3 0-15 0,3-2-13 15,0 1-4-15,3-1-3 0,-3-5 2 0,0 8 3 0,0-8-34 0,0 0-61 0,0 0-77 0,0 0-41 16,6-22-161 0,-1 10-488-16,-4-4 215 0</inkml:trace>
  <inkml:trace contextRef="#ctx0" brushRef="#br0" timeOffset="11274.72">10690 1828 183 0,'-3'-5'287'0,"2"2"-6"16,0-3-23-16,1 6-16 0,-3-5-26 15,3 2-19-15,0 3-20 0,0-5-13 0,0 5-29 16,0 0-13-16,0 0-11 0,0 0-17 0,0 0-9 16,0 0-22-16,0 0-25 0,0 0-28 0,13 7-32 15,-7-4-43-15,-1-1-39 0,1 2-41 16,0-1-52-16,-1-2-158 0,-5-1-386 0,11 0 171 0</inkml:trace>
  <inkml:trace contextRef="#ctx0" brushRef="#br0" timeOffset="11911.74">11018 1653 284 0,'0'-4'284'0,"0"4"-25"16,2-4-29-16,-2 4-24 0,0 0-25 0,0 0-23 16,0 0-21-16,0 0-15 0,0 0-12 0,0 0-13 0,-2 23-9 0,1-7-11 0,-6 9-4 15,4 1-12-15,-5 4 1 0,0 1-8 16,1 2-2-16,-5-2-1 0,5 3-7 0,-1-3-7 16,3 0 3-16,-2-2-8 0,2-4 2 0,2 0-9 15,-1-4-6-15,1-5-7 0,1-4 1 0,0-2-3 16,1 2-2-16,-2-9 1 0,2 6 7 15,1-6 0-15,0-3 31 0,-3 8 40 0,3-8 37 16,0 0 27-16,0 0-18 0,0 0-17 16,0 0-23-16,0 0-15 0,-15-16-8 0,10 7-11 15,-1 3-2-15,1-3-6 0,-3 1-6 16,3-1-13-16,-3 0 1 0,3 1-8 0,0 1-4 0,-4 2-3 0,5-2-4 0,-1 2 5 0,1 3-12 16,-1-2-3-16,5 4 8 0,-9-6-22 0,9 6-5 15,-4-5-10-15,4 5-24 0,-1-4-12 0,1 4-1 16,0 0-5-16,0 0 3 0,0 0 4 0,14-3 7 15,-2 3-4-15,7 1 1 0,0 0-15 16,12-1 4-16,1 1 1 0,3-1 4 0,-2-1-2 16,2 1 12-16,5 1 7 0,-3-1 2 0,2-2 0 15,-2-1 9-15,1 0-2 16,-3 1 8-16,0 0 4 0,-4 0 11 0,-10 1 11 16,-2-2 15-16,-6 2 16 0,1 0 18 0,-4-1 15 15,-2 1 6-15,-3-1 8 0,-5 2-1 0,12-2-3 16,-12 2-4-16,7-2-9 0,-7 2 4 0,0 0-20 15,5-1-19-15,-5 1-14 0,0 0-5 0,4 5-3 16,-1-2 5-16,-3 4-4 0,0-7 2 0,-4 10-5 16,4-2 5-16,0 0 2 0,-3 1-7 0,2 0-3 0,0 0 10 15,1 1-6-15,0 1 5 0,-3-3-15 0,3 0-15 0,0-1-5 16,0 0-19-16,3-3-9 0,-2 0-13 16,-1 2-6-16,0-6-1 0,0 7-4 0,0-7 1 15,0 0-25-15,0 0-85 0,0 0-57 0,0 0-192 16,-4-17-474-16,3 6 210 0</inkml:trace>
  <inkml:trace contextRef="#ctx0" brushRef="#br0" timeOffset="12062.84">11468 1797 246 0,'1'-8'290'0,"-1"8"-23"0,0-4-26 16,0 4-26-16,0 0-22 0,0 0-21 0,0-5-11 15,0 5-35-15,0 0-19 16,0 0-24-16,0 0-22 0,0 0-23 0,0 0-37 15,0 0-34-15,0 0-56 0,18 11-46 0,-9-6-189 16,-1 0-351-16,1-3 155 0</inkml:trace>
  <inkml:trace contextRef="#ctx0" brushRef="#br0" timeOffset="12448.09">11877 1852 126 0,'-9'5'152'0,"-4"-3"-9"0,3 3-14 0,-2 0-16 0,-4 5-3 15,6-5-16-15,-3 5-7 16,1-3-12-16,3 0-4 0,-3 4-7 0,4 0-6 16,2-2-1-16,0 0 19 0,3-1-2 0,0 4-3 15,3-2 0-15,0-1-6 0,4 0 6 16,4 0-5-16,-2 0 5 0,7-2-9 0,2-1-3 15,4 1-2-15,1-3-9 0,1 1-5 0,0-5-2 16,8 0-2-16,-10-1 0 0,3 0-9 0,-4-4 0 16,0 0 12-16,-3-1 6 0,0-2 9 0,-3 1-2 0,-3-1 2 0,-2-2-6 15,1-1 7-15,-2 0-4 0,-4-2-9 0,-1 2-3 16,-2-1-6-16,-1 0-4 0,-1 0-10 0,-4 3-1 16,0-1-2-16,-2 0-8 0,-3 4-1 0,2-2-5 15,-2 3 2-15,0 0-7 0,0 0-5 16,2 3-16-16,-3-1-17 0,4 2-25 0,-1 1-26 15,10 0-24-15,0 0-23 0,-22 4-46 16,18-3-32-16,-1 0-137 0,5-1-379 0,0 0 167 16</inkml:trace>
  <inkml:trace contextRef="#ctx0" brushRef="#br0" timeOffset="12859.8">12227 1855 28 0,'0'0'266'0,"0"0"-28"0,0 0-27 0,0 0-24 16,0 0-28-16,0 0-11 0,0 0-19 0,0 0-13 0,3 9-15 0,-3-4-7 0,-2 2-5 16,1 2-13-16,-2 2-6 0,1 1-6 0,-1 4-8 15,-4-1-3-15,2 5-4 0,-1 0-7 0,0-3-1 16,1 0-4-16,0-5-4 0,1-1-6 15,-1-1-1-15,4-1 4 0,-2 1-14 0,3-3 2 16,-2-2-1-16,0-1 14 0,2-4 27 16,0 0 36-16,0 8 11 0,0-8-9 0,0 0-8 15,0 0-10-15,22-14 3 0,-14 8-2 16,1-3-5-16,5 0 3 0,-2-3-6 0,1 2-1 16,1-5-8-16,0 6 1 0,2-3-11 0,-5 4 1 15,-1-1 0-15,-2 3-2 0,-3 2-4 0,3 0-8 0,-4-1-4 0,-3 2-11 0,-1 3 1 16,6-3-16-16,-6 3-9 0,8-2-7 15,-8 2-1-15,0 0-1 0,13 5 1 0,-8 2-9 16,4 0 4-16,-1 1-7 0,1 3-16 16,3 0-23-16,-3-1-29 0,3 1-25 0,0 1-33 15,3-2-51-15,-4-5-42 0,-1 1-257 0,1-1-538 16,-3-2 238-16</inkml:trace>
  <inkml:trace contextRef="#ctx0" brushRef="#br0" timeOffset="13246.43">12875 1847 264 0,'0'0'262'0,"0"0"-22"0,0 0-29 0,0 0-18 16,0 0-22-16,0 0-17 0,0 0-16 16,-36 8-14-16,23-4-16 0,1 1-8 0,-5 0-10 15,-1 5-8-15,-1-3-13 0,6 3-7 0,-3 0-5 0,3-1-3 0,2 0-9 0,1-2-3 16,3 3-3-16,0 0-6 0,2 5 7 0,0-5-11 16,5 2 2-16,4-2-7 0,1 6 3 15,4-1-5-15,1-2 1 0,5 1-4 0,0-1 4 16,1 2-4-16,-2-2-3 0,9 5-1 15,-9-7-3-15,2 3 4 0,-4-1-7 0,0-2 2 16,-4-1-6-16,-5-4-3 0,3-1-6 0,-3 2-8 16,-3-1 16-16,0-6-7 0,-15 10 0 0,1-5 5 15,-8-1-6-15,-11 1-26 0,-3-4-65 16,-2-9-106-16,-17 1-222 0,4-5-457 16,1 0 202-16</inkml:trace>
  <inkml:trace contextRef="#ctx0" brushRef="#br0" timeOffset="16808.91">14206 1673 80 0,'2'-7'139'0,"-1"3"19"15,-1-2-9-15,0 0 9 0,1 0 8 0,-1-1 1 16,-1 0 1-16,1 0-5 0,1-1-3 0,-1 1 3 15,-2-3-12-15,3 5-3 0,-1-3-3 0,0 3-4 16,1-1-4 0,-1 6-14-16,-1-10-15 0,1 8-15 0,0 2-11 15,0 0-24-15,1-6-34 0,-1 6-39 0,0 0-11 16,0 0 4-16,-1 28 5 0,-2-2-5 0,-2 8 6 16,0 13 4-16,-6 5 1 0,0 4 6 0,-1 2-3 15,-8 24 4-15,10-26 2 0,0-3 2 0,1 5 2 16,3-5-2-16,-2-2 3 0,7-15 2 0,-3-3-5 15,0-2 5-15,3-5-4 0,-3-4 4 0,3-5-2 0,-2-6 2 0,3 0-2 16,-1-2 6-16,-2-2 24 0,2-1 30 0,-2-4 27 16,1 1-10-16,2-3-10 0,0 0-7 0,-22-8-5 15,10 1-6-15,-3-4-3 0,0 0-7 16,1 0-2-16,-2-5-4 0,1 4-8 0,-1 0 1 16,2 0-9-16,1 0-2 0,-1 2-1 0,4 1 2 15,1 1-6-15,-3-1-2 16,7 4-5-16,-3 2-3 0,2-1-21 0,1-1-19 15,1 2-33-15,4 3-41 0,-9-3-46 0,9 3-28 16,0 0-36-16,0 0-43 0,0 0-160 0,0 0-458 16,0 0 203-16</inkml:trace>
  <inkml:trace contextRef="#ctx0" brushRef="#br0" timeOffset="17162.62">13883 2072 36 0,'0'0'155'0,"-5"2"0"16,5-2-11-16,0 0-12 0,0 0-2 0,19 1-10 15,-6-1-8-15,16 0-16 0,6-1-11 0,6-1-9 16,15-2-5-16,2 3-6 0,3-3-9 0,-2-1-1 15,1 2-9-15,-8 1-1 0,-15 2-5 0,1-1-1 16,-4 2-8 0,-4 1-8-16,-8-2 3 0,-3 1-1 0,-7-1-8 0,0 0-9 15,-1 0-14-15,-5 0 3 0,-1 0-6 0,-5 0 8 16,0 0-6-16,0 0 1 0,0 0 5 0,0 0 0 16,-28 4 4-16,17-1-7 0,-2-3-2 0,0 0 2 15,3 1-17-15,-2 0-29 0,2 1-30 16,1-2-56-16,9 0-107 0,-13-2-263 0,8 0 116 15</inkml:trace>
  <inkml:trace contextRef="#ctx0" brushRef="#br0" timeOffset="17579.14">14905 1956 138 0,'0'0'242'0,"0"0"-25"0,0 0-20 16,0 0-16-16,0 0-22 0,0 0-17 0,0 0-13 15,0 0-13-15,0 0-16 0,0 0-12 0,-20 10-11 16,16-6-9-16,-6 4-3 0,1 1-9 0,-1-1-1 16,-1 4-7-16,2-2-6 0,-1 3-6 0,1 0 1 0,3-4-6 0,2 3-2 15,0 1-4-15,1 2-3 0,0-4-2 0,3-1-8 16,4-2 3-16,1 4-4 0,1-7-1 15,1 5 0-15,3-5 5 0,4 0-2 0,4-1-5 16,4-2 6-16,-1-2-6 0,10 0 2 0,-11-1-5 16,0-3 4-16,-1 0 2 0,-6 1-6 0,-1-2 5 0,-3 0 4 15,0-2 9-15,0 0 7 0,-4-1 1 0,-1 1 3 0,-3-3-2 16,-1-1 0-16,-2 3-4 0,-2-3-5 0,-5 1-2 16,-2-2-5-16,-2 0 0 0,-4 0-1 0,-2 4-5 15,1-1-1-15,-9 0-3 0,8 5-2 0,-3-1-2 16,2 1-7-16,0 4-15 0,3-3-20 0,3 3-27 15,1 0-29-15,2 0-39 0,3 2-37 0,0-1-39 16,6 1-137 0,2-2-377-16,0 0 167 0</inkml:trace>
  <inkml:trace contextRef="#ctx0" brushRef="#br0" timeOffset="17963.37">15198 1927 96 0,'0'0'219'0,"0"0"-29"16,0 0-23-16,0 0-14 0,0 0-21 0,8 4-8 16,-3-3-18-16,-1 3-7 0,3 2-11 0,2 1-7 15,0 0-3-15,-1 5-8 16,-1-4-9-16,1 4-3 0,-1-2-6 0,0 5-2 15,1 1-6-15,-3-2-6 0,-1 1 1 16,-3-3-8-16,-1 0 1 0,-2-2-1 0,-1 4 3 16,0-2 6-16,-3-4-3 0,1 1 5 0,0-1-4 15,-3 0 1-15,4-2 4 0,-2-1 13 0,-2-3 20 0,2 1 23 16,6-3 4-16,0 0 13 0,-20-5 1 0,13 0 2 16,3-2-12-16,3-3-5 0,-3 0-11 0,7-1-8 0,3-7-9 15,1-1-13-15,4 1-9 0,3-3-7 0,4 2-1 16,-7 3-6-16,5 3-11 0,-3 1-6 0,2-1-15 15,-5 5-16-15,0 0-21 0,3 2-25 0,-4 2-26 16,1-3-39-16,3 5-35 0,-8 2-46 0,4 0-40 16,-4 1-234-16,-5-1-513 0,12 3 227 0</inkml:trace>
  <inkml:trace contextRef="#ctx0" brushRef="#br0" timeOffset="19080.43">16602 1871 39 0,'4'-4'196'0,"-4"4"-26"16,5 0-14-16,-5 0-19 0,14 0-7 0,-9 2-7 15,7 4-11-15,-2 0-7 0,3 1-11 0,2 3-3 16,2 2-11-16,-2 2-10 0,6 6-6 16,-2 0-5-16,-4 1-2 0,-1 2-4 0,0-1-8 0,-4 1 1 0,-3 1-6 0,-5-3-4 15,1 5-3-15,-4 3-4 0,-2-1 2 0,-1-1 0 16,-6-4-1-16,1-7 6 0,0 1-4 16,-2-5 7-16,2-1 4 0,1-2 2 0,-2-2 9 15,-3-1 10-15,3-1 17 0,0-2 16 0,-2-1 20 16,3-4 15-16,9 2 2 0,-19-8 1 0,11 1-4 15,3-4-2-15,0 0-6 0,1-5-17 0,3-6-2 16,6-3-19-16,4-3-8 0,0 2-7 0,6-2-6 16,2-3-12-16,0 4-3 0,2 2-1 0,0 2-6 15,-3 3 4 1,-3 4-17-16,0 4-2 0,-1 0 5 0,-6 4-12 16,0 0-3-16,0 3-3 0,0-1-6 0,-2 3-3 15,0 0 0-15,-4 3-15 0,5-5-20 0,-5 5-21 16,4-4-17-16,-4 4-9 0,3-3-13 0,-3 3-4 15,0 0 7-15,0 0 13 0,0 0-1 0,4 7 3 16,-4-7-5-16,-1 5-5 0,1-5-6 0,0 8-9 16,-3-6-19-16,3-2-20 0,0 0-20 0,-3 6-31 0,3-6-40 0,0 0-183 15,0 0-443-15,0 0 197 0</inkml:trace>
  <inkml:trace contextRef="#ctx0" brushRef="#br0" timeOffset="19565.57">17102 1714 159 0,'0'0'306'16,"0"-6"-8"-16,0 6-15 0,1-6-15 0,-1 6-26 15,0 0-22-15,-1-2-24 0,1 2-20 0,0 0-22 16,0 0-19-16,0 0-23 0,0 0-26 16,0 0-18-16,0 0-7 0,0 0-13 0,5 17-3 0,-5-4-6 15,-4 5 0-15,3 1-8 0,-1 10-1 0,-1 1-2 16,-4 2 1-16,2 1-7 0,-4 3 2 0,3-2-4 16,-3 12 3-16,1-18-6 0,3 1 0 0,-2-1-1 0,2-1-3 15,2-8 3-15,0 0-1 0,0-2-1 0,0-6-4 16,2-2 4-16,-2-2 2 0,2 1 1 0,1-8 43 15,-1 5 36-15,1-5 31 0,0 0 33 0,0 0 31 16,2 6-2-16,-2-6-25 0,0 0-15 0,9-19-22 16,-2 9-15-16,-2-1-8 0,6-5-16 0,-2 3-12 15,0 0-15-15,-1 5-9 16,-1-1 0-16,1 4-4 0,-3-2-11 0,-1 4-11 16,1-2-24-16,-5 5-17 0,5-4-26 0,-5 4-3 15,9 0-10-15,-9 0-2 0,13 4-7 16,-3 1-9-16,-1 1 0 0,-1 1-14 0,1 0-17 15,0 5-23-15,0-2-28 0,2 4-35 0,-1-1-35 16,-2-4-56-16,0 0-63 0,-1-4-208 0,-2-2-598 16,1-2 265-16</inkml:trace>
  <inkml:trace contextRef="#ctx0" brushRef="#br0" timeOffset="19956.25">17562 1931 86 0,'0'0'291'0,"0"0"-26"15,0 0-24-15,1-4-29 16,-1 4-22-16,0 0-22 0,0 0-17 0,0 0-15 15,-14 9-16-15,5-3-10 0,-1 3-14 0,-4-1-9 16,-1 2-8-16,-1 0-6 0,2 1-9 0,-1 1-8 16,3-1-8-16,0 1-7 0,0-1-2 0,4 1-4 15,0 0-1-15,2 1-4 0,4 5-2 0,2-7-8 16,1 6 2-16,3-6-5 0,3 5 1 16,4 2 0-16,2-2-1 0,7 2-2 0,-4-6-1 0,5 5-1 0,-4-5 0 0,-2 0-7 15,3-4 5-15,-8 3-5 0,-1-5-1 16,0 1-2-16,-1-2-1 0,-2 0-8 0,-2 0-8 15,-1 0 3-15,-6-1 4 0,-1 3 1 0,-6-2 3 16,-8 5 0-16,-10-3-12 0,-5 0-47 0,-2-2-58 16,-2-2-90-16,1-3-195 0,-6-3-437 15,6 1 195-15</inkml:trace>
  <inkml:trace contextRef="#ctx0" brushRef="#br0" timeOffset="22696.25">18894 1949 17 0,'-7'-1'151'0,"7"1"-13"15,-18 3-19-15,7-2-6 0,-1 3-15 0,-6 3-8 16,4 1-5-16,-4 2-12 0,4-1-6 16,-1 2-6-16,2 0-8 0,1 3-3 0,0-2-8 15,3 2-6-15,0-3 1 0,4 0-6 0,1-1-1 0,2 3 15 0,-1-4 7 0,4 3 7 16,2-4-1-16,3 1 6 0,6-2 0 0,-1-3-4 15,8-2 3-15,3 0-10 0,8-4 0 0,0-1-8 16,-2-4 10-16,2 0-4 0,-2-3 5 16,-9 1 4-16,5-4-2 0,-8 3 7 0,-2-2 4 15,-2-1-1-15,-3 0 3 0,0 1-3 16,-5-3 2-16,-1 3-4 0,-1 1-5 0,-4-2-6 16,0 1-4-16,-2 0-4 0,-2 1-11 0,-1 2-2 15,-2-1-11-15,-4 3-5 0,-3 0-8 16,-1 1-14-16,-3 5-8 0,1-4-21 0,0 4-15 15,1 0-25-15,-1 3-15 0,6 0-40 0,1 1-28 0,3-2-57 0,2 2-161 0,7-3-406 16,-6 3 180-16</inkml:trace>
  <inkml:trace contextRef="#ctx0" brushRef="#br0" timeOffset="23096.89">19159 1709 249 0,'3'-4'267'0,"-2"1"-29"0,0-1-26 16,-1 4-22-16,2-6-27 0,-2 6-32 0,0 0-23 15,0 0-9-15,0 0-12 0,0 21-11 0,-2-3-7 16,-1 7-9-16,-4 8-5 0,-1-1-3 0,-4 14-5 16,-2 0-5-16,5-8-2 0,0-4-3 0,0 12-2 15,4-12-2-15,-2 0-4 0,7 2-3 0,0-7 2 16,0-1-11-16,3-3 6 0,1-7-4 0,-2-1 7 0,2-5-10 0,-1-3 1 15,-1-2 7-15,1 0 13 0,-2-3 25 0,-1 1 25 16,0-5 9-16,0 0 1 0,0 0 2 0,0 0 4 16,18-11-1-16,-14 5-6 0,-3-3-16 0,-1-5-18 15,0-3-14-15,-2 8-15 0,-5-8-15 0,-3 0-11 16,-3 2-8-16,0-2-3 0,-7 0-8 0,2 5 2 16,-4-3-3-1,-3 2 10-15,4 5-8 0,1-2 0 0,2 3 3 16,5 2-2-16,3 2 6 0,0-1-3 0,4 2-3 15,-1-1-14-15,3 1-10 0,2-1-1 0,2 3-2 16,11-4-3-16,10 0-16 0,11 0-23 0,19-5-30 16,3 4-23-16,9 0-8 0,4-5-14 0,27-2-34 15,-2-3-214-15,-29 7-435 0,29-7 192 0</inkml:trace>
  <inkml:trace contextRef="#ctx0" brushRef="#br0" timeOffset="23397.87">20112 1802 166 0,'-2'-3'284'16,"2"3"-22"-16,-4-3-18 0,4 3-28 0,0 0-18 15,0 0-25-15,0 0-16 0,-4-4-19 0,4 4-20 16,0 0-14-16,0 0-11 0,0 0-13 0,0 0-10 15,2 12-11 1,-2-4-4-16,-2 0-9 0,2 2-1 0,-1 1-7 0,2 5-1 16,-2-4-5-16,1 5 3 0,-2 0-7 0,0 0 2 15,0-1-7-15,0 2 2 0,1-2-2 0,0-2-3 16,-2-2-28-16,3-1-25 0,0-1-19 16,-2 0-18-16,2-2-17 0,-2-2-24 0,1-1-21 15,1-5 3-15,-1 5-20 0,1-5-189 0,0 0-367 16,0 0 163-16</inkml:trace>
  <inkml:trace contextRef="#ctx0" brushRef="#br0" timeOffset="23813.66">20138 1741 70 0,'5'-6'184'15,"3"2"-19"-15,-2-1-13 0,3 2-8 0,5-1-8 16,-1 4-8-16,2 0-12 0,2 0-6 0,1 2-14 15,-7 1-5-15,7 2-9 0,0 0-5 0,-6 0-9 16,-1 2-7-16,-2-2-13 0,-1 4-5 0,-1-2-12 16,-3 3-6-16,0-3-11 0,-6 3 4 0,0-1-8 15,-3 1 1-15,1-2 1 0,-10 5-3 0,4-4-4 16,0 0 3-16,0-2 4 0,1 1-12 0,0-3 6 0,-1 2 2 0,3-2-3 16,-1 1 2-16,2-2-2 0,2 0-7 0,-1-1 6 15,1 2 0-15,2-3 3 0,2 3 2 0,0-5-7 16,2 7 4-16,5-2 1 0,2 2 0 0,0 0 4 15,1 0-2-15,5 0-1 0,3 1 1 16,-4 1 3-16,0 0-11 0,1 0 11 0,1 5 2 0,-5-6-4 16,2 3 1-16,-3-1 2 0,-2 0-2 0,-3-3-2 0,0 2-1 15,-1-3 0-15,-4 4 1 0,0-3-1 0,-4 0 4 16,-1 3-6-16,-4-4 5 0,-9 3 1 0,4-1 0 31,-11 1-4-31,4-3-1 0,0-4-1 0,-1-1-11 16,-5-1-20-16,4 0-22 0,1-3-28 0,2-1-20 15,-1-1-36-15,4 0-29 0,1-1-124 0,6-3-306 16,2 1 135-16</inkml:trace>
  <inkml:trace contextRef="#ctx0" brushRef="#br0" timeOffset="24292.88">20258 1469 23 0,'0'0'142'0,"-14"0"-16"0,4 3-11 0,-2 0-12 16,-2 4-9-16,-1 2-13 0,-3 1-3 15,-5 8-4-15,1 4-8 0,0 1-6 0,-4 3-1 16,-7 12-7-16,1 1-2 0,5-1-7 0,-1 1-8 16,10-6-4-16,0-2 6 0,-4 11-14 0,8-12 4 15,5 0 0-15,0-1-2 0,4 2 20 0,1-3 4 16,6 0 6-16,0-8 5 0,5 6 4 0,0-1 1 0,6-2 11 0,-2-6 5 16,8 4 7-16,6-2 3 0,2-2 7 0,7-2-3 15,0-6 1-15,4-2 3 0,13-1-6 0,0-3-4 16,-10-2-2-16,13-2-5 0,-15-3-4 0,0-1 2 15,-4-5 11-15,2 0 6 0,-5-3 2 16,-1-2-4-16,-3-2 3 0,-2-5-5 0,-1 0-4 16,-4-5-19-16,-2 1-1 15,-5-7-23-15,-4-2-12 0,-2-16-11 0,-6 5-4 16,-7-2 1-16,-4 12 8 0,-7-11-10 0,-1 14-2 0,-11-6-6 16,2 12 0-16,-11-6-10 0,4 13 0 15,-12-2-18-15,-7 9-28 0,0 2-46 0,-5 9-48 16,1 6-65-16,-3 4-82 0,3 2-244 0,1-1-573 15,7 3 254-15</inkml:trace>
  <inkml:trace contextRef="#ctx0" brushRef="#br0" timeOffset="27271.71">21964 1543 115 0,'5'-17'219'0,"0"0"-8"0,-1 0-6 15,-1 5-15-15,1-1-3 0,-2 2-12 16,0 3-18-16,-1 0-16 0,0 3-16 0,3 1-15 16,-4 0-22-16,0 4-17 0,0 0-8 0,0 0-10 0,6 17-6 15,-6 2 0-15,-2 10-7 0,-5 5-1 0,0 11-5 16,-1 3 2-16,0 1-9 15,-1 4-2-15,3-5-2 0,-2 3 3 0,3-19-6 0,-1 4 1 16,-2-5-5-16,6 1 2 0,-5-7-3 0,6 1 0 0,1-11-5 16,-3 2 6-16,2-7-13 0,1-1-2 15,-1 1 1-15,-2-6 5 0,3 1 14 0,0 0 27 0,-1-1 31 16,-2-3 33-16,3-1 20 0,0 0-22 16,0 0-25-16,0 0-8 0,-6-9-17 0,5 3-12 0,-3-4-19 15,0 1-21-15,0 0-17 16,-1 0-2-16,-3-2-3 0,-2 1 1 0,-1-2-4 0,-1 2-2 15,-3-1-1-15,-2 3-1 0,2-1-4 16,-5 3 4-16,-1 2-1 0,2 0 3 0,0 3 2 0,1-2 0 16,5 1 3-16,0 2-4 0,4 0-16 0,-1 0-19 0,5 0-27 15,5 0-14-15,-10 0 12 0,10 0 9 16,2 6 7-16,-2-6 9 0,17 6 3 0,2-6 7 0,9 1 14 16,8-2-6-16,2 1 7 15,13-5 0-15,3 3 8 0,-4-6-2 0,2 3 9 0,1-2-6 16,-1 2 5-16,-15-1-2 0,3 1 1 15,-3 0-1-15,-2 0 4 0,-4-2 4 0,-4 1-4 0,-5 2 7 16,-6 2 1-16,-4-1 2 0,-2 2 4 16,-2 1 13-16,-2-1 9 0,-1-1 5 0,-5 2 3 0,8-1-6 0,-8 1-6 15,0 6-2-15,0-6 2 16,-13 11-3-16,4-3-4 0,-6 2-1 0,2-3 0 0,-1 4-5 0,1 0 4 16,3 2-2-16,1-5-8 15,1 0 8-15,3 1 1 0,1 1-4 0,3-1 5 16,1-3 0-16,1 1 3 0,5-4 2 0,5 1 5 0,1-2-2 15,8-2 2-15,2-1-4 0,5-3 0 0,-1-2-2 0,-8 0 14 16,0-3 5-16,-2 4 13 0,-1-7 1 16,-5 4 6-16,0-2 3 0,-1-4-5 0,-5 5 1 0,-3-3-5 15,-1 0-5-15,0 2-8 16,-5-6-2-16,-2 5-5 0,-3 1-9 0,-1 2-7 0,0-1-16 16,-6 2-24-16,3 3-21 0,-3-1-21 15,0 3-24-15,0 1-43 0,4 2-47 0,0-2-212 16,2-1-431-16,11 2 191 0</inkml:trace>
  <inkml:trace contextRef="#ctx0" brushRef="#br0" timeOffset="28238.24">23786 1802 137 0,'0'0'190'0,"0"0"-9"0,0 0-14 15,0 0-12-15,0 0-15 0,0 0-4 0,0 0-17 16,0 0-5-16,0 0-15 0,0 0-6 0,0 0-12 15,0 0-9-15,0 0-3 0,-7-1-17 0,7 1 1 0,0 0-11 0,0 0-17 16,0 0-5-16,0 0-3 0,0 0 1 0,0 0-4 16,0 0 5-16,16 7-5 0,-11-6 1 15,4-2-4-15,5 1 3 0,3-5-2 0,-2 3-1 16,2-3-5-16,2 0-1 0,-6 1-1 0,5-2 2 16,-2 0 5-16,-2-1-6 0,-2 2-1 0,-2-3-1 0,-1 1 5 15,-1 2 12-15,-1 1 9 0,-3-1 13 0,-1 0 4 0,-1-1-4 16,2 2-4-16,-6 2-7 0,0-3-8 0,-3 2-9 15,5 3 8-15,-18-2-12 0,7 3 3 0,-8 1-8 16,-3 2 1-16,-4 5 2 0,-4 2-8 0,0 3 9 16,2 1-6-16,0 0 2 0,-1 3-2 0,1-1-3 15,1 0 0-15,4 4 2 0,1-3-3 0,3 4 3 16,0-3-2 0,7-2-14-16,4 0-3 0,6 1 8 0,4-2-7 0,6-1 4 15,5-3 4-15,11 4 2 0,3-7 3 0,9 0-2 16,18-2-2-16,4-7 3 0,1-2 1 15,9 0-3-15,-3-5 4 0,27-2 3 0,-28 2-3 16,-3-2-4-16,-2-1 1 0,-3-3-3 0,-5-3 5 16,-16 6-6-16,2-2-2 0,-8-5 4 0,-2 3 4 15,-4-1-2-15,-6 5 11 0,-5-2 3 0,-6 3 19 0,-1-1 9 0,-1 0-3 16,-6 1-7-16,1 3-1 0,-4-2-3 0,-5 0-6 16,-3 4 2-16,-2 0-5 0,-6 3-1 0,-2 2-2 15,-4 3-4-15,-1 0-1 0,-4 6 2 0,3 0-3 16,-2 1 0-16,2 4-3 0,3-1 3 0,2-2-4 15,6 0 6-15,5 0-11 0,1 1-3 0,5-4-4 16,5 3 1 0,2 0 2-16,3-2 9 0,7 0-3 0,6 0 4 15,3-2-4-15,9 0 4 0,4-4-2 0,3 0-2 16,-1-4-5-16,-2-3-1 0,4 1-3 0,-7-2-10 16,1-2 3-16,-3-1 3 0,-7 0 2 0,-3 0 4 15,0-3-2-15,0 1 5 0,-4-1-3 0,-5 2 3 16,-3-4-3-16,-1 2 2 0,-2-4 4 0,-2 4-1 15,0-2 0-15,-6 1-1 0,-1 0 4 0,0 4-4 0,-7-5 4 0,2 5-5 16,-1 2 2-16,-3 0 1 0,-2 1-4 0,1 0 3 16,2 4-3-16,2-1-9 0,-1 2-24 15,1-1-26-15,-1 3-30 0,5 0-41 0,2 0-43 0,0-1-133 16,7-2-338-16,-4 3 150 0</inkml:trace>
  <inkml:trace contextRef="#ctx0" brushRef="#br0" timeOffset="28607.74">24849 1770 160 0,'6'-2'269'0,"-6"2"-26"0,0 0-31 0,0 0-23 15,0 0-22-15,0 0-19 0,2 7-20 0,-2-1-7 0,-1-1-15 16,-2 5-11-16,1-2-6 0,-2 9-7 0,-1-5-15 15,1 5-3-15,-2-3-7 0,0 2-15 0,3-5-12 16,0 1-5-16,-2-2-9 0,4-3-4 16,0 0-3-16,-1-2 8 0,1 0 4 0,1-1 15 15,-3 0 24-15,3-4 27 0,0 0 33 0,0 0-4 0,0 0-8 0,0 0-14 16,0 0-9-16,18-14-12 0,-9 6-1 0,-1 0-1 16,2 0-6-16,2-3-8 0,-5 4-2 0,3-1-4 15,-1 2-4-15,-5 0-7 0,1 4-3 0,4-3-7 16,-8 1-3-16,3 1-7 0,0 3-8 0,-4 0-14 15,5-4-20-15,-1 4 2 0,-4 0-3 0,13 4-10 16,-7-2-16-16,3 4-22 16,0-2-30-16,1 3-33 0,-2-2-32 15,1 0-38-15,5-1-51 0,-5 1-187 0,0-2-480 16,2-1 213-16</inkml:trace>
  <inkml:trace contextRef="#ctx0" brushRef="#br0" timeOffset="28961.37">25202 1748 197 0,'0'0'331'0,"0"-4"-24"15,0 4-31-15,-1-4-33 0,1 4-23 0,0 0-23 16,1-5-18-16,-1 5-29 0,0 0-20 0,0 0-10 16,0 0-16-16,0 0-13 0,4 17-7 0,-1-9-10 15,0 4-5 1,0 0-7-16,-2 0-5 0,4 1-8 0,-3-1 1 0,0 0-13 15,2 3 2-15,0-4 2 0,-2 2-9 0,2-4-3 16,1 1 3-16,-4 0-9 0,2-5-2 16,-2-1-2-16,1 1-2 0,-1 2 3 0,0-5-4 0,-1-2 13 0,2 7 33 0,-2-7 31 0,0 0 38 15,3 5 31-15,-3-5 18 0,0 0-14 0,0 0-28 16,12-11-12-16,-5 3-13 16,0 1-12-16,1-2-12 0,4-4-13 0,-5-1-18 15,4-1-8-15,-2 1-13 0,4-2-14 0,-4 3-4 16,1 1-13-16,-2 4 2 0,-3-1-10 0,0 3-20 15,-1 0-20-15,0 1-38 0,-3 2-37 0,5 0-42 16,-2 2-47-16,0-2-30 0,-4 3-26 0,13 0-13 16,-2 3-36-16,0 1-235 0,-2-3-590 0,2 1 261 15</inkml:trace>
  <inkml:trace contextRef="#ctx0" brushRef="#br0" timeOffset="29308.1">25566 1872 101 0,'-1'5'262'16,"1"-5"1"-16,0 0-25 0,0 0-21 0,0 0-24 15,0 0-21-15,9 0-17 0,1-5-10 0,2 4-18 16,2-3-17-16,-1 1-6 0,6-1-16 16,-3-1-12-16,2-2-12 0,0 2-5 0,1-4-7 15,0 1-6-15,-2-1-8 0,2 0 0 0,-6-3-7 16,2 2-2-16,-6 2-2 0,8-2 3 0,-8 2-2 0,-1 0 2 15,-1 2 14-15,-2-2-1 0,0 1 12 0,-2 2-11 0,-2 0-3 16,-1 1-10-16,0 4-4 0,-5-9-7 0,1 6 0 16,4 3-7-16,-19-3-3 0,9 2 2 0,-4 1-7 15,-5 4 0-15,-1 1 2 0,3-1-4 0,-1 4 2 16,-1 0-2-16,4 2 0 0,0-2-4 0,1 4 3 16,0 0-1-16,5-3-2 0,1 2-12 0,1-1-9 15,3 2 5 1,0 0-7-16,2-1-3 0,3 0-6 0,0 0-7 0,3-1-21 15,1 2-24-15,3-4-35 0,-2 1-34 16,4-4-40-16,2 2-194 0,-2-4-420 0,0-2 186 16</inkml:trace>
  <inkml:trace contextRef="#ctx0" brushRef="#br0" timeOffset="30176.78">25994 1708 213 0,'0'0'288'0,"0"0"-31"0,4-6-27 0,-4 6-26 16,0 0-25-16,0 0-16 0,0 0-21 0,0 0-11 0,10 10-15 15,-6-5-14-15,0 5-7 0,1-2-8 0,-1 3-9 0,2 0-8 16,-3 2-10-16,1-1-4 0,0 7-2 0,-2-8-3 16,-2 5-7-16,3-4-6 0,-6 0 4 0,3 0-17 15,3-2-13-15,-6-3-5 0,3 1-15 0,0-1 3 16,-1-2-2-16,1-5 7 0,0 5 9 0,0-5 17 15,0 0 33-15,-1 7 3 0,1-7-13 0,0 0-16 16,0 0-9 0,-2-17-6-16,5 9-1 0,-2-1-13 0,7-3-13 0,3 0-8 15,2-5-14-15,1 3-7 0,8-6-7 16,1 5 6-16,0-2-2 0,4 5 11 0,2-2 0 16,-3 6 4-16,3-3-2 0,-2 5 9 0,-5 2-4 15,4 0 3-15,-5 1 4 0,-2 3-6 0,0 3-2 16,-6-3-13-16,2 1 2 0,-3 2-10 0,-3 2-10 15,2 0-12-15,-4-1 2 0,-2 0-3 0,-1 2 10 0,-3-1-4 0,0 1-1 16,-2-1-1-16,-3 1 0 0,3 0 5 16,-3-1 5-16,0 2-1 0,4-7 11 0,-5 6-1 0,2-2 14 15,3-4 14-15,-2 4 8 0,2-4-7 0,0 0 5 16,0 0 2-16,15 0-4 0,-3-6-2 0,3 1 9 16,4 1 3-16,-1-6 1 0,3 3 2 0,3-4-1 15,-6 3 4 1,0-2 9-16,-2-2 7 0,2 4 19 0,-5-1 14 15,-2 2 20-15,0 0 7 0,-5 1 10 0,3 1 21 16,-5 1 11-16,1 1 8 0,-2-3-2 0,-3 6-20 16,6-6-13-16,-2 4-2 0,-4 2-22 0,1-5-25 15,-1 5-31-15,0 0-2 0,0 0 1 0,0 0-7 16,0 0 2-16,-9 19 4 0,8-11-9 0,-4 2 3 16,1-1-3-16,0 4-1 0,-1 3-2 0,1 1-3 0,0 2 1 0,3 0-1 15,-3 6 3-15,4-6-3 0,-1 8 5 16,-2-1 0-16,3 3-3 0,0-2-1 0,-1 0 1 15,-3-1 7-15,4-2-6 0,-4 4 2 0,3-10 1 16,-4 8 0-16,0-6-1 0,-2-3 2 0,-2 8-2 16,-1-9 1-16,1 1 0 0,0-4-4 0,-5 1 0 15,3-4-2-15,-6 2 6 0,-2-5 2 0,4 0 2 0,-2 1 1 0,-1-6 1 16,4 0 9-16,0-1 4 0,-4-2 22 0,18 1 14 16,-24-5 16-16,13 0 12 0,0-2 8 0,2 0 0 15,3-1-4-15,0-3 5 0,4-1-17 0,0-4-8 16,4-2-5-16,5-1-10 0,5-8-11 0,7 0-3 15,1 1-12-15,4-1-9 0,3 0 2 0,-3 1-2 16,4 4 8 0,2-2-18-16,-2 4 1 0,-4 0 2 0,4 6-5 15,-1 0-3-15,-8 4-2 0,-2 1 2 0,-2 1 5 16,-3 2 15-16,-2 3 0 0,-4-2 1 0,-1 1-1 16,0 3-4-16,-1-3-6 0,-4 4 0 0,7-4-12 15,-7 4-25-15,7-1-19 0,-7 1-20 0,0 0-21 16,0 0-22-16,3-5-31 0,-3 5-21 0,0 0-31 15,0 0-41-15,0 0-63 0,0 0-199 0,0 0-530 0,-19-1 235 0</inkml:trace>
  <inkml:trace contextRef="#ctx0" brushRef="#br0" timeOffset="30540.01">26923 1834 98 0,'0'0'216'0,"0"0"-6"0,0 0-13 16,0 0-17-16,0 0-10 0,0 0-15 0,8 4-10 15,-8-4-15-15,18-3-6 0,-8 1-15 0,4-2-8 16,4 1-12-16,3-3-7 0,5-2-5 0,-9 2-4 16,2-3 3-16,5-3-6 0,-7 2 1 0,5-5-5 0,-8 3-3 15,0-1-3-15,0-1-6 0,0 2 7 0,-2 0 8 16,-6 0 3-16,1 3 4 0,-1 0 10 0,-4-2-12 15,1 0-6-15,-3 3-11 0,-3 1-7 0,-2 4-7 16,-1-2-6-16,-6 1-3 0,-1 3-9 0,-4 2-3 16,-4 1 1-16,1 5-7 0,-6 1-3 0,4 1-1 15,3 5 0-15,1-4-9 0,4 5 3 0,-1-1-13 0,6 3-4 0,2 0-7 16,3 0 5-16,5 0 6 0,6-1 5 0,5 2-4 16,10 0 0-16,4-2-8 0,10-6-28 15,0 2-36-15,1-5-51 0,3-5-59 0,-1-2-66 16,1 0-196-16,12-5-488 0,-17-2 216 0</inkml:trace>
  <inkml:trace contextRef="#ctx0" brushRef="#br0" timeOffset="31979.44">28325 1431 77 0,'3'-5'241'0,"-3"-4"-20"0,2 2-14 16,-2 2-30-16,2 2-19 0,-2-2-38 0,0 5-18 16,0 0-15-16,0 0-2 0,-4 16-15 0,0 0-2 15,1 0-8-15,-2 14-4 0,3-4-4 0,-4 11-6 0,-2-4-6 0,0 13 4 16,1-1-7-16,2-10 1 0,-1-1-6 0,4-2-5 16,-1-3 0-16,0-1-3 0,3-3 0 15,-1-7-7-15,0-2 2 0,0-4-8 0,2-1 1 16,-1-3-5-16,-1-1 3 0,1-2 7 0,0-5 21 15,-2 9 28-15,2-6 13 0,0-3 3 0,0 0-11 16,0 0-9-16,0 0-9 16,-23-10-9-16,13 4-5 0,0 1-8 0,-3-3-3 15,-5-1-10-15,0 2-2 0,-3-1-6 0,1 2-1 16,-7-5-2-16,6 9-4 0,-1-3-3 0,3-1 2 16,-3 3-3-16,6-2-4 0,3 4 6 0,4-3-1 15,-3 4-9-15,7 0-19 0,5 0-1 0,-9-1-6 16,9 1-5-16,0 0 8 0,0 0-5 0,23-4 2 15,-2 0-18-15,11 4-5 0,2-3-3 0,17 3 3 0,3-5 2 16,-2 4-4-16,3-3-8 0,4 4 12 0,-4-3-3 16,-1-1 11-16,-3 3-14 0,-13-1 14 0,-3-2 0 15,-2 1 10-15,-8-1-6 0,-3 1-1 0,-5 2 35 16,-6-3 22-16,0 4 26 0,-5-2 3 0,0 2 2 16,-6 0-4-16,5-4-10 0,-5 4-2 0,0 0-2 15,-19-3-1-15,4 2-3 16,-4 4 4-16,-3-2-9 0,-1 2 3 0,5 0-4 15,-9 7 0-15,0 1-10 0,8-3 8 0,3-3 1 16,-1 5-2-16,6-4-9 0,-1 0 2 0,3 2 4 16,3-1 1-16,3-2 2 0,-1 1 6 15,4 0 5-15,3-1 2 0,5 0 3 0,2-1-2 0,6 0 1 16,6-3-4-16,6 1-1 0,0-4-5 0,-6 1 8 16,-2-4-12-16,2 1 5 0,-1-3-1 0,-2-1 2 0,-1 2-1 15,-3-5 3-15,2 1 0 0,-5-2-3 0,-3 2 0 16,3-2-2-16,-4 0-7 0,-3 1-7 0,-1-1-5 15,-1-1-11-15,2 1-9 0,-5 2-5 0,0-1-7 16,0 3-4-16,0-2-15 0,-5 3-18 0,4-2-24 16,1 1-33-16,-1 3-31 0,1-2-172 0,-1 0-360 15,1-5 159-15</inkml:trace>
  <inkml:trace contextRef="#ctx0" brushRef="#br0" timeOffset="32326.58">29548 1277 83 0,'4'-8'285'0,"-3"3"-14"0,2 0-31 16,-3 1-21-16,1 0-23 0,0 0-30 15,0 2-38-15,-1 2-30 0,0 0-5 0,0 0-16 16,-5 10-2-16,-2-1-11 0,-1 5-7 0,-1 9-9 0,-5 3-2 15,4 6-7-15,-9 15-2 0,-2 3 1 0,-4 3-6 0,4 2 3 16,5 1-7-16,0 0 1 0,5-8-3 0,2-12-4 16,3 10-2-16,2-14 0 0,2-6-1 0,4 4 0 15,-4-4 0-15,1 0-6 0,0-10 1 0,1-2 1 16,0-3 1-16,0-2-3 0,-1-2-3 0,1-1 17 16,-2-1 6-16,2-5 10 0,-2 8 5 0,-2-6-5 15,4-2-3 1,-17 1-4-16,6-2-2 0,-6-4-14 0,-1 0-12 0,3-1-23 15,-5 0-22-15,2-3-32 0,-2 0-24 0,4-4-45 16,1 3-73-16,0-6-186 0,7-2-430 0,5-2 191 16</inkml:trace>
  <inkml:trace contextRef="#ctx0" brushRef="#br0" timeOffset="32595.82">29227 1652 11 0,'-5'2'275'0,"5"-2"-18"16,-7 4-14-16,7-4-18 0,0 0-24 0,0 0-17 0,0 0-21 16,35 1-16-16,-4-4-13 0,2 3-12 15,18-4-8-15,-10 2-6 0,10-2-8 0,-10 4-11 16,-4-2-8-16,-5 2-12 0,-1 0-5 0,-9-3-8 15,-3 3-1-15,-7-2-5 0,1-1-8 0,-3 2-3 16,-2 0-11-16,0 1-7 0,-8 0-19 0,0 0-19 16,0 0-23-16,0 0-7 0,0 0-9 0,0 0-6 0,-26-7-18 15,17 3-21-15,-6 3-31 0,6-1-43 0,1 1-187 16,-4-1-392-16,3-2 173 0</inkml:trace>
  <inkml:trace contextRef="#ctx0" brushRef="#br0" timeOffset="33043.93">29961 1528 220 0,'10'-2'261'16,"-10"2"-24"-16,10 0-26 0,-10 0-25 0,12 3-15 15,-7 1-22 1,3 3-9-16,0-1-15 0,-2 0-12 0,0 4-10 15,-3 0-10-15,-2 2-10 0,0 0-7 0,-3 4-4 16,-1-1-11-16,-2 3-3 0,-2-2-4 0,-1 3-7 0,-3-2-5 16,2 0-5-16,0-1 1 0,-3-2-7 15,1-1 0-15,1-6-2 0,5 2 2 0,1-5 1 16,0 0 14-16,2 0 27 0,-1 0 22 0,-1-1 41 16,4-3 28-16,0 0 24 0,0 0-6 0,0 0-24 0,0 0-20 0,17-20-16 15,-3 8-8-15,0-2-19 0,9-1-4 0,0-2-9 16,-1-1-12-16,1 3-10 0,1-2-5 0,0 2-7 15,-3-4-3-15,2 4-3 0,-8 6 1 16,-6 1-5-16,0 1 0 0,1 1-10 0,-6 5-5 0,3-2-2 16,-2 1-7-16,-5 2-16 0,7-5-36 0,-7 5-17 15,0 0-27 1,8-1-5-16,-8 1 9 0,0 0 10 0,0 15 4 16,-1-7 3-16,-1-1-11 0,-1 5-15 0,1 0-21 15,1 5-22-15,-1-2-26 0,-1-4-21 0,3 2-43 16,0-5-43-16,-1 2-269 0,2-3-577 0,-1-5 255 15</inkml:trace>
  <inkml:trace contextRef="#ctx0" brushRef="#br0" timeOffset="33258.44">30440 1451 246 0,'0'0'255'0,"8"-3"-30"15,-8 3-21-15,0 0-22 0,6 12-16 0,-1-4-11 0,1 4-18 0,1 4-10 32,3 9-7-32,-3-1-13 0,1 4-6 0,-2 0-9 15,-3 1-8-15,-3 4-6 0,-3-1-13 0,-1 0-27 0,-6-3-28 0,-3 2-14 0,-4-5-26 0,-1-1-19 16,-3-3-25-16,-5-3-46 0,2-5-74 16,-7-4-127-16,0-3-346 0,6 0 153 0</inkml:trace>
  <inkml:trace contextRef="#ctx0" brushRef="#br0" timeOffset="33557.18">30138 1288 1887 0,'-11'-4'185'0,"-2"-1"-124"0,0 3-24 0,-3-3-9 16,3 2-8-16,-4 3-11 0,-3 2 2 0,-7 3-5 15,-1 3 3-15,-3 6-4 0,-1 2 0 16,-12 14 4-16,1 6 5 0,1 7 30 0,1 6 0 16,7-3 14-16,3 3-4 0,6-3 7 0,12 5-4 15,5-3 0-15,12-2-1 0,11-2-1 16,12-3-3-16,10 0 0 0,9-6-18 0,4-3-42 15,33 2-77-15,-23-14-128 0,7-11-221 0,-1-4-471 16,1-2 209-16</inkml:trace>
  <inkml:trace contextRef="#ctx0" brushRef="#br0" timeOffset="36907.28">3019 4059 111 0,'0'0'201'0,"4"-8"-5"0,-4 2-4 0,0 3-6 0,0-5-2 15,1 4-6-15,-2-4 1 0,-3 4-5 16,4-1-10-16,-1 0-10 0,-2-2 25 0,2 2 5 0,1 1-20 0,-1 1-32 16,-2-2 1-16,-2 1-17 0,1 1-15 15,0 0-21-15,-1 1-21 0,-4 2-10 16,-1-1-12-16,1 2-6 0,-5 0-4 15,-3 5-2-15,1 2-2 0,-3 1-4 0,-3 5-2 0,5-2-6 0,-7 8-1 0,5 2-1 16,-3-1-1-16,3 1-2 0,2 1 0 16,2 0-1-16,2-1-1 0,5-2 0 15,1-3-3-15,2 1-15 0,1-2-4 16,1 1 2-16,3-1 1 0,2-5 0 0,0 0 2 0,3-1 0 0,2 0 4 16,-1-1 11-16,3-6 7 0,5 1 6 15,-5-2 12-15,5-3 7 0,0-2 6 16,4 0 16-16,0-4 2 0,-4-2 11 0,0-1-10 0,3-1 24 0,-3-2 14 0,0-2 10 15,-3 3-1-15,1-5 8 0,-2 2 5 16,1 1 1-16,-2-3 3 0,-3 3-1 16,0-1 5-16,-1 3-4 0,-2 3 7 0,-1 1 1 0,2 3-10 0,-3-1-11 15,1 3-12-15,0-3-14 0,-1 4-11 16,2-1-8-16,-3 3-23 0,0-4-25 16,0 4-30-16,0 0-29 0,0 0-25 15,0 0 0-15,0 0 0 0,4 12 13 0,-4-1-7 16,1 0 15-16,0 4 10 0,3 2-4 0,0 1 6 0,-3 2 2 0,3-3 4 15,0 1-17-15,0-1 28 0,0-1 10 0,-2-3-6 16,2-3 0-16,0 1-2 0,1-1 9 16,-4-3-1-16,3-2-4 0,-1 0 4 15,-2-1 0-15,-1 0 9 0,0-4 1 0,4 5 10 0,-3-2 21 0,-1-3 12 16,4 1-5-16,-4-1-4 0,19-8-5 16,-7 2-1-16,5-2-17 0,-2-1-30 15,2-2-53-15,1-2-53 0,5-1-62 0,2-1-64 0,0 0-75 0,-2 0-392 16,-2-1-772-16,-4 4 342 0</inkml:trace>
  <inkml:trace contextRef="#ctx0" brushRef="#br0" timeOffset="37338.94">3401 4071 128 0,'1'-3'364'0,"-1"3"-35"15,0 0-25-15,3-4-23 0,-3 4-26 16,0 0-33-16,0-4-25 0,0 4-25 0,0 0-20 0,0 0-15 0,9 8-13 16,-3-5-19-16,-2 1-6 0,4 5-14 15,-2-1-9-15,3 3-9 0,0-1-8 16,0 6-7-16,-5 1-4 0,5-1-4 15,-3 2-3-15,-2-1-4 0,1 2-5 0,-4-1 5 0,1-2-7 0,-2 1-4 0,0-2-11 16,-2-4 9-16,2-3-2 0,-1 2-2 16,1-5-3-16,0 2 2 0,0-5 4 0,-1 3 32 15,1-5 42-15,0 5 35 0,0-5 43 0,0 0 32 16,0 0 10-16,0 0-13 0,0 0-27 0,0 0-25 0,5-19-13 16,-2 10-17-16,-1-5-12 0,3-4-16 0,1-1-7 15,3-6-26-15,2-2-18 0,1 3-9 16,-4 7-7-16,1 0-14 0,0 1-16 0,-3 0-27 15,3 5-31-15,3-3-62 16,-5 6-35-16,3 1-45 0,-1 1-40 0,3 0-34 16,-3 3-37-16,5 3-51 0,-2 0-304 0,-2 3-725 15,0 3 321-15</inkml:trace>
  <inkml:trace contextRef="#ctx0" brushRef="#br0" timeOffset="37771.11">3821 4285 332 0,'0'0'327'0,"3"4"-4"0,-3-4-10 16,0 0-14-16,0 4-10 0,0-4-24 0,0 0-31 15,0 0-23-15,14-11-24 0,-4 6-20 0,2-2-11 16,3-5-19-16,-1 0-13 0,4 1-15 0,-2-3 2 16,6-6-24-16,1 1-4 0,-3-1-7 0,-1-1-10 0,-5 5-6 0,2-4 8 15,-4 4-8-15,2 2 4 0,-5 1 3 0,-3-2 12 16,2 5-3-16,-4 1 11 0,-3 1 9 0,-1 1-14 15,0-1-7-15,-1 2-10 0,-3 3-19 0,4 3-5 16,-17-5-15-16,3 6 4 0,-4 3-7 0,-2 4 0 16,-4 4-9-16,-3 2-2 0,3 2-16 0,1 2 16 15,-3 2-7-15,7 1 1 16,1-3-20-16,-1 4 11 0,6-1-31 16,4-5-10-16,5 2-2 0,4-1-4 0,3-1 8 15,4-1 8-15,5-1 10 0,5-2 4 0,9-1 1 16,5-3 8-16,4-2-3 0,-2-4 11 0,7-2-21 15,13-2 15-15,1-2 24 0,-16 1 6 0,13-5-10 16,-14 6 19-16,-1-3 2 0,-4 1 2 0,-10 1-1 16,-2 0 4-16,-7 0 0 0,-4 2 16 0,1 1 4 0,-4-1-4 0,0 0-6 15,-6 1 11-15,9-1-6 0,-9 1-11 0,7 0-28 16,-7 0-24-16,0 0-53 0,0 0-94 0,0 0-63 16,0 0-86-16,-33 7-128 0,19-7-240 0,5 0-731 15,9 0 325-15</inkml:trace>
  <inkml:trace contextRef="#ctx0" brushRef="#br0" timeOffset="39773.65">5623 4007 167 0,'0'0'236'0,"0"0"-6"0,0 0-12 15,0 0-9-15,0 0-13 0,0 0-8 0,0 0-18 0,0 0-14 16,0 0-15-16,-5-2-14 0,5 2-10 0,0 0-13 15,0 0-14-15,0 0-8 0,0 0-6 16,0 0-8-16,0 0-6 0,0 0-2 0,0 0-8 16,0 0-5-16,0 0-5 0,0 0-4 0,0 0-2 0,0 0-3 0,12-4-5 15,-2-1-3-15,-2 1-3 0,1-1 1 0,2-1-6 16,4-2-1-16,-5 2-1 0,2 1-1 0,0-2 0 16,-1 0 2-16,-2 1 0 0,0-2-6 0,-2 4 1 15,1-3 11-15,-4 2 7 0,1-1 11 0,-1 3 10 16,0 0 15-16,-1 1 1 0,0-1-2 0,-3-1-7 15,0 4-10 1,4-4-7-16,-4 4-4 0,0 0-19 0,0 0-13 16,-13-1 0-16,13 1-7 0,-16 3 1 0,3 2 0 0,-4 1-3 15,-1 4 0-15,0-1-2 0,1 4 3 0,-5 2 2 16,-2-1-4-16,3 6-3 0,-2 1 9 0,2-1-5 16,2 2 4-16,2-4-3 0,6-1-2 15,1-2-22-15,3 2-10 0,0-2-9 0,6-4-2 16,0 8 7-16,4-6 1 0,5 1 4 0,5-1 3 0,10 2 6 0,3-7 3 15,8-2 4-15,4-2-12 0,20-4-8 0,0-1-11 16,1-6-15-16,5 1-7 0,0-6 1 0,1-1 1 16,-3-1-6-16,-5-2 1 0,-2-1 1 0,-8-2 4 0,-11 5 7 15,-4-2 12-15,-2 1-3 0,-6-2 11 0,-1 3 20 16,-10 6 25-16,-5-1 29 0,-1 2 22 16,-5-2-1-16,-2 1-1 0,-2 2-2 0,-2-1-3 0,-6 3-3 15,-2-1 1-15,-5 1-7 0,-4 4-1 0,-7 0-3 0,-3 3-3 16,3 3-3-16,-4 3-3 0,1 2-1 0,2 3-3 15,1 1-1-15,2-1-4 0,1 1 0 16,2 2-4-16,9-3-2 0,1-2-2 0,-1 3 5 16,5-2-7-16,1-2-8 0,3-1 2 0,4-1 2 15,1-1 2-15,0-2 3 16,1 1 9-16,8-3 4 0,-5-2 5 0,8-2 2 16,4-1 4-16,-2-3 4 0,7-1-1 0,-1-3 3 15,-2 2 3-15,2-5 6 0,-2 1 3 0,7-4-3 16,-8 3 3-16,0-1-1 0,0-1-4 0,-2 1-1 15,-1 2-3-15,0 0 1 0,-1 3-7 0,-7-2-3 16,2 6-4-16,-3-2-2 0,-1 1-5 0,1 2 2 16,0-1-9-16,-1 3-9 0,-4 0-21 0,5-3-6 0,-5 3 0 15,0 0 1-15,9 6 14 0,-4-1-6 0,0 1 3 16,2 1 0-16,-2-2 2 0,4 4 3 0,0 2-3 0,0-3 3 16,5 2-5-16,-3-3-6 0,5 2-2 15,0-1-1-15,2-1-5 0,0-4-1 0,1-1 4 16,-1-2 7-16,1 0-5 0,4-3 3 0,-5-4 3 15,1 0 3-15,-2 0 2 16,-1-2 17-16,-1-2 16 0,1-2 24 0,-6 1 2 16,3-2 18-16,-4 0 4 0,-4-3 7 0,4-3 11 15,-3 2 4-15,1 1 4 0,-6 0 3 0,3-1 4 16,-3 1 7-16,3 5-2 0,-4 0 5 0,3 3 2 16,-3 1-8-16,1 3-7 0,-1-2-28 0,0 2-5 15,0 5-38-15,0 0-28 0,4-5-36 0,-4 5-43 16,0 0 5-16,0 0 13 0,0 0 13 0,-8 20-8 0,4-9 10 15,3 6 7-15,-3 1 3 0,0 1-1 0,-1 5 2 16,5 1 1-16,-1-4-6 0,1-1 0 0,0-3-4 0,1 1 0 16,0-2 6-16,2-5 3 0,2 1 1 0,-1-2 6 15,1-2 5-15,3-1 1 0,-2 0 0 0,0-4 11 16,5 0 5-16,1-3 12 0,0-3-13 16,3 2 10-16,1-8 6 15,1 2 9-15,-1-2 8 0,0-2 3 0,1-2 10 16,-2-1 7-16,-2-1 7 0,5-6 8 0,-1 0-13 15,-2-4 0-15,-2-1 0 0,0-1-14 0,-3 0 13 16,-1 0 7-16,2 4 11 0,-4 3 8 0,-2 3 6 16,-1 1 9-16,-2 5 7 0,2 2 1 0,-3 1-8 15,2 3-10-15,-2 0-6 0,2 1-14 0,-3 4-10 16,1-7-9-16,-1 7-24 0,1-4-16 0,-1 4-40 0,0 0-41 0,0 0 5 16,0 0 8-16,0 0 23 0,-1 28-11 15,0-14 4-15,-3 4 5 0,1 8 5 0,0 3 5 0,-1 0 7 16,1 0 2-16,-1-2 7 0,3 0 4 0,-2-1 0 15,2-6 2-15,1-2 0 0,-1-1-1 0,2-4 5 16,-1-1-4-16,1 0 2 0,1-5 1 16,-2-1-1-16,1 0 1 0,-1 0 2 0,3-2 4 0,-1 0 0 0,-2-4 10 15,13 4 8-15,-3-3 1 0,3-1-4 0,6-2-5 16,1-1-38-16,1-1-43 0,2-1-40 0,5-1-42 16,0-3-42-16,0 2-58 0,0-1-52 0,-1-2-254 15,-9 2-614-15,2 0 272 0</inkml:trace>
  <inkml:trace contextRef="#ctx0" brushRef="#br0" timeOffset="40691.43">7347 4099 202 0,'0'0'241'0,"0"0"-19"0,0 0-23 0,0 0-19 16,0 0-19-16,0 0-17 0,13-8-14 0,-4 5-8 16,0-1-20-16,1-3-10 0,0 3-9 0,2-2-10 15,-1-1-3-15,2-1-1 0,-5 3-2 0,4-3 5 16,0 2-7-16,-2 1 3 0,1-5-1 0,-1 5 5 16,-3-3 5-16,0 3-2 15,0 0 0-15,-3 0 7 0,-1 2 5 0,-1-2 8 16,-2 5-5-16,4-8-11 0,-4 8-13 0,1-4-10 15,-1 4-10-15,0 0-11 0,-13-4-6 0,13 4-4 16,-19 4 0-16,5 0-5 0,-5 2-2 0,0 1 0 16,1 2-4-16,-5 5-4 0,4-4 1 15,2 3-2-15,1-1 0 0,0-3-5 0,1 4 3 16,6-4-3-16,0 3-18 0,0-1-8 0,4-1-7 0,3-1 18 0,4 0-13 16,1 1 8-16,8-4 3 0,-1 0 5 0,12 1 6 15,11-1-4-15,4-5 2 0,16-1 1 0,2 0-3 16,1-4 4-16,4 1-1 0,0-3 0 0,1-2-2 15,2 0 3-15,-3-2-2 0,-1-3 2 0,-8 0-1 16,-14 3 2-16,-2-2-1 0,-5-1 0 0,-4 1 1 16,-10 3 1-16,-2 0 2 0,-1 1 9 0,-8-1 6 0,-1 5 3 0,-1-5-9 15,-5 2 3-15,-1 2-2 0,-4 1-4 0,-7-2-2 16,-4 3-3-16,-4 3 1 0,-8 0-1 0,-1 2-5 16,-1 0 2-16,0 5 0 0,0-1-1 0,2 2 3 15,2 2-4-15,-1-1 2 0,12 1-2 16,1 0 1-16,5-3-9 0,2 1-11 0,1 1-3 15,3-1 4-15,1 2 5 16,4-3-5-16,5 0 7 0,2 0-1 0,6-2 9 0,6 1-3 16,7-1 2-16,4-2 0 0,2-3 3 15,1-2-1-15,0 1-2 0,-1-4 3 0,0-1-1 16,-2-2 2-16,-1-1-2 0,-10-1 4 0,7-5 7 16,-2 1-5-16,-7 2-1 0,0-8 16 0,-4 5 14 15,0-8 3-15,0 0 1 0,-7-3 3 0,2 0 15 16,-3-5-14-16,1-2 7 0,-2 0 7 0,-4 2 25 0,0 0 9 0,-1 2 32 15,-1 1 19-15,0 2 17 0,2 8 8 0,-1 3 15 16,-3 2 1-16,4 4-6 0,-1-1-10 0,1 4-17 16,0-1-16-16,-2 3-17 0,1 1-15 0,1-2-22 15,0 5-41-15,0-4-43 0,0 4-36 0,0 0-40 16,0 0-2-16,0 0 19 0,0 0 0 0,0 20 5 16,-1-7 9-1,1 4 5-15,-1-1 0 0,-2 9 8 0,3 6 2 16,-1-3 3-16,-2 3 7 0,-2-2 4 0,4 1 1 0,-2-3 10 15,2 3-5-15,-2-3 3 0,3 0-5 16,3-8 6-16,-6-1 3 0,6 0 0 0,-2-2 2 16,3-4 6-16,-4-1-3 0,4 1 4 0,-3-4 9 15,-1 3-11-15,0-6 5 0,3 1-2 0,-2 0 3 16,-1-4 2-16,3 4-2 0,-3-6 10 0,0 0 4 0,0 7 10 0,0-7 13 16,0 0 3-16,0 0 7 0,1 4 7 0,-1-4 6 15,0 0 1-15,11 0-2 0,-11 0-5 0,27-6-9 16,1 2-18-16,7-4-53 0,3-3-70 0,16-10-89 15,-3 2-110-15,5-5-158 0,-1-1-271 0,-4-1-782 16,-4 1 346-16</inkml:trace>
  <inkml:trace contextRef="#ctx0" brushRef="#br0" timeOffset="43316.85">10067 3695 194 0,'-3'-7'286'0,"-1"1"-36"15,1 1-9-15,1-1-13 0,1 2-15 16,-1-1-24-16,1 3-19 0,1 2-20 0,-3-5-16 0,3 5-30 0,0 0-12 16,0 0-13-16,0 0-6 0,-4 19-7 15,3-6-7-15,-3 4-7 0,4 9 0 16,-2-1 1-16,-1 2-16 0,-2-2-2 16,3 2-3-16,0-1-5 0,1-3 0 0,0-1-3 0,0-3 0 0,-2-2-7 0,2-1 4 15,-1 0-2-15,1 1-5 0,0-6-12 16,-3 1-12-16,4-3-10 0,-4 2-14 0,-1-2-19 15,0 0-17-15,-1-1-30 0,-1-4-44 16,1 0-46-16,-3-3-201 0,0-1-423 0,0-1 187 0</inkml:trace>
  <inkml:trace contextRef="#ctx0" brushRef="#br0" timeOffset="43656.64">9896 3626 211 0,'-2'-3'204'16,"2"3"-22"-16,-3-2-19 0,3 2-16 15,0 0-17-15,0 0-14 0,0 0-15 0,24 9-7 16,-7-1-1-16,1 2-3 0,6 3-5 16,6 4-6-16,-5 1 2 0,5 7-15 15,-4-4-5-15,9 14-8 0,-11-13-1 0,-1 6-5 0,-5-4-5 0,0 5-2 16,-4-3-6-16,-5 2 0 0,-3-1-1 15,-6 3-2-15,-1-4 0 0,-8 2-1 0,-2-2-2 16,-6-3 0-16,-5-1-1 0,-2-1-1 0,-1-2-2 0,-2-3-1 0,-2-1-2 16,0-1 0-16,1 1-1 0,0-5-1 15,1-1-5-15,-1-1 0 0,8-3 3 0,2 0-6 16,0-2 1-16,6-2-2 16,1 0 0-16,3 1-19 0,2-2-39 0,6 0-42 0,-8-5-57 0,9 2-54 0,-1 3-159 15,12-14-390-15,3 4 172 0</inkml:trace>
  <inkml:trace contextRef="#ctx0" brushRef="#br0" timeOffset="43996.94">10370 4010 89 0,'0'0'323'0,"3"-3"-13"0,-3 3-12 0,0 0-25 16,0 0-21-16,0 0-23 0,0 0-20 16,0 0-27-16,0 0-19 0,0 0-19 15,0 0-14-15,0 0-18 0,0 0-16 0,5 6-7 0,-5-3-9 0,0 2-9 0,0 4-7 16,0-5-3-16,0 7-12 15,0-5-1-15,0 3-4 0,0-1-5 0,0 3 0 16,-3 1-10-16,2-1 2 0,1-1-4 0,0 0 7 0,-1 0-11 0,-2-2-2 16,3-2-25-16,-1-2-18 0,1 3-16 15,0-1-23-15,0-3-17 0,0-3-5 0,-4 5-9 16,3-2-6-16,1-3-57 0,0 0-64 16,0 0-233-16,-12-11-489 0,9 4 217 0</inkml:trace>
  <inkml:trace contextRef="#ctx0" brushRef="#br0" timeOffset="44171.47">10346 3768 98 0,'0'-6'324'0,"0"-1"-8"0,-3 2-16 15,3 1-24-15,-1 0-31 0,1 4-23 0,0-4-26 16,0 4-20-16,0-6-21 16,0 6-37-16,0 0-36 0,0 0-20 0,0 0-20 0,0 0-31 0,0 0-35 0,14 6-36 15,-8 2-46-15,1-2-39 0,2 2-35 16,-1 3-172-16,-2-4-380 0,3 0 168 15</inkml:trace>
  <inkml:trace contextRef="#ctx0" brushRef="#br0" timeOffset="44506.52">10568 3868 64 0,'8'2'224'0,"-8"-2"-27"16,6 3-21-16,-3-1-9 0,1 1-7 0,1 2-8 15,0 1-10-15,0 2-10 0,4 1-8 16,-4 1-10-16,3 0-12 0,-3 2-9 0,2 5-6 0,-4-2-9 0,4 2-7 16,-5-3-6-16,-1 5-5 0,1-2-7 15,-2-2-1-15,0-1-8 0,-3-3 2 16,3 0-5-16,-2 0-5 0,-1-5-3 0,2 1 1 16,-2-1-3-16,3-1 0 0,-3 0 6 15,0-1 6-15,3-2 19 0,0-2 25 0,0 0-9 0,0 0-23 0,0 0-1 0,0 0-9 16,3-18-6-16,-2 7-2 15,5-6-11-15,6 0-11 0,3-5-7 16,0-2-7-16,2-2-8 0,1 1-8 0,0 0 3 16,0 2 0-16,2 3 1 0,-6 3 4 0,-2 6-3 0,0-1-4 0,0 4 1 15,-6-1-11-15,3-2-21 0,-5 7-32 0,4 1-33 16,-6 1-25-16,5 1-26 0,-7 1-46 16,0 0-183-16,5 6-422 0,-5-6 187 15</inkml:trace>
  <inkml:trace contextRef="#ctx0" brushRef="#br0" timeOffset="48763.2">11155 3889 108 0,'9'-6'325'0,"-9"6"-1"0,0 0 3 16,0 0-12-16,0 0-10 0,0 0 1 0,0 0-45 15,0 0-24-15,0 0-22 0,0 0-25 0,0 0-20 16,0 0-32-16,0 0-14 0,0 0-20 16,0 0-17-16,0 0-12 0,0 0-16 0,-4 16-1 0,3-9-8 0,-1 5-5 0,0 1 2 15,1 1-4-15,-2 3-9 0,2-5-1 16,1 4-5-16,-1-1-3 0,-1 1-1 0,1-4 0 15,0 1-3-15,-1 0 6 0,1-4-8 0,0 1-5 16,0 0 2-16,1-4-2 0,-2 0 0 0,2-1-12 16,0 0-3-16,-1-2 0 0,1-3-2 0,-1 5-5 15,-1-1 2-15,2-4-3 16,0 0-5-16,0 0-46 0,0 0-61 0,-6-10-38 16,0 3-48-16,2-4-54 0,-2-5-50 0,-2 0-198 15,0-9-549-15,3 0 244 0</inkml:trace>
  <inkml:trace contextRef="#ctx0" brushRef="#br0" timeOffset="48918.03">11080 3699 11 0,'-3'-7'304'0,"3"-1"1"0,0 3-2 0,-1 0-10 0,1 5-6 0,-3-7-14 15,3 3-25-15,0 4-17 0,-1-6-24 16,1 6-19-16,0-4-16 0,0 4-18 0,0 0-21 0,0-5-16 16,0 5-12-16,0 0-26 0,0 0-39 15,0 0-28-15,0 0-9 0,0 0-26 0,0 0-32 16,0 0-20-16,10 13-28 0,-6-8-32 0,2 0-31 15,1 3-51-15,-1 0-232 16,-1-2-486-16,4 0 215 0</inkml:trace>
  <inkml:trace contextRef="#ctx0" brushRef="#br0" timeOffset="49685.56">11455 3827 199 0,'0'0'220'0,"0"0"-24"0,0 0-17 0,0 0-22 15,0 0-16-15,-1 2-17 0,1-2-8 0,0 0-14 0,0 0-12 0,0 0-7 16,6 3-3-16,-6-3-10 0,8 2-3 0,-3-2-2 16,3 3-12-16,-3-3-5 0,8 0-3 0,-7-3-6 15,6 0-6-15,-1 1-1 0,-1-3-1 0,1 1-3 16,-4 1 1-16,2-1 13 0,-2 1 10 0,-1-2 8 15,1 0 16-15,-1 1 5 0,-2 1 8 16,-3 1 12-16,3-1 7 0,-2 0-10 0,-2 3-11 16,3-4-8-16,-3 4-20 0,0 0-14 15,0 0-3-15,0 0-12 0,-26 7-2 0,11-1-6 16,-4 5 1-16,-3 1-4 0,-5 2-4 0,4 4 0 16,-1-1-3-16,-2 1 0 0,6-1-3 0,-2 3-2 0,3-2 1 0,2 2 1 0,7-4-6 15,0-1 5-15,2 2-17 0,2-2-9 16,2 0 3-16,4-2 0 0,4-1 1 0,2-1 2 15,7 0 2-15,5-4 0 0,9-2 3 16,2-2 0-16,8-3-2 0,0-3 0 16,3-1-8-16,-2-3-6 0,1-2 1 0,14-4 0 0,-7-1 1 15,-10-2 4-15,1 1 3 0,-5-2-1 0,-1-4 4 16,-1-3-2-16,-3 3 5 0,-5-5 4 16,2-3 5-16,-2-2 0 0,-5 2 13 0,-2-2 21 15,-2 1 12-15,-2 1 4 0,-3-2 25 16,-3 5 19-16,0 2 22 0,-2 5 22 0,-2 1 24 0,-2 6 6 0,2 1 8 0,-1-1 0 0,-1 5-8 15,1 0-16-15,0 2-13 0,0 1-16 16,1-4-16-16,-1 7-27 0,0 1-40 0,0-6-43 16,0 6-46-16,0 0-14 0,0 0-3 0,0 0 7 15,-8 23 9-15,4-8 1 0,-1 5 9 16,-4 10 9-16,-1 3-1 0,-1 10 7 0,-2 5 1 16,0-4 4-16,4-9 5 0,0-2-3 15,0 1 8-15,4-3 6 0,-3-3-17 0,2-4 2 16,5-5-5-16,-3-2 1 0,4-5 1 0,-4-3 3 15,4-1 0-15,0-3 6 0,-1 1 18 16,1-3 19-16,1 1 30 0,-1-4 34 0,-1 5 24 16,1-5 24-16,0 0 17 0,0 0-20 0,0 0-18 0,15-14-15 0,-6 5-13 0,4-3-16 15,1-1-17-15,-1 1-16 0,2 3-10 16,-1-3-7-16,-4 5-7 0,2 1-14 0,-2 3-9 16,0-2-15-16,-2 2-8 0,2 1-16 0,0 1-31 15,-1 3-3-15,0 2-12 0,2 0-19 16,0 1-26-16,-5 2-22 0,6 2-33 0,-3 0-31 15,-3 4-42-15,1-4-42 0,-1 2-48 0,0-2-255 16,1-1-661-16,-2-4 292 0</inkml:trace>
  <inkml:trace contextRef="#ctx0" brushRef="#br0" timeOffset="50039.82">12397 3592 40 0,'0'-8'383'0,"-1"1"-9"0,2 1-2 0,-2 1-12 16,1 2-20-16,0-2-38 0,0 5-24 0,0-7-35 15,0 7-26-15,-1-5-33 0,1 5-40 16,0 0-40-16,0 0-11 0,0 0-17 0,-4 17-5 0,1-5-4 0,-1 5-8 0,-1 3-8 0,1 7 1 15,-3 0-6-15,0 3-1 0,5 4-7 16,-2-4 1-16,0 2-10 0,4-7 0 0,0 3 2 16,-1-10-4-16,-2 2 0 0,6-2-14 15,-3-2-8-15,1-5-14 0,-1 0-10 0,1-1-10 16,3-3-10-16,-4-1-29 0,4-1-17 16,-4 1-10-16,0-1-15 0,0-5-14 0,1 6-17 15,-1-6-19-15,3 3-36 0,-3-3-56 0,0 0-217 16,0 0-508-16,15-8 225 0</inkml:trace>
  <inkml:trace contextRef="#ctx0" brushRef="#br0" timeOffset="50721.53">12448 3987 42 0,'0'0'165'15,"0"0"-1"-15,0 0 3 0,-2 3-5 16,2-3-8-16,0 0-9 0,0 0 0 0,10 2-4 15,-4-2-11-15,3-2-16 0,1 1-11 0,4-1-12 16,3-3-7-16,3 2-9 0,2-3-5 16,-4-1-7-16,1 1-8 0,-1-4-7 0,0 1-4 15,1-1-5-15,-2 2 0 0,-2-3 1 0,1 4 0 0,-5-1 5 0,-1 3 11 0,-1-4 14 0,-5 6 17 16,1-2 14-16,0 1-10 0,0 0-4 16,-3 3-12-16,0-2-17 0,-2 3-10 0,0 0 0 15,-11-1-16-15,11 1-3 0,-20 1-6 16,9 2-3-16,-4 4-2 0,-3 0 1 15,0 2-5-15,-1 2 2 0,2-1-9 0,-1 3 4 16,4-1-3-16,-4 1 0 0,8 0-1 0,-4 0-16 16,5 0-9-16,5 3-1 0,-1-3-4 15,2-1 5-15,3-3-3 0,4 3 8 0,4 2-1 0,2-6 1 0,8 4 2 0,0-4 3 16,15 1-6-16,-2-2-6 0,-1-1-9 0,5-6-1 16,0-1-1-16,-2-2 2 0,0-1 3 0,-2-3 5 15,-1-2-1-15,0-3 4 0,-3 1 1 0,-5-4 16 16,-3 3 12-16,2-6 6 0,-8 2 8 0,5-5 3 15,-5-2 7-15,-2-3 0 0,-1 0 3 16,-2-1 11-16,-2-2 2 0,-3-2 12 0,1 2 14 16,-3 3 20-16,0 1 18 0,1-1 0 15,-2 9 11-15,-3-1-5 0,2 3 3 0,1 2 1 16,-2 3 1-16,0-1 0 0,1 4 7 16,-1 0-14-16,2 2-10 0,0 1-10 0,-1 0-12 0,1 4-12 0,-2-8-9 0,2 8-17 0,0-5-25 15,0 5-24-15,0-3-16 0,0 3-44 16,0 0-25-16,0 0 5 0,0 0 14 0,-4 17 5 15,0-5 9-15,1 4 2 0,-3 9 5 16,0 7 8-16,-2 2 1 0,2 0 9 16,-3 12 4-16,1-13-1 0,3 2 6 0,-3-2-5 0,4-1 11 15,2-3-5-15,-1 0 6 0,2-3 3 0,-2-6 1 16,2-3-3-16,1-5-6 0,1 1 9 16,2-4 0-16,-2-2 4 0,-1-1-4 0,0 0 14 15,0-1 9-15,0 0 6 0,0-2 18 16,3 0 13-16,-3 1 14 0,0-4 11 0,0 0 3 15,1 2 5-15,-1-2 4 0,0 0-12 0,0 0-14 0,19-6-14 0,-7 0-29 0,4-2-38 16,0 0-50-16,1 0-40 0,2-1-36 0,0-2-48 16,5 0-56-16,-5 3-46 0,8-4-88 15,-11 0-226-15,1 2-656 0,1-2 290 0</inkml:trace>
  <inkml:trace contextRef="#ctx0" brushRef="#br0" timeOffset="51053.68">12948 3827 36 0,'0'0'206'0,"0"0"-6"0,0 0-11 0,-8 4-4 0,8-4-8 0,0 0-5 0,0 0-13 16,0 0-9-16,0 0-16 0,0 6-11 15,0-6-10-15,0 0-8 0,0 0-7 0,0 0-13 16,23-3-5-16,-10 1-12 0,6 1-40 0,13-3-56 15,-4-1-82-15,4 0-252 0,0-6-392 0,0-2 173 16</inkml:trace>
  <inkml:trace contextRef="#ctx0" brushRef="#br0" timeOffset="51607.12">13418 3398 41 0,'5'-2'226'0,"-5"2"-23"0,0 0-27 16,0 0-14-16,0 0-19 0,0 0-13 0,0 0-11 16,-4 12-13-16,3-7-10 0,-3 4-20 0,3 1-30 15,-6 1-34-15,1 5-35 0,-3-2-43 0,1 2-54 16,1-2-102-16,-1 0-239 16,3-2 106-16</inkml:trace>
  <inkml:trace contextRef="#ctx0" brushRef="#br0" timeOffset="51986.18">13629 3667 194 0,'0'0'278'0,"0"0"-18"0,0 0-24 0,5 3-16 0,-5-3-22 16,0 0-20-16,0 0-21 16,0 3-20-16,0-3-12 0,-8 5-5 0,-1-1-21 15,3 1-8-15,-3 3-9 0,0-4-9 0,1 1-12 16,0 4-5-16,0-5-5 0,3 6-6 0,-2 2-2 16,1-1-8-16,2-1-7 0,2 1-2 0,0 0-4 15,5 0 2-15,-1 2-3 0,6 1-2 0,-2 3-2 16,5-5 1-16,3 2-1 0,1 1-3 0,0-1 1 15,-1-1-5-15,4 0-1 0,-5 0-1 0,1-2-1 0,-2-3 2 16,-6 2-3-16,3-3-2 0,-1 1-11 0,-5-2-6 16,0 2 0-16,-3-2 0 0,0-2 2 0,-6 4 4 15,-6-2-6-15,-3 1-27 0,-2 1-43 0,-7-6-64 16,-2 2-94-16,-2-1-164 0,-3-6-437 0,3-1 193 16</inkml:trace>
  <inkml:trace contextRef="#ctx0" brushRef="#br0" timeOffset="54460.14">15276 3699 2 0,'-6'-3'185'0,"6"3"-8"0,-4 0-13 0,4 0-11 16,0 0-18-16,0 0-17 0,-4-1-10 0,4 1-9 15,0 0-13-15,0 0-6 0,0 0-10 0,0 0-6 16,0 0-3-16,0 0-6 0,-5-3-5 0,5 3-4 16,0 0-4-16,0 0-1 0,11-4-20 0,-4 3-2 15,3-2-2-15,-2 0-1 0,1 0 2 0,0-2 7 16,3 2 3-16,-3-3 14 0,0 3 15 0,-4-1 8 16,2 0 3-16,-1 1 10 0,-1-2 5 0,-1 2 4 15,-3-1 3 1,3 1 8-16,0-1-8 0,-4 1-11 0,0 3-15 15,-4-5-9-15,-1 3-2 0,5 2-15 0,-15-3-6 0,1 3-8 16,-4 3 1-16,-1-1 0 0,-3 1-6 0,-6 4-5 16,-3 3 1-16,2 0-2 0,-2 4-1 0,0 0-5 15,2 4 2-15,1-1 0 0,1 5-1 16,1-5-1-16,2 3 0 0,5 0-4 0,6-4-11 16,3 2-15-16,1-1-11 0,1 3-4 0,7-3 0 0,6 1 5 0,5 2 1 15,7-2 6-15,9 2 2 0,3-6 1 0,7-3 3 16,19 1 4-16,2-5 3 0,2-3-8 0,4-1-2 15,-1-3-6-15,5-3 0 0,-1-5-8 0,-2 0 3 16,-4 1 3-16,-5-2-5 0,-3-3 5 0,-15 4-5 16,-2-2 1-16,-6 0 3 0,1-2-7 0,-12 1 12 15,-6 0 4-15,1-1 11 0,-7 5 22 0,-2-4-4 0,-4 6 1 0,-2-7 1 16,-7 4 1-16,-4 2-2 0,-2-2 3 0,-7 4-1 16,-5-1-2-16,-5 5 8 0,-1 0-2 0,0 4 0 15,-1-1-7-15,3 5-1 0,-4 3 0 0,8-1 1 16,8-3-3-16,0 2 1 0,2 0 1 0,7-1-6 15,1 1-2-15,4 0 3 0,2-1 0 0,7 2 3 16,4 0-3-16,7 1 8 16,12-1-5-16,5-2 0 0,4-1 5 15,1-3-16-15,3-1-1 0,-1-4-13 0,2 1-1 16,-4-1-11-16,-2 0-2 0,0-3-3 0,-4 1 3 16,-3-1 6-16,-9-3-14 0,-5 3 17 0,-5 0 2 15,3-3 0-15,-7 1 0 0,0 0 4 0,-4-2 11 16,-2 1-11-16,-4-2 7 0,-3 1 1 0,-2-1 2 15,-4 2-3-15,-1 2 6 0,-3-2-4 0,0 0-2 0,-1 3 6 0,-2 0 0 16,2-1 4-16,0 3-2 0,2 2-1 0,2 0-19 16,3 2-17-16,1-2-37 0,3 1-59 0,3 0-141 15,0 3-304-15,5-4 135 0</inkml:trace>
  <inkml:trace contextRef="#ctx0" brushRef="#br0" timeOffset="55448">16093 3834 137 0,'0'0'307'15,"0"0"-38"-15,6 0-31 0,-6 0-27 0,6-2-22 16,-6 2-17-16,0 0-23 0,0 0-19 0,4 5-16 0,-3-2-9 16,-2 3-11-16,0-1-8 0,-4 6-10 0,1 0-8 0,-1-1-9 15,0 6 0-15,0-2-8 0,-2 1-5 0,2-1-2 16,4-3-5-16,-3-1-5 0,0 1-3 0,3-3 3 15,-3-1-16-15,4-1-4 0,-1-2 2 0,-2 0 2 16,3-2 8-16,0-2 23 0,-4 7 27 0,4-7 11 0,0 0-16 16,0 0 2-16,17-16-8 0,-8 4-9 15,0 3-3-15,4-4 7 16,-1-1-13-16,6-6-11 0,-1 1-5 0,-2-2-9 16,3-1 2-16,-6 9-4 0,-1 0-1 0,-2 4-6 15,-2 1-2-15,-1 2 1 0,-2 2-3 0,-1 2-8 16,1-2-12-16,-1 2-21 0,-3 2-19 0,2-3 1 15,-2 3 3-15,8 7 7 0,-5-4 3 0,2 5 8 16,1 0-2-16,-1 2 4 0,4 3 3 0,5 2 0 16,-1-1-2-16,11 1-3 0,2-1-1 0,4-2-8 0,2 1-15 15,4-3-5-15,0-1-6 0,18 0-4 0,-16-4-4 16,1-1 9-16,14-2 0 0,-16-2 5 0,0-1 5 16,1-1 1-16,-3-4 9 0,0 1 5 0,-5-1 1 0,-3-4 6 15,-8 2 7-15,-3-1 19 0,-3 1 11 0,-2 0 13 16,-5 3 11-16,1-7 7 0,-2 3 1 0,-3 3-5 15,-4-4-6-15,-2 5-3 0,-4-3-4 0,-2 2-1 0,-8 0-1 16,0 0-3-16,-5 1-2 0,-5 3 1 0,-1 2-5 16,-5 1 1-16,1 2 0 0,1 3 0 0,-2 0-5 0,-1 2-1 31,7 1-4-31,1-1 0 0,0 1 3 0,8 0-1 0,4-2-1 0,1 3-1 0,4-2 2 0,2-1-14 16,1 0-2-16,4 0-1 0,2 0 6 15,2-1-2-15,3 1 2 16,6-1 0-16,1-1 4 0,8 1 2 0,1-4 3 15,7 1-1-15,2-2-2 0,-1-4 1 16,3 0 2-16,-3-3-2 0,-3-3 2 0,2 0 1 0,-10-1 1 16,7-3 6-16,-1-3 10 0,-3-1 7 0,-3-5 14 15,-3 6 7-15,0-8 10 0,0 1 5 0,-3-3-5 16,-4 0-5-16,-3-4 6 0,3 1 8 0,-4 0-3 16,-2 3 19-16,2-2 9 0,-3 3 9 0,0 7 10 0,-1 2 0 15,1 5 4-15,0-1-8 0,-2 7-14 0,2-4-1 0,0 4-11 16,0-1-32-16,-1 2-47 0,1 1-37 0,0 3-13 15,0 0-1-15,0 0 3 0,-11 15 6 16,6-2 5-16,-2 5 6 0,-2 3 4 0,3 0 2 16,-2 6-10-16,3 1 1 0,0-3-5 0,5 4-1 15,-3 2 5-15,7-3 3 16,3-3 1-16,-1 0 3 0,1-6 2 0,0-2 2 16,2 1 1-16,3-6 3 0,-1 1 4 0,-1-2 4 15,6-1-1-15,-4-6 7 0,1 0-1 0,8-1 7 16,-4-5-6-16,4 1 0 0,-2-3 3 0,0-1 2 15,-2-2 9-15,2-1 3 0,-2 1 7 0,-2-7 8 16,2 4 4-16,-3-3 8 0,-1-1 8 0,-5 3 4 16,1 2 19-16,-1-2 23 0,-1 4 0 0,-4 2-4 0,2-1-14 0,-1 1-5 15,0 3-6-15,-3-2-27 0,3 1-19 0,-4 3-19 16,2-4-21-16,-2 4-18 0,0 0 14 0,0 0-3 16,-2 14 10-16,0-4-9 0,-1-2 11 15,-1 3 2-15,2 2 4 0,-1-3 2 0,-1 1-4 16,2 1-18-16,1 1-15 0,-1-1-16 0,2-5-15 15,-2 5-17-15,2-4-26 0,-3-1-21 0,3-1-24 0,-1-1-33 0,0-2-13 16,1 1-10 0,0-4-215-16,0 0-472 0,0 0 209 0</inkml:trace>
  <inkml:trace contextRef="#ctx0" brushRef="#br0" timeOffset="55616.49">17255 3566 217 0,'0'-8'347'15,"3"0"-12"-15,-3 4-16 0,0 0-35 0,0-1-21 0,0 5-35 16,0-7-31-16,0 7-36 0,0-3-37 16,0 3-32-16,1-6-50 0,-1 6-6 0,0 0-18 15,0 0-31-15,5 9-25 0,-4-5-37 0,5 3-30 16,0-2-43-16,-1-1-43 0,0 4-159 0,2-4-377 16,-1-3 168-16</inkml:trace>
  <inkml:trace contextRef="#ctx0" brushRef="#br0" timeOffset="56177.8">17535 3338 157 0,'4'-11'347'0,"-3"3"-7"16,2 1-24-16,-2 1-30 0,-1 1-40 16,0 1-27-16,0-1-44 0,0 5-36 0,0 0-17 15,0 0-12-15,0 0-14 0,1 22-8 0,-2-6-11 16,-3 7-5-16,3 4-10 0,-6 3-4 0,0 2-6 15,1 1-7-15,0 1-3 0,3-1 0 0,-3 2-3 0,5-3-6 0,-1-2-2 0,-1 4-2 16,1-4-3-16,4-3-6 0,1-1-9 16,-6-8 0-16,3-4 0 0,3-4-5 0,-1 1-1 15,-2-3 3-15,0-1-1 0,0-1 3 0,-2-2 17 16,2-4 28-16,-3 7 20 0,3-7 21 16,0 5 8-16,0-5-6 0,0 0-21 0,0 0-11 15,-9-12-9-15,3 8-20 0,-2-2-3 0,-1-4-4 16,-1 2-23-16,-4-2-2 0,4 2-5 0,-1 0 2 15,0 1-8-15,2 0 3 0,0 0-4 16,3 0 3-16,-2 5-5 0,4-2-14 0,-1 1-20 0,5 3 1 0,-1-4-12 0,1 4-6 16,9-6 2-16,5 3-2 0,5-2-8 0,8 1-12 15,4-1-5-15,4 1-3 0,2-2 7 0,-1 0 5 16,1 2 8-16,3-1 6 0,-3 1 5 0,-1-2 8 16,-1 2 0-16,1-2 10 0,-4 2 1 0,-4 1 7 15,-7 0 10-15,-1 1 18 16,-7-1 22-16,-3 2 32 0,0-1 19 0,-6 1 17 15,5-1 10-15,-9 2 6 0,9-1-4 0,-9 1-8 16,0 0-5-16,10-1-18 0,-9-1-13 0,-1 2-17 16,0 0-31-16,0 0 1 0,7 4-3 15,-7-4 1-15,0 0-1 0,-4 12 3 0,0-7-2 16,2 5 0-16,0-3 0 0,1 2-1 0,-4-1-2 16,3 4 3-16,0 2-10 0,2 1-1 0,0-2-7 0,0 0-16 0,0 0-5 0,2-2-12 15,-2-1-20-15,2-1-14 0,-2 0-20 16,0-1-31-16,1-2-34 0,-1-2-39 0,4 1-27 15,-4-5-217-15,0 0-485 0,0 0 214 0</inkml:trace>
  <inkml:trace contextRef="#ctx0" brushRef="#br0" timeOffset="56333.12">17940 3500 258 0,'-2'-4'340'0,"2"0"-34"0,-3-1-25 15,3 0-42-15,-3 1-12 0,3 4-34 0,3-5-31 16,-3 5-47-16,0 0-26 0,0 0-22 0,0 0-26 16,0 0-37-16,14 5-38 0,-5 0-52 0,0 0-70 0,1 0-185 0,4 0-370 15,-2-1 163-15</inkml:trace>
  <inkml:trace contextRef="#ctx0" brushRef="#br0" timeOffset="56700.3">18428 3562 25 0,'-11'1'183'15,"-7"3"-12"-15,1 4-10 0,-1-1-13 16,-1 0-9-16,1 3-15 0,2 0-11 0,-1 2-3 16,1-1-20-16,0 2-11 0,4 1-5 0,1 1-5 15,2-1 13-15,3-2-1 0,1 4-7 16,2-2-1-16,7 1-4 0,0-4 0 0,5 0-1 15,4 0-7-15,2-1-2 0,5-3-8 16,1-2-1-16,0-3-4 0,10 2-9 0,-3-5-1 16,-6 1-2-16,1 0-4 0,-4-5 0 0,-1-1 9 15,0-3 5-15,-1 2 6 0,-2-3 0 0,-6 2 3 0,1-3 1 0,-4 1-3 0,1-2-8 16,-1-2 0-16,-4 1-9 0,-4-3 0 16,2 3-6-16,-2 2-8 0,-5-1 0 0,1 2-3 15,-4 0-9-15,-2 0-1 0,-4 1-9 16,-1 2-8-16,-2 2-7 0,2 0-7 0,-3 2-12 15,-1 3-20-15,6 0-32 0,-3 0-19 16,4 0-43-16,1 3-54 0,3-2-186 0,2 1-422 16,8-2 187-16</inkml:trace>
  <inkml:trace contextRef="#ctx0" brushRef="#br0" timeOffset="57084.25">18702 3587 191 0,'6'0'327'0,"-6"0"-26"15,0 0-28-15,0 0-32 0,0 0-32 0,0 0-26 0,0 0-19 16,2 5-15-16,-2-5-13 0,-3 9-17 16,2-1-12-16,-4 4-8 0,-1 5-11 0,-6-2-9 15,3 9-5-15,0 0-5 0,1-3-6 16,-1-4-7-16,4 0-7 0,-4-2-5 0,5-6-7 0,-1-1-12 0,0 0-8 0,1-4 1 15,4 5 5-15,0-6 20 0,0-3 24 0,0 0 41 16,-4 8 36-16,4-8 19 0,0 0-19 0,0 0-21 16,17-15-6-16,-8 1-11 0,1-2-31 0,4 1 13 15,-1 2-12-15,4-1-14 0,-3-1-4 16,2 6-6-16,-3-4-2 0,-4 5-7 0,4 1-3 16,-4 0-9-16,-3-1 2 0,4 3-11 15,-3 1-8-15,-1 2-4 0,1-1-5 16,1 1-11-16,-8 2-3 0,17 3-19 0,-7-1-5 15,-1 2-24-15,0 1-29 0,0 1-28 0,4 2-29 16,-3 1-43-16,-1-1-30 0,1 0-53 0,2 1-76 0,-1-5-210 0,-3 3-599 0,2-3 265 16</inkml:trace>
  <inkml:trace contextRef="#ctx0" brushRef="#br0" timeOffset="57399.17">19314 3550 6 0,'0'0'334'0,"0"0"-28"0,4-1-31 0,-4 1-26 0,0 0-27 0,0 0-25 16,0 0-21-16,0 0-24 0,0 0-8 0,-14 11-18 16,2-5-12-16,3 3-12 0,-1-1-11 0,-4 2-9 15,5-1-9-15,-4 3-8 0,7-2-8 0,-2-1 1 16,3 3-4-16,3 2-8 0,0-3-4 15,4 3-4-15,3 2-3 0,1 5 0 0,4-3-4 16,-1-1-2-16,5 5-6 0,4-1-1 0,-4-7-1 16,-1 2 0-16,-3-2-3 0,2-2-2 15,-6-4-4-15,-1 2-2 0,-1-3-3 0,0-4-5 16,-1 3-6-16,-2-2 1 0,-1-4 7 16,-8 11 1-16,2-5-1 0,-15 1-19 0,-7-1-57 15,-8-1-68-15,2 1-120 0,-5-5-209 0,2-1-507 0,-1-4 225 0</inkml:trace>
  <inkml:trace contextRef="#ctx0" brushRef="#br0" timeOffset="64302.36">3147 6145 196 0,'-2'-4'299'0,"2"4"0"16,0-8-1-16,0 5-11 0,0 3-2 15,0-10 22-15,0 4-19 0,0 3-12 0,0 3-8 16,-1-3-18-16,0-2-26 0,1 5-18 16,0-7-12-16,0 7-32 0,0 0-20 0,0 0-20 15,4 0-9-15,-4 0-21 0,0 0-28 0,0 0-24 16,0 0-43-16,0 0-34 0,0 0 4 16,0 0 4-16,-3 17 1 0,2-7 0 0,1 0 10 15,-2 4-4-15,2 1 5 0,-3 2-2 0,0 0 3 0,2 0 39 0,0-5-5 0,1 1 5 0,0-2-9 16,0 1 3-16,0-5-10 0,-1 2 0 15,2-4 17-15,-2 2-14 0,1-3-2 16,0 0 1-16,0-4 2 0,0 7 8 0,0-7-5 16,-2 3 2-16,2-3 8 0,2 3 16 15,-2-3 2-15,0 0 4 0,0 0-8 0,0 5-1 16,0-5-3-16,0 0-16 0,0 0 14 0,0 0-2 16,0 4-1-16,0-4-3 0,0 0-5 15,0 0-8-15,0 0-9 0,0 0-34 0,0 0-20 0,0 0-29 0,0 0-13 0,0 0-30 0,0 0-100 16,0 0-86-16,-11-12-55 0,6 9-229 0,1-3-641 15,-1 1 284-15</inkml:trace>
  <inkml:trace contextRef="#ctx0" brushRef="#br0" timeOffset="64703.95">3185 5941 117 0,'-5'-5'280'0,"4"1"-13"0,1 4-15 0,-3-3-20 0,3 3-15 0,-5-2-23 16,5 2-22-16,-5-2-24 0,5 2-11 0,0 0-17 15,-10 4-15-15,3-1-7 0,-1 7-14 0,-5-1-10 16,0 8-6-16,-1-2-11 0,-2 9-7 0,0 1-4 16,3 3-5-16,-2 0-4 0,1 0-1 15,1 4-6-15,1-2-7 0,3-3-19 0,2 2 5 16,0-2 5-16,6-5 1 0,1 5 6 15,0-9-1-15,1-1 8 0,2 0-3 0,3-2 10 16,6-1 5-16,-2-2 12 0,4-1 7 0,-1-5 15 16,6 1 8-16,2-4 7 0,9-3 5 0,4-3 16 15,-1-6 4-15,1 1 6 0,-6-6 14 16,4 0 2-16,-5-1-1 0,-4-6-2 0,3-1-2 0,-1-2-5 0,-7-3-5 0,0 0-6 16,-4-6-5-16,-5 1-13 0,-3-1-5 0,-2 1-8 15,-1 0 0-15,-7 3 1 0,-1 5-4 0,-7-3-15 16,0 11-11-16,-7-3-20 0,-3 5-24 15,-5 1-42-15,-8 3-45 0,1 7-50 0,-7 3-44 16,-10 5-55-16,-2 8-62 0,18 0-104 0,-4-3-346 16,6 3-796-16,6-1 353 0</inkml:trace>
  <inkml:trace contextRef="#ctx0" brushRef="#br0" timeOffset="68496.77">5106 6009 166 0,'-2'-5'194'0,"1"0"-8"16,1 1-6-16,-1 0-5 0,1 4 1 0,-1-8-3 15,1 5-10-15,0 3-8 0,-2-5 3 0,2 0 2 16,-1 1-3-16,1 4-1 0,0 0-4 15,0-5-6-15,0 5-5 0,0 0-10 16,0 0-9-16,-3-2-6 0,3 2-16 0,0 0-11 16,0 0 4-16,0 0-17 0,0-6-11 0,0 6-8 15,0 0-10-15,0 0-10 0,0 0-11 0,0 0-12 0,0 0-12 0,0 0-19 0,0 0-13 16,0 0-1-16,-7 16 4 0,-2 0 2 16,1 9 4-16,-2 7-1 0,-4 22 4 0,-4 2 0 15,-6 24 4-15,6 3-2 0,4-3 5 0,0-23-1 16,2 3 3-16,3-2 2 0,-3 1 0 15,6 1 4-15,1-2 1 0,0-2 0 0,-1-3 0 16,2-17 2-16,2 12 0 0,-2-16-1 16,4 1 3-16,-3-4-4 0,0-2 3 0,-2-7 0 15,3-2-1-15,-2-4 0 0,-2 2 1 0,3-4 5 0,-1-3 0 0,0-2 9 0,-1-1 22 16,0-1 10-16,-5-1 2 0,1-2 9 0,-1-1 15 16,-3-1 17-16,-1-1 9 0,0-2 11 0,1-1 12 15,-5 0 6-15,4-3 8 0,1 1 2 16,2 2 3-16,-2-3 0 0,0 2 2 0,4 0-7 15,2 3 19-15,1-2-13 0,2 1-12 0,0 0-16 16,-1 1-12-16,5 2-13 0,-7-3-11 16,7 3-13-16,-4-2-28 0,4 2-38 0,0 0-38 15,-5-2-49-15,5 2-27 0,0 0-57 16,0 0-39-16,0 0-46 0,-6-1-59 0,6 1-52 16,0 0-356-16,0 0-784 0,0 0 347 0</inkml:trace>
  <inkml:trace contextRef="#ctx0" brushRef="#br0" timeOffset="71900">6063 6079 45 0,'1'-12'301'16,"-1"0"-20"-16,3 3-2 0,-6-1-12 0,3 0-10 0,0 4-10 15,3 1-22-15,-6 0-20 0,3 2-20 0,0-2-25 0,0 1-21 16,0 4-29-16,0 0-32 0,0-5-26 0,0 5 0 16,0 0-16-16,-10 17-4 15,2-1-7-15,-2 12 3 0,-3 6-6 0,-5 10 1 0,3 2-3 16,3 0-3-16,0-1 0 0,3-7-3 16,1-4 19-16,3 0 7 0,0 2-14 0,0-4 2 0,4-1-7 15,1-2 2-15,-3-3-3 0,2 0 0 0,-1-8-5 16,4-2 3-16,-2-3-3 0,-2-1-4 15,2-2 3-15,-1-3-3 0,0-2 3 0,1 2-2 0,-1-4 7 16,-1 1-5-16,2 0 12 0,-1 0 5 16,1-4 2-16,-8 7-2 0,3-7-5 0,-4 0-4 0,3 0 5 0,-7 0 2 15,3-2-6-15,-3 1-8 16,4-1 4-16,-5-3 0 0,5 3-10 0,-4-3-19 0,3 0-25 16,-1 0-20-16,-1-1-28 0,2-2-27 0,2 1-48 0,0 0-55 15,2-1-56-15,2-1-206 0,3-2-514 16,1 0 227-16</inkml:trace>
  <inkml:trace contextRef="#ctx0" brushRef="#br0" timeOffset="72207.48">5772 6406 13 0,'-6'2'274'0,"2"0"-24"16,4-2-19-16,-5 1-8 0,5-1-12 16,0 0-20-16,-6 2-16 0,6-2-20 0,0 0-9 0,0 0-20 0,0 0-11 15,37-3-9-15,-15 1-12 0,6-2-10 16,4 3-9-16,0-3-5 0,2 0-10 0,-3 3-3 0,0-2-10 16,-2-1-1-16,-10 3-3 15,2-1-7-15,-11 0-2 0,4 2-5 0,-6 0-3 16,-2 0-4-16,-6 0-5 0,13-3 3 0,-10 3-9 0,-3 0 0 15,6 3-2-15,-6-3-8 0,0 0-14 0,0 0-12 0,0 0-20 16,-23 4-19-16,14-2-18 0,-4 2-25 16,3-2-26-16,2-1-41 0,-1-1-221 0,3 0-427 0,6 0 190 0</inkml:trace>
  <inkml:trace contextRef="#ctx0" brushRef="#br0" timeOffset="72674.55">6414 6281 37 0,'0'0'244'0,"8"-4"-23"0,-2 2-19 0,-2 2-20 16,1-2-20-16,3 2-14 0,-8 0-14 15,15 2-18-15,-6 0-9 0,0 1-8 0,0 2-11 0,0 2-10 16,-4 1-7-16,4 1-9 0,-4 3-6 16,-1-1 0-16,-1 6-11 0,-2 0-4 0,-5-1-3 0,0-3 0 15,-1 2-6-15,0 0 0 0,-3-7-7 16,3 4 0-16,0-5 0 0,1 0-2 0,-1 0 3 16,1-2 7-16,3 1 0 0,0-2 17 0,-2 1 31 15,2-3 34-15,-2 0 38 0,3-2 26 0,0 0-1 0,0 0-23 0,0 0-13 16,0 0-20-16,12-19-9 0,-5 9-14 0,5-2-8 15,0-2-11-15,2 1-12 0,-3 2-9 0,2-1-20 0,-6 4 15 16,2 1-6-16,-2 0-20 0,0 4 16 0,0-1-24 31,-3 1 8-31,-4 3-11 0,6-5-12 0,-3 2 2 16,-3 3-8-16,0 0-9 0,8 1-1 0,-8-1-1 16,8 6-6-16,-5-2-2 0,1 3 14 0,-2 0-9 0,2 3-6 15,1-1-25-15,0 2-11 0,-2 0-26 0,1-3-22 16,-1 4-24-16,0-3-24 0,1 1-22 15,-1 0-44-15,0-3-46 0,0-2-253 0,-3-1-562 16,0-4 249-16</inkml:trace>
  <inkml:trace contextRef="#ctx0" brushRef="#br0" timeOffset="72890.07">6801 6271 75 0,'0'0'314'0,"2"-5"-33"0,0 3-30 0,-2 2-26 15,0 0-28-15,0 0-23 0,5-1-16 0,-5 1-8 16,9 5-18-16,-5 2-10 0,3 0-12 0,-2 3-7 16,1 0-8-16,2 0-8 0,-1 6-10 0,-2 0-6 15,3 2-7-15,-4-1-4 0,1 1-18 0,-5 1-19 16,0-2-12-16,-4 2-9 0,-1 0-14 0,-4-2-21 16,-2 0-26-16,-5 4-43 15,1-8-49-15,-3-1-67 0,-7 1-158 16,-1-3-405-16,4-4 180 0</inkml:trace>
  <inkml:trace contextRef="#ctx0" brushRef="#br0" timeOffset="73205.98">6469 6138 152 0,'0'0'176'0,"-9"2"-17"0,1 1-15 0,1 2-14 16,-3 4-10-16,-2 5-9 0,-4 6-8 0,1 2-10 0,-2 4-2 15,1 3-7-15,1 2-7 0,2-1-4 0,-1 1-5 16,5 0-8-16,-1-2-7 0,6-1-4 0,3-2-5 15,2 0 15-15,3-1 5 0,9-1 0 16,0-2 0-16,4-1-2 0,5-4-8 0,2-2-17 0,5-3-40 0,1-2-60 16,8-6-86-16,0-1-181 0,-1-3-357 0,1-3 158 15</inkml:trace>
  <inkml:trace contextRef="#ctx0" brushRef="#br0" timeOffset="73506.64">7099 6154 67 0,'1'-2'391'0,"2"-2"-6"0,-3 1-1 0,0 3-23 16,0-5-24-16,0 5-29 0,0 0-30 15,1-7-33-15,-1 7-28 0,0 0-28 0,0 0-40 16,0 0-14-16,0 0-30 0,0 0-16 0,5 24-18 0,-2-7-2 16,1 1-4-16,-3 10-21 0,4 3 10 0,-4 1-7 15,2 6 0-15,-2 8-9 0,3-12 6 0,-4 1-17 16,4 0-51-16,0-2-37 0,-3 0-36 0,-1-3-50 0,0 0-56 16,-1-3-77-16,-3-7-276 0,0-2-602 0,0-2 267 0</inkml:trace>
  <inkml:trace contextRef="#ctx0" brushRef="#br0" timeOffset="74107.55">5604 6145 80 0,'0'0'247'0,"0"-4"-26"0,0 4-26 16,0 0-21-16,0 0-22 0,0 0-16 0,-5 19-12 0,0-2-9 15,-2 6-10-15,2 6-6 0,-2 3-12 16,-1 4 8-16,-1 12-8 0,3 1-10 0,0-13-5 16,-1 10-7-16,6-13 5 15,1 0-14-15,1-3-19 0,5 1-18 0,-1 0-25 16,1-2-34-16,1 0-51 0,7-4-78 0,-5-8-166 16,4-1-362-16,2-2 160 0</inkml:trace>
  <inkml:trace contextRef="#ctx0" brushRef="#br0" timeOffset="74910.25">7884 6457 70 0,'0'0'299'0,"0"-8"-20"16,-2 4-14-16,0-1-16 0,-2 0-19 0,2 1-21 0,-2 0-22 16,-1-1-18-1,-2-1-15-15,-2 1-19 0,-2 0-13 0,-1 2-15 16,0 0-9-16,-1 0-11 0,0 2-11 0,-5 0-8 16,1 1-10-16,5 1-1 0,-1 0-8 0,0 3-10 15,1 0-5-15,0 2-8 0,0-1 0 0,1 4-6 16,-1-3 0-16,2 3-6 0,1 0 0 0,-1 1 0 15,6-3-2-15,-1 4 2 0,1-2-7 0,1 0 3 16,1 0-3-16,1-1-4 0,2 0-1 0,-1-3 3 0,2 2 2 0,1-3-1 16,1-1 6-16,1 1 8 0,-1-3 7 0,5 0 7 15,-2-1 13-15,4-3 20 0,-1-1 10 0,1-2 10 16,-2-2 10-16,5-3 10 0,-2-2-7 0,0 1 18 16,0-5-3-16,-3 2 1 0,1-8-14 0,3 1 0 15,-4-3-1-15,0-2-16 0,0 0 4 0,-4-2-6 16,0 1 2-16,-1-1 10 15,3 5 17-15,-5 5 3 0,3 2-4 0,-5 5-1 16,3 2-3-16,-2 3-6 0,-1-1-13 0,1 4-13 16,-1 0-13-16,0 0-18 0,1 0-42 0,-1 4-40 15,0 0-62-15,0 0-10 0,0 0 9 0,0 0 13 16,-1 17 7-16,-1-1 14 0,-1 4 5 0,2 7 10 16,-3-1-17-16,3 1-31 0,0 2-9 0,1-3-18 15,2 3-17-15,-3-3-20 0,2-1-23 0,3 2-26 0,-4-10-33 0,1-1-40 16,-1-3-73-16,0-1-181 0,3-2-585 15,-2-6 259-15</inkml:trace>
  <inkml:trace contextRef="#ctx0" brushRef="#br0" timeOffset="75295.27">7954 6321 43 0,'3'-4'273'0,"0"-1"-26"0,1 0-16 0,2 2-19 0,1-1-12 16,-1 2-19-16,3-1-14 0,3 3-15 0,-2 0-14 15,2 2-7-15,-2 1-12 0,0 1-12 0,2 2-8 32,-2 0-9-32,-1 2-8 0,-2 1-6 0,2 0-9 15,-2 2-5-15,-2 3-8 0,-3-2-1 0,4 4-9 0,-6-3-3 0,-2-1-2 16,1 0-1-16,-3 1-11 0,-1-2 3 0,1-1-7 16,-1 0 3-16,-1-3-1 0,3-2-1 0,-1 2 6 15,2-3 3-15,-1 0 7 0,1 0 20 0,-1-2 37 16,3-2 41-16,0 0 31 0,-3 6 31 0,3-6 22 15,0 0 10-15,0 0-31 0,0 0-20 0,0 0-20 16,3-15-18-16,1 5-18 0,2-1-19 0,1 2-10 0,1-2-11 0,1-3-10 16,-2 2-9-16,1 7-6 0,-1-3-10 0,-3 2-5 15,1 3-4-15,-2-3-17 0,-1 4-23 0,2-1-23 16,-1 0-20-16,-3 3-20 0,4-2 1 0,-4 2-7 16,7 5 0-16,-3 0 4 0,1 1-1 0,2 1 1 15,-1 3-13-15,4-2-11 0,-3 4-34 0,4 0-31 16,2 4-31-1,-3-4-47-15,5 0-66 0,2-3-389 0,1-3-743 0,-3-4 328 16</inkml:trace>
  <inkml:trace contextRef="#ctx0" brushRef="#br0" timeOffset="75811.55">9204 6099 211 0,'0'0'321'0,"1"-2"-20"0,-1 2-20 0,4-1-18 16,-4 1-30-16,0 0-20 0,0 0-22 0,3-2-26 15,-3 2-30-15,0 0-22 0,0 0-14 0,0 0-6 16,-8 14-12-16,-1-6-2 0,-4 7-14 0,-6 3-5 16,-5 2-5-16,-2 2-5 0,3-1-9 0,0 3 1 15,-6 0-4-15,3-3-7 0,-1 2-5 0,3-1-1 0,1 0-1 0,1-3-4 16,3-2-4-16,6-1 0 0,-1-2-4 0,5-6 8 16,4 2-9-16,-5-2 1 0,6-3 1 0,0 0-1 15,3 1 4-15,-3-2 0 0,4 2-1 0,0-1 2 16,0 1 3-16,4 0-1 0,1 2 0 0,0 1-3 15,5-1-2-15,3 1 2 0,4 1-3 0,0 1 0 16,-1 1-2-16,2-1-2 0,4 5 4 0,-3-6-2 0,-1 1-2 16,0-2 6-16,-3 1-4 0,-4-3 0 0,1-2 5 15,-2 2-5-15,-4-3 2 0,2-1 12 0,-4-1 21 0,1 1 15 16,-1-1 22-16,1-2 4 0,-5 0 13 16,4 3 5-16,-4-3-2 0,5 1-20 0,-5-1 0 15,0 0 3-15,0 0-15 0,3 3-3 0,-3-3-14 16,0 0-30-16,0 0-34 15,0 0-35-15,0 0-42 0,0 0-46 0,0 0-57 16,6 1-64-16,-6-1-130 0,0 0-228 0,5-8-662 16,0 4 293-16</inkml:trace>
  <inkml:trace contextRef="#ctx0" brushRef="#br0" timeOffset="80375.52">9946 6432 156 0,'0'0'207'16,"0"0"-5"-16,0 0-6 15,0 0-11-15,0 0-11 0,0 0-12 0,0 0-9 16,0 0-6-16,0 0-9 0,0 0-5 0,0 0-1 16,0 0-10-16,0 0 3 0,0 0 2 0,0 0-4 15,0 0 5-15,0 0 0 0,0 0 2 0,0 0-1 0,0 0-3 16,0 0-14-16,5-7-11 0,-2 3-7 15,-2-3-15-15,-1 4-6 0,4-5 8 0,-3 0-26 16,2-1-3-16,1-2-7 0,2 1 6 0,-2-5-15 0,0 1-5 0,2-1-1 16,-2-2-1-16,1 4-5 0,-2 0 0 0,2-4-2 15,-3 2-9-15,2 3 11 0,0 0-6 0,0 2-6 16,0 1-2-16,-2 1 7 0,-1 1-8 0,-1 1 1 16,3 1-4-16,-2-1-9 0,-1 4-3 0,0 2-25 15,0-5 0-15,0 5-5 0,-5-2-1 0,5 2 3 0,-20 9 3 16,-6 6 4-1,-1-1 4-15,-1 3-1 0,-3 0 2 0,-2 3 2 16,-10 8 11-16,2-3-7 0,9-4 2 0,1-1 1 16,1-2-1-16,0 2 2 0,1-2 1 0,1-1 0 15,1-2 4-15,4-1-2 0,5-4 3 0,0-3 2 16,8-3 2-16,0 1 2 0,0 0 3 0,3-3 0 16,-1-1 23-16,3-1 15 0,5 0 9 0,-10-3 8 15,6-2 0-15,-1-4-4 0,3-1 0 0,-2 1-2 0,4-4-1 0,-2-2-14 16,6-1 3-16,0-1-7 0,1-3-3 0,0 3-7 15,4 0-3-15,-4 3 4 0,0-1-6 0,-1 6-3 16,2-1 6-16,-4 5-1 0,2 0-8 0,-2-2-5 16,2 5-4-16,-4 0-13 0,0 2 4 0,9 0 6 15,-9 0-8-15,18 7 13 0,-9 0-15 0,5 5 3 16,0 0 1-16,2 2 2 0,-1-1 2 0,5 6 0 0,-1-1-4 0,-3-5 16 16,-2 3-13-16,2-3 0 0,-2-3-6 0,-2 3-13 15,2-2-6-15,-1-3 11 0,-3-1-8 0,-4-2 0 16,5 0 4-16,-6-1 0 0,1-1 6 15,-1 0 9-15,-1-2 6 0,2 0 8 0,-6-1-5 0,11-2 4 16,-5-1 1-16,-1 0-4 0,-1-2-5 0,2-1 6 16,1 2-3-1,0-4-1-15,1 2-1 0,-3 0-3 0,0 2-19 16,1 0-19-16,1-2-28 0,-2 0-33 0,2 4-37 16,0 1-37-16,5-2-51 0,3-1-43 0,-8 4-268 0,5-2-584 15,1 1 259-15</inkml:trace>
  <inkml:trace contextRef="#ctx0" brushRef="#br0" timeOffset="80692.03">10694 6511 195 0,'0'0'274'0,"10"-3"-21"0,-10 3-16 0,0 0-22 16,0 0-23-16,0 0-21 0,0 0-22 0,0 0-20 15,0 0-21-15,0 0-15 0,1 5-10 0,-1-5-12 0,-4 7-10 0,1-3-8 16,-3 1 1-16,3 3-8 0,-4-1-11 0,1 2-12 15,-7-1-20-15,4 1-21 0,0-1-35 0,-5 3-39 16,5-3-48-16,-6-2-217 0,2 0-387 0,4-5 171 16</inkml:trace>
  <inkml:trace contextRef="#ctx0" brushRef="#br0" timeOffset="80845.73">10708 6315 340 0,'1'-5'353'16,"0"2"-16"-16,1-1-27 0,-2 4-29 0,2-5-38 16,-2 5-21-16,3-3-14 0,-3 3-52 0,1-4-53 15,-1 4-58-15,0 0-53 0,0 0-34 0,0 0-51 0,8 8-59 16,-6-3-233-16,3-2-415 0,2 0 184 0</inkml:trace>
  <inkml:trace contextRef="#ctx0" brushRef="#br0" timeOffset="81492.98">11954 6174 41 0,'2'-20'291'0,"2"2"-6"0,0-2-10 0,0 1-5 16,-3 1 5-16,3 3-9 0,1 1-2 0,-3 5-11 16,0-1-18-16,-1 3-26 0,2 2-23 0,-3-2-25 15,1 4-27-15,-1-2-37 0,0 5-43 0,0 0-19 0,0 0 1 0,0 0-12 16,-5 22-4-16,1-2 0 0,-1 6-1 0,-3 10 1 16,-3 8-5-16,-3 3 8 0,2 0-14 0,-2 0 2 15,1 1-3-15,4-14 6 0,0 1-3 16,3-2-2-16,2-2 1 0,-4-2-5 0,5-3 2 0,-1-6-1 15,1-5 1-15,-2-1 3 0,3-4-4 0,0 0 9 16,1-4-11-16,-2 1 6 0,2-1-1 0,-1-1 6 0,0-1 3 16,0-3-4-16,2-1-3 0,-9 1-8 0,9-1-14 15,-17-7-24-15,7 2-16 0,-1-1-35 0,-5-2-29 16,-3-1-30-16,5-2-49 0,0-1-45 0,0-2-235 0,4 0-514 16,-2-2 227-16</inkml:trace>
  <inkml:trace contextRef="#ctx0" brushRef="#br0" timeOffset="81762.66">11685 6354 141 0,'0'0'181'0,"0"0"-9"0,0 0-17 0,0 0-5 15,0 0 1-15,0 0-15 0,0 0-3 0,0 0-3 0,8 5-4 16,-3-4-8-16,12-1-9 0,2 0-6 0,9-1-13 15,4 0-5-15,0 0-8 0,4-2-9 0,-5 2-6 16,3 1-7-16,-5-4-3 0,-1 1-11 0,-7 2-1 16,2-2-5-16,-5 2 1 0,-7 1-7 0,0 0 1 15,-3-3-5-15,-3 3-2 0,3 0-5 0,-4-2-10 16,-4 2-7-16,6 0-22 16,-6 0-31-16,0 0-22 0,0 0-23 0,0 0-26 15,-23 0-29-15,14 0-192 0,-3 0-372 0,4-2 165 16</inkml:trace>
  <inkml:trace contextRef="#ctx0" brushRef="#br0" timeOffset="82210.89">12455 6224 76 0,'3'-2'253'0,"4"1"-22"16,-2 0-23-16,3 1-19 0,-2-3-20 0,3 3-15 0,1 3-14 16,-1-2-15-16,2 5-16 0,-2-2-4 0,-1 1-12 15,0 3-16-15,-2-3 0 0,-1 6-8 0,-2-5-8 16,-2 5-9-16,-1-1-3 0,0 0-5 0,-1 0-1 16,-3 3-1-16,-1-4-4 0,-4 3-2 0,4-3-3 15,-5-2 2-15,2 2-3 0,4-4 3 0,-1 0 2 16,1-2 3-16,-1 2 8 15,1-3 14-15,2 0 15 0,2-2 24 0,-7 6 42 16,7-6 19-16,-1 1 12 0,1-1-20 0,0 0-16 16,10-11-14-16,-1 4-15 0,0 0-10 0,5-4-22 15,0 0 4-15,3-1-21 0,-3 4 3 0,4 0-20 16,-3-1 8-16,-2 2-8 0,4 2-5 0,-7 1-15 16,-3 0-6-16,-1 2-3 0,0 0-10 0,1 2-7 15,-1-2-13-15,-6 2-9 0,10 2-14 0,-5 0-1 0,-2 0 2 0,1 2 0 16,-2-1-2-16,0 2 3 0,1-1-4 0,-3 3-3 15,1-1-2-15,-1 1-22 0,0 0-11 0,-1 0-29 16,0 1-26-16,-1-2-26 0,2 2-29 0,0-4-49 16,0 3-55-16,0-4-188 0,0-3-519 0,6 2 230 15</inkml:trace>
  <inkml:trace contextRef="#ctx0" brushRef="#br0" timeOffset="82449.5">12938 6130 324 0,'2'-2'320'0,"-2"2"-36"15,4-3-29-15,-4 3-17 0,4-2-37 0,-4 2-20 0,10 4-10 0,-5-1-20 16,4 4-7-16,2 1-15 0,1 6-10 16,1 1-11-16,-3 2-10 0,-1 0-12 0,0 9-4 15,1-1-8-15,-10-1-8 0,0 3-15 0,-4-1-18 16,-6 1-9-16,0-1-15 0,-8-1-14 0,1-3-12 0,-3 1-26 15,-6-3-33-15,-2-1-46 0,0-5-54 0,0-2-92 16,-5-4-140 0,1-3-440-16,0-4 196 0</inkml:trace>
  <inkml:trace contextRef="#ctx0" brushRef="#br0" timeOffset="82750">12479 5978 10 0,'-17'0'187'0,"-1"3"-8"0,1 1-12 15,-2 2-12-15,-6 7-15 0,-2 3-17 0,-1 5-8 0,-8 13-9 0,2 0-7 31,0 0-12-31,4 5-7 0,7-12-11 0,1 2-5 16,8-1-7-16,0 3-7 0,6-4 34 0,3-1-1 16,9-1 7-16,1 0-3 0,4 0 1 0,12-3-4 0,4-3 1 0,8-2-9 15,20 0-5-15,5-4-24 0,5-4-52 0,2-2-68 16,0-7-75-16,29 3-229 0,-33-6-407 16,3-4 181-16</inkml:trace>
  <inkml:trace contextRef="#ctx0" brushRef="#br0" timeOffset="83087.16">13667 6164 116 0,'0'0'373'16,"0"0"-2"-16,0-7-7 0,0 7-3 0,0 0-37 15,0-3-22-15,0 3-35 0,0 0-34 0,0 0-28 0,0 0-31 0,0 0-28 0,0 0-33 16,0 0-19-16,0 0-12 0,0 0-9 16,3 12-14-16,-3-4 2 0,0-1-12 15,0 3-6-15,0 2-2 0,0-3-4 0,-3 1-6 16,3 2 1-16,0 0-16 0,-1 0-30 15,0-4-12-15,1 1-19 0,-3-3-15 0,3 2-18 0,0-4-20 16,0 1-15-16,-1 1-18 0,1-3-9 0,-3 0-4 16,3-3-18-16,0 0-74 0,0 0-218 15,0 0-491-15,-9-11 218 0</inkml:trace>
  <inkml:trace contextRef="#ctx0" brushRef="#br0" timeOffset="83248.7">13671 6003 306 0,'0'-5'330'0,"0"2"-6"0,0-1-23 16,0 4-25-16,0-6-28 0,0 6-30 16,0-5-25-16,0 5-31 0,3-3-44 15,-3 3-41-15,5-2-34 0,-5 2-37 0,10 3-46 0,-5 1-53 0,3-3-57 0,2 4-237 16,-5-2-418-16,7-2 184 16</inkml:trace>
  <inkml:trace contextRef="#ctx0" brushRef="#br0" timeOffset="83549.75">14086 6029 229 0,'0'0'236'0,"0"0"-23"0,0 0-15 15,-10 4-20-15,5-3-16 0,-3 1-20 16,-2 3-11-16,2-1-14 0,-3 1-15 0,3 3-14 15,-1 1-4-15,-6 3-8 0,5 1-5 0,2-6-12 16,-1 5-4-16,3-1-6 0,2-1-1 0,0 1-2 0,3 0-1 16,-1 0 0-16,5-1-2 0,0 1-5 15,2 1 1-15,0-1-2 0,6 1-5 0,-3-2 1 0,4 5-2 0,-2-7 1 0,-1 2 0 16,1-1-7-16,0-2-2 0,-4-2-2 16,2 2-3-16,-4-1 2 0,1-1 1 0,0-1 0 15,-5 0-2-15,1 1 2 0,-1 0 1 16,-6 0-3-16,1 1-11 0,-8 0-37 15,-5 1-64-15,2-2-93 0,-6-2-252 0,-1-3-473 0,4-3 211 0</inkml:trace>
  <inkml:trace contextRef="#ctx0" brushRef="#br0" timeOffset="84984.43">15404 6062 230 0,'1'-5'312'0,"-2"1"-19"0,-2 0-23 16,2-2-28-16,-3 4-19 0,0-1-27 15,-1 1-22-15,-5 4-20 0,-4 1-16 0,-8 1-14 16,-5 5-15-16,-5 4-12 0,2-1-10 15,0 5-6-15,6 1-10 0,-3 1-7 0,3 1-7 16,2-2-5-16,8-3-6 0,0-1-6 0,1 2-2 0,7-5-15 16,-2 0-8-16,4-2-6 0,1 3 0 0,0-7 1 15,3 2 2-15,1-1 12 0,3-2 2 16,4-3 3-16,3-1-1 0,0-2-3 0,6 0 2 0,1-3 4 0,0-4 7 0,1 0 6 16,-3 0-3-16,0-1 0 0,2 1-1 15,1-2-6-15,-3-1 8 0,-1 0-7 16,-6 6 0-16,1-1 4 0,-2 3-7 15,-2 0 0-15,-2 0-2 0,0 2-6 0,1-1-9 0,-1 1 3 0,-4 2-28 0,6-1-9 16,-6 1 2-16,0 0-2 0,5 5 11 16,-1 0-13-16,-4 0 6 0,4 0 0 15,-1 2-1-15,-1-1 9 0,4 2-4 16,0 0 7-16,0 1 0 0,-1-1-5 0,0-1-3 16,3-2-2-16,-3 2-2 0,0-5 4 0,0 1 3 0,3-1 3 0,1 0 0 0,-3-2 0 15,5-4 6-15,1 1 2 16,0-5 10-16,-1 1 1 0,3-4 12 15,-2-2 4-15,3-1 8 0,-3 0 4 0,4-6 4 0,-2-3 5 0,0 0-1 0,-1 1 4 16,0-4-2-16,1 2 2 0,-4-1 2 16,3 1 0-16,-3 1 12 0,-2 3 7 0,-3 3 16 15,3 2 14-15,-5 6 6 0,1-3 5 16,-2 4 1-16,0 2-1 0,1-1-9 16,-2 3-15-16,2-1-17 0,-2 3-27 0,0-3-34 0,-1 5-39 0,1-2-56 15,-1 2-3-15,0 0 7 0,-6 14 13 16,2-3 8-16,-2 6-7 0,-7 8 22 15,4 0 0-15,-1 6 4 0,0 0 8 0,2 0 5 16,3 3-1-16,-2-4 3 0,6-3-5 0,-2 1 0 0,6-3 3 0,-3-7 0 0,5-1 3 16,-1 0 1-16,0-2 10 0,1-4-3 15,4 0 7-15,0-3 6 16,0 0 3-16,4-4 25 0,-1 0-4 0,6-1 1 16,-2-1 4-16,-1-3 19 0,-2 0-7 0,1-3 14 0,-1 1 5 0,-2-3 5 15,-1-2-1-15,1 2-5 0,0-6-5 16,-1 3 4-16,-5 1-16 0,2-4 3 15,-5 5-11-15,2 0-17 0,-4-4-7 0,-1 5-25 0,-3 2-35 0,-1-4-16 16,-4 5-21-16,-5-2-10 16,-5 3-10-16,0-1-8 0,-3 4-23 0,5 1-22 0,-3 1-27 15,2 1-27-15,6 1-38 0,2 0-34 0,-1 0-285 0,6-3-620 0,2 1 274 16</inkml:trace>
  <inkml:trace contextRef="#ctx0" brushRef="#br0" timeOffset="85393.24">16260 6034 246 0,'0'-2'314'16,"0"2"-11"-16,1-7-20 0,-1 7-24 0,0-4-20 0,0 4-29 0,0 0-26 15,0 0-17-15,0 0-27 0,0-2-21 16,0 2-20-16,0 0-19 0,0 0-12 16,0 0-5-16,0 0 2 0,-15 7-19 0,6 0 0 0,-1 1-5 15,-2-3-4-15,3 3-5 0,0 1-5 16,-1-1 8-16,0 0-11 0,2 4-6 0,-2-6-1 0,4 6-6 0,-1-5 3 16,2 2-6-16,1-1-4 0,2-1-4 15,-1 0 2-15,6 0 0 0,-1 3 0 0,2-3 2 0,2 3-3 16,5-3 12-16,3 3-7 0,1-3-3 15,2 4-1-15,-2-5-1 0,0 3 5 16,2-1-4-16,-4-1-2 0,-4 0-1 0,0 1-11 0,1-3-14 0,-5 0-8 16,-3 1-6-16,1-2 2 0,0 0 1 15,-6 3 8-15,-2 0 2 0,-4-2 4 16,-4 2 3-16,-2 1 3 0,-7-6 1 0,3 3-7 0,-9-2-22 16,1 0-34-16,0 1-34 0,-2-6-48 15,7 0-41-15,-1 1-182 0,5-6-415 0,0 2 184 0</inkml:trace>
  <inkml:trace contextRef="#ctx0" brushRef="#br0" timeOffset="85765.81">16679 6025 98 0,'-9'-4'250'0,"9"4"-19"0,-9-2-19 0,1 3-18 0,0-1-19 15,-3 1-17-15,2 3-18 0,-6 0-13 16,0 5-17-16,-3 1-10 0,4 0-9 16,-2 3-11-16,1 0-8 0,-4 6-10 0,6-4-2 0,-1 0-7 15,6 1-5-15,2-1-1 0,0-4 1 16,3 2-4-16,-1-1-1 0,7 1 0 0,-2-2 4 0,5-1-1 0,2 0 3 16,1-5 0-16,4 5-1 15,0-6 1-15,6-3-3 0,0 1-2 16,0-2 9-16,0 0 3 0,0-2 3 0,-1-1 6 0,-1-4 0 0,-3 2 10 15,-4 0-5-15,3-3-6 0,-3-1 5 16,-2 2-8-16,0-5-6 0,-1 2-16 0,-4-6-12 0,-2 4-14 16,0-4-12-16,-2-2-1 0,-3 7-7 15,-3-4-10-15,-5 1-11 0,3 4-6 0,-9 1-8 16,0-1-4-16,3 5-9 0,-3-2-7 0,0 2-14 0,0 3-19 0,5 0-23 16,1 2-29-16,0-1-32 15,5 1-41-15,-1 0-199 0,8 0-453 16,-6-2 200-16</inkml:trace>
  <inkml:trace contextRef="#ctx0" brushRef="#br0" timeOffset="86084.93">16931 5827 191 0,'1'-7'391'16,"0"3"-13"-16,1 1-16 0,-2 0-45 15,0 3-28-15,2-6-39 0,-2 6-30 0,4-3-28 0,-4 3-43 0,0 0-8 16,0 0-17-16,1 13-14 0,-1-3-17 16,-1 2 5-16,0 6-10 0,-2 2-17 0,-1 6-7 0,2 3-12 0,-1-2-3 15,-1 0 4-15,4 2-9 16,0 0 1-16,0 0 2 0,0-8-17 16,3-2 0-16,-2-1-5 0,-1-1-11 0,3-5-1 15,-2-2-4-15,-1 0-13 0,1-4 5 0,2 2 1 0,-2-4-11 0,-1 1 2 16,0-2 4-16,0 1 3 0,0-4 6 15,3 3-2-15,-3 2 8 0,0-5 0 0,0 0 1 0,0 0-20 16,0 0-60-16,0 0-56 0,0 0-46 0,0 0-53 16,0-15-63-16,-3 8-231 0,6 2-558 15,-2-6 246-15</inkml:trace>
  <inkml:trace contextRef="#ctx0" brushRef="#br0" timeOffset="86696.08">17202 5978 83 0,'2'-3'324'0,"-2"3"-38"0,0 0-28 15,0 0-29-15,0 0-26 0,0 0-21 16,0 0-19-16,0 0-21 0,-2 13-10 0,0-4-6 0,-3 1-24 0,2 4-5 16,-3 6-8-16,4-3-14 0,-3 2-5 15,2 0 4-15,-1-2-15 0,-1 0-10 0,5-5 3 0,-2 0-20 16,2-2-6-16,0 0-2 0,0-5-3 15,0 0 1-15,0 2 7 0,0-5 18 16,2 4 31-16,-2-6 33 0,0 1 5 0,0-1-13 16,0 0-2-16,15-4 9 0,-8-1-2 0,2 0-1 0,0-3-4 15,1 0-12-15,-1-1-15 0,5-2-3 16,-1 2-6-16,-2 0-6 0,-2 2-2 0,0-4-2 0,-4 7-8 0,2-1-6 16,-1-1-2-16,-3 3-9 0,0 1-10 15,0-1-11-15,2-2-12 0,0 3-17 16,-5 2-1-16,9 0-12 0,-4 4-1 0,4 2-3 0,4-3 4 0,-3 3-3 15,9 2-10-15,-2-1-19 0,3 2-12 0,-1-3-15 0,1 2-9 16,0-2-5-16,1-1-13 0,-1-3-4 16,2 1-5-16,-2-1 7 15,-2-2 5-15,1-2 12 0,-7-1 10 0,1-2 6 0,-2 1 10 0,-2-4 20 16,0-1 17-16,-3-3 23 0,-1 4 24 0,5-7 21 16,-5-1 18-16,0-1 17 0,-3-1 4 15,3 0-5-15,-2-2 6 0,-2 1 8 0,4-7 1 0,-1 6-3 16,-1-5-2-16,-1 6 10 0,3 2 3 15,-1 0 14-15,-3 6 13 0,3 3-10 0,-4 1-13 0,2 0 2 0,0 3-31 16,-2-1-16-16,1 0-35 16,-1 4-42-16,0 1-14 0,0 0 13 15,0 0-4-15,0 0 5 0,-5 20 5 0,3-8 5 0,-1 5-4 0,-1 0 2 16,-1 4 18-16,1 4-14 0,-2-1 5 0,2 4 3 0,0-3 1 16,2 2 11-16,-2 1-8 15,3-4 3-15,-1-4-3 0,-1-3 3 0,1 1-18 0,1-5-4 0,0-2-9 16,1-2-8-1,-1-4-5-15,1 2-13 0,0-2 0 0,0 0 2 0,-2-3 3 0,4 3 10 16,-2-5-41-16,0 0-78 0,0 0-86 16,0 0-243-16,-2-16-535 0,2 8 236 0</inkml:trace>
  <inkml:trace contextRef="#ctx0" brushRef="#br0" timeOffset="86968.07">17634 5993 95 0,'0'0'230'16,"0"0"-6"-16,-11 0 2 0,11 0-4 0,0 0 3 0,0 0 7 15,0 0-29-15,0 0-15 0,-6 2-16 16,6-2-16-16,0 0-13 0,0 0-17 16,26-2-12-16,-9 2-10 0,1-1-8 0,5 0-12 0,8-2-9 0,-11 3-11 0,3-2 6 15,-1-1-12-15,-4 2-7 0,0 0-5 0,-4-2-6 16,-2 3-2-16,-4-1-5 0,-1-1 0 0,-1 4-10 15,-6-2 1-15,9-2-10 0,-4 2-4 0,-5 0-16 16,8-2-12 0,-8 2-15-16,0 0-18 0,0 0-34 0,0 0-36 15,0 0-39-15,0 0-42 0,0 0-256 0,0 0-495 0,0 0 220 16</inkml:trace>
  <inkml:trace contextRef="#ctx0" brushRef="#br0" timeOffset="87618.52">17987 6109 69 0,'-3'2'232'16,"3"-2"-4"-16,0 0-3 0,0 0-14 0,0 0-13 0,0 0-18 15,0 0-17-15,0 0-18 0,0 0-13 0,20-2-15 16,-6-2-10-16,-1-2-11 0,5 3-12 0,-1-1-9 16,3-4-3-16,-5 3-7 0,3-2-8 15,0-1-2-15,1-1-10 0,-4 0-3 0,1 1-5 0,-6 1-1 16,0 0 4 0,-1-1 5-16,-1 2 11 0,1 0 5 0,-4 2-5 15,-4-1-1-15,3 1-7 0,-4-1-11 0,0 1-12 16,0 4-7-16,-9-5-3 0,-2 3-3 0,-1 2-4 15,-7 0 4-15,1 0-7 0,-2 3-1 0,-1-1-1 16,2 3 0-16,-3 2 0 0,5-1-2 0,0 0-2 16,-1 4 0-16,5 0 0 0,3-2 0 0,1 1 0 15,1 0-2-15,3 0-6 0,4 2 6 0,2-2-3 0,3 0 12 0,4 0-10 16,7 4 1-16,-1-5 0 0,13 2-1 0,0-5 1 16,2 0-3-16,3-3-4 0,-4-5 13 0,4-1-11 15,-1 1 1-15,-2-5 1 0,1 0 1 16,-5-5 5-16,-7 4 12 0,4-7 20 0,-6 3 6 15,-5 0 16-15,1-1 5 0,1-3 7 0,-3 0 5 16,1-2 9-16,-4-4 4 0,2-1 6 16,-2 5 20-16,-2 1 13 0,-1 1 10 15,1 1 25-15,-4 4 5 0,0 3 7 0,0-1-14 0,1 2-16 0,-2 1-19 0,0 3-15 16,0 1-15-16,0 0-22 0,0 3-41 0,0-6-44 16,0 6-38-16,0 0-2 0,0 0 2 0,-7 12 28 15,1-1-12-15,1 0 9 0,-3 5 1 16,-1 1-3-16,3 0 13 0,-2 0-9 0,3 3-9 15,1-1 1-15,0 1-8 0,2-3 0 0,-1 2-6 16,2 1-15-16,-4-2 8 0,5-2-13 0,0-3-17 16,-3-1-25-16,3 0-17 0,3-4-34 15,-3-1-28-15,0 1-31 0,5-4-47 0,-4 0-285 16,-1-4-600-16,0 0 266 0</inkml:trace>
  <inkml:trace contextRef="#ctx0" brushRef="#br0" timeOffset="88091.27">18619 5966 75 0,'0'0'291'0,"0"0"-29"16,0-5-23-16,0 5-31 0,0 0-22 0,0 0-17 15,0 0-22-15,0 0-14 0,0 0-15 16,0 0-11-16,0 0-4 0,2 14-10 0,2-11-18 16,-3 2-7-16,3 0-6 0,0 0-6 0,-3-1-6 15,3 1-4-15,1-3-2 0,-1 3-6 0,5-2-3 16,0 1-2-16,-1-4-5 0,3 1-4 15,2-1 0-15,-3 0-2 0,4-1-5 0,-2-1 1 0,2-2-2 0,-1 1-2 0,-3-1 9 16,4 0 7-16,-3 0-2 0,2 0 1 0,-4 0 5 16,0 0 0-16,1 2-2 0,-5-1-6 0,0 2 3 15,3 1-9-15,-4-2-6 0,-4 2 3 16,10 3-3-16,-5 1 0 0,3 2-1 0,-3 1 1 16,3 2-2-16,-2 3 2 0,1 8 0 0,0 3-1 15,1 4 1-15,-5 1-1 0,-1 3 1 16,-2-1-1-16,-2 3 0 0,-4 2-1 0,-1-3 2 15,-2 2-3-15,-1-1 0 0,-2-5-2 0,-1-2 1 16,4-8 1-16,3-1-3 0,-3-3 1 16,2-5 3-16,3-2 23 0,1-1 5 0,-1-2 51 0,2 2 74 15,-1-5 63-15,3-1-17 0,0 0-26 0,-4-12-20 0,9 0-18 0,3-4-15 0,7-8-16 16,3 2-18-16,8-4-6 0,-1 1-9 16,15-14-10-16,6 1-6 0,0-4-8 0,20-14-7 15,-18 18-2-15,-3 2-5 0,-1 1-2 0,-15 14 4 16,2 0-8-16,-3 1 8 0,-5 5-10 15,-7 5-6-15,-5 3 2 0,-2 3-6 0,-3-2-8 16,1-1-9-16,-2 5-48 0,-1 0-59 0,-2-1-74 16,-2 3-20-16,0 0-9 0,0 0-34 0,-19 12-84 15,2-4-136-15,-8 2-241 0,7-2-750 16,8-4 331-16</inkml:trace>
  <inkml:trace contextRef="#ctx0" brushRef="#br0" timeOffset="88889.31">20589 5753 98 0,'0'-5'413'0,"-4"0"2"0,3 3-16 0,1 2-21 0,0-7-35 0,0 7-37 0,-1-2-31 15,1 2-34 1,0 0-28-16,-3-4-35 0,3 4-32 0,0 0-47 0,0 0-8 0,-4 10-3 0,3-5-24 15,-2 5-4-15,1 4-3 0,-3-2-8 0,2 5-4 16,0 1 0-16,0-1-11 0,-1 0 0 0,-2 1-2 16,3 0 1-16,-3-2-7 0,2 1-3 15,0-3-7-15,2-1 4 0,-1-1-9 0,-1-4-16 16,3 3-19-16,-2-3-18 0,1-1-6 16,-1-2-16-16,1 0-9 0,0-1 2 0,-3-1-23 15,2-1-44-15,3-2-57 0,-12-5-68 0,4-2-274 16,-2-2-580-16,2-1 258 0</inkml:trace>
  <inkml:trace contextRef="#ctx0" brushRef="#br0" timeOffset="89016.96">20468 5581 33 0,'1'-12'316'0,"2"0"-24"0,-1 3-29 16,-2-1-24-16,3 4-27 0,-1 2-21 0,-2-1-33 16,0 1-46-16,0 4-59 0,3-5-48 15,-1 4-49-15,-2 1-56 0,0 0-189 0,13 3-312 16,-8 0 139-16</inkml:trace>
  <inkml:trace contextRef="#ctx0" brushRef="#br0" timeOffset="89605.3">20766 5835 185 0,'-2'6'249'0,"0"1"-18"0,-1 2-16 15,-3-1-20-15,2 1-20 0,-2 1-15 0,-1 2-16 16,1 2-16-16,1 3-11 0,-4-1-12 0,5 0-8 16,0-7-11-16,1 1-7 0,2 0-8 0,0-3-15 15,0 0-7-15,-1-2-3 0,2-2 7 16,0 2 15-16,-2-3 35 0,2-2 38 0,0 0-8 16,0 0-10-16,0 0-7 0,18-13-1 15,-8 7-3-15,-1-4-10 0,6-1-13 0,-1-3-9 0,-1 0-6 0,1 1-3 0,-5 4-8 0,6-1 10 16,-6 2 1-16,-1 2-18 0,1-1-16 15,-4 3-11-15,0 0-4 0,-1 2-12 0,-1-1-10 16,-3 3-4-16,9 0-6 0,-3 3-2 16,0 2-3-16,1-1 7 0,0 4-11 0,2-2 2 15,0 5-3-15,0-2 3 0,3 4-6 16,0-2-8-16,-1 0-10 0,3 2-10 0,-3-2 0 16,3 0-7-16,-4-6-1 0,2 2-1 0,-2-2 7 15,2-1 2-15,-2-3 7 0,0-1 3 0,2 0 7 16,-3-4 6-16,1-1 2 0,-1-3 15 0,4-1 11 15,-6-1 11-15,2-5 13 0,-1 1 16 0,1-1 19 0,-3-2 6 16,1-4 6-16,0-4 17 0,0 0 8 16,1-1 8-16,0-5-3 0,-4 2-6 0,5 0-3 15,-3 0-4-15,-1 2 2 0,-1 9 7 0,0 0 11 16,-3 6 3-16,2 3-10 0,-3 1-11 0,1 0-18 0,-1 6-24 0,3-2-49 16,-2-1-43-16,-1 5-13 0,0 0 5 0,-4 14 5 15,3-1 13-15,-3 3-11 0,-1 9 9 0,-3 0-4 16,0 3 9-16,-2 0 2 0,5 2 12 0,-4 1 2 15,1-2-5-15,0-2-13 0,3 0-15 0,1-9-6 16,0 2-15-16,3-3-25 0,-3 0-7 0,3-5-15 16,-3-1-11-16,4-2-20 15,-3-1-19-15,2-2-17 0,0-1-1 0,-1-2-2 16,0 0-87-16,2-3-229 0,0 0-538 0,0 0 238 16</inkml:trace>
  <inkml:trace contextRef="#ctx0" brushRef="#br0" timeOffset="89805.95">21048 5788 237 0,'-8'0'281'0,"8"0"-22"0,-6 0-20 0,6 0-19 0,0 0-7 16,-8-2-18-16,8 2-17 0,0 0-18 0,0 0-17 15,0 0-15-15,18-2-14 0,1-1-31 16,9 1-36-16,2-1-39 0,4-1-37 0,3-3-38 0,3 4-32 0,11-6-51 15,0 3-210-15,-15 1-390 0,2-1 172 0</inkml:trace>
  <inkml:trace contextRef="#ctx0" brushRef="#br0" timeOffset="90709.2">21530 5920 84 0,'-3'4'344'16,"3"-4"-29"-16,0 0-31 0,0 0-27 0,0 0-35 0,0 0-25 0,23-7-20 16,-10 2-21-16,7 1-25 0,7-4-23 0,1-1-21 15,0 2-11-15,4-3-6 0,-1 0-7 16,0-1-15-16,-1 0-12 0,0 0-14 0,-4-1 0 0,1 2-5 15,-10-2-4-15,1 6 3 0,-4-4-3 0,-1 4 9 16,-3-2 9-16,-2 3 8 0,-3 1-1 0,1-1-4 16,-5 0-6-1,1 2-6-15,-2 3-5 0,-8-4-2 0,-1 4 0 16,0 0-5-16,-5 0-3 0,-4 4 2 0,-1 1-4 0,-3-1-2 16,4 6 3-16,-1-2-2 0,3-1-1 15,-2 2 0-15,6-1-3 0,1-1 2 0,0 3-2 16,4-3-16-16,2 3-5 0,1 0 2 0,5-1 11 15,5-1-4-15,3 0 3 0,7-2 1 0,4 2 0 16,10-3 0-16,0-1-3 0,5 0-9 0,-3-1-5 0,1-5-2 0,0 0 2 16,-1-3 0-16,1 1 3 0,-7-4 1 0,1 0 5 15,-9 1 15-15,-3-2 13 0,-1 0 13 0,-1-4 9 16,-4 3 5-16,0-4 9 0,-3 1 11 0,-1-3 6 16,-1 3 3-16,-3 1 0 0,2 0 4 0,-3 2 11 15,0-1-10-15,0 3-11 0,0 3-5 0,0-1-4 16,0 3-12-16,0-2-8 15,0 1-13-15,0 4-13 0,0 0-4 0,-8-3-1 16,8 3-3-16,0 0-17 0,-13 7-13 0,8-2-14 16,1-2-12-16,1 2-12 0,0-1-5 0,1 1 0 15,-1 0 1-15,3 2 2 0,-1-3 10 0,1 1 6 16,0-2 5-16,0 2 10 0,1-3 10 0,-1-2 4 16,7 4 5-16,-3-4 3 0,-4 0 2 0,13-1 2 15,-5 0 5-15,1-2 7 0,0-1 7 0,-3 2 1 0,5-2 2 16,-1 0 8-16,-4 0 3 0,1 1 8 0,0 2 3 0,-2-2 2 15,0 1-6-15,-5 2-2 0,7-3-5 0,-7 3-6 16,6 0-7-16,-6 0-6 0,5 5 1 0,-3-1-2 16,3 3 3-16,-3 3-1 0,-2 2-1 15,0 5 1-15,0 5-2 0,0 2 3 0,0 5 2 0,-2-1-2 16,-1 2 1-16,1 1 0 0,-1 1 0 0,-1 0 4 0,0 4-1 16,-1-2 2-16,1-2-1 0,-1 3-2 0,0-2 1 15,0-3-1-15,1-1 0 0,-2-6-1 0,1-4-1 16,-1 0 2-16,-2-2 1 0,1-3 0 0,2-3 1 15,-1-2 2-15,-2-1 2 0,-1-2 4 0,1-2 3 0,-1-1 3 16,-3-1 7-16,-1-4 8 0,0-2 22 16,-1 0 11-16,0-4 22 15,0-2 10-15,0-2 16 0,1-4 0 0,4-2 3 16,0-1-14-16,4-5-2 0,3-5-3 0,2 0-12 16,6-2-9-16,4-4-13 0,8 3-10 0,6-12-7 15,6 6-7-15,-10 14-3 0,1-1-5 0,2 1-9 16,0 5 3-16,-2 2-10 0,3 3-3 0,-7 3-2 15,2 0-3-15,-2 4-2 0,-3 0-6 0,-4 4-19 16,3-2-49-16,-1 3-36 0,-1-1-32 0,-3 2-31 0,-1 1-39 0,1 0-52 16,0 0-51-16,-8 0-300 0,0 0-657 0,15 1 290 15</inkml:trace>
  <inkml:trace contextRef="#ctx0" brushRef="#br0" timeOffset="91942.61">22603 5724 2824 0,'4'-3'243'0,"1"-1"-58"0,-1 1-20 0,0 0-12 15,-4 3-29-15,6-4-40 0,-3 4-36 0,-3 0-11 16,6-3 2-16,-6 3-11 0,4-1-17 0,-4 1 6 16,5 4 2-16,-1 0-5 0,-2 1-4 0,1 3 1 15,0 0-3-15,-1 1 1 0,2 3-2 0,-3-1 2 0,0 2-2 16,1 3 4-16,-4 0-5 0,1-5 1 0,0 1 2 15,-2 1-5-15,1-5 2 0,1 1 1 0,1-2-2 0,-2-2-3 16,1 0 7-16,1 0 5 0,-1-3 12 0,1-2 28 16,1 5 33-16,0-3 37 0,-1-2 33 0,0 0 20 15,0 0 18-15,0 0 0 0,0 0-46 0,0 0-34 16,8-11-22-16,-3 5-17 0,1-3-32 0,3-1-23 0,3-2-34 16,-1-2-34-16,3-1-35 0,4 2-30 0,5-2-25 15,3 2-15-15,-3 0-12 0,-3 5-11 0,7-1-4 16,0 5 5-16,-6-1-2 0,5-1 7 0,-5 2 14 15,0 3 12-15,-3 0 10 0,0-2 19 0,-5 2 9 16,1 0 14-16,-5 1 22 0,-1-2 35 0,-2 2 40 16,0-1 36-16,-1-1 26 15,-5 2 23-15,6-3 3 0,-6 3-25 0,2-4-7 16,-2 4-7-16,0 0-7 0,-5-5-6 0,5 5 7 16,-9-4-14-16,4 4-8 0,5 0-3 0,-14 2 2 15,4 0-7-15,-2 0-6 0,1 3 8 0,-2 2-12 16,-4 1-1-16,3 2-3 0,-4 1 1 0,4 1-2 15,0-4 1-15,5 3-5 0,-2-5 1 0,2 4 0 16,2-3-6-16,2-2-15 0,1 1 4 0,-2-3 1 0,4 0 1 16,-1 1 12-16,-1 0 6 0,3 0 16 0,1-4 21 15,-4 3 26-15,4-3 23 0,0 0-7 0,0 0 0 0,0 0-3 16,0 0-13-16,27-8-10 0,-18 4-1 0,1-1-4 16,2 2-6-16,-1 0 0 0,0-3-13 0,2 1-6 15,0 4-4-15,1-2-4 0,-1 1 0 0,1-1-10 16,-5 1-2-1,1 0-8-15,2 2-2 0,-2 2-8 0,0-2-6 16,2 3-9-16,-2 1-3 0,-1-1-6 0,1 4-5 0,0-1-1 16,-1-1-7-16,1 0-13 0,-2 0-1 15,1-1-5-15,1 3 5 0,-1-4 4 0,-4 1 4 16,3-1 6-16,-2-1 1 0,2-1 8 0,-3 0 8 16,4-2 3-16,-4 0 1 0,4-3 10 0,0-2 1 0,0 0 8 15,0-1 11-15,-1-3 4 0,-1 0 9 0,2-2 16 0,1-3 0 16,-1-2 7-16,-1 2 12 0,5-9 5 0,-2 2 2 15,1-2 2-15,-3-2 7 0,1-1 3 0,3-3-1 16,-6 1-7-16,1-2-3 0,1 0-6 0,0-2 2 16,-3 3 8-16,2 3 8 0,-3 2 8 0,-1 9 10 15,1 4 8-15,-4 3 7 0,-1 1-11 0,3 2-9 16,-2 0-11-16,-1 2-35 16,0-1-29-16,0 5-27 0,3-6-47 0,-3 6-28 15,0 0 8-15,0 0 10 0,-13 20 3 0,4-2 14 16,0 5 2-16,-5 6 5 0,3 3 8 0,0 0 2 15,-1 2 11-15,5 0-11 0,-1 0 17 0,5 1 3 16,1-4-3-16,0 1 1 0,4-3 1 0,0-2 7 16,3-1 6-16,-1-9-10 0,1-2 15 0,1-1-3 15,2-4 4-15,-2-2 10 0,-1 1 16 0,0-5 15 0,3-1 29 0,2 0 3 16,-5 0 6-16,7-4 17 0,-3 1 1 0,-3-2 5 16,3-3-13-16,3 1-4 0,-5-4-9 0,0 1-6 15,0-3-14-15,-1 0-12 0,1 0-8 16,-4-2-15-16,1 3-14 0,-3-3-8 0,-1 2-14 15,-1-1-2-15,-2 2-14 0,-2 0-5 0,-5 2-6 0,-2 2-7 16,1 0 3-16,-1 1-8 0,-1 3-12 0,-1-1-19 0,4 2-31 16,2 0-27-16,0 2-11 0,1-1-12 0,1 1 1 15,3 1-1-15,1 1 17 0,0 0 14 0,6 0 14 16,3 0 15-16,4 0 8 0,11 1 14 0,3 0 3 16,5-2-8-16,-2-1 0 0,1 0 5 0,1-2 7 15,0-2 12-15,1 0 4 0,-6-5 9 0,-8 1 18 16,5-1 21-16,-2-2 23 15,-6-3 20-15,3-1 20 0,-3-3 12 0,3-6 15 16,-3 0 13-16,-3 0 19 0,-1-3 3 0,-1-1 1 16,3 0 16-16,-6 1 18 0,2 1 13 0,-3 5 17 15,-1 2 15-15,-3 5 12 0,1 2-6 0,0 4-19 16,-2 0-18-16,1 1-27 0,2-1-16 0,-3 6-39 16,0-6-50-16,0 6-55 0,0 0-31 0,0 0-2 15,0 0 10-15,-8 21 5 0,3-4-5 0,-3 1-32 0,1 9-16 0,-1 4-26 16,2-1-22-16,3 0-24 0,-1-1-24 0,4 1-33 15,0 3-35-15,5-10-47 0,-1-5-276 0,1-1-635 16,2-5 281-16</inkml:trace>
  <inkml:trace contextRef="#ctx0" brushRef="#br0" timeOffset="92327.93">23943 5762 95 0,'0'0'358'0,"0"0"-7"0,0 0-13 0,0 0-14 15,0 0-9-15,4-5-22 0,-4 5 5 0,0 0-23 0,0 0-25 16,3-4-20-16,2 4-24 0,1-3-20 0,8 1-23 16,4-3-10-16,4 3-18 0,10-3-15 15,-4-2-17-15,4 2 3 0,-3-2-33 0,-2-1 9 0,0 2-9 0,-7-2-8 16,-2 0-3-16,2-1-5 0,-4-1-6 0,-3 5-1 16,-3-2 14-16,-2 3 15 0,-2 0-8 0,-1 2 4 15,-1-1-14-15,0 2-7 0,-4 1-10 0,0 0-11 16,-9-7-8-16,-5 6-5 0,-3 4-6 0,-6 2-3 15,-3-1 1-15,-1 7-2 0,1 0-1 0,1-1-6 16,5 0-3-16,3 2 1 0,1 2-16 0,2-2-8 0,4 3-15 0,2 1-3 16,7-3 5-16,-2-2 2 0,7 5 6 0,1 0 4 15,7-1 9-15,3-2 4 0,11 0-14 0,1 0 25 32,3-4-2-32,7 3 0 0,-1-4 5 0,1-1 1 15,3-2 5-15,1 0 0 0,-7-1 6 0,-3-1-12 0,-4-2 11 16,-7 2 13-16,-2-3 17 0,-8 0 13 15,3 0 4-15,-8 0-5 0,3 0-5 0,-8 0-4 0,11 0-40 16,-11 0-89-16,4-4-121 0,-4 4-116 0,3-8-131 16,-3 4-294-16,0 4-804 0,-5-13 357 0</inkml:trace>
  <inkml:trace contextRef="#ctx0" brushRef="#br0" timeOffset="99480.58">2988 8053 230 0,'0'0'250'0,"0"0"-8"0,0 0-6 0,0 0-9 0,0 0-6 16,0 0-8-16,0 0-10 0,0 0-10 0,0 0-14 16,0 0-17-16,0 0-12 0,0 0-9 0,0 0-25 15,0 0-9-15,0 0-12 0,0 0-8 0,0 0-14 0,0 0-2 0,0 0-10 16,0 0-13-16,0 0-8 0,0 0-9 0,0 0-4 15,0 0-4-15,13 0 4 0,-4 1-9 16,0 1-3-16,4 0 4 0,0 1-2 0,-2 0-8 16,2-1-11-16,-4 2-19 0,4 0-10 0,-3 0-16 15,-2 0-6-15,2 2-8 0,-4 1 0 0,-2 1-9 16,-1 1 4-16,-5 3 6 16,0 4 6-16,-6 0 8 0,-5 1 7 0,-3 2 1 15,-7 0 4-15,-3 1 4 0,3-3 4 0,0-1-1 16,-4 1 4-16,3-2 1 0,0 0 6 0,7-2 0 15,-2-5 2-15,2 6-1 0,7-9 5 0,0 2 2 16,1-2-6-16,0-3 6 0,4 3-1 0,0-2 4 16,1-1 6-16,0 1-1 0,4-3 1 0,0 3 10 15,0-3 3-15,12 1 2 0,-1 0 1 0,7-2-5 0,4 1 1 0,-2-1-2 16,8-2-2-16,-6 3 2 0,6-2-1 0,1 0 9 16,1-1 7-16,-1 2 1 0,-10 0-1 0,1 0 0 15,-3-2-3-15,-4 3-1 0,0 0 1 0,-3 0 7 16,-5-1 9-16,0 1 11 0,-5 0 8 0,13-1 5 15,-13 1 5-15,5 0 4 0,-5 0-2 0,5-2-6 16,-5 2-7-16,0 0-13 16,0 0-14-16,0 0-12 0,0 0-23 0,0 0-31 15,0 0-43-15,0 0-48 0,0 0-51 0,0 0-56 16,-25 3-255-16,17-4-528 0,2-1 235 0</inkml:trace>
  <inkml:trace contextRef="#ctx0" brushRef="#br0" timeOffset="99894.13">3088 7906 140 0,'-11'-3'231'0,"-1"0"-14"0,3 2-19 0,-5 1-14 16,1 1-14-16,-2 1-19 0,1 3-15 15,-7 3-14-15,3 2-12 0,-6 7-18 0,1-1-8 0,-1 5-28 16,1 2-4-16,0 3-8 0,0 2-9 16,1 1-5-16,3 1-2 0,1 1 0 0,4 0-3 15,0 0-2-15,4-1 14 0,1-5 10 0,6 1 6 16,3-1 6-16,4-4 7 0,4-2 3 16,2-2 8-16,9 4 11 0,3-5-3 15,10-2-4-15,4-5-2 0,12 1-3 0,5-10-2 0,-1-5-3 16,4-5 1-16,-5 1 4 0,0-1 11 15,-13-2 9-15,-4 0 13 0,1-3 13 0,-7-4 3 16,-3 1 17-16,-4-5 1 0,-5 1-1 0,-2-1-7 16,-5-2-9-16,-4-2-8 0,-3-3-13 15,-7-2-11-15,-2 2-15 0,-3-3-11 0,-5 8-5 0,-1-7-9 0,-5 9-9 0,-6-2-14 16,0 6-14-16,-1 2-29 0,-7 5-35 0,1 2-44 16,-2 4-45-16,0 5-47 0,-2 4-58 0,2 6-80 15,5-2-369-15,3 4-747 0,10-3 331 16</inkml:trace>
  <inkml:trace contextRef="#ctx0" brushRef="#br0" timeOffset="100610.09">4790 8049 40 0,'0'-5'257'0,"3"-7"-6"0,-3 3-6 16,0-3-3-16,1 3-7 0,1-3-4 0,0 1-4 16,-1 0 3-16,-1 1-2 0,0 3-7 0,0 1-7 15,0 1-7-15,0-2-25 0,0 2-11 0,0 2-22 0,0 3-22 0,0-7-25 16,0 7-38-16,0-3-35 0,0 3-34 0,0 0-2 16,0 0-4-16,-5 21 3 0,0 4-4 0,-4 4 2 15,0 4 2-15,-4 17 1 0,-1-5 4 16,4 2 9-16,-3 4-15 0,0-2 1 0,3 1 5 15,-3-1 1-15,6 1 3 0,0-13-1 0,-1 9-3 16,4-12 6-16,-2-3-5 0,5-2 5 16,-3-5-1-16,0-4 0 0,2-4 0 0,1-2 3 15,-1-4 1-15,2 0-3 0,-1-5 10 0,0 0 27 16,-1-2 21-16,1 3 28 0,0-3 29 16,1-3 7-16,0 0-19 0,-14-3-11 0,6-4-10 0,-2 0-7 15,-4 2-16-15,0-5 3 0,-4-1-7 0,5-1-4 0,-5 2-11 0,4-2-1 0,-1 2-5 16,-1 1-5-16,3 1 2 0,1 1-1 15,2 0-8-15,0 0-6 0,1 0-8 16,-1 3-16-16,1-2-33 0,3 4-19 0,0 0-28 0,2-2-23 16,-2 2-32-16,2 0-47 0,4 2-37 15,-9-1-47-15,8-3-46 0,-1 1-263 0,2 3-629 16,6-7 278-16</inkml:trace>
  <inkml:trace contextRef="#ctx0" brushRef="#br0" timeOffset="100895.84">4504 8323 187 0,'-6'-1'260'0,"6"1"-15"0,0 0-13 0,0 0-18 15,-3-4-23-15,3 4-19 0,0 0-17 0,0 0-17 16,16 0-10-16,-3-3-14 0,9 3-12 15,9-2-9-15,2 0-13 0,1-1-10 0,1 1-5 0,-1-1-6 16,6 3-2-16,-6-2-6 0,-5 0-6 16,-9 1-6-16,-1 0 3 0,-1 1-11 0,-5-1-3 15,-3 1-3-15,-1-2-2 0,0 2-1 0,-4 0-1 0,-5 0-2 0,9-1-4 0,-9 1-2 16,0 0-13-16,0 0-18 0,0 0-19 0,0 0-28 16,0 0-26-16,-23 5-27 0,12-4-39 15,2 1-52-15,-3-2-165 0,3 0-405 0,9 0 180 16</inkml:trace>
  <inkml:trace contextRef="#ctx0" brushRef="#br0" timeOffset="101336.63">5190 8194 149 0,'4'-2'235'0,"4"0"-23"16,-1 1-21-16,2-2-21 0,4 3-16 0,-2-1-15 16,1 2-15-16,2 2-8 0,0 0-10 0,-2 2-9 15,0 0-13-15,1 1-8 0,0 5-6 0,-3-2-6 16,-3-2-4-16,0 4-7 0,-2 1-5 0,-1-1 0 16,-4 1-9-16,-3 1 1 0,-3 1-7 15,1 3-2-15,-1-3-2 0,-5 0 2 16,1-4 2-16,3 0 6 0,-2-2-2 0,0 1 4 0,0-4 1 0,0-2 7 0,4 1 14 0,1 1 11 15,-2-2 18-15,3-2 29 0,-1 1 28 0,4-2 20 16,0 0-39-16,-5-6-17 0,5 6-10 16,5-12-17-16,0 3-6 0,4-2-15 0,3-1 3 15,2-2-20-15,0 0 4 0,2 2-9 0,0-3-5 16,0 5-6-16,-2 1-3 0,-2 1 2 16,-2 2-11-16,-1 1-2 0,-4 0-2 0,4 3-6 15,-5-1-5-15,0 0 2 0,0 0-25 0,-4 3-12 16,6-2-13-16,-6 2-4 0,0 0 3 15,6 8-3-15,-3-5 3 0,-3 2 4 0,4 2 13 16,-3 3-8-16,0-1-8 0,-1 0-15 0,1 3-13 16,-1 1-23-16,0-2-21 0,2-1-24 0,-1-1-37 15,0-2-43-15,-1 1-283 0,2-3-545 0,-1-1 241 0</inkml:trace>
  <inkml:trace contextRef="#ctx0" brushRef="#br0" timeOffset="101576.2">5718 8096 137 0,'1'-1'328'0,"-1"1"-30"0,0 0-34 0,8-2-33 0,-8 2-25 16,0 0-21-16,14 4-17 0,-8 1-14 0,4 1-14 16,3 5-14-16,1 1-10 0,-1 1-10 15,-4 3-12-15,5 1-7 0,-5 1-8 16,6 3-12-16,-8-3-17 0,-2 8-12 15,-5-7-16-15,-3 5-14 0,-6 4-12 0,-2-3-14 0,-11 0-26 0,4-2-32 0,-10-3-43 16,0-2-61-16,-3-1-231 0,-2-4-444 16,0-3 196-16</inkml:trace>
  <inkml:trace contextRef="#ctx0" brushRef="#br0" timeOffset="101889.93">5414 7945 74 0,'-8'-2'212'16,"-1"4"-19"-16,-4-2-11 0,3 2-14 0,-2 2-12 15,-4 5-12-15,-1 0 1 0,-3 7-14 0,-3 5-16 0,-1 1-8 0,-3 3-13 16,-6 12-11-16,2-1-7 0,9-6-10 16,-6 9-4-16,9-10-6 0,1 0-5 0,5 0-4 15,2 0-7-15,3 0 15 0,7-4 6 0,2 3 3 0,4-10-1 0,4 0 0 16,8 2-4-16,8-1 3 0,9-5-18 16,14 1-38-16,7-8-64 0,10-5-96 15,-1-4-258-15,26-3-445 0,-29 3 197 16</inkml:trace>
  <inkml:trace contextRef="#ctx0" brushRef="#br0" timeOffset="102252.12">6675 8190 292 0,'0'0'390'0,"0"0"-14"0,1-5-19 0,-1 5-13 0,0 0-15 16,0-4-24-16,0 4-27 0,0 0-32 15,0 0-25-15,0 0-24 0,0 0-33 16,0 0-19-16,0 0-28 0,0 0-29 15,0 0-23-15,0 0-5 0,0 0-6 0,0 13-7 0,0-6-2 0,0-1-8 0,0 5-8 16,-5-1-3-16,5 2 3 0,-3-4-6 16,2 4-26-16,1-3-16 0,0 3-17 15,-2-4-19-15,2 1-12 0,0 1-20 0,-3-4-20 16,3 0-31-16,0-1-16 0,0 0-33 16,0 0-13-16,0-5-30 0,-1 4-268 0,1-4-538 0,0 0 239 0</inkml:trace>
  <inkml:trace contextRef="#ctx0" brushRef="#br0" timeOffset="102404.13">6681 7969 157 0,'0'-6'421'16,"3"0"-16"-16,-3 1-26 0,-3 2-29 0,6-1-35 0,-3-1-32 0,0 5-28 0,0 0-46 16,0-6-46-16,0 6-62 0,1-3-59 15,-1 3-44-15,0 0-26 0,0 0-37 0,0 0-46 16,10 9-51-16,-5-4-92 0,3-1-156 15,-4-1-444-15,1 2 196 0</inkml:trace>
  <inkml:trace contextRef="#ctx0" brushRef="#br0" timeOffset="102839.93">7172 8058 141 0,'0'0'295'0,"0"0"-25"15,0 0-18-15,0 0-25 0,0 0-23 16,0 0-20-16,0 0-21 0,0 0-14 15,3 3-15-15,-3-3-15 0,-12 6-12 0,3 0-13 0,-5-1-11 0,5 1 1 16,-5 2-17-16,3-2-7 0,-2 4-10 0,1-1-2 16,3-1-8-16,0-1-2 0,1 1-5 15,1 3-3-15,3-4-5 0,0 3 0 0,3-3-2 16,2 3 4-16,1 0-10 0,0-1-1 16,5 1 6-16,1 0-8 0,0-2 2 0,6 2-1 0,2-2-4 0,-1 0 1 15,0 1 4-15,-3-2-7 0,3-1 2 16,-6 0-5-16,0 1-1 0,0-3-2 0,-4 0 2 15,0-2 1-15,-1 2 3 0,-1-3-1 16,-1 2-2-16,-2-3 12 0,-5 7 3 0,-5-2-10 0,-4-1-1 0,-7 0-24 16,-10 2-43-16,-3-2-71 0,1-3-115 0,-4-2-224 15,1 0-505-15,4-7 224 16</inkml:trace>
  <inkml:trace contextRef="#ctx0" brushRef="#br0" timeOffset="104105.64">8708 8153 150 0,'1'-4'257'0,"-1"4"-24"0,-1-8-18 0,-3 6-20 0,1-1-19 15,-4 0-19-15,-2 1-16 0,0-1-13 0,-5 1-13 0,1 2-15 16,-6-1-8-16,1 5-7 0,-5-1-9 15,-2 1-8-15,3 1-7 0,-6 2-5 16,7 1-7-16,-7-1-4 0,4 3-5 16,-2-1-2-16,2 1-5 0,5-1-4 15,0 1-3-15,2-2 0 0,3 2-7 0,4-1-2 0,1-1-1 0,0 0-2 0,3 1-7 16,2-2 3-16,2-1 0 0,0 1 2 16,3-1 1-16,3 1 0 0,2-2 7 0,3 0-4 0,4-3 1 15,5 1 1-15,2-1-6 0,1-4 5 16,6-2 0-16,-7-2-2 0,7-1 3 0,1-1 13 15,-9 1 12-15,5-5 5 0,-6 2 10 16,5-4 10-16,-7 0 16 0,3-4 6 0,-4 3-7 0,-2-8 0 0,1 1 4 16,-1-3-2-16,-4 2 4 0,-3-2 2 15,2-4 5-15,-3 3 16 0,-4 0 16 0,2 6 15 0,-2 1 17 16,-1 4 8-16,3 1-3 0,-3 4-14 16,0 2-15-16,0 1-15 0,1 0-21 15,-2 2-20-15,1 2-40 0,0 3-41 0,-3-7-55 0,3 7-20 0,0 0 11 16,0 0 1-16,-4 21 3 0,-1-3 9 0,-1 1 7 15,1 8 7-15,-2-1-8 0,2 1-12 16,1 2-21-16,3 0-16 0,-2-4-9 16,3 2-15-16,0-1-11 0,3-3-6 0,-2-5-14 0,3 1-18 0,0-1-27 15,0-4-30-15,1-1-42 0,1-5-264 16,1-3-575-16,2-2 256 0</inkml:trace>
  <inkml:trace contextRef="#ctx0" brushRef="#br0" timeOffset="104426.4">8851 8214 35 0,'0'0'255'16,"0"0"-19"-16,0 0-18 0,0 0-20 15,-5-6-20-15,5 6-17 0,0 0-18 16,0 0-11-16,0 0-11 0,0 0-11 0,0 0-11 0,0 0-9 0,0 0-8 0,10 0-2 16,-10 0-8-16,13 0-8 0,-2 0-4 15,1 0-7-15,1-4 1 16,1 2-10-16,-1-1-4 0,2 0-2 0,0-2 0 0,-2 1 7 15,-2-2 8-15,0 3 6 0,0-3 9 0,-1-1 10 0,-2 0 8 0,-2 2-3 16,2-1 9-16,-3 0 6 0,-1 1 5 16,0 1 5-16,-3 0 0 0,1 1-19 15,-2 0-12-15,0 3-7 0,-3-5-14 0,3 5-8 0,-12-2-14 0,1 5 13 16,-1 1-18-16,-3 5-4 0,-3 0-5 0,0 4-9 16,4-1 4-16,-4 1-3 0,3 1-2 15,1 0-5-15,5 0-13 0,0-2-23 0,4 1-15 16,0-1-7-16,7 5-6 0,5-6 3 15,6 0-25-15,3-1-56 0,3-6-101 0,11-1-333 0,7-3-617 0,-1-5 273 16</inkml:trace>
  <inkml:trace contextRef="#ctx0" brushRef="#br0" timeOffset="105226.61">9460 7773 293 0,'0'-7'320'0,"0"2"-37"0,0 0-33 0,0 1-28 0,2 1-28 0,-2 3-16 16,0 0-21-16,0 0-17 0,-3 17-14 15,-3 0-14-15,3 1-5 0,0 12-20 16,-3 4-8-16,-5 12-8 0,-2 0-7 0,0 3-9 15,-1-2-3-15,1-3-6 0,7-10-3 0,-1 0-5 0,1 2-6 0,4-8 1 16,-2 1-5-16,0-4 3 0,4-5-8 16,3 1 1-16,-3-4-1 0,1-4 0 15,-1-3-1-15,3-1 8 0,-1-3 6 0,-1 2 15 0,2-5 23 0,0 2 27 16,0-4 18-16,2 0 14 0,-5-1 2 0,0 0 3 16,12-7-4-16,-8 2-7 0,0-2-13 15,1 2-8-15,-3-5-23 0,-1 0-25 0,1-2-22 16,-2 1-12-16,-3-1-19 0,-2 1-11 0,1-2-5 15,-3 2-5-15,-2 2-4 0,-4-3-6 0,0 2-5 0,-6 3 8 16,2-1 2-16,-2 2-3 0,5 3 2 0,-5-4 6 16,9 5 2-16,-2 1 1 0,2-2-3 0,2 1-20 15,4 0-26-15,-3 2-24 0,7 0-6 0,0 0 5 16,0 0 13-16,0 0 6 0,0 0 8 0,0 0 3 0,43 0 6 16,-15-3 3-16,7 3 3 0,2-2 4 0,3-1 3 15,-1 1-3-15,12-4-2 0,-10 0 4 0,-2-1 3 16,-1 3 9-16,-2-1-2 0,-2-3-1 0,-6 1 6 15,-1 0 11-15,-5 4 19 0,-3-2 25 0,-9 2 38 0,1-1 35 16,-1 1 26-16,-4 2 18 0,2 0 8 16,-4-1 5-16,-1-1-3 15,2 1-4-15,-5 2-12 0,0 0-13 0,8-2-16 16,-8 2-12-16,4 0-21 0,-4 0-26 0,0 0-20 16,0 0-29-16,0 0-23 0,0 0 10 0,5 4-12 15,-5 0-3-15,0 2 4 0,-1 1-4 0,0-1 4 16,-2 3-4-16,3 1 10 0,-1 0-20 0,-1-1-8 15,1 1-9-15,0 1-14 0,0-3-12 0,-1 4-7 16,1-6-10-16,1 0-5 0,0-1-11 0,-1 1-19 0,1 0-13 0,0-2-17 16,-2 0-13-16,2-4-1 0,-1 5 0 0,1-5-92 15,0 0-241-15,0 0-548 0,-10-10 243 0</inkml:trace>
  <inkml:trace contextRef="#ctx0" brushRef="#br0" timeOffset="105380.1">9830 7932 135 0,'-1'-7'404'0,"1"1"1"0,-2 2-17 16,1 0-28-16,1 1-23 0,0 3-34 0,-3-8-37 15,3 8-35-15,0-4-33 0,0 4-51 0,0-4-61 16,0 4-52-16,0 0-38 0,0 0-18 0,0 0-34 16,0 0-42-16,0 0-52 0,15 10-60 0,-14-6-249 15,1 1-498-15,0-2 220 0</inkml:trace>
  <inkml:trace contextRef="#ctx0" brushRef="#br0" timeOffset="105827.98">10112 8036 54 0,'0'0'494'0,"0"0"-27"15,0 0-27-15,0 0-40 0,0 0-33 0,0 0-36 16,0 0-32-16,0 0-34 0,4 1-29 0,-4-1-33 16,0 0-28-16,0 0-21 0,-2 7-33 0,4-5-7 15,-2 3-19-15,0 2-5 0,0 0-7 0,-4 6-10 0,3-1-13 16,-2 2-3-16,0 4-10 0,-1-1-8 0,-1 1-7 16,0-2-1-16,1 0-3 0,0-2-7 0,3-2-2 15,-1 1-3-15,1-6-7 0,1 1 7 0,-3-4-1 0,3 1-2 16,-1 0 8-16,0-4 8 0,1 3 15 0,0-4 33 15,1 3 26-15,-1-3 34 0,0 0 22 16,1 4 7-16,-1-4-3 0,0 0-13 0,0 0-1 0,11-12-9 0,-4 7-15 0,-3-2-11 16,5-4-9-16,-4 3-12 0,3 0-19 15,2-2 4-15,-5 3-13 0,3 1-3 0,-7 0-9 16,4-1-6-16,-1 4-9 0,1 1 1 0,-4-1-13 16,2 1-25-16,1-2-28 0,-4 4-40 0,4-3-49 0,-4 3-28 15,0 0-13-15,10 3-13 0,-4 1-30 16,3-1-13-16,3 3-34 15,-1 0-13-15,0 2-19 0,0-1-16 0,3 2-18 16,-4-2-29-16,3 0-14 0,-3-1-300 0,-3-3-711 16,3 0 314-16</inkml:trace>
  <inkml:trace contextRef="#ctx0" brushRef="#br0" timeOffset="106676.42">10342 8245 290 0,'0'0'180'0,"4"-5"24"0,-4 5 11 16,0 0 5-16,0-5-7 0,0 5-7 0,0 0-5 15,0-4 4-15,0 4-2 0,-4-3-11 0,4 3-8 0,0 0 6 0,0 0-33 16,0 0-16-16,0 0-7 0,0 0-4 0,0 0-8 15,0 0-17-15,0-5-5 0,0 5-16 0,0 0-7 16,9-4-7-16,-1 1-8 0,2 1-6 0,4-1-9 16,5 0-6-16,1-1-4 0,6-3-2 0,1 4-9 15,3-1 10-15,-2 0-12 0,1-3-1 0,0 2 1 16,1-1-1-16,-10 1-9 16,7-2-3-16,-6 0 3 0,-2 2 1 0,-6 1 1 15,-1 0-1-15,-2 1 13 0,-2 0 28 0,-3 1 26 16,2-1 16-16,-2 0 5 0,-3 1 0 0,2 0-16 15,-4 2-15-15,0-6-17 0,0 2-8 0,0 4-10 16,-14-5-8-16,5 5-13 0,-2 0-7 0,-7 0 7 16,-2 4-10-16,0-1 2 0,-8 2 4 0,5 2-21 15,5-1 7-15,-4-1 0 0,3 2-16 0,3 1-27 0,4 0-16 0,3 0-12 16,0-2-21-16,-1 2-19 0,4 1 1 0,2 1 19 16,4-3 1-16,1 2 9 0,4 1 13 0,7-2 19 15,4 1-2-15,12-1 7 0,4 1 4 0,6-2 18 16,1-2-11-16,16 0 7 0,1-4 5 0,-1 0 4 15,0-3 7-15,-15-2-8 0,12-1 7 0,-16 1-2 16,-3 0 18-16,-2-3 32 0,-11 2 32 0,-2-2 28 0,-3 0 15 0,-4 1 4 31,-1 0 9-31,-2-2 4 0,-3 3-9 0,-1-2-11 0,-2 0-20 0,-2 1-11 0,0-2-17 0,-6 3-18 16,-1-3-16-16,-3 4-7 0,-4 0-9 0,-1 0-2 16,-7 2 3-16,-5 2-13 0,-1 0-5 0,5 2-2 15,2 1 6-15,-1-1-16 0,1 1-11 0,4 1-1 16,4 1-21-1,2-1 6-15,1 0-33 0,2 0-18 0,2 0-18 16,2-1-1-16,-1 0-2 0,2 0 6 0,2-1 10 0,-1 3 16 16,2-5 13-16,3 5 12 0,3-4 5 0,1 2 14 15,5-3 2-15,1 0 16 0,4 0-6 16,-3-3 4-16,-1 2 8 0,5-3 14 0,-1-2 32 16,-1 1 29-16,-3-1 2 0,1-5 26 0,-5 1 16 0,5 1 12 15,-5-7 6-15,1 1 4 0,0 0-1 0,-4-3 3 0,3-8 4 16,-4 1-1-16,2-4 8 0,-4 6 17 0,-1-5 15 15,2 1 18-15,-2 4-4 0,-1 3 18 0,0 2-15 16,-1 1-7-16,1 0-12 0,1 5-9 0,-2 0-9 16,0 4-10-16,1 2-17 0,-1 1-11 0,0-1-13 15,0 1-10-15,1 2-25 0,-1 3-12 0,0-4-24 16,0 4-42-16,-2-4-32 16,2 4-35-16,0 0-33 0,0 0-21 0,0 0 0 15,0 0 10-15,-4 12 13 0,4-5 5 0,-1 2 13 16,1 2 2-16,-2 0 12 0,1 5 8 0,-2 2 5 15,2 2 10-15,-3 6 6 0,4-1 6 0,-2 0 7 16,-1 0 1-16,2-5 9 0,1-1 2 0,0 2-5 16,1-2 10-16,2-2 6 0,-3 1-2 0,1-3 6 15,0 1-2-15,1-4 2 0,-2 0 1 0,1-2 1 0,0 0 5 0,0-3-14 16,-1-1 15-16,0-1-3 0,2 0 4 0,-1 0 2 16,0-2 3-16,-1 0 3 0,0-3 5 0,2 6 3 15,-2-6 3-15,1 3 2 0,4-1 4 0,3 0-8 16,4-1-26-16,6 1-52 0,15-5-102 0,2-1-136 15,2-4-558-15,19-8-934 0,-1-3 414 0</inkml:trace>
  <inkml:trace contextRef="#ctx0" brushRef="#br0" timeOffset="110675.52">12527 8028 22 0,'0'0'270'0,"-6"0"-14"15,6 0-17-15,0 0-13 0,0 0-17 0,0 0-11 16,0 0-28-16,0 0-6 0,0 0-16 0,0 0-14 15,0 0-9-15,-6-1-15 0,6 1-8 0,0 0-12 16,0 0-10-16,0 0-8 0,0 0-7 0,0 0-1 16,0 0-13-16,0 0-3 0,0 0-3 0,0 0 1 15,0 0-3-15,0 0-5 0,0 0-4 0,0 0-4 0,0 0-4 0,16-5 0 16,-8-2-3-16,1 2-1 0,2-2-2 16,1 0-4-16,6-4 2 0,-4-2 4 0,1 2-9 15,2-3-1-15,-2 0-4 0,-2 0 4 16,-1 1-2-16,0-1 2 0,-2 1 8 0,-2 4 11 15,-2-1 3-15,1 3 8 0,-1 2 9 16,-5-2-3-16,2 5 1 0,2-2-13 0,-5 1-3 16,0 3-10-16,0-5-7 0,0 5-11 0,0 0 3 15,-22 6-1-15,6 2-7 0,-2 4 3 0,-9 3 2 0,3 2 13 0,1 0-19 0,-3 2 2 16,8 0-4-16,-2-1 0 0,2 2 0 16,5-5-3-16,4 0-2 0,-1 1 5 0,5 0-5 15,1-5-10-15,3-1 0 0,2 2 11 16,4-2-4-16,4-1 3 0,3-3 2 15,8 3-3-15,-1-6 7 0,16 0-1 0,0-4-1 0,3-1 5 0,-1-1-4 16,1-3-1-16,0 1 2 0,-2-1-2 16,-1 1 4-16,-5-1 1 0,-2 1-4 0,-11 2 3 15,-3-1 3-15,-2 3-7 0,-2-1 8 0,-3 1 14 0,1-1 1 0,-4 2 6 16,-4 0 9-16,9-3 3 0,-9 3-3 16,6 0-12-16,-6 0 1 0,4-1-5 0,-4 1-16 15,0 0 3-15,0 0-23 16,0 0-18-16,0 0-19 0,0 0-16 0,0 0-33 0,0 0-23 0,-16 4-30 0,16-4-46 15,-9 3-42-15,9-3-228 0,-11-1-513 16,11 1 226-16</inkml:trace>
  <inkml:trace contextRef="#ctx0" brushRef="#br0" timeOffset="110951.36">13382 7827 6 0,'0'0'321'0,"0"0"-29"16,-2-6-26-16,2 6-27 0,-2-3-29 15,2 3-19-15,0 0-25 0,0 0-18 0,-17 6-11 0,9 1-16 0,-3 2-13 16,-2 4-7-16,-8 4-11 0,2 0-3 0,-1 0-14 16,-1 2-7-16,-1 1-6 0,3-2-8 15,-4 0-5-15,3 0-6 0,1 0-4 16,-1-1-11-16,8-3-14 0,0-2-12 15,-3 0-9-15,6-4-11 0,-3-1-16 0,2 1-15 0,1-3-21 0,-1 0-23 0,4-1-28 16,-1-1-28-16,2-3-40 0,5 0-168 16,-9-7-388-16,4 1 172 0</inkml:trace>
  <inkml:trace contextRef="#ctx0" brushRef="#br0" timeOffset="111228.69">13000 8067 902 0,'0'-10'8'0,"3"-6"40"16,-2-2 12-16,4-2 6 0,-1-4 10 0,0-3 25 0,1 8 8 0,-1 1 18 0,-3 0 23 16,3 6 16-16,-3 0 17 0,3 1 11 15,0 5-1-15,-3-1-9 0,2 2-15 16,-2 1-24-16,0 0-11 0,-1 0-23 15,3 2-21-15,-3 2 2 0,0 0-27 0,0 0-8 0,14 6-7 0,-7 1-5 16,0 3-11-16,4 0-1 0,1 5-2 16,-1 3-1-16,5 1-5 0,2 4-2 15,-2-1-3-15,0 0 6 0,0 2-9 0,1-6 11 16,-1 3-12-16,-3-5-1 0,1-3 2 0,-2 3-5 0,1-5 0 0,-3 0 0 16,-3-3-3-16,1 0-4 0,-1-1 3 0,-3-2-4 15,2-1 7-15,-3 1 2 16,0-3 0-16,0 3-5 0,-1-3 4 0,-1 0 4 0,-1-2 6 0,4 3 7 0,-4-3-2 15,0 0-7-15,3 2 1 0,-3-2-5 16,0 0-5-16,0 0-7 0,3 5-10 0,-3-5-13 16,0 0-18-16,0 0-56 0,0 0-88 15,0 0-64-15,0 0-83 0,-8-17-208 16,6 12-581-16,1-3 256 0</inkml:trace>
  <inkml:trace contextRef="#ctx0" brushRef="#br0" timeOffset="111608.46">13679 7925 233 0,'-9'-1'227'0,"9"1"-23"0,0 0-24 15,0 0-14-15,0 0-21 0,-8 0-33 16,8 0-23-16,0 0-11 0,0 0-10 15,0 0-8-15,0 0-14 0,0 0-7 0,23-6-8 0,-8 4-4 0,-1 0-10 0,-1-1-5 16,6-2-5-16,-3-1 1 0,-2 2-3 16,-3-1 4-16,3 0 5 0,-5-2 10 15,2 3 16-15,-4-1 17 0,-1 0 12 0,1 1 16 0,-6 1 13 0,3 1 4 16,0-1 0-16,0-1-8 0,-4 4-11 0,0 0-10 16,1-4-10-16,-1 4-10 0,0 0-5 15,0 0-3-15,-18 8-7 16,5-4-3-16,-1 4-3 0,-1 4-5 0,0-2 0 0,-3 2-5 0,1 2-5 15,2-2 0-15,-1 1 4 0,2 0-8 0,4-1-3 16,0 2 1-16,1-2-2 0,5-4 0 16,-1 3-5-16,4 1-18 0,-2-4-10 0,6 0-10 0,2 2-16 0,3-4-27 15,3 0-55-15,7-3-65 0,1 0-233 16,3-3-466-16,1-1 207 0</inkml:trace>
  <inkml:trace contextRef="#ctx0" brushRef="#br0" timeOffset="112279.84">14021 8047 207 0,'0'0'206'0,"-8"0"-8"0,8 0-14 15,-8 0-15-15,8 0-18 0,-7 2-11 16,7-2-17-16,0 0-12 0,0 0-10 16,0 0-8-16,0 0-12 0,0 0-4 15,-6-3-12-15,6 3-4 0,0 0-4 0,0 0-9 0,19-5-4 0,-8 1-4 0,2-1-5 16,1 1-4-16,-1 0-2 0,5-2-1 15,-4-2-7-15,4 0 1 0,-4 0-1 16,2-1 0-16,-1-2 2 0,-4 4 11 16,-1 0 12-16,-1-1 14 0,1 1 6 0,-3-2 7 0,-1 2 1 0,-2 2 7 0,1-3 3 15,0 3 13-15,-4 0 1 0,2-1-3 16,-2 3-4-16,1-2-13 0,0 2-9 16,-2 3-10-16,0-4-12 0,0 4-11 0,-5-7-2 0,5 7-11 0,-14 0 0 15,5 0-6-15,-2 4-1 0,-3 0-1 16,-3 4-5-16,-2-2-3 0,0 5 3 15,2-1-3-15,-6 4-4 0,1 1 1 0,3 2-1 0,5-5 0 0,1-1-8 16,3 1-11-16,1 1-17 0,4-3-15 16,1 0-13-16,3 1-6 0,1-4 15 15,4 3 0-15,2-2 7 0,7-1 3 0,2-1 9 16,8 0-1-16,8-3 5 0,1-3 3 0,5-3 4 16,-1-1 0-16,4 0-2 0,11-4 4 0,-12 0 3 0,11-5 1 0,-14 2 11 15,-1-3-7-15,-1 0 3 0,-4 2 0 16,-2-5 0-16,-2-1 1 0,-4 0 12 0,-2-3 1 15,-6-1 9-15,0 1 12 0,-6 1 20 0,-2 2 34 0,0-2-9 0,-2 0 16 16,-1 2 18-16,-2 0 10 16,-1 0 9-16,0 1 5 0,-1 5-1 0,1 0 0 15,0 3-4-15,0 1-11 0,-1 3-9 0,1 1-17 16,-2-2-13-16,2 3-11 0,0 3-21 16,0-6-39-16,0 6-37 0,0 0-27 0,0 0 6 0,0 0 3 0,-4 14 25 15,2-4-17-15,-2 7 2 0,1 4 12 16,-1 7-1-16,-3 6 4 0,2-2-6 0,-8 18 11 0,6-4 3 15,-1-12-1-15,-1-1 6 16,4 4 0-16,1-6 3 0,-2-1-3 0,3 0 1 0,1-9 4 0,-1-2-2 0,2-2 5 16,-3-2 0-16,4-3 3 0,-1 0 3 15,1-3-3-15,-1-3-7 0,1 0 1 16,-2-1 4-16,2 0 8 0,0-3-4 0,0-2 3 16,-1 5 4-16,1-5-3 0,-1 5-7 0,1-5-58 0,0 0-87 0,0 0-74 15,-12-14-92-15,8 4-243 0,-1-2-603 16,0-6 268-16</inkml:trace>
  <inkml:trace contextRef="#ctx0" brushRef="#br0" timeOffset="112539.86">14648 7862 194 0,'0'0'291'16,"3"-4"-33"-16,-3 4-29 0,4-2-24 0,-4 2-21 15,10 0-22-15,-10 0-13 0,19 2-16 0,-6 1-13 16,2 6-7-16,2-4-14 0,1 5-9 15,-4-1-11-15,4 1-10 0,-5 1-13 0,-1-1-3 0,-1 5-14 0,-5-6-7 16,-1 2-5-16,-1-3-1 0,-3 2-4 0,-2 1 0 16,-4-4-2-16,0 3-5 15,-2-4 6-15,-3 2-2 0,-9 0-3 16,4-1 3-16,-3 0-3 0,-4-2-1 0,1 0-4 16,1-1 0-16,0 1 2 0,0-3-3 0,3-1-1 0,1 1 1 0,7-2-4 15,-2 1 0-15,4-1-27 0,1-2-45 0,1 0-53 16,4-3-72-16,5-1-221 0,1-2-447 15,10-4 198-15</inkml:trace>
  <inkml:trace contextRef="#ctx0" brushRef="#br0" timeOffset="112748.92">15111 7690 42 0,'1'-8'345'0,"3"3"3"15,-2-1-5-15,-2 2-12 0,2 0-32 16,-1 1-15-16,-1 3-44 0,2-7-34 0,0 4-24 15,-2 3-22-15,0 0-21 0,0 0-14 0,0 0-10 16,-4 18-16-16,3-4-10 0,-1 6-3 0,-2 5-14 16,-2 2 3-16,-1 1-14 0,1 1-28 0,0-1-28 15,3 1-20-15,-1-2-17 0,-1-1-27 0,3-2-25 0,-3-4-21 0,3-2-25 0,-1-1-21 16,1-2-40-16,-1-2-43 0,-1-4-213 16,2-2-484-16,0-4 216 0</inkml:trace>
  <inkml:trace contextRef="#ctx0" brushRef="#br0" timeOffset="112985.85">14955 7892 75 0,'-4'-3'398'0,"-1"1"-18"16,3 0-21-16,2 2-15 0,-7-3-11 0,7 3-19 0,0 0-34 0,-1-4-34 0,1 4-12 16,10-1-33-16,8-4-19 0,10 1-17 15,8-3-22-15,4 3-10 0,19-4-14 16,2 2-14-16,-4 2-14 0,-2-3-3 15,-14 5-22-15,-4-1 0 0,-5 0-21 0,-3 0-9 16,-9 1-26-16,-2 0-15 0,-8 3-18 0,-1-2-16 0,0 1-17 0,-4 0-15 0,1-2-4 16,-6 2-7-16,0 0-19 0,0 0-32 15,0 0-52-15,-21 4-65 0,8-2-85 0,1-4-175 16,-1 1-552-16,2 0 244 0</inkml:trace>
  <inkml:trace contextRef="#ctx0" brushRef="#br0" timeOffset="113562.55">16509 7468 191 0,'-1'-4'284'0,"1"-2"-27"0,0 3-26 16,-3 0-30-16,3 3-25 0,0 0-19 0,0 0-15 16,0 0-14-16,-6 20-17 0,-2-2-13 0,3 8-8 15,0 7-8-15,-4 13-6 0,0-12-11 0,-1 14-6 16,-2-3-6-16,0 2-5 0,5 1-6 0,-2-4-3 16,0-9-2-1,4-3-4-15,0 0 0 0,1-2-11 0,4-2-4 0,-4-2-5 16,2-9-10-16,0 1-17 0,1-2-20 0,0-4-33 15,1-5-22-15,-1 1-28 0,2-4-21 16,-2 0-63-16,1-4-138 0,0 0-366 0,0 0 163 16</inkml:trace>
  <inkml:trace contextRef="#ctx0" brushRef="#br0" timeOffset="114181.02">16440 7703 172 0,'0'-3'252'0,"0"-2"-30"15,0 5-27-15,-4-4-25 0,4 4-16 16,0 0-16-16,13 2-14 0,-8 1-13 0,8 3-10 16,5 0-12-16,9 4-8 0,-2 0-8 15,4 2-4-15,0-2-7 0,-1 3-9 0,-3-1-5 16,-2 1-6-16,-5-4-3 0,-2 0-6 0,-2 0-8 16,-4-2-17-16,-1 1-7 0,-4-3-1 0,-4 0 4 15,-1 2 1-15,0-1 6 0,-5-1-2 16,-4 5 0-16,-5-3-1 0,-5 0 3 0,-8 2 0 15,5-4-4-15,-5 1 1 0,1-1 0 0,3-1-2 16,1-2 0-16,0 1-1 0,3-2 1 0,1 0-3 0,5-1 5 0,2 0 1 16,3 0 5-16,3-1-5 0,1-1-27 0,4-2-31 15,5-1-17-15,7-2-16 0,6-3-13 0,9-1-21 16,3-2-7-16,4 1-21 0,0-1-17 0,3 2 6 16,18-4 26-16,-3 0 36 0,1 1 38 0,-2 3 20 0,0-2 13 15,-14 2 4-15,4 2 8 16,-5 1 6-16,-4 0 15 0,-3 1 15 0,-11 0 7 0,1 4 34 15,-7 1 33-15,-2-1 30 0,-4 3 21 16,1 0 3-16,-3-3-9 0,-4 3-12 0,5-4-6 0,-5 4-10 16,0 0-14-16,0 0-7 0,0 0-11 15,-25 2-6-15,11 2-8 0,1 0-7 0,-2-2-10 0,-3 8-5 16,0-3-4-16,-2 1-7 16,2 4-4-16,0-3-4 0,3 3-3 0,-2 0-4 0,2-1-2 15,1 1-2-15,6-1-3 0,2-2-3 0,-1 0-10 0,4 1 5 0,0-3-2 16,3 2 4-16,4-5 5 15,2 1 1-15,2 0 3 0,2 0 0 0,4-3 0 0,8-1-4 16,5-1 1-16,1-1-3 0,-8-2 0 16,1-1-3-16,-1 2-4 0,-1-6 3 0,-2 4 2 0,-4 0-2 15,0-1 1-15,-3-2 0 0,-4 0 5 16,3 1-5-16,-4-3-5 0,-1 3-10 0,-3-4-5 0,2 3-8 16,-7-3-11-16,0 0-12 0,-1 2-8 0,-1 2-12 0,-6-1-12 15,2-1-18-15,0 6-15 16,-3-2-25-16,0 0-30 0,3 0-38 0,-3 1-201 0,4 1-433 0,1-2 192 15</inkml:trace>
  <inkml:trace contextRef="#ctx0" brushRef="#br0" timeOffset="114530.28">17581 7595 126 0,'-9'4'155'0,"-5"-3"-14"0,5 5-12 15,-1-1-20-15,-4 1-9 0,1 5-7 16,-3-1-9-16,0 1-8 0,2 1-13 0,-1-1-2 0,0 6-8 16,2-8-7-16,1 4 3 0,3-1-11 15,-1 0-4-15,2-2-6 0,1 1 3 0,3-2 7 0,0 1 1 16,4 0 12-16,0 0 0 0,0-1-2 0,4 1-5 0,1-2-2 15,5 1 1-15,-1-1-8 16,4-2 0-16,1 2-9 0,2-1 9 0,0 1-7 0,-4-4-3 0,0 1-2 16,-3-4-3-16,0 3-4 15,-4 0 0-15,2-1-2 0,-1-1-5 0,-3-1 0 0,-3-1 1 16,3 4-2-16,-3-4 0 0,-3 4 2 16,3-4 1-16,-16 4-4 0,2-1-6 0,1-2-23 0,-1 2-25 0,-2-3-31 15,-1-3-47-15,0 3-184 0,0-1-333 16,0-3 149-16</inkml:trace>
  <inkml:trace contextRef="#ctx0" brushRef="#br0" timeOffset="114942.38">18003 7603 39 0,'0'0'224'0,"0"0"-21"15,-12 0-20-15,12 0-18 0,-11 3-15 0,4-2-14 16,-3 0-15-16,0 5-13 16,-3 1-16-16,-1 1-2 0,-4 3-10 0,1 1-8 0,0 1-8 15,0-1-4-15,-8 4-13 0,4 1 1 0,5-4-5 0,0 0-7 0,1-3-1 16,2 2-3-16,3-3-8 15,2 2-1-15,1-4-3 0,3 3-3 0,1-3 5 0,3-2 0 16,-2 3 4-16,5-2-1 0,1 0-1 16,5 0-2-16,0 1-4 0,9-2 0 0,1 3-2 0,-3-3-4 15,5-1 2-15,0 2-3 16,-6-1 0-16,3-1-6 0,-7-3-8 0,1 3-10 16,-2-1-17-16,-2-2-3 0,-3 0-10 0,0 1-2 0,-2 0 16 0,-3-2 0 15,-5 6 6-15,-2-3 5 0,-4 1-10 0,-3-1 19 0,-4 1-9 16,0-1-1-16,-4-1 2 15,3-1-10-15,-4 1-16 0,1 0-34 0,4-4-34 0,0 2-180 0,1-3-314 16,6 1 138-16</inkml:trace>
  <inkml:trace contextRef="#ctx0" brushRef="#br0" timeOffset="115230.58">18216 7707 250 0,'3'-1'367'0,"-3"1"-17"0,0 0-22 15,1-4-33-15,-1 4-25 0,0 0-27 0,0 0-43 16,0 0 0-16,4-4-40 0,-4 4-13 16,0 0-26-16,0 0-12 0,0 0-12 0,0 0-8 0,-1 17-12 0,-2-12-6 15,3 0-10-15,0 5-5 0,-4 0-8 0,3 1-3 0,0-2 7 16,-2 4-17-16,-1-3 1 0,0 1-7 15,3 0-4-15,-4 0-2 0,4-1-22 16,-3-1-11-16,1 0-16 0,2-1-11 0,1-3-11 0,-4 1-17 0,3-2-18 16,1 1-15-16,-4-4-12 15,4 3-8-15,0-4-46 0,0 0-75 0,-14-3-226 0,10-1-503 16,-1-3 222-16</inkml:trace>
  <inkml:trace contextRef="#ctx0" brushRef="#br0" timeOffset="115396.99">18154 7507 20 0,'2'-10'370'0,"-2"2"-13"0,0 1-7 0,4-1-28 15,-4 2-30-15,0 2-32 0,1-2-28 0,3 1-33 16,-2 1-54-16,5-1-46 0,-2 1-49 0,0 1-52 16,3 2-40-16,2 0-65 0,3-1-62 0,-5 4-227 15,3-1-429-15,-2-1 189 0</inkml:trace>
  <inkml:trace contextRef="#ctx0" brushRef="#br0" timeOffset="116165.5">18414 7829 98 0,'0'4'174'0,"3"-1"4"0,-3-3 3 0,1 4 5 16,-1-4 5-16,5 3 0 0,-1-3-2 0,-4 0 5 15,9 0-3-15,-9 0 12 0,18-3-10 0,-10 2-13 16,1-7-6-16,2-1-11 0,2 0 0 0,2-3-11 16,-1 0-11-16,5-8-12 0,-4 0-8 0,6-1-12 15,-4-1-14-15,-1-7 14 0,2 2-27 0,-1-1-4 16,-2 2-10-16,-2 0 13 0,-3 1-6 0,-2 7 0 15,-2 1 18-15,-3 4 14 0,-1 4 12 0,1-1 0 16,0 3-2-16,-1 1-14 0,-2-1-11 0,1 3-23 16,2 2-20-16,-3-1-28 0,0 3-12 0,0 0-6 0,0 0 0 15,-19 12 0-15,10-2-5 0,-4 4 1 16,-4 5 1-16,2 4-4 0,2 2 3 0,2 1 6 16,-2 0-38-16,1 1-4 0,4-4-11 0,1 1-16 15,5 4 2-15,0-10 0 0,2 2 2 0,2-3 6 0,0-3 9 16,3 0 3-16,-1-2 9 0,4-1 4 15,-2-4 4-15,3 1 16 0,0-2 4 0,2 0 6 16,1-5 5-16,1 0 3 0,-3-1 14 0,3 0 16 16,-2-1 16-16,-4 1 13 0,0-1 15 0,0-2-3 0,-1 0-5 15,0 1-4-15,-3-2 5 0,1 1-3 0,-1 0-16 16,-1 0-13-16,-2-2-8 0,0 5-18 16,-2-7-16-16,-2 2-27 0,-3 3-5 0,-2-2-11 15,-1 1-6-15,-1 1 2 0,-3 1-4 0,2 2-5 0,-2-2-7 16,1 2-13-16,4 1-20 0,-1-2-12 0,2 0-11 15,3 0-18-15,5 0-11 0,-9 1-2 16,9-1 15-16,0 0 13 0,0 0 9 0,0 0 14 16,0 0 10-16,33-1 7 0,-12-1 11 0,1 0 4 15,6-3 7-15,-1 1 6 0,2-1 4 0,-2-3 4 0,2 0 8 16,-2-1 5-16,-4-1 11 0,-4-1 13 0,-1-2 15 16,4-4 14-16,-4-3 18 0,0-1 11 0,-3-1 13 15,0-2 4-15,-2-2 25 0,-1 1 12 0,-1 4 24 16,-5 1 29-16,-2 1 28 0,2 2 26 0,-3 5 6 15,2 2-13-15,-3 4-15 0,0 0-21 0,-2-1-19 16,1 2-22-16,-1 1-26 0,3 0-48 0,-3 4-48 16,0 0-58-16,0 0 3 0,0 0 6 0,0 0 4 15,-4 17 2-15,0-7 5 0,-4 7 2 0,1 9 8 16,-2-1-3-16,0 8-20 0,4-3-18 0,-1 0-18 16,2 0-3-16,1-3-32 0,3 2-12 0,0-3-13 15,0-6-9-15,2-4-16 0,1 1-26 0,1-4-32 16,0-4-45-16,4 0-301 0,-1-4-617 0,4-2 273 15</inkml:trace>
  <inkml:trace contextRef="#ctx0" brushRef="#br0" timeOffset="116555.6">19171 7793 243 0,'0'0'277'16,"0"0"-20"-16,-18 4-21 0,18-4-12 0,0 0-13 0,0 0-4 0,0 0-3 0,0 0-13 15,0 0-18-15,0 0-17 0,0 0-17 16,0 0-9-16,28-2-19 0,-8-3-7 0,12 3-12 15,0-2-8-15,4 1-6 0,2-3-11 0,-2-2-5 0,0-1 6 16,0 1-20-16,-2 2-3 0,-2-3-8 0,0-2 13 16,-8-2-17-16,-6 5-7 0,-1-5-2 0,-3 5-4 15,-1-3 9 1,-6 1 13-16,0-1 8 0,-5 6-12 0,0-4 1 16,-2 4-5-16,-5-1 4 0,-3 1-13 0,-5 0-6 15,-4 3 11-15,-3 2-14 0,0 1 0 0,-10 3-2 16,2 7-9-16,0 0 1 0,1 1-1 0,7-2-6 15,3 2 1-15,1 3-1 0,4-2-2 0,2 3 3 16,2-2-2-16,6 0 5 0,3 4 4 0,5-3 6 0,4 2 11 16,5-2 17-16,7 1-15 0,9-3 10 0,6 0-4 0,17-1 13 15,3-2-16-15,3-3 4 0,3-2 10 0,-3-1-4 16,-2 0 2-16,-6-2-3 0,-15 0-9 0,-6-2 6 16,-3 0-13-16,-13 0 27 0,-3 1 10 0,-1-2 3 15,-4 1 5-15,0 0-2 0,-1 0 0 0,-6 0-14 16,8 0-28-16,-8 0-49 0,2-4-69 0,-2 4-65 15,-10-6-66-15,-1 3-81 0,1-1-387 0,-1 0-750 0,0 1 332 0</inkml:trace>
  <inkml:trace contextRef="#ctx0" brushRef="#br0" timeOffset="118039.93">19389 7672 130 0,'0'-7'330'0,"0"-1"3"0,3 1 3 15,-3 0 5-15,0 0 7 0,-1 2-14 0,1-1-23 0,0 2-29 0,0 0-26 16,0 4-25-16,0 0-37 0,0-6-16 0,0 6-38 16,0 0-35-16,1-3-32 0,-1 3-26 0,0 0-14 15,0 0-7-15,0 0 4 0,4 14-3 0,-2-8-4 16,2 2-4-16,-1 2 1 0,3 0-24 0,0 1-3 16,1-1 1-16,-1 2-7 0,3-6-2 0,1 5-7 15,-1-5 2-15,0 2 2 16,5-3 4-16,-5-1-3 0,4 0-14 0,1-1 6 15,-2-2 3-15,0-2 1 0,1-2 5 0,0-1 2 16,1-2 2-16,1-5 9 0,-3 5 6 0,-2-4-1 16,5 0 3-16,-4-4 6 0,-2 5 9 0,3-4 8 15,-5 3 9-15,-1-1 4 0,1 2 25 0,-4 0-4 16,2 4 6-16,-1-1 5 0,-2 2-6 0,0 0-14 16,-1 1-5-16,3 0-36 0,-4 3-24 0,0 0-21 0,0 0 3 0,0 0 3 15,0 13 4-15,-4-1-1 0,-1 12 4 0,-3 2 2 16,-2 3 2-16,5 3-1 0,-4 2 2 0,0 12 4 15,-1 0-2-15,0 1 4 0,0-2-5 16,0 0 8-16,4-10 3 0,-1 10-2 0,1-10 1 0,2-2-1 16,-2 2 3-16,0-1-3 0,2-3 8 0,-2 1-7 15,2-1 7 1,-5-2-5-16,5-9 3 0,-5 4 0 0,3-8-4 16,-2-3 6-16,3-1 5 0,-3-2-4 0,6 0-4 0,-6-4 12 15,5-1 14-15,-3-3 30 0,-3-2 21 0,0-2 24 16,-1-3 12-16,1-2 22 0,0-3 3 15,0-2 0-15,2-5-9 0,4-3-13 0,3-9-23 16,5-1-6-16,3-2-18 0,14-13-13 0,7 2-7 0,4-7-12 16,20-16-11-16,-16 23-4 0,7 0-2 0,-4-1-3 0,1 5-5 15,1 1 3-15,-1 0-5 0,0 7 3 0,-11 10 7 16,-4 4 11-16,-2 1-3 0,-6 3 3 0,-2 3 3 0,-5 3-6 16,-2 0 0-16,-3 2-2 0,0 4-3 15,0-6-22-15,-2 3-45 0,-1 3-57 0,-1-3-57 16,-2 4-36-16,0 0-40 0,0 0-47 0,0 0-66 15,-27 7-424-15,14-4-834 0,-5 1 368 0</inkml:trace>
  <inkml:trace contextRef="#ctx0" brushRef="#br0" timeOffset="122851.09">22018 7635 242 0,'0'-3'267'0,"0"3"-3"0,-3-9-12 16,2 4-5-16,0 3-19 0,1-3-25 0,0 5-20 0,-5-3-19 16,5 3-21-16,-7-4-16 0,1 6-16 0,-7-1-10 0,1 0-11 15,-5 7-10-15,-9 1-7 0,7 0-10 0,-7 3-7 16,2 2-16-16,1-2-3 0,6 2-6 15,0-2-2-15,1 1-7 0,2 0-1 0,3-1-1 16,-2 1-3-16,5-4-3 0,2 0-12 0,2 2-9 0,-1-5 4 16,4 0-3-1,-1-1 4-15,4-1 4 0,0-1 10 0,3-1 4 16,-5-2 3-16,17-3 0 0,-4-1 2 0,3-3 19 16,2-1-6-16,-4-1 5 0,3-1 5 0,-2-3-1 0,3 2 5 15,-3-1-3-15,-2-4-2 0,5 3-4 16,-8 1 0-16,3-3-2 0,-3 6-1 0,-2 1-3 15,0 3-4-15,-2 1-9 0,-1-1 4 0,-1 1-3 16,0 1-10-16,-2 1-14 0,-2 2-4 0,0 0-8 0,11 3 3 0,-6 1-1 16,2 1 0-16,0 3 17 0,-1 1-18 0,6 2 1 15,2 4 10-15,-3-1-3 0,4-2 6 0,0 3-6 16,5 3 1-16,-6-5-7 0,5-2-8 0,2 5-8 16,-6-6-5-16,4-4-2 0,-1 0-4 0,0-1 1 15,2-3 5-15,-4-2 1 0,-2-3 6 0,2-2 6 16,2-2-3-16,-1-3 6 0,-2-1 16 0,-2-4 11 0,0-2 7 0,2-2 11 15,-2-5 6-15,-3-1 10 0,0-1 5 0,-1 2-11 16,-1-5 4-16,0-2 7 0,-1-1-10 0,1 0 6 16,-2 0-10-16,2 0 4 0,-3 0 9 0,-1 5 20 15,-1 6 5-15,0 3 17 0,-3 7 5 0,3 0-9 16,-2 2-11-16,-1 2-18 0,1 2-48 0,-1 2-55 16,0 3-5-16,0 0 9 15,0 0-1-15,-5 29 10 0,-1-11 2 0,0 10 4 16,-2 1-1-16,0 3 6 0,-1 2 4 0,3 11 0 15,0 2 9-15,3-9 1 0,-1-5 0 0,3 1-11 16,1-6 2-16,-2 1 0 0,2-3-10 0,3-9 3 16,-3-1-25-16,-1-5-15 0,2-1-21 0,-2-3-8 15,1-1-17-15,0 0 10 0,-2-4-8 0,2-2-56 16,0 0-69-16,0 0-257 0,-10-9-530 0,8 0 235 0</inkml:trace>
  <inkml:trace contextRef="#ctx0" brushRef="#br0" timeOffset="123151.74">22246 7556 239 0,'-7'2'236'0,"-1"-2"-20"16,3 2-18-16,5-2-14 0,-8 1 1 0,8-1-15 15,0 0-9-15,-2 4-8 0,2-4-9 0,0 0-12 16,32-4-15-16,-2 1-14 0,9 1-5 0,13-4-11 15,8-3-10-15,0 4-8 0,0-4 1 0,4 3 0 16,-1-1-3-16,-3 0-7 0,-1 2-3 0,-8 0-8 0,-15 3 2 16,-6-3-11-16,-10 5-5 0,-3-1-11 0,-4 1-7 15,0-1-11-15,-7 1-14 0,2 0-8 0,-8 0 3 16,5 0 0-16,-5 0 1 0,0 0 0 0,0 0 3 0,-13 7-2 16,3-7-14-16,-4 4-15 0,1-1-23 0,-1-1-26 15,1 4-35-15,4-5-36 0,1 4-60 0,-1-2-164 0,2-1-415 31,3 1 184-31</inkml:trace>
  <inkml:trace contextRef="#ctx0" brushRef="#br0" timeOffset="123523.09">23823 7513 66 0,'0'-7'414'0,"-4"0"-28"0,3 0-29 16,-4 3-32-16,0-2-32 0,1 2-31 0,-3 0-25 15,-3 1-15-15,-2 2-37 0,-1 2-21 0,-6 1-20 0,2 3-14 0,-10 1-13 0,3 7-14 16,5-4-10-16,-3 6-10 0,4-5-27 0,3-1-21 16,2 4-27-16,4-3-15 0,3-1-7 15,-2-2-5-15,2 3-4 0,3 0 4 0,1-1 11 16,4-3 5-16,-2 1 14 0,7-3 8 15,-1-1 3-15,6-2 16 0,-1-1 18 0,4-1 8 16,3-5 15-16,0-1-2 0,4 0 3 0,-3-1-5 16,0 2 7-16,2-2 3 0,-3 4-2 15,-1 0-12-15,-4 1-17 0,1 0 5 0,-1-2-12 0,-4 3-7 16,6 2-1-16,-6 0-8 0,5 5-4 0,-1-1-9 16,0 1-14-16,4 2-15 0,-2 2-45 15,3 2-41-15,6 0-55 0,2 1-80 0,0-1-135 0,-8-1-273 0,9-6-691 0,-4-1 306 16</inkml:trace>
  <inkml:trace contextRef="#ctx0" brushRef="#br0" timeOffset="124530.51">25122 7146 45 0,'6'-17'318'0,"-5"1"-9"0,3 3-13 0,-3 3-23 16,2 3-27-16,-2 1-27 0,-1 0-31 0,3 1-33 16,-2 4-30-16,-1 1-14 0,0 0-12 15,0 17-11-15,-4 1-12 0,-1 11-3 0,-4 7-9 16,-4 13-7-16,-1 2-11 0,-1 1 1 0,0 2-7 0,-3 3-3 0,1-4-3 0,3 6 1 16,3-7-8-16,-1-1 3 0,7-17 3 0,-1 12 0 15,4-17-1-15,0-2-4 0,3-3 1 16,0-6-1-16,2-3-5 0,0-4 6 0,-1-1 0 15,1-4 11-15,-1 1 22 0,3-4 21 16,0-2 4-16,2-2 11 0,0-2-4 0,1-4 16 16,0 1-16-16,-2-4-6 0,-1 2-11 0,-1-7-1 15,0 4-11-15,0-6-25 0,-2-1-26 0,-2-2-3 16,-5 2-27-16,-2-7 0 0,-1 0-5 16,-1 9-3-16,-1-1-3 0,-1 3 4 0,0 0 2 15,-6 1 3-15,2 3-3 0,0 0 2 0,-2 3 9 0,7 0 4 0,-2 4-15 0,4-1 0 16,2 1-10-16,3 1-20 0,-1-1-32 0,4 3 6 15,-7-2 5-15,7 2 9 0,0 0 5 0,0 0 1 16,37 2 11-16,-15-2 4 0,11 1-3 0,2 1-4 16,16-4-4-16,-15 4 0 0,-1-4-1 15,4 1 8-15,0-1 3 0,0-5 1 0,-2 5 8 16,-3-1 2-16,-2 0 1 0,-9 1 9 16,-4-2 5-16,-1 1 19 0,-4 2 19 0,-2 0 23 15,-2 1 16-15,0 0 11 0,-5-3 8 0,2 3 6 16,-2-1-7-16,-5 1-7 0,6-2-5 0,-6 2-12 15,9 0-7-15,-9 0-16 0,0 0-12 16,0 0-3-16,5 6-6 0,-5-5-3 0,0 7 3 16,0-3 1-16,-4 0-3 0,3 5-5 0,-3-1 2 0,-1 1 0 0,2 2 2 0,0-3 0 0,0 3 0 15,0 0-4-15,0-1 6 0,0-2-14 16,1 1-16-16,0-4-10 0,2 0-18 0,-1-2-11 16,0 3-14-16,1-3-4 0,0-4 2 15,-3 2-1-15,3-2-48 0,0 0-67 0,0 0-64 16,0-14-206-16,0 4-500 0,3-1 222 0</inkml:trace>
  <inkml:trace contextRef="#ctx0" brushRef="#br0" timeOffset="124672.79">25515 7299 158 0,'0'-7'306'16,"0"0"-14"-16,-2 1-16 0,1 1-33 0,1 1-18 16,0 4-25-16,0-8-25 0,-2 6-26 0,2 2-41 15,0 0-18-15,0 0-18 0,0 0-19 16,0 0-32-16,0 0-33 0,8 10-48 0,-8-3-50 15,4-2-60-15,-3 1-166 0,3 1-364 16,0-2 161-16</inkml:trace>
  <inkml:trace contextRef="#ctx0" brushRef="#br0" timeOffset="125257.89">25745 7403 280 0,'4'3'382'0,"-4"-3"-42"0,1 2-41 0,-1-2-32 0,0 0-30 16,0 0-26-16,4 5-10 0,-4-5-34 15,-4 7-18-15,3 1-19 0,1 1-8 16,-2 0-16-16,0 3-12 0,-3 3-5 0,1 1-8 16,0 1-15-16,2-2-11 0,-2 0 0 0,2 5-25 15,0-11-7-15,0 3-8 0,2-7 1 0,0 5-5 16,0-3 3-16,0-2 3 0,0-1 15 0,2 1 18 15,-2-5 15-15,0 0 0 0,0 0-5 16,14-7 4-16,-5 0 5 0,0 0 2 0,1-3 6 0,3 1-5 0,1-4-1 0,0 2-7 0,3-2-2 16,-2-2-5-16,-1 1-4 0,0 4-10 0,-3 2 4 15,-1 1-2-15,-1 0-4 0,-2 2-8 16,-1 1 0-16,1 1-9 0,-3-2-3 0,0 3-14 16,0 0-14-16,1 2 1 0,-5 0-5 0,11 4-4 15,-4-4 8-15,-2 6-8 0,5-2 3 16,0 0-3-16,-1 3-10 0,9 3-4 0,-8-3-7 15,7 0-12-15,-4 0 0 0,1 2-5 16,-3-6-1-16,7 3 0 0,-5-1 6 0,0-2 2 16,-1 1 5-16,0-4 10 0,-4 1 2 0,-1-1 8 15,2-1 15-15,0 0 12 0,0-3 17 0,-1-2 17 0,-1 1 12 0,1-1 14 0,-3-2 6 16,4 1 2-16,-5 0 6 0,1 0 0 0,-1 1 7 16,0 1 13-16,-3 0-2 0,4 0-2 15,-5 2 1-15,4-1-8 0,-4 1-8 0,5 0-9 16,-5 3-11-16,1-3-20 0,-1 3-14 15,0 0-23-15,4-3-22 0,-4 3-4 0,0 0-6 16,0 0 5-16,-1 9-1 0,-2-2 4 0,2 0 6 16,0 3-3-16,-3 0-2 0,4 1 2 15,-4-1-26-15,4 1-23 0,0 0-31 0,-1-3-13 16,2 2-12-16,-1 0-10 0,-1-3-25 0,1-2-26 16,-3 2-19-16,2-3-3 0,1-1-17 0,0-3-57 0,0 0-280 0,0 0-605 0,-5-11 267 15</inkml:trace>
  <inkml:trace contextRef="#ctx0" brushRef="#br0" timeOffset="125416.14">26183 7240 264 0,'-2'-8'313'0,"2"-3"-13"0,0 8-16 16,-2-5-25-16,2 5-33 0,-2-2-25 0,4 3-40 16,-2 2-31-16,2-5-16 0,-2 5-12 0,0 0-29 15,0 0-37-15,8 11-36 0,-5-6-36 0,5 4-39 16,-3-1-44-16,4 0-51 0,-5-4-175 0,1 4-372 15,3-3 166-15</inkml:trace>
  <inkml:trace contextRef="#ctx0" brushRef="#br0" timeOffset="125717.03">26615 6961 244 0,'0'-11'366'0,"2"2"-30"0,-2 4-27 0,2 0-38 16,-2 1-33-16,2-2-31 0,-2 6-42 0,0 0-18 16,0 0-12-16,0 0-15 0,-4 18-12 15,-2-3-12-15,0 10-12 0,-1 5-9 0,-1 1 3 16,-2 17-20-16,-4-2-1 0,2 1-4 0,3-10-9 16,-1 8 0-16,1-9-6 0,5-4 3 0,-3-1-4 0,0 1-4 0,3-1-2 0,-1-4-2 15,4-8 8-15,-2 0-18 0,3-2 1 0,-1-5 1 16,2-3-8-16,-2-1-3 0,1-1-1 15,-1 2-7-15,-2-4 6 0,3-1 4 0,3 0-2 16,-3-4 3-16,0 5-8 0,0-5-38 0,0 0-48 16,0 0-45-16,0 0-39 0,0 0-44 0,-4-17-52 15,1 8-197-15,3 1-497 0,0-4 220 16</inkml:trace>
  <inkml:trace contextRef="#ctx0" brushRef="#br0" timeOffset="125962.35">26375 7374 19 0,'-9'3'251'0,"0"-3"-6"0,3 0-9 0,-1 1-8 16,7-1-1-16,-9 0-3 0,9 0 1 0,-4 3-11 15,4-3-15-15,0 0-9 0,0 0-8 16,0 0-26-16,0 0-16 0,20 1-10 0,2-2-15 16,8-3-14-16,-2 4-12 0,4-3-8 0,2 1-8 15,-2 0-10-15,-1 1-7 0,0-2-15 0,-3-2-12 16,-5 4-11-16,-5-3-11 0,-4 4-10 0,-1-2-5 15,-3 0-15-15,-2 2-19 16,-3-3-31-16,-1 1-34 0,-4 2-17 0,0 0-17 16,0 0-22-16,-9-7-15 0,9 7-34 0,-14-1-200 0,6-2-444 0,0 2 197 0</inkml:trace>
  <inkml:trace contextRef="#ctx0" brushRef="#br0" timeOffset="126277.97">26766 7452 11 0,'-1'3'271'0,"1"0"3"0,0-3 6 0,0 0 0 0,-1 6-9 15,1-6-10-15,0 0 0 0,2 3-32 0,-2-3-24 16,10-1-22-16,4 0-17 0,3-3-10 16,3 1-23-16,1-2-13 0,7-2-4 0,0 0-21 0,-1-3-4 0,0 1-6 0,-8 1-12 15,-1 2-5-15,0-2-6 0,-3-1 3 0,-3 1-6 16,-1-1 17-16,-6 5 17 0,2-2 6 0,-4 1-8 15,1 2-20-15,-4 1-2 0,0 2-11 16,-7-6-11-16,-5 5-4 0,-1 2-16 0,-7 4 0 16,-6 1-7-16,0 4 2 0,0 0-2 0,3 3-8 15,5-1 4-15,-5 3-7 0,10 0 2 16,-2-2-24-16,6 3 1 0,1 1-7 0,8 1-9 16,4 0 1-16,5-1-1 0,14 5-23 15,8-5-65-15,2-5-93 0,26 2-137 0,-2-8-284 0,7-5-682 16,-1-8 302-16</inkml:trace>
  <inkml:trace contextRef="#ctx0" brushRef="#br0" timeOffset="127519.83">28187 7139 57 0,'0'0'319'15,"1"-3"-24"-15,-1 3-30 0,0 0-29 16,0-4-26-16,0 4-24 0,0 0-21 16,0 0-23-16,0 0-14 0,0 0-14 15,0 17-13-15,0-7-7 0,-5 2-10 0,4 4-8 0,-3 1-9 0,-1 8-6 0,1-6-9 16,-5 6-6-16,0-2 1 0,4-4-5 15,-4-1-9-15,4 1-1 0,1 0-5 0,-1-1-3 16,0-1 1-16,1-8 2 0,2 1-6 16,0-3-2-16,0 1 11 0,2-3 8 0,-1 0 10 0,-1-1 13 15,2 0 24-15,-2-1 32 0,2-3 39 0,0 0 37 16,2 4-3-16,-2-4-15 0,0 0-20 16,13-13-14-16,-8 6-18 0,5-2-8 0,3-2-14 15,1-1-10-15,-1-2-9 0,2 1-3 0,3-5-18 0,-4 3-5 0,-1 4-4 16,-2 3-8-16,-1-1-3 0,-3 4-7 0,-2 0-3 15,1 1-6-15,1-1-6 16,-3 3-6-16,-2 0-10 0,-2 2-13 0,7-2-12 16,-7 2-7-16,8 6 3 0,-3-1-7 0,-2 1-1 0,3 1 0 0,-1 3-1 0,0 1 7 15,1 0-35-15,0 1-20 0,2 3-34 16,-3-5-21-16,3 5-25 0,-1 0-29 16,1-2-42-16,0-3-44 0,-1 2-69 15,0-5-235-15,-2-2-630 0,3-1 279 0</inkml:trace>
  <inkml:trace contextRef="#ctx0" brushRef="#br0" timeOffset="127920.6">28648 7267 199 0,'2'-7'371'0,"-1"3"-3"0,0-4-17 0,-1 1 2 15,3 4-24-15,-2 0-28 0,-1-3-32 16,0 6-37-16,0-5-24 0,0 5-19 0,3-3-36 15,-3 3-10-15,0 0-34 0,0 0-19 16,0 0-8-16,1 11-11 0,0-4-5 0,-2 3-8 16,-3 1-2-16,0 1-8 0,3 3-5 0,-3 3-2 0,-1-1-7 0,0 1-6 0,1-1-2 15,0 0 2-15,0 0-3 16,3 0-2-16,0-5-4 0,1 0 4 16,-3-3-4-16,3-1 0 0,0-4-10 0,0 1 2 15,0 1 23-15,0-6 0 0,3 6 23 0,-3-4 19 0,0-2-2 0,0 0-4 16,14-5 7-16,-4 2-3 0,-1-3-4 0,0 0-2 15,5-1-6-15,-1-3 2 0,2 0-9 16,-1 0-6-16,2 1-5 0,-2-7-5 16,-2 8 3-16,-3-2-6 0,0 5 1 0,-1-5-2 0,0 5-4 0,-5 0-4 15,5 1-5-15,-4 1-15 0,-3-1-16 0,3 2-27 16,-4 2-24-16,5-2-20 0,-5 2-3 16,0 0 13-16,7 6-1 0,-4-2 9 15,1 1-21-15,0 1-11 0,1 1-16 0,2 2-11 0,0-1-14 0,2 1-23 0,0-1-35 16,4 1-50-16,8-4-61 0,-1 4-307 15,-1-3-663-15,-2-5 294 16</inkml:trace>
  <inkml:trace contextRef="#ctx0" brushRef="#br0" timeOffset="128421.33">29143 7317 168 0,'3'-10'344'0,"-2"2"13"0,0-3 4 0,-1 5 13 15,1 1-10-15,1-2-20 0,-1 2-25 16,0 2-33-16,-1 3-36 0,0-5-33 0,0 5-27 0,0 0-41 0,0-4-30 15,0 4-24-15,0 0-8 0,0 0-9 16,0 0-2-16,-1 17-8 0,-2-9-5 0,2-3-10 16,-1 7-7-16,-1-2-3 0,-2 6-3 0,1-4-4 0,1 6-10 0,-3-3-12 15,2-4-4-15,2 2-18 0,-1-3-1 0,1-2-22 16,0 1-2-16,1-4 0 0,0 0 6 16,-2 0 1-16,3-2 17 0,0-3 25 15,0 6 34-15,0-6 2 0,0 0-7 0,0 0-1 0,0 0-4 0,24-12-9 16,-13 6-4-16,2-4 4 0,1 0-4 15,0-3 5-15,2 0-4 0,7-7 4 0,-4 3-14 16,4 0 0-16,0 1-5 0,-7 4 1 16,0-1 3-16,-4 3 8 0,-2 3-6 0,-1 2-1 15,-3 1-3-15,0-2-5 0,-1 5 0 0,0-2-15 0,-2 1-17 16,-3 2-1-16,7 0-7 0,-7 0 8 0,5 6 2 16,-4 0-8-16,2 1 4 0,-3 2 7 15,1 1-4-15,1 3 8 0,-2-1 5 0,0 3-5 0,-2 1 10 0,1 0-12 0,0-1 8 16,1-3-16-16,1-2-4 0,-1 2-9 15,0-4 10-15,0-2-3 0,0 0 3 0,0-1 26 16,0-1 22-16,1-1 32 0,2-1 11 16,-3-2-1-16,0 0-5 0,18-5 1 0,-9 0 1 0,5 0-10 15,-2 0-1-15,6-4-2 0,0 4-11 0,1-4 0 16,0 4-9-16,-2-2-5 0,2-1-4 16,-2 5-8-16,-3 0 0 0,-1 1-6 0,-1-2-14 15,-3 3-6-15,2 0-19 0,-5 1-26 16,5 2-25-16,-3 3-24 0,1-3-27 0,1 3-35 0,-1 2-45 0,-4-2-43 15,5-1-61-15,-3 2-328 0,-1 1-702 16,5-2 311-16</inkml:trace>
  <inkml:trace contextRef="#ctx0" brushRef="#br0" timeOffset="128922.19">29880 7389 121 0,'0'0'334'0,"0"0"-21"16,-3-3-14-16,3 3-15 0,0 0-12 0,0 0-21 16,0 0-26-16,0 0-16 0,0 0-21 15,0 0-12-15,0 0-20 0,5-5-19 0,2 2-9 0,0 2-12 0,4-5-9 0,-1 3-9 16,-1-4-8-16,0 2 1 0,0-2 15 16,5-4 2-16,-5 1 10 15,4-2 4-15,0 0 5 0,-2-2 6 0,-1-1 1 0,1 0-5 0,-1-4-6 0,3-2-6 16,-4 3-4-16,0-9-7 0,3 1-4 0,-1-2-12 15,1 0-9-15,-3-1-7 0,0 0-6 16,-1 2-10-16,-2 3 4 0,-1 5 4 0,-1 0 7 16,-4 7-1-16,3 0-7 0,-2 7-10 15,0 0-20-15,-1 0-28 0,0 2-35 0,0 3-30 0,0 0 3 16,0 0 4-16,-14 16 5 0,4-2 3 16,-5 8 9-16,-2 1-2 0,0 8 3 0,1-1-2 15,-8 12 11-15,8-9-17 0,6-2 8 16,-1 1-21-16,3-3 7 0,3 0-1 0,2-4 1 0,2-7-5 0,2-1 11 0,2 0-4 15,1-6 16-15,1-1 10 0,0-2 10 16,3 1 10-16,2-4 12 0,0-1 4 0,0-2 15 16,3 3 12-16,-1-5 7 0,0-1 8 0,0-5 5 0,-2 3-1 0,1-1-4 15,-2-2 25-15,0-1-9 0,1-1-3 16,1-1-11-16,-5 1-6 0,3-3-18 16,-4 2-18-16,0-3-13 0,2 3-21 0,-5-2-11 15,2 4-32-15,-1-1-30 0,-1-1-30 0,1 2-45 16,-2-1-29-16,0 5-36 0,1-1-29 0,-1-2-54 15,0 2-37-15,-1 4-326 0,0 0-729 16,4 0 323-16</inkml:trace>
  <inkml:trace contextRef="#ctx0" brushRef="#br0" timeOffset="129222.59">30265 7283 33 0,'0'0'279'0,"0"5"-3"15,0-5 2-15,0 0 4 0,0 0-1 16,0 0-7-16,0 0-30 0,0 0-32 0,0 0-20 0,0 0-21 15,13-6-19-15,-6 6-14 0,2-3-2 0,2-1-27 16,6 1-12-16,0-4-6 0,-2 3-14 16,-2-1-7-16,6-2-6 0,0-2-11 15,-2 0-3-15,0-1 0 0,-1 3-5 0,1-4 1 0,-2 3-6 0,2-3 4 0,-7 4-7 16,0-2 22-16,-3 2 20 0,0 2-4 16,-1 1 8-16,0 1 19 0,-2-2-18 15,-2 2-9-15,3-1-8 0,-1 1-5 16,-4 3-19-16,0 0-12 0,0 0-8 0,0 0-6 0,-19 5 2 0,6 0-5 0,1 0 0 15,-1 3-4-15,-4 3 2 0,3 0-18 16,0 0-7-16,1 1-25 0,0 1-21 16,1 0-27-16,1-1-20 0,4-2-22 15,-1 1-21-15,6 0-26 0,0-1-21 0,2-5-39 0,3 2-66 0,-2-5-232 16,7 1-578-16,-2-2 255 0</inkml:trace>
  <inkml:trace contextRef="#ctx0" brushRef="#br0" timeOffset="129487.87">30696 7145 132 0,'5'-4'401'16,"1"0"-25"-16,0 1-38 0,-4 1-38 0,-2 2-37 0,4-3-26 15,-4 3-23-15,0 0-30 0,10 8-19 0,-9-3-13 16,5 2-14-16,-6 3-12 0,4 2-8 16,-4 5-13-16,0 1-5 0,0-2-11 15,-4 2 1-15,-2 2-18 0,2-2-3 0,0-2-9 16,-1-5-7-16,3 1-3 0,-2-4-7 0,1 0-4 0,2-2 5 0,-3-3 0 15,4 1 39-15,0 1 29 0,0-5 27 16,0 0-11-16,0 0-20 0,13-11-17 16,-3 5-10-16,7-6-17 0,-2-2-22 0,8-3-31 15,4-2-35-15,-3-4-62 0,6-2-53 16,-2 3-61-16,0 1-71 0,0 1-97 0,-2 1-262 0,-1 0-681 0,-6 2 303 16</inkml:trace>
  <inkml:trace contextRef="#ctx0" brushRef="#br0" timeOffset="131003.83">4694 9724 268 0,'-6'-3'255'15,"0"-2"-24"-15,0 3-25 0,1 2-16 16,5 0-26-16,-18 4-17 0,7 4-13 0,-4 5-15 0,-2 8-14 0,-1 2-10 15,3 2-9-15,-3 2-11 0,4-2-9 16,1 3 2-16,3 3-14 0,2-2-3 0,-1-4 0 16,8 2 0-16,-3-1 0 0,5-9-2 0,2-3-3 15,3-2-1-15,-2-2 0 0,4-2-3 16,2-2 0-16,4-5 0 0,4-2-7 0,2-3-1 0,6-8-4 0,1-1 2 16,-3-4 7-16,-7 3 14 0,3-4 15 15,-5-4 14-15,2 0 7 0,-8 7 12 16,-1-2 3-16,-2-1 5 0,-1 0-15 0,-5 0 1 15,0 1-10-15,0-1-3 0,-4 1-17 0,-2 1-14 0,1 0-3 0,-3 4-9 16,0 4-12-16,2-2-20 0,-7 1-13 16,3 4-15-16,-4 2-12 0,-4 3-11 0,-1 0-15 15,2 3-12-15,-1 0-19 0,1 3-16 16,4-1-22-16,1 0-26 0,1 2-24 0,-1-3-36 0,7 0-44 0,-4 1-207 0,8-2-502 16,1-3 222-16</inkml:trace>
  <inkml:trace contextRef="#ctx0" brushRef="#br0" timeOffset="131385.84">4892 9471 279 0,'4'-10'333'0,"-2"3"-8"16,0 2-24-16,-2-1-27 0,1 1-29 15,2 2-33-15,-2 1-23 0,-1 2-21 16,0 0-21-16,0 0-13 0,9 12-13 0,-8 5-19 15,3 3-9-15,0 9-10 0,-4 4-9 0,-3 13-14 0,2 3-3 0,-1-3-2 16,-1 4-5-16,0-4-8 0,2 1-8 0,-1 1 2 16,4-12-1-16,-1-3 6 0,2-1-3 15,0-4 7-15,3-2-8 0,-3-8-1 0,3 2-1 0,0-7-9 0,-2-4 13 16,0 1-9-16,0-3 7 0,-2 0 7 16,1-4 16-16,2-3 1 0,-5 0 22 15,0 0-5-15,10-3-2 0,-6-2 0 16,0 1 5-16,0-3-13 0,-3-3-4 0,-1-2-12 0,0 1-16 0,-5 0-7 0,1-4-20 15,-4-1-10-15,-3 1-8 0,2-2 4 16,-5 2-3-16,-1 1 13 0,2 1-17 16,-1 2 19-16,2 4-3 0,1-1 2 0,4 3 8 0,-2 0-1 0,4 1 0 15,-2 1-2-15,4 0-12 0,-1 1-10 16,4 2-11-16,2-7 7 0,4 5-5 16,12-3-25-16,14-5-30 0,18-3-51 15,7 2-66-15,6-3-82 0,26-13-375 0,-3 3-701 16,-25 7 311-16</inkml:trace>
  <inkml:trace contextRef="#ctx0" brushRef="#br0" timeOffset="131954.37">6418 9457 178 0,'0'-12'312'0,"0"2"-6"0,1-1-14 16,-1 3-27-16,0 3-17 0,3 0-37 0,-3 0-24 0,0 1-34 31,0 4-19-31,0 0-17 0,0 0-13 0,0 29-9 16,-4-10-8-16,2 12-14 0,-2 2-11 0,1 2-1 0,-3 11-10 0,1 3-6 0,-2-3-1 0,1 1 0 31,1-2-12-31,0 1-1 0,1 5 14 0,2-15-13 15,0 12-9-15,2-14-9 0,-1-3-5 0,3-4-8 16,-1 0-28-16,1-9-18 0,-1-3-31 0,0-5-22 0,2 0-27 0,1-7-32 16,0-1-54-16,-4-2-209 0,10-13-454 0,-3 3 200 15</inkml:trace>
  <inkml:trace contextRef="#ctx0" brushRef="#br0" timeOffset="132601.87">6472 9711 106 0,'-4'-14'310'16,"0"-3"-3"-16,0 5-5 0,-1 2-8 0,2 2-19 0,1-1-19 0,0 4-28 15,0 1-23-15,1 0-25 0,1 0-24 0,0 4-3 16,0 0-33-16,0 0-11 0,-6 10-17 16,4-5-7-16,2 4-11 0,0-1-20 0,2 4-9 0,1 0-6 15,3 0-6-15,5 2-1 0,-5-4-3 0,6 5-2 16,2-2-10-16,0 0 5 0,0-1 3 0,1 0-2 16,1-4-9-1,-6 1-5-15,3-3-2 0,-3 1-18 0,-2 0-7 16,-3-3-8-16,0 0-8 0,0 2-8 0,-1-3-5 0,-3 0 2 15,0 1 2-15,-1-4 11 0,-6 7 1 16,-3-1 6-16,-1 0 3 0,-8 1 2 0,0 3 1 16,-1-5 3-16,-3 5 0 0,4-4 0 0,-2 1 2 15,-2-3 2-15,-4 5 0 0,0-6-4 0,4 2 4 16,4 1-2-16,4-2 0 0,5-2 3 0,0 0-5 0,1-2-2 0,2 2-7 16,6-2-28-16,0 0-31 0,0-7-18 0,8 0-10 15,9 0-18-15,3-3-19 0,9-4-9 0,3 1-20 16,2 2 11-16,15-6 18 0,0 0 17 0,2 0 22 15,0 3 40-15,1 1 23 0,1-1 15 0,-15 4 21 16,-1-2 2-16,0 4 24 0,-5-4 22 0,0 7 8 16,-13-2 22-16,-1 2 18 15,-4 1 29-15,-5 1 23 0,0 2 18 0,-3 0 16 16,0-2 10-16,-1 2 1 0,-1 0-7 0,-4 1-10 16,3-3-19-16,-3 3-24 0,0 0-6 0,0 0-13 15,0 0-17-15,0 0-5 0,-25 8-8 0,12-6-5 16,-2 6-18-16,-2-1 1 0,2 2-5 0,-3 1-7 15,0 0-1-15,1 1-7 0,2 2-5 0,0 1-2 16,-1-3 0-16,5 1-24 0,2-1-17 0,4-1-18 0,0-2-8 0,2 2-1 16,1 1 4-16,3-6 8 0,0 2 5 0,4-1 3 15,8-2 5-15,-1 2 2 0,5-1 0 0,5-5 3 16,-3 2 0-16,3-4 5 0,0 1-1 16,2-5 1-16,-1 2 3 0,-5 0 0 0,-1 0 3 0,-5 0 3 15,0-1 2-15,-3-2 13 0,2-1 14 0,-6 3-4 16,0-2 5-16,-1-2 4 0,-2 2-11 0,-4 0-2 0,1-2-5 15,-3-2 1-15,-1 1-11 0,-1 1-1 0,-3 0-5 16,0 2-3-16,1 1-15 0,-2-2-12 0,-3 5-15 0,3 1-11 16,-3 0-24-16,-1 0-16 0,4 2-32 15,-3 0-25-15,7 0-29 0,-1-1-41 0,7 1-241 16,-10-2-503-16,10 2 222 0</inkml:trace>
  <inkml:trace contextRef="#ctx0" brushRef="#br0" timeOffset="132871.75">7264 9676 135 0,'5'-4'386'0,"-5"4"-6"0,4-2-5 0,-2 0-7 16,-2 2-8-16,0 0-13 0,3-3-26 0,-3 3-20 0,0 0-33 0,0 0-30 16,0 0-29-16,0 0-17 0,0 0-33 0,0 0-18 15,0 0-22-15,0 0-14 0,0 0-15 0,0 0-12 16,5 8-6-16,-5-3 0 0,0 0-13 0,0 2-6 15,0 2-7-15,-2 1 0 0,2-3-5 0,0 3-30 16,-2 0-17-16,1-2-22 0,1 1-8 0,0-2-25 16,-1 2-14-1,2-6-4-15,-2 7-10 0,1-3-27 0,0-1-12 0,-2-1-12 16,2-2-10-16,0-3-9 0,-1 8 2 0,0-6-18 16,1-2-63-16,0 0-319 0,0 0-601 0,-13-10 267 15</inkml:trace>
  <inkml:trace contextRef="#ctx0" brushRef="#br0" timeOffset="133040.64">7198 9448 38 0,'-3'-8'402'0,"2"1"-16"0,-2 2 0 15,2 0-25-15,0 0-33 0,1 2-26 0,0 3-39 16,-3-6-29-16,3 6-48 0,0-6-56 0,0 6-49 16,0 0-53-16,0 0-11 0,0 0-27 0,0 0-21 15,8 12-43-15,-7-7-36 0,5 3-45 0,0 1-51 16,-2-3-220-16,3 4-462 0,-2-2 204 0</inkml:trace>
  <inkml:trace contextRef="#ctx0" brushRef="#br0" timeOffset="134004.96">7415 9572 24 0,'5'4'308'0,"-5"-4"-36"0,4 2-29 16,-3 2-26-16,-1-4-25 0,0 5-17 0,0 1-15 15,1 0-14-15,-1 0-8 0,-1 4-15 0,0-1-10 16,-2 6-11-16,3-3-12 0,-2 5-6 0,0 0-8 16,1-1-5-16,-1-1-9 0,-1 0-6 15,3-6-6-15,-1 3-2 0,1-7-1 0,-2 3-5 0,2-4 15 0,-1 1 23 0,1-1 18 16,-1 1 40-16,1-5 31 0,0 0 34 0,-1 3 8 16,1-3-17-16,0 0-15 0,6-12-11 15,-1 7-19-15,-1-4-13 0,1 1-15 0,0-4-11 0,1 0-13 16,3-1-6-16,0 4-10 0,-1-3-10 0,-3 5-2 15,-1 1-5-15,1 0-5 0,-1 2-9 16,2 0-6-16,-3 0-3 0,-1 1-17 0,0-1-15 0,-2 4-17 16,5-2-6-16,-5 2-9 15,10 4 0-15,-6-2 1 0,3 3 0 0,1 1 1 16,1 1-7-16,1 0-18 0,3 2-5 16,0 2-9-16,5-1-1 0,-3-1-10 0,4 2-8 15,0-6-12-15,1 0-2 0,0 2-2 0,0-5-4 0,1 1 4 16,-1-3 5-16,2-2 8 0,-4 0 6 0,0-3 10 15,-4-3 10-15,3-1 8 0,-7 4 13 0,0-6 29 16,2 0 5-16,-6-1 19 0,1-3 17 0,0-1 11 0,-3-1 12 16,0-2 17-16,0-4 0 0,-2-5 6 0,-1 3 7 0,1 1 13 15,-2 5 18-15,0 2 17 0,0 0 5 16,-2 7-4-16,2 1-11 0,0 3-8 0,0-3-20 16,0 6-17-16,-1-1-28 0,1-1-30 0,0 5-37 15,0 0-12-15,0 0-2 0,0 0 7 0,0 14 5 0,-1-2 0 16,-2 3 5-16,1 2 2 0,0 2 1 0,2 1-1 0,0 0-11 15,-1-2-5-15,2 3-20 0,-1-1-1 0,2-3-9 16,-1-2-6-16,2-3-7 0,-2-2-11 0,1 1 4 16,0-3 1-16,-1-3 2 0,0 0 10 0,1 0 4 15,-2-1 10-15,1 1 13 0,-1-5 30 0,0 3 10 16,0-3 2-16,0 0 0 0,0 0 5 0,0 0-12 16,-19-8-3-16,11 2 3 15,-4 0 9-15,1-1-8 0,-4-1-4 0,-2 0 2 16,-1 0 6-16,-1-2-7 0,-3 5 1 0,3-3-4 15,1 2 0-15,4 1-7 0,1-1 4 0,1 5 4 16,4-5 2-16,1 5 6 0,1-2-13 0,1 2 0 16,0-3-11-16,5 4-8 0,0 0 1 0,9-5 9 15,4 1-14-15,13-1-5 0,6 0-7 0,4 1-9 16,18-4-1-16,-2 0 9 0,-1 1-2 0,4 1 9 0,0-2-1 0,-1 0 1 16,-16 2 11-16,14 0 7 0,-17 2-8 0,0-1 6 15,-6 2 4-15,-9 1 1 0,-2 0 4 16,-5 1 10-16,-3-1 17 0,-2 2 26 0,-2-2 17 0,1 1 18 15,-7 1 16-15,9-1 4 0,-9 1-5 0,6 0-11 16,-6 0 4-16,0 0-6 0,0 0-12 0,0 0-8 16,0 0-4-1,0 0-8-15,-13 14-9 0,4-7-5 0,0 0-3 0,-3 3-4 16,-4 0-2-16,2 4 0 0,0-3-2 0,3 2-7 16,-2 2 0-16,4 2-5 0,0-5-6 15,1 2-6-15,6 0 2 0,-2-1-8 0,4-1 11 0,0-2-6 0,5 2 1 16,0 0 0-16,4 2 6 0,4-2 2 0,1-3-1 0,-1 2-8 15,2-1 11-15,-1-3 1 0,-1-2-4 16,-4 1 2-16,1-3-6 0,-2 0 2 0,-1-1 0 16,-3 2 4-16,0-1-4 0,-1-1-12 15,-3-2 5-15,-5 6 4 0,-6-1-26 16,-7 2-52-16,-10-2-49 0,-2 4-55 0,-7-2-97 0,-2-2-158 16,1 0-231-16,-2-5-724 0,3-2 320 0</inkml:trace>
  <inkml:trace contextRef="#ctx0" brushRef="#br0" timeOffset="136259.87">9761 9636 344 0,'-4'-7'359'0,"3"0"-5"16,-2 0-1-16,2-1 1 0,0 3-1 0,-2-3-7 16,3 2-16-16,0 3-26 0,-1-1-23 0,1 4-28 0,0-5-27 15,0 5-26-15,0 0-25 0,0-6-27 16,0 6-29-16,0 0-30 0,0 0-10 0,0 0-10 15,-4 16-10-15,4-7-5 0,0 6-10 0,0-1-4 0,-3 5-2 16,3-2-8-16,-1 3 4 0,1-3-4 0,0 1-4 16,-1 2-1-16,-2-1-10 0,3-4-31 0,0 2-8 0,4-2-29 15,-4-5-26-15,0 2-19 0,0-2-20 16,0 0-30-16,0-6-23 0,0 3-15 0,0-4-9 0,-1 1-54 16,1-4-109-16,0 0-215 0,-8-11-621 15,4 1 275-15</inkml:trace>
  <inkml:trace contextRef="#ctx0" brushRef="#br0" timeOffset="136404.46">9725 9381 204 0,'-4'-16'362'0,"3"5"-2"0,1 1-19 0,-3 0-19 0,2 3-32 16,1-1-32-16,0 4-22 0,0-1-30 16,0-1-63-16,0 4-53 0,0 2-47 15,0 0-24-15,0 0-30 0,0 0-32 0,4 13-49 0,-3-6-53 0,3 5-66 16,-3-3-185-16,3 2-428 0,0 0 190 15</inkml:trace>
  <inkml:trace contextRef="#ctx0" brushRef="#br0" timeOffset="136760.26">10010 9616 342 0,'0'0'361'0,"0"5"-42"0,3-4-34 16,-3 2-19-16,0 5-40 0,-3-2-21 0,3 1-19 0,-4 1-25 16,2 5-17-16,-6-2-13 0,4 5-13 15,-2 1-5-15,2 0-18 0,-1 0-6 0,-3 0-4 0,6-5-12 16,-2 3-7-16,0-6-6 16,1-1-17-16,2-3 12 0,1 1-12 0,-1-2 9 0,1 0 29 0,0-4 36 15,0 3-10-15,0-3-19 0,0 0-2 0,13-10-12 0,-6 1-4 16,2 0-2-16,0-5-9 15,8 0-12-15,-3 2-12 0,0-3 2 0,0 5-4 0,2-2-2 16,-5 3-2-16,-2 4-8 0,1-2-7 16,0 2-16-16,-5 2-14 0,3 2-4 0,2 1-9 0,-3 1-7 15,2 2-4-15,2 1-19 0,-1 2-20 0,-1 1-16 16,1 1-24-16,-1 1-27 16,3 0-28-16,0 4-35 0,3-4-33 0,-1 1-300 0,-4 0-587 0,0-5 260 15</inkml:trace>
  <inkml:trace contextRef="#ctx0" brushRef="#br0" timeOffset="137435.93">11298 9336 115 0,'0'-7'354'0,"0"0"-8"16,-1 1-16-16,1 0-24 0,-1 1-20 0,1 3-37 0,-3-2-26 15,3 4-36-15,0 0-12 16,0 0-41-16,0 0-13 0,0 0-13 0,0 11-7 0,-4 4-17 0,0 4-8 0,-6 9-10 15,1 3-3-15,0 3-6 16,-2 15-6-16,-1-15-4 0,-1 11-4 0,-2 0-9 0,6-12 0 16,-1 1-1-16,0-2 13 0,1-1-6 15,0 0 3-15,1-2-6 0,3-3 3 0,0-2 0 0,1-5 3 16,1 6-1-16,0-9-7 0,1-4 18 16,2-1-13-16,-1 0 5 0,1-2 1 0,-1-3 4 0,1 0 4 15,0-1 0-15,1 0 8 0,0-3 2 16,3 2 0-16,3-2-5 0,4 0-10 0,8-2-6 0,8 0-41 15,6-4-54-15,2-5-75 0,1 4-81 16,-2-4-104-16,15-8-351 0,-15 9-717 0,-2-10 317 16</inkml:trace>
  <inkml:trace contextRef="#ctx0" brushRef="#br0" timeOffset="137711.59">11230 9297 273 0,'0'0'325'0,"0"0"-33"0,0 0-31 0,0 0-25 16,0 0-23-16,19-11-23 0,2 7-28 0,11-2-47 0,3-1-54 16,3 3-67-16,12 0-95 15,-12-4-237-15,0 4-364 0,-5-1 162 0</inkml:trace>
  <inkml:trace contextRef="#ctx0" brushRef="#br0" timeOffset="138037.31">11636 9639 135 0,'-6'0'280'0,"2"2"-12"0,1 0-11 0,3-2-12 15,-7 3-13-15,7-3-8 0,-7 2-9 16,7-2-11-16,0 0-18 0,0 0-8 0,0 0-23 0,0 0-15 16,0 0-24-16,0 0-11 0,23-5-30 15,-3 3-32-15,-2-2-49 0,15-1-56 0,-6-3-61 0,11 1-61 16,-6-3-264-16,0 2-484 15,-4-1 214-15</inkml:trace>
  <inkml:trace contextRef="#ctx0" brushRef="#br0" timeOffset="138460.04">12199 9447 73 0,'0'0'326'0,"0"0"-29"0,0 0-18 16,-8 1-18-16,8-1-7 15,0 0-20-15,-6 1-15 0,6-1-19 0,0 0-17 0,0 0-15 0,0 0-19 16,0 0-16-16,0 0-10 0,0 0-13 16,26-6-9-16,-14 3-10 0,0 0-11 0,6 1-7 15,-3-5-8-15,0 5-7 0,-2-3-8 0,-3 2-3 0,3-4-6 16,-4 5 4-16,0-2-5 0,-3-2 7 15,1 4 10-15,-5-1-4 0,5 1 11 0,-6-1 13 0,-1 3-24 16,4-4-10-16,-4 4-10 0,0 0-8 16,0 0 1-16,-18 3-14 0,4 2 14 0,-7 1-13 0,-6 9-6 15,2-1 0-15,-1 3-4 0,1 2-3 0,2-1 2 0,1 3-7 16,-1-1 3-16,4 1-7 0,2 0 13 16,2 0 3-16,7-3-2 0,1-1-4 0,7 1 11 0,0-1-2 15,4-1-9-15,2-1 19 16,6 0-20-16,4-1 7 0,6 1-14 0,3-6-11 15,5 4-23-15,2-6-22 0,1-1-29 0,0 0-39 0,0-4-53 0,-1 1-46 16,3-3-58-16,-8-3-254 0,1 1-585 16,-8 1 260-16</inkml:trace>
  <inkml:trace contextRef="#ctx0" brushRef="#br0" timeOffset="138623.76">12631 9724 171 0,'0'0'302'0,"0"0"-29"0,5 2-31 16,-5-2-25-16,0 0-10 0,-1 6-15 0,-2-1-10 0,-2 1-14 16,2 1-15-16,-3 0-14 15,-1 5-12-15,-1-3-16 0,0 2-5 0,-1 3-13 0,-1-2-20 16,-2 1-38-16,3-3-42 0,-2 2-63 0,-1-1-72 0,1-3-287 0,3-1-465 16,-1-5 206-16</inkml:trace>
  <inkml:trace contextRef="#ctx0" brushRef="#br0" timeOffset="139098.16">13105 9525 232 0,'0'0'260'0,"0"0"-13"16,0 0-15-16,-9 1-12 0,9-1-20 15,0 0-23-15,0 0-16 0,0 0-15 0,0 0-5 0,0 0-13 0,0 0-13 16,0 0-12-16,0 0-6 0,0 0-11 15,0 0-2-15,0 0-6 0,0 0-11 0,0 0-5 0,0 0-11 16,0 0 2-16,24-6-5 16,-16 4-5-16,2-1 4 0,0 2-10 0,-2-3 2 0,2 2 0 0,-3 0 3 15,3-3 6-15,-4 0-3 0,2 1 13 16,-3 1-1-16,0 0 4 0,-2-2 15 0,-2 0-10 0,0 1-9 16,-1 4-7-16,-2-7-13 15,-2 6-3-15,-4-2 1 0,-6 4-11 0,-3 2-5 0,-3 1 1 0,-5 6-5 0,-2 2-5 16,1 1-7-16,-1 1 3 15,3 6-3-15,1-1-2 0,1 0-2 0,10-2 2 0,-4 4 1 0,7-3 8 0,5 0 4 16,3 0-3-16,5 1 9 0,11 3-6 16,7-3 3-16,10-3-20 0,5 0-41 0,13-4-64 15,2 2-87-15,4-9-111 0,-2-5-260 0,0-2-612 16,-2-1 271-16</inkml:trace>
  <inkml:trace contextRef="#ctx0" brushRef="#br0" timeOffset="143340.64">13327 9103 48 0,'-2'-4'182'0,"2"4"-12"0,0 0-5 16,-5-2-15-16,5 2-9 0,-3-3-16 0,3 3-13 0,0 0-11 0,0 0-10 0,0 0-11 15,-7 0-7-15,7 0-6 0,0 0 1 16,0 0-10-16,0 0-9 0,0 0 1 16,0 0-7-16,0 0 0 0,0 0-5 15,0 0-5-15,17 3-3 0,-6-1-1 0,1-2-2 0,1 2-7 0,1-2 0 0,4 1-3 16,0-1 1-16,-3 0-1 0,-1 0-3 15,-1-3 1-15,1 3-2 0,-5 0-3 16,3-2 21-16,-1 2 12 0,-5-3 10 0,1 3 18 0,-2 0 13 16,1-2 15-16,-6 2 4 0,8-2 10 0,-8 2-2 15,4-1 5-15,-4 1-4 0,0 0-5 0,0 0-4 16,6-3-12-16,-6 3-11 0,0 0-6 16,0 0-10-16,0 0-12 0,0 0-12 0,8 1-8 0,-8-1-15 0,0 7-8 0,-1-2 0 15,-2 7 1-15,1 5-5 0,-1 8 0 16,-2 3-1-16,2 4 7 0,-2 2-10 15,1 16-2-15,2-3 2 0,-1 3-13 16,2-1 1-16,-2 1-1 0,3-1 4 0,3-3-1 0,-3 2-1 0,0-3 4 0,1-11 6 16,1 3-2-16,2 9 10 0,-2-12 10 15,-1 10-2-15,0-10 0 0,2-3-2 16,-3-2 1-16,0 0-3 0,-1-2 1 16,1 2-2-16,-3-12 3 0,0 2-4 0,0-2 0 0,0-5 4 0,1 0-6 0,0-1 3 15,0-2 12-15,-1 0-16 0,1-2 2 0,-1-1 15 16,1 1 17-16,-4-3 14 0,0-1 12 0,-1 2-8 15,-4-1 0 1,-4-2-9-16,-6 1 5 0,-11 1-14 0,-6-3-7 0,0-1-28 16,-20 0-45-16,-4 0-60 0,-33 0-79 0,31-1-126 15,-32-10-330-15,7-3-685 0,25-3 304 16</inkml:trace>
  <inkml:trace contextRef="#ctx0" brushRef="#br0" timeOffset="156957.54">11676 9904 37 0,'4'-18'153'0,"-3"1"-9"0,3-1-9 0,-1 2 3 16,-2-2-6-16,-1 0 4 0,0 1-3 16,0-3-6-16,-1 2-2 0,-2 2-3 0,-1-1-11 15,3 3-8-15,-3-1-7 0,-2 4-10 0,-6-2-7 16,0 1-16-16,-8 2-9 0,-4-2-10 15,-6 3-4-15,-1 1-4 0,-6 4-7 0,1 1 0 16,-6 2 0-16,-7 0-4 0,11 2-5 0,1 4-6 16,1 2-1-16,0 4 2 0,3 1-3 15,2 2-3-15,1 1 1 0,0 2-3 0,4 2-13 0,4 0-3 0,4-2-4 0,5 0-2 0,8-7 4 16,5 2-8-16,1 5 12 0,8-2 7 16,9-1 3-16,14-2 0 0,19 0 3 0,11-5-5 15,4-3-2-15,29-5 4 0,-5-4 5 16,2-2-8-16,-28-3-3 0,31-7 9 0,-33 3 5 15,27-6 4-15,-31 4-2 0,-1-5 2 0,-6 1-2 16,-7-3 0-16,-12 4-12 0,-1-3-4 16,-5-2-4-16,-5-5-6 0,-5 0-7 0,-5 0 8 15,-6-2 6-15,-7 1 0 0,-5-3-4 0,-9 4 9 16,-6 2 1-16,-5 3 2 0,-5 2 5 0,-1 5 6 16,-14 0 4-16,9 5 0 0,-1 5 3 0,-11 2-2 0,-4 4-4 0,2 4 0 0,14 3-5 15,-16 7-1-15,4 4-3 0,6 3-3 16,10-1 2-16,-9 12-1 0,7 3 2 0,14-4-5 15,3 1-10-15,5-2 0 0,9 3-3 0,6-1 6 16,12 0-5-16,11-2 0 0,16 6 0 16,7-5-5-16,8-2-11 0,31 1-13 0,-24-12-3 15,29 0-4-15,1-6 2 0,3-7 5 0,-6-7 1 16,-22 3 0-16,-1-7 8 0,-1-1 1 0,-6-3 2 16,-8 0 5-16,-2-5 3 0,-14 3 1 0,0-3-5 15,-7-1 10-15,-5-3-6 0,-4-1-17 16,-9-1-9-16,-7 2-4 0,-3-9 3 0,-10 5-5 0,-12 0 31 0,-1 0 19 0,-5 3 2 15,-7 1-1-15,-12 0 16 0,-1 7 1 0,-5 4 3 0,-2 2 3 16,3 5 8-16,-1 4-5 0,0 5 2 16,-1 5-7-16,3 1 5 0,3 6-6 15,12-4-1-15,-10 9-9 0,6 5-1 0,11-5 4 0,5 3 5 16,3-1 0-16,8 1 2 0,11-1-7 16,9 3 1-16,13 0 9 0,19 1-7 0,7-2-7 15,17-3-19-15,35 1-10 0,-2-5-9 16,4-9-6-16,2-2-5 0,-2-7 3 0,4 0 2 15,-4-3 11-15,1-6 13 0,-6-4 10 0,-2 1 11 16,-32 2 4-16,-1-6 3 0,-6-2-2 16,-16 3 4-16,-5-3 2 0,-6-2-5 0,-5 0 1 0,-12 0-12 0,-5-1-3 0,-6-1 0 0,-9 0 2 15,-11-3 3-15,-8 3-6 0,-20-5 10 16,-3 5-1-16,-3 4 3 0,-4 2 5 0,-1 4 4 16,-3 4 1-16,-4 5 0 0,-26 0 10 0,2 12 3 15,32-4 0-15,-3 1-3 0,2 6-6 0,6 2 3 16,4 3-3-16,1 3-2 0,16-3-2 0,6-2-2 15,8 4-8-15,6-5-2 0,11 1-2 16,7 6-2-16,11 0 2 0,13-2-2 0,18 0-2 16,13-5-14-16,27 6-10 0,-24-17-21 15,31-1-10-15,-3-4-2 0,-25-6 6 0,25-2 3 16,-29 0 8-16,2-3 9 0,-1-4 6 0,-3 0 1 16,-8-1 5-16,-3-2-3 0,-21 1 5 0,-2-1-5 0,-7-3-15 0,-5 0 5 0,-6-6 9 15,-8 7 6-15,-7-8 10 0,-7 1 2 0,-9 2 3 16,-9-3 9-16,-12 3 8 0,-4 0 20 0,-3 5 2 15,-1 3 3-15,-1 3 12 0,-2 5 3 16,2 5-5-16,-5 2 2 0,2 4-9 0,-4 5-4 16,3 2-3-16,5 2-7 0,14 2-3 0,1 3-2 15,6 0-3-15,5 5-16 0,4 0-9 0,5 0-2 16,8 4-3-16,9-7 0 0,5 6-2 16,13-2-2-16,8-1 4 0,8-2-10 0,21-1-7 15,8-6-7-15,29 1-17 0,-26-9-15 16,29-3 6-16,-6-9-16 0,-25 2 10 0,-1-5 8 0,1 0-17 0,-6-4 15 0,0-5-1 0,-8-3-3 15,-15 3 3-15,-7-3-7 0,-3-5 0 0,-5-2 4 16,-2-4 7-16,-9-4 17 0,-8-9 9 0,-3 0 28 16,-11 12 3-16,-7-11 7 0,-7 3 6 0,-6 4 14 15,-5 4 5-15,-5 5-4 0,-8 0 4 0,-1 8 6 16,-5 1-3-16,-1 6 2 0,0 6 3 0,-2 3-5 16,5 7-5-16,0 5-3 0,1 6-3 0,-2 8 0 15,3 4-11-15,0 9 0 16,7 4-6-16,2 6 1 0,-9 21 5 0,24-17-6 15,7-2-4-15,13 3-2 0,9-3 0 0,14 0-2 16,14-4 3-16,9-4-2 0,14-2-6 0,8-5 5 16,28 1-4-16,1-5-7 0,-24-15-6 0,32-4-11 15,-3-3 19-15,-29-5 10 0,1-4 16 0,1-2 2 16,0-5 19-16,-8-3 11 0,-4 0 9 0,-3-4 12 16,-15 4 7-16,-4-5 4 0,-4-3-6 0,-3 0-7 0,-4-2-9 0,-9-6-11 15,-2-1-6-15,-4-2-6 0,-9 0-6 0,-4-5-1 16,-4 4-5-16,-6 2-3 0,-12-10-2 0,-7 10-4 15,4 11-4-15,-15-2-3 0,-4 6-3 0,-4 8 0 16,-3 6-7-16,-2 6 5 0,-1 5-4 0,-2 8-2 16,-24 13 3-16,29-2-7 0,-15 20 3 0,20-10 0 15,-20 16-2-15,26-11-2 16,5-1-10-16,1 4-3 0,13-2-9 0,2-1-7 16,14-8-3-16,6 0-4 0,12 0 4 15,8-1 3-15,10-4 10 0,14 2 3 0,7-5 0 16,9-7 6-16,4-5 0 0,9-7 2 0,-1-2 3 0,1-7 10 15,-1-3 6-15,-2-7 10 0,-4 0 6 0,-5-7 4 16,-6-1-2-16,-16 3 1 0,-1-5-3 0,-4 0-3 16,-2-5 4-16,-5 1-16 0,-8-2-5 0,-8-2 0 0,-5 2 4 0,0-1 1 15,-8 2-3-15,-6 0 0 0,-7 3 0 0,-6 2-3 16,-4 5 0-16,-16 0-1 0,-7 5-3 16,-5 7 6-16,1 5-3 0,-1 2 4 0,-2 5 2 15,3 4-3-15,4 3 3 0,7 1-6 0,12 1 4 0,6 2-5 16,1-1-5-16,6 3-8 0,11-5 0 0,6 2 4 15,6-5 3 1,13 3 0-16,15 0 0 0,21 0-10 0,13-5-20 16,30-3-17-16,2-7-15 0,-30 0 5 0,28-10-22 15,-29 0 2-15,-3 0 7 0,0-7 10 0,-8-3 3 0,-2-1 7 16,-18 2-1-16,-2-5 2 0,-8 0 2 16,-8-1 20-16,-4-2 15 0,-10-1 4 0,-9 1 9 15,-3 1 12-15,-11 3 7 0,-7 0 2 0,-18 1 1 16,-6 3-1-16,-6 2 5 0,-6 9 0 0,-32 1 5 0,4 6-1 0,29 4 3 15,-27 6-13-15,30-1-9 0,2 5-11 0,0 3-32 16,9 1-53-16,14-2-186 0,6 1-298 0,8-1 132 16</inkml:trace>
  <inkml:trace contextRef="#ctx0" brushRef="#br0" timeOffset="157656.63">14389 9503 33 0,'1'-5'318'0,"-1"-4"6"0,0 4-2 0,0 0-14 16,0 0-15-16,0 3-22 0,2-1-24 0,-2 3-32 16,1-7-20-16,-1 7-21 0,1-5-25 0,-1 5-17 0,2-3-25 15,-2 3-29-15,0 0-26 0,0 0-19 0,0 0-7 0,0 0-4 16,0 15 4-16,-2-12-9 0,2 9-1 0,-2-2-4 15,0 2-1-15,0 0 0 0,-1 5-3 16,-1-3-1-16,3-2 3 0,-1 3 0 0,-1-4 0 16,-2 2-5-16,3-2 5 0,-1 0-13 0,2 0-6 0,-2-3-21 15,0 1-10 1,1-3-12-16,1-2-12 0,1 3-10 0,-3-4-1 16,3 0-1-16,0 1 0 0,0-4 4 0,-4 3-24 15,4-3-87-15,0 0-251 0,-7-12-470 0,3 0 208 0</inkml:trace>
  <inkml:trace contextRef="#ctx0" brushRef="#br0" timeOffset="157794.81">14390 9235 159 0,'0'-12'313'0,"3"4"-11"0,-4-1-14 16,1 4-20-16,1 0-27 0,-1 0-25 0,0 2-21 16,1-2-19-16,-1 5-30 0,0-7-37 0,0 7-49 15,0 0-51-15,0 0-16 0,0 0-33 0,0 0-25 0,9 13-56 16,-4-6-34-16,-2 0-194 0,-1 1-379 15,1 1 168-15</inkml:trace>
  <inkml:trace contextRef="#ctx0" brushRef="#br0" timeOffset="158411.54">14573 9411 88 0,'0'0'285'0,"1"5"-25"0,-1-5-29 0,0 0-26 16,-2 4-25-16,2-4-22 0,0 0-8 0,-1 8-21 16,1-4-15-16,-3 1-11 0,2 3-10 0,-3 1-11 15,0 4-6-15,-1 3-6 0,0-1-8 0,1-3-6 16,0 0-7-16,2-2-4 0,-2 2-8 0,1-5 1 16,3-1-1-16,-4 1-7 15,4-3-1-15,-1 0 0 0,1 0 2 0,-1-2 13 16,-3 2 25-16,4-4 24 0,0 0 28 0,0 4 25 15,0-4 22-15,0 0-3 0,0 0-22 0,0 0 2 16,19-10-26-16,-10 7-12 0,0-4-7 0,0 2-13 16,0-2-10-16,2 0-6 0,-2 3-9 0,-2 1-8 15,-1 0-14-15,-1 1-2 0,2 2-8 0,-2-3-7 16,1 3-19-16,-6 0-8 0,12 0-12 0,-5 3-9 0,-2 0 0 0,3 1-6 16,1 1-7-16,-1 0 5 0,-1 2-2 0,2-2-7 15,-1 3-3-15,2-2-14 0,-1 3 3 0,3-2-10 16,-5 2 10-16,5-5-5 0,-3 4 0 0,0-4 8 15,0-1 6-15,-3 0 5 0,2 1 11 0,-2-4 0 16,1-1 12-16,-1-3 5 0,3 1 10 0,0-3 30 16,0-2 2-16,-3 0-4 0,2-6 8 0,-1 2 8 0,2-5 8 15,-1 0-3-15,3-7-1 0,-1 0 2 0,1-2-4 0,0-3-4 16,-2 2-1-16,2-4 7 0,-1 6 12 16,-4-1 17-16,1 9 12 0,-2 1-1 0,-4 5-2 15,3 2-3-15,1 1-19 0,-4 2-11 0,-1 2-4 16,3-1-30-16,-2 1-44 0,-1 4-49 0,0-3-14 0,0 3 1 15,0 0 7 1,0 17 8-16,-1-7 4 0,-3 7 14 0,-1 9-1 16,-1-1 8-16,-1 1 7 0,2 1-1 0,-3-1 10 15,3 1 4-15,3-6 4 0,-2 2 3 0,0-4 4 16,1-2 5-16,2-5 1 0,0-2-11 0,-2 0-14 16,2-1-8-16,1-2-4 0,0-2 2 0,-3 2-4 15,2-5 6-15,2 1 4 0,-1-3 1 0,-1 5 0 16,1-5-5-16,0 5-12 0,0-5-4 0,0 0-36 0,0 0-204 0,-6-12-172 15,6 5-514-15,0-6 227 0</inkml:trace>
  <inkml:trace contextRef="#ctx0" brushRef="#br0" timeOffset="158612.19">14856 9414 94 0,'-4'1'255'0,"4"-1"8"0,0 0-13 16,0 0-16-16,0 0-15 0,0 0-17 0,0 0-19 16,0 0-14-16,0 0-17 0,0 0-17 0,29-1-14 15,-8-2-11-15,8 3-12 0,-1-1-33 0,3 1-36 16,-5 0-38-16,-4 0-53 0,0 0-53 0,6-3-75 0,-5 1-178 0,-5 0-398 16,1 0 177-16</inkml:trace>
  <inkml:trace contextRef="#ctx0" brushRef="#br0" timeOffset="158997.17">15305 9585 35 0,'0'0'263'0,"0"0"-4"0,0 0-3 16,-2 1-7-16,2-1-26 0,0 0-19 0,0 0-27 15,21-8-12 1,-9 6-21-16,5-4-14 0,-1 1-14 0,6 0-9 16,-3-3-9-16,8-1-13 0,-4-2-8 0,3 1-6 15,-2-2-7-15,-5 5-9 0,-2-4-6 0,0 3 0 16,0-2-5-16,-7 5 1 0,2 0 11 0,-3-2 11 16,-4 4-1-16,4 1 4 0,-4-2-14 0,-1-1-14 15,-3 5-4-15,2-5-14 0,-3 5-16 0,0 0-5 0,-7-3-8 16,7 3-4-16,-16 2-4 0,4-1-2 0,-1 4-1 0,-2 1-1 15,-2 0 2-15,-1 3 1 0,1-1-2 0,2 6 13 16,0-6-9-16,1 4-1 0,-1 2 3 0,5-2-2 16,-2 0-12-16,7-1-4 0,-1-1-3 0,1 1-6 0,1 1-3 15,4-1-7-15,1-3-4 0,2 4-13 0,2-6-21 16,2 5-38-16,2-6-41 0,3 0-62 0,-2-1-159 16,1-3-415-1,1 1 184-15</inkml:trace>
  <inkml:trace contextRef="#ctx0" brushRef="#br0" timeOffset="159344.97">15655 9420 260 0,'2'-4'290'0,"0"-1"-24"0,2 1-26 0,0 2-24 0,0-1-27 16,1 0-19-16,2 3-21 0,-7 0-17 0,15 3-12 15,-5 0-9-15,1 1-11 0,0 2-11 0,1 2-8 16,-1 4-7-16,0-2-10 0,3 2-7 0,-5 3-2 15,0-1-10-15,0 1-3 0,-4-1-2 0,0 3-6 16,-5 0-3-16,4-2-3 0,-5-1-3 0,1-2-2 16,-3 1-4-16,3-2-2 0,0-3 1 0,-1-1 0 0,-2 0-3 31,3-4 1-31,0 2 4 0,-1 0 9 0,1-5 19 0,0 5 36 0,0-1 25 0,0-4 44 0,0 0 28 0,0 0 21 16,0 0 7-16,0 0 0 0,0 0-13 15,0 0-21-15,8-9-20 0,-6-1-24 0,5 2-17 16,0-4-17-16,1-3-18 0,1-2-28 0,5 0-26 0,3-4-16 15,-5 4-16 1,-1 3-23-16,2-1-22 0,0 1-34 0,-1 1-35 16,1 2-31-16,-2 0-42 0,-6 4-47 0,4-2-62 15,1 3-68-15,-4 0-255 0,0 0-678 0,-1 1 300 0</inkml:trace>
  <inkml:trace contextRef="#ctx0" brushRef="#br0" timeOffset="159792.76">16117 9421 403 0,'0'0'394'0,"0"0"0"16,0 0-11-16,0 0-26 0,0 0-30 0,-3-3-32 16,3 3-36-16,0 0-24 15,0 0-25-15,0 0-29 0,0 0-20 0,0 0-13 16,0 0-30-16,0 0-29 0,0 0-18 0,0 0-8 15,3 15-18-15,-3-11-13 0,2 4-10 0,0 0 1 16,-1 4-5-16,1-5-3 0,0 7-10 0,-1-4 12 16,0 0-3-16,1 2-5 0,-2-2 0 0,1 0 0 15,0-1 1-15,2-1-2 0,-2-2 1 0,-1-2-1 0,0 0 6 16,2 0-1-16,-2-4 0 0,0 5 15 0,0-5 27 0,0 4 31 16,0-4 29-16,0 0 27 0,0 0 22 0,0 0 14 15,4 1 3-15,-4-1-10 0,0 0-21 0,7-9-18 16,-2 3-5-16,1-2-20 0,3-1-13 0,0-2-11 15,1-1-23-15,3-1-21 0,-3 1-9 0,-1 3-2 16,0 1-5-16,-1-1-6 0,-3 3-20 0,3 0-10 16,-6-2-13-1,6 5-13-15,-7 1-19 0,4-2-32 0,-1 1-45 16,1 1-40-16,3-1-32 0,1 3-20 0,1 0-12 0,5 3-13 16,-3-1-11-16,5 2-16 0,3 0 4 0,-1-2 20 15,9 4 6-15,2-1 7 0,0 0 3 0,-3-4 16 16,0-1-10-16,-7 0-21 0,1 0-149 0,-4 0-436 15,0-5 193-15</inkml:trace>
  <inkml:trace contextRef="#ctx0" brushRef="#br0" timeOffset="160400.1">16639 9457 1144 0,'8'-3'100'0,"1"1"32"0,-4-2 9 0,-1-1 1 0,0-1 6 0,-3 4-2 16,0-5-7-16,2 5-12 0,-2-1-13 0,-1 3-15 15,-1-7-11-15,1 7-11 0,-4-5-10 0,4 5-7 16,-11 3-11-16,11-3-5 0,-20 4-7 0,10 1-7 16,-2 0-8-16,0 2 5 0,-2 1 3 0,-1 3-12 15,0 1 0-15,0 3-4 0,4-4-3 0,-3 3-3 16,5-2 2-16,1 0-3 0,-1-3-1 0,4-1-1 0,1-1-3 15,0-1 2-15,3-2 0 0,-3 1 2 0,4-1 9 0,0-1 13 16,0-3 19-16,4 5 19 0,-4-5 7 0,10 0 13 16,-1-3 12-16,0 1 8 0,4-4 0 0,0 2 5 15,1-2-1-15,2-2-16 0,-2 0-2 16,2-1-4-16,-6 2-11 0,2 0-3 0,0 1 8 0,-3 0-21 16,0 0-4-1,-3 3-11-15,2-1-3 0,-3 2-8 0,-1-1-10 16,0 1-4-16,0 2-18 0,-4 0-16 0,6-3-19 15,-6 3-12-15,9 0-5 0,-9 0 4 0,12 0-14 0,-7 2-2 16,2-1 2-16,0 1 5 0,0 0-3 16,1 1 0-16,0-1-1 0,3-1 0 0,0 0 1 15,-1-1 1-15,1-1-3 0,2 0 3 0,-2-4 5 16,-2 1 6-16,4 1 3 0,-1-6 5 0,-1 3 9 0,-1-4-3 0,3-2 13 16,0-2 10-16,-4-1 3 0,1-3 0 0,0 1 7 15,3-7 1-15,-1-1 1 0,-1-3 1 0,2 1 3 16,1-5 11-16,-4-2-13 0,1 3 11 0,0 0 2 15,-2-2 9-15,0 6 13 0,0 2 27 0,-4 6 6 16,-1 2 4-16,-2 7 0 0,2-2-1 0,-1 4-8 16,-1 1-15-16,-2 0-6 15,2 4-21-15,0-1-38 0,-2 1-30 0,0 3-28 16,0 0-9-16,0 0 11 0,0 0 2 0,-11 16 7 16,3-2 3-16,-6 9 6 0,1 4 5 0,-2 4 2 15,2 1 8-15,0 1 0 0,2 2 4 0,2-2 4 16,-4 1 2-16,8-3 3 0,-3 1 0 0,6-5 2 15,-2-2 7-15,1-2 10 0,2-6 1 0,-2-2 9 16,6-5 12-16,-3 2 16 0,1-3 10 0,-1-1 21 0,3-2 34 0,-1-3 39 16,1 5 36-16,1-4 23 0,1-2 15 0,0 1-3 15,5-2-11-15,2 0-19 0,5-1-19 0,2-1-15 16,2-2-15-16,7 0-38 0,-1-6-68 16,1 3-76-16,8-4-82 0,-3-1-110 0,0 1-104 0,-1-2-469 15,0 0-883-15,-1 1 391 0</inkml:trace>
  <inkml:trace contextRef="#ctx0" brushRef="#br0" timeOffset="160732.26">17673 9491 9 0,'0'0'298'0,"0"0"-28"16,-5 1-28-1,5-1-24-15,0 0-49 0,0 0-56 0,-4 2-84 16,4-2-116-16,0 0-124 0,0 0-227 0,0 0 101 0</inkml:trace>
  <inkml:trace contextRef="#ctx0" brushRef="#br0" timeOffset="166943.4">3130 11218 120 0,'0'0'127'0,"-6"0"-8"16,6 0-15-16,0 0-14 0,0 0-3 0,0 0-11 0,0 0-6 0,0 0-5 0,0 0-4 16,27 0-3-16,-16-1-7 0,1 1-3 0,0 1-5 15,4-1-5-15,0 0-7 0,5 0 3 16,-2 4 4-16,0-3-12 0,-1 1-3 0,1 2 3 15,0-3-6-15,-6 3 7 0,0 0-13 0,-3 0-1 16,-1 1-2-16,1 1-5 0,-3 1 0 0,-1 1-5 0,-5 1 4 16,-1 3 3-1,-1-3-8-15,-8 7-3 0,-4-1-1 0,-5 3 5 16,-2 2-3-16,-2 2 2 0,-2-3 0 0,-3-2-1 16,0 0 2-16,2-2-4 0,-2 0 14 0,1 0-12 15,10-2 3-15,-2-4 0 0,4-1-1 0,1 1-1 16,3-2-1-16,2-2 10 0,-1 3-13 0,3-4 11 15,2-1-1-15,-1-1-5 0,4 1 12 0,1-3 11 16,3 5 10-16,5-5 1 0,2 1-6 0,8-1 2 0,4-1-3 0,5 0-4 16,3-1-2-16,2-3 7 0,0 2-9 0,4-3 7 15,-3 2-1-15,-1 0 2 0,-1 1-8 0,-3 1 1 16,-9-1 6-16,-2 2-8 0,-3 1-1 0,-4-3-2 16,-2 0 1-16,1 2 8 0,-4 1 6 15,-5 0 10-15,9 0 5 0,-5-1-4 16,-4 1-4-16,0 0-1 0,0 0-3 0,0 0-4 0,0 0-5 0,0 0-11 15,0 0-12-15,-14 8-18 16,6-7-17-16,2 0-32 0,-2-1-32 0,8 0-50 0,-13 2-184 16,3-2-358-16,10 0 158 0</inkml:trace>
  <inkml:trace contextRef="#ctx0" brushRef="#br0" timeOffset="167435.81">3484 11057 17 0,'-14'-1'151'0,"0"-3"-11"0,-4 4-16 16,0 4-7-16,-1-2-10 15,-1 1-7-15,0 3-16 0,-5 0-5 0,3 1-8 0,-3 3-8 16,-2 5-5-16,0-1-5 0,0 3-5 16,-1 0-5-16,1 2-3 0,2 2-10 0,0 0-5 0,2 5-6 15,3-2 3-15,-2 1-4 0,7 0-6 16,-3 2 1-16,6-1-3 0,1 0 2 0,3 0-4 0,4 1 6 16,1-8 15-16,3 6-2 0,2-6 7 0,2 1 5 0,1-2 6 15,3 0 8-15,3-1 10 0,6 2 13 16,-2-5 8-16,11 0 4 0,-1-3 4 0,7-1 9 0,4-7-1 15,14-1 1-15,4-2 6 16,-2-3 8-16,0-6 3 0,3-4 4 0,-1-2 0 16,-3-2 6-16,-5-1 10 0,-14 1 3 0,-2 0 1 0,-1-3 15 0,-5-2-6 15,-1-2-7-15,-1 1-6 16,-6-2-15-16,-3 0-9 0,-5-3-18 16,-7 0-17-16,-3-1-14 0,-8 0-9 0,-5 0-12 0,-6-1-6 0,-14-7-6 15,-5 8-23-15,-3 1-19 0,9 10-24 0,-14-2-37 16,0 6-39-16,8 7-43 0,-12 2-50 0,-1 5-62 0,15 5-81 15,6 0-254-15,0-1-649 16,13-1 287-16</inkml:trace>
  <inkml:trace contextRef="#ctx0" brushRef="#br0" timeOffset="168481.99">4932 11029 282 0,'0'-19'279'0,"2"1"-15"0,-4 0-14 0,2 1-14 16,0 3-15-16,0 4-13 0,0 3-23 0,-3 0-20 0,3 0-26 15,0 4-48-15,0 3-33 16,0 0-5-16,0 0-9 0,-6 13-8 0,0 5 1 0,-1 9-6 15,-3 7-3-15,0 12-3 16,-3 7 2-16,0 0-8 0,0 2-3 0,-2 1-2 0,2 2 0 0,-1 0-2 16,4-2-1-16,4-1 3 0,-1-7-5 0,5-12 2 0,-6-2 2 15,6-1-7-15,-1-3 0 16,-1-2 0-16,3-9-3 0,-2-2 0 0,2-5 2 0,1-2 6 16,-1-3-4-16,-2-1 6 0,7-1 32 15,-4 1 26-15,-1-3 16 0,-2-1 11 0,3-2-8 0,0 0-5 16,0 0-15-16,-18-4-5 0,9-1-9 15,-1-2-8-15,-4-1-17 0,1-1-11 0,-5-1-24 0,-1 0-6 0,3-2-13 16,-4 4-14-16,2-3-10 0,-7-2-12 0,7 4-20 16,0-1-9-16,-1 3-10 0,1-3-12 15,5-1-15-15,3 7-22 0,1-2-29 0,4-2-84 0,-1 2-133 16,4 0-425-16,4-3 188 16</inkml:trace>
  <inkml:trace contextRef="#ctx0" brushRef="#br0" timeOffset="168762.04">4558 11439 115 0,'-4'1'185'0,"4"-1"-22"0,0 0-2 0,-7 2-20 16,7-2-14-16,0 0-11 0,0 0-9 15,27 0-12-15,2-2-5 0,5 1-11 0,5-3-6 0,12-2-6 0,2-1-4 16,1 2-5-16,-15 1-2 0,-1-1-10 16,-3 2-3-16,-2 0 0 0,-3 1-8 0,-11 0-4 0,-6 1-4 15,-1 0-2-15,-2 1-10 16,-2-3-13-16,-3 3-6 0,-5 0 2 0,0 0-11 0,0 7-11 0,0-7-26 16,-18 5-18-16,2 0-17 0,3-1-32 0,-4 0-150 15,2 0-289-15,-5-1 128 16</inkml:trace>
  <inkml:trace contextRef="#ctx0" brushRef="#br0" timeOffset="169220.34">5406 11276 209 0,'4'-3'207'0,"1"2"-18"0,1-3-26 0,2 3-16 16,-3 1-14-16,4 1-18 0,2 3-9 0,0-1-13 0,-2 4-11 0,0 0-9 15,-2 2-5-15,0 7-9 0,-3-5-10 0,-2 1-1 16,-2 6-7-16,-1 2 0 0,-4-2-12 0,-4 6 2 16,-1 1-4-16,1-7-3 0,-4 2-2 0,-1 3-3 15,1-9 2-15,4 0-1 0,0-3-6 0,0-3 0 16,4 0 16-16,0-3 11 0,0 0 18 0,1-1 30 15,0-1 30-15,3-1 30 16,1-2-4-16,0 0-13 0,0 0-15 16,5-15-19-16,5 6-7 0,-1-6-10 0,7 3-4 0,3-7-10 15,1 1-2-15,-1-2-9 0,2 2-5 0,-2 2-8 16,-4 3-3-16,2 1-5 0,-3 2-7 0,-3 2-2 16,1-1 6-16,-3 2-14 0,-3 2 2 15,2 1-9-15,-6 1-2 0,5 1-8 0,-3 0-16 0,-3-1-14 16,-1 3 7-16,0 0-6 0,10 4 1 0,-10-4 1 0,3 8-6 15,-2-1-2-15,-1 2-3 0,0 2-4 0,0-2-4 16,0 3-13-16,1 0-14 0,-1 1-23 0,0 2-22 16,3-1-23-16,-3-2-16 0,1-3-28 0,-1 2-39 15,0-2-177-15,4-3-431 0,-1-2 191 0</inkml:trace>
  <inkml:trace contextRef="#ctx0" brushRef="#br0" timeOffset="169442.87">5870 11226 145 0,'6'-3'238'0,"-2"-1"-24"0,2 2-23 0,1 2-20 0,-7 0-18 15,16 1-18 1,-7 6-22-16,2-1-3 0,-1 2-6 0,1 4-5 16,1 5-18-16,-1-1-4 0,-2 1-7 0,-1 0-3 15,-4 11-9-15,-5-2-4 0,-2 3-4 0,-3 1-7 16,-3 0-12-16,-4-1-3 0,-4-1-9 0,-3 1-14 15,-3-1-11-15,-4-2-26 0,-11 5-35 0,7-9-31 16,-1-5-54-16,-4-3-166 0,2-1-343 0,-1-3 153 16</inkml:trace>
  <inkml:trace contextRef="#ctx0" brushRef="#br0" timeOffset="169743.78">5434 11155 48 0,'-14'5'144'0,"-8"3"-16"16,-1 4-5-16,-3 5-15 0,-1 3-4 0,1 1-13 0,0 4-2 15,-6 10-9-15,-3 2-3 0,7 4-11 0,11-12-4 0,-2 2-5 16,6 1-5-16,1-3-3 0,5 3-5 0,4-3-1 16,5-2 1-16,3-4 10 0,5 2 0 15,8-3 4-15,5-2 1 0,5-2-11 0,9-6-3 16,14 2-26-16,5-6-33 0,6-4-60 0,-2-4-203 0,-1-2-299 16,-1-5 133-16</inkml:trace>
  <inkml:trace contextRef="#ctx0" brushRef="#br0" timeOffset="170160.24">6667 11360 121 0,'-2'-3'349'0,"2"3"-19"0,0-6-12 0,0 6-20 0,-3-4-28 15,3 4-30-15,0 0-24 0,0 0-31 16,0 0-20-16,0 0-29 0,0 0-22 0,0 0-15 15,0 0-13-15,0 0-11 16,0 0-4-16,-5 17-11 0,5-9-6 0,-4 4-6 16,3 0-6-16,1 0-5 0,-3-1-1 0,2 5-4 15,1 0-2-15,-4 1-7 0,2-2 1 0,0-1-5 16,1 1-5-16,0-5-21 0,-1 2-10 0,1-3-15 0,1-2-20 16,-5 1-13-16,5-2-16 0,-2-1-6 15,0-2 2-15,0 1-3 0,-1-1-11 0,3-3-45 16,-7 0-69-16,1-6-208 0,1 2-455 0,-2-3 202 0</inkml:trace>
  <inkml:trace contextRef="#ctx0" brushRef="#br0" timeOffset="170322.98">6648 11110 284 0,'1'-7'272'0,"1"4"-27"0,-1 0-27 15,-1 3-23-15,1-4-29 0,-1 4-45 0,0 0-8 16,0 0-20-16,0 0-29 0,0 0-28 0,8 9-35 15,-7-1-29-15,4-3-46 0,0 2-42 0,0 1-149 16,-1-2-288-16,1 2 128 0</inkml:trace>
  <inkml:trace contextRef="#ctx0" brushRef="#br0" timeOffset="170646.09">7045 11235 31 0,'0'0'211'0,"0"0"-28"0,3 3-18 0,-3-3-16 0,0 0-11 0,-8 8-9 15,4-4-15-15,1-1-10 0,-4 4-11 0,2-2-2 16,-2 2-14-16,-1 2-7 0,0-1-11 0,1 0-7 16,-1 2-4-16,1-2-1 0,1 2-9 0,1 1-3 15,0 0-2-15,1-1-2 0,4 0-3 0,0 2-3 16,0-5-1-16,3 5-5 0,1-2 8 0,3 0-4 15,-1-1-6 1,6 3 1-16,1 0 0 0,0-2-4 0,3 2-2 0,-2-2-4 16,-1 0 6-16,0 1-6 0,-2 2 0 0,-2-9 0 15,0 4-2-15,-5-2-4 0,1 2 3 16,-1-4-2-16,-3 1 18 0,-1 3 10 0,-4-3 2 16,-2 2-1-16,-2 0 0 0,-10 0-7 0,-3 0 0 0,-6 3-10 15,-4 0-27-15,2-4-60 0,-3 0-95 0,-4-2-191 16,5-1-389-16,2-5 172 0</inkml:trace>
  <inkml:trace contextRef="#ctx0" brushRef="#br0" timeOffset="173282.97">8558 11130 118 0,'0'-12'218'0,"2"1"-9"0,-2 1-11 0,0 3-7 0,0 0-8 16,0 2-19-16,0 0-19 0,0-1-16 16,0 6-18-16,0-3-18 0,0 3-8 0,0 0-13 15,-3 12-8-15,-1 1-3 0,-1 5-10 0,-4 11-8 16,2 0-5-16,-2 6-9 0,-4 12-1 15,3-1 0-15,3-10-5 0,-1 14 0 0,1-4-3 16,1-10-4-16,-1 11 1 0,3-13 0 0,2-3-6 0,-1 0 0 0,-2-2-3 0,4-4 1 16,-3 1 0-16,0-8-1 0,4-2 2 0,-1-3 3 15,-3-2-5-15,4-2 2 0,-1-2-3 0,1 0-3 16,-3 0-2-16,3-3-8 0,-1 2-1 0,-2-3-4 16,3-3-5-16,-1 6-34 15,-5-4-47-15,-1-2-48 0,7 0-214 0,-14-6-389 16,5-1 173-16</inkml:trace>
  <inkml:trace contextRef="#ctx0" brushRef="#br0" timeOffset="173818.86">8405 11301 175 0,'-3'-3'222'0,"3"0"-23"0,0 3-18 15,-3-5-23-15,3 5-16 0,0 0-19 16,0 0-9-16,0 0-15 0,0 0-7 0,0 0-5 15,15 5-8-15,-1 1-5 0,-4-2-1 0,12 3-8 16,-4-1-4-16,4 1-12 0,4 4 4 16,-1 0-7-16,-7-3-6 0,-2 1-5 0,1 3-1 15,-2-3-6-15,-6-1-5 0,0 0-4 16,0 1-8-16,-4 0 1 0,-4-2-5 0,-1 2 6 0,-1 0 0 0,-8 1-1 0,-5 1-1 0,-7 4 4 16,-3 1-8-16,-4-4 3 0,0 1-4 15,-1 0 0-15,2-1 2 0,-5 0-1 0,4-3-2 16,1-1-4-16,7-2 2 0,0 2 0 0,1-4-1 15,4 1 6-15,2-2-2 0,3 0-3 16,2-1 3-16,2-1-5 0,1-1-14 0,5 0-23 16,0 0-15-16,9-9-2 0,6 0-1 0,5 1 4 15,6-4-9-15,7-2-12 0,0 2 0 0,6-2 9 16,16-8 7-16,-2 2-1 0,1 5 11 16,-3-2 2-16,-12 6 8 0,-2-2 7 0,-4 1 6 15,-1 3 15-15,-5 0 17 0,-7 1 26 0,-5 0 27 0,2 2 31 0,-4 2 23 0,-7-2 21 16,1 4 20-16,-1 2 4 0,-1-3 3 0,0 0-6 15,-5 3-11-15,9-2-11 0,-6 0-10 0,-3 2-20 16,5-3-13-16,-5 3-10 0,2-3 0 16,-2 3-42-16,0 0-13 0,0 0-7 0,0 0 9 15,4 9-14-15,-5-5-4 0,2 1-1 0,-1 5-3 16,-1 0 2-16,1-1-3 0,0 1 2 16,0 1-3-16,0 0 2 0,0-1-3 0,-1 3-2 15,1-2-17-15,0 0-15 0,-2-1-2 16,2 2-21-16,-1-4-7 0,1 1-13 0,-1-2-9 15,1 1-10-15,-1-2-13 0,-2-2 0 0,3 3-7 16,-3-3-6-16,1-1-27 0,-2-1-34 0,-2-2-253 0,6 0-465 0,-13-2 206 0</inkml:trace>
  <inkml:trace contextRef="#ctx0" brushRef="#br0" timeOffset="173957.86">8893 11219 24 0,'4'-8'237'0,"-4"1"-20"0,4 0-23 0,-4 3-22 0,4-2-17 0,-3 1-22 0,4 3-24 0,0 1-28 16,-5 1-31-16,10 0-34 0,-3 1-44 0,-1 1-30 16,3 1-159-16,-2 2-236 0,-2-1 105 15</inkml:trace>
  <inkml:trace contextRef="#ctx0" brushRef="#br0" timeOffset="174431.86">9132 11503 113 0,'0'0'144'0,"0"4"-18"0,0-4 3 0,4 2 1 0,-4-2-12 0,12-2-4 0,-4-1-8 15,3 2-1-15,3-2-12 0,4-7-8 16,3 3-4-16,6-2-7 0,-5-4-11 0,2 0-4 15,2 1-6-15,-2-2-8 0,-6 5-3 0,1-2-8 16,-1-1 2-16,-3 1 7 0,-1-1 12 0,-3 4 19 16,-4-1 8-16,0 5 10 0,0-3 0 15,-6 0-10-15,2 4-11 0,-2-3-5 0,-2 2-13 16,1 4-5-16,-9-5-4 0,-1 4-9 16,-2 1-4-16,-2 1-1 0,-2 4-6 0,-11 5-3 15,0 1-5-15,3-1 1 0,-4 7-6 0,1-5 5 16,2 5-10-16,5 2-2 0,4-5-2 0,-2 5 1 15,1 5-1-15,7-7 2 0,2-2-3 0,2 2 0 0,2 0 1 0,4-4-1 0,5-2 1 16,1-1 5-16,6 3 5 0,4-4-4 0,2-2 2 16,11-1-1-16,1 0 2 0,2-4-1 15,4-2-1-15,2 3-3 0,-1-6 10 0,-2-1-11 16,-1 0 3-16,-2 1-6 0,-5-3 3 0,-8 4 1 16,-2-1 0-16,-3 0 1 0,-6 2 3 15,-2-2 1-15,0 2-1 0,1 0 9 0,-2-1-15 16,-1 0-10-16,-4 2-11 0,0 0-27 15,1-4-29-15,-1 4-41 0,0 0-54 0,-14-4-68 16,8 4-150-16,6 0-418 0,-13-3 185 0</inkml:trace>
  <inkml:trace contextRef="#ctx0" brushRef="#br0" timeOffset="174817.84">9932 11392 24 0,'0'0'188'0,"0"0"-17"0,0 0-11 0,0 0-14 0,0 0-17 0,0 0-13 16,0 0-14-16,18-7-15 0,-13 7-12 0,4-4-12 15,1 2-12-15,-1-1 0 0,4-1-4 0,-3-1-3 16,3 2-6-16,-4-2-4 0,2 1 2 15,-6 0 14-15,1 3 13 0,-2-2 16 0,-1 2 1 16,0-3-3-16,1 2-6 0,-4 2-9 16,3-3-6-16,-3 3-9 0,0 0-9 0,0 0-3 0,0 0-5 15,-26 5-3-15,13 0-5 0,-2 1-1 16,-2 5-7-16,3 0 2 0,-4-1-4 0,0-2-4 16,4 6 1-16,0-2-4 0,3 3-1 15,-1-5-2-15,3 4 2 0,3-3-5 0,2 0-9 0,0 2 3 0,4-1-3 0,1 0-7 0,5 0-21 16,1-2-13-16,7 2-26 0,4-5-54 15,0-1-65-15,1-1-114 0,4-2-335 0,4-2 149 16</inkml:trace>
  <inkml:trace contextRef="#ctx0" brushRef="#br0" timeOffset="175217.93">10219 11558 73 0,'0'0'183'0,"0"0"-5"0,0 0-16 0,0 0-4 16,0 0-14-16,0 0-9 0,0-5-14 0,0 5-11 15,0 0-7-15,0 0-1 0,0 0 9 0,0 0-4 16,0 0-4-16,0 0-6 0,3-3-9 0,2 0-8 0,2 2-11 0,3-3-3 0,1-3-7 16,2 5-8-16,4-5-4 0,1-2-1 0,0 1-4 15,1 0-5-15,0-2-4 0,0 2-1 0,-2-3-4 16,-1 1-5-16,2-1-1 0,-4-1 0 16,-2-1 0-16,0 1-3 0,-3-1 3 0,-2 4 16 15,-3-2-7-15,1-1-3 0,-4 4-4 0,-2 0-2 16,-2 2 0-16,-2 0-7 0,0 0-4 15,-1 1-1-15,-3 4-3 0,-4-2-2 0,-3 3-8 16,0 3 1-16,-1 3 2 0,-2 3-6 16,0-2 6-16,6 4-9 0,-3-4 3 0,7 4-1 15,1 5-3-15,3-2 7 0,2 3 0 0,1 3 4 16,6-2-4-16,2 2 3 0,8 2-2 0,1-3 2 0,8 1 2 0,3-6-1 0,2-2 4 16,8-4 4-16,2 1 1 0,16-5 1 0,-3 0 11 15,-9-5-7-15,-6 1-4 0,0 0 3 0,-6-3 5 16,-3 3 8-16,-8-1 15 0,-6-1 12 15,-3 2 12-15,-1 0 17 0,-1-1 1 0,-3 1-3 16,-5 0-7-16,12-3-3 0,-7 3-9 16,-5 0-22-16,5-1-21 0,-5 1-31 0,0 0-39 0,0 0-61 15,0 0-106-15,0 0-330 0,0 0-592 16,0 0 262-16</inkml:trace>
  <inkml:trace contextRef="#ctx0" brushRef="#br0" timeOffset="178661.1">10884 11318 337 0,'0'-6'317'0,"0"6"-21"0,-2-4-27 16,2 4-30-1,0 0-20-15,0-4-35 0,0 4-33 0,0 0-26 16,0 0-17-16,0 0-11 0,0 0-10 0,-3 15-12 15,6-5-8-15,-6 1-4 0,3 0-9 0,0 5 0 16,-1 1-13-16,-2 0 0 0,2 1-5 0,1 2-7 16,0-1 0-16,-1-1 0 0,1-1-6 0,0-5 0 15,0 0 0-15,0 0-4 0,-3-6-5 0,6 2 2 16,-3-4 2-16,1 2 10 0,-1-1 19 0,0-1 39 0,2-2 39 0,-2-2 20 16,0 0-13-16,0 0-14 0,13-9-16 0,-6 1-4 15,0-1-11-15,1 0-8 0,2-6-6 0,-2 4-11 16,3-2-3-16,-1-1-3 0,-2 6 4 0,2-6-21 15,-1 4-2-15,0 2-5 0,-4-2-4 0,3 6-6 16,-4 0-3-16,0-1-4 0,-2 2-2 0,2 1-24 16,0-1-20-16,-4 3-3 0,6 0 1 0,-6 0-2 0,9 5 9 0,-1-1-4 15,-3 1 0-15,3 1 9 0,1 3-6 0,2-3 9 16,-2 2 1-16,5 5-2 0,3 0 2 0,-2-1 3 16,0-1 4-16,3 0-2 0,-1-2 4 0,2-3 0 15,-1 1 13-15,1-3-12 0,-4-2 10 0,5-2-4 16,-6-1 1-16,0 1 3 0,0-4 1 0,-3-1 2 15,1-1 18-15,-1 0 3 16,-3-1 20-16,0 0 1 0,-3-2 8 0,2 1-5 16,-1-3-1-16,-3 3-4 0,0-3-8 0,-3 0-10 15,-1-1-18-15,-1 0-16 0,-5-3 11 0,2 5-21 16,-3-2-5-16,-2 2-7 0,-2 0-4 0,-4-1-2 16,-1 3-3-16,-1 2 4 0,-1 0 2 0,2 2 5 15,0 1 2-15,4 1-22 0,1 0-20 0,5 1-37 16,0 1-19-16,7 0-11 0,-13 0 3 0,10 1-3 0,3-1 7 0,0 7 19 15,3-3 7-15,8 2 9 0,7-1 1 0,3 1 0 16,11-2 9-16,0 2 6 0,4-3-9 0,2-1 4 16,2 0 1-16,-1-4 10 0,2 2 7 0,0-1 4 15,-4-1 5-15,-1-2 5 0,1 0 4 0,-9 0 4 16,2 3 17-16,-11-4 29 0,-9 3 39 0,4-1 39 16,-5 2 31-16,-3-2 19 15,1 1 20-15,-1 1 2 0,-2-2 12 0,0 2-8 16,-4 1-14-16,8-1-13 0,-5 0-16 0,-3 1-14 15,0 0-15-15,7-1-20 0,-7 1-8 0,0 0-37 16,5-1-15-16,-5 1-22 0,0 0 0 0,0 0-2 16,2 8-3-16,-3-5 7 0,0 2-1 0,-1 0 18 15,2 0-15-15,-1 3-1 0,0 1-3 0,0-4 0 16,-1 5-7-16,1-4 0 0,0 2-13 0,-2 0-9 0,3-1-12 0,-1-1-7 16,1-1-9-16,-1 1-13 0,1-2-11 0,-1 1-10 15,1-3-6-15,0-2-13 0,-2 7 4 0,1-4 0 16,1-3 11-16,0 0-82 0,0 0-232 0,0 0-458 15,-17-10 203-15</inkml:trace>
  <inkml:trace contextRef="#ctx0" brushRef="#br0" timeOffset="178814.26">11738 11139 56 0,'0'-4'295'0,"-3"-1"-22"0,6 1-27 0,-3 0-27 16,0 4-25-16,-3-5-33 0,3 5-37 0,4-3-25 15,-4 3-21-15,0 0-24 0,0 0-42 0,13 5-42 16,-7-1-50-16,3 1-61 0,-4-1-119 0,4 0-282 0,0 0 124 16</inkml:trace>
  <inkml:trace contextRef="#ctx0" brushRef="#br0" timeOffset="179162.05">12198 11179 78 0,'0'0'182'15,"0"0"-17"-15,0 0-17 0,-22-1-18 0,22 1-8 16,-13 2-17-16,3 4-8 0,1 0-13 0,0-1-11 16,-1 2-4-16,1 1-8 0,0-1-7 0,-2 3-7 15,4-1-1-15,-2-1-11 0,3 3 0 0,-1-1-1 0,1 0-3 0,2-1-1 16,2 0-6-16,0 2-5 0,1-2-2 0,2 1 3 15,3 0 0-15,-1-1-3 0,4-2-1 16,-2 4-8-16,3-4 4 0,1 3-1 0,1-3 8 16,0 3-10-16,1-3 1 0,-1 0-2 0,-4 0-2 0,2-2-1 15,-3-1 3-15,-1 1-9 0,0 0-1 0,-2-1 2 16,2-1 3-16,-1 1-2 0,-3-3 11 0,0-1-4 0,-7 8-4 16,1-4 2-16,2 1 0 0,-2-2 5 0,-6 3-3 0,2-2-2 15,-3 1-4-15,1-3-21 0,-1 2-34 0,1-4-43 16,-1 1-197-16,4-2-315 0,2-2 140 15</inkml:trace>
  <inkml:trace contextRef="#ctx0" brushRef="#br0" timeOffset="179601.09">12329 11410 79 0,'0'0'288'0,"7"0"-6"0,-7 0-16 0,0 0-10 15,0 0-14-15,0 0-13 0,10-2-23 16,-10 2-22-16,5-3-19 0,3 1-17 0,-3 0-13 0,4-2-17 0,0 0-14 16,1 1-7-16,3-2-6 0,2-1-8 0,0-4-10 15,1 5-8-15,0-5 12 0,7-2-10 0,-5 2-8 16,0 1-1-16,-4-3-4 0,1 2-2 0,1-2 0 16,-6-1 4-16,0 4 7 0,-1-1 2 0,-5 0 17 15,1 2-5-15,-2-2 8 0,-3 3-30 0,0-3-11 16,-1 4-2-16,-6 1-8 0,-2 1-13 0,0 3 17 0,-5-1-27 0,-4 4 0 15,-10 2 9-15,1 5-14 0,2 0-6 0,4 2 1 16,5 0-6-16,-1 0-14 0,3 1-14 0,0 2-7 16,5 2-16-16,4-2 11 0,1 4-3 0,5-1 3 15,3 1 10-15,8 1 1 0,2-5 8 0,9 3 3 16,1-4 2-16,5 0 11 0,9-3 4 0,1-5 12 16,18 1 5-16,0-2 12 15,2-4 7-15,1-3 16 0,-5 2-1 0,-4-2 0 16,-17 2 8-16,-2-4 17 0,-9 3 18 0,-5-2 24 15,-5 4 18-15,-3 0 8 0,-1 0-4 0,-1 0 0 16,-2-2-9-16,-2 1-8 0,-4 1-12 0,9 1-12 16,-9-1-30-16,0 0-55 0,9 0-50 0,-9 0-59 15,3-1-77-15,-3 1-65 0,0 0-133 16,0 0-363-16,-11-7-800 0,11 7 354 0</inkml:trace>
  <inkml:trace contextRef="#ctx0" brushRef="#br0" timeOffset="182140.08">14725 11214 67 0,'0'-5'263'15,"0"5"-13"-15,0-5-10 0,0 5-21 0,0 0-17 16,0 0-20-16,0 0-13 0,-1-4-26 16,1 4-12-16,0 0-13 0,0 0-12 0,0 0-14 15,0 0-9-15,0 0-9 0,0 0-8 0,0 0-5 0,-4-3-10 0,4 3-5 0,0 0-7 16,0 0-4-16,0 0-6 0,0 0-3 0,0 0-3 16,0 0-4-16,0 0-4 0,0 0-2 0,0 0 1 15,0 0-3-15,0 0 1 0,10-5-1 16,-6 2-3-16,4 1 0 0,-2-3-3 0,2 2 2 15,-3-2 1-15,5 0-1 0,-1-1-5 16,-2-1 6-16,-1 2-2 0,1-1-3 0,-1-3 5 16,-1 5 2-16,-1-2 7 0,-2-1 9 0,1 3 3 15,-2 1-1-15,0 1-6 0,-1-3-4 0,0 5-6 16,-5-5 1-16,-1 2-7 0,-5 4 1 16,0 2 2-16,-7-1-6 0,-9 5-3 0,1 2 0 0,-3 3 0 0,1 0 1 0,2 2-4 0,0 2 9 15,1 1-9-15,0 2-2 0,2-2 3 16,0 3-2-16,4 1-2 0,2-2 3 0,8-1 5 15,-5 3-7-15,9-4-15 0,3 1 3 16,4 1-2-16,5-5 3 0,7 3 0 0,10 0 1 16,9 0 0-16,16-1 1 0,7-7 2 0,5 0-2 15,3-7 3-15,3-2-2 0,26-6 0 16,-30 1-4-16,0-3 0 0,1-2-7 0,-4-1-5 16,-1 0 0-16,-4-4 2 0,-6-1 2 0,-14 7 7 0,-4-4-1 0,-1 1 2 0,-11 1 3 15,-3 0 20-15,-2-1 19 0,-6 6 17 0,-3 0-5 16,-2-1-3-16,-3 0-3 0,0 1-4 15,-4 0 0-15,-3 0-9 0,-3 0-2 0,-5 3-3 16,-3 2-1-16,-4 1-4 0,-6 0 0 0,-3 6-2 16,3-2 1-16,0 3-1 0,3 1 0 0,5 1-6 15,1-1 2-15,2 0-3 0,5 3 0 16,2-2-9-16,-2-2-11 0,7 1-1 0,0-1 4 16,5 4 1-16,0-5 4 0,8 2 0 0,1-3 0 15,9 2 5-15,1-4 2 0,1-1 1 16,10 0-1-16,-2-2-1 0,1-4 2 0,-2 1 0 15,-2-2 5-15,-3 1-3 0,-4-3 5 0,1 1-1 16,-7-1 1-16,0-1 6 0,-1 2 3 0,-1-1 7 0,-3-1 2 0,0 1 6 0,-3-1 2 16,-3 1-6-16,0 0-8 0,-2 0-1 0,-2 1-15 15,-2-2-2-15,-2 0-10 0,-3 3-12 16,1 0-4-16,-5 1-8 0,2-2-10 0,-1 4-18 16,-2-1-19-16,2 2-24 0,2 0-42 0,-1 1-44 15,-2-2-169-15,9 2-394 0,0-3 174 16</inkml:trace>
  <inkml:trace contextRef="#ctx0" brushRef="#br0" timeOffset="182723.11">15700 11209 232 0,'0'0'254'0,"0"0"-26"16,0 0-28-16,3 5-23 0,-3-5-16 15,-1 9-19-15,-2-3-12 0,0 4-16 16,-2-1-10-16,1 3-12 0,2 1-9 0,-2 3-7 16,-2 1-7-16,2 0-6 0,0-1-3 0,1-5-7 15,2 1-7-15,1-2-5 0,-1 1-10 0,0-4 0 0,1-1 4 0,0 0 19 0,1-3 40 16,-1 2 22-16,0-5 4 0,0 0-6 16,0 0-13-16,18-9 2 0,-9 1-6 0,1-1-2 0,4-4-10 15,-1 1-5-15,3-3-5 0,1-4-12 16,2 1-5-16,-5 4-5 0,8-3-7 15,-8 4-7-15,5 1-3 0,-6 3-10 0,1-2 4 16,-2 5-8-16,-4-2-3 0,1 5-4 16,-2-1-7-16,1 0 1 0,0 0-10 0,-1 4-7 15,3 0-2-15,1 2 3 0,0 2-4 0,-1 0-7 16,3 1-7-16,0 1 1 0,3 1-1 0,-2 2-11 16,0-1-1-16,3 0-10 0,-7-1-10 0,4 0 0 0,0 0 1 0,-1-1 0 0,0-2 2 0,-1-1 7 15,0-3-1-15,-2 1 8 0,4-2 2 16,-5-2 6-16,0-1 2 0,1-2 0 15,-1-2 6-15,0-3 8 0,0 1 13 0,0-4 8 16,-4-2 10-16,3-1 12 0,-2-1 2 0,1 0 0 0,-1-7 14 16,-1-1-11-16,3-3 3 0,-2 2-5 15,-2-1 0-15,2 0 1 0,-3 9 11 0,2 1 7 16,-1 2 20-16,-1 6-6 0,-2 0-5 16,3 3-13-16,-3 0-11 0,-1 4-25 0,1-2-42 15,-1 5-9-15,0 0 4 0,0 0 3 0,1 12 6 16,-4-1 0-16,3 6 4 0,-4 1 5 0,0 10-2 15,0 1 4-15,-1 0 2 0,2 2-10 16,0 0-16-16,-1-3-24 0,0 0-8 0,-1 0-20 0,1-6-14 0,0-1-14 0,3-5-15 0,-3 1-20 16,4-8-6-16,-4 0-51 0,-1-1-171 15,4-2-417-15,-2-4 185 0</inkml:trace>
  <inkml:trace contextRef="#ctx0" brushRef="#br0" timeOffset="183151.81">15978 11140 21 0,'-11'-4'220'0,"6"4"-7"0,-1-2-18 0,1 2-22 0,5 0-14 0,-3-4-13 0,3 4-19 15,21-3-13-15,0 1-13 0,15 0-5 0,19-2-10 16,2 2-6-16,9 0-12 0,28-1-7 0,0 1-4 16,-28-1-9-16,30-1-3 0,-33 1-2 0,4 0-10 15,-7 2-2-15,-3-2 0 0,-17 3 0 16,-4-3-7-16,-3 1-6 0,-3-1 3 0,-11 2 13 15,-6 0 29-15,-3-1 34 0,-1 1 38 16,-3 0 16-16,1-2-4 0,-2 2-13 0,-1-3-10 16,1 0-7-16,-3 1-11 0,-1 0-4 0,2-1-2 15,-3 4-9-15,1-6 5 0,-1 2-10 0,0 4-3 16,2-1-9-16,-2 1-13 0,1-4-1 16,-1 4-7-16,1-3-8 0,-1 3-20 0,0 0 2 15,0 0-6-15,0 0-6 0,0 0-18 0,0 0-22 0,0 0 10 0,0 0-16 0,0 0-3 16,0 0 0-16,3 12 7 0,-3-3 3 0,-2-2-1 15,2 4 5-15,2 1 1 0,-2 0 2 0,-2 0 1 16,1 4 5-16,1-1 2 0,0-2-5 0,-1 0-11 16,1-2-9-16,-1 1-9 0,1-5-11 0,-2 2-9 15,1-2-14-15,0-1-9 0,1 0-12 0,-2-1-6 16,1 0-5-16,0-2 1 0,1-3 16 0,-4 5 13 16,0-4-11-16,4-1-37 0,0 0-34 0,-15-5-22 15,7-3-21 1,1 2-168-16,0-5-402 0,1 2 178 0</inkml:trace>
  <inkml:trace contextRef="#ctx0" brushRef="#br0" timeOffset="183282.9">16965 10923 67 0,'3'-17'253'0,"-1"2"3"15,1 1 1-15,-2 0-3 0,1 2-13 0,1 3-17 16,0 3-12-16,-2-4-29 0,3 3-19 0,-3 3-6 16,0-1-28-16,2 2-19 0,0 1-24 0,-3 2-32 15,7-3-24-15,-1 3-29 0,-6 0-38 0,10 5-31 0,-5-1-35 0,0 2-42 16,1 1-50-16,-1 3-163 0,-1-1-387 15,2-2 171-15</inkml:trace>
  <inkml:trace contextRef="#ctx0" brushRef="#br0" timeOffset="183645.05">17278 10935 48 0,'8'-1'349'0,"-8"1"-32"0,0 0-34 0,6 0-31 15,-6 0-31-15,0 0-26 0,0 0-22 16,5 4-21-16,-2-2-18 0,-2 5-10 0,1 3-10 0,-2 1-15 0,2 6-13 0,-4 1-6 16,0 2-9-16,-2 4-10 15,3 2-2-15,-1-9-5 0,0 3-9 16,0-5-3-16,-2-4-3 0,4 0-5 0,0-3 0 16,0-1-5-16,-2-1-2 0,0-1 1 0,2 0 14 0,0-3 37 0,0-2 38 15,2 5 44-15,-2-5-19 0,0 0-10 0,0 0-5 16,12-12-26-16,-5 3-9 0,3 0-7 15,1-4-11-15,2-1-15 0,1-1-8 0,3-2 3 16,-2 1-10-16,-1 3-1 0,0 3-1 0,-5 0-4 0,0 5-2 16,-1-4-7-16,-1 5-5 0,-3 2-9 15,3-4-28-15,-2 3-21 0,1 2-18 0,2 1-25 16,-1 1-9-16,1 2-20 0,1 5-25 16,-1-2-19-16,2 5-30 0,-1 1-28 0,1 1-33 0,0 0-29 0,-2-1-262 0,1-3-576 15,-4 0 255-15</inkml:trace>
  <inkml:trace contextRef="#ctx0" brushRef="#br0" timeOffset="184268.05">17631 11148 219 0,'0'0'254'15,"-1"-4"-1"-15,1 4-3 0,0 0-6 16,1-5-9-16,-1 5-5 0,0 0-26 0,1-3-20 16,-1 3-19-16,0 0-15 0,0 0-17 15,4-4-10-15,-4 4-15 0,8-4-15 0,1 2-4 0,1 1-13 0,2-2-9 16,7-2-5-16,-3 0-6 0,7 0-6 15,-1 0-5-15,6-1-10 0,0-2 2 0,3 1-5 16,-4-1-3-16,1-1-6 0,-8 4-6 0,7-7-7 0,1 4 0 0,-2-1-5 16,-7 2 2-16,-2-2-1 0,-1 2-5 15,-4 1 3-15,-3-1 2 0,1 2 1 0,-4 0 7 16,-2-1-16-16,0 0 1 0,-4 2-2 0,-1-1-4 0,-5 2 3 0,0 0 1 16,-7 1-6-16,-3 0 2 0,-2 4 0 15,0 0 0-15,-4 1-2 0,3 2 4 16,1 2-3-16,-2-1 0 0,3 2 1 15,0 1-1-15,4 1-4 0,0 0-5 0,2 4 0 0,3-2-5 0,4-3 5 0,1 5 0 16,4-2 3-16,6-2 1 0,7 4 2 16,3-2 10-16,13 1 0 0,2-2-7 15,9-1-4-15,11 1-7 0,7-5-6 16,1 0-1-16,0-2-4 0,3 1 1 16,-2-8-1-16,-5 1 10 0,-3-3-3 0,-16 0 4 0,-4-1 3 0,-5-3 6 0,-9 3 19 15,-2-2 23-15,-2-3 1 0,-6 3 2 0,-4 0-5 16,4-2 0-16,-9-2-7 0,1 0-3 15,-1 1-1-15,-2 0-4 0,-8 3-5 16,-6-3 2-16,-1 4-4 0,-1 0-3 0,-4 2 7 0,-6 3-7 0,1 2-6 16,-1 2 3-16,0 2-3 0,7 1-3 15,0 2 1-15,2-1 0 0,2 3-3 0,2 3 0 16,6-4 3-16,1 1 0 0,0 1 0 16,6 0 9-16,-1 0-6 0,6 1-1 0,4 0 0 0,4 0 3 0,5-2 4 0,1-1-3 15,3 1 1-15,2-3 0 0,6 0 0 16,2-1 1-16,-2-4-5 15,-7-1 3-15,1-1 11 0,-3 0-12 0,-2-4 4 16,-6 1-1-16,1-1 8 0,-1-1 8 0,-2-1-9 0,-4 0-1 0,4-1-3 0,-5-2 1 16,0 1-4-16,-3-3 1 0,-1 3-12 15,-1-3-11-15,-3 1-11 0,0 2-12 16,-5 1-15-16,3-2-18 0,-6-1-24 16,3 6-27-16,-2-2-28 0,1 1-29 0,-2 1-51 15,1 1-175-15,2 1-440 0,-1-1 195 0</inkml:trace>
  <inkml:trace contextRef="#ctx0" brushRef="#br0" timeOffset="184633.49">18772 10938 190 0,'0'0'311'15,"4"-3"-30"-15,-4 3-30 0,0 0-30 16,4-2-26-16,-4 2-23 0,0 0-21 0,0 0-15 15,0 0-12-15,2 10-16 0,-2-3-10 16,0-2-11-16,0 5-6 0,-4 1-9 16,3 2-7-16,0-1-10 0,-3 5-4 0,0 0-7 0,3-2-5 0,0-1-1 15,-2-2-6-15,2-2-4 0,0 0 1 16,-1-3-3-16,2 0 0 0,-1-3-1 0,2 1 0 16,-1-1 8-16,3-1 11 0,1-2 4 0,-4-1 2 0,11 0 8 0,-11 0-1 15,16-5 2-15,-7 1-8 0,1-2-3 0,1 1-2 16,-2-2 1-16,4 3-5 0,-4-3 0 15,0 1 4-15,1 1-1 0,-5 2-1 16,3-1 13-16,-3 0-8 0,0 4-19 0,0-3-4 0,0 1-4 0,-1 0-12 16,-4 2 3-16,9 0-3 0,-9 0-13 15,10 4-6-15,-5-1-12 0,0 1-10 0,5 1-17 16,-3 0-23-16,3 3-25 0,-1-1-35 16,0 0-36-16,3 2-44 0,-1-4-50 0,1 0-221 15,-1 0-522-15,0-1 231 0</inkml:trace>
  <inkml:trace contextRef="#ctx0" brushRef="#br0" timeOffset="184948.27">19345 10897 274 0,'2'-3'273'0,"0"-1"-15"15,2-1-24-15,-2 0-27 0,-2 4-23 0,0 1-21 0,4-4-18 16,-2 1-22-16,-2 3-13 0,0 0-14 0,0 0-9 15,0 0-9-15,-11 8-8 0,6-3-6 16,-3 3-8-16,0-1-7 0,2 3-5 0,-3-1-4 0,1 2-5 0,2-1-5 0,-2 2-5 16,2 3 7-16,2-4-11 0,0 5 1 15,3-2-4-15,1 5-1 0,1-4-4 0,8 2 0 16,-3-3 2-16,5 2 0 16,0 0-5-16,3-2 3 0,2 2-3 0,-1-4-2 0,0 2 0 0,-2-2 2 0,-1-2 0 15,-2 1-3-15,-1-5 0 0,-3 3-1 16,-1-4-6-16,-2 0 3 0,-1 2-3 15,-3-3 3-15,-3 1 3 0,-7 3-1 0,-16 1-35 16,-6 1-53-16,-7-3-99 0,-15 3-255 16,-4-3-474-16,2-3 209 0</inkml:trace>
  <inkml:trace contextRef="#ctx0" brushRef="#br0" timeOffset="186817.84">3186 11497 37 0,'0'0'148'0,"0"0"-1"0,0 0-4 0,0 0-12 0,0 0 0 15,0 0 4-15,-3-5-1 0,3 5-1 16,0 0-5-16,0 0 1 0,0 0-2 0,0 0-3 16,0 0-7-16,0 0-9 0,0 0-7 15,0 0-8-15,0 0-4 0,0 0-6 0,0 0-8 0,0 0-4 16,0 0-8-16,0 0-10 0,0 0-8 15,0 0-6-15,12-3-2 0,-3 1-6 0,3 1-1 0,-2 2-7 16,4 2 1-16,4-2-4 0,1 1-4 0,-1 2-2 16,4 1-1-16,-3 4-2 0,1-2 4 0,-2 4-10 0,1-4-5 15,-2 3-3-15,1 4-3 0,-5-2-1 16,-2 1-4-16,-2 0-12 0,-5-2 1 0,-1 4 4 0,-7 1 0 16,-4 1 6-16,-7 5 3 15,-6-3 1-15,-4 0-4 0,-1 0 4 0,-3-2 2 0,-2-1 2 16,0 0-3-16,-6 0 0 0,8-1 0 15,-4 2 2-15,5-4 15 0,-1-1-26 0,4 2-43 0,6-5-56 16,5-1-60-16,-4 0-205 0,9-4-411 16,5-1 183-16</inkml:trace>
  <inkml:trace contextRef="#ctx0" brushRef="#br0" timeOffset="188014.87">3156 12847 67 0,'0'-4'234'0,"0"4"12"0,0-8 1 16,0 5-8-16,0 3-11 0,0-4-4 15,0 4-9-15,0-5-9 0,0 5-11 0,1-2-8 0,-1 2-20 16,1-7-8-16,-1 7-17 0,0 0-14 0,0-3-14 16,0 3-8-16,4-2-30 0,-4 2 1 0,0 0-7 15,0 0-12-15,0 0-20 0,0 0-27 0,0 0-25 16,0 0-23-16,0 0-2 0,0 0 6 0,-6 13 5 16,3-5 0-16,-2 2 5 0,1 2 0 0,-3 2 1 15,0 2 4-15,1-2-2 0,-1 2 7 0,2-2-3 16,-2 2 1-16,3-4 1 0,0-1 2 0,0 0 0 0,2-2 0 0,0-1 1 15,1-3 7-15,1 1-3 0,-1-1-1 0,-1 0 4 16,4-3 1-16,-1 2 1 0,3 0 10 0,2 0-6 16,5-3 1-16,2 1 2 0,9-4 2 0,0 1-7 15,-2 2-11-15,10-4-27 0,-10 0-32 0,2 0-28 16,6-3-37-16,-6 3-37 0,-2-2-30 0,-2 1-185 16,-1-1-417-16,-7 2 185 15</inkml:trace>
  <inkml:trace contextRef="#ctx0" brushRef="#br0" timeOffset="188246.92">3379 12925 146 0,'0'0'322'0,"-3"-3"-9"0,3 3-16 0,0 0-12 16,-2-4-21-16,2 4-27 0,0 0-32 0,0 0-22 0,0 0-23 16,0 0-27-16,0 0-36 0,0 0-22 0,0 0-5 15,0 0-12-15,-2 14-6 0,0-5-9 0,4 0-2 0,-2 2-7 16,0 3-1-16,1 4-4 0,-1-2 1 0,-1 3-2 15,2-3-4-15,-1 2-6 0,1-1 0 16,1 0-20-16,0-2-21 0,-2-3-23 0,1-3-15 16,-1 4-13-16,3-2-13 15,-2-2-17-15,-1-1-13 0,0-2-13 0,0-1-15 16,3 2-26-16,-3-2-17 0,1-1-9 0,-2 1-112 16,-3-2-334-16,4-3 148 0</inkml:trace>
  <inkml:trace contextRef="#ctx0" brushRef="#br0" timeOffset="188701.6">3254 12715 90 0,'-9'1'160'0,"-5"2"-11"16,0 0-13-16,-4 4-7 0,2 0-15 0,-5 3-16 15,-2 4-4-15,0 5-10 0,1 2-11 0,1 1-1 0,0 3-1 16,-2 4-10-16,4 0-2 0,1 3-9 16,0 13-1-16,3-1-7 15,6-10-4-15,1-2-6 0,3 2 0 0,3-1 4 16,4 1 17-16,1-5 2 0,2 0-16 0,1 0 11 15,7-4 9-15,-1-2 6 0,4-2 2 0,5-4 7 16,2-3 6-16,2 1 2 0,10-5-4 0,2-3 5 16,15-3-4-16,3-4 8 0,0-6 4 0,1-7 10 15,1-4 17-15,-4-1 15 0,1-3 14 16,-8-3 16-16,-12 5 11 0,-2 1 8 0,0-8-4 0,-7 0 7 0,-2-2-6 16,3-11-6-16,-8-6-17 0,-8 13-29 0,-6-14-41 15,-5 13-25-15,-3-1-12 0,-11-12-11 0,-7 3-18 16,-2 14-23-16,-12-6-31 0,-10 6-48 0,-5 6-34 15,-3 6-35-15,-3 9-42 0,-34 6-53 0,27 6-85 16,-28 6-307-16,25-3-691 0,-24 8 306 0</inkml:trace>
  <inkml:trace contextRef="#ctx0" brushRef="#br0" timeOffset="195876.05">5131 12750 156 0,'-1'-4'184'0,"-2"-1"-22"0,3 3-20 0,0 2-17 0,0 0-14 0,0 0-12 15,-10 16-14-15,3-1-7 0,-1 4-3 0,-1 7-14 0,-2 7-11 16,0 1-2-16,0 16-8 0,-2-2-2 0,4 1-6 16,-1 2-1-16,1-1-6 0,1-4 1 15,-1-11-5-15,4 14 2 0,0-14-6 0,3-1 14 16,-2-2 8-16,1-4-7 0,3-1-1 0,-1-9-6 0,-2-2-2 16,2-2-3-16,1-2 2 0,0-4-2 0,-1-1 1 0,1-2 16 15,-3 2 26-15,3-2 47 0,0-2 19 0,0-3 1 16,-4 2-12-16,-1 0-10 0,5-2-10 0,-23-4-14 15,10 1-7-15,-2-4-7 0,-4 0-11 0,1 1-19 16,-1-5-18-16,1 1-21 0,0 2-14 0,-1-1-9 16,3-2-16-16,-1 2-15 0,0-3-17 0,3 6-17 15,2-2-19-15,1 3-35 16,2-3-34-16,1 1-48 0,1 1-130 0,2 0-380 16,2 2 169-16</inkml:trace>
  <inkml:trace contextRef="#ctx0" brushRef="#br0" timeOffset="196161.63">4776 13211 100 0,'-6'1'219'0,"6"-1"-19"0,0 0-20 0,0 0-20 16,0 0-16-16,-8 1-13 0,8-1-13 0,0 0-13 15,23 3-9 1,-10-4-9-16,8-1-7 0,11 1-5 0,0-3-9 0,4 1-5 16,1 2-8-16,4-4-5 0,-5-1-1 0,-3 4-10 15,0 0-3-15,-3-3-1 0,-9 5-5 16,0-1-4-16,-3 0 0 0,-8 1-5 0,3 0-1 16,-7-1-6-16,-2 1-12 0,-4 0-7 0,9 1 3 0,-9-1-7 15,0 0-13-15,0 0-16 0,-13 7-34 0,4-6-22 16,-1 2-24-16,0 0-39 0,-2 0-119 0,3-4-300 0,3 2 133 15</inkml:trace>
  <inkml:trace contextRef="#ctx0" brushRef="#br0" timeOffset="196609.45">5563 13009 191 0,'9'-3'213'0,"0"1"-18"0,1-2-18 15,3 2-10-15,0 2-23 0,0-1-16 0,-2 2-15 16,1 1-11-16,2 4-12 0,-5-3-8 0,1 4-12 0,-1 3-3 16,-3-2-10-16,-1 4-5 0,-1 0-6 0,-4 0-9 0,1 5 3 15,-3-3-9-15,-3 3-3 0,0 3-5 0,-4-6 2 16,0 1-3-16,0-1-2 0,1-2 2 15,2-4 1-15,-2 2-3 0,3-3-4 0,1 0 4 16,-1-3 1-16,4-1 8 0,-4-1 17 0,2 3 27 16,2-2 19-16,1-3 13 0,0 0-15 0,0 0-11 0,0 0-8 0,14-14-8 15,-4 2-4-15,3-1-7 0,1-3-8 0,0 3-3 16,4-6-4-16,0 7-4 0,0-6-4 0,-2 4-6 16,-2 3-2-16,0 0 3 0,-2 4-8 0,-3 1-1 15,-2 2-2-15,1 0-4 0,-4 2-3 0,1-2-11 16,-1 2-4-16,-4 2-1 0,0 0 0 0,10 5 1 15,-5-2-5-15,-5 4 5 16,4-2-4-16,-1 6 1 0,-2-2 2 0,-1 1 0 16,3 2 1-16,-6 1-13 0,6 0-13 0,-2 4-22 15,-1-3-27-15,1-2-26 0,2-2-29 0,-2 0-27 16,4 1-40-16,-4-3-190 0,3-1-428 0,0-5 189 16</inkml:trace>
  <inkml:trace contextRef="#ctx0" brushRef="#br0" timeOffset="196847.81">6091 12965 147 0,'0'0'247'0,"5"-1"-29"0,-5 1-22 0,12 1-18 16,-6 2-12-1,3 4-18-15,0-2-12 0,0 7-14 0,2 0-10 0,-2 4-9 16,2 7-11-16,-1 1-7 0,-7 1-7 0,0 1-9 15,-6 3-10-15,-3 0-16 0,-7-2-7 0,-2 2-12 16,-5-3-13-16,-2-1-16 0,-2-2-30 16,-7 0-33-16,4-4-51 0,-7 0-73 0,0-3-117 15,2-5-334-15,0-1 147 0</inkml:trace>
  <inkml:trace contextRef="#ctx0" brushRef="#br0" timeOffset="197163.6">5664 12811 126 0,'-11'7'147'0,"-7"5"-18"16,-8 5-5-16,3 5-15 0,-4 3-4 0,2 3-6 16,-5 11-2-16,2 7 9 0,4-2-11 0,1-2-5 0,8-8-8 15,3-2-6-15,6-1-8 0,2-3-7 0,1 1 10 16,6-1 2-16,3-5 3 0,7 2 3 16,5-5-3-16,7-3-6 0,5-5-5 0,6 0-6 15,12-4-25-15,6-3-23 0,5-2-40 0,6-4-65 0,27-7-241 16,0-5-362-16,-26 6 161 0</inkml:trace>
  <inkml:trace contextRef="#ctx0" brushRef="#br0" timeOffset="197495">7175 13046 103 0,'0'-3'316'0,"0"3"-16"0,-3-6-23 0,3 6-22 16,0 0-25-16,0 0-28 0,0-5-22 0,0 5-27 15,0 0-26-15,0 0-20 0,0 0-12 0,0 0-11 16,0 0-9-16,-1 17-10 0,-2-8-2 0,3 1-9 15,-1 4-5-15,0-3-6 0,-2 6-1 0,-1-1-7 16,3 0-3-16,-2-2-2 0,2 3-2 0,0-4-5 16,1-1-6-1,-3-2-26-15,3 2-24 0,0-5-24 0,-2 3-22 0,-1-2-25 16,2-2-35-16,1-2-8 0,0 2-11 0,-4-4-219 16,4-2-408-16,0 0 181 0</inkml:trace>
  <inkml:trace contextRef="#ctx0" brushRef="#br0" timeOffset="197648.89">7112 12865 247 0,'0'-6'298'0,"0"0"-25"16,0 0-31-16,1 2-22 0,2 0-22 0,-2 0-22 0,4 1-24 16,0 1-34-16,0-1-32 0,3 3-37 0,2 0-35 15,-2 1-44-15,2 3-36 0,4-2-50 16,-4 1-195-16,1-1-336 0,0 2 149 0</inkml:trace>
  <inkml:trace contextRef="#ctx0" brushRef="#br0" timeOffset="197996.6">7551 12913 123 0,'3'3'286'15,"-3"-3"-16"-15,0 0-23 0,0 0-31 0,0 0-21 16,4 5-23-16,-4-5-17 0,0 0-20 0,-8 4-14 16,3 0-10-16,0 1-14 0,-3 2-10 0,3-1-10 15,-3 3-5-15,-3 0-7 0,3 2-9 0,1-2-4 16,-2 4-7-16,0-2-6 0,5-1-1 0,0 5-6 0,0-3 5 0,3 0-10 16,2 0-5-16,2 0-3 0,-1 0 0 0,2 0-7 15,3 0 5-15,1-2-3 0,2 4 1 0,-3-6-7 16,3 1 4-16,-1 1-2 0,-1-3-2 0,-1 1-2 15,1 1 2-15,-3-4-2 0,-1 0-3 0,0 0-1 16,0-1-1-16,0 1 1 0,-4-1-4 0,0 0 4 16,-4 1 1-1,-4 4-1-15,2-3-1 0,-12 3-9 0,-2-2-36 0,-10 4-52 16,3-3-94-16,-3-4-245 0,-3 1-470 0,4-5 207 16</inkml:trace>
  <inkml:trace contextRef="#ctx0" brushRef="#br0" timeOffset="198665.84">8666 12720 182 0,'0'-6'299'0,"-3"1"-13"0,3 0-22 0,-1 1-22 16,1-1-24-16,0 5-23 0,0-6-26 0,0 6-20 0,0 0-26 0,0 0-15 0,0 0-7 0,0 0-17 15,0 20-9-15,-1-3-10 0,-3 1-4 16,0 10-13-16,0 4-1 0,-5 2-7 16,4 0-2-16,-5 14-4 0,2-3-2 0,-1 4-3 15,-1-15-4-15,4 0-3 0,0 0 0 0,1-3-7 16,-2-2 2-16,3-1-11 0,-1-3-18 0,1-5-13 16,1-3-14-16,0 0-18 0,-1-3-15 0,1-2-19 15,-2-2-28-15,4-1-13 0,-2-4-30 0,3 1-13 16,-1-2-19-16,-2-3-126 0,3-1-347 0,0 0 154 0</inkml:trace>
  <inkml:trace contextRef="#ctx0" brushRef="#br0" timeOffset="198926.26">8590 12937 142 0,'-1'-4'233'0,"1"4"-26"16,1-6-19-16,2 4-19 0,-3 2-20 0,10-3-14 15,0 6-10-15,3-2-13 0,5 3-9 16,-1 0-11-16,2 1-5 0,2-1-8 0,-3 4-8 0,3-1-9 16,-6-1-6-16,1 3-6 0,-6-4-9 15,0 1-5-15,-2 0-6 0,-3 1-5 0,-3-2-6 16,0 2 0-16,-4-2 4 0,0 3-5 0,-5-1 5 0,-4 3-6 0,-3 0 2 16,-3-1-2-16,-1 0-2 0,-2-1-3 0,-4 4-2 0,-1-2 4 15,6-2-2-15,-3-2-1 0,4 1-3 16,-2 1-17-16,4-4-26 0,3-1-20 0,2 3-36 15,4-5-37-15,2 1-40 0,5-2-157 0,0 0-350 16,0 0 155-16</inkml:trace>
  <inkml:trace contextRef="#ctx0" brushRef="#br0" timeOffset="199296.36">8975 13039 57 0,'0'0'269'16,"0"0"-18"-16,0 0-20 0,0 0-20 0,0 0-11 16,0 0-23-16,0 0-19 0,0 0-16 0,5 4-16 15,-5-4-10-15,9-4-11 0,-1 3-11 0,4-1-10 16,1-1-5-16,6-1-11 0,-1 1-7 0,4-4-7 16,0 2-3-16,2-4-9 0,4 1-5 15,-3-2-10-15,-6 0-2 0,-2 1-2 0,1 1-4 16,-2-2-4-16,-1 1 2 0,-5 0-2 0,-1-1 2 0,-4 3 5 0,2 0 8 0,-6 2 3 15,0-2-5-15,2 2 5 0,-3 0-14 0,-4 0 1 16,0 2-6-16,-4 1-3 0,-2 2-5 16,-2 0 2-16,-4 3-5 0,-3 1 6 0,1 2-5 15,-1 3-4-15,-5 2 1 0,2 5-3 0,7-2 0 0,-2-3 4 16,4 3-4-16,-1 2 0 0,4 8-1 16,-2 0 0-16,6-6-18 0,1-1-22 15,1 3-13-15,4-2-16 0,1 2-12 16,5-4-14-16,1-5-27 0,2 0-36 0,0-4-71 15,0 0-120-15,5-4-380 0,0 0 168 0</inkml:trace>
  <inkml:trace contextRef="#ctx0" brushRef="#br0" timeOffset="199797.36">9384 12926 172 0,'3'-4'270'0,"-1"-2"-26"0,2 1-28 0,0 2-21 16,-1-1-24-16,3 3-16 0,-1-1-17 0,-5 2-14 15,13 2-16-15,-6 0-10 0,3 2-8 16,-2 3-16-16,2 2-3 0,-1-1-12 0,0 1-5 0,-1 5-7 16,-1-2-2-16,1 4-8 15,-4 0-4-15,-3 0-5 0,2 0-3 0,-7 1-3 16,4-1-4-16,-3-1-2 0,1-2-3 0,-2-1-4 16,-2-3 5-16,-1 3 0 0,2-6-4 0,1 2 7 15,3-3 10-15,-2-2 9 0,2 3 20 0,-1-3 19 16,-1-1 27-16,3-2 19 0,-3 3 0 0,3-3 5 15,0 0-7-15,-1-12-20 0,4 6-16 0,1-5-18 0,3 1-17 0,2-4-15 16,5-2-15-16,3-5-15 0,6 2-11 0,-1 2-2 16,1-3 0-16,-2 4-5 0,4 0 2 0,-2 3 1 15,-4 2 3-15,-3 2 0 0,1 0 1 0,-3 0 1 16,-4 3 0-16,2 1 0 0,-6 3 6 16,1-1 0-16,-2-1 16 0,1 2-11 0,-1 0 1 15,-2 1-2-15,-3 1-2 0,6-3-1 0,-5 2-1 16,-1 1-2-16,0 0 0 0,0 0-1 15,7 5 1-15,-7-1 10 0,0 1-12 0,0-1-3 0,0 4 2 0,-1 1 2 0,1-1 0 16,-3 5 9-16,0-1-7 0,2 5-2 0,-1-6 1 16,-1 5 1-16,2-3 0 0,-2 1 1 0,2-2 0 15,0-1 4-15,-2-2-5 0,3 0 2 0,0-2 2 16,-5-2-1-16,5 0 1 0,0 0 4 0,-1 0-8 16,1-2-11-16,0-3-2 0,-3 4-4 15,3-4-10-15,-1 5-4 0,1-5-5 16,0 0-30-16,0 0-101 0,0 0-95 0,-5-15-228 15,2 3-532-15,3 0 236 0</inkml:trace>
  <inkml:trace contextRef="#ctx0" brushRef="#br0" timeOffset="199942.09">9803 12789 53 0,'0'-5'357'0,"3"-2"-10"0,-3 2-14 16,0 1-17-16,1 1-28 0,0-2-33 0,-1 5-32 15,0-5-19-15,0 5-25 0,0-4-38 0,0 4-35 16,0 0-54-16,3-2-32 0,-3 2-20 0,0 0-32 15,0 0-40-15,10 9-34 0,-6-5-54 0,1 0-57 16,-4 2-165-16,3-3-412 0,0 1 182 16</inkml:trace>
  <inkml:trace contextRef="#ctx0" brushRef="#br0" timeOffset="200338.76">10148 12852 199 0,'0'0'247'0,"0"0"-26"0,0 0-23 15,0 0-22-15,0 0-22 0,0 0-17 0,0 0-12 16,-11 7-16-16,5-2-14 0,-4 0-8 0,3 2-8 16,-4 0-12-16,2 3-4 0,-3-3-7 0,-1 5-9 15,-1 1-4-15,2 1-4 0,0-2-8 0,3 2 1 16,-3 1-3-16,3-1-5 0,3-3-3 15,2-1-2-15,0 1 2 0,0-1-4 16,4 0 5-16,-1-1-1 0,1-2 4 0,1 2 6 16,2-2 3-16,-2-1 6 0,7-1 10 0,-3-2 9 0,5 1 9 0,-1 0 4 0,4-3 7 0,-1-2 10 15,0 0 14-15,1-2 10 0,-2 0 16 0,0 1 7 16,0-5 9-16,-2-1-8 0,0 2 0 16,1-2 3-16,-3 0-13 0,0 0-14 15,1-4-11-15,-3 2-12 0,-3-2-11 0,2 0-5 16,-4 1-19-16,3 0-18 0,-6-2-21 0,2 3 4 15,-2-1-31-15,-3 1-20 0,1 2-28 0,-4 2-20 16,-3-1-21-16,-1 2-14 0,1 2-26 16,-2 3-20-16,-3-1-34 0,3 2-24 15,3-1-44-15,2 0-45 0,-1 3-194 0,2-2-543 0,8-1 240 16</inkml:trace>
  <inkml:trace contextRef="#ctx0" brushRef="#br0" timeOffset="201162.31">10718 12926 174 0,'-4'-4'204'0,"0"3"-19"16,-1-3-19-16,-2 3-17 0,0-2-14 16,-2 1-11-16,-2 0-21 0,-6 2-3 0,-2-1-13 15,-2 2-7-15,-4 2-8 0,-6 1-7 0,3 1-2 0,0-1-3 0,-1 3-7 0,1 0 1 16,1 0-11-16,5-2 2 0,4 4-9 0,0-1 0 15,4 1-7-15,0 1-6 0,5-3-3 16,-1-1 1-16,1 3-3 0,4-4-1 0,2 3 3 16,1-2 5-16,3-1 2 0,3 3 4 0,1-3 4 15,5-1 0-15,3 0-2 0,6-3 3 16,-1 2-2-16,5-6 5 0,4 3 3 0,0-5 5 16,-1-1 7-16,0-2 5 0,-5 1 10 15,-2 0 12-15,6-8 5 0,-2 1-1 0,-9 1-1 16,3-3 16-16,2-4-14 0,-6 5-11 0,2-9-7 15,-1-2-2-15,-2 2-6 0,-1-4-2 0,1-2-7 0,-3 3 9 0,-3-2-1 0,3 2 23 16,-5 3 8-16,-2 7-4 0,0 2 9 0,-2 1 3 16,2 7-8-16,-2-3-12 0,0 5-13 0,1-1-20 15,-1 2-40-15,0 0-37 0,0 4-4 16,0 0-5-16,0 0 5 0,-11 18 6 0,3-2-2 16,1 3 3-16,-2 4 7 0,0 2 0 15,0 0 2-15,2 3-3 0,0 2 2 0,2-1-12 0,0-3 0 16,5-2-3-16,0 1 4 0,2 1 1 15,2-7 1-15,1-2 2 0,4 0 7 0,-3-2-1 16,3-5 7-16,2 4 0 0,-2-4 6 16,6-2 10-16,-2-3-5 0,-2 1 3 0,7-3 7 15,-4-1 15-15,-4-4 18 0,4 2 7 0,4-7 20 0,-6 4 16 16,-1-4 5-16,2 2 3 0,-4-4-4 0,2 1-6 0,0-1-7 0,-2 0 8 16,3-2-7-16,-4 1-2 0,-1 1-6 0,0 1 7 15,-2 1-11-15,-1 4 3 0,-1-4-6 0,0 3-6 16,0 0-8-16,0 0-9 0,-1 3-9 15,-2 1-18-15,3-4-16 0,-3 4-23 0,2-2-28 16,-2 2 11-16,0 0-16 0,3 7 7 16,-3-7 5-16,-3 10 1 0,3-5 12 0,-1 1-2 15,0 2-5-15,-2 0 2 0,3-1-3 0,-2 4 0 16,-1-1-17-16,2-3-4 0,-1-3-6 0,1 4-7 16,0-3-8-16,1 0-6 0,0 1-6 15,-1-2-8-15,-1-1-5 0,2-3-2 0,0 4-3 0,0-4-1 0,-1 5-7 0,1-5-3 0,0 0-7 16,0 0-381-16,0 0-558 0,6-15 247 15</inkml:trace>
  <inkml:trace contextRef="#ctx0" brushRef="#br0" timeOffset="201320.67">11068 12762 25 0,'0'-4'299'15,"0"4"-27"-15,0-4-27 0,0 4-28 16,0 0-25-16,1-4-40 0,-1 4-26 0,0 0-13 15,0 0-16-15,0 0-30 0,8 9-25 0,-4-5-23 16,-3 0-38-16,3 1-20 0,4-1-46 0,-2 2-60 0,-1-1-118 0,5-3-286 0,-3 0 127 16</inkml:trace>
  <inkml:trace contextRef="#ctx0" brushRef="#br0" timeOffset="201758.77">11367 12830 132 0,'0'0'195'0,"0"0"-18"0,0 0-11 0,5 2-12 0,-5-2-12 16,0 0-19-16,0 0-10 0,0 0-9 15,5 1-14-15,-5-1-7 0,0 0-8 0,0 0 0 0,0 0-9 0,0 0 1 0,0 0-1 16,8 1 3-16,-8-1-7 0,8 0-3 0,-1 0-5 16,-7 0-1-16,14-1-4 0,-3-2 4 0,0 3-2 15,-1-2 2-15,4-1 1 0,-5 0 5 16,3 2 4-16,-1-5 14 0,-4 4 23 0,-1 0-1 15,1 0 9-15,-2 1 4 0,-4-2-1 0,6 2-13 16,-7 1-8-16,3-4-14 0,-3 4-6 16,0 0-16-16,0 0-3 0,0 0-12 0,-23 5-2 15,9 0-3-15,-5 3-8 0,-2 0-7 0,-3 4 3 16,2 2-6-16,5-2-4 0,-5 3-5 16,6-1 3-16,1 1-18 0,5 2-9 0,0 0-1 0,4-1-5 0,4 1 6 0,7 1 5 15,5 0 0-15,9 2 7 0,6-2 6 0,3 0 4 16,19 2 0-16,-11-8-2 0,20 0-3 0,-1 0 20 15,0-3-10-15,0-1 12 0,-3-1 6 16,-12-4-1-16,-3 1-2 0,-4-1 14 16,-5-1-11-16,-10 1 12 0,-4-1 12 0,-2-2 9 0,-2 1-2 15,-1-1 6-15,-4 0 4 0,-5 0-10 16,9 1-7-16,-9-1-6 0,7 0-27 0,-7 0-39 16,6 1-44-16,-6-1-50 0,0 0-65 15,0 0-85-15,0 0-363 0,0 0-678 0,0 0 301 0</inkml:trace>
  <inkml:trace contextRef="#ctx0" brushRef="#br0" timeOffset="206781.98">3317 14393 123 0,'0'0'136'0,"0"0"1"0,0 0-9 16,0 0-3-16,0 0-3 0,0 0-6 0,0 0 1 16,0 0-4-16,0 0 0 0,0 0 1 0,0 0-3 15,0 0-1-15,0 0-4 0,0 0-7 16,-7-2-5-16,7 2-5 15,0 0-6-15,0 0-4 0,0 0 5 0,0 0-13 0,0 0-7 16,0 0-5-16,0 0 2 0,0 0-5 0,0 0-4 16,0 0-8-16,0 0-4 0,0 0-4 15,0 0-3-15,0 0-1 0,0 0-6 0,0 0-1 16,0 0-1-16,0 0-5 0,0 0 0 0,0 0-1 16,0 0-2-16,0 0-5 0,18-3 1 0,-9 1-5 15,3-1 0-15,4-1-2 0,1-1 2 0,2 2-3 0,0 0-4 0,-2 1 3 16,2-2-2-16,-6 4 2 0,0-3-9 0,-3 3-6 15,-2 0 1-15,0 0-6 0,-3 0-11 0,-5 0-9 16,11 0-13-16,-11 0-16 0,6 0-3 0,-6 0 2 16,2 5 7-16,-2-5 4 0,-7 7 9 0,-1-2 10 15,-1 2-4-15,-2-1 3 0,-4 3 3 0,-2 0 8 16,-1 2 1-16,-1-4 3 16,1 2 4-16,0-1-1 0,2 1 3 0,-1-3 9 15,2 0 7-15,3 0 1 0,2-1 9 0,2-1 0 16,2-2 5-16,1 1 5 0,-1-2-3 15,2 2 5-15,4-3-1 0,-6 3-1 0,6-3-1 16,-6 1-5-16,6-1 2 0,-3 2-2 0,3-2-1 16,-2 2-4-16,2-2-2 0,0 0 2 0,0 0-2 0,0 0 3 15,9 7-3-15,-3-5-1 0,3 1 2 0,0-1-3 0,1 3-3 16,2-1 0-16,-2 3 0 0,0-3-1 0,3 3 0 16,-1-2-6-16,-1 5 4 0,-1-3-1 0,-1 3 3 15,-1 3 3-15,2-3-6 0,-6 1 2 0,2-2-3 16,-3 1-8-16,1 2-3 0,-4-2 2 0,0 1 0 15,-3-1 0-15,2 0 7 0,-3-2 2 0,0 0 4 16,-1-1 0-16,1 0-2 0,-2-3 0 0,2 3 2 0,0-2-2 0,0-2 4 16,3 1 1-16,-3-1-3 0,4-3 4 0,-4 3 2 15,4-3 7-15,-1 4 9 0,1-4 2 0,0 0 5 16,0 0-13-16,0 0-15 0,0 0-32 0,18-7-21 16,-4 0-45-16,3-4-97 0,-2 0-147 0,2-4-370 15,-2 1 165-15</inkml:trace>
  <inkml:trace contextRef="#ctx0" brushRef="#br0" timeOffset="207198.24">3344 14240 71 0,'-13'1'121'0,"-1"4"-24"0,-2-1-16 0,-1 1-2 16,-5 3-8-16,-1 4 1 0,-4 2-9 0,4 1-3 15,0 1-6-15,0 4-1 0,0 4-14 0,0 0 6 16,1 5-11-16,-1-1 5 16,4 3-2-16,-1 11-3 0,4-10-6 15,5 1-1-15,-1 0-9 0,5 1 2 0,-1-5-9 16,8 0 7-16,0 3 21 0,5-6 14 0,0 3 8 15,4-5 6-15,1-2 15 0,7-2 3 0,5-1 6 0,3-5 5 16,6 1 8-16,3-5 2 0,19-4 2 0,3-2 1 16,-1-5 0-16,8-6 1 0,-1-3 10 15,-3-5 15-15,0-2 4 0,-7-1 20 0,-6-4 15 0,-15 5 32 0,0-2 13 16,-5-4 7-16,-5 1 7 0,-6-2-13 0,2-6-18 16,-6 1-22-16,-7-4-52 0,-5-1-41 0,-3-1-22 15,-9-9-27-15,-11 0-41 0,-9 6-37 0,-6 5-37 16,-8 5-27-16,-5 6-27 0,-5 5-21 0,-4 10-28 15,-7 4-36-15,-22 9-58 0,26 1-95 0,-3 5-195 16,-22 8-609-16,29-9 271 16</inkml:trace>
  <inkml:trace contextRef="#ctx0" brushRef="#br0" timeOffset="213747.14">5006 14200 28 0,'3'-11'203'0,"-1"2"-4"0,1-3-4 0,-2 2-7 0,2 1-3 15,-2-1-1-15,-1 0-12 0,2 3 0 0,0 2-6 16,0-1-11-16,-1 3-21 0,-1-2-14 0,0 5-17 16,2-7-28-16,-2 7-34 0,1-2-22 0,-1 2-4 15,0 0-3-15,-6 19-2 0,2-2-5 16,-4 11 0-16,-1 6 1 0,-3 10-2 15,-1 2-4-15,1 1 2 0,-2 0-1 16,1 0 8-16,3 3-8 0,1-4 1 0,0 5 0 16,0-17-1-16,6 0 0 0,-3-1 2 0,2-2 2 15,3-6-2-15,0 2-2 0,0-8 2 0,-1-5-1 16,1-1 4-16,1-4 2 0,-1-2 7 0,1 1 13 0,0-3 26 16,0-1 28-16,0 0 26 0,-2 0 33 0,2-4 14 15,0 0 4-15,0 0-12 0,0 0-3 0,0 0-19 0,-11-7-41 16,6 2 9-16,-1-2-37 0,-3-1-14 0,-2-1-31 15,2 1-10-15,-3-3-18 0,-5 3-7 0,5 1-15 16,1 0-11-16,-2 1-14 0,3 0-9 0,-4 2-9 16,1-2-17-16,-1 1-16 0,5 2-16 0,-2-1-23 15,3-1-26-15,0 3-40 0,3-1-221 0,1 1-477 16,2-5 211-16</inkml:trace>
  <inkml:trace contextRef="#ctx0" brushRef="#br0" timeOffset="214031.54">4730 14505 168 0,'0'0'231'0,"-5"-3"-7"15,5 3-25-15,0 0-19 0,0 0-14 0,0 0-23 16,0 0-13-16,0 0-10 0,0 0-12 15,0 0-13-15,23 5-7 0,0-7-9 0,8-2-7 16,2 0-7-16,5 2-7 0,-1-5-5 16,-1 3-4-16,-3-1-7 0,2 1-3 0,-7-1-3 15,-7 3-4-15,-4 0-5 0,-3-2-2 16,-4 3 0-16,3-1 0 0,-6 1-6 0,-2 0 2 16,1 1 3-16,-6 0-8 0,7-3-2 0,-7 3-6 15,7 0-9-15,-7 0-7 0,0 0-16 0,0 0-16 16,0 0-29-16,0 0-33 0,-13 8-36 0,7-6-51 0,-4 2-146 15,2-3-364-15,2 1 162 0</inkml:trace>
  <inkml:trace contextRef="#ctx0" brushRef="#br0" timeOffset="214509.86">5469 14373 76 0,'0'0'219'0,"11"-1"-31"15,-6 0-21-15,3 1-17 0,0 1-17 0,-1 0-13 16,2 0-13-16,1 4-12 16,1 0-9-16,-1-1-11 0,0 4-10 0,-1 0-7 15,-3 1-5-15,2 0-4 0,-4 1-9 0,-2 0-7 16,1 2-2-16,-3 0-4 0,-4 1-2 0,0 3-6 15,-3-2 3-15,-1-4-6 0,0 5 5 0,1-6 1 16,-2 3-1-16,-1 0-11 0,2-6 0 0,1 2 3 16,2-2-2-16,-1-1 3 0,3-1 12 0,0 0 11 15,1 0 27-15,0-1 15 0,-1 1 33 0,2-2 12 0,1-2-10 16,0 0-10-16,0 0-14 0,11-17-8 0,2 5-10 0,0 0-2 16,2-3-13-16,7-2-7 0,-8 3 0 0,3 2-9 15,-2-1-5-15,2 3-5 0,-2-1-3 16,-6 5-2-16,1 1-3 0,-2 0 3 0,-3 2-11 15,1-1-3-15,0 1-5 0,-4 3-12 0,3-3-12 16,-5 3-2-16,5-1-1 0,-5 1 0 0,3 7 0 0,-3-3-1 0,1 1-2 16,-1 2 0-16,0 0-3 0,-1 5-11 0,1-2-5 15,-2 0-19-15,2 1-14 0,0 2-22 0,-1-4-21 16,1 1-30-16,1 3-43 0,1-6-44 0,-1 0-124 16,0-2-390-16,3-3 173 0</inkml:trace>
  <inkml:trace contextRef="#ctx0" brushRef="#br0" timeOffset="214710.43">5917 14354 133 0,'0'0'277'0,"1"-3"-29"0,-1 3-30 0,0 0-23 15,11-1-22-15,-6 5-16 0,2 0-15 0,1 4-15 0,1-2-12 16,2 7-12-16,0 0-9 0,-1 2-15 0,0 1-6 15,-3 2-18-15,-4 6-19 0,0 2-17 0,-7-1-17 16,-4 4-7-16,-6-2-16 0,-1 2-34 0,-5-3-35 0,-7-1-45 16,-1-3-189-16,-3-1-350 0,-1-4 155 0</inkml:trace>
  <inkml:trace contextRef="#ctx0" brushRef="#br0" timeOffset="-214467.38">5458 14207 143 0,'-17'10'144'16,"0"-1"-17"-16,-5 9-8 0,3 3-13 0,-2 4-17 15,2 1-9-15,-1 3-9 0,5 2-3 0,-1 4-13 0,5-1-2 16,3 1-6-16,5-1-1 0,3 0-1 0,8-1-5 16,5-2-1-16,7-3 0 0,6-4 2 0,15 5-3 15,-5-14-13-15,17 2-40 0,7-3-51 0,3-6-157 16,26-14-241-16,-26 2 107 0</inkml:trace>
  <inkml:trace contextRef="#ctx0" brushRef="#br0" timeOffset="-213247.08">6649 14553 53 0,'0'0'196'16,"0"0"-3"-16,0 0-16 0,0 0-5 0,0 0-15 16,0 0-16-16,12-8-17 0,2 3-9 0,0 0-10 15,5-4-9-15,0-1-6 0,3-4-1 0,2 2 19 16,1-3 4-16,-3-1 4 0,2 1-4 0,-3-6 4 15,-2 3-1-15,2-1-3 0,1-3-4 0,-6-2-9 16,4-2-1-16,-4-1 2 16,-1-3-1-16,-2 3 9 0,-1-2 0 0,0 1 7 15,-3 0 8-15,-2 2-9 0,1 1 7 0,-4 5-7 16,2 2 2-16,-3 2-6 0,0 6-6 0,0 1-9 16,-1 2-10-16,-1 0-8 0,2 1-10 0,-3 2-10 0,1 1-33 0,-1 3-46 0,4-4-23 15,-4 4 2-15,0 0 1 0,-4 18 3 0,4-1 2 16,-4 8 6-16,1 6 1 0,-1 3 3 15,-7 10 4-15,1 3 2 0,3 0-1 0,0-11 2 16,2-2 4-16,0 1 2 0,1-2 6 0,2-4-1 16,-1 0-1-16,3-4 10 0,1-7-10 15,1-2 10-15,-2-6-1 0,-2 1 4 0,2-4 5 16,2 0 18-16,-2-2 26 0,0-1 26 0,1-1 17 16,-1-3 13-16,5 0-4 0,-5 0-3 0,0 0-1 15,15-7-1-15,-8 2-3 0,-1-2-12 0,3 0-9 0,0-3-6 0,1-2-10 16,3-3-5-16,-1 3-6 0,-1-4-1 0,2 2-24 15,-4 1 2-15,-3 3 1 0,3 2-7 0,-4-3-4 16,2 6-10-16,-5 0-15 0,2 0-12 0,0 2-25 16,1 1-53-16,-5 2-38 0,4-2 5 0,-4 2 14 15,0 0 11-15,9 5 11 0,-5 4 9 0,-1-4-2 16,4 4-3-16,3-1-2 16,4 4-6-16,1-2-2 0,2-2-9 0,11 3 10 0,2-1 2 15,4-3-2-15,18-4-7 0,-13 1-7 16,0-1-4-16,-2-5 2 0,3-1 1 0,-3 1 11 15,3-5 10-15,-5 1 11 0,-1-2 6 0,-5 0 23 16,-1-4 28-16,-11 4 24 0,1-3 19 0,-3 3 9 16,-5-2 14-16,-2 3 11 0,-3-3 17 0,2 1 0 15,-4 1 3-15,0 1-14 0,-2-1-2 0,-2 2-6 0,-1-1-10 0,0 2-6 16,-4 1-8-16,0 3 0 0,0 1-4 0,-3 0-9 16,-5 2 3-16,4 4-5 0,-4 0-6 15,-2 6 4-15,1-3 0 0,2 5-6 0,-2-5 0 16,4 5 0-16,0 1 0 0,-1-1 0 0,3-1-2 15,2-2 6-15,1 1-4 0,1-2-5 16,1 1-8-16,0-2 0 0,3-2-1 0,-1-2 1 16,0 1 3-16,2-3 3 0,0 1 8 15,0-4 8-15,1 5 9 0,0-1 2 0,2-2 6 16,-3-2-2-16,11 0 8 0,-5 0-7 0,-6 0-8 0,14-3 3 0,-8 0 0 0,3 2-3 16,-1-2-1-16,-2 3-2 0,3 0-5 0,1-3 1 15,-5 2-1-15,3 0-9 0,2-1 4 16,-5 2-4-16,3-1 1 0,-8 1-1 0,10 0-2 15,-1 1-3-15,-4 2 4 0,2 0-1 0,-2-2-2 16,0 2 2-16,0 1 2 0,4-1-3 0,-4 1 3 16,0-1-2-16,2 4 3 0,-1-4-3 15,-1-1-2-15,0 1 3 0,-1 2 2 0,0-3 4 16,0 1-2-16,0-2 7 0,-4-1-2 0,10 1 26 16,-4-1 25-16,4-1 3 0,0-3 4 0,-1-3 6 0,3 4 4 0,-1-4-7 0,4-2 3 15,-2-1-2-15,3 0-2 0,-1 0-6 16,-2 2-6-16,4-1-6 0,-6 0-5 0,1 1-8 15,0 3-4-15,-4-1 1 0,1 0-10 0,-1 5-21 16,-3-2 12-16,1 1-16 0,1 1-3 0,-1 1-8 16,-6 0-6-16,17 6 1 0,-10-2-6 15,2 1-15-15,0 2-10 0,0 0-37 0,0 3-48 16,-1-3-66-16,-1 0-102 0,1 3-317 16,-7-6-668-16,2 0 295 0</inkml:trace>
  <inkml:trace contextRef="#ctx0" brushRef="#br0" timeOffset="-211766.66">9487 13946 30 0,'2'-13'201'15,"1"-3"-13"-15,0-1-7 0,1 5-5 0,-3 2-6 16,0 0-10-16,2 3-16 0,-3 1-17 0,1 2-17 0,2 2-12 0,-2-2-14 0,-1 4-11 16,0 0-4-16,0 0-11 0,4 14-4 15,1 3-10-15,-5 9-7 0,-4 7-1 0,4 1-5 16,-2 15-4-16,-1 5 12 0,-1-1-2 0,-1 2-4 15,0 0 2-15,-3-4-12 0,2-3-3 0,4-13-3 16,2 0-1-16,0-3-3 0,0-2 7 16,2-1 2-16,-2-6-3 0,0-5-1 0,0-2-1 15,1-7 2-15,2 0 1 0,-3-4 8 0,0 3 28 16,0-4 36-16,2 0 40 0,0-1 32 16,-2-3 3-16,0 0-14 0,0 0-8 0,0 0-14 15,2-11-8-15,-2 3-19 0,-2 3-9 0,0-7-7 16,0 5-54-16,-4-6-14 0,-1 0-10 15,-3-3-19-15,-3 4-3 0,-2-2-5 0,-1 2-9 0,-5-2-1 0,0 4-3 0,-3-1 1 0,-3 0 1 16,9 5 4-16,-4 1-1 0,0-1 2 16,1 3 2-16,3 2-7 0,-2 1-15 0,2 0-6 15,4 0-3-15,1 0 1 0,2 0-11 16,3 0-21-16,8 0 5 0,-8 1 6 0,8-1 9 16,0 0 3-16,23-2-3 0,4-1-1 0,7-1-5 15,16-3-3-15,5-3 6 0,5 4 7 0,2-3 9 16,3-1 0-16,-2-1 5 0,-3 1 3 15,-3 1 4-15,-5 1 2 0,-13 0 6 0,-6 2 3 16,-1 0 1-16,-3 0 4 0,-8 2 10 0,-1 2 15 16,-7-3 24-16,-3 1 19 0,-1 4 19 0,-1-2 17 0,-3-1 4 0,0 3-3 0,-1-1-2 15,-4 1-10-15,9 0-6 0,-9 0-9 0,0 0-10 16,0 0-8-16,6 1-7 0,-6-1-1 16,0 7-6-16,0-2-6 0,0 2-2 0,-1 1 0 15,-3 2-2-15,3-1-2 0,-2 3-1 0,2 0 1 16,-3-1-2-16,3 2-2 0,1-1 1 15,0 0 3-15,0-2-1 0,0 0-28 0,0 1-6 16,1-5-8-16,3 3-7 0,-4-4-13 16,0 0-6-16,1 0-11 0,-1-3-7 0,0 4 6 0,0-4 8 15,0-2 5-15,0 0-20 0,0 0-90 16,0 0-254-16,0 0-455 0,-6-17 201 0</inkml:trace>
  <inkml:trace contextRef="#ctx0" brushRef="#br0" timeOffset="-211593.11">9936 14030 226 0,'-3'-5'282'0,"6"1"-27"16,-6 1-27-16,3-2-22 0,0 5-26 15,0-6-23-15,0 6-16 0,4-1-22 0,-4 1-25 16,0 0-24-16,9 7-29 0,-4-4-32 0,-1 6-32 16,1 0-46-16,-1 0-34 0,5 2-200 0,-4 1-327 15,0-4 146-15</inkml:trace>
  <inkml:trace contextRef="#ctx0" brushRef="#br0" timeOffset="-211065.98">10198 14212 11 0,'0'0'223'0,"1"4"-27"15,2-2-9-15,-6 3-16 0,3 2-20 0,0-1-13 16,0 5-13-16,-1 0-14 0,1 6-11 0,-4-1-10 15,0 2-8-15,0-2-9 0,3 2-5 0,-4-2-9 16,5-3-3-16,-1 0-9 0,-2-5-1 0,3 1-6 16,0-4-2-16,-1 3 2 0,1-4 13 0,0-1 27 15,-3 2 31-15,3-5 39 0,3 3 13 0,-3-3 8 0,0 0-16 0,0 0-13 32,14-10-7-32,-9 1-25 0,4 1-3 0,0-2-17 0,4 0-16 15,0-5-11-15,0 2 1 0,0 1-9 16,1 2-4-16,-5 1-9 0,0 1-7 0,-1 4-6 15,2-1-7-15,-3-1-9 0,-1 4-13 0,2-2-8 0,-1 3-1 0,2 1-5 16,2 2-6-16,1 1 1 0,-3 2-2 16,4-1-6-16,1 1-1 0,4 3 5 0,0-1-11 0,5 5-2 15,-5-5-3-15,2 0 1 0,-1-2-4 16,1 3-8-16,-3-3 2 0,1-1-3 16,0 2 8-16,-4-4 0 0,-5 0 6 0,4-2 7 0,-3 0 4 0,2 0 16 15,-6 0 20-15,2-2 22 0,-2 0 26 0,2-4 17 16,-3 2 14-16,1-2 6 0,2-1 2 15,-3-1 22-15,0 2-1 0,-4-2 4 0,3-1 2 16,-1 2-1-16,-1 2-4 0,2-2 0 16,0 2-24-16,-2 1-4 0,1 0-8 0,-2 0-7 0,-1 4-16 0,2-5-11 15,-2 5-34-15,0 0-23 0,2-3-46 16,-2 3 7-16,0 0-5 0,0 0-10 16,0 0 9-16,3 12 0 0,-3-6-6 0,0 0-4 0,0 2-11 0,0 1-14 15,0 0-12-15,-2 2-16 0,1-1-24 16,0 1-15-16,1-3-22 0,-1 2-14 0,-1-3-26 0,0 3-33 15,-1-4-264-15,-2 0-557 0,1-2 248 16</inkml:trace>
  <inkml:trace contextRef="#ctx0" brushRef="#br0" timeOffset="-210899.62">10660 14142 320 0,'-1'-8'321'16,"0"1"-30"-16,0 0-31 0,1 4-28 15,0-3-37-15,-3 0-48 0,3 6-44 16,0-2-18-16,0 2-30 0,0 0-36 0,0 0-41 0,18 5-67 0,-10-1-62 16,-2-1-144-16,3 2-319 0,2-2 142 15</inkml:trace>
  <inkml:trace contextRef="#ctx0" brushRef="#br0" timeOffset="-210400.76">11100 13857 26 0,'1'-6'342'15,"2"0"-40"-15,-2 2-37 0,0 0-43 16,-1 4-18-16,0 0-28 0,0 0-21 16,0 17-16-16,-4 0-14 0,1 12-11 0,-2-3-8 0,0 9-16 0,-4 11-11 15,-3 2-9-15,3 0-8 0,0-2-5 16,4-12-4-16,1-1-6 0,-1-3-1 0,1-1-6 0,3-3-7 15,1-7-20-15,-1 1-6 0,1-5-11 0,-3-2-12 0,6-2-12 16,-6-4-6-16,3-2-6 16,0 4 4-16,3-5 9 0,-3 0 8 0,-3 1 9 0,3-5 8 15,0 4 3-15,0-4-20 0,0 0-58 16,0 0-30-16,0 0-23 0,-7-12-6 0,5 7-2 0,-3-4 6 16,-3 3 10-16,2-3 18 0,-2 1 18 15,-1-1 25-15,2 1 24 0,-5 2 24 0,2-1 13 0,-1 2 17 0,0 0 7 16,1 0 11-16,0 0 18 0,2 1 11 15,-2 1 13-15,5 0 10 16,-4 2 7-16,5-2-4 0,-1 1-1 0,5 2-12 0,-5-3 5 0,5 3 2 0,-4-3-8 16,4 3-6-16,0 0-8 0,5-6-8 15,3 3-6-15,6 0 1 0,6-2-8 16,10-4-2-16,4 2-10 0,4-1 0 0,15-1-4 0,1-1-1 0,-3 4 5 16,1-1-3-16,-15 1-1 15,-1 1-3-15,-4 2-3 0,-4 0-1 16,-9 1 1-16,-5 0-7 0,0 1-16 0,-5 1-13 0,0 0-13 15,-4-1-13-15,2 2-10 0,-7-1-1 0,7 0 0 0,-7 0 1 0,0 0-3 16,0 0-14-16,0 0-29 0,-15 8-45 16,7-5-61-16,1 1-146 15,0-3-379-15,0 0 167 0</inkml:trace>
  <inkml:trace contextRef="#ctx0" brushRef="#br0" timeOffset="-210073.85">11617 14347 222 0,'0'0'228'0,"0"0"-16"16,0 0-24-16,0 0-16 0,0 0-20 15,26-9-14-15,-16 4-13 0,7 0-14 0,1-5-10 0,-2 4-13 16,1-4-8-16,3 2-3 15,-2-2-9-15,0-4-8 0,-4 2-4 0,0 1-4 16,-2-1-5-16,-2 2 16 0,-4 2 9 0,2 0 11 0,-4-1 4 0,-1 2-13 16,-1 2-6-16,-2 1-12 0,0 0-8 15,-2 0-8-15,2 4-9 16,-11-1-1-16,4 2-4 0,-7 3-7 0,-1 4 2 0,-2 4-9 16,1-5-4-16,-2 7 0 0,3 0-3 0,1-1-2 0,4 2-1 15,0 0-1-15,2 2-9 0,8 0 1 16,0 0 0-16,10-1 3 0,7 5-7 0,2-11-25 0,10 3-55 0,8-5-93 15,18-2-247-15,4-4-468 0,2-6 208 16</inkml:trace>
  <inkml:trace contextRef="#ctx0" brushRef="#br0" timeOffset="-209035.26">13147 14108 48 0,'1'-5'343'16,"1"-2"-8"-16,0 2-4 0,0 0-7 16,0 2-23-16,-2-3-2 0,0 2-29 15,0 4-28-15,1-5-29 0,-1 5-31 16,4-2-24-16,-4 2-51 0,0 0-34 0,0 0-5 0,0 0-7 15,0 9-10-15,0 0-5 0,0 1-6 0,-4 7-1 0,1 1-6 0,1-1-6 16,-2 3 0-16,3-1-2 0,-3 1-2 16,0 0-4-16,3-1-3 0,-1-2-4 15,0-6-13-15,2 1-9 0,-2-4-2 0,0 2 2 0,2-4 6 0,0-1 2 0,0-2 18 16,0 1 21-16,0-4 41 16,2 6 28-16,-2-6 15 0,0 0 1 15,0 0 4-15,0 0-10 0,15-10-10 0,-11 6 7 0,6-4-14 0,-4-2-7 16,4-2-8-16,1-1-8 0,0-2-9 15,1-1-11-15,3-1-20 0,2-4-12 16,-3 5-4-16,-2 3-2 0,-6 4-5 0,1 1-1 16,-1-1-1-16,-1 4-6 0,-1 1-8 0,-1-2-16 0,0 4-26 0,1-1-39 15,-4 3 0-15,10 2 0 0,-6 1 12 16,2 1 9-16,2 3-4 0,2 2-1 16,4 0-10-16,3 0-6 0,-1 3-13 0,15 3-12 0,-3-1-16 15,6-4-18-15,0 4-23 0,3-7-18 0,1 3-23 16,16-3-14-16,-4-2-15 0,-11-4-3 15,1-2-1-15,1-1 4 0,-4-3 12 0,-1 3 23 0,-7-4 26 16,-2-3 58-16,-8 2 54 0,-1-2 61 0,-8 3 29 16,3-6 35-16,-5 3 21 0,-2-2 19 0,-5 1 4 15,3-1-2-15,-4-1 6 0,0 3 4 0,-2-1-10 16,-1 0-9-16,1 5-12 0,-2-4-9 0,-3 2-8 16,1 2-6-16,-3-1-12 0,1 4-5 0,-4 0-3 15,-1 2-5-15,-8 2-9 0,1 3-3 16,-2 2-3-16,-5 1-3 0,8 3-1 0,1-1 0 15,0 1-6-15,4 0 1 0,-1 2-6 0,2-1 1 16,7-1-14-16,0 2-3 0,0-6 4 0,5 4-5 16,4 0 2-16,1-2 3 0,4 0 4 0,6-1 2 15,4-2 1-15,2-2 2 0,1 0-2 0,2-4 4 16,7-1-4-16,-10 0 2 0,1-4 1 0,-1 1 2 16,-5 1 16-16,-2 0 19 0,-3-2 8 0,1-1 8 0,-1 0 11 0,-4-3-3 15,1 2 5-15,-1 0-2 0,-3-4-16 16,-1 2-11-16,0 0-2 0,-4-3-13 0,2 2-27 15,-4 0-12-15,-1 0-17 0,1 1-24 0,-3 0-17 0,0 3-19 16,2 0-30-16,-1 0-36 0,2 3-44 0,-1-1-61 16,1 2-161-16,4-3-457 0,0 5 202 0</inkml:trace>
  <inkml:trace contextRef="#ctx0" brushRef="#br0" timeOffset="-208872.22">14273 14216 289 0,'0'0'423'0,"5"2"-15"0,-5-2-36 0,0 0-29 15,0 0-33-15,0 0-40 0,0 0-47 0,0 0-56 16,0 0-92-16,0 0-106 0,10-4-109 0,-1 2-123 16,0-4-145-16,1 1-442 0,-1-1 196 0</inkml:trace>
  <inkml:trace contextRef="#ctx0" brushRef="#br0" timeOffset="-208455.59">15009 13946 242 0,'-3'-3'236'16,"0"1"-26"-16,3 2-26 0,-8-2-15 0,8 2-19 16,-13 2-21-16,3 1-13 0,-2 4-15 0,-3 0-10 15,-2 5-8-15,2 1-11 0,-6 5-8 0,0-1-5 16,7-2-5-16,0-1 8 0,2-2-8 0,1 2-4 16,2 1-5-16,2-5-6 0,2 0-1 0,2 1-4 0,0-5-2 15,3 5 3-15,3-5-2 0,3 1 4 0,2-2 5 16,2 2 0-16,2-4-3 0,4-1 3 0,-1-2 12 15,3 0 5-15,-4-3 13 0,2-1 5 0,1-1 11 0,-4 1 13 16,0-2-2-16,-3-1 2 0,-1 0-6 16,1-1-5-16,1-2-7 0,-9 0-12 0,5-2-5 0,-4-3-22 15,0 4-25-15,1-6-6 0,-3 3-4 0,-1-1-6 0,-5 4-10 16,1-2-14-16,-5-1-7 0,4 4-18 0,-9-2-23 16,4 0-25-16,-2 5-27 0,1 3-28 0,-1-2-26 15,4 3-46-15,1-1-51 0,-1 1-150 0,7 1-455 16,1 2 202-16</inkml:trace>
  <inkml:trace contextRef="#ctx0" brushRef="#br0" timeOffset="-208086.23">15341 13618 235 0,'0'0'206'0,"0"0"-23"0,0 0-18 15,-13 21-17-15,8-5-1 0,-9 8-17 0,1 5-7 0,-7 14-2 0,2 7-6 16,-1-2-11-16,-3 3-7 0,3-7-8 0,1 3-10 16,9-13-8-16,0 0-6 0,4-2-7 15,1 0-6-15,7-4 11 0,-2 0 2 0,8-5 3 16,-4-4 8-16,4-4 6 0,-5-1-1 0,9-3 4 0,-4-2 8 16,0-2 2-16,1 0 8 0,-1-2 10 0,0-3 9 15,-3 1 16 1,2-2 19-16,-1-2-14 0,-1-2-9 0,-1 1-15 15,-1-3-15-15,-1-2-22 0,1 0-18 0,-1-3-25 16,-7-6-31-16,-1-2-7 0,-3 1-35 0,-5-5-12 16,-6 1-3-16,-1 0 8 0,-1 3 3 0,5 2 8 15,4 3 15-15,-2 1 11 0,5 3 14 0,0 3 13 16,4 2 4-16,0 1 18 0,1-4-7 0,4 5-6 16,10-2-7-16,8 0-16 0,14 0-15 0,9-1-48 0,22 1-63 0,30 0-83 15,-2-2-108-15,-27 0-274 0,33-1-630 0,-35-3 279 16</inkml:trace>
  <inkml:trace contextRef="#ctx0" brushRef="#br0" timeOffset="-205533.12">16914 13810 228 0,'0'-5'271'0,"0"5"-16"0,0-6-22 0,0 6-32 0,0-5-24 16,0 5-18-16,0 0-23 0,3-3-13 0,-3 3-22 15,0 0-17-15,0 0-8 0,0 0-10 0,5 14-9 16,-5-6-4-16,2 4-5 0,1 4-5 0,-3 4-8 16,1-1 1-16,-1 3-5 0,0 5-5 0,-4-3-4 0,4 2 0 15,-2-1-2-15,-2-4-3 0,3-3-1 0,-3 1-1 0,0-4-4 16,4-4 3-16,-4-1 0 0,4-3-4 0,0-1 3 16,-1 1 13-16,2-3 10 0,-2 1 27 15,1-2 37-15,0-3 35 0,0 0 30 0,0 0-10 16,0 0-11-16,0 0-16 0,13-12-13 0,-6 2-16 0,4 2-4 15,-1-6-13-15,2 0-9 0,-1-1-6 0,2 5-7 0,2-7-14 16,-2 3-9-16,-1-1 0 0,-4 6-1 0,2 0 0 16,0 1-8-16,-2 2-2 0,-3 2-6 0,1-1-8 15,-3 3-15-15,4-1-16 0,-1 3-8 0,-6 0 1 16,9 2 6-16,-4 1 0 0,-1 2-2 0,2 3 2 16,-2 3-1-16,1 0 7 0,2 0-2 0,-2 4 5 15,0 1 2-15,1-2-2 16,-2 2 0-16,1-3 2 0,-1-2 31 0,0 0 2 15,0-2-6-15,0 0 3 0,-2-2 1 0,2-2 1 16,-2 0 5-16,1-2 17 0,0 1 23 0,-3-4 18 16,3 2-3-16,-3-2 3 0,0 0-8 0,16-9-9 15,-9 1-5-15,1-1 0 0,1 0-11 0,4-4-1 16,-2 0-7-16,2-1-2 0,1-2-16 0,-3 0 9 16,5-5-6-16,-6 7-6 0,3-1-3 0,-4 1-1 0,-1 4-2 0,-2 2-1 15,-1 2-4-15,-1-1-5 0,0 2 1 0,-3 2-23 16,3 1-29-16,-3-1-39 0,-1 3-36 0,0 0 12 15,0 0 8-15,11 5 8 0,-9 0-4 0,6 5 7 16,-2-3-6-16,3 4-9 0,6-1-8 0,1 3-9 16,9 2-8-16,2-4-10 0,5 1-26 0,1-2-14 15,-1 0-4 1,4-6-6-16,2-1-4 0,1-1-1 0,14-2 3 16,-17 0 22-16,-1-3 4 0,-3-3 12 0,-2-1 18 0,-2-3 24 15,-10 2 39-15,-2-1 38 0,-4-3 30 0,1-2 28 16,-8 3 23-16,3-3 12 0,-3-1 16 15,-5-1 21-15,2 1 11 0,-2 0 12 0,-2 3 1 16,-2 0 5-16,3 3-12 0,-3-1-13 0,-1 0-15 16,-2 4-9-16,1-2-10 0,-3 4-9 0,-2 1-8 0,-3 3-4 0,-2 3-7 15,-5 4-6-15,1 0-7 0,-5 7 2 0,-1 1-6 16,1 2-3-16,2 2-2 0,-3 2-2 0,6 1-3 16,1-2 2-16,4 1-6 0,0 1-15 0,6-6-7 15,0 0-3-15,2 1-3 0,3-4-3 0,3-3 7 16,-2 1 1-16,2-2 2 0,2-1 11 0,2-4 5 15,-1-1 10-15,3 1 7 0,4-4 0 0,1-2 9 0,4-2 1 0,0-1 8 16,4-3 7-16,0 0-5 0,7-6 3 0,-8 3-2 16,5-2 2-16,-3 0-7 0,-2 2 5 0,3 0-6 15,3-6 0-15,-6 6-4 0,0 1-5 0,-3 2-7 16,2 0 5-16,-5 2-2 0,-4 2-7 0,-1 0-4 16,2 1-10-16,-4 0-3 0,4 3-11 0,-8 0-4 15,11 2 2 1,-3-1-2-16,-3 2-6 0,5 2-2 0,-1 1-8 0,0 1-20 15,1-2-7-15,2 3-1 0,3 0 0 0,3 0-13 16,1 2-26-16,0-3-23 0,8 1-18 0,0 1-17 16,-7-4-19-16,10-2-7 0,-11-2-2 0,10 0 4 15,-2-2 8-15,-4 0 16 0,0-2 15 16,-5-5 13-16,3-1 25 0,-1 3 25 0,-5-5 26 0,3-1 32 16,-1-5 40-16,-3 2 23 0,0-6 21 0,-4 7 19 0,2-2 11 15,-5-1 10-15,0 1 6 0,0-1 3 0,0 3 1 16,-3 1 4-16,-2 1 7 0,1 3 5 0,-1-1-7 15,2 3 0-15,-2 2-11 0,-1 0-10 0,0 2-18 16,0-1-4-16,-1 4-28 0,5-5-25 0,-5 5-8 16,0 0-6-16,0 0 0 0,0 0-4 0,-12 15 0 15,5-6 2-15,-3 6-3 16,-1-1 0-16,-1 3-3 0,-5 5 0 0,1 2 2 16,-3-2-4-16,-3 3 0 0,0-1 4 0,0 0-1 15,2-2-2-15,-1-1-2 0,6-5 1 0,4-1 4 16,-2-4-4-16,4-2 0 0,1-1 1 0,3-2 5 15,1-1 6-15,-1-2 37 0,1 0 44 0,1-1 28 16,3-2 15-16,-7-1-6 0,7 1-14 0,-5-9-11 16,1 2-1-16,4-3-16 0,-1-3 4 0,0 2-8 0,2-4-5 0,0-4-14 15,0 2-1-15,2-4-8 0,1 2-10 0,0 1 1 16,0 0-8-16,1 2-5 0,-1 1-5 0,-1 4-3 16,0 1-14-16,-2 5-8 0,2-1 15 0,-1 2-6 15,-2 0-7-15,0 4-26 0,4-3-5 0,-4 3-3 16,8 0-8-16,-8 0 6 0,10 7 1 0,-1 0-4 15,1 1-6-15,4 5-1 16,2-3-4-16,1 1-9 0,5 6-20 16,4-3-28-16,-2-1-20 0,2-2-22 0,0 1-19 15,-6-5-16-15,0 1-8 0,0-3-10 0,-2-1-1 0,4-1 6 0,-3-1 8 0,-6-3 16 0,5-2 19 16,-5 1 22-16,-2-4 12 0,1 1 29 0,-3-2 30 16,-2-2 27-16,2 1 31 0,-1-2 28 0,-2 0 11 15,0-1 19-15,1-1 7 16,-2 0 17-16,-2 0 12 0,1 3 19 0,-2-4 6 15,1 6 19-15,-1-3-9 0,1 5 3 0,-2-2-20 16,-1 3-9-16,4-1-12 0,-3 1-9 0,-1 0-5 16,0 4-27-16,3-3-31 0,-1 1-13 15,-2 2-5-15,0 0-11 0,0 0 2 0,0 0 0 16,0 13 0-16,0-4 5 0,-2 1-3 0,2 2-6 0,-2-1 7 16,1 4-1-16,1 0-1 0,-1 2 3 0,-1-1 4 0,0-4-5 0,1 1-3 15,0-1-17-15,1 0-19 0,-2-3-10 0,2 1-18 16,2-3-14-16,-4 1-15 0,1-4-10 15,1 1 1-15,-1 0 8 0,1-2 13 0,0-3 7 0,-2 2-54 16,2-2-78 0,0 0-46-16,-2-13-184 0,1 7-473 0,-1-3 210 15</inkml:trace>
  <inkml:trace contextRef="#ctx0" brushRef="#br0" timeOffset="-205354.54">18780 13646 42 0,'0'-10'332'15,"0"3"-27"-15,0 2-28 0,0-1-26 0,0 2-25 16,0 1-27-16,0 3-38 0,2-5-48 0,-2 1-23 0,0 4-34 0,0 0-30 16,0 0-46-16,13 9-50 0,-8-4-54 0,4-3-187 0,-4 4-337 15,4-1 150-15</inkml:trace>
  <inkml:trace contextRef="#ctx0" brushRef="#br0" timeOffset="-203526.11">19099 13818 287 0,'2'-5'284'0,"0"0"-7"0,-2 2-13 16,3 0-18-16,-2-1-25 0,-1 4-25 16,4-2-20-16,-4 2-27 0,2-5-14 0,-2 5-19 15,0 0-16-15,0 0-15 0,0 0-6 16,4 12-10-16,-4-5-5 0,0 5-10 0,0-1-4 15,0 1-5-15,-1 6-2 0,-2-1-6 0,1 0-5 16,-2 2-3-16,3-2-5 0,-3 0 0 16,1-2-5-16,1-3-2 0,2-2-1 0,-3 0 0 0,3-3 0 0,0 0-2 0,-1-2 4 15,1 0-2-15,-3-1 4 0,3 0 39 16,0-4 36-16,0 0 41 0,3 4 32 16,-3-4 5-16,0 0-9 0,0 0-20 0,0 0-12 0,10-12-16 0,-6 7-8 15,6-2-11-15,-2-1-16 0,0-2-6 0,3-1-11 16,-2 2-4-16,-1 0-6 0,2 2-5 15,-3 0-6-15,1 0-13 0,-3 2 1 16,0 2-6-16,3-1-2 0,-4 1-1 16,0 0-6-16,1-1-5 0,-5 4-12 0,6 0-10 0,-6 0-17 0,10 3 9 0,-6 1 2 15,0-1-1-15,1 4 0 0,-1-2 4 16,-1 4-2-16,1-2 3 0,-1 1 5 16,2 0-6-16,-1-1 0 0,0 2 4 15,0-1 3-15,-3-1 1 0,3-3-1 0,-3 2 0 0,3-4 1 0,-1 3 16 0,-3-2-8 16,0-3 1-16,3 5 2 0,0-4 13 15,-3-1 2-15,4 0 13 0,-4 0 6 0,0 0-4 16,9-5 4-16,-4 1-12 0,-1-1-1 16,3-3-4-16,-3 1-1 0,4-2-2 0,1 1-2 0,0-1 1 0,-3 2-4 15,-1 0-1-15,0 1-3 0,1-1-12 16,0 0 9-16,-4 4 0 0,2-1-2 0,-1-1-18 16,-1 2-9-16,0 0-15 0,0 1-29 15,2-1-18-15,-4 3-5 0,9 0-7 0,-1 3-3 0,3-1-10 0,3 1-8 0,4 0-10 16,10 4-9-16,4-2-1 0,3 0 0 15,2-1-9-15,4 1-7 16,12-3 0-16,-13-1-12 0,12-1 7 0,-15 0 4 16,2-3 4-16,-5 1 17 0,2-3 10 0,-8-2 16 0,0 0 11 0,-10 0 29 15,-5 2 29-15,0 0 31 0,-6-1 39 0,0-3 23 16,-3 4 2-16,-3-2-4 0,-1 2 4 16,-3 0-6-16,1-2-3 0,-5 2-3 15,-2 1-7-15,-5 1-1 0,1 1-6 0,-7 1-5 16,1 1 2-16,-2 0-5 0,-5 8-2 0,5-3-7 0,1 0 1 15,-2 2-8-15,3 2 4 0,3-1-1 0,-1-1-3 16,4 3 0-16,0-1-1 0,4-2-1 16,0-1 2-16,2 3-3 0,0-4-1 0,2 0 2 0,4-1 3 0,-2-1-3 0,-1 1 7 15,3-2 14-15,1-2 19 0,0 0 15 16,0 0 12-16,0 0 2 0,0 0 0 0,22-5-7 16,-9 1-2-16,-3 2-2 15,5-1-1-15,1-1-2 0,1 1-2 0,0-1 0 0,1 2-7 0,0-1-8 16,-2 1 1-16,-2 2-6 0,-1-3-3 0,0 3-7 15,-2 0-12-15,2 0-11 0,1 0-18 16,-2 0-26-16,2 3-31 0,-1-1-31 0,0 1-38 16,0-1-40-16,0 3-44 0,1-3-65 15,-2 0-244-15,2 0-576 0,-3-2 255 0</inkml:trace>
  <inkml:trace contextRef="#ctx0" brushRef="#br0" timeOffset="-203313.12">20390 13682 337 0,'1'-7'363'0,"3"2"-39"0,-3 0-43 0,2 1-49 15,-3 4-29-15,0 0-20 0,0 0-21 16,-9 14-19-16,-1 1-10 0,-11 9-17 0,-1 8-8 16,-10 7-10-16,-1 4-11 0,0 0-7 15,1 0-19-15,0-2-47 0,1-2-40 16,5 1-46-16,5-7-56 0,2-4-71 0,0 0-218 0,1-7-452 0,5-6 200 0</inkml:trace>
  <inkml:trace contextRef="#ctx0" brushRef="#br0" timeOffset="-202055.08">20691 13808 127 0,'0'-5'306'0,"2"-2"-9"0,-2 4 2 16,1-1-8-16,0 0-18 0,-1-2-10 0,0 6-39 0,1-7-25 0,-1 7-20 16,2-3-33-16,-2 3-27 0,0 0-32 0,0 0-9 15,0 0-12-15,0 0-5 16,-2 17-3-16,1-7-7 0,0 2-10 0,-3 5-2 0,0-1-4 0,1 2 0 0,-1-1-7 16,0 3-3-16,1-4-2 0,-1 1-5 15,3-3 4-15,0-2-5 0,-1-1-3 0,2-2-4 16,-1-1 16-16,1-2 1 0,0 0-5 15,0-1 4-15,-1-1 9 0,1-4 18 16,1 4 21-16,0-1 36 0,-1-3-2 0,0 0-7 0,15-10-5 0,-8 3-10 0,9-4-4 16,-2-1-3-16,2-1-6 0,7-6-3 15,-1-1-20-15,-1 1-1 0,4 2-5 16,-3 0-7-16,-2-2-3 0,-5 9-6 16,-2-2-2-16,-1 4-1 0,-5 3-5 0,1 0 12 0,-1 0-33 0,-1 1-7 0,-2 0-19 15,1 4-6-15,1 0 2 0,-6 0 2 16,7 8-6-16,-3-3 4 0,2 3-1 15,-4 0 10-15,2 2-1 0,0 2 6 16,-3 0 0-16,3-1 0 0,-4 4 6 0,5-1-1 0,-1-2-11 0,-1 0 14 16,-1 0 0-16,2-4-1 0,-3-1 3 15,-1 3 8-15,0-6-5 0,0 2 2 16,2-2 25-16,0-1-18 0,-2 1 25 0,0-4 21 0,4 4 5 16,-4-4 1-16,0 0 2 0,0 0-14 0,15-11-3 0,-11 7-7 0,4-4 1 15,-2 0 3-15,5-3-14 0,0-1-2 16,1 1-6-16,0-1-1 0,1 3 1 15,-3-5-8-15,0 3 1 0,-2 3-6 16,-1 1-1-16,-1 1-7 0,0 2 1 0,-2-1 3 0,1 2-11 0,0-2-14 16,-1 4-9-16,0-2-7 0,-4 3-7 0,10 0-8 15,-10 0 5-15,10 4-5 0,-2-1-7 16,-3-1 2-16,5 3-5 0,2 0-3 0,-3 0-5 0,1 0 2 16,2-1 6-16,-1-1 1 0,-3-1 5 15,2 1 3-15,-1-3 8 0,4-3 8 0,-3 3 1 0,1-2 7 16,-2-2 6-16,0-1 2 0,3-1 10 15,-3 0 13-15,-1-2 12 0,-1 0 13 0,5-1 10 0,-5 0 5 0,0 0 12 16,-1 0-4-16,4 1 21 0,-6 2-7 16,1-1-1-16,-1 2-1 0,0 2-3 15,-3 0-10-15,3 1-9 0,-4-3 1 0,0 5-12 16,6-4-22-16,-6 4-20 0,0 0-11 0,0 0 4 0,0 0-3 0,4 9 4 16,-4-4-1-16,0-1 4 0,0 7 4 15,0-1-2-15,-1 2-1 0,-2-1-4 16,2 5-9-16,1-4-30 0,-4 3-22 0,3-2-22 15,1-1-28-15,-4-2-35 0,3 1-28 0,-2-1-40 16,2-3-74-16,-3 1-173 0,0-5-522 0,3-3 231 0</inkml:trace>
  <inkml:trace contextRef="#ctx0" brushRef="#br0" timeOffset="-201898.51">21426 13662 1925 0,'1'-19'190'0,"3"2"-37"0,-2 2-6 0,0 4-21 0,-2-2-20 0,1 3-20 0,3 1-11 15,-4 3-18-15,0-1-13 0,4 3-17 16,-4 0-28-16,0 4-21 0,5-3-19 16,-5 3-21-16,0 0-25 0,10 5-45 15,-3-3-36-15,-2 5-237 0,0-2-437 0,1 0 195 0</inkml:trace>
  <inkml:trace contextRef="#ctx0" brushRef="#br0" timeOffset="-201267.57">21734 13738 260 0,'0'0'261'0,"0"0"-27"16,-2 8-25-16,-1-4-22 0,-1 0-20 15,-2 1-16-15,1 4-15 0,-2 4-14 0,-2-3-11 0,-1 6-7 0,1 0-14 16,0 0-7-16,1 0-11 0,2-3-12 0,1-1-12 15,1-4-5-15,3 4-14 0,-3-8 2 16,2 1-2-16,0 0 9 0,2-2 23 16,-4-1 29-16,4-2 19 0,0 0-6 0,0 0-10 0,0 0-10 0,17-7 8 15,-12-3-1-15,5 4-4 0,3-7-3 0,1 1 0 16,0-2-12-16,0 1 2 0,-1-1-5 16,0 0 5-16,2 3-19 0,-3-1-2 0,-1 4-3 0,-2 0-1 0,-2 0-6 15,0 3-7-15,0 2-2 0,-2-2-7 16,-1 3-12-16,-1-1 0 0,1 2-15 15,-4 1-10-15,9 0-1 0,-9 0-6 0,9 5-3 16,-4-1-3-16,0 3-3 0,3-1-1 0,-2 3-5 0,6 3 3 0,-3 0-17 16,-3-4-8-16,7 4-6 0,-3-3-14 15,0 1-1-15,2 0-6 0,-3-1-2 16,2-1 2-16,-4-4 9 0,2 1 6 16,0-1 7-16,-2 0 7 0,1-3 4 0,-2-1 8 0,1-2 7 0,2 0 13 0,-2-3 14 15,1-2 12-15,-1 2 17 0,3-4 15 16,-3 0 3-16,1-1 6 0,-1 0 1 15,1 0 6-15,0-3 10 0,-2 2 1 16,2 0 3-16,-3 0 11 0,0 3 2 0,-1-2 5 0,1 4 2 0,-1-1-19 0,0 1 8 16,-3 2-17-16,2 1-11 0,-2 2-3 15,3-5-9-15,-4 6-28 0,1-2-17 16,-1 2-13-16,0 0 1 0,0 0 0 0,0 0 3 0,4 9-2 0,-4-4 8 16,-1 3-2-16,1-1 2 0,0-1 2 15,-2 4 0-15,1 0 5 0,1 0-2 16,-5 0 3-16,5 1-3 0,0-2-14 0,0-2-9 15,0-1-16-15,-1-1-14 0,-2 2-13 16,3-2-17-16,0-1-10 0,0 0 0 0,0-4 4 0,0 5 3 0,0-5-25 16,0 4-44-16,0-4-45 0,0 0-26 0,0 0-169 15,-1-16-435-15,0 6 192 0</inkml:trace>
  <inkml:trace contextRef="#ctx0" brushRef="#br0" timeOffset="-201107.56">22128 13539 47 0,'0'-5'316'16,"0"1"-12"-16,0-1-14 0,0 5-27 16,0-7-31-16,0 7-24 0,1-5-23 15,-1 5-20-15,0-5-36 0,0 5-27 0,0 0-32 0,9 0-36 0,-9 0-33 16,10 4-40-16,-6-1-48 0,1-1-41 0,2 1-68 16,-5 0-120-16,2 2-343 0,-1-1 152 15</inkml:trace>
  <inkml:trace contextRef="#ctx0" brushRef="#br0" timeOffset="-200031.81">22391 13651 126 0,'2'-2'313'16,"-2"2"11"-16,6-3-9 0,-4 0-7 15,1 1-14-15,-3 2-23 0,2-3-30 16,-2 3-22-16,3-3-27 0,-3 3-24 15,0 0-20-15,2-3-15 0,-2 3-36 0,0 0-19 0,0 0-5 0,0 0-9 0,4 11-7 16,-5-6-7-16,1 2-6 0,-1-2-3 16,1 5-2-16,-2-1-5 0,1 1-3 15,1 0-6-15,-1 0-2 0,-2-1-1 0,3 3-7 0,0-7 4 0,-1 6 0 16,1-7-6-16,0 2 0 0,-1 0-3 16,1-2 3-16,0-2 1 0,0-2-7 15,1 8 8-15,-1-7 2 0,0-1 0 0,0 0 18 16,1 6 6-16,-1-6 6 0,0 3 7 0,0-3 5 15,0 0-4-15,0 0-10 0,0 0 13 0,0 0-18 16,-1 4-2-16,1-4-6 0,0 0-7 0,0 0-1 16,0 0-7-16,0 0-7 0,0 0-1 0,0 0-1 15,0 0-5-15,0 0-21 0,1 3-2 0,-1-3-5 16,0 0-5-16,0 0 3 0,0 0 0 0,-1 5 3 16,1-5 1-16,0 7 3 0,0-7 8 0,0 3-8 0,1 0 9 0,-1-3 0 15,2 6 0-15,-1-3-8 0,0 2 15 0,-1-2-4 16,0-3 5-16,0 6-4 0,0 0 1 0,0-2 0 15,1 1-1-15,1 0 5 0,-2-2-4 0,0 3 7 16,0-1-6-16,0-1 5 0,-2 0-1 0,2 0 0 16,-1 1 4-16,1 0-4 0,0 2-4 0,-1-4 1 0,1-3 1 15,0 6 0 1,1-3 0-16,-1 2 1 0,0-5 1 0,0 0 3 16,-1 4-1-16,1-4 2 0,-1 4-1 0,1-4 2 15,0 0 2-15,1 4-2 0,-1-4 0 0,0 0 1 16,0 0 29-16,0 0 13 0,0 0 10 0,0 0 16 15,0 0 26-15,0 0-6 0,0 0 8 0,0 0-9 16,0 0-12-16,0 0-7 0,4-15-10 0,-2 8-2 16,4 0-10-16,-2-6-3 0,3 2-4 0,-2 0-10 0,3-4-3 0,2-2 9 15,-1 2-18-15,1-2-5 0,0 2-3 0,-1 0-1 16,0 1-2-16,2-1-1 0,-3 6 2 0,-3 0-5 16,3 0-1-16,-2 1-3 0,-1 3 3 0,-1 0-4 15,0 0 0-15,0 3-6 0,-3-2 0 0,2 1-2 16,-3 3-40-16,1-3-3 0,-1 3 1 0,0 0-1 15,0 0 10-15,13 5 1 0,-12-3-6 0,2 4 2 0,-1 0 13 16,2-1-21-16,-1 6 26 0,-1-1-13 0,1 1-4 16,-1 3 8-16,1-2-2 0,-3-2 3 0,4 5 5 0,-2 0 7 15,-2 1 6-15,2-4-25 0,-2 0 10 16,1-1 10-16,-1-2-4 0,1 0 7 0,-2-2 1 16,2-2 1-16,-1-1 3 0,0 1 13 0,0-1-2 15,-1 0 41-15,1-4 31 16,1 3 21-16,-1-3 22 0,0 0 6 0,0 0-12 15,0 0-17-15,8-7-5 0,-3-2-11 0,0 3-6 16,1-6-9-16,3 0-9 0,2-3-2 0,0 1-8 16,-1-3-1-16,2 5-6 0,1-3-4 0,-1 1-4 15,1-1 0-15,-8 9-4 0,4-5-6 0,-4 6 1 16,-1-3-2-16,0 4-5 0,2 0-2 0,-2-1-6 16,-3 4-5-16,3-2-23 0,-4 3-21 0,0 0-3 0,0 0 4 0,0 0 0 15,12 8 0-15,-11-3-8 0,-1 2-14 0,5 1 21 16,-2-1-6-16,-2 3 3 0,0 2-6 0,2 0-12 15,-2-1-7-15,2 0-18 0,-2-2-12 0,0 1-13 16,2 0-14-16,-3-3-15 0,1 0-9 0,-1 0-17 16,3-2-13-16,-3 1-12 0,2-1-20 0,2-1-28 15,2-4-32-15,2 2-243 16,-1-2-561-16,3-2 249 0</inkml:trace>
  <inkml:trace contextRef="#ctx0" brushRef="#br0" timeOffset="-199699.78">23165 13700 140 0,'14'-13'257'0,"-2"1"9"16,-3 4 11-16,-3-1 11 0,2 2 10 0,-4 2 3 16,2-1-27-16,-3 1-3 0,-1-1-22 0,1 3-28 0,-2 1-24 0,2 0-24 15,-3 2-24-15,2-5-23 0,-2 5-23 0,0 0-10 16,0 0-9-16,-20 9-1 0,8-6-20 0,-2 8-19 16,1-1 9-16,-5 2-9 0,-2 5-7 0,-2 0-5 15,3 0 4-15,0 3-8 0,6-3-3 0,-1-3-5 16,0 1-16-16,5-1-10 0,-1-2-3 0,5-2 1 15,1 0-2-15,-1-6-2 0,1 1 4 0,0 1 20 0,3-1 1 16,-3-3 5-16,4-2 9 0,0 0-10 0,0 0 15 0,22-6-1 16,-12 2 3-16,0-3 3 0,3 4 6 15,2-6-2-15,-3 3-4 0,-1-1-1 0,1 0 4 16,-2 3-4-16,0 0-4 0,-1-1-5 0,0 1-7 16,-4 2-3-16,4-1-1 0,0 3-3 0,-2 0-10 0,5 3-11 15,0-1-24 1,1 2-40-16,-2 2-54 0,3 2-66 0,-1 4-100 15,-4-2-383-15,1 2-729 0,2-4 323 0</inkml:trace>
  <inkml:trace contextRef="#ctx0" brushRef="#br0" timeOffset="-198966.85">24787 13684 253 0,'0'0'350'0,"1"-5"-12"15,-1 1-40-15,0 4-35 0,0 0-25 0,-1-3-30 16,1 3-45-16,0 0-28 0,0 0-19 0,0 0-7 15,0 0-13-15,-8 19-11 0,7-10-10 0,-3 2-5 16,2 0-6-16,0 6-7 0,-3-1-5 0,3 0-4 16,-1 2-2-16,0-2-7 0,0-5 0 0,0 7-7 0,3-7-6 15,-2-1-22 1,-1 1-15-16,-1-4-15 0,4 0-19 0,-1 0-17 16,-2-2-9-16,3 0-3 0,-1-2 2 0,0-1 8 15,1-2-24-15,0 0-75 0,0 0-259 0,-13-9-456 16,5-1 202-16</inkml:trace>
  <inkml:trace contextRef="#ctx0" brushRef="#br0" timeOffset="-198767.78">24723 13511 145 0,'0'-12'347'0,"1"3"-11"16,4-2-13-16,-5 5-24 0,3-2-32 0,-3 4-22 16,0-1-27-16,0-1-29 0,1 3-46 0,-1-1-55 15,0 4-44-15,0 0-19 0,0 0-34 0,0 0-35 16,14 7-36-16,-10 2-44 0,5-3-54 0,-5 5-195 15,1-4-403 1,0 1 179-16</inkml:trace>
  <inkml:trace contextRef="#ctx0" brushRef="#br0" timeOffset="-198468.41">25080 13682 137 0,'1'2'309'0,"1"1"-31"0,-2-3-28 0,4 2-27 16,-4-2-27-16,0 0-18 0,3 6-21 0,-3-2-13 16,0 1-18-16,0 0-13 0,-3 2-8 0,3 3-8 15,-2-1-13-15,0 3-9 0,1 0-5 0,0-4-3 16,0 1-9-16,1 0-5 0,0-3-3 0,-2-1-5 16,2 1-5-16,0-3 1 0,0 0-2 0,0 1 7 0,0-4 19 0,0 0 16 15,7 3-5-15,-7-3-2 0,12-4 6 0,-1 0-8 16,-2-1-4-16,3-1-3 0,0-1-9 0,-1 2-4 15,1 0-8-15,-2-2 8 0,0 2-16 16,-1 2-8-16,0 0-3 0,-1 1-3 0,1-1-5 16,-2 6-3-16,1-3-7 0,2 0-5 0,-1 2-9 0,2 1-3 15,1 1-7-15,-2 4-17 16,3 0-1-16,-1 1-26 0,3 3-24 0,-1-2-29 16,0 2-33-16,0 0-27 0,4-1-47 15,-4-2-49-15,2 0-187 0,3-5-496 0,-3 4 220 16</inkml:trace>
  <inkml:trace contextRef="#ctx0" brushRef="#br0" timeOffset="-198172.37">26408 13358 82 0,'8'-17'360'0,"-3"2"-22"0,0 4-1 0,-4 3-27 15,3-1-28-15,-1 6-30 0,-2-2-37 16,1-1-38-16,0 5-41 0,-2 1-28 16,0 0-14-16,5 10-6 0,-5-1-12 0,0 6-10 15,0 6-6-15,3 7-6 0,-3 1-7 0,0 4-4 0,-3 0-5 0,6 0-4 0,-3 1-2 16,1 0-1-16,-1-1-6 0,0-1 1 0,1-2-1 16,3 0-5-16,0 1 3 0,-3-2-3 15,-1-5 7-15,4 1-6 0,-7-9-5 0,2 1-28 16,1-5-14-16,0-2-21 0,-1 0-10 15,-3 0-13-15,4-5-19 0,-1 2-11 0,-2-3 11 16,2 1-1-16,-3-1-2 0,0-3-46 0,4-1-57 16,-19-7-215-16,8 4-444 0,-1-4 196 15</inkml:trace>
  <inkml:trace contextRef="#ctx0" brushRef="#br0" timeOffset="-197930.26">26127 13711 35 0,'-10'-5'204'0,"0"3"1"0,2-2-2 0,3 1-1 16,-1 1-12-16,1-2 0 0,1 3-6 0,4 1-2 15,-5-3-21-15,5 3-14 0,0 0-15 16,0 0-5-16,20-3-20 0,-3 2-8 0,11-2-6 16,1 2-9-16,3 0-2 0,4 0-1 0,2-1 5 15,-1-1-8-15,0-1-9 0,-1 3-4 16,-3-1-3-16,-2-2-11 0,-8 3 3 0,-4-1-9 16,-5 2 0-16,-3-3-5 0,-1 3 1 0,-3 0-2 15,0 0-7-15,-1-2-3 0,-6 2-5 0,9-3-14 0,-8 2-11 0,-1 1-24 0,0 0-20 16,0 0-24-16,-12-3-14 0,5 1-27 0,0 2-25 15,-1-1-27-15,0 1-34 0,1-2-57 16,-1 1-148-16,0-1-432 0,4-2 192 16</inkml:trace>
  <inkml:trace contextRef="#ctx0" brushRef="#br0" timeOffset="-197375.93">26776 13490 99 0,'8'-9'396'16,"0"2"-5"-16,-4 2 12 0,1 0-17 0,-1 2-32 16,-2-1-41-16,1-1-38 0,1 4-28 0,-4 1-37 15,3-1-25-15,-3 1-22 0,0 0-17 16,7 9-18-16,-5-1-15 0,-2 4-11 0,0 3-5 16,0 2-17-16,-2 2-1 0,0 1-23 15,-5 7 1-15,4-2-29 0,-3 2-18 0,1-1-33 16,-3-2 0-16,2-7-15 0,1 3-9 0,-1-6-13 15,3 6-2-15,0-8-9 0,0-2 3 0,2-3 2 16,0 4 8-16,0-5 7 0,1-1 22 16,0-1 28-16,0-4 3 0,3 3-2 0,-3-3 3 0,12-3 13 0,-1-1-14 0,-3-3 1 0,2 2 0 15,8-5-3-15,-9 3-1 0,4 2 8 16,-2 2 1-16,2-5 3 0,-3 3 4 0,-2 4 2 16,-3-3 5-16,3 1 0 0,-4-2 1 15,1 1-6-15,-1 3-3 0,-4 1-5 0,6-3 0 16,-6 3-5-16,5 0 2 0,-5 0-8 0,0 0 4 15,8 3 0-15,-8-3-6 0,9 1 3 0,-5 2 8 16,1-1-4-16,6-1-1 0,1 5 2 16,-1-5 2-16,2 2 0 0,9 1 4 0,-1-2-8 15,8 1 0-15,-3-3 4 0,5 0-3 0,-13-3 4 16,4 1 0-16,-1-2-1 0,-3 1 3 0,-4-4-1 16,2 0 15-16,-2 4 4 0,-3-5-1 0,-2 2 16 0,1-1 23 0,-2 2-6 0,-4-2 8 15,-3 1-10-15,3-1-9 0,-4 1-12 16,-4 0-5-16,0 1-5 0,-1 0-6 0,-4 1 4 15,-1 1-12-15,-9 3-4 0,0 0-1 0,1 3-8 16,1 0 2-16,3 1-5 0,3 3-3 16,-3 1 0-16,2 1 0 0,7 1-6 0,-3 4-8 15,8 3-4-15,4 9-5 0,9 1-20 0,10-3-24 16,4-3-37-16,14 9-58 0,7-4-77 16,3-3-129-16,7-3-202 0,3-3-623 0,29-1 276 15</inkml:trace>
  <inkml:trace contextRef="#ctx0" brushRef="#br0" timeOffset="-196606.5">28692 13618 216 0,'0'-6'381'0,"0"3"-13"16,1-5-10-16,-1 4-20 0,0-1-25 0,0-2-24 16,2 5-27-16,-2 2-22 0,2-6-33 0,-2 6-18 0,0-4-29 0,0 4-23 0,0 0-30 0,1-2-37 15,-1 2-11-15,0 0-14 0,0 0-9 16,0 0-5-16,-3 16-3 0,1-6-3 0,1-1-2 15,0 2 1-15,-2 1-9 0,1 3 0 16,-1-2-4-16,-1 0 2 0,3 0-3 0,-1-1 3 0,1-1-2 16,-1 1 4-16,-1 0-1 0,2-5-40 0,0 2-26 0,-2-5-16 15,3 2-15-15,0 2-3 0,-1-5-2 16,0 1 2-16,1-4 14 0,-2 5 5 0,2-5-6 16,0 0-80-16,0 0-137 0,-5-12-191 15,5-2-519-15,-4-2 230 0</inkml:trace>
  <inkml:trace contextRef="#ctx0" brushRef="#br0" timeOffset="-196407.07">28665 13300 130 0,'3'-10'345'0,"-2"0"-21"0,3 1-28 0,-3-1-33 0,-1 4-26 0,1 2-29 16,-1 0-53-16,1 2-61 0,-1 2-21 0,0 0-30 16,0 0-37-16,0 0-37 0,10 14-37 15,-7-5-46-15,1 3-78 0,0 1-104 0,1 1-318 16,0-2 140-16</inkml:trace>
  <inkml:trace contextRef="#ctx0" brushRef="#br0" timeOffset="-195840.87">28974 13566 25 0,'0'0'381'0,"3"2"-44"16,-3-2-39-16,0 0-30 0,2 4-32 15,-2-4-22-15,0 7-26 0,0-3-17 0,0 1-17 16,-2 7-18-16,-2-3-15 0,2 1-9 16,0 2-12-16,-2 3-9 0,1-3-10 0,0 0-10 15,0-2-5-15,1-1-8 0,1 1-2 0,1-4-4 16,-2 0-2-16,1-1-5 0,0 0 1 0,-1-1 13 16,2 1 24-16,0-5 29 0,2 3 32 15,-2-3 9-15,0 0-10 0,0 0-29 0,14-8 2 16,-9 4-11-16,6-3-12 0,-2-1-11 0,6 1-3 15,1-2-13-15,-2 1-20 0,1-1 5 0,-2 3-1 16,-3 0-18-16,3 2 7 0,-4-2-13 0,4 4-3 16,-4-1-11-16,-1 3-7 0,0 0-3 0,0 0-22 0,-1 2-5 0,0 0-2 0,3 3-3 15,-1 0 15-15,2 2-21 0,1 1 1 0,-3 1 6 16,2 3-6-16,1-2-15 0,-3 0-3 0,5 4-13 16,-5-4-12-16,0 0-3 0,-1 1-3 0,1-4 7 15,-3 1 2-15,-1-3 15 0,-1 0 4 0,0-1 16 16,0-3 34-16,1-1 22 0,-5 0 0 0,10-6 14 15,-6 0-18-15,1-1-1 16,0-3 15-16,1-1-9 0,1-5 4 0,-1 2 12 16,1-6 0-16,0 2 3 0,-2 0 21 15,3-6-13-15,0-3 4 0,-2-2 0 0,2 2 5 16,0-2-18-16,-3-1 17 0,2-2-6 0,2 2-2 0,-4 3 3 0,3 1 3 0,-3 7 10 16,-1 3 12-16,1 5-2 0,-4 1-10 15,1-1-6-15,0 6-15 0,-2 2-29 16,0-1-46-16,0 4-45 0,0 0 8 0,0 0 2 15,0 12 8-15,-4 0 8 0,-2 5 1 0,0 9 7 16,-1 1 2-16,0 2 4 0,0 0 5 0,-2 3 6 0,4-4-2 0,1 2 4 16,0 0 10-16,1-6 7 0,3 4-6 15,0-11 2-15,1 0-4 0,-1-1-27 16,1-4-16-16,-1-2-12 0,1 1-13 16,1-5-3-16,-2 1-8 0,0-2 4 0,2 0 7 0,-2-2 4 0,0-3-25 0,0 0-55 15,0 0-57-15,0 0-57 0,0 0-206 16,3-16-522-16,-3 10 232 0</inkml:trace>
  <inkml:trace contextRef="#ctx0" brushRef="#br0" timeOffset="-195656.88">29238 13534 214 0,'0'0'299'0,"-7"0"-8"0,7 0-11 16,0 0-9-16,-8 0-6 0,8 0-24 0,0 0-13 0,0 0-26 0,0 0-13 15,0 0-20-15,22-4-24 0,0 2-11 16,6-1-25-16,4 3-34 0,3-2-41 16,-2 0-32-16,4 1-48 0,-3-2-58 15,-1 1-70-15,1 0-78 0,-5-3-177 0,-7 2-465 16,-2-2 206-16</inkml:trace>
  <inkml:trace contextRef="#ctx0" brushRef="#br0" timeOffset="-195272.51">29727 13592 105 0,'0'0'293'0,"-4"2"-9"0,4-2-12 0,0 0-34 15,0 0-20-15,0 0-24 0,19-1-17 16,-6 0-19-16,0-2-20 0,0 1-9 15,6 0-9-15,-3 0-10 0,4-1-6 0,-4 0-6 0,3-2-6 0,-1 1-7 16,-2-2-9-16,-2 0 6 0,-3 1-12 16,3-1-3-16,-2 0-2 0,-2 1-2 15,-2-1 7-15,-1 1-7 0,2-1 0 0,-4 1-4 0,0 1-13 0,-1 1-4 16,0-3-6-16,-4 3-13 0,0-2-8 16,0 5-8-16,-9-5-5 0,3 3 1 15,-6 1 0-15,1 2-7 0,-2 3-3 16,-1-2-1-16,1 2 6 0,-5 2-6 0,4 1 0 0,-4 1 0 15,9 0 1-15,-2-1-4 0,-1 5-3 0,3-3 2 0,0 4-1 0,1-1-2 16,2-1 0-16,4 2-3 0,1-2-3 16,2 1-8-16,3 0-15 0,1-1-29 15,2-2-26-15,2-1-50 0,2 1-51 0,3-4-285 0,-3-2-524 0,3 1 232 16</inkml:trace>
  <inkml:trace contextRef="#ctx0" brushRef="#br0" timeOffset="-194920.26">30141 13471 205 0,'5'-9'312'0,"4"3"-26"0,0 0-25 0,-3 1-21 0,3 3-27 16,3-2-25-16,-2 4-20 0,0 1-19 0,3 2-16 16,-3 4-14-16,2-1-14 0,2 3-11 0,-1 5-8 15,-1 0-13-15,-3 1-2 0,0 2-14 16,-4-3-6-16,2 5-3 0,-3 0-7 0,-4-1-5 0,0-1 4 0,0 2-12 15,-2-4 0-15,0-1-5 0,-2-2-5 16,0-2 3-16,0 0-5 0,-1-3 0 16,3-2 5-16,0 0 5 15,0 2 16-15,0-2 28 0,1-4 35 0,1-1 52 0,-2 3 21 16,2-3 12-16,0 0-12 0,0 0-19 0,0 0-10 0,0-14-2 0,1 7-10 16,1-3-9-16,2-1-11 0,1 0-13 15,3-4-11-15,4-1-17 0,-3-1-21 16,2 2-46-16,7-7-15 0,-2 1-26 0,1 2-34 0,0 4-52 0,2-5-40 0,-4 8-41 15,-1 2-47-15,3-1-68 16,-2 3-73-16,-1-2-237 0,-5 1-675 0,0 4 298 16</inkml:trace>
  <inkml:trace contextRef="#ctx0" brushRef="#br0" timeOffset="-193839.45">30646 13430 19 0,'-3'-9'456'0,"3"4"-7"0,4 1-35 0,-4 1-17 15,0-2-33-15,1 2-34 0,-1 3-28 16,0-5-35-16,0 5-27 0,3-2-32 16,-3 2-25-16,0 0-21 0,0 0-16 15,0 0-23-15,0 0-8 0,0 0-19 0,9 12-12 16,-5-2-9-16,0-1-12 0,-1 3-9 0,0 1-23 0,2 4 6 0,-3-2 5 15,2 3-8-15,-1 0-2 0,-2 1-5 16,2-2 2-16,-2 2-7 0,0-3 3 16,1-4-8-16,-1 1 2 0,0-3-2 0,0-3 0 0,-1 1 6 0,2-3-4 0,-2 0-9 15,0 1 14-15,2-3 12 0,-2-3 38 16,0 4 39-16,0-4 29 0,4 3 2 16,-4-3-24-16,0 0-8 0,10-10-9 15,-1 3-9-15,-2 0-8 0,1-2-11 0,0 0-5 0,5-5-5 0,-2 2-10 0,2-2-5 16,1-1-9-16,2-6 1 0,-2 6-6 15,-3-1-16-15,0 1 1 0,-3 5-13 16,-1 0-14-16,-1 1-11 0,-1 1-17 0,0 3-22 0,-2 1-10 0,2-1-44 16,0 5-14-16,-1-3-30 0,2 0-24 0,2 3-17 15,0 0-11-15,3 1-31 0,2 1-2 16,2 2-10-16,4 2 3 0,-1-1 4 16,4 0-7-16,6 1 3 0,-6-3 4 15,5 2 21-15,-7-3 10 0,1-2 24 0,-1-1 23 0,-3-2 33 0,3 1 26 16,-7-1 47-16,-3 0 31 0,3-4 31 15,-4 2 28-15,-3-4 33 0,2 3 10 16,-4-4 1-16,-2 4 2 0,1-1-1 0,-3-1-4 0,0 0-11 0,-4 0-3 0,0 2-10 16,-5-1-5-16,-1 3-9 0,-3-1-2 15,-6 2-7-15,-4 3 1 0,3 3-10 0,-9 1 1 16,3 4-5-16,1 2-2 0,0 2 6 16,1 0-9-16,4 0 0 0,0 5 4 0,-2-2-9 0,8-1 0 0,0 3-3 15,3-2 5-15,2 2-5 0,0-3 4 0,2 0 2 16,5-2 3-16,1 0 5 0,2 0 10 15,4-4 3-15,1 1 8 0,4-2 4 16,7-1-6-16,0-2 5 0,4-3-4 0,0-2 5 0,-1-1 6 0,2 0-1 16,-1-3-2-16,0-1 13 0,5-5 7 15,-6 4 16-15,3-6 3 0,-4 1 5 16,-2 0-1-16,-2 0 4 0,3 0-8 16,-4-2-10-16,4 1 2 0,-5 2 6 0,-4 1-14 0,0 2-2 0,-1 3 1 15,-3-2-7-15,-1 2-4 0,1 2-4 16,0-2-20-16,-3 4-17 0,1-2-23 15,-1 1-39-15,-2 2-29 0,5-1 6 0,-5 1 10 16,0 0 8-16,6 8-2 0,-4-1 6 0,1-1-12 0,-1 2 6 0,0-2 2 0,3 5 1 16,-2-5 1-16,1 3 3 0,-1-2 1 15,3-1 5-15,-3 1 3 0,3-2 14 16,-1-1-3-16,0-1 4 0,-1-3 6 16,3 0 4-16,-1 0 9 0,2-3 9 0,-2 1 11 0,3-5 8 0,0 2 4 15,0-5 8-15,1-2 3 0,-1-2 7 16,4-1 21-16,-7-2 5 0,7 0 10 0,-2-6-16 15,-1-2 15-15,1-2-2 0,-1-1-5 16,-1 1-3-16,0-3-9 0,4 0 7 0,-3-2-11 0,0 3-2 0,1 0-1 16,-1 0-9-16,0 3 5 0,-4 9 8 0,-2-1-5 15,-3 7 6-15,3 1-14 0,-2 4-7 0,0 0-13 16,-1 2-32-16,3 0-50 0,-4 0-31 0,0 4 6 16,0 0 4-16,0 0 12 0,-10 26 7 0,2-4 5 0,-6 6 3 0,2 3 2 15,-4 1 4-15,-3 13 18 0,2 0-7 0,-4 0 6 16,5-11 3-16,5-1 2 0,-3-2 5 0,7-1 0 15,1 0 1-15,1-3 2 0,1-1 7 0,3-9 4 16,-2-2 6-16,3-3 18 0,3-2 25 0,-2-1 26 16,4 2 16-16,-1-7 14 0,4 5 8 0,-2-4-3 15,7-2-2-15,0-1-8 16,0 2-4-16,6-3-9 0,0-1-9 0,1-1-5 16,-1-1-10-16,-1 0-6 0,1 0-23 0,-1-1-42 15,-1 1-50-15,2 1-58 0,-2-5-68 0,-3 3-93 16,4-2-125-16,-2 1-329 0,1-4-796 0,0 2 353 15</inkml:trace>
  <inkml:trace contextRef="#ctx0" brushRef="#br0" timeOffset="-193585.63">32276 13631 3538 0,'0'0'432'0,"-7"-2"-125"15,7 2-85-15,0 0-80 0,0 0-35 0,0 0-34 16,0 0-14-16,0-6-15 0,0 6-28 0,0 0-55 16,3-6-73-16,-3 6-82 0,0 0-109 0,0 0-413 15,0 0-774-15,0 0 342 0</inkml:trace>
  <inkml:trace contextRef="#ctx0" brushRef="#br0" timeOffset="-181544.88">3522 15591 177 0,'0'0'189'0,"0"0"-12"0,3-4-8 0,-3 4-4 16,1-4-14-16,-1 4-3 0,0 0-11 0,3-4-2 15,-3 4-9-15,1-3-8 0,-1 3-6 16,0 0-5-16,0 0-7 0,0 0-9 0,0-5-3 15,0 5-6-15,0 0-7 0,0 0-5 16,0 0-10-16,0 0-3 0,-2-5-7 0,2 5-5 16,0 0-1-16,-3-1-3 0,3 1-13 15,0 0-3-15,0 0-4 0,0 0-8 0,0 0-1 16,0 0-7-16,0 0-4 0,-13 5 0 0,8 0-3 0,-5 3 1 0,0 3-3 0,-4 3 0 16,-2-2 22-16,6 4 2 0,-9 8-5 15,5-4 2-15,1 3-5 0,4-6-3 0,-1 0-3 16,4 0-1-16,-1-1-4 0,2 1 1 0,4-5-2 15,-3 2 2-15,4 1 1 0,1-3-1 0,3-2 2 16,1 2 1-16,4-2 0 0,2 0 5 0,1-4-6 16,6 2 4-16,0-3 2 0,1-2 0 15,-1-1-3-15,1-2 4 0,-1 0-2 0,-7-1 19 16,-1 0 22-16,-2 0 16 0,-1-1 7 16,-2 0 14-16,-3-2-8 0,1 0-4 0,0 0-11 15,-3-1-8-15,-3 0-11 0,0-1-4 0,-3 0-7 16,-2 0-3-16,-2 0-5 0,-1 1-9 0,-6-2-15 15,-1 2-15-15,-1 0-5 0,1 5-34 0,-1-3-20 16,1 1-35-16,5 0-33 0,-1 2-41 0,4-4-66 16,0 3-245-16,-2 1-532 0,6-3 236 0</inkml:trace>
  <inkml:trace contextRef="#ctx0" brushRef="#br0" timeOffset="-181143.61">3447 15402 18 0,'-19'-2'176'0,"-1"2"-13"0,-1 4-14 0,-6 4-11 15,0 2-17-15,-1 2-18 0,1 8-7 0,2 1-12 16,-2 6-12-16,-10 9-6 0,8 5-10 0,2 0-8 15,0 1-7-15,6 0-3 0,9-12-6 0,1 1-4 16,1 1-4-16,7-1-2 0,0-2 0 0,3-3 7 0,10-1 16 16,2 1 21-16,5-4 17 0,4 0 9 0,5-5 9 15,4-2 2-15,6-6 5 0,19 1 2 0,-3-8 9 16,-1-2-5-16,4-4 1 0,-14-2 8 0,-2-3 19 0,-4-1 15 16,-3 1 32-16,-5-3 23 0,-1-3 15 15,-10 4 5-15,-2-2-13 0,-1-2-19 0,1-7-26 16,-2-4-38-16,-6-3-34 0,-1-2-28 0,-1-4-31 0,-13 1-29 0,-5-13-15 15,-5 5-18-15,2 8-23 0,-4 4-22 0,-13-5-11 16,9 10-20-16,-5 4-26 0,0 7-38 0,-2 3-42 16,-3 2-56-16,5 6-92 0,-2 0-226 0,2 2-620 15,10 3 274-15</inkml:trace>
  <inkml:trace contextRef="#ctx0" brushRef="#br0" timeOffset="-180220.89">5111 15344 306 0,'-1'-13'312'0,"-1"5"-9"0,4-1-21 0,-4 0-26 16,1 4-33-16,1-1-19 0,-1 0-25 0,1 4-48 16,0 2-44-16,0 0-22 15,0 0-9-15,0 0-8 0,-8 22-9 0,3-4 1 16,-4 13-7-16,-1 14-1 0,1 4-23 0,-3 4-1 16,0 2-1-16,0-1 2 0,-2-1-3 0,4 1-1 15,-3-9-4-15,8-8 6 0,-3-6 0 16,7 3-2-16,-3-3-2 0,3-6 3 0,-2-6-3 0,-1-1 2 15,4-6-2-15,-1-3 10 0,1 0-6 0,0-4 2 16,0 0 7-16,-1 2 27 0,-3-3 23 0,4-4 11 0,0 4-2 16,0-4-5-16,-9 0-12 0,0-3-5 0,-4-1-10 15,3-4-20-15,-9 3-13 0,-7-7-16 0,6 6-32 16,-7-8-24-16,2 3-30 0,-3-3-36 0,1 1-41 16,2-3-37-16,2 0-38 0,8 4-139 0,2-3-416 15,3-1 185-15</inkml:trace>
  <inkml:trace contextRef="#ctx0" brushRef="#br0" timeOffset="-179942.23">4698 15715 128 0,'0'0'191'0,"0"0"-11"0,0 0-12 0,-3 1-8 16,3-1-16-16,0 0-13 0,0 0-23 0,0 0-3 15,9 3-9-15,3-1-7 0,2-1-5 0,9-1-7 16,14 0-4-16,17-3-11 0,2-1-5 0,8-2-3 16,0 1-3-16,-3 1-7 0,-1-4 0 0,-1 2-7 15,-4 1 0-15,-4 0-7 0,-14 2-1 0,-1-1-1 16,-8 1-2-16,-6 0-5 0,-5 2-3 0,-4 1 0 0,0-1-1 0,-4 1 1 16,-3-1 8-16,0 0-7 0,-6 1-4 0,10 0-3 15,-10 0-2-15,0 0-13 0,0 0-16 0,0 0-21 16,-19 3-21-16,8-2-22 0,0 2-30 0,-1 0-41 15,0 2-169-15,0-3-349 0,6-1 154 0</inkml:trace>
  <inkml:trace contextRef="#ctx0" brushRef="#br0" timeOffset="-179672.77">5704 15614 153 0,'1'-3'345'16,"-1"3"4"-16,0-8-16 0,0 8-18 0,1-7-22 0,-1 7-26 16,0-5-33-16,0 5-24 0,0 0-15 15,0 0-36-15,2-5-21 0,-2 5-25 0,0 0-31 0,0 0-11 16,0 0-10-16,0 0-2 0,-3 18-10 0,3-9-3 16,-1 3-5-16,-1 0-4 0,0 5 5 0,1 0-17 15,-2 2-21-15,2-1-9 0,-1 0-25 0,0-1-13 16,0-1-19-1,-1 0-11-15,0-3-24 0,-1-2-32 0,2 2-12 16,-3-6-24-16,1 3-40 0,-1-3-50 0,-4-3-148 16,3-1-436-16,-1-3 192 0</inkml:trace>
  <inkml:trace contextRef="#ctx0" brushRef="#br0" timeOffset="-179519.38">5637 15426 28 0,'-1'-14'344'0,"1"2"-16"0,0 3-25 15,0 4-29-15,0-2-32 0,0 7-15 0,1-9-47 16,-1 9-50-16,0-5-53 0,0 5-35 16,0 0-7-16,0 0-30 0,0 0-21 0,0 0-37 0,11 22-37 15,-9-11-35-15,2-1-54 0,0 2-113 0,-2-3-317 16,2 3 140-16</inkml:trace>
  <inkml:trace contextRef="#ctx0" brushRef="#br0" timeOffset="-178956.13">5916 15609 2279 0,'4'2'196'0,"-2"0"-99"0,2-1-49 0,-1 1-23 0,-3-2-18 16,5 4-3-16,-2-2-5 0,-3-2-2 0,2 3-2 16,0 1 7-16,-2-1 5 0,2 3-6 0,-2 3 2 15,1 4 0-15,-2 3 0 0,-1-1-2 0,0-3 4 16,0 4 5-16,1-4-4 0,-1 0-3 15,2-2 2-15,0-4-1 0,2 2 2 0,-2-2 1 16,-2-2 0-16,4 1 11 0,-1-3 10 0,-1-2 35 0,0 7 27 0,0-7 30 16,0 0 5-16,0 0-11 0,0 0-14 0,15-10-2 15,-8 4-10-15,3-4-12 0,2-2-14 0,3-3 2 16,7-3-11-16,-4-2-6 0,-4 7-7 0,3 2-6 16,-6-2-8-16,3 4 3 0,-2 2-7 0,-5 3-7 15,3-2-6-15,0 2-6 0,-1 2-5 0,1 1-5 16,-3 2-8-1,4 1 1-15,-1 2-2 0,0 2-4 0,2 0 6 16,2 4-3-16,1-3-2 0,0 4 3 0,-1-1-1 0,3 1-4 16,-3-2 4-16,0 0-4 0,0 1-5 0,-1-4-1 15,-4 0 0-15,0 1 5 0,-3-3 2 16,-1 0 5-16,3-1 4 0,-4-1 5 0,0-1 24 16,-1 1 21-16,-3-2 42 0,7 1-8 0,-7-1 0 15,6-4 1-15,-2 1-4 0,0-2-2 0,-2-1-8 0,4-1 4 0,-3-3 0 16,3 0-1-16,-3 1-2 0,2-1-5 0,0 0-8 15,-1 2 8-15,0 1-8 0,0 0-4 0,-3 3 5 16,2 0-12-16,-2-2-8 0,-1 6-10 0,4-5-6 16,-4 5-20-16,2-4-18 0,-2 4-22 0,0 0-10 15,0 0 3-15,0 0 0 0,0 0 4 0,4 16 10 16,0-12-12-16,-4 6-1 0,1-2 3 0,2 5-1 0,-3-3 3 16,0 1-15-16,0 0-20 0,0 1-10 0,0-1-21 0,0-1-20 15,0 1-18-15,-3-3-32 0,2 1-31 0,0-5-42 16,-2 0-243-16,-1 0-542 0,4-4 241 15</inkml:trace>
  <inkml:trace contextRef="#ctx0" brushRef="#br0" timeOffset="-178755.64">6312 15507 149 0,'-1'-9'309'0,"-2"4"-23"16,3-2-27-16,0 7-26 0,-2-7-24 0,-1 3-27 15,3 4-29-15,3-6-33 0,-3 6-27 0,0 0-33 16,11 0-43-16,-11 0-46 0,18 4-48 0,-9-2-66 0,-3 0-161 0,6 2-329 16,-3-2 146-16</inkml:trace>
  <inkml:trace contextRef="#ctx0" brushRef="#br0" timeOffset="-178517.22">6711 15259 167 0,'0'-7'332'0,"1"2"-30"16,-1 0-34-16,0 5-29 0,1-6-33 0,-1 6-25 16,0 0-19-16,0 0-18 0,0 0-15 0,4 22-10 15,-4-5-22-15,0 12-8 0,3 3-4 0,-6 5-12 0,3-1-3 0,0 13-11 16,3-14-2-16,-6 1-9 0,3 0-3 0,-1-3-2 15,2 1-4-15,2-4-4 0,-2-2-28 16,-2-9-14-16,2-1-32 0,-1-1-21 0,0-5-16 16,0-1-17-16,4-2-20 0,-4-3-14 0,0 2 5 0,-4-3 10 15,4-5 8-15,0 7 16 0,0-7-112 0,0 0-110 0,0 0-334 32,0 0 148-32</inkml:trace>
  <inkml:trace contextRef="#ctx0" brushRef="#br0" timeOffset="-178254.19">6531 15634 112 0,'0'0'188'15,"-7"-1"-10"-15,2 0-5 0,5 1 0 0,0 0-1 0,0 0-15 16,0 0-10-16,0 0-5 0,0 0-12 0,28-3-13 0,-7 0-12 16,11 2-7-16,3-8-11 0,19 7-8 0,0-4-3 15,6 2-1-15,-2-3-7 0,1 4-6 0,-3 0-5 16,-3-2-3-16,-17 1-5 0,-2 2-5 15,-6 1-7-15,-11-1-1 0,-2 1-2 0,-6 0-3 16,0 0-3-16,-1 1 2 0,-3 0-2 0,-5 0-5 0,5-2-6 0,-5 2-4 16,0 0-10-16,0 0-12 0,-20 3-21 0,8-1-22 15,-3 0-27-15,-2 1-28 0,3 1-47 0,-3 1-50 16,2 0-161-16,1-3-396 0,2 3 176 0</inkml:trace>
  <inkml:trace contextRef="#ctx0" brushRef="#br0" timeOffset="-177915.7">7204 15700 34 0,'0'0'261'15,"0"0"-2"-15,0 0-7 0,0 0-15 0,0 0-12 0,0 0-16 0,0 0-20 16,0 0-14-16,0 0-16 0,14 0-22 0,-5-5-13 15,3 1-4-15,1-1-16 0,7-1-12 0,-4 0-7 16,2-2-9-16,-5 1-3 0,1 0-12 0,-5-1 9 16,1 2-2-16,-2-1-2 0,1 1-8 0,-3-3-4 15,-2 2-10-15,-1 2-2 0,-2-2-11 0,-1 3-5 16,0 4-4-16,-4-9-9 16,-4 7-1-16,-1-1-6 0,-1 3 0 15,-3 3 2-15,-6 1-6 0,1 3 1 0,-1 0-8 16,-1 2 2-16,4 2-2 0,1 1 2 0,2 1-2 15,1 3-3-15,3 0 2 0,3-1 0 0,4 2 0 16,4-1-5-16,6 0-1 0,5 1-6 0,10-2-20 0,9-1-32 16,2-7-53-16,19 3-67 0,3-5-78 15,5-5-170-15,5-7-474 0,-1 0 210 0</inkml:trace>
  <inkml:trace contextRef="#ctx0" brushRef="#br0" timeOffset="-176411.83">8975 15395 120 0,'1'-5'312'16,"0"-2"-9"-16,1 2-14 0,-1 1-35 0,0 0-29 15,-1 4-28-15,2-5-27 0,-2 5-30 0,0 0-15 16,0 0-16-16,0 0-10 16,-2 23-10-16,0-11-7 0,0 5-10 0,-1 2-8 15,-4 0-3-15,4 6-32 0,-4 4-1 0,2-5-3 16,-1 5 2-16,-2-4-6 0,3 0-1 0,1-6-4 15,1 0 1-15,1-3 0 0,1-4-4 16,-2-3 0-16,2 2 0 0,-2-6 10 0,3 1 2 0,0 0 26 16,0-4 25-16,0-2 31 0,0 0 3 0,0 0-25 15,0 0 1-15,16-13-7 0,-9 7 3 0,5-9-15 0,-5 5 2 16,6-5-5-16,-1-3-9 0,3-2-7 0,-5 1-2 16,8-3 7-16,-4 0-19 0,0 1-7 0,-1 4 3 15,-8 6-3-15,3 0-1 0,-3 4 0 0,0 0-9 16,-1 3-15-16,-2 0-10 0,2 1-27 0,0-1-17 15,-4 4 1-15,0 0 7 0,0 0 0 0,8 11 3 16,-7-3 1-16,4 2 9 16,0 1 3-16,-1 0 7 0,4 6 3 0,-2-3 1 15,7 3-2-15,2 3 9 0,7-2-3 16,1 2-5-16,3-5-12 0,3 1-8 0,3-6-12 0,2 3-7 0,3-6 4 0,3-1-6 0,11 0 1 16,-13-4-2-16,16-4 0 0,-16-2 2 0,-2 0 1 15,-2-3 4-15,-2 0 8 0,-3-3 2 0,-5 4 7 16,-2-5 10-16,-8 0 13 15,2-1 11-15,-1 0 11 0,-3-1 11 0,-4 3 3 16,1-5 19-16,-4 4 3 0,1 1 15 0,-2-2 4 16,-3 2-6-16,3 1-7 0,-4 1-5 0,0 2-5 15,0-2-5-15,-1 4-8 0,-2 0-9 0,-2 3-2 16,-3 0-4-16,-1 2-3 0,-4 1-10 0,-9 5 1 16,3 2 2-16,1 0-2 0,-5 4 0 15,5-1-3-15,1 1 5 0,2 1-5 0,2 0-8 0,3 0-13 0,-3-1-9 0,8-1-2 16,-1 3-8-16,3-5 5 0,2 2 0 0,3-1 8 15,2-4 0-15,4 1 7 0,2-1-1 0,4-4 3 16,4-1 5-16,4 0-3 0,-4-4 7 0,1 0-1 16,0-2 4-16,-1-3 2 0,-3-1 1 0,2 0 3 15,-3-1 9-15,-1-3 11 0,-4 4 3 16,-3-4 8-16,3-2 3 0,-4 3 0 16,-1 0-2-16,-3-3-1 0,1 3-5 15,-2-5 0-15,-2 5-7 0,-3-4-6 0,0 4-8 16,3 2 3-16,-3 0-6 0,1 4-8 0,-2-1-11 15,1 1-15-15,-1 2-17 0,0 1-17 0,-2 1-28 16,3 0-25-16,-2 1-28 0,7 0-43 0,-8 2-29 16,8-2-192-16,-6 5-446 0,5-3 198 0</inkml:trace>
  <inkml:trace contextRef="#ctx0" brushRef="#br0" timeOffset="-176249.68">10111 15634 371 0,'0'0'383'0,"5"2"-11"0,-5-2-31 15,0 0-27-15,0 0-25 0,0 0-34 0,0 0-41 16,0 0-40-16,10-4-68 0,-10 4-76 0,5-3-86 16,1-1-89-16,0 2-86 0,-1-3-173 0,6-1-435 15,1-1 192-15</inkml:trace>
  <inkml:trace contextRef="#ctx0" brushRef="#br0" timeOffset="-175727.2">11059 15315 146 0,'0'-4'244'0,"0"4"-16"0,0 0-20 0,-1-6-4 15,1 6-19-15,0 0-20 0,-4-1-21 0,4 1-19 16,0 0-18-16,0 0-7 0,0 0-10 15,-10 8-11-15,2-2-8 0,-2 3-11 0,-3 4-7 16,-1-3-2-16,-4 9-8 0,2-5-7 0,4 1 6 16,1-1-13-16,2 0-5 0,-2 1-1 0,4-1-3 15,0-4-3-15,4 2 4 0,1-2-5 0,0 0-1 0,0 1 4 0,4-3 8 16,2-1 9-16,6-1 2 0,-1-2 2 0,4-1-1 16,-1-2 0-16,1-1-2 0,2 0 0 0,2-4 8 15,-2 1 17-15,-1-3 7 0,-1-2 11 16,0 4 7-16,-4-4-12 0,1-1 6 0,-1 0-15 15,0-1-5-15,-1-5 0 0,-1 2-11 0,-3-2-2 16,0 1-8-16,0-3-18 0,-4 5-2 16,0-2-8-16,-3 0 1 0,1 1-7 0,-2 4-5 15,-1-4-3-15,-3 4-9 0,2 2-11 0,-2 0-12 0,-2-1-11 0,-3 5-15 0,3 1-16 16,-3 2-34-16,0 0-30 0,2 0-34 0,-1 0-46 16,5 2-66-16,-2-2-144 0,9 0-466 15,-11 2 207-15</inkml:trace>
  <inkml:trace contextRef="#ctx0" brushRef="#br0" timeOffset="-175358.89">11386 15108 166 0,'0'0'210'0,"0"0"-24"16,-5 13-20-16,0-4-8 0,-5 6-25 0,2 3-7 15,-5 9-10-15,-3 2-9 0,-2 15 0 0,-4 2-12 16,3 2-10-16,1-3-9 0,5-10-8 16,4-2-23-16,4-1-1 0,3-1-10 0,-1 1 2 15,3-6 17-15,3-2 7 16,0-5-4-16,1-3 10 0,4-1 4 0,-3-2-5 0,4-4 7 0,-4-1 4 0,3-1 7 0,-3-2 12 16,4-3 13-1,-4-2 8-15,0 3 15 0,4-3 3 0,-9 0 3 16,13-5-11-16,-7 0-24 0,1 1 11 0,-2-6-12 0,-4 1-17 0,3-4-21 0,-4 1-19 15,-4-5-34-15,-2 3 0 0,-3-4-12 16,-4 1-2-16,-4-1 2 0,3 2 1 0,3 2 2 16,-3 3-4-16,2-2 10 0,4 6 0 15,3-4 13-15,1 6 5 0,0-1 9 0,2 0-18 16,8 0-23-16,15-4-17 0,11-1-20 0,27-2-44 16,6 1-58-16,36-4-93 0,-9 3-342 15,1-8-629-15,-3 3 279 0</inkml:trace>
  <inkml:trace contextRef="#ctx0" brushRef="#br0" timeOffset="-173894.44">13252 15325 91 0,'-17'0'106'0,"-2"0"-10"16,-8 0-12-16,5 2-5 0,-8 1-3 0,0 0-10 16,0 5-1-16,-2-4-6 0,1 3 4 0,-1 3-9 15,5-2-7-15,-1 5-3 0,1-1 0 16,1 2-2-16,9-4-4 0,-1 1-8 0,2 2 4 0,3-2 1 0,1-1-4 0,5 1-5 16,0-3 2-16,2 2-6 0,4-1 1 0,-2 1 21 15,7 1 16-15,1-4 6 0,8 0-7 0,0-2-1 16,6-2-3-16,1 0 1 0,9-1-5 0,0-4 10 15,0-5 4-15,2-1 0 0,-2-1 9 0,2-3 3 16,-2 0 11-16,-3-5 3 0,1-2 8 16,-2 0-1-16,-3 0 3 0,-1-3 3 15,0-2-3-15,-4-2-7 0,1 3-5 0,-4-4-10 16,0-1-3-16,-3 2-9 0,-1-4 3 0,-1 2-4 16,-2-2 5-16,-1 2 13 0,-2 3 11 15,-2 6 10-15,2 2-3 0,-4 1 1 0,2 3-6 0,-2 6-13 0,2-1-10 0,-2 2-16 16,0 2-33-16,0-2-42 0,0 6-21 0,0 0 14 15,0 0-7-15,0 0-3 0,-14 19 6 0,8-1 4 16,-3 5 2-16,-2 1 1 0,-1 5 6 16,4 0-2-16,-2-1-4 0,4 2 9 0,3 2-19 15,2-2-3-15,1 0 4 0,1-1 0 16,6-1 0-16,0-2-2 0,2-2 2 0,4-7 5 16,0-2 0-16,-1-4 9 0,2-1-2 0,2 0 5 15,4-4 1-15,0-4 0 0,9-2 6 0,-1 0 1 16,-6-4 2-16,6-3 3 0,-8-2 1 15,3-6 19-15,0 3 0 0,-5 0 2 0,1-5 3 0,-3 5 1 0,-1-3 12 0,-1 0 1 16,-4 2 4-16,4 1 1 0,-5-2 2 0,-1 3 11 16,-3 4 2-16,3-1 8 0,-6 2-8 0,1 0-10 15,1 4-5-15,-2-2-13 0,-1 1-27 0,-1 3-24 16,0 0-11-16,0 0 2 0,0 0 0 16,0 0 5-16,0 0 0 0,-1 18 2 0,-1-10 2 15,-2 2 1-15,1 1 6 0,1 4 0 16,-3-4 1-16,2 6 3 0,-1-3-9 0,3 1-20 15,1-1-13-15,0-1-4 0,1-1-21 0,-1-1-15 16,0-1-21-16,0 0-20 0,0-3-23 16,0-1-17-16,0 3-10 0,0-6 4 0,0 1 3 15,0-4 7-15,0 3 8 0,0-3-208 0,0 0-398 0,-5-13 176 0</inkml:trace>
  <inkml:trace contextRef="#ctx0" brushRef="#br0" timeOffset="-173688.9">13661 15159 19 0,'0'-7'303'0,"-3"1"-12"16,3 1-20-16,0-1-26 0,0 3-25 16,-1 0-27-16,1-2-21 0,0 5-32 0,0-5-38 15,0 5-26-15,0 0-27 0,0 0-35 0,0 0-32 0,0 0-46 16,14 7-57-16,-9-3-195 0,-1 0-341 0,0 0 150 16</inkml:trace>
  <inkml:trace contextRef="#ctx0" brushRef="#br0" timeOffset="-173403.93">14085 15199 16 0,'0'0'214'0,"0"0"-19"16,0 0-23-16,0 0-15 0,0 0-17 0,0 0-17 15,-14 5-11-15,9-2-14 0,1 2-10 0,-4-1-13 16,3 4-2-16,-5-2-7 0,5 1-6 0,-3 1-11 16,-1 0-1-16,4 1-5 0,-2 0-8 0,1 0 4 15,3 2-10-15,0-2 1 0,2 2-4 0,-1 1 2 0,5-3-8 16,1 3 4-16,4 3-2 0,2-1-4 0,1-1-2 16,4-1-2-16,-3-1 0 0,2 2-2 0,3-1-5 0,-4-2 5 15,-2-1-3-15,-3-1 0 0,-2 0-7 16,4-2-11-16,-6-2-9 0,0 0-16 0,-2 3 7 15,-2-4 4-15,-1 1-2 0,-1 1 6 0,-8 1 2 16,-2-2-1-16,-6-1 4 16,0 2-2-16,-3 1-18 0,-8-4-38 15,1-2-58-15,0 2-144 0,1-3-295 0,8-4 131 0</inkml:trace>
  <inkml:trace contextRef="#ctx0" brushRef="#br0" timeOffset="-172533.12">14499 15237 151 0,'-8'-1'223'0,"8"1"-17"0,0 0-18 0,0 0-20 15,-6 0-20-15,6 0-10 0,0 0-13 0,0 0-14 16,0 0-6-16,0 0-15 0,0 0-7 0,0 0-11 16,20-3-5-16,-8 2-7 0,3 1-8 0,3-2-11 15,0-2-3-15,-4 2-8 0,4-2-6 0,-3 0-1 0,3 0-2 0,0 0 2 16,-3-2-3-16,-2-1-2 0,-3 2-3 0,2-2 2 16,-5 1-8-16,1 4 10 0,-3-5 6 0,-1 2-1 15,-4 0-6-15,0 2-3 0,0 3-5 0,-5-5 4 16,-4 3-6-16,-1 0-3 0,-3 3 1 15,-6 2-1-15,0 0-2 0,-3 2-2 0,-5 5-2 0,-1-1-4 16,0 1 6 0,1 4 1-16,3 1-3 0,0-1-1 0,-1 3-3 15,5 1-2-15,5 3 6 0,-3-2-4 0,5 3 2 16,2 1 0-16,4-4 1 0,6-2-1 0,2-1 4 16,7 1 4-16,7 2 1 0,0-3 1 0,12-2-1 15,3-3 2-15,8 0 0 0,17-4 0 0,2-2 1 16,3 2-2-16,2-8-2 0,-1-5 1 0,-3 2 1 15,0-2-1-15,-8-3-3 0,-15 1 1 0,-5-3 5 0,0 0-7 0,-11 2 14 16,-1-3 27-16,6-5 14 0,-14 4-1 0,3-2 3 16,-8 4-4-16,-1-4 2 0,0 2-5 0,-3 2-2 15,-1 0-6-15,-5 1-3 0,1 2-8 0,-1 0-2 16,-2 1-9-16,-4 1 1 0,2-1-5 0,-6 3-1 16,-2 3-6-16,3 0 0 0,-2 2-3 0,-2 0-2 15,0 3-3 1,5 0-14-16,3 3-6 0,-3-2-6 0,3 3 2 15,1-1-3-15,0 1-6 0,4 0-5 0,1 2-1 16,0 0 5-16,4 0-2 0,1-4 8 0,6 4 2 0,-1-4 8 16,6 1-3-16,-2-2 3 0,5-3 1 0,-2 3 5 15,0-5-2-15,2 0 2 0,-3 0 2 0,2-5 6 16,-3 2 17-16,2-1 18 0,-3-2 11 16,-1 0 6-16,-1 1 0 0,-1-3 2 0,1 1-11 0,-3-2-3 0,-1 5 0 15,1-6 1-15,-1 4-10 0,-4-1-1 0,0 1-4 0,0-1-3 16,0 2-5-16,-4 0-4 0,3 1-11 15,-7-1-7-15,5 1-15 0,-3 1-8 0,-1 0-15 16,-1 1-15-16,-1 2-16 0,-1-2-35 0,-2 4-20 16,1-1-34-16,1 0-43 0,-3-1-213 0,5 3-453 0,0-3 201 15</inkml:trace>
  <inkml:trace contextRef="#ctx0" brushRef="#br0" timeOffset="-171899.52">15240 15253 133 0,'7'-3'294'0,"-7"3"-38"0,0 0-25 0,4-2-27 16,-4 2-22-16,0 0-21 0,0 0-16 0,6 5-17 16,-6-1-10-16,-2 1-11 0,2-1-14 0,-2 4-8 15,-2 0-9-15,2 3-10 0,-4-2-4 16,5 3-7-16,-1 0-3 0,-1 2-9 0,-1-4 0 15,3 2-8-15,0-8 3 0,-2 1-7 0,3 0-2 0,-1-1 4 0,-2-1 23 16,3-3 16-16,3 7 22 0,-3-7 13 0,0 0-3 16,0 0-8-16,0 0-9 0,18-12-8 0,-10 4-5 15,3 0-10-15,0 0-3 0,5-3-12 0,-2 0-1 16,1 2-10-16,-1-2-3 0,-3 4-7 0,1 0-2 16,-3 2-7-16,4 0 0 0,-4 1-11 0,-3 2 1 15,2-1-9-15,-3 3 7 16,4 0-14-16,-9 0-6 0,14 1-1 0,-4 3-3 15,-3 0-3-15,0 2-8 0,2-2-1 0,0 2-4 16,-1-1-12-16,-3 2-6 0,4 2-7 0,-3-4-5 16,1-1-2-16,-2 4 1 0,3-2 2 0,-5 0 5 15,4-3 4-15,-2-1 4 0,1-1 8 0,-6-1 4 16,13-3 9-16,-7-2 3 0,-2-2-1 0,3 2 2 16,-1-5 0-16,-1 0 13 0,4 1 9 0,-4-4 5 0,-1 2 12 15,1-6 11-15,3 1-6 0,-3 0 8 0,1-1 0 16,2 0 4-16,-3-4 3 0,4-3 0 0,2 0 4 15,-4 5-5-15,1 3 13 0,-2-1 1 0,0 4 15 16,-2 4-7-16,1 0-2 0,-2 4-19 0,1-1-7 16,-3 2-30-16,-1 1-15 0,0 3 0 0,0 0 1 0,0 0-1 15,-3 17-2 1,-2-6 4-16,1 3 0 0,-1 5 1 0,-5 5 2 16,2 0 1-16,1 3 1 0,0 1 3 0,1-1 1 15,2-2 2-15,2-4-1 0,-1 5 2 0,3 2-4 16,0-10 4-16,0 1-1 0,0-7 5 0,3 0-2 15,-3-3 2-15,1-1-3 0,-1-2-6 0,0 1 6 16,1-2-2-16,1 0 5 0,-2-2 2 0,0-3 1 16,1 5 2-16,-1-5-5 0,1 3-12 0,-1-3-33 0,0 0-37 0,0 0-48 15,0 0-45-15,3-17-56 0,-3 12-219 0,0-2-484 16,0-3 215-16</inkml:trace>
  <inkml:trace contextRef="#ctx0" brushRef="#br0" timeOffset="-168234.99">15470 15168 164 0,'0'0'157'0,"0"0"-5"0,0 0-9 15,0 0-19-15,0 0-11 0,0 0-14 16,0 0-12-16,0 0-12 0,0 0-8 16,0 0-6-16,0 0 0 0,0 0-7 0,0 0 11 0,0 0 1 0,0 0-3 0,25 2-7 15,-4-2-2-15,9-1-3 0,4 0-10 16,2-1-1-16,5 2-5 0,9 2-22 16,-13-5-24-16,2 1-45 0,-3 0-21 15,-1-1-46-15,-2 0-140 0,-6 0-284 0,-6 1 126 16</inkml:trace>
  <inkml:trace contextRef="#ctx0" brushRef="#br0" timeOffset="-167899.45">16085 15141 148 0,'0'0'265'0,"0"0"-12"15,0-4-2-15,0 4-11 0,0 0-13 16,0 0-16-16,0 0-18 0,1-4-25 16,-1 4-18-16,0 0-17 0,0 0-13 0,0 0-18 15,0 0-14-15,0 0-18 0,0 0-12 0,0 0-10 0,0 0-7 0,0 0-6 16,0 11 0-16,-1-5-5 0,0 2-4 16,1-3 0-16,0 2-5 0,0 0-2 15,-2 3-4-15,0 0-1 0,-1 1 1 0,3 0-1 0,0-2 0 0,-1-1-1 0,-3-1 6 16,4 0-23-16,-1 1-27 0,0-3-7 15,-2 3-17-15,3 0-11 0,0-3-18 16,-4 2-9-16,4-4-22 0,-1 0-4 0,0 2-10 16,-2-2-2-16,3-3-7 0,0 4-49 0,0-4-125 0,0 0-338 15,-13-5 149-15</inkml:trace>
  <inkml:trace contextRef="#ctx0" brushRef="#br0" timeOffset="-167725.4">16053 15020 210 0,'1'-6'268'0,"-1"1"-14"0,0 1-14 0,3-1-21 16,-2 0-25-16,-1 1-17 0,0 4-22 0,0-5-18 0,0 5-27 0,3-3-33 0,-3 3-24 15,5-1-23-15,-5 1-30 0,0 0-35 16,10 6-27-16,-6-3-37 0,1 1-41 0,-4-1-158 16,7 2-324-16,-4-3 144 0</inkml:trace>
  <inkml:trace contextRef="#ctx0" brushRef="#br0" timeOffset="-167208.76">16310 15117 118 0,'1'-2'270'0,"-1"2"-8"0,1-6-10 16,1 4-15-16,-2 2-24 0,3-4-23 0,-3 4-23 15,3-3-21-15,-3 3-19 0,0 0-22 16,0 0-11-16,0 0-13 0,0 9-9 0,-1-1-7 16,-3 1-7-16,4 3-7 0,-4 0-6 0,-1 3-5 0,1 2-1 0,-5-1-5 15,3 2-3-15,-2-1-1 0,2 2-6 0,-1-5 1 16,2-4-3-16,1 2-4 0,4-3 0 0,-2-1 0 16,-1-2-2-16,2-3 2 0,0 2 7 0,-2 1 17 15,2-4 24-15,1-2 22 0,0 0 30 0,0 0 6 16,0 0-12-16,0 0-9 0,0 0-9 0,20-13-11 15,-11 4-7 1,8-1-7-16,-3-2-8 0,8-5-7 0,1 1-12 0,-8 4-8 16,9-3-8-16,-10 4-9 0,-1 6 4 0,-3-4 8 15,-1 4-24-15,1-1-2 0,-3 2-1 16,-2 1-10-16,0 0-22 0,-1 2 0 0,-4 1-9 16,10 0-5-16,-10 0-7 0,9 5-8 0,-4-3-20 15,-1 5-17-15,5-2-16 0,-1 4-26 0,-2-1-38 16,2 1-38-16,2 0-45 0,-1-1-216 0,0-1-513 0,1-2 227 0</inkml:trace>
  <inkml:trace contextRef="#ctx0" brushRef="#br0" timeOffset="-166592.19">16767 15168 1783 0,'6'-10'169'0,"-2"2"21"0,0 1-29 0,-1 1 3 0,-1-1-4 16,1 3-22-16,-2-1-29 0,2 1-28 0,-2 0-18 15,2 3-13-15,-3 1-15 0,2-4-4 0,-2 4-7 16,0 0-3-16,0 0-2 0,-2 12-2 0,-1-3 3 16,2 0-10-16,-2 3 2 0,-1 3-2 0,-1 2 0 15,1-1 1-15,0 2 7 0,-2 2-13 0,4-6 3 16,-1 2-2-16,2-3 1 0,0-4-12 0,-1 1 0 0,1-3-1 0,2-3 2 16,-1 0 5-16,0-1 14 0,-1 1 16 15,1-4 17-15,3 5 4 0,-3-5-3 0,0 0 7 16,13-5 0-16,-6 1-5 0,1-3 3 0,2-1-2 15,3-5-5-15,2 1-4 0,-2 1-8 0,0-2-4 16,-1-1-1-16,1-1 1 0,0 3-10 0,-3-1 0 0,3 2 0 16,-8 3-1-1,1 4-3-15,-2-3 5 0,1 2-15 0,-1 3-10 16,0-1-17-16,-4 3-17 0,4-3-1 0,-4 3 3 16,0 0-1-16,8 7 5 0,-6-3 2 0,0 5 7 15,1-4 1-15,1 2 2 0,1 1 5 0,0 1-6 16,0 3 7-16,5-3-1 0,1 3-1 0,2-1-9 15,-1-1-5-15,4-2 5 0,2 0-4 0,1-3-8 16,0 0-2-16,0-3-1 0,3-1 6 0,-2-4 0 0,1-1 1 0,0 0 7 16,-3 0 6-16,3-3-1 0,-6-3 9 15,4 2 11-15,-6-3 11 0,2 1 10 0,0-3 4 16,-2 2 9-16,-1-1 7 0,-2-3 15 16,3 3 2-16,-5 1 9 0,-2 2 5 0,0 0-2 15,-1 4 8-15,-2 0-4 0,1 1-13 0,-2 0-10 0,1 0-7 0,1 1-24 0,-1 1-25 16,-3 2-19-16,0 0 4 0,0 0 2 0,0 0-1 15,2 12 0-15,-4-5 1 0,-1 1 3 0,2 3 0 16,-3-1 6-16,1 1-5 0,1 5 7 0,-2-4 0 16,1 2-1-16,-1 1 2 0,2-2 1 0,-2-4-18 15,4 4-18-15,-1-4-22 0,0 0-14 0,-1-1-23 16,1-1-14-16,1-2-15 0,-1 0-3 0,-2-1 5 16,3-1 1-16,0-3-40 15,0 0-26-15,0 0-58 0,0 0-151 0,0 0-432 16,0-21 192-16</inkml:trace>
  <inkml:trace contextRef="#ctx0" brushRef="#br0" timeOffset="-166422.93">17336 14980 253 0,'0'-5'251'0,"1"-2"-12"16,-1 2-29-16,0 1-24 0,0 2-27 0,0 2-20 0,0-5-21 16,0 5-18-16,0 0-27 0,0 0-31 0,0 0-25 15,14 7-36-15,-9-1-36 0,3-1-27 0,1 1-64 16,-4-2-102-16,5 2-268 0,-1-1 119 0</inkml:trace>
  <inkml:trace contextRef="#ctx0" brushRef="#br0" timeOffset="-166175.72">17807 14776 275 0,'4'-10'301'0,"3"3"-18"0,-5 2-21 15,-2 1-32-15,4 1-25 0,-3-3-29 0,-1 6-24 16,0 0-19-16,0 0-13 0,0 0-15 0,-1 22-10 0,-3-5-11 16,-1 10-9-16,-4 2-9 0,0 3-7 0,0 1-8 15,4 2-6-15,-4-3-7 0,0 3 2 0,4-2-3 16,1-3-8-16,0-1 0 0,8 1-2 0,-4-4 6 0,-1-7-13 16,-3 1 0-16,5-3-1 0,-1-5 0 15,3-1-4-15,-6-1-7 0,2 0-13 0,1-5-8 16,0 2-2-16,0-4 1 0,0 1 3 0,0-1 7 0,0-3-2 0,0 4-14 15,0-4-37-15,0 0-84 0,0 0-68 0,0 0-36 16,-13-13-141-16,8 4-417 0,1 0 185 0</inkml:trace>
  <inkml:trace contextRef="#ctx0" brushRef="#br0" timeOffset="-165922.34">17522 15117 163 0,'-5'-1'193'0,"5"1"-3"0,-5-1 4 15,5 1 19-15,0 0-14 0,-6-2-6 0,6 2-21 0,0 0-13 16,0 0-16-16,24-5-18 0,-1 4-8 0,9-4-11 16,0 3-12-16,5-1-7 0,-1-1-3 0,2 2-5 15,2-1-6-15,-3 1-7 0,-2-1-10 16,-3 0-3-16,-5 2-2 0,-5 0-8 0,-8-1-5 0,-1 2-9 0,-3-1-10 16,-4 0-9-16,2 1-9 0,-4-1-5 0,-4 1-7 15,9 0-5-15,-9 0-2 0,0 0-9 0,0 0-6 16,0 0-10-16,0 0-5 0,0 0-8 0,0 0-16 15,0 0-11-15,-14-4-27 0,14 4-8 0,0 0-28 16,0 0-13-16,0 0 5 0,0 0-4 0,0 0-125 16,0 0-306-1,0 0 136-15</inkml:trace>
  <inkml:trace contextRef="#ctx0" brushRef="#br0" timeOffset="-165690.31">18004 15073 305 0,'7'0'47'0,"0"0"17"0,1-2 17 16,-2 1 13-16,-6 1 13 0,11-1 17 0,-5-2 17 15,-1 2 8-15,-1-2 10 0,1 0 3 0,-1 2 13 0,0 0 6 16,-4 1 3-16,7-5 2 0,-3 4-6 15,-4 1-11-15,4-2-13 0,-4 2-17 16,0 0-14-16,4-2-16 0,-4 2-16 0,0 0-15 16,0 0-17-16,0 0-1 0,5 5-15 0,-4 0-9 0,0-1-1 15,1 1-6-15,-2 3 0 0,0 0-6 0,-2 1 4 16,4 2-10-16,-2 0-2 0,-2 6 6 0,1-6-4 16,0 1-23-16,0-1-23 0,-1 1-20 0,0-1-17 15,-1 0-19-15,1 0-16 0,-2-1-16 0,2-3-29 16,-2 0-21-16,2-2-10 0,0 0-20 0,-1-1-51 0,-1-1-125 0,4-3-404 0,0 0 180 15</inkml:trace>
  <inkml:trace contextRef="#ctx0" brushRef="#br0" timeOffset="-165536.31">18151 14900 315 0,'1'-8'323'0,"3"6"-26"0,-4-2-19 0,0 0-30 0,2-1-24 16,-2 5-25-16,3-4-25 0,-3 4-31 15,2-3-45-15,-2 3-21 0,0 0-34 0,0 0-39 16,12 5-49-16,-8 2-58 0,1 1-57 0,-1-6-193 16,0 6-382-16,1-4 169 0</inkml:trace>
  <inkml:trace contextRef="#ctx0" brushRef="#br0" timeOffset="-165003.53">18417 15122 36 0,'0'0'177'0,"-3"3"-15"16,3-3-10-16,0 0-13 0,0 5-10 0,0-5-9 0,4 4 10 16,0-3 0-16,1 2-4 0,3 0-8 0,3-1-11 15,2-1-8-15,1 0-16 0,3-1-4 0,-3 1-11 16,6-2-5-16,1-1-8 0,0 0-1 15,1-2-6-15,-3-1-4 0,4-2-4 0,-5-1-3 16,0 0-2-16,-1-1 0 0,1-1 1 0,-6-1-1 0,-2 2 2 0,0 0 6 0,-4 0 3 16,1-1 5-16,-3 5 0 0,-2-2-6 0,-2 2-5 15,-4 0-7-15,0-1-4 0,-1 3-5 16,-1 0-1-16,-6 0-8 0,-2 3 1 0,-3 0-2 16,-2 4-4-16,-1 1 0 0,0 3-2 0,0-1-2 15,1 1-1-15,2 4-1 0,1-3-5 0,2 3 3 16,0 0-3-16,2 1 2 15,3 0-4-15,3 1-2 0,-1-3 6 0,5 1-1 16,1-2 0-16,1 1 2 0,2 2 0 0,2-2 5 16,2-2 7-16,1 1 0 0,2 0 7 0,7 0 2 15,0-3 5-15,-1 0-5 0,2-2-3 0,3 0 7 16,-6-3 8-16,0-2 6 0,3 0 11 0,1-1 2 16,-5-1 24-16,6-3-3 0,-2-1-1 0,0 1 9 15,1-5-3-15,-1 3 0 0,-2-5-2 0,2 0-7 0,4-4 2 0,2 1-5 16,-1-2 10-16,-8 4-8 0,0 0-4 15,0 1 4-15,-4 3 2 0,0 0-6 0,-2 1 7 16,-1 4-14-16,-2-1-8 0,-1 1-15 0,1 3-12 16,0-3-26-16,-5 4-20 0,0 0 19 0,7 4-10 0,-4 1-26 15,1 4-5-15,-2 1-13 0,0 1-36 0,-2 5-40 16,-3 2-47-16,1-1-65 0,-5 3-109 0,-1-3-220 0,2-7-623 16,0-1 276-16</inkml:trace>
  <inkml:trace contextRef="#ctx0" brushRef="#br0" timeOffset="-163868.97">20432 14555 97 0,'-3'-4'247'0,"3"-1"-20"0,-2 0-21 15,2 2-21-15,0 3-21 0,-5-2-26 0,5 2-12 0,-14 10-17 16,-4 11-14-16,-5 7-9 0,-12 19-8 0,-17 23-9 15,5 1-11-15,15-18 12 0,-8 24-11 0,12-22-6 0,3-1 0 16,1 0-8-16,5-1 14 0,8-5 5 16,-1 1 1-16,10-1 4 0,3-3 3 0,3-10-1 15,6-3-4-15,4-5-21 0,0-2 3 0,4-1-1 16,2-5-1-16,-3-6 0 16,1 0 3-16,0-4-2 0,-8-2 3 0,6-1 2 15,-5-2 9-15,-2 1 12 0,1-1 12 0,-2-1 15 16,-2-3 10-16,-2 3 9 0,1-3 2 0,-1 2-8 15,-4-2 6-15,0 0-7 0,5 3-7 0,-5-3-7 16,5 1-12-16,-5-1-11 0,4 3-3 0,-4-3-16 16,0 0-4-16,0 0-29 0,4 2-26 0,-4-2-31 15,0 0-32-15,0 0-21 0,0 0-22 0,0 0-28 0,0 0-26 0,0 0-24 16,0 0-31-16,0 0-42 0,0 0-39 0,0 0-222 16,21-7-563-16,-6-2 249 0</inkml:trace>
  <inkml:trace contextRef="#ctx0" brushRef="#br0" timeOffset="-162897.37">21312 14971 5 0,'0'0'157'16,"0"0"-9"-16,0 0-11 0,0 0-12 0,0 0-13 0,0 0-8 15,25-3-14-15,-6 2-6 0,0-1-10 0,3-1-5 16,8 0-13-16,-3 2-1 0,5-3-7 15,-10 2-6-15,0 0 0 0,-2-1-11 0,-3 1 6 16,-5 0-2-16,-1 0 6 0,-2 1 4 0,-2 1-3 0,-3-2-4 0,1 1-3 16,-5 1-5-16,0 0-9 0,0 0 1 0,0 0-13 15,0 0-20-15,0 0-15 0,-19 5-13 0,6-5-12 16,0 3-6-16,-4 2-11 0,-1-2 5 0,5 1 4 16,-1-2 2-16,0 1 12 0,2 0 4 0,-2 0-2 15,3 0 5-15,-1 0 5 0,6-1 5 0,-2-2 3 16,1 3 26-16,1-3 3 15,2 1 19-15,4-1 15 0,-8 2 22 0,8-2 21 16,-5 1 5-16,5-1 6 0,0 0 4 0,-7 1-4 16,7-1-8-16,0 0-11 0,-4 2-9 0,4-2-7 15,0 0-9-15,-5 5-6 0,4-2-8 0,-1 1-5 16,0 3-3-16,-2 3 4 0,2 1 2 0,-2 5-1 16,0 4-3-16,-2 1 4 0,2 3-3 0,-2 2 0 15,2 2 2-15,0-3-2 0,0 1-1 0,0 0-2 0,2 1-1 16,-2 2 0-16,0 0-5 0,1-3 1 0,0 0-3 15,0-6 0-15,2 0-2 0,-2-3 1 0,1-1-1 0,-1-3-15 16,0-2 7-16,1-1 3 0,-1 0 0 0,-3-2 2 16,5-1 5-16,-2-2 2 0,1-1 4 0,-1 0 2 15,-1 0 3-15,2 0-1 0,-1-2 8 16,-1 0 4-16,-1-1-3 16,5-1-1-16,-14-3 4 0,5 2-10 0,-4-2-4 15,3-3-3-15,-3-1-1 0,-2 4-1 0,3-5-2 16,-3 1-4-16,4-1 2 0,-6 0-4 0,3-5 1 15,3 6 0-15,2 2-5 0,1-2 6 0,1 1-7 16,0 3 2-16,3-3-16 0,2 0-14 0,-2 1-31 16,1-4-30-16,2 2-42 0,5 0-66 0,0 0-43 15,-2-4-188-15,7 2-453 0,0 0 202 0</inkml:trace>
  <inkml:trace contextRef="#ctx0" brushRef="#br0" timeOffset="-162565.6">21495 14790 88 0,'0'0'396'16,"-2"-7"-18"-16,0 2-20 0,2 0-21 0,0 5-13 16,-1-7-45-16,1 7-24 0,-4-5-15 0,4 5-41 15,0 0-29-15,0-7-44 0,0 7-38 0,0-3-55 0,0 3-36 16,0 0-38-16,0 0-35 0,12 3-47 0,-12-3-53 0,10 4-56 15,-6 0-205-15,1-2-474 0,0 0 211 0</inkml:trace>
  <inkml:trace contextRef="#ctx0" brushRef="#br0" timeOffset="-161114.25">21890 14965 144 0,'0'-3'309'0,"0"-1"-12"0,0 0-16 16,0 4-20-16,0-4-26 0,0 4-17 0,1-5-34 16,-1 5-25-16,0 0-21 0,0 0-30 0,0 0-15 0,0 0-8 0,0 0-11 0,3 12-8 15,-6-3-7-15,2 1-8 0,1-1-3 0,0 4-3 0,-3 0-3 16,2-1-10-16,1 1 1 15,0 0-6-15,0-1-3 0,1 0 7 0,2 1 0 16,-3-4-12-16,5 1-3 0,-2-2 2 0,-1 0-1 16,3-3-1-16,-1 2 1 0,5-3 3 15,-2-3 0-15,-1 2 2 0,7-3 4 0,-3 0-6 16,4-3 0-16,-1-1 5 0,-2-1 0 0,6-2 4 16,-2-2 3-16,-1 0 2 0,-1 0 0 0,2 0 2 15,-6-1 2-15,5 0-2 0,-5 1 2 0,0 1 0 0,-1-1 2 0,-2 3 5 0,-2-1 0 16,1 3 3-16,-1 1-13 0,0-2-11 15,-3 3-2-15,3 0-9 0,-4 2-10 0,6-3-16 16,-6 3-20-16,0 0-16 0,0 0 1 0,0 0 10 16,0 0 2-16,8 7 6 0,-5 0-6 0,1 1-9 15,-2-1-10-15,5 0-11 0,1 3-7 0,0-2-9 16,1 0-11-16,5 2-8 16,-1 0-8-16,-1-3-5 0,0-1-2 0,0-1 1 15,0-1 5-15,-1-1 12 0,3-2 9 0,-3 0 5 16,-2-3 23-16,5-1 16 0,-5 0 22 0,0-1 22 15,1-1 20-15,-1-2 20 0,0 0 12 0,1-3 14 16,-2 4 13-16,-2-3 11 0,1 0 13 0,-1 1 9 16,0 4 8-16,-2-2-3 0,2-1-2 15,-3 3-10-15,0 1-7 0,1-2-10 0,-2 3-16 0,1 0-7 0,-3 2-13 0,5-3-13 16,-5 3-24-16,0 0-6 0,0 0-5 0,0 0 3 16,2 7 0-16,-2-2 0 0,-1 0-1 15,1 2 0-15,0 1-2 0,-1 2-2 0,-3 1-2 16,7-2 1-16,-2 1-5 0,-2 0-14 15,1-3 3-15,1 3 2 0,-1-5 3 0,0 0-1 16,0 2 2-16,1-2 4 0,0-2 2 0,-1 0 13 16,4 0 9-16,-4-3 4 0,4 3 6 15,-4-3-3-15,0 0-2 0,16-7-2 0,-6 2 1 16,-3 1-4-16,5-1 9 0,-2-3-9 0,0 1 0 0,7-1 0 0,-7-1-2 0,6 0-4 16,-4 1 1-16,0 2-4 0,-2-2 2 15,-1 1-4-15,0 1 5 0,-3 3-7 0,-1-1-3 16,2 3 4-16,-5-3-8 0,3 3-3 0,-5 1-7 15,6-1-15-15,-6 1 5 0,0 0-1 16,6 6 2-16,-2-2 3 0,0-2-1 0,-2 3-2 16,-1 0 6-16,3 1-10 0,-1 1 0 0,-1-2 1 15,0 1 1-15,0 0 4 0,0-1-1 16,-1-1 9-16,1-2-4 0,0 0 4 0,-2-2 11 16,3 5-3-16,1-2 21 0,-4-3 3 0,0 0 3 15,9-1-1-15,-9 1 0 0,7-5 13 0,-1 0-3 0,0 3-5 0,-1-2 2 0,3-2-2 16,0 1-1-16,-3 0-3 0,1 0-4 0,-2 1-4 15,1 0-2-15,-1 1 4 0,0-1-10 16,0 0 6-16,0 0 2 0,-2 3-12 0,-2 1-11 16,5-4-12-16,-5 4-12 0,8-1-5 15,-8 1-12-15,8 0-14 0,-2 0-14 0,-6 0-13 16,10 1-8-16,-6 2-12 0,3-1-13 0,-1 0-6 16,1 1-6-16,0-1-3 0,-1 0-4 15,1-1 5-15,-2-1 16 0,1 2 6 0,-6-2 10 16,10-2 17-16,-3 0-3 0,-3-1 14 0,1 0 17 0,1-1 17 0,-1-2 19 0,-2-2 13 15,3 1 20-15,-2-3 13 0,1 1 11 0,0-3 8 16,0 3 3-16,-1-4 12 0,1-1 2 16,3-2 7-16,-3 1 2 0,1 1 5 0,2-3 5 15,-3 4 0-15,-1 3 8 0,1-2 12 16,-1 0-9-16,1 6-2 0,-5 1-4 0,4-2-5 16,-3 3-13-16,2 0-10 0,-2-1-9 0,-1 2-24 15,0 3-19-15,0 0 0 0,0 0-3 0,4 10 2 16,-3 0 0-16,-2 2-2 0,0 5-2 15,-2 9-1-15,2-2 2 0,-4 1-2 0,1 4 4 16,-4 0-1-16,3-1 1 0,1 0-6 0,4 0 14 0,-5-3-11 0,5-4 2 0,0-4 1 16,0 0 4-16,0 3-4 0,1-8 3 15,-2-1-3-15,1-1-1 0,0-2 2 0,0-3 1 16,0 0 3-16,0 1 3 0,0-2 22 0,0-2 16 16,0-2 29-16,0 7 22 0,0-7 26 0,0 0-1 15,0 0-11-15,0 0-13 0,0 0-11 16,0 0-17-16,0 0-5 0,5-16-10 0,-1 10-19 15,0-1 1-15,1-2-25 0,0 1-4 16,0 2-2-16,-1 0-10 0,1-2 1 0,-1 4-4 16,0-1-5-16,-3 1-14 0,1 2-13 0,-2 2-20 15,3-5-16-15,-3 5-18 0,0-4 2 0,0 4 10 16,0 0-1-16,-11 0-17 0,-1 0-32 16,-2 3-51-16,-4-3-51 0,-5-3-295 0,4 1-570 0,3-1 253 0</inkml:trace>
  <inkml:trace contextRef="#ctx0" brushRef="#br0" timeOffset="-160273.43">22961 14843 129 0,'-4'-4'187'0,"1"-2"2"0,3-1-3 0,-1 3 0 15,1-1 4-15,0 0-4 0,0 1-9 0,-2-1 0 16,2 5-3-16,2-6-5 0,-2 2-8 0,0 4-3 0,0-6-19 16,0 6-13-16,0 0-15 0,0-4-11 0,0 4-17 15,0 0-15-15,0 0-16 0,0 0-13 16,0 0 0-16,-2 17-6 0,2-1-6 0,-2 4-5 0,-3 7-5 0,3 4 0 15,-4 4-2-15,0-1-2 0,-3 11-3 16,5-9-3-16,2 0 1 0,1 0-1 0,-3-2-1 16,2 2-2-16,1-3 2 0,-4-2 0 0,4 1-3 15,2-6 2-15,-1 0 0 0,0-6 1 16,4-1-1-16,-2-4-3 0,0 1 3 0,0-4-2 16,-2-2 3-16,2 1-1 0,-1-3 4 15,1 0-7-15,0-3-1 0,-2 0 1 0,2 0-1 16,-2 0 3-16,0-3-1 0,2 2-6 0,-2-4-10 15,2 5-2-15,-2-2-5 0,0-3-3 0,0 0-5 16,0 5-3-16,0-5-12 0,0 0-6 0,0 0-16 0,0 0-18 0,0 0-18 0,0 0-18 16,0 0-31-16,0 0-61 0,1-17-179 15,3 5-422-15,2 2 187 0</inkml:trace>
  <inkml:trace contextRef="#ctx0" brushRef="#br0" timeOffset="-160001.06">23008 15095 78 0,'0'-4'293'0,"0"4"-23"0,0-5-27 0,0 5-25 16,0-4-22-16,0 4-19 0,7-3-19 0,-1 3-16 0,-6 0-16 0,23 3-13 0,-3 1-10 16,1 1-30-16,6 1-5 0,0 2-6 15,-6-1-8-15,0 1-6 0,-1 1-9 0,-3 0-3 16,-3 1-11-16,-3 0-8 0,-1-3 6 0,-3 3-15 15,-2-2-5-15,-1 2-3 0,-7-2 0 16,-2-1 4-16,-3 1-1 0,-6 1 1 0,-5-1 1 16,0-1-2-16,-12 1 3 0,2-2 2 0,0-1-7 15,2-1 3-15,5-1-2 0,-1 0 2 16,3-1-5-16,-1-2-17 0,3 0-28 0,4 1-26 16,1-2-50-16,4 1-82 0,3-1-155 0,2-4-390 15,4 5 173-15</inkml:trace>
  <inkml:trace contextRef="#ctx0" brushRef="#br0" timeOffset="-158704.9">23933 14749 34 0,'7'-17'251'15,"-4"0"0"-15,1-1 3 0,0 0-14 0,0 3-10 16,0 5-16-16,-2 1-13 0,2 1-19 0,-1 1-20 0,-1 2-20 0,0 0-20 16,-2 1-32-16,0 4-28 0,0 0-5 0,0 0-7 15,-2 14-5-15,-4 3-8 0,0 10 0 0,-3 3-9 16,-2 5 0-16,0 12-2 0,-2 1-10 0,-1 1 6 16,4-2-5-16,2-12-2 0,3 0-2 0,0 1-2 15,0-3-2-15,1-2 0 0,3-2-1 0,1-5-2 16,-3-2 0-16,3-5 2 15,0-5-1-15,0-3 0 0,0 3-1 0,0-5 3 16,0-1-4-16,-1-1 6 0,2-1 12 0,-2-1 24 16,1-3 14-16,-3 5 21 0,3-5 9 0,-1 3-7 15,1-3-6-15,0 0-18 0,0 0-17 0,-19-10-17 16,7 3-12-16,-7-2-7 0,2 0-4 0,-9-3-8 16,-2-1-3-16,-1 2 2 0,0-1 0 0,2 1 6 15,-1 0-4-15,4 2-19 0,3 3 2 0,4-3 1 0,4 5 2 16,3-1 0-16,-1 1 7 0,6 1 5 0,0 2 0 15,0-2 13-15,3 1-11 0,2 2-2 0,0 0 4 16,20-7-1-16,0 4 0 0,8 3-3 0,4-2-10 16,7 2-4-16,-1-2-8 0,14-1 2 0,2 0 0 0,-4 3 1 15,-9 0 5-15,-4-1-2 0,-1-2 2 16,-4 0-1-16,-11 1 1 0,-4 0 5 0,-2 1 2 0,-3 1 2 0,-5 0 4 16,1-1 0-16,-3 0-2 0,-5 1-20 0,0 0-16 15,0 0-12-15,0 0-19 0,-23-7-23 0,9 6-21 16,0-2-39-16,1 3-37 0,-2-1-187 0,4-2-412 15,0-1 182-15</inkml:trace>
  <inkml:trace contextRef="#ctx0" brushRef="#br0" timeOffset="-157765.05">24159 14945 227 0,'2'-4'257'0,"-2"4"-26"0,0 0-27 16,1-3-23-16,-1 3-21 0,0 0-20 0,0 0-12 0,0 0-12 16,0 0-19-16,6 9-4 0,-4-2-9 0,0 1-9 0,1 0-7 15,3 1-6-15,-1-2-9 0,0 3-11 0,2-1-8 16,-1-2 0-16,0 0-7 0,0-3-4 0,1 3-1 16,-2-1-2-16,1-5-2 0,1 3 0 0,-2-3 0 15,0-1 2-15,3 0-9 0,-8 0 1 0,15-2-3 16,-7-1 10-1,0 2 5-15,-2-4 3 0,4 0 9 0,-3-1 6 16,-1 2-2-16,2-1 2 0,-3 2 6 0,-1-1-8 16,0 1 0-16,-1 0-2 0,0 1-6 0,-3 2-5 15,4-3-8-15,-4 3-13 0,4-2-14 0,-4 2 0 16,0 0 0-16,6 9-2 0,-2-4-2 0,-2 2 1 16,1 4-2-16,0 0 2 0,-1 6-3 0,2 1 3 15,-1-1 1-15,-1 0 0 0,1 2 1 0,-1 2 3 0,0-3-2 16,0 1 2-16,-1 2-2 0,-1-2 2 0,1 1 0 0,-1-2 1 15,0-1 1-15,-2-5-4 0,0 5-11 0,-1-6 2 16,-1 1-5-16,0 1-2 0,-2-5 5 16,-1 1 3-16,-3-3 5 0,0 2 1 0,-3-4 3 15,-1 0 1-15,1-3 0 0,-6-1 1 0,2-4 2 16,-2-2 3-16,2-2 0 16,-1 0 0-16,1-3-3 0,3-1 2 0,-1 0 11 15,4 1 4-15,2-6 0 0,2-2-17 0,2 1-11 16,5-8-9-16,5 0 3 0,5-1-3 0,5-2 1 15,8 0-3-15,11-5 5 0,0-3 2 0,6 5 0 16,-3 0 2-16,-7 8 2 0,11-5-2 0,-2 1 15 16,-10 9 4-16,-1-1 11 0,3 1 2 0,-7 1 9 15,-1 2 12-15,-6 2 11 0,-1 2 15 0,-2-1 7 0,-1 1 11 0,-3 5 11 16,-1-2 8-16,0 3 8 0,0 0-9 0,-5-1-8 16,0 4-13-16,-3 1-4 0,-1 2-15 0,5-6-8 15,0 2-35-15,-5 4-19 0,0 0-1 0,0 0-2 16,4 15 0-16,-5-4-5 0,-8 6 5 0,1 8 0 15,-6 6 0-15,0 14 0 0,-1-11 0 0,-2 13-1 16,8-13-1-16,-3 2 2 0,-1 7-4 0,5-10 7 0,-1-3-5 16,3 2 2-16,3 2 1 0,1-7-2 0,-2 1 6 15,1-3-2-15,1-6 1 0,2-5-2 0,1 3 5 16,-1-4-1-16,0-4-1 0,-1 4 2 0,1-8 2 16,0 0 9-16,0 2 15 0,0-7 28 0,0 6 24 15,0-6 32-15,0 6 7 0,0-6 7 0,0 0-1 0,0 0-12 16,0 0-4-1,-3-19-19-15,3 10-8 0,0-3-11 0,-1-4-19 16,1 0-20-16,1-2-12 0,3-2-17 0,0 1-11 16,-2-2 0-16,1 1-2 0,1 2 11 0,1 0-8 15,1 2-7-15,-3 6 7 0,1-1-4 0,1 2 2 16,0 1-3-16,-2 3-17 0,2 1-10 0,1-1-6 16,-1 3-1-16,1 2-3 0,0-1-4 0,-6 1-1 15,12 5-7-15,-7-2 0 0,1 2 0 0,-1 2-1 0,1-2-2 0,-5 2 1 16,4-2-8-16,-3 3 5 0,0-2-5 15,-2 1 2-15,-2-2 4 0,0 2 6 0,-4-1 5 16,-3 1 4-16,-6-1 1 0,-1 3-6 0,-1-5-6 0,0 1-2 16,2-2-19-16,-2 2-14 0,-2-4-12 0,5 0-13 15,1 1-26-15,0-2-29 0,4-3-215 0,-1 2-422 16,6-2 186 0</inkml:trace>
  <inkml:trace contextRef="#ctx0" brushRef="#br0" timeOffset="-157401.3">24820 15170 216 0,'-6'2'232'0,"6"-2"-21"0,0 0-20 0,0 0-21 15,0 0-16-15,14-7-16 0,-7 6-14 0,5-1-13 16,-1 1-11-16,6-5-10 0,2 2-10 0,0 0-8 0,-1-2-3 16,-1 0-9-16,-2 0-5 0,-1 1-8 0,-3-3-2 15,1 1-1-15,-3 1 3 0,0-2 0 0,-1 1 3 16,-2 2 12-16,-2 2-2 0,-1-1-7 0,-2 1-10 0,-1-1-7 16,0 4-3-16,-7-3-7 0,0 2-2 0,-3 1-6 15,-3 1-1-15,-4 3-3 0,-2 2-4 16,4 0 0-16,-3 0-4 15,-1 3 2-15,3-1-4 0,6-1 6 0,-4 3-5 16,5 1-1-16,1-3-14 0,2 3-12 0,1-1-11 16,1 0-9-16,4 0-7 0,4 1-20 0,2-2-28 15,5-2-35-15,6 0-39 0,0 2-192 0,2-5-391 16,3-1 173-16</inkml:trace>
  <inkml:trace contextRef="#ctx0" brushRef="#br0" timeOffset="-156831.15">25270 14676 224 0,'4'-7'248'0,"-2"2"-25"15,-1 3-23-15,3-3-23 0,0 0-17 0,-4 5-18 0,16 2-15 0,-4 3-15 16,1 7-16-16,10 10-6 0,1 7-9 0,7 12-9 16,-2 8-7-16,3 3-5 0,-9 2-12 0,-1 3 0 15,-3-1-7-15,-5 4-6 0,3 24-6 0,-12-29-3 16,-5 3 4-16,-4-2-10 0,-5-2-1 0,-1-5-2 16,-3-3-6-16,-10-2 3 0,-5-2 0 0,-9-3-5 15,-4-1-15-15,-5-7-42 0,-4-3-71 0,-7-2-93 0,1-4-131 16,-1-7-370-16,20-5 164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3T07:19:28.10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3309 1775 131 0,'0'0'155'15,"0"0"-8"-15,1-3-12 0,-1 3-15 0,0 0-6 16,0 0-16-16,2-4-6 0,-2 4-17 15,0 0-5-15,0 0-8 0,0 0-14 0,0 0 5 16,0 0-4-16,0 0-10 0,0 0 1 16,0 0-5-16,0 0-5 0,0 0-3 0,0 0 2 15,0 0-7-15,0 0 0 0,1-4-5 16,-1 4-3-16,0 0 3 0,0 0-6 0,0 0 5 16,0 0-4-16,0 0 4 0,0 0 1 15,0 0 0-15,0 0 4 0,0 0 4 0,0 0 9 16,0 0 8-16,0 0 13 0,0 0 13 0,0 0 35 0,0 0 20 0,0-4 2 0,0 4 5 15,0 0-4-15,0 0-5 0,0 0-14 0,0-5-21 16,0 5 13-16,0 0-15 0,1-4-12 16,-1 4-2-16,0-5-6 0,0 5-9 0,0 0-4 15,2-3-4-15,-2 3-2 0,0 0-3 0,1-4 5 16,-1 4 0-16,0 0 1 0,0 0-2 16,1-5 5-16,-1 5-3 0,0-3 0 0,0 3-6 15,0 0 0-15,0 0 11 0,0 0-2 0,-1-7 2 16,1 7 10-16,0 0-4 0,0 0 5 15,1-3-3-15,-1 3-1 0,0 0-3 0,0-4 0 0,0 4-3 0,0-4-4 0,0 4 0 16,1-4 2-16,-1 4-5 0,0 0-11 0,2-4-3 16,-2 4-1-16,0 0-15 0,0 0 4 15,0 0-19-15,0 0-10 0,0-4-31 0,0 4-37 0,0 0-50 16,0 0-52-16,0 0-32 0,-2 13 21 16,4 4 20-16,-2 0 18 0,0 13 15 0,0 3 17 15,-2 1 11-15,1 11 15 0,1-10 5 16,-1 2 12-16,2-1 12 0,0-3 1 0,2 1 13 15,1 0 6-15,-2-2 1 0,2 0 5 16,-3-3 4-16,3-3 2 0,-3-2 8 0,1-7 4 16,0-6 2-16,0 1 1 0,-1-6 3 15,0 1 7-15,-1-2 25 0,0 0 20 0,1-3 30 0,-1-2 20 0,0 7 16 0,0-7 21 16,0 0 8-16,0 0 6 0,0 0 19 0,2 5 9 16,-2-5 1-16,0 0-3 0,0 0 2 15,0 0 4-15,0 0 0 0,0 0-17 0,0 0-63 16,-5-28-23-16,5 13-5 0,-2-2-24 0,-2-12-25 15,2-3-36-15,1-3-29 0,-2-15-11 16,3 0-22-16,1 1-3 0,-6 5 13 0,8-4 9 16,-2 14 11-16,-2-2 5 0,2 4 8 0,-4 1 9 15,2 2 1-15,1 3 11 0,-1 1 12 16,1 8-1-16,1 1 8 0,-3 3-2 0,2 0 3 16,-4 5 0-16,4-4-2 0,0 5 4 0,0-3-5 0,0 4-3 0,0 1 1 0,0-1 1 15,0 3 7-15,0 3-4 0,-1-7-11 16,1 7 12-16,0-5-3 0,0 3-1 0,0 2-2 0,0 0-8 15,0 0 3-15,2-7-7 0,-2 7-6 16,0 0 0-16,0 0-2 0,0 0 1 0,0-3-1 16,0 3 8-16,0 0-5 0,0 0 7 15,0 0-2-15,0 0 2 0,0 0 2 0,0 0 4 16,0 0-5-16,0 0 4 0,0 0 5 16,0 0-2-16,0 0 1 0,0 0 3 0,0 0-4 15,0 0 3-15,0 0-9 0,0 0 8 0,0 0 8 0,0 0-3 16,0 0 1-16,0 0 2 0,0 0-1 0,0 0-3 15,0 0 1-15,0 0 3 0,0 0-2 0,0 0 6 16,0 0-3-16,0 0-1 0,0 0-9 0,0 0 8 16,0 0-2-16,0 0-1 0,0 0-1 0,0 0 1 15,0 0 0-15,0 0 3 0,15 5 0 0,-3-6-1 16,16 1 2-16,8-1 0 0,15 1 5 0,4-3-4 0,9 1 3 16,-4-1-6-16,3 6-16 0,-5-3 11 0,-2 0 7 15,-3-3 0-15,-2 3-3 0,-12-1 5 0,-3-2-4 16,-2 2-1-16,-5-1-2 0,-11 1 2 0,1 1 1 15,-7 0 3-15,-2-1-1 0,-4 1 14 0,2 0 5 16,-3 0 4-16,-5 0-2 0,0 0-1 0,11-3-2 16,-11 3 0-16,0 0-3 15,0 0-13-15,0 0-31 0,-21 8-21 16,4-4-21-16,-1 3-27 0,-1 2-25 0,2-3-40 16,-2 4-34-16,1-1-61 0,-1 1-260 0,0-1-558 15,2-1 248-15</inkml:trace>
  <inkml:trace contextRef="#ctx0" brushRef="#br0" timeOffset="685.83">3478 2026 84 0,'-9'1'211'16,"9"-1"4"-16,-1 3 4 0,1-3-11 0,0 0-5 0,0 0-14 0,0 0-18 16,-7 1-9-16,7-1-4 0,0 0-19 15,0 0-3-15,0 0-14 0,0 0-8 0,-5 0-5 0,5 0-7 16,0 0-9-16,0 0-6 0,0 0-1 0,0 0-11 15,0 0-2-15,0 0-10 0,0 0-2 0,0 0-23 16,0 0 11-16,0 0-4 0,0 0-5 0,0 0-5 16,0 0-3-1,-4 3-13-15,4-3 8 0,0 0-3 0,0 0-6 16,0 0 3-16,0 0-3 0,0 0-4 0,0 0 2 16,0 0-5-16,0 0 0 0,0 0-1 0,0 0 2 15,0 0-4-15,0 0-3 0,0 0 4 0,0 0-21 16,0 0 18-16,0 0 0 0,0 0-1 0,0 0 1 15,0 0 0-15,26-3 4 0,-10-1-5 0,7 2-2 16,7-4-4-16,4 1 4 0,2 0 3 0,1 1 2 0,0-4-7 0,1 3 0 16,-3 1 0-16,-4-1-3 0,-2 1 3 0,-9 1-2 15,2 0 3-15,-4 1-2 0,1 1-3 0,-7 0 3 16,-2-2 2-16,-1 1 1 0,-4 2-6 0,1 0 3 16,1-1-5-16,-7 1 10 0,6-1-15 0,-6 1-26 15,0 0-8-15,9 0-18 0,-9 0-23 0,0 0-21 16,5 2 8-16,-5-2-15 0,0 0-39 0,-10 9-59 0,4-4-236 15,-1-2-484-15,2 0 216 0</inkml:trace>
  <inkml:trace contextRef="#ctx0" brushRef="#br0" timeOffset="1054.49">4418 2008 2988 0,'0'0'444'0,"0"0"-110"15,0 0-67-15,0 0-50 0,0 0-22 0,0 0-28 16,0 0-17-16,0 0-12 0,0 0-27 0,-9-11 10 0,9 11-8 16,0 0-9-16,0 0-13 0,0 0-13 0,0 0-11 15,0 0-9-15,0 0-10 0,0 0-21 0,0 0-18 16,0 0-26-16,0 0-25 0,0 0-25 0,0 0-19 15,0 0-18-15,0 0 12 0,-2 16 6 16,2-12 3-16,0 5 13 0,0-1 8 0,0 4 5 0,0-1 7 16,-1 0 10-1,1 1 0-15,0-3-13 0,-2 3-8 0,4-4-1 16,-2 3 0-16,0-5-18 0,0 5-10 0,0-6-8 16,0 3-5-16,0-3-9 0,0-5 15 0,0 5 6 15,0-5 16-15,0 4 2 0,0-4 18 0,0 0 7 16,0 0 12-16,0 0-97 0,0 0-138 0,-4-19-268 15,2 2-583-15,1-2 258 0</inkml:trace>
  <inkml:trace contextRef="#ctx0" brushRef="#br0" timeOffset="1201.52">4371 1786 184 0,'-3'-5'338'0,"3"5"-22"0,-1-7-23 0,1 7-32 15,0 0-22-15,-1-5-23 0,1 5-30 0,0 0-18 16,0 0-20-16,-1-6-28 0,1 6-43 0,0 0-54 0,0 0-29 0,0 0-27 31,0 0-34-31,0 0-52 0,15 18-49 0,-12-13-195 16,1 4-393-16,0-1 174 0</inkml:trace>
  <inkml:trace contextRef="#ctx0" brushRef="#br0" timeOffset="2188.39">4716 1990 313 0,'0'0'385'0,"0"0"-33"0,0 0-28 16,10 2-29-16,-10-2-33 0,0 0-19 0,0 0-30 15,0 0-33-15,0 0-16 0,0 0-23 0,0 0-29 16,0 5-25-16,0-5-25 0,0 6 0 0,0-2-11 0,0 1-5 15,0 0-1-15,0 3-3 0,0-2-6 0,0 5 1 16,1-2-9-16,-1 0-6 0,0-4-2 0,0 3-10 16,0 0 0-1,3-3-5-15,-3 0 0 0,0-5-3 0,1 8 0 16,-1-8 1-16,0 5 11 0,0-5 20 0,0 0 22 16,0 5 21-16,0-5 35 0,0 0 24 0,0 0 24 15,0 0 20-15,0 0-9 0,0 0-15 0,12-15-18 16,-7 7-16-16,4-1-11 0,-5-3-16 0,2 3-6 15,1 1-10-15,-2 1-8 0,-4 0-6 0,5 3-13 16,-2-1-10-16,-1 2-20 0,-3 3-24 0,3-5-18 0,-3 5-17 0,0 0-19 16,6-3-20-16,-6 3-24 0,0 0-30 0,0 0-1 15,0 0 7-15,14 7 13 0,-9-2 9 0,1 3-5 16,2-1 26-16,7 3 1 0,2-1 4 16,4 6 1-16,6-3 9 0,1-1 2 0,3-3 1 15,1-1 2-15,6-1-3 0,0-4-2 0,1 1-2 0,15-3 0 16,-3 0 6-1,-14-3 7-15,13-5 5 0,-14 1 6 0,-3 0 1 16,-5-1 12-16,-1 1 6 0,-10 0 27 0,-1-1 45 16,-5 2 28-16,0 0 41 0,-4 1 8 0,-2 1-1 15,2 0-2-15,-3-1-9 0,-3 0-10 0,0 1-11 16,-1 4-14-16,1-8-11 0,-1 8-11 0,-5-8-3 16,-1 6-22-16,-6-1-12 0,0 2-9 0,-6 2 2 15,-1 0-17-15,-2 1-7 0,3 0-16 0,7-2-11 0,-2 5-17 0,-1 0-7 16,1 0-15-16,3-3-18 0,1 5-6 0,1-1-8 15,-1 1-5-15,3-1-3 0,2 1 7 0,0-1 5 16,3 1 15-16,0-2-2 0,3 2 24 16,1-4 11-16,1-1 14 0,5 5 12 0,3-7 4 15,0 1 9-15,7-2 9 0,-6-1 15 0,5-5 10 16,-3 1 33-16,2 0 36 0,-7-1 23 0,6-3 26 0,-1-2 6 0,-3-4-17 16,0 0 3-16,1-6-7 0,-4-2 3 0,3-7-20 15,-1-1-13-15,4-11-8 0,-6-3-9 0,-4 12 5 16,1 2 5-16,-2 0 14 0,0 5 3 0,-3 1 14 15,-1 0 7-15,0 9 4 0,0 0-2 0,0 5-7 16,0 0-4-16,3 3-7 0,-2 1-10 0,-2 2-10 16,1 0-14-1,0 6-13-15,0-5-25 0,0 3-42 0,0 2-46 16,0 0-36-16,0 0-26 0,0 0 13 0,0 0 2 16,-3 23 11-16,2-7 10 0,-2 9 10 0,2 3 2 0,-3 3 13 15,-1-2 11-15,4 5 0 0,-5 0 9 16,3 0 9-16,-2-1-4 0,1-6-9 0,1 5 13 15,0-8 8-15,1 4 2 0,-1-8-1 0,1-3 3 16,4 1 11-16,-2-7-7 0,1 6 4 0,-2-6-3 0,2-2 3 0,1-2 6 16,0-1 4-16,-2 0-7 0,0-1 4 0,1 1-11 15,-1-6 1-15,1 6 16 0,-1-6-11 0,1 5 15 16,-1-5-2-16,2 7 14 0,-2-7 2 0,0 0 10 16,1 4 11-16,-1-4 1 0,0 0-1 0,0 0 13 15,7 3-5-15,-7-3-2 0,21-2-3 0,1 1-14 16,9-3-46-16,18-8-88 15,1-3-154-15,9-5-522 0,1-3-843 16,26-19 373-16</inkml:trace>
  <inkml:trace contextRef="#ctx0" brushRef="#br0" timeOffset="3490.61">7384 1560 16 0,'0'0'229'0,"0"0"2"0,0-8-6 0,0 8-11 16,0-6-7-16,0 2 2 0,0 4-5 0,0-7-6 15,0 7-6-15,0-4-11 0,0 4-13 0,3-2-13 0,-3 2-17 16,0 0-19-16,-3-6-15 0,3 6-14 0,0 0-25 15,0 0-31-15,0 0-13 0,0 0-3 0,0 20-4 16,0-1 2-16,0 10-1 0,-5 7-3 0,0 10 2 0,-3 4-1 16,2-3-1-16,2 0 2 0,4-16-4 0,-1 2 0 15,2-1-3-15,-1-1 2 0,1-5 5 16,2-1 2-16,-3-7-7 16,0-1 5-16,0-4-3 0,2-1 4 0,1-3-5 15,-3 1 3-15,0-3-1 0,0-2-1 0,0 0 0 16,1 1 5-16,-1-6 16 0,0 5 7 0,0-5 7 15,0 0-2-15,0 7-4 0,0-7 0 0,0 0 0 16,3 6-2-16,-3-6-5 0,0 0-1 0,0 0-2 16,0 0 0-16,0 0-12 0,0 0-17 0,0 0-19 15,0 0-9-15,0 0-40 0,0 0-97 0,0 0-57 0,0 0-56 16,-14-13-225-16,7 5-542 0,2 3 240 0</inkml:trace>
  <inkml:trace contextRef="#ctx0" brushRef="#br0" timeOffset="3818.94">7159 1945 74 0,'0'0'207'0,"-6"1"-10"0,1 1-11 0,5-2-18 15,0 0-17-15,-8 1-10 0,8-1-11 0,0 0-16 16,0 0-8-1,0 0-14-15,0 0-2 0,0 0-16 0,28-3 0 16,-6 2-12-16,12-5-3 0,2 1-8 0,15-2-1 0,0-2-10 16,1 4 0-16,-13-2-6 0,-1 3-3 15,-1 0-1-15,3 0-2 0,-8 0-8 0,0 3 3 16,-10-2-5-16,-1 2 0 0,-8 0-3 0,1 1 0 16,-5-3-4-16,-2 3 8 0,0 0-1 0,-7 0 2 15,10 0 0-15,-10 0-6 0,6 0-2 0,-6 0-9 0,0 0-15 0,0 0-13 16,-17 3-25-16,7-2-15 0,1 0-27 0,0 1-21 15,-1-1-30 1,3 0-21-16,1-1-135 0,6 0-323 0,-14-2 143 16</inkml:trace>
  <inkml:trace contextRef="#ctx0" brushRef="#br0" timeOffset="4277.04">7959 1619 176 0,'0'-6'326'0,"0"0"-9"16,0 0-7-16,0 6-12 0,1-8-30 0,-1 8-29 15,0-7-26-15,0 5-26 0,0 2-27 0,0 0-24 16,0 0-21-16,0 0-17 0,0 0-7 15,4 14-13-15,-4 0-9 0,5 2-7 0,-5 10-4 16,0 3-5-16,-3 2-2 0,1 6-7 0,-3 9-6 0,0-10-3 0,-1 10-3 31,0-15-5-31,-1 0 0 0,4-2-7 0,2-4 2 16,-2-6-6-16,3-2-1 0,-1-4-5 0,-1-1 5 16,4-3-3-16,-2 1-1 0,0-4 6 0,0-1 20 15,0-5 32-15,-2 8 45 0,2-8 29 0,-2 5 37 16,2-5 20-16,0 0 0 0,0 0-27 0,12-13-25 15,-3 4-23-15,6-11-30 0,0-1-32 0,3 2-19 0,0-3-18 16,-1 3-18-16,-2 5-9 0,5-4-21 0,-8 5-12 16,0 2-2-16,-4 4-16 0,-1 1-18 0,1 0-22 0,-3 1-23 15,4 3-11-15,-2 1-11 0,1 2-10 0,2 3-10 16,2 0-17-16,-2 2-13 0,0 1-15 16,3 5-12-16,0 0-18 0,-2 1-10 0,2-2-10 15,1 2-10-15,-2-1-158 0,-3-3-454 0,1-1 200 0</inkml:trace>
  <inkml:trace contextRef="#ctx0" brushRef="#br0" timeOffset="4692.81">8317 2048 474 0,'4'4'32'0,"-4"-4"51"0,5 5 30 0,-5-5 21 16,3 3 33-16,-3-3 15 0,0 0 10 0,3 5 7 16,-3-5 1-16,0 0 2 0,0 0 5 0,0 0-15 15,0 0-13-15,0 0-12 0,0 0-16 0,0 0-5 16,0 0-19-16,0 0-17 16,0 0-11-16,0 0-8 0,0 0-8 15,0 0-12-15,19-14-5 0,-1 7-3 0,-4 1-11 16,8-1-10-16,5-2 2 0,-3-1-6 0,-3 3 0 15,-2-1-7-15,2 2-9 0,3-7 1 0,-4 5-1 16,4-6-3-16,-8 3-1 0,0 1-1 0,1 0 6 0,-2 0 11 16,-2 0 5-16,-4 3 16 0,-3-2 27 15,-2 4 7-15,3 0 8 0,-5 0 9 0,2 0-7 0,0 0-7 0,-4 1-15 16,0 4-16-16,-8-5-19 0,-1 5 0 0,-1 0-17 16,-12 2-4-16,3 1 0 0,-8 4-2 0,3 3-7 15,6-2-5-15,-1 3-2 0,1 0 0 0,-4 4-18 16,8-2-32-16,0 1-15 0,5 0-8 0,0 2-18 15,4 0 3-15,1 1 4 0,7-3 9 0,2 3 4 16,5-3 15-16,6-1 7 16,10 3 5-16,4-1 9 0,4-9-2 15,3 5 2-15,0-8 4 0,16 6 6 0,-16-8 9 0,0 1 7 16,-1-2 5-16,-7 2 5 0,-6-2 13 0,-3 0 7 16,0 0 14-16,-9 0 7 0,1 0 1 0,-6 0 14 15,2 0 7-15,-8 0-5 0,0 0-2 0,14-2 2 16,-14 2-7-16,7 0-6 0,-7 0-2 0,0 0-28 15,0 0-34-15,0 0-45 0,0 0-56 0,14 2-48 0,-14-2-55 16,0 0-62-16,7 0-87 0,-7 0-263 0,0 0-680 16,0 0 301-16</inkml:trace>
  <inkml:trace contextRef="#ctx0" brushRef="#br0" timeOffset="6040.26">10221 1489 51 0,'1'-6'258'16,"-1"0"-19"-16,0 1-10 0,0 0-23 0,0 5-16 15,0-4-26-15,0 4-20 0,0-3-17 0,0 3-15 16,0 0-13-16,0 0-14 0,5 17-1 0,-3-7-13 16,-2 11-7-16,-2 6-7 0,1 7-3 0,-8 14-8 15,0-2-3-15,-1 3-5 0,2-3-1 0,1 4-6 0,0-16-4 0,3-1 3 16,3-1-2-16,1-2-6 0,1 1 3 0,3-11-2 16,0 4 2-16,-1-6-6 0,3 0 3 15,-5-8-3-15,3 2 3 0,1-1 1 0,-1-3 3 16,1-3 10-16,-2 2 16 0,-2-5 26 0,5 1 31 0,-6-3 14 15,0 0 5-15,12 0 11 0,-12 0-1 0,0 0-2 16,10-8-11 0,-6 2-5-16,1-1-15 0,-3-1-12 0,0-2-34 15,-2-2-20-15,0 0-16 0,0 0-1 0,-5-2-33 16,-5 0-7-16,2 1-6 0,-1 3-15 0,-5-1-6 16,-3-2 2-16,-2 6-4 0,-3-1 4 0,3 1 1 15,-8 0-2-15,7 3 6 0,-2 0 4 0,5 0-2 16,5 3 7-16,3 0 1 0,1-2-12 0,2 3-18 15,1-2-4-15,5 2 0 0,0 0 4 0,0 0-4 0,0 0-3 0,34-5-9 16,-5 3-8-16,7-5-2 0,19 2-1 16,4-3-2-16,1 3 8 0,0-2-5 0,-1-2 8 15,0 4 4-15,-2 0 6 0,-2-3 7 0,-4 3 9 16,-15-2-1-16,-1 3 7 0,-6-2 3 0,-1 2 10 16,-9-1 8-16,-6 5 25 0,-4-2 16 0,-2 1 26 15,1-3 30-15,-4 3 6 0,1 0 3 0,-1 0-9 0,-4 1-9 0,0 0-9 16,0 0-8-16,0 0-6 0,-18-2-3 0,4 4-8 15,-1 3-1-15,-2-2-6 0,-2 5-2 0,-1-1-5 16,2 2 0-16,0 1 0 0,-1-1-6 0,3 3 3 16,1-2-5-16,2 1-7 0,3-2-13 0,2 0 0 15,3 1-2-15,4 0-1 0,-2-2 1 0,7 0 8 16,0 2 0 0,2-3 3-16,7-1 2 0,4 1 1 0,2-5-1 0,3 3 4 15,6-5-5-15,1-3 6 0,-1 0-3 16,0 2 2-16,-1-6-1 0,5 1 0 0,-6 1 0 15,-6-1 0-15,-3-3 0 0,-2 0 11 0,-1 1 8 16,-4 2 9-16,-2-5 1 0,-3 0 1 0,0 1 5 16,-1-2-3-16,-1 2-1 0,-5-2-12 0,1 2-3 15,-4-3-9-15,-1 5 1 0,-5-6-6 0,-1 8-2 0,-5-1-10 0,-1 2-1 16,-1 1-3-16,4 4-7 0,1-2-16 0,-3 5-20 16,0-3-29-16,5 4-25 0,0 0-36 0,-1 2-30 15,6 0-30-15,1-1-211 0,0 0-449 0,5 0 198 16</inkml:trace>
  <inkml:trace contextRef="#ctx0" brushRef="#br0" timeOffset="6424.6">11220 1734 295 0,'0'0'364'15,"1"-4"-30"-15,-1 4-36 0,4-3-32 0,-4 3-29 0,0-4-29 0,0 4-27 16,0 0-27-16,0 0-33 0,0 0-20 0,0 0-8 16,1 16-11-16,-2-7-13 0,1 3-2 0,-2 3-5 15,-1 5-7-15,0 5-2 0,-4 1-7 16,1 0-4-16,3-7-15 0,-1 0-11 0,2 1-9 16,0-9-9-16,0 1 1 0,0-3-6 0,2-1-1 15,-1-2 4-15,1 1 7 0,-1-2 24 0,1-5 29 0,-3 5 43 0,3-5 31 16,0 0 22-16,0 0-11 0,0 0-19 0,0 0-3 15,20-14-33-15,-13 5 0 0,7-5-12 0,-1-3 3 16,6-3-30-16,3 3 9 0,-9 3-22 0,2 0-3 16,0 2-5-16,-3 0 5 0,2 0-9 0,-6 5-2 15,-1 0 3-15,1 3-17 0,-3-2 7 0,0 3-17 16,0 0-16 0,0 1-4-16,4-1-8 0,0 4-9 0,0 3-18 0,0-3-21 15,3 4-22-15,3 2-22 0,-1 3-26 16,-4-3-34-16,7 3-43 0,-4-1-49 0,-3-2-277 15,0-2-598-15,-1 1 265 0</inkml:trace>
  <inkml:trace contextRef="#ctx0" brushRef="#br0" timeOffset="6940.83">11680 1722 108 0,'5'-3'260'0,"3"-2"-18"0,2 0-17 0,-1 1-24 15,0 1-21-15,5 3-14 0,-2 0-17 0,0 3-18 16,2 1-16 0,-1 1-10-16,4 3 0 0,-2 1-19 0,-1 1-6 15,-1 4-9-15,0 0-5 0,-6 2-8 0,1 0-2 0,-1 2-5 16,0-2 0-16,-3 1-9 0,-4-2-6 16,1 2-1-16,-2-5 0 0,-3-1-6 0,0 0-4 15,3-2-8-15,-1-2-7 0,-1-2-2 0,3 1 8 0,0 0 0 16,0-6 25-16,-4 5 31 0,4-5 30 0,-2 5 36 15,2-5-25-15,0 0-30 0,0 0-20 0,16-16-3 0,-10 6-13 16,7-3-6-16,8-6-17 0,3 1-8 0,3-3-16 16,0 2-1-16,1-3-1 0,1 3-3 0,2 4-1 15,-4 0 0-15,1 1 10 0,-4 5-8 16,-5-1-4-16,-2 3 9 0,-4 3-7 0,-3 1 3 16,-4 0-3-16,2 0 1 0,-3 1-7 0,0 0 4 0,-5 2 0 15,8 0-7-15,-8 0 1 0,8 2 2 0,-6 1-4 0,-1 1 5 16,1 1 2-16,0 2-2 0,-2 3 0 0,3-1-2 15,-1 3 8-15,-7 0 0 0,4 2 1 0,1 3 0 16,0-5 1-16,1 5 0 0,-1-3 2 0,0-2 8 16,-1 1-13-16,2-2 8 0,-1-1-4 0,0-1-1 15,0-1 2-15,3-2 2 0,-3 0 2 0,0-2 12 16,-3-1-10-16,3-3 3 16,0 8 3-16,0-5 26 0,0-3 12 0,0 0 11 15,0 0 6-15,0 0 4 0,0 0-2 0,0 0 2 16,0 0-11-16,0 0-50 0,0 0-40 0,0 0-36 15,3-16-47-15,-3 9-45 0,-3-4-60 0,3-5-61 16,-2-1-224-16,0-1-545 0,2-7 241 16</inkml:trace>
  <inkml:trace contextRef="#ctx0" brushRef="#br0" timeOffset="7107.96">12239 1540 148 0,'-2'-2'346'0,"2"2"-14"0,0 0-22 15,-4-7-23-15,4 7-18 0,0 0-26 16,0-8-24-16,0 8-31 0,7-5-33 16,-2 1-42-16,3 3-45 0,-1-3-53 15,2 6-59-15,5-4-77 0,-3-1-65 0,0 3-205 16,7-5-423-16,-8 5 188 0</inkml:trace>
  <inkml:trace contextRef="#ctx0" brushRef="#br0" timeOffset="7639.16">12535 1791 75 0,'0'0'176'0,"0"0"-19"0,0 0-2 0,0 0-9 16,4 5-7-16,-4-5-12 0,6 0-7 0,-6 0-14 15,14-1-8-15,-6 0-9 0,1-1-16 0,4 1 0 16,-2-1-4-16,1 0-9 0,-1-1 7 0,1 0-2 16,-1-3 0-16,1 1-3 0,-1-1 6 15,2 0 7-15,-3 0-2 0,1-2 4 0,1 0 7 16,-3 2 4-16,0-5 7 0,0 4 9 16,-3 0 5-16,1-1 3 0,-2 4 0 0,-1-1 10 15,-1 0 3-15,0-2-6 0,1 4-4 16,-4 3-7-16,4-6-12 0,-3 2-15 0,-1 4-21 15,0 0-19-15,0 0-17 0,0 0-12 0,0 0-2 16,-27 4-6-16,11 5-1 0,-2-1 1 0,-8 5-4 16,2 2 11-16,2 2-13 0,-1 0 1 0,4 1-9 15,1 2-6-15,4-3-8 0,1-1 1 0,7-2-8 0,-3 2 8 0,4-5-5 16,1 2 5-16,4-3 4 0,1-1 3 0,3 2 4 16,0-4 7-16,1 2 10 0,5-3-2 15,-1 1 5-15,4-6 9 0,5 3 6 0,-6-2 2 16,1 0 13-16,0-2 0 0,0 2 13 0,-3-2 19 15,-2 1 1-15,-8-1 16 0,11-1 9 0,-11 1 12 16,11 1-5-16,-11-1 2 0,6 2-5 16,-6-2-7-16,0 0-8 0,0 0-8 0,0 0-8 15,0 0-16-15,11 0-21 0,-11 0-25 16,0 0-26-16,0 0-22 0,0 0-36 0,4-5-21 16,-4 5-38-16,0 0-30 0,0 0-24 0,0 0-59 15,4 0-107-15,-4 0-254 0,3-9-659 0,1 3 292 16</inkml:trace>
  <inkml:trace contextRef="#ctx0" brushRef="#br0" timeOffset="8456.94">13017 1673 123 0,'0'0'310'0,"-8"-3"-30"0,8 3-23 0,0 0-30 15,0 0-29-15,0 0-21 0,0 0-18 16,0 0-17-16,0 0-19 0,0 0-9 0,12 10-7 0,-7-2-10 0,0 0-13 0,0 1-5 16,3 0-11-16,-2 3-3 0,0 3-5 15,1 0-6-15,-1 1-2 16,-1-2-10-16,-1 2 3 0,-3-2-8 0,3 0-1 0,-4-3-8 0,3 0 2 0,-3-1 2 15,0-3-5-15,-2 0-7 0,1 1 4 16,0-4-3-16,1-1 1 0,0 2 5 0,0-3 24 16,0-2 26-16,0 0 51 0,-1 5 55 15,1-5 35-15,0 0 35 0,0 0 3 16,0 0-32-16,3-13-29 0,1 3-15 0,3-3-19 0,3-9-20 0,0 3-17 16,7-3-13-16,-2-1-13 0,2 2-2 15,-6 4-15-15,0 1-9 0,0 3-6 16,-5 4-7-16,2 0-8 0,-3 1-1 15,0 3-8-15,0 1-6 0,-1 1-11 0,0 0-46 0,-4 3-54 0,4-6-62 0,-3 3-62 16,-1 3-73-16,0 0-22 0,0 0-20 0,7 12-48 16,-10-4-384-16,2-4-807 0,-3 0 358 15</inkml:trace>
  <inkml:trace contextRef="#ctx0" brushRef="#br0" timeOffset="9791.58">14548 1606 37 0,'0'0'206'0,"0"0"-15"0,4-1-10 0,-4 1-19 0,0 0-14 15,0 0-15-15,0 0-12 0,0 0-19 0,0 0-4 16,0 0-16-16,0 0-4 0,0 0-11 15,0 0-9-15,-17 12-5 0,4-5 0 0,-1 4-13 0,-4 0-1 0,4 2-2 16,-9 4-6-16,8-5-6 0,-8 2 4 16,2 3-7-16,2 0 4 0,5-2-6 0,2-2-4 15,0 1 3-15,0-1-4 0,7-2 1 16,0-1-7-16,0-1-4 0,4 3 1 0,-2-3 1 0,7 1 1 0,2-3-5 16,3 1 6-16,8 0-1 15,2-2 0-15,3-1 3 0,5 0-7 16,-1 2 3-16,1-3-5 0,0 4 6 0,-4-3-4 0,-5 2-2 0,-1-2-4 15,-1 3 5-15,-6-4-6 0,0 1 3 16,0-1-5-16,-4-1-4 0,-3 2-2 0,0 1 6 0,-3-2 6 0,-1 0 7 16,-5 4 3-16,-3-2 5 15,-7 1-2-15,-4 2 4 0,2-2 2 16,-4-1 1-16,-6 0 0 0,10 1-2 0,-5-2-3 16,-2 2-5-16,4-2 6 0,2 0-1 0,0-2-10 0,0 1-9 0,6-3-21 15,4 1-21-15,0 0-26 0,4-2-34 0,5 0-63 16,0 0-162-16,0 0-356 15,5-12 159-15</inkml:trace>
  <inkml:trace contextRef="#ctx0" brushRef="#br0" timeOffset="10193.26">14778 1954 43 0,'-7'2'246'15,"7"-2"-24"-15,0 0-18 0,0 0-24 16,0 0-16-16,0 0-19 0,0 0-15 16,0 0-16-16,0 0-20 0,0 0-16 0,0 0-5 15,0 0-6-15,0 0-9 0,22-3-4 0,-7 1-4 0,3-4-11 0,3 0-1 16,-1 2-4-16,-1 0-7 0,8-5-4 16,-7 2-2-16,2 0-5 15,-1 0 1-15,-3-4 0 0,1 2 0 0,-1-3-1 0,-4 5 9 0,-2-5 4 0,-3 2 15 16,2 0 11-16,-4 1 15 0,-2 0 13 15,-1 0 0-15,0 3 6 0,-1 0 2 16,-2 1-6-16,1 0-15 0,0 1-5 0,-4 0-14 16,2 4-10-16,-8-5-15 0,1 2-2 0,-3 2-5 0,-5 4-2 0,-5-1-5 15,-7 7 1-15,-2-1-5 16,1 2 0-16,0 5 0 0,-1-3-4 0,0 3 0 0,3-1-3 0,1 3 2 16,5-1-4-16,2 0-2 0,8-4-20 15,-4 2-6-15,6-2-5 0,4 1-8 16,0-2 0-16,7-1-4 0,2 2-5 0,3-4-13 0,3 0-31 0,7-1-31 15,4-5-70-15,7 0-215 0,2-4-444 0,2-1 196 16</inkml:trace>
  <inkml:trace contextRef="#ctx0" brushRef="#br0" timeOffset="10742.9">15215 1709 163 0,'1'-4'253'0,"4"0"-22"0,0 0-27 0,3 2-21 0,2-2-24 0,3 3-13 0,0 1-11 16,-1 2-18-16,9 3-16 15,-3 0-6-15,-2 5-15 0,2-1-3 16,0 1-11-16,0 5-12 0,-4-4-1 0,0 4-5 0,-2-1-6 0,-2 1-6 16,-3 3-4-16,0-3-3 15,-5 2-4-15,1-1-3 0,0 1-3 0,-5-5-2 0,1 0 0 0,-3-1-3 16,0 1 0-16,-2-4 4 0,1 2 1 15,-1-3-4-15,-1-1 5 16,5-2 3-16,0 1 11 0,-3-3 6 0,5 3 19 0,0-5 29 0,0 0 19 16,-9 3 24-16,9-3 9 0,0 0-28 15,0 0-29-15,3-13-28 0,2 1-14 0,5 0-4 0,7-9-14 0,-1 0-12 16,6 0-8-16,2 0 3 0,2-1-6 16,-1 3 1-16,-2-1 4 0,0 1-6 0,2 2 3 0,-4-2-1 15,-5 9 10-15,-1-1-1 0,-1 2 9 16,-4 3 11-16,0 0 13 15,-2 1 5-15,-3 1-1 0,-1 1-7 0,0 1 2 0,-4 2-11 0,8-4-3 0,-8 4-11 16,5-3-3-16,-4 2-14 16,-1 1-11-16,0 0-12 0,0 0 2 0,5 8 0 15,-5-3 11-15,0 2-11 0,0 2 2 0,0 1-2 0,-4 1 2 16,3 5 6-16,-2-2-5 0,2 3 10 0,-3 0-4 16,4-2 8-16,-5 2-3 0,5-2 5 15,-1-4 3-15,0 1-2 0,-2-1 1 0,3-2-1 16,0-2-1-16,-1 0 3 0,1-3 9 0,-1 1-10 0,1-2 3 0,-2 1 7 15,2-4-3-15,-1 6 6 0,1-6-1 16,0 0 6-16,0 0-1 0,-1 7 18 16,1-7 7-16,0 0-2 0,0 0-6 15,0 0-15-15,0 0-47 0,0 0-43 0,0 0-52 0,0-20-63 0,-2 9-84 16,2-4-270-16,0-4-584 0,3-2 259 16</inkml:trace>
  <inkml:trace contextRef="#ctx0" brushRef="#br0" timeOffset="10900.51">15747 1474 284 0,'-2'-5'374'0,"2"5"-15"15,-1-7-30-15,-1 2-39 0,2 5-30 0,0-6-21 0,0 6-33 0,0-7-40 16,0 7-46-16,0-4-50 16,0 4-40-16,0 0-40 0,14 8-47 15,-2-5-51-15,-2-1-69 0,0 5-220 0,3-4-428 16,-4-1 190-16</inkml:trace>
  <inkml:trace contextRef="#ctx0" brushRef="#br0" timeOffset="11501.47">15986 1789 102 0,'2'5'127'16,"-2"-5"-5"-16,7 3 11 0,1-1-6 0,-8-2-9 15,18 2-13-15,-4-2-6 0,5-4-10 0,-1 1-6 16,4-2-6-16,5-2-1 0,-8 2-2 0,0-4-12 16,5-1 9-16,-5 0 5 0,-1 2 8 0,0-2 8 15,-5-1 5-15,2 0 7 0,-6 3 24 0,-1-1 12 16,-2 2 16-16,2 2 8 0,-3-1-6 0,-1 0-7 0,0 1-5 0,-2 2-3 15,-2 3-1-15,7-7-29 0,-7 7-14 0,1-3-9 16,-1 3-26-16,0 0-22 0,0 0-15 16,0 0-6-16,-21 1 1 0,10 3-5 0,-7 3 4 0,3 2-10 15,-1-3-3-15,1 3 0 0,-2 2-5 0,2 1 0 16,1-1-2-16,-1 1-23 0,6-2-5 0,0 5-8 16,-1-3-3-1,2 0 1-15,4-3-2 0,2 1 3 0,0 0 2 16,1-3 3-16,1 1 5 0,1-2 4 0,3 2 9 15,0-1 5-15,4-1 9 0,1-2 0 0,1 1 2 16,2-1 2-16,1-1 2 0,0-1 0 0,5 0 7 16,1-2 5-16,-5 0 8 0,4-2 6 0,0 0 8 15,0-2 8-15,-1-1 18 0,-3-1 19 0,1 1 6 16,0-4 6-16,1 0 15 0,0-1-12 0,-3-5-5 0,2 0 5 0,-2 1 0 16,1-1-3-16,-4 1-4 0,4-1-4 15,-2 3 1-15,-3 0 5 0,-4 3 5 0,0 1 2 16,0 2-9-16,-1 2-4 0,1 0-15 0,-2 1-12 15,-2-2-13-15,3 4-13 0,-4 1-23 0,0 0-28 16,4-3-24-16,-4 3-29 0,0 0-14 0,0 0 3 0,0 0 8 16,11 9-9-1,-8-6 2-15,1 4-4 0,1 1-10 0,-1-1-16 16,-1 3-23-16,1-1-25 0,0 0-23 0,-2-1-56 16,1-1-60-16,0 3-342 0,-3-5-688 0,0-5 305 15</inkml:trace>
  <inkml:trace contextRef="#ctx0" brushRef="#br0" timeOffset="17822.59">18059 1635 7 0,'0'0'169'0,"-3"-5"-5"0,3 5 0 0,-1-7-4 0,1 7-3 0,-1-4-13 0,1 4-9 15,0 0-18-15,0 0-8 0,-1-5-17 0,1 5-10 16,0 0-12-16,0 0-5 0,0 0-13 16,-18 14-2-16,9-6-7 0,-5 6-3 0,1 2-2 15,-5 2-9-15,0 5-3 0,0-3-5 0,4 1 2 16,4-2-9-16,-1 3 4 0,3-3-5 0,3-1 3 16,0-3-6-16,1 2 6 0,1-4-11 0,3-3 8 0,-1 2-6 0,4-2 7 15,-2 0-3-15,2-5 6 0,4 0 2 0,1-1 10 16,2-1 2-16,9-2 6 0,-1-7-3 0,10 0-3 15,-1-5-5-15,0-1 1 0,-3 0 4 0,-1-5 1 16,-1-2 6-16,-2 0-8 0,-3-1 10 0,-2-3-5 16,-6 6 0-16,3-8-6 0,-2 2 5 0,-9 4-6 15,4 2 13 1,-6 0 7-16,1 5-4 0,-4-5-10 0,-1 6 0 16,-1 1-9-16,-6 4-5 0,1-1-4 0,-1 3 1 15,-8-3-17-15,2 6-1 0,-1-2-4 0,-3 6-10 16,3 0-17-16,2 2-17 0,-2 1-27 0,6 2-14 15,2 0-14-15,-1-1-27 0,3 7-10 0,5-4 2 16,3 0-9-16,4-1-20 0,4-1-142 0,2-1-336 16,9-2 150-16</inkml:trace>
  <inkml:trace contextRef="#ctx0" brushRef="#br0" timeOffset="18254.66">18625 1344 127 0,'0'-14'267'0,"0"7"-3"0,0-3-19 0,0 2-3 16,1 4-25-16,-1-2-17 0,-1 4-22 0,1-3-18 15,0 5-22-15,0-7-17 0,0 7-40 0,0 0-38 16,0-4-31-16,0 4 4 0,0 0-6 0,-5 17-2 0,1-6-2 15,-5 14-2-15,0 4 1 0,-5 17 3 0,1 4-6 0,-2 6 6 16,0 0-3-16,-2 1 3 0,2-1-4 0,3-1 4 16,5-6-5-16,4-2 6 0,-1-14-6 0,4 1 13 15,-5-7 0-15,8 1 5 0,-3-3 2 16,0-7-4-16,0-1 1 0,1-8-3 0,-1 0 2 16,0-1-2-16,0-3 12 0,-1-1 39 0,1-4 35 0,-2 9 38 0,2-9 24 31,0 6 22-31,0-6 13 0,0 0-20 0,0 0-19 15,0 0-14-15,0 0-25 0,-24-17-26 0,15 10-28 0,-1-1-34 0,1-1-12 0,-4-3-21 0,2 5-7 32,-1-4-13-32,0 4-9 0,1-2-7 0,2 3-21 15,2-1-7-15,-1 1-13 0,4 5-27 0,0-3-38 16,1 1-36-16,1 0-51 0,2 3-46 0,4-7-241 0,1 3-558 16,2-1 248-16</inkml:trace>
  <inkml:trace contextRef="#ctx0" brushRef="#br0" timeOffset="18555.55">18372 1764 198 0,'0'0'231'0,"0"0"-20"16,0 0-21-16,-8 3 2 0,8-3-13 0,0 0-20 15,0 0-18 1,0 0-9-16,0 0-13 0,0 0-1 0,0 0-10 16,32-4-8-16,-5-3-8 0,5 3-7 0,3-4-12 0,3 2 8 15,13-6 1-15,0 5-6 0,-19 0-7 16,3 2-7-16,-15 0-7 0,-2 3-1 0,-4-1-9 16,-2 1-1-16,-5-1-5 0,3 1-1 0,-4 0-4 15,-1 2-2-15,-5 0 1 0,9-3-3 0,-9 3-16 16,6 0-19-16,-6 0-17 0,6 3-25 0,-6-3 1 0,-1 4-23 0,1-4-42 15,-11 8-67-15,8-3-83 0,-3-5-136 0,6 0-428 16,0 0 189-16</inkml:trace>
  <inkml:trace contextRef="#ctx0" brushRef="#br0" timeOffset="19356.84">20203 1310 115 0,'0'-8'237'0,"0"2"-11"0,0 3 17 15,0-5-27-15,0 4-24 0,0 4-21 0,0-5-23 16,0 2-46-16,0 3-13 0,0 0-15 0,0 0-6 16,-6 17-6-16,1 3-8 15,-4 7-10-15,0 5 0 0,-5 16-4 0,-3 7 0 16,-2 1-8-16,-6 22 2 0,10-25-2 0,1 0-7 15,4-2 4-15,4-15-7 0,-2 0 10 0,6-4 1 16,0-1 4-16,1-5-7 0,0-1 5 0,1-5-5 16,-2-5-1-16,4-4-2 0,-2-1-4 0,1-3 2 15,-2-2 1-15,1 2 11 0,-2-4 37 16,2-3 39-16,-1 7 29 0,1-7 24 0,-1 4 16 0,1-4 4 0,0 0-13 16,0 0-24-16,0 0-19 0,0 0-17 0,-19-11-27 15,11 5-24-15,-1-1-16 0,0 1-9 0,0 0-29 16,-2-3-12-16,-6 1-9 0,8 3-18 0,-10-2-19 15,6 4-17-15,-1-1-9 0,0-1-17 0,-1 1-13 16,2 3-15-16,3-1-18 0,-2 0-20 0,6 1-30 16,1 1-40-16,5 0-40 0,-7-2-202 0,6-2-510 0,1 4 226 0</inkml:trace>
  <inkml:trace contextRef="#ctx0" brushRef="#br0" timeOffset="19657.27">19902 1760 217 0,'0'0'216'0,"-8"3"-19"0,8-3-13 0,-4 0-19 15,4 0-16-15,0 0-17 0,0 0-10 0,0 0-12 16,23 1-7-16,0-2-11 0,5-2-5 0,7 1-15 0,-1 0-9 15,3-3-2-15,3 2-4 0,-2 1-8 0,-2-1-2 0,-4 0-7 16,-1-1-4-16,-2 3-2 0,-11 0-6 0,1 1-4 16,-7-3 0-16,-3 3-7 0,2 0 4 15,-6 0-5-15,-5 0 7 0,13 0-8 0,-13 0 3 16,5 0 0-16,-1-2-9 0,-4 2-6 0,0 0-18 16,0 0-18-16,0 0-25 15,-23 5-22-15,11-5-22 0,3 1-35 0,3 0-50 16,6-1-120-16,-14-1-331 0,14 1 147 0</inkml:trace>
  <inkml:trace contextRef="#ctx0" brushRef="#br0" timeOffset="20157.52">20642 1630 98 0,'5'-3'213'0,"1"0"-20"0,5-1-26 15,0 2-13-15,3 2-20 0,-1-3-11 0,-2 2-10 16,3 2-13-16,0 3-10 0,0 0-14 0,-3 1-6 0,0 1-7 16,-1 4-6-16,-1-4-9 0,0 7-3 15,-4-2-2-15,-4 0-6 0,2 2-11 0,-6 3 4 16,0 1-4-16,-4-2 2 0,1 2-3 0,-3-3 1 15,-2-2 2-15,4-4-5 16,-6 4 11-16,3-2-10 0,1-3 3 0,3 1 4 16,1-4 2-16,-1 0 15 0,2 0 6 0,0 0 15 15,0-2 19-15,0-2 33 0,4 0 28 0,0 0 25 16,0 0-5-16,0 0-24 0,0-9-19 16,6 0-24-16,4-1-4 0,3-5-11 0,0 2-11 0,2-2-12 15,7-2-7-15,-8 4 4 0,4 1-11 0,-4 0-18 16,-5 4 7-16,4 2-3 0,-5 0-15 0,-3 1 9 0,1 1-15 15,-1 1-2-15,1-1 3 0,-3 1-14 0,0 0-10 16,1 3-19-16,-4 0-8 0,0 0-1 0,5 5-1 16,-4 0 3-16,2 2 5 0,-3-1 3 0,2 3 0 15,-2 3 4-15,0-1 3 0,1 0-3 0,-1 1-22 16,0 0-30-16,3 2-14 0,-2-4-28 0,0 0-18 16,-1 1-38-16,4-5-51 15,-3-1-270-15,3-1-534 0,0-1 237 0</inkml:trace>
  <inkml:trace contextRef="#ctx0" brushRef="#br0" timeOffset="20373.55">21119 1542 167 0,'0'0'227'0,"0"0"-19"16,11 6-18-16,-5 1-14 0,2 2-14 0,-2 1-16 15,4 4-11-15,1 3-8 0,1 6-13 0,-4 2-10 16,-1 1-11-16,-4 0-8 0,-1 0-8 0,-2 0-4 16,-3 1-12-16,-3-2-13 0,-1-5-11 0,-4 3-9 0,-7 2-10 15,-3-4-18-15,-4-1-28 0,0-2-35 0,-4-2-63 32,-2 0-218-32,-1-11-372 0,0 1 165 0</inkml:trace>
  <inkml:trace contextRef="#ctx0" brushRef="#br0" timeOffset="20721.45">20746 1431 63 0,'-7'7'176'15,"-2"0"-11"-15,-4 4-13 0,-1 3-19 0,-3 7-6 16,-2 0-5-16,-1 5-4 0,-2 3-12 0,-5 11 2 16,4-10-2-16,-4 14-8 15,8-12-10-15,4-1-1 0,2-2-13 0,4 1 3 16,0-3-2-16,4 0 1 0,4-9-8 15,2 1 2-15,3 0-5 0,4-2-3 0,3-1-3 16,12-1 0-16,5-3-18 0,9 0-39 0,17-4-48 16,5-4-63-16,3-1-262 0,-2-6-401 0,2-1 177 15</inkml:trace>
  <inkml:trace contextRef="#ctx0" brushRef="#br0" timeOffset="21258.81">21652 1785 67 0,'0'0'236'0,"-1"2"-5"0,1-2-19 0,0 0-5 0,0 0-14 16,0 0-7-16,0 0-11 0,0 0-3 0,0 0-8 16,-8 0-5-16,8 0-3 0,0 0-14 0,0 0-20 15,0 0 4-15,0 0-14 0,0 0-5 0,0 0-15 16,0 0-8-16,23-5-10 0,-6 3-7 0,5-1-9 16,7-1 3-1,4-1-15-15,1 2-1 0,1-2-5 0,4 5-5 16,-5-2-9-16,-2 0 1 0,-1 3-3 0,-2-2-2 15,-8 1-2-15,-3-1-3 0,-6 1-4 0,1-2-9 16,-4 4 2-16,-4-4-9 0,-5 2 3 0,10 0-12 16,-10 0-4-16,9 0-7 0,-9 0-4 0,8 2-2 15,-8-2-9-15,0 0-17 0,0 0-30 0,-23 5-30 16,10-2-23-16,2-2-37 0,-1 2-45 0,1-2-212 0,0 1-468 0,1-2 207 16</inkml:trace>
  <inkml:trace contextRef="#ctx0" brushRef="#br0" timeOffset="21545.23">21757 1951 102 0,'-4'3'264'0,"2"-1"-2"0,2-2 0 0,-7 1-12 15,7-1-19-15,-5 2-14 0,5-2-15 16,0 0-16-16,0 0-17 0,27-2-16 16,-5 1-14-16,7 1-11 0,3-3-18 0,4 2-9 15,-3-2-10-15,2 2-8 0,1-2-11 0,-5 0-9 16,0 2-3-16,-5-1-9 0,-9 2-4 0,-5-2-3 16,-2 1-6-16,-2 1-2 0,-2 0-13 15,1-2 10-15,-7 2-6 0,11 1-28 0,-11-1-13 0,0 0-29 16,9 1-24-16,-9-1-25 15,0 0-25-15,0 0-68 0,0 0-303 0,0 0-528 0,-27 3 234 0</inkml:trace>
  <inkml:trace contextRef="#ctx0" brushRef="#br0" timeOffset="25529.57">22796 1730 233 0,'0'0'259'0,"0"0"-27"16,3-6-27-16,-3 6-17 0,6-5-24 0,0 3-16 16,4-1-15-16,1 1-15 0,-1-1-16 15,3 3-8-15,0 0-14 0,4 3-5 0,2-1-17 0,-2 3-8 0,-2 0-13 0,-2 2-9 0,3 2-11 16,-6 2-3-16,0-2-5 0,-1 6-6 16,0 1-3-16,-4 2 6 0,-2-1-8 0,-3 4-6 15,-3-4 2-15,-1 3 3 0,-1-1-3 0,-4 1 3 16,3-4-6-16,-3 2 7 0,-1-2-4 15,-2-1 11-15,3-1-6 0,4-4 4 0,-4-3-5 16,4-1 2-16,1-1 2 0,-1-1 4 16,3 0 23-16,0 0 27 0,-2 0 33 0,4-4 35 15,-7 2 25-15,7-2 21 0,0 0 16 16,0 0-12-16,0 0-33 0,11-17-29 0,2 5-14 16,2-2-8-16,6-6-11 0,3-1-8 0,-1-1 3 0,1-1-24 0,1 2 4 0,-2 2-11 15,-2 0 7-15,0 2-14 0,-6 5-7 16,-1 1-13-16,-5 5 7 0,0 0-5 0,-5 1-1 15,4 3-6-15,-5-3-8 0,1 3-17 0,0-1-29 16,-4 3-19-16,5 0-33 0,-5 0 8 0,4 6 3 16,-1 1 6-16,-2 3 2 0,-5 4 12 15,3 1 4-15,-6 1 15 0,5 4-2 0,-6 2 10 16,4-3-2-16,3 0 4 0,1 3 9 0,1-5-15 16,-1 1-4-16,5-2-6 0,3-2-2 15,1 1-10-15,9-4-17 0,9 0-49 0,3-5-65 16,5 0-251-16,3-4-480 0,17-5 212 0</inkml:trace>
  <inkml:trace contextRef="#ctx0" brushRef="#br0" timeOffset="26166.4">23955 1953 42 0,'-6'0'197'0,"-1"1"-11"0,7-1-22 15,-9 2-12-15,4-2-18 0,5 0-15 0,0 0-5 0,-8 0 0 0,8 0-8 0,0 0-7 16,0 0-9-16,0 0-5 0,0 0-7 0,-5 1-2 16,5-1-5-16,0 0 5 0,0 0 7 15,0 0 0-15,-2 4 1 0,2-4-2 0,0 0-3 16,0 0-5-16,0 0-5 0,0 0-6 15,0 0-4-15,0 0-6 0,0 0-5 0,0 0-6 16,0 0-5-16,0 0-3 0,0 0-3 16,0 0 0-16,0 0-6 0,0 0-1 0,0 0-9 15,0 0 5-15,0 0-8 0,0 0 13 16,0 0-12-16,0 0-1 0,0 0-1 0,0 0 5 0,0 0 2 16,0 0-1-16,0 0 0 0,0 0 3 0,0 0 2 0,0 0-1 0,0 0-2 0,28-7-3 15,-9 6 6-15,12-1-9 0,2-3-2 16,5-2-2-16,2 7 1 0,12-8-4 0,-12 4 1 15,-2 1-2-15,3 1 0 0,-8-1 7 16,-1 1-6-16,-4-1-2 0,-8 2-1 0,-6 1-3 16,-3 0 7-16,1 0-4 0,-5-3 4 15,-3 3-1-15,3 0 13 0,-7 0 5 0,0 0-6 16,12-2-3-16,-12 2-4 0,5-1-11 0,-5 1-8 16,0 0-12-16,8 0-11 0,-8 0-20 15,0 0-20-15,0 0-40 0,0 0-36 0,0 0-50 0,0 0-52 0,0 0-171 0,0 0-454 16,-23-4 201-16</inkml:trace>
  <inkml:trace contextRef="#ctx0" brushRef="#br0" timeOffset="26651.3">24807 1731 61 0,'8'-1'257'0,"-3"0"-26"0,0-1-35 16,-5 2-11-16,13-1-22 0,-2 2-15 0,-3-1-18 16,4 4-15-16,0-1-12 0,-1 2-3 0,0 2-18 15,-1 0-6-15,-1 3-11 0,3 1-6 16,-6 0-12-16,-1 5 1 0,-2-5-8 0,-3 6-1 15,-3 0-8-15,-1 0 0 0,-2-1-3 0,-2 1-2 16,2-3-4-16,-3 0-3 0,-4 3 3 0,4-5-4 16,0 3 0-16,1-7-3 0,1-1 0 0,3-2 0 0,-1 0 5 0,0-2 1 0,2 1 26 15,3-4 23-15,-7 5 38 0,7-5 33 16,-4 3 31-16,4-3 29 0,0 0 8 0,0 0-21 16,0 0-23-16,0 0-16 0,14-20-16 0,-4 11-12 15,3-2-16-15,2-4-13 0,3 1-13 16,1-2-13-16,-1 6-4 0,2-2-7 15,-4 2-3-15,2 3-8 0,-8-1-8 0,-1 3-3 16,-2 1-11-16,-1 1-14 0,2 1-8 0,-8 2-19 16,7-4-24-16,-3 4-9 0,-4 0-13 15,8 4 3-15,-1-2-1 0,-3 3 5 0,1 5-2 16,1-3 8-16,-1 3 4 0,2 0 5 0,-2 1-21 0,4 3-17 0,-4-3-21 0,6 3-19 16,-4 0-21-16,2-3-23 0,-4-2-29 0,4-1-52 15,0-1-59-15,-5-3-166 0,1-1-508 0,2-3 225 16</inkml:trace>
  <inkml:trace contextRef="#ctx0" brushRef="#br0" timeOffset="27082.39">25334 1523 2400 0,'0'0'328'0,"-3"-6"-137"0,3 6-54 16,0 0-71-16,-5-6-12 0,5 6-12 0,0 0-17 16,0 0-10-16,0 0-6 0,1-3-6 0,-1 3-2 15,0 0-2-15,0 0-3 0,0 0-5 0,0 0 2 0,0 0 1 16,4 16 5-16,-4-10-7 0,-1 2-1 0,1 1 1 0,-4 3 1 16,0-2 3-16,2 2-3 0,-1-2 2 0,-1 1 4 15,0 0 0-15,-1-2 3 0,2-1 0 0,0-2-2 16,1 0 0-16,0-1 1 0,2-2 2 0,-4 1-2 15,4 0 6-15,0-1 10 0,0-3 12 0,-2 5 10 16,2-5 16-16,6 4 25 0,8-4 5 0,-2 0 20 0,12-2-20 16,5 1-4-16,3-3-2 0,5 2 0 0,-1-3 1 15,17 1-9-15,-19 1-5 0,3-2 0 0,1 2-4 16,-3-3-9-16,-4 3 2 0,-3 1-2 0,-10 2-7 16,-6 0 1-16,0 0 0 0,-2-2 14 0,-4 1-11 15,2 1 1-15,-8 0-7 0,9 0-1 0,-9 0 0 16,10 0-13-16,-10 0-5 15,4 0-38-15,-4 0-36 0,0 0-54 16,0 0-53-16,0 0-38 0,0 0-8 0,5 5-47 16,-5-5-116-16,0 0-237 0,-23 5-650 0,23-5 288 15</inkml:trace>
  <inkml:trace contextRef="#ctx0" brushRef="#br0" timeOffset="30504.17">27929 1760 146 0,'-4'-4'276'0,"4"4"-14"16,1-5-9-16,-1 5-3 0,0 0-4 0,-1-7-16 15,1 7-9-15,0 0-19 0,-2-6-14 0,2 6-14 16,0 0-23-16,0 0-20 0,0 0-6 0,0 0-15 16,0 0-18-16,0 0-12 0,2-4-24 15,-2 4-12-15,0 0-4 0,0 0-6 0,-4 18-6 0,4-10-6 0,-2 5 1 0,-1-1-6 16,1 4 3-16,-3 3-3 0,2-4-3 16,1 2 3-16,0 0-1 0,-2-2-1 0,2 2-1 15,1-5-5-15,-2-1 6 0,2 0-8 0,-1 0 12 16,2-1-9-16,-2-2 0 0,2-2-2 0,-2 0 0 15,0-1-13-15,2 1 2 0,0-6-2 0,0 6-1 16,0-6 7-16,-4 7 4 16,4-7-2-16,0 0 5 0,0 5-3 0,0-5-10 15,0 0-71-15,0 0-56 0,0 0-60 16,0-25-47-16,0 8-255 0,-1 0-534 0,4-2 237 16</inkml:trace>
  <inkml:trace contextRef="#ctx0" brushRef="#br0" timeOffset="30681.83">27981 1460 143 0,'-1'-5'297'0,"1"5"-18"0,0-7-19 0,0 7-29 0,0-8-25 16,0 8-23-16,0 0-19 0,1-6-18 16,-1 6-30-16,0 0-30 0,0 0-9 0,0 0-15 15,0 0-15-15,0 0-27 0,7 14-26 0,-6-6-18 16,2 1-28-16,-1 3-23 0,-2-2-35 0,0 2-31 15,3-2-42-15,-6-1-105 0,6-1-312 0,-2-1 138 0</inkml:trace>
  <inkml:trace contextRef="#ctx0" brushRef="#br0" timeOffset="31254.17">28242 1764 172 0,'0'0'383'0,"0"0"-23"0,0 0-28 0,0 0-34 16,0 0-38-16,0 0-25 16,0 0-31-16,0 0-21 0,0 0-25 0,0 0-24 0,0 0-28 0,0 5-13 15,0 1-6-15,-2 1-11 0,-1 3-8 0,-1 1-5 0,-1 5-3 16,0-2-7-16,0 1-7 15,-3 1-2-15,2 0-9 0,3-5 4 0,-1 3-11 0,3-4-2 16,-3 0-2-16,4-3-16 0,0 0 0 16,-4-1-3-16,4 0-1 0,0-6 6 0,-1 5 6 0,1-5 14 15,-4 6 30-15,4-6 33 0,0 0 41 16,0 0-6-16,0 0-12 0,0 0-14 0,22-16-10 16,-7 6-10-16,6-6-8 0,-6 4-4 15,1 0-18-15,0 0-2 0,1-1-1 0,-1 4-9 0,-3-2-8 16,-3 5-4-16,-1-1-1 0,-2 2-11 0,-1 2-1 0,0 1-7 15,0 0-7-15,0 0-20 0,-6 2-7 16,10-1 2-16,-10 1-10 0,13 3-15 0,-3 2 2 0,-2 2-16 16,2 1-8-16,-2-2-21 15,5 6-20-15,-3-2-20 0,0 0-14 0,2 2-27 0,0-1-28 16,-3-1-30-16,3-2-43 0,-2-1-264 16,-2-2-581-16,1-1 257 0</inkml:trace>
  <inkml:trace contextRef="#ctx0" brushRef="#br0" timeOffset="31822.77">29188 1482 215 0,'5'-8'299'0,"-1"-2"-13"0,-2 3-6 0,1 2-9 15,-1-1-21-15,0 1-15 0,0 2-24 0,-2 3-28 0,1-7-16 16,1 5-25-16,-2 2-20 15,0 0-28-15,2-2-8 0,-2 2-16 0,0 0-7 16,2 21-5-16,-4-4-8 0,2 9-5 0,-2 1-5 16,-1 2-5-16,-1 4 1 0,0 0-3 0,-1-1-5 0,3 2-1 15,-2 0 7-15,0-4-10 0,4 1-1 16,3-4-2-16,-6-2-3 0,2-6 0 16,0-4-2-16,2 1 0 0,-2-6 2 0,2 2-4 0,-1-5-7 15,-1-2 3-15,1 0 4 0,-2-1-3 0,2 1 3 0,0-5-3 16,0 6 7-16,0-4-2 0,0-2 1 15,0 0-5-15,2 5-11 0,-2-5-4 0,0 0-34 0,0 0-57 16,0 0-47-16,0 0-57 0,-9-10-49 16,7 3-244-16,-1-3-529 0,0 1 234 0</inkml:trace>
  <inkml:trace contextRef="#ctx0" brushRef="#br0" timeOffset="32152.77">28983 1735 138 0,'-4'1'208'0,"4"-1"-6"15,-8 2-3-15,8-2-1 0,0 0-6 0,-8 0-15 0,8 0-13 16,0 0-18-16,0 0-8 0,0 0-18 0,0 0-9 0,38-2-12 0,-17 0-9 16,12-1-10-16,1 3-5 15,17-4-11-15,2 3-9 0,-1-2-5 0,-12 3-5 0,-2-2-10 16,2 2 0-16,-4 0-5 0,-1 0-1 15,-8 1-3-15,-8-2-5 0,0 1 2 0,-6 1-6 0,-5-2-2 16,1 1 6-16,-3 0-2 16,1 0 5-16,-7 0 8 0,10-2-2 0,-10 2-3 0,6 2 1 15,-6-2-7-15,0 0 0 0,7 0-2 16,-7 0-14-16,0 0-7 0,0 0-12 0,0 0-18 0,0 0-18 16,0 0-21-16,-21 1-32 0,21-1-17 0,-9 0-34 0,9 0-34 15,-9 0-195-15,9 0-414 16,-7-5 183-16</inkml:trace>
  <inkml:trace contextRef="#ctx0" brushRef="#br0" timeOffset="32955.11">29732 1533 227 0,'0'-9'322'0,"0"9"-9"0,0-7-19 0,0 7-26 0,4-5-23 15,-4 5-28-15,0 0-20 16,0-4-26-16,0 4-21 0,0 0-19 0,0 0-12 0,0 0-21 15,0 0-8-15,0 0-11 0,-4 20-7 16,0-10-16-16,4 8 0 0,-5 0-5 0,4 4-4 0,-6 4-6 16,5-1-7-16,-5 4 3 0,0-3-3 15,-1-1-2-15,4-6 2 0,0-2-14 0,3 0 10 16,-3-6-13-16,3 0 1 0,-4-2-3 16,5-1 3-16,0-3-4 0,0 1 6 0,0-6 12 0,0 7 20 15,0-7 25-15,0 5 23 0,0-5 30 16,-2 3 24-16,2-3 11 0,0 0 9 0,0 0-18 0,0 0-22 15,16-8-21-15,-6 1-15 0,4-3-34 0,2-1-27 0,0 1-23 16,0 0-30-16,0 1-14 0,-2-1-36 16,-1 4-29-16,-1 0-32 0,-2 1-31 15,1 3-25-15,0-3-15 0,-4 5-17 0,5-2-5 16,-3 2-11-16,-2 2 14 0,2 3-16 0,-4-4 3 0,0 5 6 16,1-1 10-16,-3 1 25 0,4 2 11 0,-5-1 25 15,0-2 11-15,0 3 18 0,-1-2 12 0,-1 2 11 0,3-2 13 16,-3-2 19-16,1 1 23 0,-1-5 18 15,0 7 30-15,0-3 21 0,0-4 19 0,0 4 16 16,0-4 2-16,3 5 15 0,-3-5 17 0,0 0 6 16,0 4 12-16,0-4 11 0,0 0 3 15,0 0 5-15,0 0-2 0,1 2-8 0,-1-2-12 0,0 0-7 0,18-6-12 16,-9 2-12-16,6 0-4 0,-1 1-9 0,4-3-4 0,3 1-7 16,-1-3-1-16,8-2-8 0,2 1 5 15,-4-2-19-15,3 0 9 0,-1 0-17 0,-4 0-3 16,2-1-5-16,-7 2 1 15,-3 0 0-15,1 1 8 0,-7 2 4 0,-1 0 6 16,1 1 16-16,-5 2 12 0,1 1-2 0,-4-2-12 16,-1 1-4-16,-1 1-10 0,0 3-9 0,-5-5-1 15,-4 4-8-15,-5 1 0 0,-2 3-3 0,-4 0-4 16,-1 0-1-16,0 2-1 0,-3 5 0 0,2-1 0 16,4 0-5-16,-5 3 0 0,6-2-3 0,2 2 1 15,0 0-1-15,6 0-5 0,1-4-9 0,6 4-3 0,-1-2 4 0,0 2-4 16,6-1 2-16,0-1-3 15,7 2-3-15,-1-2-21 0,6 0-25 16,2-3-48-16,5 3-37 0,1-8-71 0,-3 2-271 0,8-4-537 0,-7-1 237 16</inkml:trace>
  <inkml:trace contextRef="#ctx0" brushRef="#br0" timeOffset="33373.89">30477 1713 225 0,'5'-3'251'0,"2"2"-11"0,1 1-16 15,0-1-19-15,1 2-11 16,2-2-22-16,2 3-8 0,0 2-10 0,5-1-13 0,-3 4-13 0,-2 0-8 16,1 3-16-16,3 1-7 0,-8-3-10 15,6 5-2-15,-6 0-10 0,0 2-7 0,-1 0-6 0,-6-3-6 0,1 3 0 16,-2-1-9-16,-1 3-4 15,-4-2-2-15,0-1-3 0,-1 1-2 16,-1-2-10-16,-3 0 5 0,0-5-6 0,0-1 0 0,3 2 1 0,-1-6-1 16,1 4 7-16,-4-2 19 0,3-3 29 15,5 1 39-15,2-3 46 0,-11 2 28 0,11-2-27 0,0 0-23 16,-2-12-12-16,2 3-12 0,2-4-11 16,6-4-18-16,5-5-5 0,6-1-7 15,3-4-5-15,0 0-8 0,13-7-9 0,-15 9 0 0,1 1 15 16,-2 2 17-16,-1 4 2 0,-4 2-6 15,-1 3-6-15,-4 4-10 0,1 0-5 0,-3 3-7 0,-2 1 0 0,0-1-8 16,-1 3-14-16,1 0-37 16,-3 1-40-16,0 1-46 0,-2 1-81 0,0 0-51 0,0 0 0 0,0 0-26 15,-12 14-52-15,3-9-75 0,-1 2-318 16,0-1-750-16,2-1 333 0</inkml:trace>
  <inkml:trace contextRef="#ctx0" brushRef="#br0" timeOffset="34589.03">30974 1557 159 0,'0'0'192'0,"-28"10"-24"0,14 0-15 0,-9 6-13 0,-4-1-16 16,4 7-5-16,-5-2-14 0,1 6-15 16,-9 7-1-16,8-8-11 0,3 1-3 0,0-4-13 0,3 5-3 0,3-3-6 15,-2-5-8-15,6 3-2 16,3-8-6-16,0-1-2 0,2-4-1 0,5 1-8 0,1-3 0 0,0 0-1 16,2-2 6-16,-2-2 5 0,0 3 12 15,4-6 13-15,-5 3 11 16,5-3 21-16,0 5 14 0,0-5 24 0,0 0 13 0,0 0-24 0,0 0-26 15,0 0-4-15,0-19-13 16,5 9-13-16,3-4-5 0,-2-1-5 0,6-9-7 0,-1 7-7 0,-2-7 0 16,0 0 7-16,-1 7 13 0,-3 0 11 15,1 5 32-15,-3 1 15 0,1 5 20 0,-2-1-13 0,1 2-3 0,1 0-17 16,-4 5-12-16,0 0-37 16,2-10-24-16,-2 10-37 0,0 0-29 15,0 0 13-15,0 0-1 0,0 0-1 0,-19 22 7 0,9-7-3 0,0 2 4 16,-2-1 3-16,4 3 5 0,3-3-1 15,-4 1-4-15,8-1 3 0,-3-1 4 16,4-3-4-16,4 0 3 0,1-3 5 0,5-1 5 0,3 2 2 0,5-2-4 16,3-5 7-16,8 0-1 15,0-1 4-15,1-4-3 0,-1 0 13 0,-8-2 13 16,0-2 3-16,1 0 1 0,-4-3-2 0,0 4 8 0,-4-4 0 0,0-1 8 16,-4 3 7-16,-1-3 18 15,-2 4 9-15,-1-2 1 0,-5 4-3 0,3-1-8 16,-3 0-15-16,-1 1-21 0,0 4-22 0,-9-8-4 0,4 5-8 15,-5 3-9-15,2-2-8 0,-4 2-9 16,0 2-33-16,2-2-34 0,0 4-20 0,1 1-23 16,2 0-4-16,2 0 9 0,0-2 13 0,5 1 11 0,0-4 17 15,6 11 5-15,3-7 12 16,2-2 6-16,3 0 5 0,4-2 16 0,-1 0 21 0,0-2 26 0,-2-3 30 16,-2 3 22-16,-1-2 4 0,-1-2 14 15,0 2 18-15,-3-2 12 0,1 1 16 0,-5 1 8 0,1 1-6 16,-5 3-15-16,9-6-12 0,-9 6-17 15,-5-5-30-15,5 5-26 0,-11-5-9 16,0 4-15-16,-3 1-7 0,-4 0-17 0,-2 3-22 0,1 1-11 0,1-1-26 16,4 0-24-16,-2 2-17 15,4 1-15-15,4-2-11 0,-1 0-5 0,4-1 18 0,1 0 14 0,4-3 19 16,1 6 10-16,-1-6 10 0,0 0 12 16,17 1 6-16,-4-4 36 0,-2 0 4 15,2 1 5-15,0-3 4 0,0 0 24 0,-2-2 4 0,-1 0 15 0,1 0 2 16,-4 0-4-16,0-1 12 15,0 3-2-15,-5 0-7 0,0 0-24 0,-2 2-24 0,0 3-23 16,-9-4-23-16,-5 3-20 0,-8 4-31 16,-6 2-55-16,1 3-82 0,-2-2-242 0,2 3-535 15,-1-2 238-15</inkml:trace>
  <inkml:trace contextRef="#ctx0" brushRef="#br0" timeOffset="36145">3684 3837 50 0,'0'0'259'0,"0"0"6"0,-7-6 3 16,7 6 2-16,0 0-3 0,0-6 0 0,0 6 10 16,3-5 5-16,-3 5-3 0,1-4-4 0,-1 4-10 0,0-5-15 0,0 5-21 15,0 0-17-15,0 0-22 0,-1-5-21 0,1 5-16 16,0 0-14-16,0 0-21 0,0 0-40 0,0 0-26 16,0 0-33-16,0 0-43 0,0 0-4 0,-3 14-4 15,2-5 6-15,-3 3 2 0,4 6-1 16,-1 1 2-16,-2-1 7 0,2 2-4 0,-3-1 6 0,1 5-1 15,2-5 3-15,-1-1 7 0,2-1 0 0,-3 2 2 0,3-4-22 16,0-2-7-16,3-2-4 0,-6-1-13 0,3 0 28 16,0-3-7-16,0 0-9 0,0-3 6 0,0 0 4 15,3 0 3-15,-3-4 7 0,0 6 6 0,0-6 0 16,0 4 9-16,0-4-1 0,0 0-8 0,0 0-83 16,0 0-77-16,-8-21-52 0,4 9-42 0,0-4-276 15,0-10-586-15,2-1 260 16</inkml:trace>
  <inkml:trace contextRef="#ctx0" brushRef="#br0" timeOffset="36308.25">3657 3550 149 0,'-3'-5'369'0,"3"-1"-15"16,0 1 10-16,0 0-10 0,0 2-33 16,0 3-49-16,-1-9-6 0,1 9-28 0,0-4-29 0,0 4-27 0,0 0-17 15,0-6-50-15,0 6-61 0,0 0-51 0,0 0-8 0,0 0-32 16,0 0-34-16,14 13-36 0,-13-6-43 15,4 3-53-15,-1-1-271 0,0 3-513 0,1-3 227 16</inkml:trace>
  <inkml:trace contextRef="#ctx0" brushRef="#br0" timeOffset="36816.83">3971 3791 49 0,'0'0'394'0,"0"0"4"0,1-6-3 16,1 3-38-16,-2 3-3 0,1-4-26 0,0 1-31 15,-1 3-34 1,0 0-28-16,0 0-22 0,0 0-52 0,0 0-8 0,0 0-36 16,0 0-56-16,0 0-13 0,-1 13-5 15,1-5-6-15,-1 3-5 0,-2 2 1 0,3 4 0 16,-3 4-8-16,-1 3-2 0,0 0-6 0,-2 3-7 0,3-3-6 0,0-7-9 0,0 1-15 16,1-2-3-16,1-6-6 0,-2 2-4 0,3-7 1 15,0 2 0-15,0-2 11 0,0-1 28 16,0 1 42-16,0-2 30 0,0-3 40 0,0 0 38 15,0 0 2-15,0 0-23 0,8-13-14 16,-2 1-7-16,5-4-16 0,0 1-7 0,-2-1-12 16,6-9-9-16,-1 5-4 0,3-1-12 15,-7 6-3-15,-1 6-4 0,1 0-7 0,-5 1-1 0,-1 3-7 0,0 0-6 0,0 1-13 16,-3 1-10-16,3 0-22 0,1 2-25 0,-5 1-24 16,5-1-1-16,-5 1-2 0,12 5-15 0,-6-2-5 15,3 6-37-15,0-2-12 0,2 4-19 0,1 2-38 16,-2-1-20-16,2 4-37 0,-1-5-42 15,-1 3-74-15,-2-6-191 0,1 0-606 0,-3-1 268 16</inkml:trace>
  <inkml:trace contextRef="#ctx0" brushRef="#br0" timeOffset="37215.85">4370 3749 78 0,'0'0'456'0,"0"-6"-13"16,0 6-35-16,-2-4-31 0,2 4-34 0,0 0-40 16,0 0-31-16,2-5-33 0,-2 5-24 0,0 0-27 0,0 0-26 15,0 0-23-15,0 0-27 0,0 0-10 0,0 0-20 16,5 12 0-16,-1-2-25 0,0 1 3 0,0-2-12 16,3 7-5-16,-1-2-8 0,0 3 1 15,0-2-4-15,-2 1-24 0,2 0 24 0,-1-3-3 16,-2-1-5-16,1-2 2 0,-1-1-9 15,0-2 2-15,-2-1-8 0,2 1 7 0,-2-3-4 16,3 0 0-16,-4-2 3 0,2 3-2 0,0-2 1 16,-1 0 32-16,-1-3 34 0,1 4 16 0,-1-4 25 0,0 0 19 0,0 0 12 0,0 0 7 15,0 0 3-15,5 1-3 0,-5-1-12 0,0 0-11 16,0 0-12-16,0 0-17 0,0 0-12 16,0 0-11-16,0 0-3 0,0 0-16 0,0 0 1 15,0 0-16-15,0 0-9 0,0 0-12 16,0 0-14-16,0 0-13 0,0 0-16 0,0 0-9 15,0 0-17-15,0 0-16 0,0 0-22 0,0 0-23 16,0 0-21-16,0 0-24 0,0 0-34 16,0 0-27-16,0 0-34 0,0 0-25 0,0 0-80 15,0 0-144-15,0 0-262 0,-14-12-811 0,11 6 360 0</inkml:trace>
  <inkml:trace contextRef="#ctx0" brushRef="#br0" timeOffset="37600.71">4495 3471 368 0,'0'-5'384'0,"0"5"-20"0,0 0-31 15,0 0-31-15,0 0-33 0,0-4-25 0,0 4-25 16,0 0-33-16,0 0-41 0,0 0-48 0,0 0 2 16,3 13-12-16,-3-1-3 0,0 3-8 15,0 4-9-15,-2 9-10 0,1 3 6 0,-2 3-19 16,-2 15-5-16,0 4-1 0,1-5 3 0,-2 0-3 16,0-1-13-16,4-14 5 0,0-2-3 15,0-1 0-15,0-4-2 0,2-6-6 0,1-3-8 16,0 0 7-16,-1-5-7 0,-1-3 3 0,1-3-1 0,0 2-4 0,0-3 7 0,0-1 6 15,-1 0 10-15,1-4 13 0,0 4-6 0,0-4-8 16,0 4-4-16,0-4 3 0,0 0-1 16,0 0-17-16,0 0-26 0,0 0-33 0,0 0-121 15,0 0-133-15,-8-13-304 0,3 5-654 0,3-1 289 16</inkml:trace>
  <inkml:trace contextRef="#ctx0" brushRef="#br0" timeOffset="37927.32">4218 3845 268 0,'-4'1'292'0,"1"2"-32"16,3-3-13-16,-5 2-16 0,0 1-3 0,5-3-7 15,0 0-26-15,0 0-12 0,0 0-31 0,0 0-3 0,0 0-18 16,0 0-11-16,30-5-22 0,0-1 0 16,2-3-7-16,9 2-12 0,10-4-8 15,1 2-9-15,-1-3 4 0,2 2-9 0,-17 2-17 0,-3-1 11 0,-4 5-6 0,-1 0 2 16,-8 3-13-16,0-2-14 0,-1 2 4 0,-10 0-17 16,3-1-18-16,-5 1-11 0,-7 1-19 15,12 0-18-15,-12 0-2 0,0 0 9 0,1 8-3 16,-1-8-14-16,-9 7-25 0,0-2-28 0,-1 0-22 15,1 0-58-15,-4 2-238 0,3-3-476 0,-3-2 211 16</inkml:trace>
  <inkml:trace contextRef="#ctx0" brushRef="#br0" timeOffset="38312.51">4881 3867 28 0,'-2'6'219'0,"2"-6"-11"0,0 0-7 0,0 0-13 15,4 5-17-15,-4-5-12 0,0 0-14 16,5 2-6-16,-5-2-3 0,7 3-4 0,-2-3-10 16,6 0-7-16,2 0-11 0,1-3-8 15,7 1-12-15,-2-1-6 0,9-4-9 0,-1-1-4 16,-9-1-7-16,2 3-8 0,-2-2-3 0,1 0-1 0,-1-1 4 0,-5-1 7 0,2 0-2 15,-3 4 11-15,-6-3 6 0,3-1 4 0,-4 6 7 16,-1-3 10-16,0 2-6 0,-3 0-13 16,-1 0-9-16,-1-2-15 0,1 4-9 0,0 3-8 15,-14-5-5-15,1 5-3 0,-1 5-4 0,-6 1-1 16,1 3-4-16,-5 3-6 0,1 2-3 16,2 2 2-16,-2 2-4 0,2 0 3 0,2 3-3 15,5-6-5-15,0 1-1 0,5 1-19 16,0 0-29-16,-1-1-13 0,6-2-2 0,4-1-18 15,0 0-14-15,3-3-25 0,3 2-40 0,4-4-75 16,-2 0-235-16,7-7-510 0,-2-1 226 0</inkml:trace>
  <inkml:trace contextRef="#ctx0" brushRef="#br0" timeOffset="38704.54">5266 3738 67 0,'0'0'373'0,"2"-5"-34"16,-1 2-36-16,-1 3-31 0,0 0-27 0,1-3-28 16,-1 3-37-16,0 0-6 0,11 0-22 0,-11 0-14 15,14 10-13-15,-3-1-14 0,0-3-11 16,4 6-8-16,-2 1-10 0,-2 1-7 0,2 0-7 0,0 1-3 0,-2 2-9 0,-2-4-10 16,-4 4 0-16,2 4-8 0,-1-4-6 0,-2 2-1 15,-3-2-6-15,-1 1-9 0,-4-2-2 16,3 1-10-16,-1-5 2 0,-2 0-3 0,0-3 1 15,-1-1 8-15,1-2-6 0,1 1 13 0,1-2 28 16,-2-4 11-16,-1-1-3 0,5 0 2 16,0 0 14-16,-16-5 26 0,14 0 13 0,-2-3 9 15,0-1-10-15,-1-3-8 0,4-6-12 0,2-3-8 16,4-5-16-16,0-4-3 0,3 5-9 16,-3 2-2-16,3 6-12 0,-2 1 2 0,2-1-2 15,-3 6-2-15,0 0 4 0,-1 1-13 0,1 4 3 16,-1-1-11-16,-3 3-2 0,3-1-19 0,-4 5-29 0,5-4-28 15,2 2-18-15,-7 2-36 0,15 7-34 0,-10-3-40 16,1 0-52-16,1 3-68 0,0 2-345 16,-3-5-705-16,1 1 313 0</inkml:trace>
  <inkml:trace contextRef="#ctx0" brushRef="#br0" timeOffset="39206.21">5728 3751 39 0,'0'0'445'0,"0"0"-34"0,0-5-25 0,0 5-25 15,0 0-22-15,0 0-23 0,0 0-25 16,0 0-32-16,0 0-28 0,0 0-26 0,0 0-23 0,0 0-24 15,0 0-25-15,0 0-37 0,0 0-8 0,0 0-10 0,5 16-17 0,-1-7-9 16,-3 2-7-16,3 1-2 0,0 5-8 0,-3-3 5 16,3 6-15-16,-2-2 0 0,1-1-4 15,-2 2 4-15,3 0-9 0,-4-2 5 0,3 0-3 16,-2-6 1-16,-1 0-4 0,3-1-3 0,-3-3-9 16,0-2 14-16,0 2-2 0,1-3 8 0,-1 1 18 0,3-4 36 15,-3-1 41-15,2 4 42 0,-2-4 30 0,0 0 30 0,0 0 11 16,0 0 12-16,0 0-27 0,5-7-23 0,0-3-8 15,2 1-20-15,0-8-18 0,5 2-33 0,3-10-26 16,-2 1-21-16,2 2-7 0,-3 4-6 0,-1 1-2 16,-3 2-13-16,-3 5 3 0,3 2-4 0,-3-1-3 15,-1 4-5-15,-3 1-8 0,1 0 1 0,2 0-13 16,-2 1-9-16,-2 3-23 16,2-3-26-16,-2 3-30 0,1-5-43 0,-1 5-40 15,0 0-50-15,4-1-31 0,-4 1-26 0,0 0 28 16,7 12 10-16,-6-6-9 0,3 5-16 15,1 0-23-15,-1-1-14 0,1 3-26 0,3-5-28 0,-1 2-38 16,2 0-230-16,5 0-663 0,4-1 294 0</inkml:trace>
  <inkml:trace contextRef="#ctx0" brushRef="#br0" timeOffset="39884.54">6432 3794 254 0,'3'-9'330'0,"-1"0"3"0,0 1 2 0,-2 0-25 16,-2 3-13-16,0 0-22 0,-1 0-20 15,-1-1-34-15,-2 1-8 0,-2 3-26 0,-2 0-31 16,0-1-6-16,-4 6-18 0,1 0-15 16,-5 3-11-16,3 4-14 0,-3 0-10 0,-4 4-8 15,7-2-12-15,-7 5-1 0,4 1-16 0,4-1-1 0,3-3-25 0,-1 2-17 0,3 0-16 16,4-2-9-16,0-2-10 0,1-3 2 16,0-2-4-16,3 1 14 0,0-3 1 0,1-1 20 15,1-2 20-15,4 0 21 0,1-2 6 16,3-3 8-16,3-1-2 0,7-4 2 0,-4-5 18 15,2 4-1-15,6-7-3 0,0 1-2 0,-5 3-5 16,2-5-8-16,-4 2 7 0,-2 1-14 0,-1 0 7 16,-1 2-5-16,-4 6 2 0,0-2 3 0,-2 3-10 15,-2 1 2-15,0 0-9 0,-1 3-8 16,1-2-14-16,-1 0-15 0,-3 3-37 0,5-1-18 16,-5 1-38-16,0 0 7 0,5 5 18 0,-1 2 4 0,-2-2 3 0,2 2 7 0,1 3 9 15,-2-1 1-15,2 1-12 0,-2 0-9 0,2-1-2 16,0 1-8-16,-3-2 4 0,2-2 3 0,0 2 5 15,0-5 5-15,1 1 15 0,-2 1 9 16,-2-2 14-16,-1-3 10 0,13-3 10 0,-13 3 20 16,9-8 22-16,-4 4 6 0,0-6 5 15,5-5 10-15,-1 1 17 0,-1 0 0 0,1-2-1 16,0-2 9-16,-2 1-4 0,4-8 1 0,1 1 2 16,-1-2 0-16,-4 2 1 0,3-2 18 0,-2 7 15 15,-4 3 20-15,1-1 13 0,0 1 6 16,1 5-1-16,-3 1 0 0,-3 4-4 0,4-1-13 15,-4 2-6-15,1-1-25 0,-1 2-20 0,1 3-16 0,-1 1-15 0,3-6-24 0,-3 6-27 16,1-3-39-16,-1 3-46 0,0 0-45 0,0 0 13 16,-1 13 12-16,1-3 12 0,-4 6 4 15,-1 4 10-15,1 1 4 0,-2 5 13 0,-2 0 4 16,3 2 3-16,-3 1 6 0,3 2 0 0,-2-3 5 16,2-2 8-16,-1-1 0 0,4-6-5 15,-1-1 8-15,1-7 6 0,0 1 3 0,1 0 2 16,-2-2 1-16,3-3 3 0,-1-2 7 0,1 1 8 15,0-3 13-15,-2 1 6 0,2-4 16 16,-1 5 14-16,1-5 18 0,-2 3 18 0,2-3 15 16,0 0 10-16,0 0 15 0,0 0 4 0,0 0-1 15,0 0-13-15,16-3 8 0,5-2-24 16,9-4-14-16,5-6-77 0,18-1-117 0,31-20-138 0,-29 8-179 0,28-14-605 0,-29 13-1110 0,-3-6 491 16</inkml:trace>
  <inkml:trace contextRef="#ctx0" brushRef="#br0" timeOffset="43019.2">9113 3695 79 0,'0'0'209'0,"0"0"-15"0,-5 1-7 15,5-1-7-15,0 0-10 0,0 0-10 0,0 0-13 16,0 0-6-16,0 0-12 0,0 0-8 0,0 0-10 16,-4 3-8-16,4-3-9 0,0 0 4 0,0 0-8 15,0 0-4-15,0 0-7 0,0 0-3 0,0 0-10 16,0 0-2-16,0 0-10 0,31-4-8 0,-3 1 1 0,1-2-8 0,7 0 3 16,1 2-10-16,17-3-2 0,1 0-7 0,-1 0-1 15,0 0 1-15,0 1-5 0,-14 1-2 0,-3 3-4 16,-4 0-1-16,-3 0 8 0,-1-3-1 0,-10 4-12 15,-4 0-2-15,-6-1 3 0,0 1-3 0,0 0-1 16,-4 0 1-16,-5 0-6 0,12-4-8 0,-8 4-1 16,-4 0 1-1,0 0-4-15,0 0 2 0,0 0-20 0,-16 8-22 16,7-5-19-16,-1-2-25 0,-2 3-31 0,3-4-49 16,3 3-54-16,-4-3-137 0,3 2-398 0,7-2 176 15</inkml:trace>
  <inkml:trace contextRef="#ctx0" brushRef="#br0" timeOffset="43420.25">10360 3521 2786 0,'5'-1'189'15,"0"-2"-41"-15,0 3-63 0,-5 0-38 0,8-1-18 16,-8 1-8-16,4-2-8 15,-4 2-4-15,0 0-6 0,0 0-4 16,0 0-2-16,8 6-1 0,-8 0 3 0,-3-2-1 16,-2 7-1-16,0-3-1 0,-4 9 6 0,-4-1-2 15,-1 7 4-15,-5-3 0 0,2 3-4 0,-1-1 5 0,2 0 1 16,0 2-4-16,5-7 2 0,1-3 2 16,2-5-2-16,3 2 3 0,0-5 1 0,2-1 2 15,-3-1 23-15,5-1 41 0,1-3 35 0,-4 4 43 0,0-2 41 0,4-2-15 16,0 0-23-16,8-16-10 0,-2 5-20 0,3-3-15 15,0-3-9-15,2 2-9 16,1 0-14-16,0 0-7 0,1 4-8 0,-1-3-3 16,-4 6-4-16,1 1 0 0,-4 2-8 0,1 0-9 0,-3 1-8 0,3 1-9 0,-5 0-16 0,3 1-23 15,-4 2-12-15,0 0-8 0,15 5-5 0,-7 2 2 16,1-1-8-16,0 3 15 0,0 4-6 0,5 0-39 16,-5 3-20-16,4 5-24 0,-1 5-25 15,-1-9-24-15,0 2-31 0,1-3-35 0,-6-1-48 0,2-4-61 16,1-4-221-16,-4-2-614 0,-1 0 272 0</inkml:trace>
  <inkml:trace contextRef="#ctx0" brushRef="#br0" timeOffset="43752.06">10175 3563 25 0,'-12'3'259'0,"7"-3"-11"0,-4 0-6 0,3 0-6 0,2 0-8 16,4 0-16-16,-8 0-18 0,8 0-14 0,0 0-16 15,0 0-13-15,0 0-18 0,0 0-12 0,36-4-11 16,-4 0-14-16,4 0-9 0,5-2-7 0,10 0-2 16,5-2-1-16,-1 4-3 0,0 1-12 0,-5-4 7 15,-12 4-2-15,-6-2-6 0,-1 3-10 0,-4-1-1 16,-8 1-6-1,-4 0-3-15,-3 1-2 0,-3-1-1 0,-2 2 2 16,0 0 0-16,-2-1 1 0,-5 1-5 0,8 0-8 16,-8 0-8-16,6-1-8 0,-6 1-13 0,0 0-22 15,0 0-30-15,0 0-35 0,0 0-26 0,0 0-30 16,0 0-31-16,-22 2-42 0,17 1-61 0,-3-1-163 16,8-2-476-16,-9 0 210 0</inkml:trace>
  <inkml:trace contextRef="#ctx0" brushRef="#br0" timeOffset="44237.75">11339 3352 276 0,'6'-3'350'0,"-1"-1"-12"0,-1 3-10 15,0-2-26-15,0 1-32 0,-4 2-24 0,8-4-34 16,-7 2-22-16,-1 2-34 0,0 0-15 0,0 0-25 16,0 0-14-16,4 9-1 0,-8-1-22 0,-2 3-7 15,-7 5-6-15,-8 5-11 0,-3 4 4 0,-13 7-10 16,1 0-5-16,-5-3-1 0,2 1-5 0,9-5-4 0,2-3-5 16,-1-1 3-16,3 3-6 0,-1-6 6 0,7 0-14 15,5-4 9-15,-1-3-9 0,7-2-6 0,0-4 1 16,-1 4-1-16,5-4 3 0,-1 1 8 0,3 0 2 15,-1-2 16-15,4-4 6 0,-5 7-6 0,5-7 0 16,-4 5-21-16,4-5 21 0,0 0-1 0,8 8 1 0,-8-8-3 0,19 5-10 0,-5-2-1 16,4 1-1-16,5 2 3 0,-3-2-7 15,1 3-2-15,7 0-7 0,-7-1 0 0,5 0 3 16,-8 0-5-16,4 1-1 0,-3 0-2 0,-1 2 6 16,-3-3-5-16,-4-2 2 0,-3-1-9 0,0-1 5 15,-3 2-3-15,1-1 8 0,-3-2 8 0,-3-1 1 16,9 3-12-16,-9-3 21 15,0 0-8-15,9 1-3 0,-6 2-5 0,-3-3 15 16,0 0-6-16,0 0-4 0,0 0 4 0,0 0-5 16,6 3-14-16,-6-3-24 0,0 0-22 0,0 0-23 15,0 0-26-15,0 0-30 0,0 0-78 0,0 0-83 16,3-11-92-16,-3 3-233 0,1 0-657 0,0 2 291 16</inkml:trace>
  <inkml:trace contextRef="#ctx0" brushRef="#br0" timeOffset="44691.78">11604 3509 258 0,'5'-2'279'0,"3"1"-17"0,0 1-19 16,1-1-18-16,5 1-19 0,-1 2-16 0,2 0-16 15,-2 2-17-15,1 0-12 0,-2 3-14 0,1 1-14 16,-1 5-9-16,-5-3-13 0,-1 1-5 0,0 0-17 16,-3 4-8-16,-4-1-1 0,-1 4-1 0,-4-3-9 15,2 1 1-15,-6 0-8 0,-1-3 0 0,-5 9-4 0,2-6-4 0,1-4-1 16,4-1-1-16,-1-1 8 0,1-3 6 0,1-1 14 16,2-1-1-16,1-2 14 0,1 1 5 0,-1 1 46 15,5-5 32-15,-4 3 33 0,4-3 21 0,0 0 20 16,0 0-27-16,0 0-30 0,3-15-21 15,3 4-13-15,6-4-18 0,0 0-15 0,8-4-14 16,0-3-17-16,2 1-18 0,-1-1-11 0,0 2-3 0,1 4-6 0,-8 4-11 16,-4 4 6-1,-1 0-3-15,0 1-3 0,-3 2 0 0,-2-1-12 16,-1 3-8-16,-1 3-24 0,-2 0-24 16,4-5-28-16,-4 5-34 0,0 0 6 0,0 0 8 15,1 12 16-15,-3-2 3 0,-1 2 11 0,-2 2 4 16,1 3-1-16,0 1 10 0,3-2 13 0,1 4-4 15,5 2 1-15,0-4-5 0,4-1 3 0,3 0-1 0,10 0-37 0,3-4-63 16,6-2-91-16,1-5-119 0,2-4-392 0,6-3-797 16,-2-5 352-16</inkml:trace>
  <inkml:trace contextRef="#ctx0" brushRef="#br0" timeOffset="45440.36">12811 3289 149 0,'0'0'215'0,"0"0"-30"16,6 0-14-16,-6 0-19 15,0 0-9-15,-7 16-12 0,2-6-8 0,-7 2-10 16,2 5-9-16,-7 2-3 0,-2 2-5 0,-3 3-8 16,0-2-4-16,-2 3-7 0,0-3-4 0,-4-3-5 15,5 2 2-15,0-4-3 0,5 4 3 0,4-6-8 16,0-2-7-16,0-1-2 0,5-3-4 0,1-3-7 16,3 2-1-16,1-2 6 0,-2-3-4 0,2 1-1 15,3 0 6-15,1-4-2 0,-1 9 7 0,3-4 11 0,3 2 9 0,7-1-5 16,-1 2 1-16,7-1 5 0,4-3-17 15,2 6 5-15,3-2-6 0,1 1 0 0,0-4-3 16,3 4-4-16,0 3-6 0,-2-3 1 0,-1 4-5 0,0-5-4 16,-7-1-4-16,-3-1 1 0,-6-2-10 0,0-2 3 15,-2 3 0-15,0-1-6 0,-5-1 6 0,2-2 4 16,-3 2 15 0,-4-3-9-16,7 1 22 0,-7-1-20 0,0 0 1 15,9 5 2-15,-9-5-3 0,0 0-3 0,0 0-7 16,0 0 5-16,9 0-5 0,-9 0-26 0,0 0-15 15,0 0-23-15,0 0-18 0,0 0-43 0,0 0-80 16,4-10-57-16,-1 4-50 0,-1 2-285 0,-2-3-617 16,4 2 273-16</inkml:trace>
  <inkml:trace contextRef="#ctx0" brushRef="#br0" timeOffset="45840.97">13446 3430 217 0,'0'0'346'0,"0"0"-42"0,0 0-30 0,0 0-29 16,0 0-28-16,8 3-25 0,-8-3-25 0,0 5-14 15,0-5-18-15,-5 9-10 0,1 0-9 0,-4 3-11 16,-2 3-12-16,1 1-8 0,0 1-7 0,-8 4 2 15,3 0-11-15,0-7-7 0,4 1-9 0,1-2-4 0,2-4-3 0,0-2-9 16,2 1-2-16,0-2 1 0,1-2-2 0,0 1 0 16,1-2 31-16,0 0 36 0,2 0 40 0,1-3 26 15,-4 2 32-15,4-2 23 0,0 0-25 0,0 0-27 16,6-11-21-16,2 4-18 0,-2-2-10 0,3-1-16 16,5-2-9-16,-6 4-10 0,2 0-14 0,0 0-3 15,-1 4-13-15,-5-2-7 0,1 2-5 0,-1 0-8 0,1 3-10 16,0-3-27-16,-1 1-28 0,-4 3 2 0,14 5-12 15,-6-2-6-15,3 1-18 0,-2 6-30 0,-1-1-30 16,2 1-25-16,-1-2-49 0,3 6-47 0,-4 0-48 0,0-3-71 16,-3-1-309-16,3 0-726 0,-1-2 322 15</inkml:trace>
  <inkml:trace contextRef="#ctx0" brushRef="#br0" timeOffset="46309">13180 3445 62 0,'-10'0'253'0,"-4"1"-11"16,5-2 12-16,-1 2-12 0,3-1-18 16,7 0-18-16,-10 0-19 0,6 1-13 0,4-1-5 15,-6 1 0-15,6-1-1 0,0 0 3 0,-9 0-7 16,9 0-3-16,0 0 8 0,0 0-8 0,0 0-11 15,0 0 3-15,0 0-6 0,0 0-6 0,-9-1-5 16,9 1-7-16,0 0-8 16,0 0-17-16,0 0-6 0,0 0-8 0,0 0-7 15,0 0-16-15,0 0 9 0,0 0-5 0,0 0-7 16,0 0-4-16,0 0-10 0,0 0-5 16,0 0 1-16,0 0-5 0,0 0-1 0,0 0-4 15,0 0-5-15,0 0-8 0,0 0 3 0,0 0 0 0,0 0-2 0,0 0-5 0,0 0 1 0,0 0-5 16,0 0 6-16,0 0 0 0,0 0 15 15,0 0 1-15,22-4-1 0,0 0-7 0,12 2-3 16,17-3-3-16,6-2-2 0,-1 0 11 16,36-3 14-16,-28 2 3 0,25 0 5 0,-28 0 4 15,7 2 4-15,23-5-3 0,-36 6-6 0,-4 2-2 16,-15-3 2-16,-6 3-8 0,-9 2 9 0,-5 0 5 16,-2-2-1-16,-5 2-2 0,-1 0-5 0,2 1-3 15,-6-1-4-15,3 0-5 0,-1-1-18 0,-6 2-39 0,0 0-52 0,0 0-60 16,0 0-87-16,0 0-109 0,0 0-115 0,-17 8-451 15,-2-8-965-15,0-2 426 0</inkml:trace>
  <inkml:trace contextRef="#ctx0" brushRef="#br0" timeOffset="47420.65">14097 3684 494 0,'1'3'491'0,"-1"-3"-27"0,0 0-37 15,0 0-45-15,0 0-39 0,0 0-42 0,9 0-65 16,-9 0-69-16,0 0-100 0,0 0-157 15,0 0-199-15,0 0-211 0,0 0-539 0,0 0 238 16</inkml:trace>
  <inkml:trace contextRef="#ctx0" brushRef="#br0" timeOffset="52402.33">15514 3511 101 0,'2'-6'248'0,"0"0"-11"15,-1 1 18-15,-2-1-11 0,2 1-14 0,-1 0 0 16,0 0-14-16,-3 0-21 0,1 2-14 0,-2-2-26 0,-1 4-16 0,-2-2-16 16,-4 2-14-16,-2 1-14 0,-4 1-12 0,-1 3-7 15,-11 4-5-15,1 4-12 0,-3 1-4 0,3 3-7 16,-1 2-2-16,2-3-8 0,1 3 8 0,4-1-17 15,1 2-15-15,-1-1 10 0,8-4 1 0,4 0-11 16,2 0-9-16,3 0-2 0,3-3-2 0,-1 1 0 16,3-2 1-1,-4 0-3-15,8 0 6 0,-3-3 2 0,4 1 8 16,2-4-1-16,3-1 4 0,4-5 2 0,-1 1 10 16,6-3 1-16,-2-2 19 0,1-1 0 0,1-2 8 0,-1-4 6 15,7-2 6-15,-2 0-1 0,-3 1 5 16,1-2 7-16,-3 3-15 0,-1-1-1 0,-2 2 2 15,-2 0 4-15,-1 0-4 0,-3 3-4 0,-1 1 6 16,-3 5-8-16,2-2-2 0,-2 0-12 0,-3 1-9 0,2 3-6 0,-3-2-7 16,-1 3-16-16,4-5-15 0,-4 5-22 0,4 0-31 15,-4 0 8-15,0 0 6 0,5 8 6 0,-2-7 1 16,-3 7 12-16,5 1-3 0,-1 0-2 0,1 1 10 16,1 0 8-16,-1 2-3 0,4 2-11 0,-2-4-9 15,2 3-6-15,-2-4 4 0,7 3-3 0,-5-4 4 16,0 1-6-16,5-4 5 15,-1 3 4-15,5-4 8 0,-5-1 0 16,5-1-2-16,-6 0 3 0,2-4 2 0,-1 0 13 16,5-2 14-16,-2-4 12 0,-3-1 20 0,0-2 4 15,3 1-14-15,-5-2 35 0,3-1 3 0,-5-1 12 0,4 1 8 16,-4 3-7-16,-3-1 22 0,3 2 7 16,-5 0 5-16,4 1 6 0,-3 0-1 0,-1 4-6 15,-2 1-10-15,2-1-11 0,-1-1-10 0,-1 2-11 0,-2 3-10 0,1-3-12 16,-1 3-36-16,0 0-23 0,3-1-35 0,-3 1-4 15,0 0 8-15,0 0 6 0,3 18 2 0,-2-8 0 16,-5 1 11-16,4 3 4 0,0-1-3 0,-1 6-2 16,1-1 14-16,-2 0-8 0,1-3 2 0,0 1 6 15,0-2 4-15,1 2 0 0,0-7-1 0,-2 0-8 16,2-3-20-16,0-6 24 0,2 10 7 0,-4-4 9 0,2-3 16 0,0-3 24 16,2 7 27-16,-2-7 30 0,0 0 30 15,0 0 16-15,0 0 9 0,0 0-23 0,0 0-15 16,16-20-18-16,-6 8-12 0,-1-2-11 0,5-3-23 0,-1 3-21 15,-1-2-7-15,2 0-3 0,-4 4-5 0,5 2 0 16,-10 3-3-16,1-1-1 0,-4 4 2 16,3-1-8-16,-1 1-10 15,-4 0-21-15,0 4-19 0,5-4-24 0,-5 4-31 16,0 0-18-16,0 0-1 0,0 0 18 0,9 8 15 16,-9-2-4-16,1 3 21 0,-1 2-2 0,0-2-11 15,0 4 0-15,3-2-3 0,1 0-2 0,-3 0-5 16,4 3 2-16,5 0 3 0,-2-6 4 0,5 7 10 15,2-5 5-15,4-2-2 0,11 1 7 0,3-4-5 16,3-5 10-16,2-1-16 0,13-3 20 0,-13 0 2 0,13-4 5 0,-16-1 14 16,2 1-4-16,0-6 2 0,-1-1 0 0,-3 1 7 15,-5-2 3-15,-1 0-2 0,-3 0 10 16,-4 0 18-16,-5 2 18 0,-5-2 10 0,-2 6 20 16,-2-1 13-16,-2 2 0 0,-1-3-19 0,-6 4 8 0,3-1-4 15,-4 4-12-15,-1 2-2 0,-8-6-8 0,2 6 0 16,-10 2-7-1,-6 1-2-15,-2 3 3 0,-3 2-9 0,-2 3 0 16,2 0 1-16,1 0-2 0,0 3 5 0,5 0-7 16,-4 2-4-16,14-1-1 0,-2 0-16 0,2-2-20 15,4 2-17-15,4 0-8 0,0-2 4 0,3-2-8 16,1 2 3-16,4-2 3 0,0 0-2 0,4 1 21 16,4-4 4-16,2 0 2 0,3 0-4 0,6-2 15 15,3-3 1-15,-1-3-7 0,7-2 15 0,-1-1-1 0,4-2 20 0,-8-5 9 16,3 1 4-16,-7 0-6 0,4-3 25 0,-4-2 3 15,3-4 7-15,-1-1-8 0,-4-7 5 16,0 0 4-16,-1 0 13 0,-2-3 2 0,-1 1 23 16,-3-1 16-16,-3 1 7 0,-1 1 19 0,-2 4 11 15,0 0 23-15,-3 9-2 0,-1-2-6 0,4 3-12 0,-3 5-6 16,0 1 4 0,2 0-8-16,-2 4-13 0,-1-1-13 0,0 3-10 15,0 0-17-15,0 1-13 0,0 3-25 0,0-5-26 16,0 5-31-16,0 0-32 0,0 0-35 0,0 0-38 15,0 0 10-15,0 0 14 0,-5 19 5 0,0-3 12 16,1 7 6-16,-5 6 4 0,3-3 14 0,-3 3 2 16,1-1 4-16,3 1 10 0,1-1-2 0,0-1 6 15,-2-2 2-15,2 1 9 0,3-7 0 0,-2 0 1 0,2 0 10 0,1 0 4 16,0-2 4-16,0 1-1 0,0-3 5 0,0-4-2 16,0 2-1-16,0-2 1 0,0-1-1 0,1-2 1 15,-1 0 0-15,4-2 2 0,-4-2-7 0,0 3 6 16,0-7 1-16,0 4 2 0,0-4 1 15,0 6 0-15,0-6 5 0,0 0-1 0,0 8 6 0,0-8 0 16,0 0 2-16,0 4 6 0,0-4 5 0,0 0 4 0,0 0 7 16,0 0 6-16,0 0 5 0,0 0 3 0,0 0 7 15,5 1 1-15,-5-1-4 0,27-5-5 0,4-3-25 16,2-1-60-16,4 1-70 0,19-6-112 0,-2 0-138 16,0-2-556-16,1 0-984 0,-2 1 436 0</inkml:trace>
  <inkml:trace contextRef="#ctx0" brushRef="#br0" timeOffset="53209.86">18405 3125 238 0,'3'-19'232'0,"3"1"-7"0,-2 1-8 0,0 1-4 15,-3 2-4-15,3 3 2 0,-3 1-8 0,-1 3-26 16,0 3-19-16,3-3-14 0,-3 2-21 0,1 2-24 16,-1-2-34-16,0 5-10 0,0 0-4 0,-4 17-7 15,2 0-6-15,-7 9-4 0,-4 9 0 0,-5 12-6 0,-1 10-4 0,1-2 31 16,0 0-6-16,-1 2-3 0,1-2-6 0,3 0-2 15,2-7-2-15,9 2 6 0,2-17 3 0,-2-2-3 16,0 2 2-16,4 0-1 0,0-1-1 0,0-8-8 16,0-6 3-16,3-7-6 0,-2 2 2 0,-1-6-4 15,1 0 0-15,-1 0 3 0,0-2 31 16,-1 1 38-16,1-6 28 16,1 6 24-16,-1-6 21 0,0 0 5 0,0 0-6 15,-5 5-7-15,5-5-31 0,0 0-30 0,-9-11-19 16,3 4-23-16,-3 0-24 0,-3-2-27 0,3 2-24 15,-6-5-37-15,-2 2-9 0,2-1-30 0,-3 3-30 16,0-1-36-16,-1 3-45 0,1-1-42 0,-1 2-56 16,5-4-81-16,3 3-215 0,2-3-641 0,2 3 284 15</inkml:trace>
  <inkml:trace contextRef="#ctx0" brushRef="#br0" timeOffset="53573.63">18100 3493 274 0,'-4'1'254'16,"4"-1"-25"-16,-8 2-21 0,6 0-26 0,2-2-15 0,-4 2-7 15,4-2-13-15,0 0-14 0,0 0-13 16,0 0-11-16,0 0-5 15,0 0-11-15,19 2-9 0,2-4-8 0,9 1-8 16,6-2-7-16,18 0-6 0,2-2-4 0,3-1 2 16,3 0 2-16,-2 3 0 0,-3-3-3 0,-4 3-7 15,0 2 1-15,-16-2-8 0,-4 2-4 0,-2-2-1 16,-10 6-5-16,0-6-2 0,-6 3-6 0,-1 0 1 16,-6 0-1-16,-2 0-3 0,3 0 4 0,-9 0 0 15,8 0-8-15,-8 0-2 0,0 0 4 0,0 0-8 0,0 0-15 16,-22 3-15-16,8 0-10 0,1-2-13 0,3 0-15 15,-2 0-18-15,1 1-32 0,5-1-37 0,-1 2-43 16,1-3-227-16,6 0-452 0,0 0 199 0</inkml:trace>
  <inkml:trace contextRef="#ctx0" brushRef="#br0" timeOffset="53874.21">19053 3416 197 0,'1'-6'422'0,"2"4"-14"0,-2-2-8 0,-1 4-11 0,0-8-23 15,0 8-28-15,3-1-26 0,-3 1-32 0,1-4-28 0,-1 4-30 16,0 0-25-16,0 0-27 0,0 0-21 0,0 0-36 16,0 0-30-16,0 0-26 0,0 0-17 0,0 0 14 15,0 15-10-15,1-5 0 0,-1-1-13 0,-1 4 6 16,1-2-4-16,0 6-8 0,-4-1 2 0,4 0 2 15,-1-4-4-15,-2 5-10 0,2-2-17 0,1-2-17 16,0-2-12-16,-2 0-19 16,0-1-13-16,2-2-25 0,0-1-4 15,-5 0-12-15,5-2-9 0,-1-1-2 0,1-1 6 0,0 1 15 16,0-4 10-16,0 0-48 0,0 0-54 0,0 0-48 16,-13-12-42-16,9 5-219 0,0-4-535 0,3-2 236 15</inkml:trace>
  <inkml:trace contextRef="#ctx0" brushRef="#br0" timeOffset="54074.63">19066 3217 298 0,'0'-4'320'0,"0"4"-9"0,0-5-18 0,0 5-16 16,0 0-33-16,0-5-16 0,0 5-21 0,0 0-26 16,0 0-19-16,0 0-18 0,0-4-13 0,0 4-18 15,0 0-12-15,0 0-8 0,0 0-9 0,0 0-9 0,0 0-26 0,0 0-11 16,14 8-31-16,-10-4-24 0,0 1-32 0,-2 1-29 15,5 0-25-15,-2 3-39 0,-1-2-34 0,2 3-59 16,-2-1-191-16,0-4-462 0,0 2 204 16</inkml:trace>
  <inkml:trace contextRef="#ctx0" brushRef="#br0" timeOffset="55073.85">19319 3410 120 0,'0'0'278'0,"4"3"-29"0,-4-3-27 0,-4 5-27 15,4-5-4-15,0 9-24 0,-1-2-15 0,-2 2-15 0,2 2-13 16,0 1-12-16,-3 3-12 0,1 0-6 0,-2 1-12 0,1 0-6 16,3 1-7-16,-2-4-7 0,2-4-6 0,-1 4 4 15,2-4-1-15,0-3-1 0,0 0-4 16,-3-1 2-16,3 1 3 0,0-3 17 0,0 0 30 15,0-3 37-15,0 0 36 0,0 0 23 0,0 9 12 16,0-9 18-16,0 0-6 16,0 0-33-16,13-11-32 0,-4 4-16 0,1-5-19 15,0 3-11-15,2-6-23 0,3 0-16 0,2-6-14 16,-5 4-8-16,3 3-15 0,-3 1-1 0,2 1 3 0,-7 4-4 0,2 1-3 0,-4 3-5 16,1-2-6-16,-3 4 0 0,1-3-16 0,-2 3-17 15,2 0-18-15,-4 2-30 0,1-3-27 0,-1 3-26 16,0 0 39-16,0 0-1 15,9 12 17-15,-4-4-1 0,-1 1-8 0,0-2-11 16,1 3-3-16,-1 0 4 0,1-1-6 0,4 1-4 16,1 2-1-16,-1-2 3 0,5 2-5 0,2-1 5 15,3-6 8-15,1 3 5 0,11-3 3 0,-1-2 2 16,5-2 10-16,2-1 0 0,-1-1 10 0,0-5 4 16,1 2 8-16,-5-3 0 0,-2 0 3 15,-2-3 6-15,-3 3 3 0,-6-4 17 0,-1 4 10 0,-4-6 11 0,0 2 19 0,-5 3 11 16,-3-1 3-16,-1 1 4 0,-1-2 6 0,-1 4 10 15,-3-2-16-15,0 2-14 0,-4 0-9 0,-1 1-3 16,-3 1-4-16,-5 1-2 0,-6 1 6 16,0 2-13-16,-4 2-7 0,-3 3-2 0,-4 1 1 0,0 2 1 15,3 1-4-15,6-2-15 0,0-1 27 0,2 4-12 16,3 0 0 0,0 0 2-16,1-1-18 0,2 1-20 0,4 0-10 15,2-3-8-15,1 4-3 0,5-2 10 0,1-1 9 16,4-3 2-16,1 3 3 0,5-1 5 0,3-2 3 15,2-3 0-15,6 2 0 0,2-4 5 0,-2 0 5 16,6-4 1-16,-6 2 1 0,8-5 7 0,-2-3-7 16,-8 0 4-16,-1-1 2 0,4-6 30 0,-3-1 2 15,-1-1 5-15,-3-3 6 0,-1 0 7 0,2-6 3 0,-5-2-7 0,-1-1 12 16,2 0 17-16,-4 1 4 0,1 1 25 0,-3 1 22 16,-2 1 15-16,-2 8 18 0,-1-1 19 0,2 2-4 15,0 2 8-15,-5 4 15 0,4 3-2 0,0-1-16 16,-2 3-7-16,0 2-21 0,0 0-17 15,0 3-19-15,0 2-13 0,0-7-12 0,1 4-10 16,-1 3-19-16,0 0-21 0,0-7-20 16,0 7-20-16,0 0-20 0,0 0-16 15,0-2-20-15,0 2-16 0,0 0-12 0,0 0-5 16,0 0-10-16,0 0 9 0,0 0 14 0,-1 16 3 16,1-11 15-16,-2 2 2 0,0 0 6 0,1 0-1 15,-2 3 12-15,2 1 11 0,1-2-3 0,0 3 3 0,-4-2-4 0,4 1 13 0,-2 2 5 0,0-1 3 16,0 4-3-16,2 1-1 15,-4-1 6-15,4-7 4 0,0 10-2 0,-4-7-3 16,4 3 2-16,-1-1 5 0,-1-2-2 0,0 3 4 16,-2 2 1-16,2 0-1 0,-1-2 1 0,1 3-3 15,-2-2 4-15,-1 0 7 0,2 1-8 0,1-1 2 16,-1-4 3-16,2 1 1 0,0 0-3 16,-3-2 2-16,4 0 1 0,0-5 5 0,0 2 2 15,1-1 16-15,2-3 0 0,0 4 11 0,4-3 9 0,4-2 4 0,2 1 0 16,4-3-5-16,5 0-11 0,8-2 2 0,1 0-24 15,3-6-29-15,-2 0-52 0,0-4-72 0,1-3-110 16,-5 0-113-16,3 0-461 0,0-4-893 0,-6-2 395 16</inkml:trace>
  <inkml:trace contextRef="#ctx0" brushRef="#br0" timeOffset="56568.93">18189 3609 70 0,'-6'0'158'0,"-2"0"8"0,3 0-18 0,-2 0 5 16,7 0-7-16,0 0-2 0,-12 0-8 16,12 0-13-16,-4 0-7 0,4 0-9 0,0 0-2 15,0 0-7-15,0 0-6 0,-10 0-4 16,10 0-1-16,0 0-6 0,0 0-3 15,0 0-4-15,0 0-3 0,0 0-6 0,0 0-7 0,-8 0-1 0,8 0-3 0,0 0-2 16,0 0-5-16,0 0-2 16,0 0 0-16,0 0-1 0,0 0 0 0,0 0-6 15,0 0-2-15,0 0-5 0,0 0 0 16,0 0-2-16,0 0 5 0,0 0-5 0,0 0 1 0,41-4-6 0,-4-1-1 0,18 0-2 16,6-2-6-16,38-1 2 0,5-1-4 15,0 4 0-15,14-3 20 0,8-4-9 16,7 9 15-16,3-6-10 0,-5 4 7 15,0-3 5-15,-5 4 2 0,-4-2-7 0,-11 8 1 0,-10-3 0 0,-8 1 14 16,-33-1-2-16,-6 0-3 0,-16 2 11 16,-1-1 2-16,-5 0-2 0,-13 0 10 0,-1 0-2 15,-5 1 5-15,-2-2 12 0,-4 1 7 16,-1 0 28-16,-1 0 4 0,-5 0 5 0,13 0-2 0,-13 0-2 0,6 0-11 0,-6 0-11 16,0 0-12-16,7-1-8 0,-7 1-21 15,0 0-35-15,0 0-40 16,0 0-34-16,6-1-49 0,-6 1-70 0,0 0-63 15,0 0-76-15,14 1-98 0,-14-1-257 0,18-3-717 0,-8-2 317 0</inkml:trace>
  <inkml:trace contextRef="#ctx0" brushRef="#br0" timeOffset="57530.52">21974 3527 90 0,'2'-6'274'0,"-1"1"-17"0,-1-1-25 0,-3-1-27 16,-1 2-19-16,-2 0-23 0,-3 0-16 16,-1 0-17-16,-8 2-10 0,-1 0-18 0,-8 2-9 0,-2 3-13 0,-1 1-8 15,-4 1-5-15,3 3-8 0,-1 0-1 16,0 1-14-16,0 2-2 0,4 1-3 0,-3 0-7 16,6-1 4-16,6 3-14 0,3-4 1 15,2 3-2-15,5-3-1 0,3 1-7 0,1 1-2 0,0-3-3 0,4 3 1 16,2-4-4-16,5 2 4 0,2-2-1 15,1-1 6-15,10-1-2 0,2-1 2 16,7-4-3-16,-7 1 2 0,7-5 9 16,3 1 0-16,-4-4 11 0,0 0 9 0,-9-2 9 0,2-1 13 0,3-8 16 15,-4 2-4-15,2-1 1 0,-5-3 6 0,1-1 5 16,-4-4-2-16,-2-1 0 0,1-3 0 16,-1 0-4-16,-2-2 3 0,0-2 6 15,-5-1-3-15,2 4 12 0,-2 1 7 0,0 0 15 0,-3 11-3 0,1 0 19 16,-2 8 3-16,-2 0-8 0,2 4-13 15,2 0-21-15,-2 0-23 0,-2 1-43 16,2 5-48-16,2-6-57 0,-2 6-3 0,0 0 12 0,-7 17 2 0,2 1 5 0,-1 5 16 16,1 6-13-16,-2 0 16 0,1 2 6 15,-1 0 1-15,2-1 5 0,4 1 1 0,1-2 5 16,0-1 3-16,0-5 2 0,0-3 4 16,5-2-4-16,-1-3 3 0,-3-1 5 0,-1-5 0 0,3-1-5 0,-2-3 7 15,0 3 5-15,-1-3 5 0,0-5 0 16,3 9 15-16,-2-6 5 0,-1-3 15 15,3 5 14-15,-3-5 6 0,1 4 2 16,-1-4 0-16,0 0-3 0,0 0-3 0,0 0-3 0,0 0-4 0,0 0-10 16,1 5-3-16,-1-5-3 0,0 0-4 15,0 0-11-15,0 0-14 0,0 0-19 16,0 0-18-16,0 0-14 0,0 0-18 0,0 0-9 0,0 0-18 0,0 0-19 16,0 0-18-16,3 3-22 0,-3-3-23 15,0 0-20-15,0 0-24 0,0 0-19 0,0 0-48 16,0 0-282-16,0 0-614 0,0 0 272 15</inkml:trace>
  <inkml:trace contextRef="#ctx0" brushRef="#br0" timeOffset="58614.58">22212 3600 18 0,'0'0'260'15,"0"0"-9"-15,-4 1-12 0,4-1-5 16,0 0-14-16,0 0-19 0,0 0-16 16,0 0-13-16,0 0-15 0,0 0-18 0,0 0-13 0,21-6-10 0,-9 0-12 0,4 2-11 15,2-1-14-15,2-3-4 0,-1-1-10 16,7-4-3-16,-11 6-6 0,7-4 0 16,-3 3 0-16,-2-5 0 0,1 1-2 15,-2-2 0-15,1 2 11 0,-6 1-1 0,3 0 7 0,-5 2 4 0,-4 1 13 16,2 1 19-16,-1 2-10 0,-2 0-19 15,-4 1-8-15,-3 0-26 0,-1 0-11 16,-6-1-8-16,0 3-6 0,-9 0 2 0,0 4-3 0,-2 0 0 0,0 3-6 16,-7 3-3-16,-2 0-3 0,1 1 3 0,3 3-5 15,8-2 2-15,-7 2-4 0,9-1-3 16,-1 1 7-16,4 1-7 0,4-3-18 16,0 4 0-16,2-4-2 0,5 1 0 0,2 2 5 15,5-4 3-15,3 1 2 0,10 1 1 0,8 1 3 0,10-3 1 0,18 0 6 16,1-2-3-16,10-4 4 0,27-1-4 15,-31-1-5-15,31-2 4 0,-37-2 13 16,5-1-11-16,-1-1 0 0,1-1 0 0,-1-1 1 0,-8-3 6 0,1-2-2 16,-15 2-5-16,-1 0 5 0,-4-4-1 15,-5 2 8-15,-8 3 20 0,-1-2 12 16,-5 0 2-16,-3-2 26 0,-2 5 3 0,-4-1-12 0,-4-1-7 0,-3 0-7 16,1 2-8-16,-5-1-5 0,-2 3-4 0,-5-2-16 15,-1 4 9-15,-7-1-10 0,-5 2-6 16,-1 0 6-16,-2 3-2 0,0 3-6 15,2 4 0-15,0-2-1 0,2 4-3 0,6-1-2 0,1 1 0 0,-1 0-21 16,5 2 0-16,-2-1-29 0,4 2 7 16,4-5-22-16,2 5-1 0,1-3 8 15,3 0-6-15,3 3 11 0,0-4 8 0,3 2 3 16,3 0 8-16,4-3 4 0,8 0 4 0,-5-2 1 0,6-1 4 0,-1 2 5 16,5-5-1-16,-1-1 8 0,-2-3-6 15,1 1 4-15,0-1 3 0,-1-5 18 16,-3-1 12-16,1-3 15 0,0 0 3 0,-4 2-3 0,4-11 12 0,-9 4 3 15,8-6-4-15,-7-2 13 0,3-3 2 16,-4-3-2-16,-2 1 9 0,2-1 11 16,0 2 23-16,-2 3 15 0,-2 0 20 15,-3 9 2-15,1-3-2 0,-1 10 5 0,0 0-6 0,-1 1-13 0,0 2-12 16,0 2-19-16,-1-1-26 0,0 2-38 0,0 4-45 16,0-4-41-16,0 4-57 0,0 0 18 15,0 0 10-15,-8 16-1 0,4-3 20 16,-1 3 4-16,0 3 8 0,-3 8 5 0,0 0 9 0,3-1-12 0,1 0 9 0,3-1-4 15,-2 0-4-15,5-3 1 0,0-3-1 16,0-3 2-16,-1 4-15 0,0-4-18 16,0-4-22-16,3-1-23 0,-1 0-31 0,-2-3-29 15,0 3-26-15,2-5-34 0,-1-1-41 16,1-1-244-16,-3-4-575 0,0 0 255 0</inkml:trace>
  <inkml:trace contextRef="#ctx0" brushRef="#br0" timeOffset="59023.49">23530 3343 234 0,'0'0'327'16,"0"0"-36"-16,0 0-32 0,0 0-27 16,3-2-27-16,-3 2-28 0,0 0-10 0,0 0-25 0,-1 12-14 0,2-4-9 0,-2 1-16 0,0 3-9 15,-2 2-8-15,2 3-8 0,0 0-7 16,-2 0-9-16,3 1 6 0,-1-6-17 0,1 4 0 15,0-3-12-15,0-2-2 0,0-1-3 0,1-3-2 0,0 1-2 16,-1-4 1-16,3 1 6 0,-3 0 25 16,0-5 21-16,6 3-4 0,-6-3-5 0,16-3 2 15,-6-3 9-15,0 1-7 0,4-1-2 0,4-5-3 16,-4 0-8-16,0-1 0 0,3-2-9 0,3-4-5 16,-4 0-1-16,4-2-7 0,-3 1 4 0,2-1 1 15,-5 5-3-15,-1 1 8 0,-6 6 10 0,-2-1 7 16,-1 4-8-16,2 1-2 0,-3 0-13 0,2-1-12 15,-1 3-11 1,-4 2-21-16,3-5-24 0,-3 5-11 0,0 0-3 16,0 0 10-16,6 13 20 0,-6-6-23 0,4 3 3 15,-3-1 12-15,4 4-1 0,-5-2 1 0,5 1 8 16,-1 5-3-16,1-1 2 0,-1-4 1 0,1-1-28 16,0 0-28-16,3-1-24 0,-3 0-24 0,-2-4-25 0,3 1-38 15,2-2-46-15,1-1-64 0,-3-2-290 16,6-1-619-16,-4-2 274 0</inkml:trace>
  <inkml:trace contextRef="#ctx0" brushRef="#br0" timeOffset="59540.11">24167 3304 315 0,'0'0'341'15,"0"0"-29"-15,0 0-24 0,0 0-30 0,0 0-22 16,-2-5-26-16,2 5-19 0,0 0-25 0,0 0-11 15,0 0-26-15,0 0-13 0,0 0-24 0,0 0-3 16,0 0-26-16,0 0-22 0,0 0 0 0,0 0-7 16,0 0-3-16,0 0-5 0,0 0 1 0,0 0-4 0,20 6 1 15,-12-6-3-15,3 0 2 0,1 1-4 0,0-1-3 0,6 0-7 16,0-1 0-16,-4 0-3 0,-1-1 2 0,2-2-5 16,-2 0 1-16,1 2 3 0,-4-2-1 15,-1-2-3-15,1 4 11 0,-4-1 22 0,0-1 22 16,-1 2-10-16,-1 1 13 0,-1-2-5 0,-3 3-8 15,7-4-12-15,-7 4-10 16,0 0-1-16,0 0-7 0,-20 5-3 0,3 2-4 16,-1 0-7-16,-1 3 10 0,1 0-7 0,-5 5-1 15,4-2 1-15,-4 2 1 0,5 3-5 0,2-3 3 16,-2 2 3-16,6-2-26 0,3 0-18 0,0-1-9 16,7-2-1-16,-1 1-9 0,4-2-3 0,2-2-13 15,5 0-29-15,2-2-30 0,5 2-41 0,5-4-57 16,-1 1-46-16,0-6-167 0,0 1-477 0,0-2 212 0</inkml:trace>
  <inkml:trace contextRef="#ctx0" brushRef="#br0" timeOffset="59955.82">24403 3500 130 0,'6'-1'238'0,"-2"0"4"0,-1-2-2 0,-3 3-2 0,7-1-6 15,-7 1-6-15,0 0-4 0,5-2-22 16,-5 2 2-16,0 0-9 0,5-1-20 0,-5 1 7 16,0 0-28-16,0 0 6 15,6-2 0-15,-6 2-10 0,0 0-8 0,0 0-17 16,0 0-5-16,0 0-11 0,11-1-5 0,-1-2-12 15,3 0-14-15,-1-2-6 0,1 1-9 0,9-1-7 16,-2 1-4-16,-1-4 2 0,2 0-10 0,-2-1-3 16,0 0-4-16,4-4-7 0,1-4-2 0,-7 6 0 15,2-6-3-15,-5 2-3 0,4-4-8 0,-6 4-1 16,-6 1 1-16,4-1-4 0,-6 2 14 0,-1 2-1 0,-6 1-4 16,3-2-1-16,0 6-6 0,-2 1-18 0,-4-4 17 15,-2 5-6-15,-8 1-1 0,2 2-6 0,-4 1-4 0,-1 4 9 16,-4 1-6-16,0 5 1 0,-3 2-7 0,2 3 5 15,3 1-4-15,0 3 7 0,3 3 3 0,5-6-8 16,3 7 1-16,5-3 9 0,5 1-7 16,5-3 5-16,8 4 4 0,5-1 3 0,5-3-3 0,2 0 3 0,6-6-2 15,4 2 3-15,3-9-3 0,14 6 1 0,2-8 1 16,-3 0-3-16,4-1 12 0,-18-1 8 0,4-1 4 16,-4 0 5-16,-6-1 12 0,-10-1 11 0,-3 2 25 15,-4-2 17-15,-5 2 6 0,-1 0 1 0,2-1-8 16,-5 1-6-16,-5 0-9 0,9 0-11 0,-9 0-21 15,8 0-34 1,-8 0-44-16,0 0-52 0,0 0-79 0,0 0-86 16,0 0-91-16,0 0-479 0,0 0-882 0,-29-4 390 15</inkml:trace>
  <inkml:trace contextRef="#ctx0" brushRef="#br0" timeOffset="61027.56">26903 2934 300 0,'1'-8'305'0,"-1"2"-9"0,0-2-15 0,3 3-30 16,-3 0-24-1,1 1-28-15,-1 0-26 0,0 4-22 0,0-6-37 16,0 6-18-16,0 0-11 0,0 0-4 0,-4 24-15 16,-1-7-3-16,0 13-5 0,0 3-8 0,-8 13-7 15,5 4-1-15,-2-3-2 0,-4 1-5 0,3 1-3 16,0-1-2-16,3-15-3 0,1-1 0 0,2 1 7 15,0-1 2-15,1-5-2 0,-2-2 0 0,3-6-4 16,-1-4-1-16,2-1 0 0,2-4-2 0,-3 1-5 0,3-5 0 0,0 2 1 16,-1-4-1-16,1 2 14 0,1-2-6 0,-2 0 10 15,1-4 9-15,-3 3-3 0,3-3-1 0,0 0 2 16,0 6-5-16,0-6 2 0,0 0 1 0,0 0-20 16,0 3-16-16,0-3-12 0,0 0-70 0,0 0-86 15,0 0-44-15,-6-13-53 0,5 6-55 0,-3-3-168 16,0-1-516-16,3 3 228 0</inkml:trace>
  <inkml:trace contextRef="#ctx0" brushRef="#br0" timeOffset="61328.28">26554 3304 90 0,'-14'-5'208'0,"3"4"-4"0,-1-1-9 0,1 0-13 16,0 2-8-16,5 0-6 0,-2-2-9 0,8 2 4 15,-10 0-9-15,10 0-20 0,0 0-10 0,0 0-7 16,0 0-6-16,0 0-16 0,36 2-10 0,-5-2-10 16,4-2-2-16,20 2-11 0,-1-3-8 0,3 6-6 15,0-6 29-15,-4 6-7 0,0-6-5 0,-16 3-8 16,0-1-6-16,-8 1-3 0,-1 1-5 0,-10-1-1 0,1-1-5 0,-10 1-1 16,-1-1-4-16,-3 1-1 0,5 1 2 0,-6-2 0 15,-4 1-6-15,8-2-5 0,-8 2-11 0,4-3-32 16,-4 3-27-16,0 0-25 0,0 0-20 15,-12-5-14-15,4 5-31 0,2-2-26 0,-2 2-31 16,3-2-231-16,-2 0-460 0,7 2 203 0</inkml:trace>
  <inkml:trace contextRef="#ctx0" brushRef="#br0" timeOffset="62460.83">27353 2981 228 0,'2'-6'328'0,"-2"4"-21"15,3-3 5-15,1 1-13 0,-4 0-31 0,0 4-25 16,2-4-27-16,-2 4-21 0,4-2-25 0,-4 2-19 16,0 0-44-16,0 0-3 0,0 0-14 0,0 0-10 15,1 14-10-15,-2 3-9 0,1 1-4 0,-1 7-5 16,-7 4-8-16,4 2-3 0,-2 1-3 16,-3 13-3-16,-4-10-9 15,3 9 1-15,2-8 4 0,-2-2-7 0,5-3-3 16,-3 1 4-16,3-9-4 0,1 4 6 0,-1-11-5 0,1-3 5 15,3-4-8-15,-1 1 5 0,0-4 6 16,2 1 14-16,0-2 30 0,0-5 42 0,0 6 33 16,2-5 38-16,-2-1 26 0,0 5 15 0,0-5 9 15,0 0-26-15,0 0-28 0,12-10-23 0,-3 3-18 16,0-1-20-16,4-5-22 0,-3 2-21 0,3-3-14 0,0-1-11 0,0 1-14 16,-1 4 2-16,-4 2-5 0,-3 2-4 0,0 1-6 15,0 0-6-15,-2 3-10 0,2-1-15 16,-5-1-27-16,2 1-20 0,-2 3-30 0,6-1-31 15,-6 1-30-15,0 0-5 0,0 0 16 0,4 9 12 16,-2-4 11-16,-1 3 2 0,1 0-23 0,2 5 0 16,-2-2-13-16,4 1-6 15,1 3 1-15,4 1-5 0,3-2-11 0,6 2-6 16,3-2-17-16,7-1-21 0,-3-2-8 0,1-3-10 16,3-2 1-16,-3-3 5 0,1-3 23 0,-1-2 27 15,-7 1 22-15,-1-5 45 0,-2-2 52 0,-1 1 41 16,-2-6 37-16,-3 0 18 0,-2-1 24 0,1-2 17 0,-2 0 16 0,-2-1 21 0,0 0 16 15,-3-1 24-15,1 2 12 0,-3 4-9 16,-2 1 5-16,1 2-2 0,-1 2-20 16,0 1-14-16,0 0-16 0,0 1-15 0,-3 2-14 0,-1 1-31 15,-1 0-4-15,-5 1-23 0,-3 4 14 16,-3 1-8-16,-1 3-1 0,-2 2-14 0,-7 5 3 16,2-1-6-16,2 1-1 0,1 1-18 0,3-1-9 15,4-2-16-15,-1 1-10 0,4 0-11 0,1-4-6 16,2 2-11-16,2-5-3 15,2 0 8-15,0-1 13 0,-1 0 0 0,3-2 21 0,-1 1 30 0,2-2 31 0,1-2 6 0,0 0 6 16,0 0 10-16,19-4 11 0,-8-1 1 0,0-1 0 16,3-3-1-16,1-1-2 0,0 1-9 0,3-3-6 15,-1 2 2-15,-2-4-7 0,0 1 0 0,2-1-4 16,-3 2 2-16,-1 3-3 0,-4 1-4 16,1 2 2-16,-2-2-3 0,-3 5-4 15,0 0-8-15,-1-1-10 0,1 2-9 0,-1-1-19 16,-4 3-22-16,0 0-9 0,10 1 3 15,-10-1 6-15,8 8-8 0,-3-3-4 0,4 3 5 0,-3-1 8 16,2 5-1-16,2-2-4 0,-2-1-5 16,3 3-2-16,1-1-6 0,-5-2-5 0,8 0 0 15,-3-3 5-15,-3 0 6 0,0-1-3 0,-4-2 12 16,5-2 6-16,-2-1 6 0,-8 0 6 0,18-6-4 0,-10-1 5 0,-1-1 8 16,1 1 11-16,1-3 11 0,-1-3 11 0,-1-3 6 15,0-2 1-15,2 2 10 0,-2-10 0 16,1-1-4-16,0 1-1 0,-1-3 2 0,1 0 13 0,0-2-7 15,-2-1 5-15,4-2-2 0,-5 1 8 0,3 2 14 16,-5 4 7-16,-1 12 21 0,-1 2 1 16,4 3-8-16,-5 2-15 0,0 0-15 15,4 3-43-15,-4 1-45 0,0 4-52 0,0-6-22 16,0 6 10-16,0 0 16 0,-6 27-5 16,-2-1 14-16,3 1 12 0,-4 4 5 0,-1 2 0 15,2 2 9-15,2-2 1 0,-1 2-3 0,6-3 2 16,-1-1-1-16,-1 0-8 0,-1-5-3 0,4-8-10 15,-1 2-16-15,2-3-24 0,-2-6-26 0,2-1-31 16,-1-5-25-16,2 4-10 0,-4-4-8 0,2-5-5 0,4 5-78 0,-4-5-237 16,0 0-562-16,0 0 249 0</inkml:trace>
  <inkml:trace contextRef="#ctx0" brushRef="#br0" timeOffset="62730.57">27949 3211 304 0,'-5'1'341'0,"5"-1"1"16,-12-1-13-1,12 1-24-15,0 0-28 0,0 0-21 0,0 0-34 16,30-3-15-16,6 2-24 0,18-4-13 16,2 6-30-16,5-4-23 0,2 0-15 0,3 0-10 0,26-3-9 0,-28 3-11 15,-2 0-14-15,-5-1-9 0,-16 1 3 0,-7-1-19 16,-3-1 13-16,-12 3-7 0,-6 2 13 0,-1-2-12 15,-5 0 11-15,2 1 5 0,-4 1-11 16,0-3-1-16,-5 3-26 0,4 0-41 0,-4 0-41 16,0 0-44-16,-24 0-45 0,7 0-57 15,-2 3-82-15,-4-2-255 0,5 1-590 0,4-1 261 0</inkml:trace>
  <inkml:trace contextRef="#ctx0" brushRef="#br0" timeOffset="65343.97">5078 5583 123 0,'-3'-5'313'0,"2"-2"-7"16,-2 1-15-16,1-2 2 0,-1-2-8 0,0-1-4 15,2 0-1-15,2 2-11 0,-2 0-5 16,0 3 2-16,1 1-13 0,0-1-25 0,-3 1-20 16,3 1-20-16,-1 0-24 0,1 4-23 0,0-3-32 0,0 3-48 0,0 0-53 0,0 0-31 15,0 0 3-15,-4 18 1 0,2 0 1 0,-2 8 6 16,1 3 1-16,-2 3-2 0,0 2-1 16,0-2 5-16,-1 2 3 0,2-2-2 0,0-2 1 15,1 0 0-15,1-5 5 0,1 2-7 0,-2-9 5 16,3 1 0-16,0-4-2 0,0-4-10 0,-1 0-11 15,1-2-19-15,0-4-8 0,1 2-3 16,-1 0-5-16,-1-4-4 0,1 0-12 0,-3 1-7 16,3-4-10-16,0 6-11 0,0-6-65 15,0 0-124-15,0 0-203 0,0 0-538 0,-11-13 239 16</inkml:trace>
  <inkml:trace contextRef="#ctx0" brushRef="#br0" timeOffset="65654.39">4639 6094 272 0,'-5'2'265'0,"-1"1"-25"0,2-1-15 0,0 2-14 15,4-4-18-15,-4 4-20 0,4-4-7 0,0 0-14 16,16 1-6-16,0-3-19 0,14-3-8 15,8-2-15-15,20-2-4 0,0 1-10 0,33-7 4 16,-28 5 2-16,27-3 0 0,1 1-3 16,-31 7-7-16,-1 1-6 0,-3-1-11 0,-2 0-3 15,-21 4-10-15,-2 1-5 0,-10-2-6 0,-4-1-8 16,-3 3-5-16,-4 0-1 0,-2 0-5 0,1-1-16 16,-3 1-17-16,-6 0-22 0,8 1-9 15,-8-1 1-15,0 0-12 0,-9 10-29 0,-5-4-50 16,-4 0-65-16,-2 2-306 0,-11-1-540 0,12-2 238 0</inkml:trace>
  <inkml:trace contextRef="#ctx0" brushRef="#br0" timeOffset="66125.14">5089 6619 218 0,'-1'-7'346'0,"-3"2"-15"0,3-3-10 16,-2-2-2-16,2 3-5 0,0-1 13 0,-1 1-9 0,1 1 0 15,1 0-14-15,-1 1-14 0,0 0-28 0,-1 1-27 16,2 0-27-16,0 4-25 0,-1-5-22 15,1 5-27-15,0 0-37 0,0 0-39 0,0 0-43 16,0 0-16-16,0 0 4 0,-7 17-8 16,2-7 1-16,-2 8 2 0,-1 0 0 0,2 6-1 15,-3 2 12-15,-4 0-13 0,8-1 1 16,1 1 8-16,-2 1-4 0,-2-2-2 0,3 0 3 16,1-7 3-16,0-1-6 0,3-5 2 0,-3 0 1 0,4-3 8 0,-4-1-6 0,4 1 8 15,0-5-2-15,-1 0 2 0,1 1 14 0,1-1 11 16,-1-4 4-16,-4 3 27 0,4-3 3 15,0 0 2-15,0 6-7 0,0-6 3 0,0 0-2 16,0 0-2-16,0 4-7 0,0-4-11 16,0 0-12-16,0 0-31 0,0 0-27 0,0 0-20 15,0-17-45-15,0 10-59 0,3 1-53 0,-3-5-49 0,1 3-58 16,2-5-68-16,-2 0-309 0,3-2-741 16,1-1 327-16</inkml:trace>
  <inkml:trace contextRef="#ctx0" brushRef="#br0" timeOffset="66508.2">5340 6349 163 0,'2'-3'415'0,"-2"3"-23"0,3-2-31 0,-3 2-32 0,0 0-27 0,1-3-28 0,-1 3-33 0,0 0-21 16,0 0-35-16,0 0-13 0,0 0-31 15,0 0-24-15,13 4 0 0,-10-1-16 0,4 2-5 16,-2 2-22-16,-1 3-14 0,2-1-9 16,3 7-10-16,-5 0 7 0,0 1-18 0,-3 2-1 15,-1 0-8-15,0-1 3 0,-4 1-2 0,2-2-5 16,-2-3 6-16,-4 5 0 0,6-8-4 0,-2 2-2 15,4-7-2-15,-4 1-2 0,1 0 1 16,2-4 1-16,0 1 7 0,1 1 35 0,0-2 21 16,0-3 17-16,-3 4 8 0,3-4 3 15,0 0 1-15,3 4-10 0,-3-4-15 0,18-6-2 0,-3-1-8 0,7 2-39 0,6-7-41 0,4 2-58 16,1 0-68-16,0 1-64 0,-2-3-84 16,2 0-129-16,2-3-259 0,-3 1-724 0,-2-3 320 15</inkml:trace>
  <inkml:trace contextRef="#ctx0" brushRef="#br0" timeOffset="67089.08">6400 5910 50 0,'0'0'209'0,"0"0"-9"0,-11 0-2 16,11 0-1-16,0 0-10 0,-7 2-9 0,7-2 10 16,0 0-9-16,0 0-8 0,-6 0-11 15,6 0-4-15,0 0-6 0,0 0 1 0,0 0 5 16,0 0-7-16,0 0 1 0,0 0-4 15,0 0-15-15,0 0-8 0,0 0 2 16,0 0-11-16,0 0-12 0,0 0-8 0,25-2-8 16,-7-3-28-16,15 0-31 0,3 1-59 0,0-1-60 0,2-2-69 0,3-3-96 0,-5 3-293 0,-3-3-594 15,-1 1 263-15</inkml:trace>
  <inkml:trace contextRef="#ctx0" brushRef="#br0" timeOffset="67612.23">7867 5493 203 0,'0'-7'348'0,"1"0"4"0,-1 3-8 0,2-4-3 16,-1 3-4-16,0 1 0 0,1 0-6 0,-2-2-19 15,0 6-26-15,0-5-28 0,0 5-27 0,1-2-26 16,-1 2-30-1,1-3-23-15,-1 3-38 0,0 0-39 0,0 0-56 16,0 0-21-16,0 0 3 0,-1 16 0 0,0 0 4 0,1 0-9 16,-2 4-15-16,0 5-39 0,-1 1-31 15,3 1-28-15,-2-1-34 0,-1 5-41 0,0-3-46 16,5-2-71-16,-4-7-233 0,1-4-586 0,1-3 259 16</inkml:trace>
  <inkml:trace contextRef="#ctx0" brushRef="#br0" timeOffset="67950.11">7619 5913 347 0,'-5'2'322'0,"2"0"-29"16,-3 1-17-16,6-3-21 0,-6 1-20 0,6-1-18 15,0 0-19-15,-4 4-18 0,4-4-15 0,0 0-17 16,27-5-15-16,-6 0-14 0,14-1-11 0,16-3-11 16,4 2-9-16,7-2-14 0,1 0-8 0,29-1-5 15,-29 2-6-15,1 3-6 0,2-2-6 0,-4 2 5 0,-6-2-8 16,-4 2-2-16,-15 2-4 0,-5-1 4 0,-5 3-9 0,-9-1 0 16,-3 2-5-16,-4-4 4 0,-5 4 1 0,4-1-3 15,-5 2 2-15,0-2-10 0,-5 1-14 16,8 0-17-16,-8 0-22 0,0 0-35 0,0 0-41 15,-21 3-46-15,4 2-66 0,-1-2-92 0,1 0-188 0,-2-2-546 16,1 1 242-16</inkml:trace>
  <inkml:trace contextRef="#ctx0" brushRef="#br0" timeOffset="68381.6">7881 6307 224 0,'-3'2'365'15,"3"-2"-31"-15,-4 2-33 0,4-2-36 0,-3 4-26 0,3-4-22 0,-3 2-19 16,3-2-27-16,0 0-9 0,0 0-28 0,0 0-12 15,7 4-18-15,-2-1-10 0,0 1-9 0,3 0-11 16,1 2 3-16,1 2-17 0,0-1-4 0,-1 3-10 16,1 3-9-16,0 3 21 0,-2 0 1 0,-4 4-8 15,-4-3-2-15,0 9-7 0,-3 2 2 0,-3-2-7 16,-4 0 3 0,-3 1-6-16,-1-2-9 0,0 0 1 0,0-3-5 0,-3-2-2 15,7-6-2-15,-2-2-2 0,1-3 1 0,5 1-1 16,-1-3-4-16,2-1 4 0,0 0 17 0,0-2 23 15,4-2 21-15,-2 3 11 0,3-2 6 16,0-3 8-16,-4 2 9 0,4-2-11 0,0 0-11 16,13 0-10-16,0-3-5 0,4 1-3 0,4-4-14 0,10 1-3 15,-4-1-26-15,2 0-37 0,0-1-50 0,1 1-58 0,-2-1-58 16,-1 0-70-16,-1-1-101 0,-6 0-337 0,3-6-740 16,-8 3 328-16</inkml:trace>
  <inkml:trace contextRef="#ctx0" brushRef="#br0" timeOffset="68751.33">8359 6188 383 0,'0'0'397'0,"0"0"-16"0,6-2-21 0,-6 2-20 16,0 0-28-16,4-4-23 0,-4 4-27 0,0-4-36 0,0 4-23 15,0 0-23-15,0 0-22 0,0 0-23 0,13 6-14 16,-8-2-7-16,-1 0-21 0,4 4-12 0,-2 4-18 16,0-2-5-16,1 6-8 0,-3 1 1 0,-3 3-10 15,1-3-6-15,-4 8 0 0,1 0-6 0,-2 0-8 0,-1-8 5 16,0 2-6-16,2-1 3 0,-2-3-1 0,0-2-5 15,0-2 1-15,3-1 3 0,-3-3-5 0,3-1-4 16,-1-1 9-16,0 0-12 0,4 0 5 0,0-3 13 16,4-2-9-16,7 0-4 0,6-1-1 0,12-4-37 0,3-3-45 15,2-1-48-15,14-6-60 0,0-2-85 16,1-3-101-16,1-5-254 16,0 1-667-16,4-2 296 0</inkml:trace>
  <inkml:trace contextRef="#ctx0" brushRef="#br0" timeOffset="69336.35">9450 5828 70 0,'-5'0'231'0,"-1"0"-11"16,6 0-1-16,-9 0-12 0,3 2-8 0,6-2-8 15,0 0 21-15,-8 1-11 0,8-1-4 0,0 0-10 16,-5 1-13 0,5-1-14-16,0 0-11 0,0 0-5 0,0 0-13 0,0 0-13 15,0 0 1-15,0 0-19 0,32-2-9 0,-12 0-4 16,12 1-11-16,4-2-9 0,0-1-6 0,1-2-4 15,3 5-4-15,13-1-9 0,-16-1-21 0,-4-1-22 16,2 4-28-16,-8-2-22 0,-7 1-34 0,-1-1-43 16,-1 0-49-16,-9 1-49 0,0 1-294 0,-6-2-561 15,-1-1 249-15</inkml:trace>
  <inkml:trace contextRef="#ctx0" brushRef="#br0" timeOffset="69536.37">9688 5690 21 0,'-4'-5'347'0,"-1"0"13"16,2 0-5-16,0 0 4 16,-1 1-10-16,1 2-15 0,1-1-24 0,2 3-34 15,0 0-35-15,-4-5-28 0,4 5-29 0,0 0-31 16,0 0-20-16,0 0-21 0,-6 18 1 0,4-4-26 16,-2 5-3-16,0 7-16 0,4 3-1 0,0 2 1 15,0-1-17-15,2 1-36 0,0 1-30 0,4-1-41 16,0 1-43-16,3 1-53 0,-2-4-78 0,1-2-130 15,-1-8-205-15,-1-9-612 0,-5-1 271 0</inkml:trace>
  <inkml:trace contextRef="#ctx0" brushRef="#br0" timeOffset="70052.73">11044 5404 313 0,'-3'-5'314'0,"2"-2"1"0,-2 2-5 0,2 0-17 16,1 1-22-16,0 4-27 0,0-5-29 0,0 5-21 0,-4-4-27 16,4 4-34-16,0 0-36 0,0 0-12 0,0 0-11 15,-5 19-5-15,4 0-5 0,-5 5-7 0,-1 5-7 16,-1 3-2-16,2 1-21 0,1 1-24 15,-1 0-27-15,-1 12-29 0,-2-11-39 0,4-2-41 0,-3-2-60 0,1-2-282 16,2-3-514-16,-2-9 227 0</inkml:trace>
  <inkml:trace contextRef="#ctx0" brushRef="#br0" timeOffset="70385.25">10641 5927 94 0,'-6'2'304'0,"2"1"-30"0,0-3-27 0,4 0-22 16,0 0-17-16,-6 2-19 16,6-2-13-16,0 0-12 0,0 0-16 0,0 0-18 15,23-2-12-15,-1 1-11 0,11-3-11 0,23-2-11 16,-1 0-9-16,9 1-6 0,29-2-7 0,-1-1-8 15,-1 1-8-15,-2 1 25 0,-22 2 6 0,28 0 1 16,-31-1-2-16,-2 1 1 0,-5 0-5 0,-22 2 0 16,-2 0-13-16,-14-1-4 0,0 3-2 0,-5-1 1 15,-2 1-6-15,-4-1-6 0,-2-1-19 0,2 2-29 0,-8 0-12 0,0 0-34 16,0 0-39-16,0 0-51 0,-37 7-70 0,11-2-98 16,-5-2-179-16,2-1-528 0,-1 1 234 0</inkml:trace>
  <inkml:trace contextRef="#ctx0" brushRef="#br0" timeOffset="70938.97">10994 6239 222 0,'0'0'260'0,"0"0"-25"0,-4 4-25 16,4-4-22-16,0 0-17 0,9 3-21 0,-1-3-16 15,-1 1-15-15,5 3-12 0,2-1-6 0,-1 2-13 16,2 0-10-16,3 4-8 0,-5-4-6 0,1 4-8 15,-4-3-6-15,1 1-4 0,-2 2-5 0,-1 1-10 0,0-1 0 16,-4 4 2-16,-3-1-4 0,-1 0-4 0,-4 2-3 16,-5 3-1-16,0 0 0 0,-4 0-5 15,-1-4 3-15,0 1-3 0,-1-2-1 0,2 1-3 16,-1-4 1-16,4-1-1 16,-3-2-3-16,4 1 2 0,4-4-3 0,0 2-3 15,-2-1 0-15,4-2 1 0,-1 1 0 0,1 0 0 16,3-3-1-16,-1 4 2 0,1-4 4 0,10 5 1 15,-5-2-4-15,4 2-2 0,4-3 1 0,0 3-2 16,0 0 1-16,1-2-3 0,2 4-1 0,-3-1-2 16,3 0 5-16,-4 3 3 0,-3-2 2 0,2 1 5 15,-1 0-3-15,-4 1 2 0,0-2 5 0,-2 2 2 0,0 0 5 0,-3-3 4 16,2 2 11-16,-7-1 4 0,-1-1 3 0,-3 0-6 16,-2 1-3-16,-9 0-1 0,0 1-5 0,-1-4-4 15,-1 3-3-15,-1-5-14 0,-6 2-14 0,6-2-29 16,3-3-26-16,-4 1-41 0,4-2-42 0,-1-2-49 15,3-1-65-15,2-4-176 0,4 0-465 0,5 0 206 16</inkml:trace>
  <inkml:trace contextRef="#ctx0" brushRef="#br0" timeOffset="71387.64">11382 6140 319 0,'2'-4'427'0,"-1"1"-24"0,-1 3-28 15,3-5-35-15,-3 5-25 0,2-1-28 0,-2 1-32 0,0 0-28 16,4-2-31-16,-4 2-29 0,0 0-10 0,0 0-28 16,0 0-10-16,11 6-15 0,-7-4-13 0,0 1-7 15,1 6-14 1,2-2-3-16,0-2 4 0,-3 3-24 0,1 1 0 0,-4 1-7 15,2-1-3-15,1 2-10 0,-3 2 0 0,-1-3-2 16,0 2-1-16,-4-2-2 0,3 2-5 16,1-2 1-16,-4 0 2 0,4-4-11 0,-4 2 5 15,3-3 1-15,1-1-7 0,-4-1 9 0,4 2-9 0,0-1 6 16,0-4 5-16,-2 5 12 0,2-5 9 0,0 3 23 16,0-3 15-16,0 0 13 0,6 4-1 0,3-5-8 0,1-2-6 15,8-2-2-15,13-2-8 0,-1-1-9 0,2 3-2 16,2-3-12-16,0 0-2 0,-1 2 4 0,4-2 5 15,-1 2-2-15,-3 1 0 0,-1 0-5 0,-4 1-1 0,-10 1-7 16,-4 3-6-16,-2-2 0 0,-2 2 2 16,-4 0 6-16,2-1 1 0,-4 1-1 0,-4 0 2 15,9-1-6-15,-5-2-4 0,-4 3-14 0,5-1-29 0,-5 1-39 0,0 0-53 16,0 0-72-16,5-1-65 0,-5 1-66 0,0 0-79 16,0 0-426-16,0 0-881 0,0 0 389 0</inkml:trace>
  <inkml:trace contextRef="#ctx0" brushRef="#br0" timeOffset="73360.53">12859 5870 122 0,'-21'0'200'0,"0"-1"4"16,6-1 3-16,1 2 0 0,5-1-2 0,0 1-8 16,0-1-20-16,9 1-16 0,-10 1-12 0,10-1-9 15,-8 0-20-15,4 1-8 0,4-1-2 0,0 0 1 16,-10-1-2-16,10 1-3 0,0 0-3 0,0 0-5 16,0 0 1-16,-5-1-2 0,5 1 7 0,0 0-10 15,0 0-4-15,0 0-3 0,0 0-4 0,0 0 2 16,0 0-6-16,0 0-8 0,0 0-3 0,0 0-3 15,0 0 2-15,0 0-9 0,0 0-6 0,0 0-4 0,0 0-5 16,0 0-4-16,0 0-8 0,0 0 3 0,0 0-1 0,0 0 7 16,0 0-21-16,0 0 2 0,0 0-4 0,0 0-2 15,-8-1 0-15,8 1-5 0,0 0-8 16,0 0 9-16,0 0-5 0,0 0 6 0,0 0 0 16,0 0 12-16,0 0-16 0,0 0-4 0,0 0 7 0,0 0-3 15,0 0 1 1,0 0 13-16,0 0-9 0,0 0-3 0,0 0-4 15,0 0 1-15,0 0 0 0,0 0 0 0,0 0 1 16,0 0 6-16,0 0-3 0,0 0 9 0,0 0-3 16,0 0 9-16,0 0 1 0,0 0-9 0,22-2 5 0,-9-1-4 15,7-2 5-15,14 0-14 0,0-1 3 16,3-1-2-16,16-2-9 0,-1 1 7 0,3-1-2 16,-17 2 3-16,2 1-4 0,-2 3 0 0,-1-2 6 0,0 0-14 0,-6 2 4 15,-10-1-1-15,-2 2-3 0,-8 1 8 0,1-2-1 16,-2 3-4-16,-4-1 5 0,2-2 0 0,-2 3 6 15,-6 0 4 1,9-2 11-16,-9 2-15 0,5-1 4 0,-5 1-9 16,0 0-5-16,9 0-22 0,-9 0-22 0,0 0-31 15,0 0-23-15,0 0-27 0,0 0-24 0,0 0-34 0,0 0-49 16,0 0-38-16,0 0-42 0,0 0-274 0,-19-2-632 16,19 2 280-16</inkml:trace>
  <inkml:trace contextRef="#ctx0" brushRef="#br0" timeOffset="73606.75">13868 5484 139 0,'1'-7'414'16,"0"5"-2"-16,2-3-32 0,-2 0-16 0,2 2-34 15,-3 3-37-15,1-4-27 0,-1 4-35 0,4-1-25 16,-4 1-26-16,0 0-40 0,0 0-21 15,4 8-13-15,-3-1-12 16,-1 5-8-16,0 0-26 0,0 5 13 0,0 3-8 0,-4 6 0 16,4 1-11-16,-2 0-46 0,-1-1-39 0,2-1-32 0,-2 2-34 0,-2-3-40 0,1-5-53 15,4 0-69-15,-9-2-293 0,7-3-597 0,-5-2 264 16</inkml:trace>
  <inkml:trace contextRef="#ctx0" brushRef="#br0" timeOffset="74076.6">13630 5961 97 0,'-9'3'364'0,"4"-3"-23"0,-4 4-17 0,5-3-13 0,-1 0-3 15,5-1-49-15,-6 1 5 0,6-1-21 16,-7 2-21-16,7-2-25 0,0 0-19 0,-5 2-14 15,5-2-24-15,0 0-8 0,0 0-17 0,0 0-15 16,0 0-7-16,-5 0-7 0,5 0-12 0,0 0-1 16,0 0-13-16,0 0-3 0,-4 3-8 0,4-3-2 15,0 0-5-15,0 0-5 16,0 0 3-16,0 0-6 0,0 0 11 0,0 0-28 16,0 0 14-16,0 0-3 0,0 0 0 0,0 0-2 15,-1 3-1-15,1-3-7 0,0 0-19 0,0 0 15 16,0 0 6-16,0 0 5 0,0 0 0 0,23-4 6 15,-5 2-2-15,14-2-4 0,19-1 0 16,3 3-4-16,12-4-4 0,26-3 9 0,-27 6 5 0,31-2-9 0,-28 0 9 0,-3 0 3 16,-4 1 0-16,2 1 3 0,-6-4 3 0,-7 7 8 15,-11-3-1-15,-4 1 1 0,-5-2 12 0,-11 4 9 16,-5 0 11-16,-2-3 9 0,-2 2 16 16,-3 0 13-16,-1 1 4 0,0 0 2 0,-1-3-7 0,-5 3-4 15,9 0-6-15,-9 0-17 0,6 0-19 0,-6 0-26 16,0 0-42-16,0 0-45 0,7-1-54 15,-7 1-59-15,0 0-56 0,0 0-40 16,0 0-32-16,-14 11-45 0,2-4-63 0,-3 0-93 16,-3-4-245-16,0 2-789 0,-1-1 349 0</inkml:trace>
  <inkml:trace contextRef="#ctx0" brushRef="#br0" timeOffset="74661.23">14057 6216 228 0,'0'0'326'15,"0"0"-34"-15,0 0-29 0,0 0-24 0,0 0-27 16,0 0-29-16,0 0-16 0,0 0-15 0,-8 9-15 16,3 0-11-16,-5 6-16 0,-2 0-9 0,-2 8-4 15,2 0-9-15,-4 1-7 16,2 0-6-16,3 0-2 0,1-6 2 0,3 0-3 16,1-1 0-16,2 0-7 0,0-2 4 0,3-1-6 15,1-2 7-15,1-2 5 0,3 0 4 0,2-2 5 16,3 3-5-16,6-5-1 0,5 0-10 15,9-1-6-15,-2-3-6 0,6 1-10 0,-1-3-25 16,1-3-31-16,-2 1-24 0,-4-2-29 0,0 0-27 16,2-3-19-16,-6 2-22 0,-4 0-14 0,-2 1-18 0,-6-3 4 0,2 1 1 0,-4-1 9 15,1 2 20-15,-6 0 16 0,0-2 22 16,0 1 25-16,-3-1 22 0,-1-1 26 0,0 3 18 0,-1-2 22 16,-2 2 19-16,1-2 15 0,-1 1 18 15,2 2 18-15,-2 1 17 0,1-2 10 0,-2 1 4 16,4 4-1-16,-4-5-7 0,4 5-12 0,0 0-14 15,0-1-13-15,0 1-17 16,0 0-5-16,0 0-6 0,0 0-9 0,-9 10 1 0,5 0-9 16,-1 2-3-16,-5 5 0 0,1 6-3 15,0 0 0-15,4 1 19 0,-6 2-17 0,1-1 0 16,1-1-3-16,2 1-4 0,3-5 2 0,0 1-3 0,-1-4-3 0,1 1-16 0,2-2-9 16,-1-3-23-16,2-2-16 0,-2 0-45 0,0-1-33 15,1-5-27-15,2 2-22 0,-1-3-32 16,1-4-85-16,0 0-207 0,0 0-542 0,0 0 240 15</inkml:trace>
  <inkml:trace contextRef="#ctx0" brushRef="#br0" timeOffset="76012.73">14635 6179 73 0,'0'0'338'0,"-6"-2"-17"0,6 2-11 15,-1-3-15-15,1 3-19 0,0 0-21 16,0 0-29-16,-3-4-26 0,3 4-17 0,0 0-22 16,0 0-23-16,0 0-9 0,0 0-11 0,0 0-14 15,0 0-8-15,20 8-15 0,-13-3-8 16,0 0-12-16,0 0-4 0,1 2-7 0,-2 2-3 0,2 2-5 0,-4-2-9 0,-3 4-3 16,3-2 1-16,-4 2 9 0,-4 4-19 0,0 0-7 15,-1 0 1-15,0-6 3 0,-4 5 0 0,4-7 3 16,-4 3 2-16,4-5-6 0,-2 0 3 15,3-2-6-15,0 2 4 0,1-3-8 0,2-2 16 16,-2 2 27-16,2 0 26 0,0 1 11 16,1-5 18-16,-2 3 12 0,2-3 1 0,0 0-10 15,0 0-7-15,21-3-13 0,-1-1-6 0,11-1-16 16,0 0-6-16,2 0-34 0,-1-2-39 0,3 0-48 16,-1 0-57-16,-1-4-55 0,-4 2-68 15,2 0-93-15,-4-4-370 0,0-3-760 0,-3-1 337 0</inkml:trace>
  <inkml:trace contextRef="#ctx0" brushRef="#br0" timeOffset="76352.57">15431 5903 163 0,'-8'0'264'0,"8"0"1"0,0 0-12 0,0 0-10 16,-8-3-16-16,8 3-7 0,0 0-11 15,0 0-4-15,0 0-16 0,-5 0-7 0,5 0-6 16,0 0-10-16,0 0-11 0,0 0-12 15,0 0-17-15,0 0-13 0,18-3-11 0,-4 1-11 16,5-1-6-16,9 2-19 0,2-4-18 0,3 3-21 0,-5 0-23 0,4 1-27 0,0-2-33 16,-5 0-32-16,-5 2-40 0,-2-2-42 0,-7 3-31 15,1-4-46-15,-8 3-222 0,1-3-506 16,-4 1 224-16</inkml:trace>
  <inkml:trace contextRef="#ctx0" brushRef="#br0" timeOffset="76553.06">15584 5750 168 0,'-4'-5'333'16,"0"1"13"-16,3 1 3 0,-3-1 0 15,0 2-22-15,4 2-26 0,-4-6-35 0,4 6-33 0,-5-2-31 0,5 2-25 0,0 0-21 16,0 0-24-16,-6 12-14 0,3-2-28 0,2 6 9 16,-1 3-13-16,-5 8-3 0,5-2-13 0,-2 3-5 15,0 2-3-15,0 0 3 0,0-2-19 0,4 4-58 16,0-3-48-16,0 2-53 0,-1-2-83 15,6-3-108-15,-7-8-269 0,0-4-621 0,4-5 274 16</inkml:trace>
  <inkml:trace contextRef="#ctx0" brushRef="#br0" timeOffset="77425.47">16942 5838 306 0,'0'0'319'0,"0"0"-9"15,0 0-4-15,0 0-10 0,0 0-15 16,0 0-16-16,0 0-20 0,0 0-17 0,0 0-26 16,0 0-18-16,0 0-19 0,0 0-20 0,0 0-11 15,0 0-16-15,0-5-47 0,0 5-39 16,0 0-35-16,14-2-38 0,-7 1-38 0,0-1-44 0,4 2-38 15,3-3-37-15,0 2-66 0,2-2-193 0,5 1-494 16,-1-3 219-16</inkml:trace>
  <inkml:trace contextRef="#ctx0" brushRef="#br0" timeOffset="77590.45">17363 5808 35 0,'6'2'332'0,"-6"-2"-8"0,7 0-13 0,-7 0-8 0,0 0-9 16,7 0-21-16,-7 0-28 0,0 0-31 15,9-2-21-15,-4-2-36 0,4 4-48 16,4-2-51-16,0 1-55 0,7-1-64 16,0 0-73-16,11 1-89 0,-2-2-183 0,2-2-440 15,-4-1 196-15</inkml:trace>
  <inkml:trace contextRef="#ctx0" brushRef="#br0" timeOffset="77752.25">18128 5818 72 0,'5'2'442'16,"-1"-1"5"-16,-4-1-3 0,8 2-13 0,-8-2-11 16,6 1-23-16,-6-1-40 0,0 0-39 0,9-4-37 0,-9 4-39 0,7-4-54 15,0 1-52-15,-2 3-64 0,4-3-87 16,0-1-106-16,0 1-98 0,1-1-130 16,-2 1-242-16,2-1-639 0,-1-2 282 15</inkml:trace>
  <inkml:trace contextRef="#ctx0" brushRef="#br0" timeOffset="78302.05">19430 5691 63 0,'0'0'311'0,"-8"1"-18"0,8-1-1 0,0 0-22 0,-7 0-10 0,7 0-9 16,0 0-11-16,-5 0-13 0,5 0-21 16,0 0-12-16,0 0-19 0,0 0-20 0,0 0-26 15,18-5-24-15,-5 4-24 0,6-3-34 16,10 2-38-16,-1 0-45 0,4-1-42 15,-1 1-39-15,-2 0-61 0,3-1-55 0,-4-2-212 0,-1 3-481 0,-8-2 213 16</inkml:trace>
  <inkml:trace contextRef="#ctx0" brushRef="#br0" timeOffset="78492.78">19402 5859 26 0,'-11'5'320'0,"-1"-3"-8"15,2 1-19-15,3-1-8 16,2-2-2-16,5 0 0 0,-8 3-21 0,8-3-23 0,0 0-25 0,0 0-22 16,22-3-19-16,5-2-35 0,5 1-43 0,7-1-43 15,14 2-49-15,3-1-47 0,1-1-51 16,-3 1-68-16,5 0-81 0,-1-3-194 0,-3 0-474 0,1-2 210 16</inkml:trace>
  <inkml:trace contextRef="#ctx0" brushRef="#br0" timeOffset="78960.39">20479 5475 163 0,'3'-5'407'0,"-2"3"-12"0,2-1-18 0,-1 0-28 15,-2 3-24-15,3-4-35 0,-3 4-22 16,0 0-30-16,2-3-29 0,-2 3-23 16,0 0-29-16,0 0-30 0,0 0-23 0,0 0-23 0,0 0-10 0,3 15-6 15,-4-6-6-15,-1 1-4 0,0 0-6 16,-1 7 4-16,-3 2-13 0,-2-1-10 16,-2 5-1-16,2-3 0 0,-1-2 10 0,0-1-14 0,3-2-1 0,0 0-5 15,2-5 10-15,0-1-31 0,1-4-9 0,0 1 5 16,0-2 22-16,2 1-3 0,-2-1 24 15,2-1 24-15,1-3 43 0,-1 4 32 0,1-4 5 0,0 0-18 0,0 0-10 16,6-13-9-16,3 6-5 16,-1-3-6-16,2-3-9 0,3 1-8 0,-4 2-8 15,0 1-9-15,3-1-5 0,-3 4-1 0,-1-2-11 0,-2 3 0 16,1 1-2-16,-4 0-15 0,3 2-3 16,-4-1-14-16,2 0-3 0,-4 3-23 0,5-1-5 0,-5 1-7 15,12 7-3-15,-7 0-2 0,1 0-2 0,3 5-2 16,1 0-6-16,-1 3-27 0,0-2-23 15,4 1-39-15,-3 0-28 0,-1 1-9 0,1-1-45 0,-1 1-49 16,-1-5-56-16,-2 1-80 0,2-5-232 16,-4-2-685-16,0 0 303 0</inkml:trace>
  <inkml:trace contextRef="#ctx0" brushRef="#br0" timeOffset="79203.52">20346 5502 239 0,'-14'0'318'0,"2"0"14"16,3 0-5-16,2 1 0 0,1-1-7 0,6 0-15 16,-8 0-23-16,8 0-15 0,-7-1-16 0,7 1-25 0,0 0-22 15,0 0-19-15,33-4-21 0,-3 0-18 0,10 0-16 0,0 1-17 0,14 0-29 16,0-2-21-16,1 2-24 0,1 2-28 15,-3 0-27-15,-2-3-43 16,-13 2-37-16,-2-1-40 0,-5 1-36 0,-3 1-46 0,-8-1-54 0,-7 0-289 16,-3-2-608-16,-3 0 269 0</inkml:trace>
  <inkml:trace contextRef="#ctx0" brushRef="#br0" timeOffset="79659.25">21058 5181 73 0,'0'0'445'0,"0"0"2"0,-4-7-30 15,4 7-26-15,0 0-29 0,0 0-32 16,0 0-38-16,0 0-29 0,0 0-30 0,0 0-26 16,0 0-24-16,0 0-20 0,0 0-19 0,0 0-17 0,13 10-14 0,-8-2-18 15,-2-1-15-15,1 2-11 0,-2 3-13 16,3 0-4-16,-2 1-9 0,-2 5 9 15,-1-1-21-15,-1 1-1 0,-1 1-1 0,0-2-4 16,-3-2-6-16,1-3-1 0,3-2 5 0,0 0-15 0,-2-3 4 0,-1 0 1 16,3-3-4-16,-2 1 19 0,3 0-22 15,0-2 5-15,0-3 6 0,0 8 7 16,0-8 11-16,3 1 0 0,5 2-3 0,4-3 0 0,9 0-8 0,9 0-18 16,2-3-49-16,5 2-55 0,-1 0-63 15,0-1-66-15,-2 1-80 0,1 1-101 0,-2-3-236 0,-1 1-696 16,-4-2 308-16</inkml:trace>
  <inkml:trace contextRef="#ctx0" brushRef="#br0" timeOffset="80276.17">19976 5986 25 0,'-9'4'275'0,"0"-2"-27"0,4-1-24 0,-3 1-13 15,4 0-9-15,-1-1-2 16,5-1-2-16,-9 1-10 0,9-1-7 16,-5 1-7-16,5-1-6 0,0 0-13 0,-5 2 2 0,5-2-15 0,0 0-10 15,0 0-1-15,0 0-6 0,-4 1 9 16,4-1-10-16,0 0-3 0,0 0-13 0,0 0-7 0,0 0-5 15,0 0-17-15,0 0 0 0,0 0-21 16,19-1 5-16,-19 1-8 0,0 0 3 0,0 0-12 0,0 0-6 0,5-3 9 16,-5 3-7-16,0 0-2 0,0 0-4 15,0 0 7-15,0 0-13 16,0 0 3-16,0 0-9 0,0 0 1 0,0 0-3 16,0 0-3-16,0 0-1 0,0 0-2 0,0 0 2 0,0 0-4 0,7-1 5 15,-7 1 6-15,0 0 5 0,0 0-5 0,0 0 6 16,0 0 0-16,0 0 2 0,0 0 0 15,0 0-1-15,0 0 1 0,0 0-18 0,0 0 22 0,0 0 3 0,0 0 4 16,0 0-13-16,0 0 4 0,0 0 3 16,0 0 5-16,0 0-11 0,0 0 6 0,0 0 3 0,0 0 5 15,1-3-6-15,7 1-2 0,3 1-5 16,7-3 0-16,13 3-6 0,5 0-5 16,17-5-1-16,9 4-4 0,2-7 0 0,33 4-3 0,-3 2 8 0,5 1-4 15,2-1-1-15,5 0 2 0,-7 1 3 16,-8 0 1-16,-26-1-3 0,-2 0-1 15,-2 2-2-15,-1 0 0 0,-24-2 0 0,-3-1-5 0,-1 4 12 16,-14-2 22-16,-4 2 13 0,-4-3 7 16,1 3 6-16,-5 0 0 0,2 0 2 0,-3 0-12 15,-5 0-11-15,9 0-24 0,-9 0-30 0,5-2-35 0,-5 2-38 0,0 0-51 16,0 0-53-16,0 0-45 0,-18 5-25 0,6-3-27 16,-3 6-35-16,-4-4-32 0,-2 1-43 15,-4 2-326-15,3-4-773 0,-1 0 341 16</inkml:trace>
  <inkml:trace contextRef="#ctx0" brushRef="#br0" timeOffset="80680.6">20438 6311 66 0,'0'0'394'16,"-6"-4"-1"-16,5 0-9 0,1 4 1 0,0-8-6 16,0 4-2-16,0-4-15 0,1 3-13 0,-1 2-19 15,0-1-16-15,0-1-26 0,0 2-33 0,0 3-18 16,0-4-25-16,0 4-26 16,0 0-22-16,3-6-24 0,-3 6-30 0,0 0-37 15,0 0-31-15,0 0-5 0,0 0-10 0,-3 20-1 16,3-4-3-16,-3 2 0 0,0 1-1 0,-4 8 2 15,5-1-9-15,-7 0 2 0,4 2-1 0,1-4-3 16,1-4 3-16,-1-2-4 0,3-1-2 0,1-2-8 16,-1-3 7-16,-2-1 3 0,3 0-3 0,-1-7 1 0,1 3-7 15,0-1 11-15,0-2-3 0,0 1 4 0,-4-2-3 16,4-3-1-16,4 5 13 0,-4-5 2 0,-4 4-2 0,4-4-2 16,0 0 1-16,0 0-5 0,0 0-15 0,0 3-15 15,0-3-64-15,0 0-45 0,0 0-65 0,0 0-54 16,9-14-62-16,-8 8-76 0,7-2-398 15,1-3-841-15,4-2 373 0</inkml:trace>
  <inkml:trace contextRef="#ctx0" brushRef="#br0" timeOffset="81104.06">20684 6309 323 0,'0'0'334'0,"6"-2"-23"0,-6 2-37 16,0 0-33-16,0 0-21 0,8 3-14 0,-4-1 5 0,2 3 1 15,-1 4-15-15,4-1-13 0,1 6-9 0,-3 1-12 0,0-1-1 16,2 3-16-16,-5 0-8 0,-1 2-7 0,-1-1-16 16,-2 1-1-16,-2 0-10 0,-1-2-10 0,1 0-2 15,-6-3-10-15,0 2-7 0,-1-2-1 0,2 0-4 16,-2-5-11-16,2 1 1 0,1-4-10 0,-2 2-5 16,4-2 3-16,-1-2 3 0,0-1-1 0,3 1 4 15,-2-1 11-15,1-1 11 0,3-2 17 0,-2 5 12 0,2-5 24 0,-3 3 11 16,3-3 4-16,-4 3 5 0,4-3 3 0,0 0-6 15,0 0-2-15,0 0-6 0,0 0-1 0,-2 2-7 16,2-2-2-16,0 0 4 0,0 0-7 0,0 0 1 16,0 0-1-16,0 0-16 0,20-1-12 0,10 1-7 15,21-4-13-15,10 1-11 0,30 3-6 0,2-2-18 16,2 4 3-16,-1 0-14 16,-2 1-2-16,10 3-7 0,-3-2 4 0,-6 3-9 15,-28-2 4-15,-1 0-10 0,-6 0 9 16,-21-1-9-16,-5 1-3 0,-8-3 3 0,-4-1-1 0,-3 0-4 15,-7-1 3-15,-1 0-1 0,-2 1-2 0,-2-2 10 16,-5 1-26-16,0 0 7 0,10 0-20 0,-10 0-30 16,0 0-63-16,0 0-95 0,-19-6-88 0,6 3-111 15,-9 2-141-15,-2-6-520 0,5 1-1159 0,2-2 514 0</inkml:trace>
  <inkml:trace contextRef="#ctx0" brushRef="#br0" timeOffset="92141.43">3786 9353 155 0,'0'-6'292'0,"0"6"-16"0,0 0-17 16,0-5-17-16,0 5-25 0,0 0-23 0,0 0-25 15,0 0-17-15,0 0-17 0,0 0-21 0,0 0-10 16,0 0-22-16,0 0-10 0,-6 17-5 0,2-5-7 15,0 4-11-15,0 3 15 0,-3 6-8 16,0-2-1-16,1 4-9 0,0-2-4 0,0 1-5 0,3 1-6 0,1-8-3 0,0 7-5 16,0-8 1-16,1 1-3 0,1 0-3 0,-3-3-2 15,3 0 3-15,3-1-5 0,-2-4 11 0,-1 2 2 16,2-4 6-16,0-1 9 0,-1-1 0 16,2-1 3-16,-2 0 9 0,1-1 11 0,2-3 14 15,2 1 8-15,0-2 17 0,1 2 9 0,4-6 3 16,-1 2 2-16,3-2 9 0,-3 0 2 0,6-6-6 15,0 1 0-15,-1-3-3 0,-1-1-7 16,8-5-11-16,-7 2-8 0,5-4 3 16,-5-3-8-16,1 0-6 0,-3 0-1 0,3 1-5 0,-1-2 5 0,-5 7 0 0,0 0 5 0,0 0 2 15,-2 2 6-15,-4 4 3 0,1 0-8 0,-1-1 10 16,-1 3-1-16,2 3 4 0,-3-2-6 0,-1 3-1 16,2-1-9-16,0 0-9 0,-1 2-6 0,-2 3-8 15,0-3-8-15,0 3-8 16,1-2-12-16,-1 2-15 0,0 0-16 0,0 0-12 0,0 0-14 15,0 0-15-15,0 0-15 0,0 0-12 0,0 0 1 0,0 0 1 0,0 0 6 16,0 0 4-16,4 13 8 0,-1-8 1 16,-3-1 4-16,0 3 7 0,1-2 2 0,-1 0 1 15,0 3 4-15,0-1 2 0,1 0 4 0,2 0 2 16,-3 1-1-16,1 2 1 0,-2 1 1 0,1-1 1 16,0 2 5-16,0-1-4 0,1 2 2 0,3 3 2 15,-8-3 2-15,4 2 0 0,-1 2-1 0,1-3 2 16,-3 1 2-16,2 0 2 0,1 1-3 0,0-4 1 15,-4 1 1-15,3-1 1 0,1-1 4 0,1-1-4 16,-2 2 2-16,5-3 0 0,-3 2 0 0,-1-1-1 16,4-3-1-16,1 0 0 0,4-2 8 15,1 0 2-15,11-1-1 0,7-3-3 16,8-3-14-16,17-7-45 0,7-5-78 0,27-12-107 16,-28 6-118-16,23-19-172 0,-27 9-283 0,16-19-879 15,-25 12 390-15</inkml:trace>
  <inkml:trace contextRef="#ctx0" brushRef="#br0" timeOffset="92953.27">4574 9423 92 0,'0'0'315'0,"3"-7"-2"0,-3 7-5 0,1-5 8 0,-1 5 3 15,0-4-9-15,0 0-19 0,0 4-24 0,0 0-24 16,0-4-22-16,0 4-26 0,0 0-29 15,0 0-12-15,2-2-17 0,-2 2-27 0,0 0-18 16,0 0-14-16,0 0-14 0,7 10-11 0,-3-3 3 16,-2 0-18-16,1 7-1 0,2-4-5 0,-3 7-3 0,4 2-7 0,-3 0-2 0,1 4 1 15,1 3-4-15,-1-7-3 0,-2 0 1 16,-1-1-2-16,3-1 1 0,-1 2-4 0,1-2 1 16,-2-4-3-16,-1-2-5 0,0 0 4 0,0-5-11 15,-1 1 29-15,2-2-13 0,-1-1-5 0,-1 2 48 16,0-3 28-16,3-1 40 0,-3-2 44 0,1 5 38 15,-1-5 32-15,0 0 25 16,0 0 17-16,0 0-24 0,0 0-32 0,14-17-22 0,-8 7-27 16,5-6-13-16,1-7-14 0,1-1-19 15,2 0-12-15,-2-3-23 0,5 2-6 0,-5 0-13 0,0 2-9 0,-5 5-8 0,3 2 5 0,-3 2-16 16,-2 2-4-16,-1 4-5 0,-1 2-5 0,-2-1-11 16,1 3 1-16,-1 0-33 0,1 0-24 15,-2 1-33-15,-1 3-39 0,2-3-46 16,-2 3-57-16,0 0-37 0,0 0 26 0,0 0-3 15,3 15-20-15,-1-5-22 0,-2 0-20 0,1 4-27 16,0-2-40-16,-1 3-42 0,3-3-401 16,-2-1-861-16,3-2 380 0</inkml:trace>
  <inkml:trace contextRef="#ctx0" brushRef="#br0" timeOffset="93662.95">5610 9594 31 0,'4'-4'309'0,"-1"-1"-10"16,-2-2-12-16,2-1-12 0,-3 2-12 15,-3-1-24-15,3-1-9 0,-1 2-21 0,-3-2-16 16,0 4-23-16,-5-4-13 0,3 5-24 15,-3-2-11-15,-3 1-19 0,-7 2-6 0,1 1-11 0,0 1-10 0,1 2-8 0,-4 1-8 0,1 2-2 16,-2-1-11-16,4 2 5 0,0 1-18 0,-1 1-7 16,2 1-2-16,3 0 0 0,0 2-6 15,5-5-1-15,-1 3 0 0,2-1 0 0,2 1-19 16,1 1-2-16,1-2-2 0,3-1-4 0,2 0 3 16,-1 0-7-16,4 0 10 0,1-1-2 15,1-1 2-15,3 1 9 0,1-3 1 0,2-1 2 16,2-1 0-16,5-3 2 0,-1-1 6 15,0 0-3-15,0-4 11 0,0 0 10 0,1-3 20 16,0 0-1-16,-3-4 16 0,3-4 14 0,-6 4 1 16,4-10-4-16,-4 5 4 0,-1-5-1 0,-1-1 3 0,-2-1-10 0,-4-3-4 0,4-2-4 15,-5 1-2-15,1 0-3 0,-5-5-2 16,4 4 11-16,-3-3 22 0,-1 5 24 0,4 3 27 16,-5 9 3-16,1 6-7 0,0-1-10 0,0 0-10 15,0 5-19-15,-3 2-12 0,3 0-20 16,0 0-36-16,0 2-48 0,0 3-53 0,0 0-16 15,0 0 7-15,-5 10 6 0,0 5 8 0,1 11 7 16,-1 0 2-16,-4 3 11 0,5 2 4 0,-1 2-1 16,4-1 6-16,-2-1-1 0,6 2-3 15,-3-3 2-15,1-1 0 0,3 0-5 0,1-5-1 16,-1-4-5-16,1-2-9 0,0 0-16 0,0-6-20 0,-1-1-26 0,0-1-32 0,1-2-27 16,-2 1-34-16,-1-4-44 0,2 1-48 0,0-5-352 15,-4-1-705-15,5-1 313 0</inkml:trace>
  <inkml:trace contextRef="#ctx0" brushRef="#br0" timeOffset="94117.28">5806 9402 26 0,'0'0'342'0,"0"0"-31"0,4 0-29 16,-4 0-27-16,0 0-27 0,10-3-27 15,-4 3-16-15,-6 0-18 0,13 2-17 16,0 0-17-16,-4 1-5 0,3 0-22 0,0 3-9 0,-2 0-15 16,1 5-7-16,-1 0-9 0,-2-1-6 15,1 6-6-15,-2-2-3 0,-4 2-11 0,-1-1 1 16,-2 1-7-16,-2 1-2 0,-4-3-4 0,0 3-1 16,-3 0 1-16,2-1-6 0,-6-2 1 0,3 2 2 15,-2-4 1-15,2-4 6 0,4 1 6 16,-1-2 21-16,1-2-4 0,2 0 14 0,-1-3 21 15,1 2 22-15,0-3 28 0,4-1 28 0,-5 5 30 0,5-5 22 0,0 0-22 0,0 0-26 16,0 0-22-16,4-17-12 0,1 7-20 0,5-4-10 16,3-1-14-16,2-6-15 0,1-2-7 15,4-2-14-15,-2-2-11 0,5 2-16 16,-1 1-8-16,-1-2 0 0,-1 4-1 0,-3 3-4 16,-4 3 0-16,-4 7-1 0,0 2-1 0,-4 1 0 15,2 1 0-15,-6 2-4 0,4-1-9 0,-2 3-18 16,-3 1-25-16,2-4-14 0,-2 4-5 15,0 0 7-15,-9 14 6 0,4 1-1 0,-4 1 8 16,-5 10 0-16,1-1 5 0,3 4 5 0,-1-2 4 16,2 2 1-16,2 0-8 0,3-4-5 0,6 3-2 0,4-2-6 0,3-3-18 0,10-2-9 15,3-4-45-15,6-3-70 0,8-4-112 16,1-6-462-16,18-4-823 0,-4-2 365 0</inkml:trace>
  <inkml:trace contextRef="#ctx0" brushRef="#br0" timeOffset="95158.23">3492 8787 5 0,'-1'-2'243'15,"1"2"-16"-15,-3-5-18 16,3 5-28-16,-4-5-22 0,4 5-20 0,0 0-11 0,0 0-17 15,0 0-13-15,-14 12-11 16,9 4-11-16,-4 9-9 0,-4 5-7 0,3 4-6 0,-9 21-6 16,2 1 6-16,-6 35 1 0,0 1-2 0,1-2 2 0,1 6 13 0,3-1 1 15,-4-5 3-15,3-6 7 16,10-28-4-16,0 1-5 0,4 2 6 0,-3-1-3 0,7-7-4 16,1-3-3-16,-4-14-6 0,0-2-7 15,3-3-5-15,-3-3-1 0,2-6-7 0,-2-2 1 0,0-4-6 16,-1-3 34-16,1-1 29 0,-1-3 35 15,1-2 18-15,-2 0-7 0,-4-2 0 0,-2-1-4 0,-2 0-11 16,-4-5 5-16,0-1 2 0,-2-1-5 0,1 1-2 0,-3-1-10 16,0-1-4-16,3-1-9 15,1 0-7-15,-1 2-5 0,6 0-10 0,2 1-5 0,1 1-8 0,2-1-10 16,1 1-10-16,2 1-5 0,1-1-21 0,-2 3-36 16,6 0-39-16,-5-1-46 15,5 1-48-15,0 0-38 0,0 0-15 0,0 0-28 0,0 0-52 16,14 9-71-16,-4-6-337 0,1-1-742 0,2-3 329 15</inkml:trace>
  <inkml:trace contextRef="#ctx0" brushRef="#br0" timeOffset="96260.35">7080 9582 104 0,'0'0'186'0,"-8"1"-12"15,8-1-7-15,0 0-13 0,0 0-2 0,-7 0-9 0,7 0-12 16,0 0-4-16,0 0-10 0,0 0-7 16,0 0-6-16,0 0-5 0,-9 0-6 0,9 0-5 0,0 0-5 15,0 0 1-15,0 0-7 0,-4 2 2 0,4-2-1 16,0 0-8-16,0 0-6 0,0 0-2 0,0 0-6 0,0 0-3 15,0 0-5-15,0 0-2 0,0 0-5 16,0 0-4-16,0 0 1 0,0 0-2 0,0 0-3 0,0 0-5 16,0 0-1-16,0 0-7 15,0 0-2-15,0 0 1 0,0 0-2 0,0 0 0 0,0 0 0 0,0 0-3 16,0 0 12-16,0 0 2 16,0 0 2-16,0 0-2 0,28 0 1 0,-9-2 10 0,-1 0-17 15,5-1 1-15,8 1-6 0,-1-2 4 0,5 1 1 0,2 2 0 0,-1-3-5 16,1 1-1-16,-1 1-2 15,-1-1 11-15,-1 1-13 0,-5-1 2 0,-1 1 1 0,-9 2-10 16,-1-2 6-16,-5 2-5 0,-3 0 2 16,0 0-2-16,-2 0 1 0,-8 0-2 0,9 0-13 15,-9 0-10-15,8 0-21 0,-8 0-2 0,0 0-4 0,0 0-16 16,0 0-20-16,-16 8-32 16,7-4-35-16,-1-2-45 0,0 1-47 0,-3-1-192 0,0 1-468 0,3-2 207 15</inkml:trace>
  <inkml:trace contextRef="#ctx0" brushRef="#br0" timeOffset="96612.22">7178 9771 216 0,'-6'1'248'16,"2"1"-25"-16,2 0-24 16,-2 0-4-16,0 2-9 0,4-4-11 0,-4 2-9 0,4-2-8 0,0 0-2 15,0 0-6-15,13 2-6 16,6-2-12-16,-2-4-10 0,11 0-8 0,2 2-10 0,5-2-9 16,3 3-4-16,-2-4 5 0,1-1-4 15,0 1-12-15,-2 2-2 0,-5-2-9 0,1 2-8 0,-12 2 4 16,0-2-6-16,-6 0-5 0,-4 2-1 15,4 0-5-15,-7 1-6 0,2 0 3 0,-3 0 0 0,-5 0 1 16,9-3-9-16,-9 3-3 0,5-1-16 0,-5 1-16 0,0 0-29 16,6 0-28-16,-6 0-28 0,0 0-37 15,0 0-39-15,0 0-39 0,0 0-34 0,8 1-58 0,-8-1-166 16,6-1-494-16,0-2 219 0</inkml:trace>
  <inkml:trace contextRef="#ctx0" brushRef="#br0" timeOffset="97528.18">8668 9419 138 0,'-2'-4'304'0,"2"4"0"16,-3-4-23-16,3 4-13 15,-1-5-22-15,1 5-14 0,0 0-24 0,0 0-17 16,0-5-22-16,0 5-10 0,0 0-32 0,0 0-18 16,0 0-17-16,0 0-9 0,0 0-10 0,-4 14-9 15,0-5-8-15,3 3-4 0,-4 5-7 0,1 1-3 16,-5 5-5-16,4 1-5 0,0 1-2 0,-2-7-5 16,2 7-4-16,4-7 3 0,-3 0-7 0,1 3 0 15,3-4-2-15,0 0-3 0,0-1 3 0,3-4-2 0,-3-2 6 0,4 1 2 16,-3-1 8-16,3-2 5 0,0 1 7 15,0-7 8-15,-2 3 10 0,2 0 18 0,4-3 20 16,-3 0 5-16,4-2 16 0,-1-2 5 0,3 0-2 16,1-3-4-16,4-1 0 0,0-4-8 15,0 1-9-15,0-4-10 0,4-4-1 0,-3-3-3 0,0 0-13 0,1 1-3 0,-1-5-9 0,-1 2-3 16,0 0 0-16,-2 0 1 0,-4 5 1 16,-2-1-1-16,2 3 7 0,-2-2 1 0,-2 2 0 15,1 2 4-15,-4 2 2 0,1 1 3 16,1 1 1-16,-2 2 0 0,-2 1-3 0,2 2-3 15,1-1 0-15,-3 1-11 0,0 0-9 0,-1 4-9 16,1-7-5-16,-1 7-11 0,0-2-10 16,0 2-7-16,0 0-21 0,0 0-12 0,0 0-15 15,0 0-2-15,0 0-3 0,0 0-1 16,0 0 5-16,-2 17 6 0,1-10 1 0,-2 5 4 0,2-3 3 0,-2 4 1 0,2-1 9 0,-3 5-5 16,0-2 5-16,2 4 1 0,-2-1-2 15,3-2 1-15,-2 1 5 0,2-3-3 0,-1-2 6 16,0 2-3-16,1-1 6 0,-2-2 1 0,3 0-2 15,0 0 0-15,0-2 3 0,-1 0-3 16,-2-2 1-16,3 0 2 0,0-1 1 0,0-1-1 16,0-1 3-16,3 0-3 0,-3 0 6 0,0-4 0 15,1 5 2-15,-1-5 1 0,0 4 0 0,0-4 0 16,4 4 7-16,0-3 3 0,2 1 1 16,7-2-1-16,4 0-11 0,4-2-33 0,11-3-60 15,7 0-86-15,14-5-102 0,1-4-124 0,2-8-463 0,-3-2-934 0,-1-4 413 0</inkml:trace>
  <inkml:trace contextRef="#ctx0" brushRef="#br0" timeOffset="98936.97">9394 9409 187 0,'0'0'294'0,"-1"-6"-8"0,1 6-18 0,0 0-21 16,0 0-21-16,0 0-25 0,-1-4-12 16,1 4-31-16,0 0-18 0,0 0-19 0,0 0-11 0,0 0-16 0,0 0-8 0,-3 12-9 15,3-4 3-15,-2 4-17 0,2 0-7 0,-2 2-5 16,0 1-7-16,-1 4-4 0,3-1 5 0,-3 0-14 15,2-1-5-15,-1 3-3 0,-1-2 3 16,0-1-5-16,3 0-2 0,-1-4-2 0,0-1-1 16,-1 0-3-16,-1 0-3 0,3-2 2 0,0-2-2 15,0-1-1-15,0 0-3 0,0-5 5 0,0 4 1 16,0-6 19-16,0 6 27 0,0-6 28 16,0 5 18-16,0-5 31 0,0 3 31 0,0-3 25 15,0 0 23-15,0 0-3 0,0 0-19 16,0 0-17-16,19-14-18 0,-10 6-17 0,4-4-12 0,5-6-12 0,-4 2-12 0,5-6-9 0,3 0-10 15,-2 0-9-15,3-2-2 0,-6 3-8 0,-1 2-3 16,-4 4 1-16,-1 0-2 0,2 3-3 16,-5 2-2-16,-1-1-2 0,4 6-2 0,-8-1 2 15,0-1-7-15,1 3-3 0,-2 0-3 0,1 0-8 16,0 2-4-16,-3 2-18 0,3-5-13 16,-1 3-23-16,-2 2-29 0,3-3-21 0,-3 3-35 15,0 0-30-15,0 0-46 0,0 0-42 0,0 0-22 16,0 0 20-16,0 0-13 0,2 15-32 0,-2-10-38 15,-2 2-37-15,-1 2-342 0,3-4-747 16,-2 0 331-16</inkml:trace>
  <inkml:trace contextRef="#ctx0" brushRef="#br0" timeOffset="99373.11">9679 9687 113 0,'0'0'362'0,"0"0"-8"0,0 0-8 16,0 0-2-16,0 0-8 0,0 0-10 0,0 0-24 0,0 0-20 0,0 0-27 0,0 0-23 15,0 0-26-15,0 0-18 0,0 0-25 16,0 0-14-16,0 0-30 0,0 0-21 0,0 0-22 15,-4 2-10-15,2 2-16 0,-1 2 0 0,-1 0-5 16,2 3-5-16,-2 3-1 0,0 5-8 0,0-3-4 16,-4 5-3-16,3-4 1 0,0 4-5 15,2 1-1-15,-1-3-12 0,0-3 11 0,3 1-3 0,-2-1-3 16,2 3-5-16,-2-5 8 0,3-4-1 0,-1 1-3 16,1-6-1-16,0 6 2 0,-1-6-1 0,1 2 2 15,-2 1 0-15,2-6 18 0,0 6 7 0,0-3-10 16,0-3 15-16,0 0 5 0,0 5-1 0,0-5-4 15,0 0 2-15,0 4-4 0,0-4-3 0,0 0-3 0,0 0-7 16,0 0-8-16,0 0-13 0,0 0-20 0,0 0-35 16,0 0-48-16,0 0-38 0,0 0-49 0,11-13-45 0,-8 8-61 15,4-1-67-15,0-1-309 0,-3-1-721 0,5 3 318 16</inkml:trace>
  <inkml:trace contextRef="#ctx0" brushRef="#br0" timeOffset="100829.22">10296 9610 77 0,'-10'1'198'16,"1"2"-11"-16,2-3-10 0,0 0-3 0,7 0-7 16,-9 1-4-16,9-1-3 0,-8 1-4 0,8-1-3 15,-7 0-8-15,7 0 0 0,-5 1-6 0,5-1-4 0,0 0-7 0,0 0-4 0,-5 2-10 16,5-2-1-16,0 0-6 0,0 0-6 0,0 0 6 15,0 0-15-15,0 0 3 0,-7 0-9 16,7 0-4-16,0 0-3 0,0 0-4 0,0 0-6 16,0 0-5-16,0 0-4 0,0 0-3 0,0 0-10 15,0 0-4-15,0 0-5 0,0 0-1 0,0 0-8 16,0 0-2-16,0 0 0 0,0 0-3 16,0 0 8-16,0 0-14 0,0 0-4 0,0 0 1 15,0 0 1-15,0 0-11 0,0 0 13 16,0 0-12-16,0 0 0 0,0 0 1 0,0 0 0 15,0 0-2-15,0 0 1 0,0 0 5 0,0 0-14 0,0 0 11 0,0 0-8 0,0 0 1 16,0 0 6-16,0 0-1 0,0 0-9 0,0 0 7 16,0 0-3-16,0 0 5 0,0 0-4 15,0 0 2-15,0 0-3 0,0 0-2 0,0 0 0 16,0 0 17-16,0 0-23 0,0 0 8 0,0 0 2 16,0 0-2-16,0 0 0 0,0 0-3 15,0 0-1-15,0 0 0 0,0 0 2 0,0 0 7 16,0 0-8-16,0 0 5 0,0 0 4 15,0 0-13-15,0 0 5 0,0 0-4 0,0 0 1 0,0 0 16 0,0 0-15 0,0 0 5 0,0 0-3 16,0 0-2-16,0 0-3 0,0 0 4 16,0 0 6-16,0 0-1 0,0 0-3 0,-4 3-3 0,4-3 1 15,0 0 1-15,0 0-1 0,0 0-5 0,0 0 5 16,0 0 2-16,0 0 0 0,0 0-5 16,0 0 7-16,0 0-8 0,0 0 4 0,0 0 2 15,0 0 2-15,0 0-7 0,0 0 5 16,0 0 1-16,0 0 3 0,0 0-4 15,0 0 15-15,0 0-11 0,0 0-4 0,0 0 4 16,0 0-4-16,28-3 2 0,-11-1 2 0,11 0 1 16,4 3 4-16,5-5-6 0,17 2 14 0,2-1-6 0,-2 3-12 0,-2-3 3 0,-11 3 2 15,15 1 2-15,-16-1 0 0,-2 1 0 0,-2-3 3 16,-4 2 21-16,-4 0-22 0,-9 2-6 16,-3 0 6-16,-5 0 9 0,-1 0-4 0,-2 0 5 0,1-1 6 15,-4 0 10-15,-5 1-3 0,8 0 3 16,-8 0-13-16,6 0-8 0,-6 0-20 0,0 0-29 15,6-2-25-15,-6 2-44 0,0 0-53 0,0 0-66 16,0 0-90-16,-30-1-293 0,17 0-656 16,3-2 290-16</inkml:trace>
  <inkml:trace contextRef="#ctx0" brushRef="#br0" timeOffset="104552.46">11509 9332 32 0,'0'-7'319'0,"0"4"-17"16,0 3-10-16,0-7-19 0,0 2-18 0,0 5-23 16,0-3-26-16,0 3-23 0,0 0-20 0,0 0-22 15,3-4-17-15,-3 4-30 0,0 0-10 0,0 0-11 16,-7 16-8-16,7-6-6 0,-4 8-7 0,2 0-8 15,-2 9-2-15,-5 2-5 0,4 3-7 0,-2 1-1 16,5-2-4-16,-5-1-5 0,6-1 9 0,-3 2 5 16,2-2-2-16,-1-5-2 0,3 1 4 0,0-6-3 15,3-1 3-15,-1-4-4 0,1 0 4 0,-2-4 0 16,0 1 1-16,2-4 12 0,-2 1-9 0,3-3 6 16,-4 0 7-16,4 0 6 0,-3-3 22 0,3 1 23 15,0-3 8-15,2 2 4 0,-6-2 5 0,13-4-5 16,-4 1 5-16,4-7-3 0,-4 5-5 0,6-4-8 15,-2-2-8-15,1-2-4 0,1-3-14 0,4-3-11 0,-2 0-2 16,0-2-9-16,-1 1 1 0,2-1-5 16,-8 5-1-16,1-1 0 0,-1 1 9 0,-4 1 5 15,2 1 6-15,-3 2 2 0,0 2 4 0,0 0 0 16,-1 1 3-16,-1 2 1 0,0 2-2 0,0 0-6 0,-3 0-10 16,3 2-9-16,-3 3-8 0,5-4-8 0,-5 1-12 15,0 3-18-15,0 0-17 0,3-4-19 16,-3 4-19-16,0 0-23 0,0 0-13 0,0 0 11 0,0 0 3 15,-3 17 9-15,-2-8 3 0,1 1 5 0,0 0 10 16,0 6 4-16,-1 1 1 0,0 0 1 0,0 0 2 16,1 2 3-16,0-4 5 0,0-1 2 0,-1-1 3 15,4-1 1-15,-2-2 5 0,3 0-3 0,-1-4 7 16,1 2 3-16,0-1 6 0,1-2 3 0,-1-3 6 16,0 4 5-16,0-6 5 0,4 4 6 0,0 1 3 15,1-4 10-15,4 2 2 0,4-3-4 0,8 0-3 0,6 0-14 0,3-4-47 16,4-1-69-16,2-3-94 0,1-1-120 0,13-8-152 15,-16 0-311-15,11-9-841 0,-17-1 372 0</inkml:trace>
  <inkml:trace contextRef="#ctx0" brushRef="#br0" timeOffset="105121.24">12108 9094 198 0,'0'-7'332'0,"0"7"-1"0,0-5-11 16,0 5-10-16,0 0-14 0,1-4-21 15,-1 4-26-15,0 0-23 0,0 0-29 0,0 0-28 0,0 0-21 16,-1-3-21-16,1 3-20 0,0 0-18 0,0 0-13 16,-8 15-4-16,2-4-6 0,-3 4-11 0,0 4-1 0,-5 6-7 15,1 1-35-15,1-2-27 0,-4 4-41 0,2 2-40 16,-2 0-56-16,1-3-73 0,-1 1-311 0,6-6-579 0,0-8 256 16</inkml:trace>
  <inkml:trace contextRef="#ctx0" brushRef="#br0" timeOffset="105707.66">12373 9375 113 0,'2'-4'394'0,"-2"4"-7"16,4-3-8-1,-4 3-28-15,0-3-21 0,0 3-31 0,0 0-31 16,0 0-28-16,0 0-17 0,0 0-32 0,0 0-35 15,0 0-13-15,0 0-19 0,0 0-14 0,5 7-15 0,-3-2-17 16,0 0-9-16,2 3-10 0,-1 1 3 0,0 3-6 16,1 0-5-16,-1 2-12 0,2 2-5 15,-1 3-7-15,-3-2 8 0,1 0-8 0,0 2-3 16,0-1-1-16,0-1-1 0,-1-1-8 0,2 1 0 0,-2-6-5 0,0 1 2 0,0-4-2 16,-1 2 6-16,3-3-7 0,-2-2 7 15,0 0-6-15,1 0 5 0,-1-2 25 0,-1-3 41 16,-1 6 40-16,1-6 41 0,1 3 38 0,-1-3 38 15,0 0 25-15,0 0-13 0,0 0-30 0,10-12-16 16,-2 0-25-16,4-4-24 0,5-8-17 0,6-2-13 0,-4-3-23 16,-2-2-19-16,11-10-6 0,-9 13-10 0,-2 0-7 0,1 4-5 15,-5 0 2-15,1 4-3 0,-5 5-5 0,-4 3-6 16,0 5-1-16,1-2-3 0,0 2-4 0,-2 3-6 16,-2-1-16-16,2 1-15 0,-4 4-33 0,1-2-42 15,-1 2-55-15,2-3-60 0,-2 3-72 0,0 0 33 16,3 10 5-16,-2-3-14 0,-1 1-16 0,-1 4-23 0,2-1-23 15,-2 2-32 1,-2 2-38-16,2-1-68 0,-1-4-273 0,-1 2-773 16,0-2 342-16</inkml:trace>
  <inkml:trace contextRef="#ctx0" brushRef="#br0" timeOffset="106724.79">12801 9650 46 0,'-8'3'411'16,"8"-3"-21"-16,0 0-18 0,0 0-29 0,0 0-30 16,0 0-26-16,0 0-28 0,0 0-17 0,0 0-38 15,0 0-23-15,0 0-21 0,14 5-14 0,-7-3-17 16,2 3-6-16,1-2-18 0,-1 4-19 0,1 0-10 0,-1 1 6 0,-1 3-26 16,-1-1-11-16,-3 3-2 0,-1-1-13 0,3 6-3 15,-5-3-5-15,-2 2-4 0,-3 0 1 0,-2 0-3 16,1 0 4-16,-4-2-6 0,1-1-4 0,-3 1-1 15,-1 1-3-15,2-3 8 0,1-1-13 0,0 2 8 16,1-5 1-16,2-3-10 0,2 1 24 0,0 0-19 16,0-2 6-16,3-3-14 15,0 1 12-15,-2-1 22 0,-1 2 11 0,4-4 17 16,0 0 6-16,-4 2 8 0,4-2 1 0,0 0 3 16,0 0 5-16,0 0 0 0,0 0-5 0,0 0 1 15,0 0-1-15,0 0-4 0,-1 4-3 0,1-4-6 16,0 0-5-16,0 0-7 0,0 0-5 0,0 0-6 15,0 0 0-15,0 0-2 0,0 0-7 0,0 0-3 16,0 0-6-16,0 5-1 0,0-5-1 0,0 0-4 0,0 0 0 16,0 0-4-16,0 0 0 0,0 0-3 0,0 0 1 0,0 0-2 15,0 0-1-15,0 0-4 0,0 0 5 0,0 0-4 16,0 0 2-16,0 0-1 0,0 0 0 0,0 0 0 16,0 0-1-16,0 0 1 0,0 0-4 0,0 0 2 15,0 0 1-15,0 0-2 0,0 0-1 0,0 0 0 16,0 0 2-16,0 0 0 0,0 0 0 0,0 0-3 0,0 0 5 0,0 0-3 15,0 0-2-15,0 0 6 0,0 0-1 16,0 0-2-16,0 0 3 0,0 0-5 0,0 0-4 0,0 0 3 16,0 0 1-16,0 0 2 0,0 0 0 0,0 0 1 15,0 0-1-15,0 0-6 0,0 0 2 0,0 0-2 16,0 0 2-16,0 0-1 0,0 0 0 0,0 0-2 16,0 0 0-1,0 0 3-15,0 0-1 0,0 0 0 0,0 0 3 16,0 0-2-16,0 0-2 0,0 0 3 0,0 0-3 15,0 0 3-15,0 0 4 0,0 0-7 0,0 0-4 16,12-2 6-16,-12 2 2 0,0 0-4 0,0 0 0 0,0 0-1 16,0 0 1-16,0 0 0 0,0 0-1 0,0 0 2 15,0 0 2-15,0 0-4 0,0 0 0 0,0 0 1 16,0 0 1-16,0 0-4 0,0 0 1 0,0 0 1 0,0 0 1 0,0 0 0 16,0 0 2-16,0 0 0 0,0 0 0 0,0 0-1 15,0 0 0-15,0 0 0 0,0 0-2 16,0 0 1-16,0 0 2 0,1 3 2 0,-1-3-1 15,0 0 4-15,0 0-5 0,9 0 5 0,1-1 3 0,3-2-3 16,9 1-1-16,10 0 2 0,1 0-2 0,5-3 4 16,16 0 13-1,2 3 3-15,2-1 4 0,-6 3 4 0,3-1-5 16,-4-1-2-16,1 2-2 0,-18 0-3 0,-4 2-2 16,-8-1-2-16,0 1-4 0,-6-1-1 0,-3-1 2 15,-2-1-2-15,-4 1 15 0,1 1 2 0,-3-2 12 16,-5 1 4-16,9 0 7 0,-9 0 2 0,7 0-2 15,-7 0-4-15,7-2-7 0,-7 2-19 0,0 0-24 0,0 0-38 16,0 0-49-16,6 0-55 0,-6 0-55 0,0 0-79 0,0 0-61 16,0 0-86-16,0 0-438 0,0 0-935 0,2-9 413 15</inkml:trace>
  <inkml:trace contextRef="#ctx0" brushRef="#br0" timeOffset="108241.34">14274 9426 8 0,'-13'5'216'0,"-4"-4"-13"0,-2 2-10 0,2-2-9 0,-4 3-14 16,3 1-8-16,-1-2-13 0,5-1-10 0,0 1-7 15,1 1-7-15,3-3-5 0,0 3-13 0,2-1-10 16,0-3-6-16,2 2-8 0,1 0-8 0,5-2-5 15,-5 2 0-15,1-1 4 0,4-1 3 0,-6 0 2 16,6 0-3-16,0 0 1 0,-6 0 1 0,6 0 0 16,0 0 0-16,0 0 2 15,0 0 4-15,-6 2 1 0,6-2 1 0,0 0 11 16,0 0-10-16,0 0-5 0,0 0-6 0,0 0 6 16,0 0-2-16,0 0-7 0,0 0-7 0,0 0-6 15,0 0-9-15,0 0-7 0,0 0-2 0,0 0-5 16,0 0-2-16,0 0-3 0,0 0-8 0,0 0 8 0,0 0-10 0,0 0 0 0,0 0 3 15,0 0-3-15,0 0-9 0,0 0 0 16,0 0 1-16,0 0 0 0,0 0-2 0,0 0-9 16,0 0 1-16,0 0 0 0,0 0 1 0,0 0 1 15,-4 3 7-15,4-3-13 0,0 0 3 16,0 0 1-16,0 0-6 0,0 0 10 0,0 0 1 0,0 0 3 16,0 0-3-16,0 0 3 0,0 0-1 15,0 0 4-15,0 0 0 0,0 0-3 0,0 0 2 16,0 0 2-16,0 0-7 0,0 0 3 15,0 0 3-15,0 0-7 0,0 0-5 0,0 0 7 16,0 0 3-16,0 0-2 0,0 0-7 0,0 0 2 0,0 0-3 0,0 0-3 0,0 0-3 0,0 0 8 16,0 0-2-16,0 0 2 0,0 0-5 15,0 0 5-15,0 0-4 0,0 0-7 0,0 0 9 0,0 0 3 16,0 0-6-16,0 0 2 0,0 0-1 16,0 0-9-16,0 0 7 0,0 0 5 15,0 0-7-15,0 0 2 0,0 0 7 0,0 0-6 16,0 0 3-16,0 0-2 0,0 0 5 0,0 0-5 15,0 0 5-15,0 0-4 0,0 0 6 0,0 0-8 16,0 0 1-16,0 0-7 0,0 0-2 16,0 0 9-16,0 0 0 0,0 0-8 0,0 0-3 15,0 0 8-15,0 0 3 0,0 0 0 0,0 0 3 16,0 0-2-16,0 0-1 0,0 0-3 0,0 0-1 0,0 0 3 0,0 0-7 0,0 0 7 16,0 0 2-16,0 0-3 0,0 0-3 15,0 0 7-15,0 0-6 0,0 0 3 0,0 0 1 0,0 0 0 16,0 0-5-16,0 0 7 0,0 0 1 15,0 0-3-15,0 0-13 0,0 0 15 0,0 0-1 16,0 0 1-16,0 0-4 0,0 0 2 0,0 0 15 16,0 0-16-16,0 0-6 0,18-1 6 15,-5-1 2-15,6 0-1 0,-1 1 2 0,5-1-3 16,8-3 1-16,2 2 0 0,5-3-2 0,16 3 4 16,-3-4-3-16,0-1-2 0,2 6 2 15,0-2 3-15,0-1-5 0,-2 0 1 0,-17 3 3 16,-1-1-15-16,-2 2 11 0,-3 0 1 0,-10 1-1 15,-4-3 4-15,-1 3 0 0,0-2 3 0,-7 3 12 16,2-2-13-16,-3-2 2 0,-5 3-1 0,11 0 5 0,-11 0-6 0,7 0 0 16,-7 0-3-16,5-1-13 0,-5 1-16 0,0 0-25 0,6 1-32 15,-6-1-22-15,0 0-30 0,0 0-32 16,0 0-32-16,0 0-43 0,0 0-53 0,0 0-289 16,0 0-633-16,0 0 280 0</inkml:trace>
  <inkml:trace contextRef="#ctx0" brushRef="#br0" timeOffset="110491.81">14364 9240 103 0,'1'-4'285'0,"0"-1"-3"16,-1 0-3-16,3 0-1 0,-2-1-4 0,0 4 1 16,2-2-2-16,-2 1-14 0,-1 3-16 0,3-5-15 0,-1 2-33 0,-2 3-21 0,0 0-24 15,0 0-27-15,0 0-31 0,0 0-16 0,0 0-18 16,-1 16 0-16,-4-2-9 0,-1 5-2 0,-1 0-7 15,-2 12 3-15,3-3-8 0,-3 1-7 0,0 2-1 16,4 0 2-16,-2 3-9 0,1-3 6 0,2-1-21 16,3 1-26-16,-3-1-46 0,0-3-46 15,3-2-67-15,2-5-87 0,-2-1-301 0,1-6-615 0,1-6 272 16</inkml:trace>
  <inkml:trace contextRef="#ctx0" brushRef="#br0" timeOffset="111640.52">15563 9172 90 0,'-1'-6'302'0,"1"2"-11"15,0-3 0-15,0 2-4 0,0 2-6 16,0 3-5-16,0-9-13 0,0 9-21 0,0-5-16 16,0 5-21-16,0-8-28 0,0 8-14 0,0 0-18 0,0-2-25 0,0 2-18 0,0 0-17 15,0 0-11-15,0 0-17 0,0 0-9 0,-4 13-5 16,4 0 0-16,-3 3-9 0,0 0-4 15,-1 9-3-15,-1 1 0 0,1 2-19 0,-1-2 0 0,1 2-2 16,2-3 3-16,-1 1 6 0,-1-6-12 16,4 5 2-16,0-7-7 0,2 1 13 0,0-2 3 15,-2-7 1-15,4 4 0 0,-3-4 17 16,2-2-18-16,-2-1 8 0,2-2 18 0,-1 0 17 16,-1-1 19-16,2 0 33 0,2-3 25 0,-1-1 18 15,-4 0 5-15,17-2 9 0,-7-5-19 0,1 2-12 0,6-5-2 16,-2-2-19-16,1-1-9 15,3-6-5-15,-1-2-9 0,0 1-8 0,2-2-7 0,-5 1-9 0,2-1-6 16,0 0-6-16,-1 1-5 16,-7 5-5-16,0 0 1 0,0-1-3 0,-4 5 2 0,0 1-2 15,-1 0 1-15,1 2-3 0,-1 4-3 0,-4-2-4 0,5 2-5 0,-4 0-3 16,2 1-11-16,-2-1-9 16,-1 2-14-16,0 3-26 0,0 0-24 0,0 0-30 0,0 0-3 15,0 0 15-15,-4 17 3 0,2-8 3 16,-6 8 7-16,3-5 11 0,1 3 6 0,-4 2-1 0,3-1 6 15,-1 2 3-15,2 3 4 0,0-5 3 16,3 1 6-16,-3-1 2 0,4-4 5 0,2-1 2 0,0 1-3 16,-1 1 9-16,5-4 3 0,1 2 0 15,2-4-3-15,1 3 4 0,7-6-16 0,1-1-29 0,10 2-60 0,-8-3-65 16,3-4-61-16,-1 1-76 16,10-3-96-16,-5-6-318 0,-8 1-786 0,0-1 348 0</inkml:trace>
  <inkml:trace contextRef="#ctx0" brushRef="#br0" timeOffset="112092.79">16105 8884 199 0,'1'-3'290'0,"2"-1"-8"0,-3 4-19 0,4-3-17 16,-4 3-23-16,2-5-17 0,-2 5-21 16,2-2-20-16,-2 2-15 0,0 0-6 0,0 0-27 0,0 0-18 15,0 0-13-15,0 0-5 0,0 0-12 16,-7 12-10-16,5-5-1 0,-1 3-4 0,-4 2-7 15,0 0-7-15,0 4 1 0,-5-1-23 0,6 0-21 0,-2 2-20 16,-2-1-24-16,1-2-25 0,-3 0-31 0,7 2-34 0,-3-6-27 16,4 0-58-16,-3-2-171 15,5-3-424-15,0-1 189 0</inkml:trace>
  <inkml:trace contextRef="#ctx0" brushRef="#br0" timeOffset="112305.6">16273 8903 251 0,'2'-4'345'0,"-2"4"-21"0,0 0-25 0,0-3-30 0,0 3-20 16,0 0-38-16,0 0-26 0,0 0-21 0,0 0-16 0,0 0-16 16,-9 10-9-16,7-1-13 0,-5 1-15 15,1 1-7-15,-2 4-10 0,3 2-25 0,-4 0-29 16,3 1-24-16,-2 0-29 0,3 0-39 0,1 1-48 15,-1-4-70-15,1 2-273 0,-1-1-496 0,1-6 220 0</inkml:trace>
  <inkml:trace contextRef="#ctx0" brushRef="#br0" timeOffset="112936.54">16526 9223 281 0,'1'-5'360'0,"0"2"-2"0,-1 3 2 16,3-5-6-16,-3 5-13 0,0-4-21 16,0 4-30-16,0 0-29 0,1-3-23 0,-1 3-33 0,0 0-23 15,0 0-24-15,0 0-22 0,0 0-13 16,0 0-16-16,0 0-17 0,0 0-7 0,5 11-15 0,-2-2-13 15,-1 0-6-15,1 6 2 16,-1-1-11-16,2 6-1 0,-1-2-6 0,1 7-3 16,-1-6-25-16,0 6 6 0,-2-5-2 0,3 3-1 0,-3-3-5 15,2 1-1-15,-2-6 3 0,1 2-5 0,-1-7 17 0,0 2-17 0,0-3 0 16,1-3 5-16,-2 0 1 16,1-1 4-16,-1 0 8 0,1-2 35 0,-1 1 34 0,0-4 37 15,3 5 42-15,-3-3 30 0,0-2 39 16,0 0 17-16,0 0-17 0,0 0-24 0,15-12-21 0,-6-1-22 15,6-3-16-15,-1-3-10 0,6-5-25 16,5-3-19-16,-3-3-16 0,6-9-12 0,-8 7-4 16,8-5-5-16,-7 9-7 0,-3 1 8 0,0 1 4 0,-5 3 5 15,-4 8-1-15,2 1 1 0,-9 3 4 16,5 2-9-16,-4 3-12 0,0-1 5 0,1 3-9 0,1 0-13 16,-1-1-12-16,-3 1-36 0,-1 4-24 0,4-4-42 0,-1 3-50 15,-3 1-47-15,0 0-61 0,0 0-29 16,0 0 26-16,5 6 6 0,-5 2-8 0,0 0-36 0,0 4-22 15,-5 0-25-15,2 3-36 16,-1-1-63-16,-1 0-390 0,0-3-877 0,0 0 388 16</inkml:trace>
  <inkml:trace contextRef="#ctx0" brushRef="#br0" timeOffset="113772.84">16960 9479 194 0,'0'0'295'0,"0"0"-7"16,0 0-31-16,0 0-28 0,0 0-21 0,0 0-22 0,0 0-20 16,0 0-10-16,0 0-21 0,0 0-17 15,12 3-12-15,-6-2-7 0,2 2-11 0,-1-3-11 0,5 5-8 16,-2-2-9-16,0 2-5 16,1-1-8-16,-1 1-4 0,-1 1-2 0,2 0-4 0,-3 0-6 0,-2-1-4 15,1 2-1-15,-4-2-7 0,1 1 0 0,0 0-8 0,-4 0-1 16,0 2-1-16,0-1-4 0,-1 0 1 15,-3 0 2-15,-5 3-2 0,1-3 0 0,-2 2 0 0,1-3-1 0,0 3 7 16,-3-3-12-16,1 0 2 0,1 1 0 0,1-3 1 16,0 1 0-16,3-1-2 0,1 0 0 0,-2-3-3 15,2 2 4-15,1-1-3 0,4-2 3 0,-5 4 1 16,5-4 1-16,-2 3 9 0,2-3-3 16,0 0 2-16,6 5-6 0,-1-3 4 0,2 0-6 0,3 1 3 15,1-1-2-15,2 3-4 0,-1-2 1 0,3 2 3 16,-2 2-1-16,0-3 0 0,3 4-4 0,-6-2 2 15,-1 1-3-15,5-1 2 0,-6 3-3 16,1-3-1-16,-3 3 4 0,1-1 0 0,-5 1-2 0,-2 1 6 16,-1 0 2-1,-4-1 2-15,-4-1 5 0,0 1 9 0,0-1 6 16,-9 1 7-16,0-2 4 0,-1-2 12 0,-3 2 7 16,2-2 3-16,-2-2 15 0,-6 2 10 0,5-4 18 15,4 2 16-15,-3-2 2 0,8 1-2 0,1-1-3 16,3-1-4-16,0 0-1 0,2 0-7 0,1 0-2 15,7 0-7-15,-9 0 6 0,4 1 7 0,5-1-3 16,0 0-2-16,-9-1-4 0,9 1-6 0,0 0-5 0,0 0-5 0,0 0-7 16,0 0-1-16,-7 1-10 0,7-1-8 0,0 0-3 15,0 0-10-15,0 0-18 0,-5 0-27 0,5 0-33 16,0 0-41-16,0 0-54 0,0 0-52 0,0 0-56 16,0 0-56-16,21-4-76 0,-14 4-432 0,0-1-863 0,2-3 382 15</inkml:trace>
  <inkml:trace contextRef="#ctx0" brushRef="#br0" timeOffset="117884.27">18086 9410 60 0,'0'0'227'16,"-7"1"-18"-16,7-1-20 0,0 0-11 0,-7 0-9 16,7 0-13-16,0 0-14 0,-5 0-8 0,5 0-13 15,0 0-9-15,0 0-13 16,0 0-7-16,0 0-12 0,0 0-4 0,0 0-12 16,0 0-7-16,-7 4-1 0,7-4-14 0,0 0 4 15,0 0 1-15,0 0 4 0,0 0-2 0,0 0 2 16,0 0 0-16,0 0 3 0,0 0 1 0,0 0-7 15,0 0-1-15,0 0-3 0,0 0 1 0,0 0-5 16,0 0-2-16,0 0 0 0,0 0 2 0,0 0-4 16,0 0-6-16,0 0 2 0,0 0-4 0,0 0-2 0,0 0-2 0,0 0-3 15,0 0 0-15,0 0 3 0,0 0-5 0,0 0-6 16,0 0-1-16,0 0 1 0,0 0 12 0,0 0-17 16,0 0 0-16,0 0 8 0,0 0 3 15,0 0-1-15,0 0 3 0,0 0-2 0,0 0 8 0,0 0-5 16,0 0-6-16,0 0 7 0,0 0-4 0,0 0 1 15,0 0 0 1,0 0 5-16,0 0-2 0,0 0-5 0,0 0 3 16,0 0-3-16,0 0-1 0,0 0-7 0,0 0 7 0,0 0-3 15,0 0 3-15,0 0-2 0,0 0-6 0,0 0 1 16,0 0 3-16,0 0-2 0,0 0-7 16,0 0-3-16,0 0 5 0,0 0-2 0,0 0 1 15,0 0-3-15,0 0 0 0,0 0 0 0,0 0 7 0,0 0 1 16,0 0 4-16,0 0-2 0,0 0-2 0,0 0 1 0,0 0-2 15,0 0-1-15,0 0 1 0,0 0-2 0,0 0 0 16,0 0 0-16,0 0 0 0,0 0 1 0,0 0-6 0,0 0-5 16,0 0 8-16,0 0 3 0,0 0-9 15,0 0 3-15,0 0 5 0,0 0-6 0,0 0 1 16,15 0-3-16,-15 0 1 0,0 0 0 0,0 0 0 16,0 0 4-16,0 0-2 0,0 0 3 0,0 0-5 0,0 0 1 0,0 0-1 15,0 0-1-15,0 0 0 0,0 0 2 0,0 0-5 16,0 0-4-16,0 0 3 0,0 0-1 0,0 0 2 15,0 0 1-15,0 0 2 0,0 0 1 0,0 0-3 16,0 0 1-16,0 0 1 0,0 0-3 0,0 0 3 16,0 0 4-16,0 0-8 0,0 0 5 0,0 0-2 15,0 0 5-15,0 0-2 16,0 0 4-16,12 0 6 0,2 0-7 0,9-4 1 16,9 0 3-16,4 2-1 0,15-2-2 0,3 0 0 15,-2 1 2-15,3-1-9 0,-4 1 5 0,-10 1 2 16,0-1-4-16,-3 3 4 0,-2-1 2 0,-4 1-6 15,-4-1-3-15,0 1 3 0,-7-2 1 0,-8 1-10 16,0 1 10-16,-5 0-1 0,0 0-1 0,-2 1 0 16,2-2 3-16,-8 1-3 0,8 0 3 0,-8 0-18 0,7 0-6 0,-3-2-14 15,-4 2-9-15,0 0-24 0,0 0-20 0,0 0-37 16,0 0-27-16,0 0-35 0,0 0-33 0,0 0-47 16,-23 0-205-16,23 0-510 0,-5-4 226 0</inkml:trace>
  <inkml:trace contextRef="#ctx0" brushRef="#br0" timeOffset="118453.97">19199 9103 107 0,'2'-4'351'0,"0"-1"-24"16,-2 1-19-16,1 0-19 0,0 0-23 16,-1 4-22-16,1-4-30 0,-1 4-23 0,0 0-22 0,3-3-17 15,-3 3-21-15,0 0-25 0,0 0-11 0,0 0-15 16,5 10-9-16,-5-3-5 0,0 2-12 0,2 5-4 16,-2 4 7-16,1-1-17 0,0 2-4 0,-1 1-2 0,0 0-4 0,1-1-2 15,1 0 9-15,0 0-15 0,-2 0-4 0,2-1 0 16,0 0-5-16,2-3 1 0,0-4 5 0,-2 1 3 15,1-3 14-15,-1 0-5 0,2-1 4 0,1-1 2 16,-1-2 13-16,1-1 4 0,2 0 23 0,-1-2 10 16,0 0 8-16,5-5 11 0,0 2 3 0,2-3 0 15,0 0 5 1,-2-3-1-16,6-3-2 0,-2-2 1 0,3-2-4 16,-1-6-4-16,3 1-4 0,-3-2-6 0,1-4-7 0,-2 3-8 15,-2-3-6-15,1 0-2 0,-3 8 0 0,-3 2 5 16,1-2 2-16,-3 2 1 0,-1 3 5 15,-3 5 0-15,0-4-4 0,0 5-7 0,0 1-6 16,-2-1-5-16,3 2-5 0,-3 3-13 0,0-3-12 0,-1 4-24 16,1-5-23-16,-1 5-27 0,0 0-25 0,0 0 2 0,0 0 6 15,-2 13 3-15,-2-1 8 0,-1 0 3 0,0 3 3 16,1 1 5-16,-1 1 7 0,1 2-2 0,0 1 6 16,4-1 2-16,0 1 5 0,0-3 4 0,4 0 0 15,0-1 2-15,1-1 10 0,3-5 4 0,3 2 3 16,3 0 0-16,5-4 3 0,8 1-11 0,1-4-22 15,4-2-33-15,0-3-38 16,3-3-58-16,-3-2-56 0,-2-2-65 0,-2 1-70 16,-1-5-102-16,-9 1-267 0,-3-4-774 0,-3-3 342 15</inkml:trace>
  <inkml:trace contextRef="#ctx0" brushRef="#br0" timeOffset="118870.19">19791 8725 76 0,'0'0'323'0,"1"-3"-19"0,-1 3-16 16,0 0-27-16,0 0-24 0,0-5-25 0,0 5-24 15,0 0-27-15,0 0-15 0,0 0-25 0,0 0-16 16,0 0-7-16,0 0-11 0,-8 14-8 0,4-4-11 16,-2 0-7-16,2 0-3 0,-5 7-7 0,4-6-3 0,-3 2-20 15,1 3-22-15,-1 1-21 0,-1-3-31 0,0 1-20 16,2 1-29-16,0-4-39 0,2-1-36 0,-3 0-244 16,2-5-448-16,2 1 199 0</inkml:trace>
  <inkml:trace contextRef="#ctx0" brushRef="#br0" timeOffset="119155.06">19944 8732 253 0,'0'0'325'0,"0"-3"-22"0,0 3-19 0,1-5-39 0,-1 5-25 0,0 0-25 15,0-4-21-15,0 4-25 0,0 0-12 0,0 0-24 16,0 0-10-16,0 0-10 0,0 0-11 0,-8 16-10 16,6-8-5-16,-2 4-8 0,-3-3-5 0,0 7-7 15,3 0-6-15,-5-2-3 0,4 0-4 0,-4 1-18 16,2 2-22-16,0-3-16 0,3-3-16 0,-5 0-15 16,6-1-23-16,-1 1-24 15,0-2-31-15,-1 0-36 0,2-1-75 0,1-1-137 16,-1-5-409-16,1 1 181 0</inkml:trace>
  <inkml:trace contextRef="#ctx0" brushRef="#br0" timeOffset="119487.68">20161 8697 321 0,'0'0'319'0,"0"0"-22"0,0 0-32 0,0-4-32 15,0 4-27-15,0 0-21 16,0 0-18-16,0 0-22 0,0 0-4 0,-4 17-24 16,-1-8-13-16,1-1-8 0,-4 7-10 0,2 2-6 15,1 0-10-15,-3 1-30 0,3 2-32 0,-5-3-39 16,5 2-38-16,-3 5-57 0,3-6-82 0,-1-2-200 16,1-6-442-16,2 2 196 0</inkml:trace>
  <inkml:trace contextRef="#ctx0" brushRef="#br0" timeOffset="120273.16">20413 9008 250 0,'-4'-1'339'0,"4"1"1"0,0-7-3 0,0 7-1 15,-4-5-14 1,4 3-11-16,0 2-26 0,0 0-26 0,-2-5-24 16,2 5-27-16,0 0-23 0,-3-3-14 0,3 3-30 15,0 0-9-15,0 0-23 0,0 0-14 0,0 0-19 16,0 0-9-16,0 0-8 0,3 15-17 0,-2-8-2 16,0 3-1-16,3 0-6 0,-4 2-4 0,3 5-7 0,-2 0-2 15,4 0 5-15,-4 3-6 0,2-2 1 0,-1 2-1 16,3-2 0-16,-2 0 2 0,1-1-10 0,1-3 0 0,-2 3 4 15,2-5-3-15,-3-3-5 0,2 2 5 0,-1-5 10 0,-1 2-2 16,-1-1 1-16,2-5 12 0,-2 1 17 16,1 1 32-16,-2-4 32 0,1 4 23 0,-1-4 32 15,4 2 36-15,-4-2-7 0,0 0-8 0,14-8-26 16,-5 1-4-16,5-4-15 0,-2-4-17 0,11-6-7 16,0 1-9-16,3-5-9 15,0 1-15-15,-1 0-7 0,1-2-4 0,-2 0-9 16,-1 4-32-16,-3 2 0 0,-2-1 13 0,-5 7 15 15,-6 5 8-15,1-1 6 0,1 0 5 0,-3 4-6 16,0 0-18-16,-2 0 2 0,-2 2-2 0,3 3-19 16,-2-2-3-16,1-1-18 0,-4 4-27 0,2-3-31 15,-2 3-32-15,0 0-48 0,4-3-51 0,-4 3-59 16,0 0-60-16,0 0 30 0,0 0 5 0,0 14-34 0,-1-6-30 0,-2 1-35 16,1 1-46-16,-1 1-79 0,-2-2-299 0,-1 0-840 15,2-4 371-15</inkml:trace>
  <inkml:trace contextRef="#ctx0" brushRef="#br0" timeOffset="120806.05">20924 9235 207 0,'0'0'377'0,"0"0"-18"0,0 0-18 0,0 0-21 16,0 0-28-16,0 0-27 0,0-12-31 0,0 12-31 0,0 0-13 15,0 0-27-15,0 0-17 0,0 0-18 0,0 0-20 32,0 0-14-32,0 0-5 0,-4 15-11 0,2-9-5 15,-2 4-11-15,1 1-3 0,-2 2-21 0,2-3 7 0,-4 4-18 16,1 0-1-16,-1 2-3 0,1-1 0 0,-2-1-5 15,3-2-1-15,1 0 1 0,0-3 4 0,2 0-13 16,-1-1 0-16,3-1 6 0,-2-1-6 0,0 1 0 16,1-3 7-16,1-1 6 0,-4 2 10 0,4-5 3 15,3 5 14-15,-2-1 5 0,3-3 6 0,4 0-4 0,1 0-2 16,3 1-6-16,2-2-7 0,5-2-1 0,1 1-24 0,-1 0-20 16,1-3-54-16,1 2-30 0,-1-5-34 0,2 3-28 15,-3 0-30-15,-6 0-26 0,-3 2-30 0,3-4-24 16,-3 1-26-16,-1 0-220 0,-5 1-546 0,3-3 242 15</inkml:trace>
  <inkml:trace contextRef="#ctx0" brushRef="#br0" timeOffset="120975.3">21128 9361 70 0,'-1'-5'158'0,"1"5"8"0,-2-6 16 0,0 3 9 0,2 3 8 16,-2-4 11-16,2 4 7 0,-2-4-5 0,2 4-1 16,-2-1-2-16,2 1-7 0,0 0-19 0,0 0-13 15,0 0-12-15,0 0-22 0,0 0-15 0,0 0-20 16,0 0-13-16,0 0-13 0,-3 12 5 0,-2-4-1 15,0 4-9-15,0 3-5 0,0 2 7 0,-4 9-9 16,0-1-18-16,0 4 1 0,0-3-5 0,2 1-43 0,-4 2-59 0,1 0-89 16,-3-1-147-16,4-10-255 0,0-1-598 0,-1-8 265 15</inkml:trace>
  <inkml:trace contextRef="#ctx0" brushRef="#br0" timeOffset="124319.69">21757 9276 118 0,'0'0'183'0,"0"0"-9"0,-6 0-13 0,6 0-10 15,-3-3-9-15,3 3-12 0,0 0-5 0,0 0-8 16,0 0-8-16,0 0-2 0,0 0 0 0,0 0-5 16,0 0-1-16,0 0-9 0,0 0-8 0,-10 1 2 0,10-1-11 0,0 0-1 15,0 0-6-15,0 0-5 0,-4 2-5 0,4-2 0 16,-4 5-4-16,4-5 0 0,0 0-7 0,0 0 1 16,-5 1-3-16,5-1-8 0,0 0-4 0,0 0-4 15,0 0 1-15,-4 3-1 0,4-3 4 0,0 0 10 16,0 0 8-16,0 0-5 0,0 0-2 0,0 0 1 15,0 0 2-15,0 0-7 16,27-4-1-16,-8-3-2 0,11 2-4 0,-3 0-4 16,7-2-6-16,3 1 1 0,3-1 0 0,11 1-5 15,-13 0-2-15,-1 1 0 0,0-1-5 0,-2 3 2 16,-4-2-3-16,-3 2 1 0,-8 3-5 0,-3 0-1 16,-3-2 3-16,-3 2-4 0,-2-2-8 0,-1 2-5 15,-2-2-14-15,-6 2-12 0,7 0-7 0,-7 0-12 16,0 0-13-16,0 0-9 0,0 0-13 0,-21 5-15 0,7-1-11 0,0-2-11 15,1 1-10-15,0 0-21 0,-4-2-8 0,2 0-49 16,-5-1-150-16,1 0-394 0,2 0 174 0</inkml:trace>
  <inkml:trace contextRef="#ctx0" brushRef="#br0" timeOffset="124573.3">22017 9114 90 0,'-2'-10'337'0,"1"3"-7"0,0 3-7 0,1-3-9 16,0 3-16-16,-3-2-19 0,3 3-23 0,0 3-14 15,-1-5-38-15,1 5-11 0,0-4-39 0,0 4-21 16,0 0-18-16,0 0-20 0,0 0-6 0,0 0-13 16,-3 21-9-16,2-7-10 0,0 2-3 15,-1 4-6-15,0 9-1 0,-2-5-9 0,4 3 2 0,1-2-7 16,-2 1-4-16,1 0-23 0,3 1-9 0,-1-10-20 15,1 1-24-15,-1 0-21 0,0-1-28 16,1 0-38-16,0-5-42 0,0-2-60 0,-1 0-292 0,-1-5-571 16,3 0 253-16</inkml:trace>
  <inkml:trace contextRef="#ctx0" brushRef="#br0" timeOffset="124991.1">22962 9069 293 0,'0'0'358'0,"0"0"-19"0,0 0-26 15,0 0-18-15,0 0-26 0,0 0-30 16,0 0-20-16,0 0-22 0,0 0-20 0,-11-6-21 0,11 6-29 0,0 0-23 16,0 0-26-16,0 0-30 0,0 0-30 15,20-2-32-15,-20 2-41 0,10-2-43 0,-1 1-51 0,3-1-48 16,-1 2-257-16,2-3-490 0,0-2 217 0</inkml:trace>
  <inkml:trace contextRef="#ctx0" brushRef="#br0" timeOffset="125167.24">23483 9049 341 0,'0'0'328'16,"0"0"-23"-16,9 0-30 0,-9 0-24 16,0 0-25-16,0 0-23 0,7-3-32 0,-2 1-28 15,0 1-34-15,3-1-30 0,3 0-42 0,1 2-41 0,2-3-49 16,2 1-55-16,7-2-47 0,-1 0-203 15,6-3-389-15,-6 4 172 0</inkml:trace>
  <inkml:trace contextRef="#ctx0" brushRef="#br0" timeOffset="125318.16">24030 9019 217 0,'4'0'281'0,"-4"0"-12"0,9 2-17 15,-9-2-16-15,5 1-15 0,-5-1-21 16,5 0-21-16,-5 0-19 0,13-1-15 0,-8-1-24 0,8 0-30 15,0-1-40-15,6 1-51 0,3 0-50 16,7-1-57-16,3-1-70 0,-3 0-172 0,3 0-376 0,3-1 166 16</inkml:trace>
  <inkml:trace contextRef="#ctx0" brushRef="#br0" timeOffset="125480.62">24777 9003 153 0,'0'0'334'15,"6"0"-17"-15,-6 0-19 0,0 0-24 0,10-3-28 0,-10 3-19 0,4-3-21 16,-4 3-21-16,8-4-42 0,-4 3-31 16,2-3-34-16,2 3-38 0,3-1-41 0,2 0-41 0,0 0-44 15,3-1-45-15,6 0-47 16,-3-1-185-16,4 1-392 0,-5 0 173 0</inkml:trace>
  <inkml:trace contextRef="#ctx0" brushRef="#br0" timeOffset="125650.23">25184 8965 152 0,'8'0'270'0,"-8"0"-11"0,6 0-9 0,-6 0-6 16,0 0-5-16,8 0 0 16,-8 0-20-16,3 1-13 0,-3-1-18 0,0 0-19 0,0 0-16 15,8-1-21-15,-8 1-42 16,8-4-34-16,-1 4-33 0,-1-3-36 0,3 2-34 0,-1-2-29 0,4 2-28 16,2 0-38-16,-1-2-29 0,6 1-37 15,-8-2-147-15,3 1-384 0,-2 0 169 0</inkml:trace>
  <inkml:trace contextRef="#ctx0" brushRef="#br0" timeOffset="125774.38">25464 8935 76 0,'0'0'183'0,"5"0"0"16,-5 0-9-16,0 0-8 0,5 2 1 0,-5-2-4 0,0 0-10 15,0 0-4-15,0 0-8 0,7 0-12 16,-7 0-11-16,0 0-14 0,0 0-6 0,9 0-10 0,-4 2-15 16,0-1-28-16,-5-1-36 15,20-1-42-15,-7-1-57 0,6 2-50 0,-1-2-186 0,5-1-354 16,-1 2 157-16</inkml:trace>
  <inkml:trace contextRef="#ctx0" brushRef="#br0" timeOffset="125930.66">26012 8956 64 0,'5'2'305'0,"2"1"-19"16,-3-3-20-16,-4 0-10 16,7 3-11-16,-7-3 1 0,5 1-7 0,-5-1-30 0,4 0-14 15,-4 0-19-15,0 0-34 0,9-1-32 16,-9 1-42-16,12 0-47 0,-6-3-66 0,0 3-75 0,5-4-108 15,0 0-179-15,1 2-438 16,-1-2 193-16</inkml:trace>
  <inkml:trace contextRef="#ctx0" brushRef="#br0" timeOffset="126032.37">26256 8965 271 0,'0'0'280'0,"0"0"-37"0,0 0-49 0,0 0-62 0,0 0-83 16,-5-13-126-16,10 8-105 0,-2-2-198 15,2-1 88-15</inkml:trace>
  <inkml:trace contextRef="#ctx0" brushRef="#br0" timeOffset="141554.81">5048 11732 110 0,'0'0'187'0,"2"-5"-9"0,-2 5-7 0,0 0-7 15,0-2-6-15,0 2-9 0,0 0-8 0,0 0-3 16,0 0-2-16,0 0-2 0,0 0-3 0,0-6-5 16,0 6 0-16,0 0-4 15,0 0-5-15,0 0-6 0,0 0-6 0,0 0-2 16,0 0-3-16,0 0 0 0,0 0-7 16,0 0-5-16,0 0-3 0,0 0-8 0,0 0-5 0,0 0-6 15,0 0-6-15,0 0-3 0,-2-4-10 0,2 4-8 16,0 0-7-16,0 0-17 0,0 0-15 15,0 0-19-15,0 0-26 0,0 0 3 0,-5 12 3 16,-1-2 2-16,-5 8 4 0,-4 7-3 0,0 2 9 0,-4 3 1 0,-2 2 1 16,-3 8 3-16,6-9 2 0,-2-1 2 0,2 0 5 15,-1-3 5-15,1-1-1 0,2-1 4 0,2-1 1 16,4-7 2-16,1 0 0 0,3-2 4 0,-2-6-1 16,3 3 1-16,0-4 4 0,1-2 1 0,0-1 5 0,0 0 10 15,3-3 4-15,-3 3 11 0,4-5 19 16,-1 5-5-16,1-5 14 15,-4 3 2-15,4-3 8 0,0 3-2 0,0-3 2 16,0 0 5-16,-4 4-7 0,4-4-6 0,0 0 4 16,0 0-13-16,0 0 4 0,0 0-13 0,0 0-2 15,0 0-3-15,0 0-4 0,-1 3-7 0,1-3 1 16,0 0-8-16,0 0-7 0,0 0 1 0,0 0 8 16,0 0-29-16,0 0-17 0,0 0-15 0,0 0-19 15,0 0-19-15,0 0-11 0,0 0-26 0,0 0-25 0,0 0-30 0,0 0-27 16,0 0-85-16,0 0-277 0,0 0-597 0,9-8 264 15</inkml:trace>
  <inkml:trace contextRef="#ctx0" brushRef="#br0" timeOffset="142788.1">5531 12243 81 0,'0'0'80'15,"-1"-6"-8"-15,1 6-9 0,0 0 10 0,0 0 3 0,-1-2-3 16,1 2-13-16,0 0 3 0,0 0 0 0,0 0-13 0,0 0 13 15,0 0-2-15,0 0-2 0,-5-3-2 0,5 3-1 16,0 0-5-16,0 0 8 0,0 0-14 0,0 0-5 16,0 0-2-16,0 0 2 0,0 0 1 0,0 0-11 15,0 0 1-15,0 0 2 0,0 0-10 0,0 0 1 16,0 0 8-16,0 0-7 16,0 0 5-16,0 0 2 0,-3-4 7 15,3 4 0-15,0 0 0 0,0 0 2 0,0 0-7 16,0 0 2-16,14-2-5 0,-5-1-4 0,1-2-3 15,1 3-4-15,9-1 0 0,-1-2-1 0,-1 1 1 0,5 1-3 16,5-6 2-16,0 6-5 0,0-4 7 0,-1 1-8 16,-8 5 1-16,3-2-1 0,-3-1-1 15,-2 1-3-15,-2-2-6 0,-2 3 4 0,-4-1 1 0,1 3-5 0,-4 0 5 16,0 0-12-16,-1-1-5 0,-5 1-8 0,10 1-13 0,-10-1-6 16,5 0-6-16,-5 0-18 0,0 0-6 15,0 0-25-15,-11 9-31 0,5-6-162 0,-1-2-305 16,-1 2 135-16</inkml:trace>
  <inkml:trace contextRef="#ctx0" brushRef="#br0" timeOffset="143210.37">5714 12332 118 0,'-4'3'129'0,"4"-3"-11"0,0 0-13 0,-5 2-4 16,5-2-17-16,0 0-5 0,0 0-8 0,-4 2-3 15,4-2-7-15,0 0-1 0,0 0 3 0,0 0 4 16,0 0 6-16,0 0 5 0,14 0-12 0,-2 0-2 16,-1 0-4-16,4 0-11 0,4-2 3 15,2 0 0-15,-3-2-3 0,5 0-10 0,-1 2 5 0,1-1 1 16,-3 2 6 0,2 0-16-16,-3-1-2 0,-2 1-5 0,-3-1 2 15,-3 0-5-15,-2-1-1 0,0 5-2 0,-2-4-5 16,-4 2-2-16,-3 0 8 0,9-2-1 0,-9 2 1 0,9 0-6 15,-9 0-4-15,0 0-10 0,0 0-9 16,0 0-13-16,0 0-22 0,-18 9-28 0,12-5-30 16,-5-3-28-16,2 4-176 0,0-1-327 0,1-1 144 15</inkml:trace>
  <inkml:trace contextRef="#ctx0" brushRef="#br0" timeOffset="143643.12">5749 12561 143 0,'-4'1'163'0,"4"-1"-13"0,0 0-10 0,0 0-6 15,0 0-12-15,0 0-2 0,0 0-9 0,23 0-12 0,-6-2-6 0,0 1-11 16,6-4-7-16,5 1-7 0,4 1-1 0,1 0 5 15,-1-3 0-15,0 3-7 0,2-2 2 0,-4 3-11 16,0-1-5-16,-10 1-3 0,-2 1-8 0,0 0-1 16,-5-2-3-16,-2 3-1 0,-2-2-7 0,-2 2 3 15,0 0 3-15,-7 0 2 0,8-1 1 0,-8 1 0 16,6-1-6-16,-6 1-9 16,0 0-17-16,0 0-28 0,0 0-34 0,0 0-39 15,0 0-52-15,0 0-200 0,-20 2-376 0,20-2 166 16</inkml:trace>
  <inkml:trace contextRef="#ctx0" brushRef="#br0" timeOffset="145453.41">7627 12238 201 0,'0'-3'212'0,"0"3"-16"15,-3-9-17-15,-1 4-20 0,-2 2-19 16,0-1-13-16,-7 1-13 0,0 1-15 0,-6-1-8 16,1 1-10-16,-4 3-8 0,1 0-3 0,-10 3-13 15,2 2-4-15,1 0-3 0,-2 0-8 0,3 4-7 0,4 2 2 0,-4-3-9 0,3 4-3 16,4-3-1-16,2 1-9 0,0 1-4 0,5 0-1 15,0-3-3-15,4 2-4 0,2-1 4 16,-1-1 2-16,3 0-1 0,4 1-3 0,1 0-1 16,1-1 3-16,5-1 1 0,2 0-2 15,4-2 1-15,1-2-1 0,4 0 6 0,4-2-6 16,-1-2 1-16,7 0-4 0,1-5 9 16,0-1-4-16,-6 1-3 0,5-4 1 0,1-4 11 15,-8 0 9-15,5-3 8 0,-4 0 9 0,-2-2 10 16,-2-3 7-16,1-3 1 0,-4-2 2 0,0-1 4 15,-1-2-6-15,-3 2-3 0,1-3 0 0,-3-1 4 0,0 1 5 0,-3 1 3 0,0-1 8 16,-2 2 17-16,-1 1 14 0,-1 8 4 0,-1 4 11 16,2 6-11-16,-1-3 9 0,0 2-27 15,-2 3-11-15,2 2-2 0,-1-2-15 0,0 2-17 16,2 0-15-16,-2 2-40 0,0 3-34 0,0 0-43 16,0 0 6-16,0 0 8 0,0 13 4 0,0-1 5 15,-2 8 5-15,1 6 5 0,-3 3 7 16,4 2 2-16,-2 1 3 0,-1 1 1 0,2-1 8 15,2 0 1-15,-1-1 3 0,3 1 4 0,-2-5 1 16,0 1 10-16,2-3-2 0,-2-8-2 16,0 2 6-16,2-5-1 0,-2-1 2 0,0-2 6 15,-1-6-2-15,2 3 7 0,-1-3 2 0,0-1 3 0,1-1 4 0,-2 3 7 0,0-3 9 16,0-3 20-16,1 5-10 0,-1-5 2 0,1 2 3 16,-1-2 0-16,0 0-2 0,0 6-4 0,0-6-2 15,0 0-1-15,0 0 4 0,0 0-10 16,3 2-1-16,-3-2 0 0,0 0-10 0,0 0-17 15,14-1-6-15,-4 0-48 0,4 0-36 0,4-1-59 16,4-1-57-16,8-1-90 0,0 1-245 0,-1-4-583 16,2 0 258-16</inkml:trace>
  <inkml:trace contextRef="#ctx0" brushRef="#br0" timeOffset="145839.81">7954 12364 28 0,'0'0'231'16,"0"0"-13"-16,0 0-19 0,0 0-17 16,0 0-11-16,0 0-22 0,0 0-17 0,15-13-12 0,-7 10-10 0,2-3-10 0,4 3-14 15,-5-4-5 1,4 0-10-16,4-1 0 0,-5 1 5 0,2 0 0 0,-1-5 8 0,-1 3-3 0,-2 0 4 15,-2 0 4-15,2-1-2 0,-3 1 5 0,1 0-2 16,-3 1 2-16,2 1-2 0,-3 1 1 16,1 0-2-16,-3 1-13 0,-1-1-7 0,-1 0-14 15,2 3-4-15,-2-1-10 0,0 4-10 0,-3-5-5 16,3 5-14-16,-9-1-6 0,9 1 4 16,-11 2-12-16,4 2-5 0,0 0-5 0,-3 3-7 15,2 2-2-15,-1 0 0 0,0-1 5 0,1 3-2 16,2 0 0-16,-2 2-2 0,4-1-9 0,-2 0 1 15,6 0-9-15,-1 0-8 0,2 3-11 16,-1-6-11-16,5 4-29 0,0-1-30 0,3-2-38 0,-2-5-62 0,2 2-178 0,-1-5-436 16,1 2 193-16</inkml:trace>
  <inkml:trace contextRef="#ctx0" brushRef="#br0" timeOffset="146166.31">8261 12151 208 0,'0'0'230'0,"4"-5"-26"0,-1 2-20 0,-3 3-17 0,9 0-17 15,-2 0-12-15,3 0-18 0,1 5-1 16,0 1-9-16,4-2-9 0,2 6-12 0,-1 1-9 0,-2-1-7 0,0 2-10 0,3 1-5 0,-4 0-2 16,-2 1-8-16,1 2-5 0,-6 0-1 15,3-1-5-15,-4 1-4 0,-1 0-3 0,0-7-3 16,-3 3-2-16,-1-2 0 0,0-1 1 15,3-3 5-15,-3 1-3 0,-3-2 6 0,2 0 12 16,1-2 20-16,-1 1 26 0,1-4 21 0,-3 5 30 16,3-5-1-16,0 0-6 0,0 0-2 0,0 0-1 15,-4-10-14-15,3 3-14 0,1 0-9 16,0-3-8-16,4-8-11 0,1 2-30 0,0-1-16 16,5 0-26-16,2 0-14 0,2-2-21 15,-2 2-20-15,0 2-15 0,3 0-32 0,-1 2-36 0,4 2-39 0,-5 0-43 0,4 3-47 0,-6 1-259 16,-2 2-562-16,4 0 249 0</inkml:trace>
  <inkml:trace contextRef="#ctx0" brushRef="#br0" timeOffset="146552.91">8801 12201 225 0,'0'-5'392'0,"0"1"-17"0,0 1-22 0,0-2-10 16,0 5-23-16,1-9-28 0,-1 6-25 15,0 3-30-15,0-2-22 0,0 2-27 0,0 0-21 0,0-6-17 16,0 6-21-16,0 0-26 0,0 0-13 0,0 0-31 0,0 0-24 16,0 0 14-16,0 0-23 0,0 0-7 0,2 12-1 15,-2-4-4-15,0 0-5 0,1 5 2 0,0 0 10 16,-2-1-15-16,0 5-2 0,2-2 2 0,-1-1-3 0,0 1 1 15,-1-1 1-15,1-1 1 0,0-4 0 16,1 3 0-16,-2-3-6 0,-1-1 3 0,2-1-1 16,0-2 1-16,2-2 5 15,-2 2 5-15,0-5-4 0,-2 6-2 0,2-6 7 16,0 4-1-16,0-4 1 0,0 4 4 0,0-4 2 16,0 0 10-16,0 0 9 0,0 0 2 0,0 0-7 15,0 0-28-15,0 0-62 0,-3-12-47 0,0 2-45 16,2-2-45-16,-3-5-55 0,4-2-40 0,-5-8-278 15,2 1-612-15,2 2 271 0</inkml:trace>
  <inkml:trace contextRef="#ctx0" brushRef="#br0" timeOffset="146716.14">8763 11975 143 0,'0'-5'313'0,"0"1"-3"16,1 0 2-16,-1 4-2 0,1-7 2 0,-1 7-2 0,0-4-25 15,2 1-10-15,-2 3-29 0,0 0-16 0,0 0-29 16,1-5-18-16,-1 5-18 0,0 0-18 0,0 0-19 15,0 0-38-15,1-3-43 0,-1 3-53 0,0 0-56 16,0 0-51-16,0 0-13 0,0 0-34 0,7 10-30 0,-2-6-43 16,-3 2-287-16,1 2-563 0,-2-3 249 0</inkml:trace>
  <inkml:trace contextRef="#ctx0" brushRef="#br0" timeOffset="147184.41">9056 12126 1 0,'0'0'359'16,"0"0"-30"-16,0 0-34 0,0 0-22 0,0 0-27 15,0 0-26-15,7-5-20 0,-7 5-23 0,0 0-22 0,0 0-15 16,0 0-18-16,0 0-12 0,5 5-12 15,-4-2-11-15,-1-3-11 0,3 7-14 0,2-4-2 16,-5 1-7-16,4 4-8 0,-4-4-1 0,1 8-9 16,2-4-3-16,1 3-2 15,-3 0-6-15,4 0 0 0,-4 0-3 0,3 2 4 0,-1-1-7 0,-2-1-4 16,2 0-1-16,-3-2-1 0,1-3 0 0,0 1-3 16,2-2 5-16,-2-1-3 0,-1 2 0 0,0-4 26 15,0-2 28-15,0 5 24 0,0-5 33 0,4 5 50 16,-4-5 27-16,0 0 23 0,0 0-7 0,0 0-21 15,10-10-19-15,-5-2-15 0,3-2-16 0,1-1-15 16,2-2-13-16,1-8-12 0,-2 11-14 0,3-2-9 16,-3 0-5-16,0 5-10 0,-2 1-7 0,-2 1-7 15,-1 0-6-15,1 1-6 0,1 4 0 16,-6-1-16-16,3 0-13 0,0 2-21 0,-3 1-31 16,-1 2-28-16,4-3-42 0,0 0-43 0,-4 3-29 15,0 0-14-15,11 1-17 0,-4 2-17 0,-1 3-24 16,2-1-32-16,1 2-41 0,0-1-58 0,-3 0-235 15,5 2-671-15,0-1 298 0</inkml:trace>
  <inkml:trace contextRef="#ctx0" brushRef="#br0" timeOffset="147804.31">9724 12117 337 0,'0'-3'330'15,"0"-3"-18"-15,0 1-14 0,-4 0-18 16,4 1-15-16,-3 1-26 0,2-1-21 15,1 4-27-15,-5-2-26 0,1-1-16 0,4 3-19 16,-10 1-12-16,1 1-12 0,0 1-18 0,0 1-6 16,-2 1-5-16,-2 5-3 0,-2-1-15 0,-1 1-10 15,0 5-4-15,0-1 8 0,1 1-18 0,1-1-5 16,0-1-15-16,5-2-4 0,1-1-14 0,-2-2 1 16,5 1-2-16,1-4-3 0,0 0 3 0,-1 0 1 0,2-1 3 0,2-1 19 15,-1-1 21-15,2-2 18 0,0 0 12 0,0 0 2 16,0 0-1-16,11-8-6 0,-2 4-1 0,1-5-2 15,-1 4 0-15,7-5 0 0,-2 1-6 0,-4 1-2 16,0 3-9-16,5-4-4 0,-4 3-4 16,-1 0-14-16,-1 1 8 0,-1 0-3 0,-2 2-5 0,1-2-7 15,1 1-2-15,-4 4-13 16,3-3 1-16,0 3-13 0,1 0-2 0,-2 0-11 16,3 3-3-16,0-1-1 0,0 3-8 0,1 0 4 0,3-3-10 15,-4 5-6-15,1-1-9 0,2 1-6 16,-2-2-4-16,-1 1 0 0,1-1 14 0,3 0-2 0,-2 0 0 15,0-1-8-15,-1 0 8 0,-1 0 7 16,0-4 4-16,-3-2 7 0,2 1 2 0,-2-1 7 0,3-4 3 16,-1 0 3-16,-2-3 6 0,-1 1 10 0,4-4 7 0,-5 0 12 15,1-2 20-15,-1-3-4 0,1-1 9 16,-1 0 4-16,1-5 9 0,1-4-4 0,1 1 8 0,-5 0 3 16,5-2-1-16,-3 3 12 15,-3 5 10-15,0 4 3 0,3 3 5 0,-3 1-1 0,2 4-6 0,-3-1-13 16,1 6-6-16,-1-3-13 0,0 1-36 15,0 5-36-15,3-3-44 0,-3 3-9 16,0 0 5-16,0 0 8 0,-3 14 4 0,3 1 8 0,0 2 7 16,-5 6-1-16,0 3 7 0,4 0 4 0,-3 1 8 0,1 0 1 15,-2-1-1-15,5 0 8 0,0-3 0 16,-1-2 2-16,-2-4-4 0,3 0-5 0,0-5-5 0,-1 0-7 16,1-4-7-16,-3 1-18 15,3 1-13-15,-1-3-7 0,1-3-7 0,0 1-1 0,-3 0 4 0,3-5-1 16,3 5 1-16,-3-5-65 15,0 0-119-15,0 0-200 0,-14-10-509 0,12 4 226 0</inkml:trace>
  <inkml:trace contextRef="#ctx0" brushRef="#br0" timeOffset="147970.4">9811 12065 166 0,'0'0'244'0,"-4"3"-9"0,4-3-13 15,0 0-17-15,0 0-15 0,0 0-20 16,0 0-15-16,20 0-17 0,-2 0-13 0,12-3-14 0,0 1-9 16,6-1-16-16,5 3-45 0,-5 0-61 0,0-2-81 0,-2-2-245 15,-1-2-373-15,-1 0 166 0</inkml:trace>
  <inkml:trace contextRef="#ctx0" brushRef="#br0" timeOffset="148336.26">10398 12044 111 0,'0'0'396'0,"0"0"8"0,0 0-12 0,0 0-9 0,0 0-28 0,0 0-23 15,0 0-30-15,0 0-25 16,0 0-29-16,0 0-26 0,0 0-22 0,0 0-23 0,0 0-21 0,0 0-21 15,0 0-27-15,-7 0-29 0,7 0-26 16,0 0-13-16,-3 4-7 0,3 2-11 0,-1-1 4 16,1 2-9-16,0 0 2 0,0 0-7 0,-1 5 2 0,-2-2-5 15,2 2 7-15,-2 0-3 0,2 1-3 16,1-1-7-16,-4-3 6 0,4 3 2 0,0-5-31 0,-1 1-11 16,1-3-6-16,-3 0-12 15,3-1-6-15,-1 1-3 0,1 0 3 0,0-1 6 0,0-4 11 16,0 6 6-16,0-6 13 0,0 4-2 0,0-4 9 15,0 0-2-15,0 0-9 0,0 0-56 16,0 0-57-16,-10-14-56 0,10 4-66 0,-3-2-40 0,2-5-220 16,-2 0-562-16,2-2 249 0</inkml:trace>
  <inkml:trace contextRef="#ctx0" brushRef="#br0" timeOffset="148521.01">10360 11897 204 0,'0'-5'323'0,"0"5"0"16,0-6 3-16,0 6 21 15,0-5-23-15,0 5-10 0,2-5-13 0,-2 5-27 0,0-4-27 16,0 4-29-16,0 0-21 0,0 0-20 16,0 0-17-16,0 0-21 0,0-4-11 0,0 4-14 0,0 0-18 15,0 0-33-15,0 0-41 0,0 0-37 16,0 0-6-16,0 0-21 0,0 0-27 0,7 9-30 0,-6-4-27 0,2 2-37 0,-3 1-29 16,0 1-45-16,-3 1-93 15,3-2-171-15,-1-2-542 0,2-1 239 0</inkml:trace>
  <inkml:trace contextRef="#ctx0" brushRef="#br0" timeOffset="148954.31">10641 12021 129 0,'0'0'299'0,"0"0"-25"0,0 0-23 0,0 0-22 16,3 1-21-16,-3-1-22 0,0 0-22 0,0 0-15 0,1 5-12 15,-1-5-21-15,0 5-13 16,4-2-14-16,-4 1 1 0,1 1-18 0,0-1-10 0,1 3-5 16,-1-1-9-16,-1 1-2 0,3 3-6 15,-2-1-5-15,1 1-3 0,0 0-2 0,-1-2-4 0,-1-1-1 16,3 0-4-16,-2 0-5 0,-1-2 9 0,0 0-8 0,1 0-2 15,-1-1 9-15,0-4 24 0,0 5 22 16,3-3 23-16,-3-2 29 0,2 3 38 0,-2-3 23 0,0 0 21 16,0 0 18-16,0 0 19 0,0 0 10 15,0 0 10-15,0 0 6 0,0 0-18 0,0 0-17 0,12-10-21 16,-8 8-20-16,1-8-15 16,2 3-13-16,0-3-21 0,0 0-10 0,4-3-17 15,1 0-16-15,-1 0-20 0,-4 4-21 0,6-4-27 0,-4 4-41 16,0 0-37-16,1 1-52 0,-3 1-56 0,0-1-51 0,6 2-61 15,-3 2-38-15,-1-2-48 0,5 4-36 16,-1-1-52-16,1 3-350 0,-1 0-856 0,-2 0 379 0</inkml:trace>
  <inkml:trace contextRef="#ctx0" brushRef="#br0" timeOffset="149387.53">10979 12126 210 0,'-2'3'235'0,"2"-3"-2"16,0 0-7-16,-5 5-10 0,5-5-14 0,0 0-13 0,0 0-8 0,0 3-7 16,0-3-2-16,0 0-10 15,13-1-11-15,-13 1-12 0,18 0-5 0,-7-4-13 0,2 1-11 16,1 0-10-16,4-2 2 0,0-1-14 16,-1-2-9-16,2 1-7 0,-1-2 2 0,-2 0-13 0,2-1-9 15,0-1-2-15,-3 1-8 0,0-2 0 16,-2-2-2-16,0 3 2 0,-4 2 1 0,-1-3 6 0,-3 6 9 15,-4-2 13-15,2 2-30 0,-6 1-10 0,2-1-8 0,-3 3-3 16,-5-2-4-16,-5 5-1 16,0 1-8-16,-5 2-3 0,-1 4-2 0,-6 4-4 0,2 1-4 0,-1 3 9 15,1 0-15-15,5 3 1 16,1-1 1-16,0 3 1 0,9-2-2 0,1-1 2 0,3 1 1 16,3-1 19-16,2 0-18 0,4 2 13 15,-1-4 4-15,7 1 20 0,1-3 24 0,4 0 8 0,2-2 18 16,11 0 11-16,2-4 18 0,6-1 10 15,0-4 11-15,17 1 8 0,-14-3 1 0,-2 3 1 0,-2-6-8 16,-7-1 2-16,-6 2 3 0,-9 1 10 0,3-1 2 0,-6 2-1 16,-1-2-6-16,0 2-5 0,-4-1-13 15,3-1-14-15,-4 0-15 0,-4 2-21 0,6-1-39 16,-6 1-52-16,0 0-71 0,0 0-76 0,9 3-89 0,-9-3-81 16,0 0-93-16,0 0-473 0,0 0-974 15,-19 8 430-15</inkml:trace>
  <inkml:trace contextRef="#ctx0" brushRef="#br0" timeOffset="152530.44">4825 13672 22 0,'0'0'188'0,"0"0"-14"0,0 0-9 16,1-4-13-16,-1 4-9 0,0 0-17 0,1-3-6 0,-1 3-10 15,0 0-12-15,0 0-14 16,0 0-8-16,0 0-8 0,0 0-7 0,0 0-9 0,-19 7-6 16,9-4-3-16,-2 1-6 0,-4 1-3 15,-1 3 0-15,-1-1-6 0,0-2-3 0,2 4 0 0,-1-1-5 16,-2 1-3-16,1-1 0 0,4 1-3 0,-5 3-3 0,1-5 0 16,4 1-5-16,0 2-3 0,4-4 0 15,2 2-3-15,-1-1 0 0,0 0 6 0,4 1-1 0,0-3 8 16,2 2-4-16,-2-2 0 0,5 3 2 15,0-2-2-15,4 1-1 0,0 1 3 0,1-2 0 0,1 2 1 16,7-3 3-16,0 2-2 16,2-2 4-16,4 0-1 0,-1 2-1 0,-1 0-1 0,1-2 4 15,-1 1-6-15,-6 0-3 0,0-3-1 16,2 0-4-16,-7-1 4 0,2 3-3 0,1-1-1 0,-4-2-3 16,-1 1 0-16,-3 0 2 0,2 1 8 0,-6 2 1 0,-2-1-1 15,-5 2-2-15,1 0 2 0,-6 2 3 16,-3-1-3-16,1 1 1 0,-1-1-13 0,-2-3 0 0,1 2 1 15,-1 0 7-15,0 0 0 16,6-4 4-16,-1 1 1 0,2-2 9 0,4 1 6 0,0-3 5 0,1 3 7 16,3-3 7-16,0 2 7 15,5-2 9-15,-9 2-4 0,9-2-5 0,0 0-7 0,-5 1-6 16,5-1-5-16,0 0-14 0,0 0-11 0,0 0-12 0,11-8-23 16,-4 6-25-16,-1 1-26 15,2-1-35-15,1 0-43 0,1 0-25 0,-1 2-213 16,0-3-425-16,4-1 187 0</inkml:trace>
  <inkml:trace contextRef="#ctx0" brushRef="#br0" timeOffset="153046.68">5086 13829 264 0,'3'-4'258'0,"-2"-1"-9"0,-1 5-16 16,2-5-18-16,-2 5-18 0,0 0-17 0,0 0-13 0,0 0-19 16,2-4-15-16,-2 4-16 0,0 0-8 15,0 0-20-15,0 0-10 0,0 0-24 0,0 0-16 0,0 0-7 0,0 0-6 16,0 0-1-16,-2 18-3 0,0-10-3 0,0 4-3 15,0 0-2-15,-1 0 0 16,2 0 0-16,-2 5-4 0,2 2 2 0,-1-5-3 0,1-3-3 0,1 3 3 16,0-3-2-16,1 0 2 15,-1-3-4-15,2-1 0 0,-1 0 2 0,0-3 8 0,-1 2 6 16,2-4 9-16,0 0 15 0,-2-2 13 16,11 0-5-16,-3-2 0 0,6-3 3 0,-4-2-1 0,5-2 5 15,1-2 3-15,1 0 10 16,1-2-7-16,-7-3 1 0,10-2-15 0,-6 4-1 0,-4-1 2 0,0 1 5 0,0-1 2 15,-5 5 7-15,2 2 4 16,-3-1-14-16,-1 5 1 0,1-1-2 0,-2 0-6 0,-2 1-15 16,-1 4-10-16,4-6-14 0,-4 6-22 15,4-2-20-15,-4 2 0 0,0 0-4 16,0 0 7-16,6 10 0 0,-6-3 12 0,0 1-10 0,1 1 1 0,1-1 12 16,0 3-5-16,3 1 1 0,-2-3 1 15,1 2 7-15,2-2-3 0,-2 1-16 0,2 0-26 16,3 0-25-16,-1-1-44 0,1-2-52 15,5-1-73-15,-4-1-284 0,3-2-576 0,-3-1 255 16</inkml:trace>
  <inkml:trace contextRef="#ctx0" brushRef="#br0" timeOffset="160601.64">5644 13562 22 0,'0'-6'217'0,"0"1"-7"0,1 1-9 15,-2 1-14-15,1 3-12 16,1-7-3-16,-1 7-19 0,0-4-14 0,0 4-16 15,0-4-17-15,0 4-13 0,0 0-12 0,0 0-10 0,0 0-7 16,5 10-10-16,-2-3-6 0,-2 3-8 0,-1 7-2 0,0 4-5 16,-1 7-3-16,-2 3-7 15,2-1 0-15,-7 1-3 0,3 16-1 0,-4-12-1 16,4 1-2-16,-3-2 4 0,3 0-9 0,0-1 0 16,-1-4-2-16,-1-2 13 0,3-8 1 0,2-1-4 15,-2-1 5-15,4-4 0 0,-4-2 0 0,4-3 7 16,0 1 2-16,-2-4 1 0,2 0 5 0,0-1 8 0,0-4 7 15,2 7 3-15,-2-7 4 0,8 0-2 16,-8 0-3-16,13-5-6 0,-7 1-4 0,3-3-3 0,-4 2-2 16,4-4-5-16,-1 1 0 0,-2-2-5 0,1 3-6 0,-2-5 3 15,-1 0-8-15,-2 0-11 0,3-1-10 16,-5 1-4-16,-1 0-1 0,-2 1-1 0,1 0 2 0,-3 0-2 16,-3 1 1-16,-1 2 0 15,0-1 0-15,-1 4-2 0,2-2 2 0,-2 2-2 0,2 2 2 16,3-1 6-16,0 0 0 0,1 2 2 15,-1-1-2-15,5 3 4 0,-7-1-6 0,7 1 1 0,0 0 2 16,-2-3-3-16,2 3 1 0,12-7-6 16,0 5-19-16,5-3-29 0,2 0-37 0,6 1-39 0,-4-2-50 15,7 1-42-15,-8 1-212 0,6-1-471 0,-7 1 208 0</inkml:trace>
  <inkml:trace contextRef="#ctx0" brushRef="#br0" timeOffset="161361.81">5912 13563 106 0,'1'-5'303'15,"1"1"-20"-15,-2 0-12 0,1-1-24 0,-1 5-19 0,1-6-26 16,0 4-18-16,-1 2-23 0,3-3-21 15,-3 3-18-15,0 0-37 0,0 0-17 0,0 0-5 0,0 0-9 16,5 17-9-16,-4-5-4 16,-2 5-6-16,1 3-5 0,-2 9-1 0,-4 0-4 0,3 5-3 15,-4 4 0-15,-4 8-3 0,0-12-1 0,1 11-2 0,0-12-3 0,1 0-4 16,5-1 4-16,-1-3-4 16,1-3 0-16,-1-6-1 0,4-1 1 0,-3-2-2 15,4-6 12-15,-1 2 2 0,1-3-1 0,-3-3 6 0,6 0 2 16,-2-1 1-16,-1-1 12 0,-1-1 13 15,2-1 21-15,-1-3 25 0,-1 6 31 16,1-6 21-16,0 0-1 0,0 0-13 0,0 0-15 0,6-11-7 0,-1 5-12 16,-2-1-8-16,-2-2-15 0,2-3-16 0,-3 2-18 15,0-3-22-15,-3 1-18 16,2 3-14-16,-4-4-6 0,1 4-2 0,-5-2 15 0,4 3-1 16,-7-1-14-16,6 1 0 0,-3 1 0 0,1 2-3 0,0-1 1 0,2 3 8 15,3 0-8 1,-1-1 9-16,1 1-15 0,-1 0-6 0,2 1-23 0,2 2-5 0,-3-3 0 15,3 3-4-15,9-4 4 16,-2 2 2-16,6-1 0 0,0 1-12 0,9-2-3 16,-3 0 2-16,12-1 1 0,-3 0 5 0,1 0 9 0,0 1 3 0,-3-4 3 15,5 4 5-15,-12-3 8 0,2 1 4 16,-2 2-1-16,-1 1 8 0,-6-2 17 0,-1 2 15 0,-1-1 22 16,-2 2 20-16,-3-1 27 15,1 2-1-15,0-2 7 0,-2 1 0 0,-4 2 9 0,7-3-14 0,-7 3-5 16,5-3-9-16,-5 3-24 0,4 0 13 0,-4 0-1 0,0 0-22 15,0 0-12-15,0 0-15 16,6-2-19-16,-6 2-7 0,0 0-2 0,0 0 2 16,0 8 2-16,0-3-1 0,0 1 0 0,-1-1 9 0,0 5-6 15,1 0-1-15,-3-1 5 0,2 3 5 16,-2-3 1-16,2 4-1 0,1-3 2 0,-2-1-2 0,2 2 3 16,0-2 1-16,0-1 2 15,-1-2-2-15,1 1 4 0,0-2 1 0,0 1 8 0,0-1-12 0,0-1 0 16,0 1 4-16,0-5 2 0,-1 4 1 15,1-4 2-15,-1 4 1 0,1-4 2 0,0 0-1 16,2 4 4-16,-2-4 0 0,0 0-5 0,0 0 11 0,0 0 0 0,0 0-12 16,0 0-23-16,0 0-40 15,0 0-50-15,0 0-44 0,-5-12-66 0,4 2-53 0,-1 0-268 0,0-2-583 16,-1-6 259-16</inkml:trace>
  <inkml:trace contextRef="#ctx0" brushRef="#br0" timeOffset="161549.01">6141 13666 82 0,'0'0'356'15,"0"0"-18"-15,0 0-24 0,-3-4-28 16,3 4-31-16,0 0-17 0,0 0-35 0,0 0-23 0,0 0-23 16,0 0-38-16,0 0-40 15,0 0-20-15,0 0-26 0,0 0-33 0,0 0-39 16,0 0-44-16,15 10-39 0,-9-7-36 0,-3 0-61 0,1 2-128 0,0-1-375 15,0 0 166-15</inkml:trace>
  <inkml:trace contextRef="#ctx0" brushRef="#br0" timeOffset="162064.06">6584 13769 156 0,'0'0'300'0,"0"0"-15"0,0 0-17 0,0 0-14 0,1-2-29 15,-1 2-27-15,0 0-23 0,0 0-16 0,0 0-20 16,0 0-21-16,0 0-19 0,0 0-13 0,0 0-9 16,0 0-6-16,-10 18-8 0,5-10-8 0,-3 2-7 15,-3 4-3-15,0 3-6 0,-2-1-5 0,0 5-3 16,-4 0-3-16,7-4-2 0,-3 0-3 0,4-2-2 15,-1 1-1 1,0-2-1-16,0-1-4 0,3 2 2 0,-3-5-5 16,5-1-4-16,1 1-16 0,-4-5-18 0,6 1-13 15,-1 0-8-15,-1-1 3 0,1-4 4 16,3-1 9-16,-3 4 13 0,3-4-3 0,0 0-23 0,0 0-3 0,-6-12 2 16,4 2 7-16,2 1 3 0,0-7 0 15,2-2 4-15,0-1 0 0,2 0 5 0,2-7 8 0,-2 0 23 0,1 2 25 16,-1 6 16-16,0 2 19 15,-1 3 23-15,-1 1 25 0,0 2 13 0,0 1 15 0,-1 0 21 0,2 1-34 16,-2 3 0-16,0 0-13 0,1 1-19 16,-2 1-13-16,2 0-16 0,-2 3-14 15,1-5-14-15,-1 5-12 0,0 0-10 0,12 10 7 0,-8-4-21 0,3 5 6 16,1-3 0-16,1 6-2 0,-1 2 1 16,3 0-2-16,-2 1 0 0,2 0 5 15,3 4-6-15,-5-2 10 0,0-1-12 0,-2-1 5 0,2-2-2 16,-3-1-27-16,1-2-14 0,-3-2-27 15,-1 1-23-15,0-3-27 0,-2 2-26 0,1-3-26 0,-1-1-39 0,-1 2-40 16,-3-4-270-16,2 1-556 16,1-5 246-16</inkml:trace>
  <inkml:trace contextRef="#ctx0" brushRef="#br0" timeOffset="162660.47">6689 13996 249 0,'0'0'240'0,"0"0"-21"0,0 4-20 16,0-4-17-16,0 0-18 0,0 0-13 0,0 0-15 0,0 0-12 0,0 0-11 16,0 0-13-16,0 0-9 0,14 0-7 15,-4-1-6-15,4-3-8 0,-1 1-9 0,0 0-6 0,5-3-5 16,0 1-4-16,0-2-1 0,-1-2-5 15,1 2-6-15,1-4-3 0,-1 1-3 16,-1-2 0-16,1 4 0 0,-4-6 5 0,1 2 8 0,-2 2 6 0,1-2 6 16,-5 1 10-16,-1 3 7 0,-2 0 3 15,-1 2-1-15,-1 0 1 0,-2 1-4 16,0-1-7-16,-1 1-4 0,-2 1-7 0,1 4-8 0,-4-5-6 0,-2 4-9 16,-2 1-5-16,8 0-3 0,-23 4-1 15,9 2-3-15,-4 0-4 0,4 2 2 0,-4 4-8 0,4 1 1 0,-3 0 1 16,3 2-6-16,2-1 1 15,0 1 1-15,2 1-3 0,0 0-1 16,5 0-8-16,-1-3-3 0,4-2 2 0,1 0-1 0,-1 0 0 16,5 0 6-16,-1-2-1 0,2 0 2 0,1-4 3 0,3 3 9 0,1-4 3 15,1-1 2 1,4 1 5-16,-4-3-2 0,2 0 4 0,3-1 9 0,2-2 8 0,2 0 4 16,0 0 13-16,1-3 10 15,-1-3 4-15,0 1 0 0,-3-2 4 0,2 0 6 16,-1-2-3-16,2 0 0 0,3-8-3 0,-7 6 1 0,3 1-4 0,-5-1 4 15,2-3 4-15,-6 3-10 0,0 5 10 16,1-4 0-16,-3 6-5 0,-2-1-9 16,0 2-4-16,0 0-10 0,-2 1-8 0,1 1-7 0,-1 0-9 0,0 1-20 15,0 0-22-15,-3 2-12 0,12 4 4 0,-8 2-3 16,2 0-6-16,1 2-2 16,-1 4 1-16,0-2-7 0,1 1-3 0,2 3 1 0,-2 2-20 0,1 0-34 15,-5-5-35-15,1 1-36 0,-1 2-44 0,-2-2-64 0,2 0-90 16,-6-5-246-16,2 1-662 15,-2-4 293-15</inkml:trace>
  <inkml:trace contextRef="#ctx0" brushRef="#br0" timeOffset="163503.34">7900 13714 87 0,'0'0'177'0,"0"0"-8"16,0 0-12-16,0 0-5 0,27 2-14 0,-13-2-10 0,4-2-13 15,0 1-10-15,5 0-6 0,-4 0-13 16,12-1-4-16,-2-1-8 0,-1 1-5 0,0 2-6 0,-6 0-2 0,0-3-12 15,-2 2-2-15,2 0-5 0,-4 1-6 16,-4-2-1-16,0 2-5 16,-3-1 5-16,-1 0 0 0,-4 1 0 0,-6 0 4 0,11 0-8 0,-7-1-11 15,-4 1-9-15,0 0-10 0,0 0-12 16,0 0-25-16,0 0-26 0,-21 7-33 0,13-4-4 0,-2-1-31 0,-2 4-40 16,3-4-98-16,3 0-290 0,-3 0 128 15</inkml:trace>
  <inkml:trace contextRef="#ctx0" brushRef="#br0" timeOffset="164187.15">8060 13950 101 0,'0'0'186'16,"0"0"-10"-16,0 0-3 0,0 0-15 0,0 0-13 15,0 0-8-15,0 0-14 0,0 0-13 0,0 0-11 16,0 0-9-16,14-7-7 0,-4 5-9 0,3 0-9 16,4-1-8-16,2-2-1 0,1 1-8 0,2 0-7 0,-1 0-3 0,5 1 0 15,-4 1-4-15,-1-1-8 0,-2 1-1 16,-5 0 3-16,0 2-8 0,-3-1-3 0,1-1 1 0,-6 0-2 16,2 1-5-16,-3 1 2 0,1 0 4 0,-6 0 1 15,9-1-1-15,-9 1-16 0,5 0-11 0,-5 0-11 16,0 0-13-16,0 0-18 0,0 0-31 15,-12 6-37-15,5-3-68 0,-2-1-105 16,2 1-315-16,-3-1 140 0</inkml:trace>
  <inkml:trace contextRef="#ctx0" brushRef="#br0" timeOffset="164550.51">8049 14137 88 0,'-3'4'138'0,"3"-4"-3"0,-1 3-3 15,1-3 2-15,0 0 0 0,0 0 8 0,7 2 1 16,-7-2-8-16,17-1-11 0,-3 1-11 0,4-4-11 16,2 0-7-16,7 3-9 0,4-3-11 0,-2 0-7 15,2-1-8 1,-3 1-1-16,-7 2-10 0,0-2-4 0,-3 1-3 0,-4 1-7 16,-2 2-1-16,-1-3-4 0,-1 3-2 0,-2 0 6 15,-3-2 2-15,0 1-4 0,-5 1-2 0,9-1-14 16,-9 1-27-16,4-1-39 0,-4 1-48 15,0 0-65-15,0 0-179 0,0 0-371 0,0 0 164 16</inkml:trace>
  <inkml:trace contextRef="#ctx0" brushRef="#br0" timeOffset="166441.07">9678 13687 130 0,'0'-8'281'15,"0"2"-9"-15,0 0-19 0,0 2-21 0,1-1-21 0,-1 2-23 16,0 3-21-16,0-5-24 0,0 5-27 0,0 0-17 0,0 0-9 15,0 0-14-15,0 0-8 0,-1 18-11 0,-1-7-5 16,1 6-4-16,-1-2-3 0,0 4-6 0,0 1-6 16,-1-3-3-16,1 10-2 0,1-8-9 0,1 5 5 15,-2-4-5-15,2-2-2 0,0 3-1 0,0-5-4 16,0-1 2-16,0-3 0 0,0 1 17 0,0-4-1 16,2-1-4-16,-4-2-4 15,2 1-2-15,2-2-8 0,-2-1-7 0,-2 1-3 16,2-1-1-16,0-4 2 0,0 4 3 0,0-4-1 15,0 0 3-15,0 0-16 0,0 0-43 0,0 0-56 16,0 0-71-16,-5-10-51 0,3 3-170 0,0-2-431 16,-2-1 190-16</inkml:trace>
  <inkml:trace contextRef="#ctx0" brushRef="#br0" timeOffset="166638.51">9554 13555 242 0,'-3'-5'332'16,"3"-1"-26"-16,0-1-21 0,0 2-20 15,4-2-30-15,-1 0-31 0,3-1-17 0,2 1-19 16,4 0-20-16,5 1-19 0,2 0-30 0,3 1-38 16,-1 3-38-16,7 1-42 0,-7 1-48 0,2 0-54 0,-1 3-42 0,-3 4-223 0,-1-2-418 15,-4 0 185-15</inkml:trace>
  <inkml:trace contextRef="#ctx0" brushRef="#br0" timeOffset="166838.54">9596 14047 112 0,'-3'3'321'0,"1"-2"-15"0,-2 2-6 0,3-1-17 16,1-2-26-16,0 0-28 0,0 0-19 0,0 0-24 0,18 0-19 0,1-4-13 15,1 2-18-15,10-3-34 0,-1-1-43 0,4 1-49 16,-3 1-61-16,-1 3-64 0,-1-4-71 0,-1 2-228 16,-6-2-448-16,0 2 199 0</inkml:trace>
  <inkml:trace contextRef="#ctx0" brushRef="#br0" timeOffset="167549.65">10044 13936 397 0,'-1'-7'403'0,"2"4"-15"0,-1 3-1 16,0-7-31-16,0 7-32 0,0-2-51 0,0 2-1 15,0 0-43-15,0 0-38 0,-2-5-11 0,2 5-24 16,0 0-23-16,0 0-24 0,0 0-19 0,0 0-12 15,0 0-12-15,5 10-15 0,-4-5-11 0,-1 3-4 16,0 1-7-16,0 2-5 0,-1 0 0 0,0 1 1 16,1-1-4-16,1 0-7 15,-2-3 2-15,2 0-19 0,-1-3-3 0,0 2-5 16,0-2 4-16,1-3 4 0,-1-2-8 0,0 8 42 16,0-4 6-16,0-4 19 0,4 0 6 0,-4 0-2 15,0 0-5-15,9-10-3 0,-1 3-8 0,1-2-3 0,1-4-11 0,4-4 3 0,0 5-3 16,0-4-6-16,-1 4-5 0,1-1-10 0,-4 2 5 0,-1 3-9 15,0 3-2-15,-1 0-12 16,-2 0 5-16,3 1-13 0,0 4-9 0,-1 0-2 16,1 0-6-16,0 2 5 0,3 3-1 0,0 2 2 15,3 0-5-15,1 3 1 0,0 0 7 16,0 4-6-16,1-3-10 0,-2 1-9 0,2-1-12 16,0-1-2-16,-3 2-1 0,0-2-10 0,-1-3 2 15,-3-2 4-15,-1 0 7 0,-1-3 9 0,-2 3 8 16,-1-3 17-16,2-2 11 0,-7 0-1 0,12-4 7 0,-7-1 1 0,-1 0 9 15,1-7 10-15,1 2 3 0,0-2 1 0,-2-4 1 0,-1 1 8 16,3-5 7-16,0-6 10 0,-2 1-7 16,1-1 7-16,1-4 6 0,2 1-2 0,-3 2 2 15,0-4 2-15,1 6-5 0,1-3 6 0,-2 9 7 16,-1 0 6-16,0 7 15 0,-3 2-5 0,0 1-1 16,2 3-14-16,-3-1-8 0,1 4-24 15,2-1-29-15,-2 1-40 0,-1 3 12 16,0 0 2-16,0 0-1 0,0 20-7 0,-1-8 7 15,-3 7-1-15,1 5 6 0,2 4-2 0,-4-1 3 16,5 5 4-16,-4-2 3 0,3-4 4 16,-2 1 15-16,2-1-6 0,1-6-9 0,0-2 3 15,-3 0 1-15,6-4 4 0,-3-3 5 0,0 0-2 0,0-4 1 0,0 1 1 0,0-3 2 16,0 2-6-16,0-2-3 0,0-2 3 0,0-3 8 16,0 6-2-16,0-3-3 0,0-3-4 15,0 0-19-15,0 0-36 0,0 0-50 0,0 0-88 16,0 0-100-16,-7-15-295 0,5 5-644 0,-2-1 285 15</inkml:trace>
  <inkml:trace contextRef="#ctx0" brushRef="#br0" timeOffset="167763.81">10406 13837 88 0,'-4'2'290'15,"-2"-1"-3"-15,6-1 3 0,-4 2-9 0,4-2-6 16,-4 3-19-16,4-3-20 0,0 0-12 0,0 0-23 16,0 0-18-16,0 0-18 0,0 0-14 0,21-6-15 15,-6 0-15-15,12-2-11 0,2 1-26 16,1 0-33-16,-1-1-43 0,3 1-43 0,-4 2-39 16,-9 3-60-16,1-2-65 0,0-2-68 15,-5 3-188-15,-2 1-493 0,-3-3 219 0</inkml:trace>
  <inkml:trace contextRef="#ctx0" brushRef="#br0" timeOffset="168787.45">10806 13941 132 0,'0'0'271'16,"0"0"-18"-16,0 0-16 0,0 0-21 0,0 0-21 16,0 0-19-16,0 0-17 0,0 0-15 0,0 0-20 15,13-5-10-15,-7 3-13 0,-1-1-10 0,3 1-8 16,1-4-9-16,4 1-8 0,-3 1-5 15,4-1-5-15,-2-3-8 0,3 0-3 0,-4 2-3 16,-2-1-8-16,5-5 0 0,-5 5-4 0,0-3-4 16,0 1 2-16,0 0-7 0,-2 1 12 0,-1 0 5 0,-3 3 7 0,-1 0 1 0,2 0-3 31,-4-1-4-31,2 1-9 0,0 4-9 0,-2 1-4 0,-7-5-3 0,2 4-3 0,5 1-4 16,-14 2-3-16,3 1-1 0,-1 1 3 0,-4 5-5 15,0 0 1-15,1 2 0 0,1 0-2 0,-1 1-1 16,3 0 2-16,3-1-4 0,-1 1-13 15,5-2-8-15,1 1 2 0,4 2-1 0,1-5 2 16,2 4 3-16,2-5 1 0,8 3 2 16,1-3 4-16,6 0-3 0,7-1 3 0,5-2 5 15,2-2-6-15,2-2-3 0,0-4 0 0,5 0-11 16,-4-2-1-16,0-2 2 0,0 1 2 0,0-5 0 0,-4 2 2 0,-3-4 3 0,-2 2 4 16,-5-5 1-16,-7 5 10 0,-3 0 9 15,-1 4 16-15,-5-2 14 0,1 2 7 0,0 0 6 16,-6 1-8-16,-1 0-9 0,-1 1-2 0,0 3-1 15,-1-1-7-15,-5 0-5 0,2 1-7 16,-2 2 1-16,-1 1-15 0,7 0-2 0,-14 1-7 16,4 4-7-16,0 1-3 0,-2 0-5 15,3 2-8-15,-1 1-10 0,1 0-14 0,2 2-15 16,0-2 3-16,3 0-8 0,2-1 0 0,-1-1 7 16,3-2 9-16,3 1 8 0,-2 1 1 0,4-6 6 0,0 2 3 0,3-3 4 0,1 0 0 15,1 0 2-15,-1-4 7 0,2-3 4 16,0 1 7-16,-2 1 3 0,1-2 15 0,-1-2 10 15,1-2 12-15,0 4 11 0,-3-3 6 0,0 1 4 0,1 0 6 16,2 1 3-16,-6 2 7 0,1-2 5 16,0 0 0-16,-1 5-3 0,0-4-5 0,1 3-7 15,-4 0-4-15,3 3-20 0,-4 1-13 0,0 0-3 16,0 0-3-16,8 7 1 0,-7-2-1 16,2 7-4-16,-2 5 10 0,4 3-8 0,-2 7 1 15,-2 2-1-15,4 3 4 0,-4 0-1 16,0 2 2-16,1 0-2 0,-1 0 1 0,-1 1-2 15,-3-1 4-15,1-2-1 0,1-3 1 0,-3 0-5 16,0-4 4-16,-1-6 0 0,1-3 1 0,3-6-1 0,-3 1-1 0,0-1 5 0,0-3 10 16,-2-1 6-16,2-1 9 0,-1-3 11 0,0 1 12 15,-3-2 4-15,-1-2 12 0,-1-2 6 0,-2-1 17 16,2-1 16-16,0-4 17 0,1 1-7 0,-1-2 20 16,1-4-21-16,0-1-4 0,3-2-15 15,-1-2-4-15,5-5-21 0,2-3-10 16,2 9-10-16,5-7-9 0,0 1-3 0,5 0-9 15,2 1-3-15,1 2-3 0,3 1-3 16,-3 8-10-16,2-2 2 0,-3 2-17 0,4-1 16 16,-4 2-4-16,0 1-1 0,-1 4-1 0,0-2-3 0,-3 3 2 0,-1 0-23 0,0 0 33 15,0 0-12-15,-3 2-7 0,-1-1 2 0,-1 4-11 16,0-3-13-16,1-1-1 0,-5 4-34 0,6-1-15 16,-6 1-16-16,4-3-21 0,-4 3-23 0,0 0-20 15,5-1-25-15,-5 1-21 0,0 0-27 0,0 0-38 16,0 0-276-16,0 0-581 0,0 0 257 15</inkml:trace>
  <inkml:trace contextRef="#ctx0" brushRef="#br0" timeOffset="169228.02">11734 13791 332 0,'1'-1'322'0,"2"-3"-26"0,-3 4-33 0,3-3-29 16,-3 3-21-16,6-2-26 0,-6 2-20 15,0 0-19-15,11 2-15 0,-7 1-15 0,4 4-10 16,-3 2-12-16,0 0-9 0,-1 2-11 16,-2 1-7-16,3 4-6 0,-1 0-7 0,-3 1-6 15,-1 0-4-15,-1 2-3 0,2 0-3 0,-2-2-6 16,0-4 1-16,-2-3-8 0,3 1-2 15,-1-1-1-15,0-3-5 0,1 0 1 0,-1-2-1 16,1-1 6-16,0 0 39 0,0-4 40 0,-2 7 48 0,2-7 33 0,0 0 28 0,-1 1 24 0,1-1-14 16,0 0-23-16,0 0-19 0,6-18-18 15,-1 6-17-15,0 2-14 0,3-5-11 0,-1-2-15 16,0-2-12-16,6-5-6 0,-5 7-10 16,3 0-8-16,-2 0-8 0,0 3-7 0,-2 2-5 15,0 2-6-15,-1 0-5 0,1 1-3 0,-3 4-4 16,-3-1-7-16,3 2-6 0,-3-1-3 15,3 2-28-15,-4-1-24 0,5 3-32 0,-5 1-33 16,4-2-23-16,-4 2-9 0,0 0-38 0,0 0-24 0,14 6-24 0,-10-4-24 0,1 3-29 16,0 4-22-16,0-4-43 0,2 3-67 0,-2-1-214 15,1 1-668-15,2-1 297 0</inkml:trace>
  <inkml:trace contextRef="#ctx0" brushRef="#br0" timeOffset="170161.52">12259 13798 108 0,'3'-7'341'0,"-2"2"4"0,1 2-6 0,-2-3-3 15,0 3-12-15,2-3-25 0,-2 6-23 16,0-4-29-16,0 4-32 0,-2-5-21 0,2 5-22 16,0 0-18-16,-11 0-19 0,11 0-16 0,-15 7-18 0,4-4-4 0,0 4-14 0,-2 3-22 0,-1 3 13 15,0-1-16-15,-3 2-2 0,5-2-16 16,-1 2-16-16,0 1-15 0,4-6-10 0,0 0-11 15,2-1-13-15,1 0-5 0,3-3 2 0,-1 1 5 16,1-1 7-16,3-3 12 0,-4 2 24 0,4-4 11 16,0 0 10-16,0 0 2 0,0 0-4 0,20-8 7 15,-8 3-9-15,0-3 2 0,3 0-1 0,2-2-6 16,-2-1-2-16,2 2 5 0,0 0-3 0,1 0-2 16,-2 1-13-16,-5 4 3 0,3-2-5 0,-3 1 7 15,-1 3-6-15,-1-2-10 0,-2 1-18 0,1 2 13 16,0 0-12-16,-2 2-4 0,3-1-12 0,-4 1 0 15,5 3 0-15,-1 1 0 0,3 1-2 0,-1 0 13 0,0 2-18 16,4 1-10 0,0 1-15-16,-1 0-11 0,3-3-7 0,-1-1-4 0,0 0-3 0,2 1-5 0,-7-4 3 0,2-2-3 15,2-1 3-15,-2 0 13 0,5-4 3 16,-9-4 9-16,4 3 7 0,-7-3 7 0,3-2 1 16,-1-5 19-16,2 1 17 0,-2-2 15 0,-2 0 8 15,-2-3 15-15,1 1 14 16,1-4 6-16,-2-6 13 0,0 5 9 0,1-2 4 15,-1-1 7-15,0 8 0 0,1 1 12 0,-3 2 10 16,1 1 3-16,-3 5-12 0,4 1-8 0,-3 1-12 16,0 2-7-16,1 0-14 0,-1 1-4 0,0 1-66 15,-1 3-7-15,0 0-1 0,0 0-4 16,0 0 1-16,-4 17 15 0,2-5-2 0,-1 4 1 0,1 2 0 16,-4 9 8-16,2-1-1 0,-2-1 7 0,1 1-9 0,0 1-7 0,4-1-14 15,-2-8-13-15,2 1-9 0,-3 0-8 0,3-9-3 16,-2 2-2-16,2 0-8 0,1-3-6 15,-2-1-8-15,2-2 7 0,-2 0 11 0,1-1 12 0,-2-4 19 16,3-1-3-16,0 0-5 0,0 0 0 16,0 0 2-16,-3-16 1 0,0 10-1 0,2-2 2 15,-2-1-5-15,-2-2 3 0,1 0 3 16,-3 0 5-16,0 4 2 0,1-4 3 16,-2 2 18-16,-2 1 3 0,2-1 8 0,3 3 10 0,0 0 6 15,1 2 5-15,-1 2 8 0,0-2-5 0,2 1 2 16,1-1 10-16,-2 0-1 0,4 4-5 15,0 0-1-15,0 0-4 0,13-5-4 0,-2 4 0 16,7-3 0-16,5 1-3 0,8 2-2 0,1-2-3 0,4-1 3 0,3 2 1 0,11-2 3 16,-9 1 2-16,-3 2 0 0,-2-3 0 15,-1 1 18-15,-1 0-3 0,-6 0 13 0,-6 2 12 16,-4-2 22-16,-2 0 19 0,-5 1 21 0,-1-1 17 16,-3 2 14-16,0-2 7 0,-1 3 2 0,1 0-4 15,-7 0-11-15,6-3-16 0,-6 3-12 0,6 0-18 16,-6 0-10-16,7 0-20 0,-7 0-12 0,0 0-20 15,0 0-22-15,0 0-25 16,5 1-5-16,-5 4 0 0,0 0 2 0,2-1-11 16,-2 3 13-16,2 3 4 0,-4-2 0 0,2 2-1 0,0 1 8 0,-2 2-8 0,4-7-19 0,-4 8-9 15,2-4-25-15,0-1-23 0,0 2-30 0,0-2-12 16,-1-2-14-16,1 1-18 0,0-3-12 0,-3 0-11 16,3-1-5-16,-1 1-7 0,0-3-15 15,1-2-87-15,0 0-271 0,0 0-610 16,-6-11 269-16</inkml:trace>
  <inkml:trace contextRef="#ctx0" brushRef="#br0" timeOffset="170306.26">13167 13530 244 0,'3'-5'337'0,"-6"0"-23"16,6-2-12-16,-3 4-31 0,0 0-27 0,0 3-31 0,0-6-29 0,-3 3-43 0,3 3-40 15,0 0-28-15,0 0-28 0,0 0-42 16,0 0-42-16,16 10-52 0,-11-6-57 0,0 1-218 15,1 1-396-15,2 0 175 0</inkml:trace>
  <inkml:trace contextRef="#ctx0" brushRef="#br0" timeOffset="170674.87">13665 13614 175 0,'0'0'211'0,"0"0"-17"16,0 0-14-16,0 0-16 0,-22 3-14 16,13 2-17-16,-3 2-12 0,-3 2-13 0,-2 2-8 0,2 2-9 0,-2 2-9 0,-5 2-7 15,1 1-5-15,6-4-7 0,-3 7-8 16,5-7-5-16,2 1-6 0,4-5-1 0,1 0 14 0,-1-1 5 16,2 2 1-16,5-2 2 0,-2-2 3 15,2 1 15-15,2-2 8 0,7-1 11 0,0 1-5 16,2-1-1-16,9-4-3 0,-1-1-8 0,10-2-14 15,-8-2 1-15,6-2 1 0,-7-1 1 16,1 0 5-16,-2-3-1 0,-3-1 2 0,1 0 3 16,0-1-11-16,-6-2-6 0,2-1-9 15,-4 1-11-15,-1-6-12 0,-3 4-10 0,-2-2-12 16,-1 1-4-16,-6 3-7 0,0-2-5 0,-2 3-11 0,-5 0-6 0,-4 2-18 0,-3 1-1 0,-2 5-10 16,-11-3-4-16,3 3-12 0,-3 4-10 0,3-2-14 15,7 3-23-15,3 3-29 16,-3-1-38-16,3 2-45 0,7 0-256 0,2 0-522 15,2-1 231-15</inkml:trace>
  <inkml:trace contextRef="#ctx0" brushRef="#br0" timeOffset="171098.97">13953 13644 155 0,'0'0'324'0,"0"0"-16"0,0 0-15 16,0-3-19-16,0 3-37 0,0 0-24 0,0 0-20 15,0 0-24-15,0 0-19 0,0 0-23 0,0 0-10 0,0 0-15 0,0 0-9 0,0 0-8 16,-5 14-12-16,4-7-7 0,-3 3-4 0,0 0-3 15,1 2-12-15,-3 2-4 0,-1 0-6 16,0-2-1-16,4 1-6 0,-1-5 0 0,1 1-2 16,-2-2-4-16,5-1-1 0,-1 0 1 0,-2-4 1 15,2 2 5-15,0 1 21 0,1-5 19 16,0 0 10-16,5 2 3 0,-5-2-2 0,15-5-1 16,-3 0-10-16,-1 2 2 0,6-4-2 15,-4 0 2-15,-1 2-1 0,1 0-4 16,-3 0-3-16,4 1-5 0,-3 1-8 0,0-1-5 0,-3 0 0 0,2 2-11 0,-4 0-4 0,7 2-8 15,-5-1 3-15,-2 2-21 0,3 1-5 16,0 0-24-16,0 3-40 0,0 1-48 0,4-2-46 16,-3 4-69-16,3-2-95 0,-2 2-316 0,-1-1-690 15,8 1 306-15</inkml:trace>
  <inkml:trace contextRef="#ctx0" brushRef="#br0" timeOffset="171241.8">14512 13858 3692 0,'-8'0'500'0,"8"0"-183"0,0 0-43 0,0 0-32 16,-10-4-43-16,10 4-52 0,-4-3-42 0,4 3-34 15,-4-2-52-15,4 2-75 0,0 0-134 16,0 0-200-16,0 0-432 0,3-9-890 0,-3 9 394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5:34:08.65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3793 2372 150 0,'0'0'201'0,"2"-8"-11"16,-4 7-5-16,2 1-10 0,0-7-12 0,0 7 1 15,0-8-10-15,-1 6-5 0,1 2-15 0,0-4-3 16,-1 0-6-16,1 4-5 0,0 0-11 0,0-8-14 16,0 8-10-16,-4-9-10 0,3 5-5 15,1 4-9-15,-6-8-10 0,3 4-6 0,-1-3-5 0,1 2-14 0,0 0-3 16,-1 2-10-16,-1 0-5 0,-2-3-7 0,0 4 0 16,-1-1-16-16,0 1 3 0,2 1-7 0,-4-1-1 15,1 2-6-15,-3 3-1 0,-2 1 0 0,-3 5-1 16,1-3-3-16,-7 11 6 0,7-5-1 0,-4 7 5 15,-3 5-1-15,4 2 1 0,-2 4 7 0,0 1-3 16,4 2 1-16,-2 0 4 16,-4 8 3-16,9-8 2 0,0-3-1 15,5 1 1-15,-1-4 0 0,4 2 8 0,4-3-4 16,1-1 6-16,1-6 1 0,1-1-2 0,0 0 9 0,6-1-3 0,-1-2 2 0,-1-5 2 16,3 0-2-16,-2-1-2 0,2-4 6 0,1 1-1 15,1 0 0-15,0-4 1 0,2-1 1 0,1-1-4 16,-1-3-2-16,-1 2 3 0,4-9 0 15,-1 1-3-15,3-4 0 0,-5 2 0 0,2-3-3 16,1-7 2-16,-3 4-4 0,1-6-2 0,-3 4 3 16,4-7-2-16,-2 3-2 0,-2-3 11 0,0-1 9 15,-2 4 8-15,2-1 10 0,-1-1 15 0,-5 6 5 16,2 3 14-16,0-2 7 0,-2 1 3 0,-1 5-3 16,1-5 4-16,-2 7 5 0,1-2 5 15,0 3-1-15,-2 1 4 16,1 3 3-16,0-2-14 0,-2 7-6 0,1-7-7 15,0 2-12-15,-1 5-4 0,2-5-7 0,-2 5-9 16,2-3-13-16,-2 3-6 0,0 0-5 0,0 0-9 16,0 0-7-16,0 0-13 0,0-5-9 0,0 5-15 15,0 0-8-15,0 0-1 0,0 0 0 0,0 0 1 16,0 13 6-16,2-7-1 0,-4 6 6 0,2-2 3 16,0 8 5-16,0 2-1 0,-4 3 8 0,3 4 9 0,0-2-6 15,-3 3 4-15,0-3 0 0,1-3 0 0,2 2 2 16,-1-1 0-16,-1-4 0 0,3-1 5 0,-1-1-3 15,2-5 3-15,-1 2 4 0,0 1-1 0,0-5 0 16,0 0 10-16,0-4-2 0,3 1 1 0,-3-2 1 16,1 0 5-16,-1-5 8 0,0 8 11 0,0-4 2 15,0-4 13-15,1 5 4 0,-1-5 22 0,0 0 7 0,0 0-1 0,0 0 14 16,0 0 12-16,1 7-10 0,-1-7 5 0,0 0-16 16,0 0-8-16,25-12-11 0,-7 3-17 0,10-3-29 15,2-2-66-15,5 2-65 0,2-2-62 0,-3 0-85 16,16-3-134-16,0-4-242 0,-5-1-686 0,1 2 303 15</inkml:trace>
  <inkml:trace contextRef="#ctx0" brushRef="#br0" timeOffset="700.05">4408 2692 151 0,'0'0'172'0,"0"0"-20"0,0 0-13 0,0 0-27 16,-9 2-2-16,6 1-14 0,-2 1-5 0,1 0-12 15,-2 2-6-15,-1 3-5 0,-1 1 3 0,-1 2-3 16,0 3-2-16,0-1 0 0,1 2-5 0,1-2-1 15,2 2 0-15,-2-2-7 0,3 2 2 0,2 1-2 16,-1-5 5 0,2 3-5-16,-2 1 3 0,3 1-1 0,3-7 4 15,-3 0 1-15,1-1 1 0,2-2 6 0,-2-2 7 16,3 2 1-16,0-2 2 0,1-1 13 0,0-3-3 16,5-1 4-16,3-2-6 0,1-3 8 0,-2 1-14 0,4-4-5 0,0-2 0 15,0-2-4-15,-2-2 3 0,1 1-2 0,-3-2-7 16,-2 0 6-16,0 1 1 0,-1-1-3 0,-1-1-7 15,-4 2-1-15,1 2-13 0,-5-1 7 0,-4 4 8 16,3-5-23-16,-3 6-8 0,-1-3-9 0,-4 3-16 16,-2 1-13-16,0 2-19 15,0 2-28-15,-2-2-27 0,-1 3-28 0,0 2-51 16,1 3-47-16,-1-2-61 0,-1 5-263 16,3-6-574-16,2 4 255 0</inkml:trace>
  <inkml:trace contextRef="#ctx0" brushRef="#br0" timeOffset="5206.7">5250 2502 146 0,'-5'-1'190'0,"5"1"-6"0,0 0-4 0,0 0-5 15,0 0-5-15,0 0-8 0,-4-3-7 0,4 3-8 16,0 0-6-16,0 0-9 0,0 0-9 0,0 0-9 0,0 0-10 16,0 0-8-16,0 0-12 0,0 0-6 0,-6-2-8 0,6 2-7 15,0 0-5-15,0 0-5 0,0 0-7 0,0 0-5 16,0 0 1-16,0 0-12 0,0 0 0 0,0 0-5 16,0 0 2-16,0 0-5 0,0 0-2 0,0 0-1 15,25 0-3-15,-13-2-4 0,1 1-1 0,-2 0-1 0,8-2 3 16,0 1-4-16,-2 1 2 0,2-1-5 15,-6 2 0 1,1-3-1-16,0 3 1 0,-4-1 0 0,3 0-2 16,-4 1 0-16,0-2-26 0,-1 2-8 0,-2 0-17 15,1 0-11-15,1-1-18 0,-8 1-19 0,11 0-18 0,-11 0-22 16,7-1-18-16,-7 1-12 0,5 0-17 0,-5 0-147 16,0 0-355-16,0 0 157 0</inkml:trace>
  <inkml:trace contextRef="#ctx0" brushRef="#br0" timeOffset="5576.42">5241 2634 135 0,'0'0'166'0,"-6"3"-7"0,6-3-10 0,0 0-16 15,0 0-3-15,0 0-8 16,0 0-2-16,9 5-12 0,-2-6-4 0,4 1-9 16,6 1-10-16,3 0-4 0,1-2-14 0,8 2 0 15,0 0-11-15,-9-2-9 0,10 1 2 16,-11 0-8-16,1 0-4 0,-2 0 0 0,-5 0-8 15,1-1-5-15,-4 2 2 0,-1-1-2 0,-1 0-6 16,-1 0-2-16,-1-1 4 0,-6 1-6 0,7 0-1 16,-7 0 1-16,8-1-10 0,-8 1-6 0,0 0-13 0,8 0-19 0,-8 0-17 15,0 0-13-15,0 0-23 0,0 0-29 0,0 0-33 16,0 0-130-16,0 0-302 0,0 0 134 0</inkml:trace>
  <inkml:trace contextRef="#ctx0" brushRef="#br0" timeOffset="5930.41">6565 2196 110 0,'1'-4'287'0,"-2"-2"-19"0,1 6-8 0,-1-5-29 16,1 5-26-16,0 0-19 0,-2-4-22 0,2 4-20 16,0 0-21-16,0 0-18 0,0 0-26 0,0 0-12 0,0 0-6 0,0 0-6 31,2 19-6-31,-4-9-5 0,0 6-5 0,2 1 5 0,-1 3-9 0,-1-3-5 0,0 9 0 0,0-7 0 15,1 2-6-15,2 2 6 0,-3-3-9 0,2-2-17 32,-4-1-21-32,4 1-17 0,-1-3-22 0,1 1-25 15,-3-4-39-15,0 1-36 0,0-2-36 0,-2-1-154 0,1-2-373 16,3-4 166-16</inkml:trace>
  <inkml:trace contextRef="#ctx0" brushRef="#br0" timeOffset="6281.8">6285 2677 79 0,'-4'0'177'0,"4"0"-11"15,-5 3-8-15,5-3-13 0,0 0-9 16,-4 2-5-16,4-2-5 0,0 0-7 0,0 0-5 15,0 0-9-15,0 0-10 16,0 0-6-16,17 3-14 0,2-4-3 0,4 1-8 16,10-2-11-16,6 1 4 0,13-3-11 0,1 2-6 15,1-3-1-15,4 2-5 0,-2-1-6 0,-1 1 0 16,1 3-1-16,-4-4-6 0,-13 1 1 0,-2 1 6 16,0-3 1-16,-2 1 6 0,-7 1-3 0,-8 2 3 15,-3-1-4-15,-4 2 0 0,-2-2-5 0,-4 2-3 16,1-3 0-16,-2 3-11 0,-6 0-21 0,9 0-25 0,-9 0-5 15,0 0-26-15,0 0-43 0,0 0-59 0,-26 8-189 0,13-4-383 16,-6-3 169-16</inkml:trace>
  <inkml:trace contextRef="#ctx0" brushRef="#br0" timeOffset="7010.18">6607 3105 275 0,'1'-2'265'0,"-1"2"-11"0,3-7-20 0,-3 7-21 16,1-2-21-16,-1 2-22 0,0 0-19 0,4-1-25 0,-4 1-23 15,0 0-17-15,0 0-12 0,0 0-7 0,-4 13-5 16,0-3-5-16,-3-1-7 0,-1 5-2 0,-1 3-7 0,-1 0 25 16,-5 4-4-16,-1 1-6 0,-3 3-3 15,5-10-10-15,0 6-1 0,1-6-6 0,2-1 0 16,3-4-7-16,0 0-1 0,4-3 1 0,-2-1-4 16,2-1 14-16,1-1 9 15,1-2 26-15,-2 3 30 0,4-5 42 0,-1 2 29 16,1-2 18-16,0 0-21 0,0 0-25 0,3-16-18 15,3 6-11-15,1-5-14 0,5 1-21 0,0-3-2 16,-1 2-10-16,6-9-16 0,-3 9-7 0,-4 1-8 16,3 4-7-16,-3 1 5 0,-1 2-13 0,-5-1 0 0,5 3-8 0,-4 2-20 15,0 1-11-15,-5 2-11 0,9-2 1 16,-9 2-11-16,10 6-6 0,-2 1-3 0,-2 1 7 16,1 0 4-16,-2 4 2 0,3 2-2 0,-1 2 5 15,2 1-3-15,-2 1-1 0,-1-3-41 0,1-1 0 16,-3-1-24-16,4 1-26 0,-3-3-26 0,-4-2-27 0,2 0-39 15,2-1-47-15,-4-3-59 0,2-2-186 16,-3-3-549-16,0 0 244 0</inkml:trace>
  <inkml:trace contextRef="#ctx0" brushRef="#br0" timeOffset="7379.88">6377 3131 20 0,'-8'-1'258'0,"2"1"-4"16,-1 0-6-16,7 0-7 0,-9 0-11 0,9 0-10 15,-7 0-10-15,7 0-13 0,0 0-9 0,0 0-16 16,-9 0-9-16,9 0-13 0,0 0-17 0,0 0-16 0,17-8-15 0,1 4-10 15,8-1-10-15,6-2-9 0,4 1-7 16,5 0-6-16,13-1-7 0,2 0-8 0,0 2 7 0,-2 1-19 16,1 3 2-16,-17-2-4 0,0 0-2 0,0 1 0 15,-5-2-8-15,-5 3-3 0,-9 1 1 0,-2-2-1 16,-3 2 2-16,-4-2-1 0,-2 2 2 0,-2-3 9 16,0 3-6-1,-1-1 8-15,-5 1-6 0,9-1 0 0,-5 0-12 16,-4 1-15-16,0 0-48 0,0 0-76 0,0 0-59 15,0 0-83-15,-13-9-275 0,6 9-585 0,-2-5 260 16</inkml:trace>
  <inkml:trace contextRef="#ctx0" brushRef="#br0" timeOffset="9537.54">7978 1941 47 0,'-1'-5'144'0,"1"1"-1"0,0 4-4 0,-3-5-10 16,3 5-3-16,0-7-7 0,0 7-9 0,0-5-6 16,0 5-18-16,0 0-5 0,-1-2-15 0,1 2-15 15,0 0-12-15,0 0-7 0,0 0 2 0,-9 19-6 16,4-7-1-16,-4 13-4 0,-5 2-12 0,-1 19 7 16,-6 4-7-16,-7 30 11 0,4-1-5 15,5-21 2-15,-8 27-2 0,4-5 0 0,10-23 1 0,-1 0-6 0,3 1 2 16,2-1 1-16,1-3 2 0,2-1-5 0,-1 1-2 15,6 1 7-15,-3-3-3 0,0-4-2 0,0-12 3 16,-1-2 3-16,0 2-5 0,-2-6-2 0,0-3 3 16,-3-1-3-16,5-8 0 0,-3 0 4 0,0-2-7 15,2-4-1-15,-1-3 6 0,-1-1 9 0,-1-1 21 16,1 1 13-16,-2-6 9 0,0 1 8 0,-3-2 3 0,13-1 6 16,-22-1 8-16,12-2 8 0,-2 1-5 0,2-1-17 15,-2-1-3-15,3-1-5 0,-1 2-7 0,10 3-8 16,-12-4-3-16,5 1-8 0,7 3-6 0,-9-5-12 15,9 5-33-15,0 0-43 0,-8-2-38 0,8 2-37 16,0 0-30-16,-11 9-43 0,6-4-215 0,5-5-447 16,-5 10 198-16</inkml:trace>
  <inkml:trace contextRef="#ctx0" brushRef="#br0" timeOffset="10032.28">7070 4096 50 0,'-8'0'168'0,"2"2"-4"0,6-2-2 0,-11 1-7 0,8 0 0 0,3-1-11 16,-8 2-12-16,8-2-12 0,-5 1-12 0,5-1-11 15,0 0-7-15,-9 2-2 0,9-2-5 16,0 0-7-16,0 0-6 0,0 0-7 0,0 0-6 16,23-2-4-16,-5 1-5 0,4-2-6 0,8-1-3 15,5 0-4-15,-1-2-6 0,-1 6 1 0,2-2-7 0,-2-4-1 16,0 3 0-16,-1 0-7 0,-2 0 2 0,-10-1-1 0,-1 3-2 16,-1 1-4-16,-6-1 1 0,-1 1-4 0,-3-2-15 15,-3 2-13-15,-5 0-21 0,10 0 1 0,-10 0-1 16,0 0-11-16,0 0-31 0,0 0-30 0,-20 8-32 15,7-3-35-15,0-4-100 0,-1 0-304 0,4-1 135 16</inkml:trace>
  <inkml:trace contextRef="#ctx0" brushRef="#br0" timeOffset="10439">7794 3933 2265 0,'0'0'201'0,"8"-3"-49"0,-8 3-36 0,4-3-45 15,-4 3-16-15,4-1-20 0,-4 1-10 0,0 0-6 16,0 0-10-16,0 0-7 0,0 0 0 0,0 0-5 16,0 0 2-16,1 9 0 0,-5-3-2 0,-1 2-2 15,1 0 2-15,-4 2 3 0,-3 5 0 0,2 2 2 16,-3-3 0-1,-2 5-2-15,4-5 0 0,0-1 4 0,2-4 0 0,3 0-2 16,1-2 1-16,0-3-3 0,1 1 7 0,0-2 6 16,2 0 34-16,-3 0 30 0,3 0 30 0,1-3 30 15,0 0 36-15,-4 2 12 0,4-2 7 0,0 0-23 16,0 0-26-16,3-14-9 0,-1 9-14 0,3-4-12 16,-1 3-13-16,-2 0-8 0,2-1-11 0,-1 3-11 15,0-1-5-15,0 3-8 0,-1-1-12 0,0-1-10 0,2 1-13 16,-4 3-25-16,8-1-7 0,-8 1-17 0,9 4-6 15,-2-1-13-15,2 1-10 0,0 3-1 0,0-1-13 16,5 5-13-16,-5-1-15 0,4-1-22 0,0 4-22 16,-2-2-14-16,-3-2-24 0,2 0-24 0,-1-1-33 15,-3 0-25-15,1-1-30 0,-2-1-191 0,-1-6-526 16,0 0 232-16</inkml:trace>
  <inkml:trace contextRef="#ctx0" brushRef="#br0" timeOffset="10605.76">7668 3933 110 0,'-5'-2'286'0,"5"2"-18"15,-8-3-17-15,8 3-26 0,-4-2-20 0,4 2-23 0,0 0-18 16,17-5-19-16,3 0-9 0,16-2-33 0,16-6-40 16,11 0-53-16,26-3-67 0,-26 2-101 0,-3-2-165 15,-2-8-349-15,-7 2 155 0</inkml:trace>
  <inkml:trace contextRef="#ctx0" brushRef="#br0" timeOffset="11472.01">8278 1652 187 0,'0'0'297'0,"0"0"-15"0,0 0-36 16,0 0-22-16,0 0-23 15,0 0-23-15,0 0-22 0,0 0-24 0,0 0-24 16,0 0-27-16,-3 7-10 0,-2-3-6 0,3 3-7 16,-4 2-2-16,1 0-5 0,-3 8-8 0,-2-1-2 15,1 2-2-15,0 0-4 0,0-2-2 0,-1 0-6 16,-2-4 2-16,7-2-9 0,-1-1 2 16,2-3-1-16,0-2 0 0,0 1-3 0,3-2 13 0,-3 1 22 15,2-1 24-15,-1-1 27 0,3-2 36 0,0 0-7 0,0 0-15 16,0 0-9-16,4-21-15 0,1 12-12 0,2-5-10 15,0 0-11-15,3-2-1 0,-1 1-13 0,4 3 1 16,-4-3-11-16,0 7-3 0,-1-1-5 0,-2 2-4 16,-1 2-11-16,-1 1-12 0,1 1-13 0,-5 3-9 15,13-2-15-15,-2 6-9 0,1 0-6 0,2 5-1 16,-4-2-10-16,4 7-9 16,-1-1-23-16,-1 1-17 0,0 2-28 15,-3-1-36-15,2 2-46 0,-1-3-34 0,-4-3-210 16,0-1-502-16,-2-3 222 0</inkml:trace>
  <inkml:trace contextRef="#ctx0" brushRef="#br0" timeOffset="11820.17">8084 1659 155 0,'-6'0'223'0,"6"0"-8"0,-14 2-13 16,10-2-12-16,4 0 18 0,0 0-9 0,-14 1-9 15,14-1-18-15,0 0-17 0,0 0-17 0,0 0-13 16,0 0-11-16,36-13-12 0,-7 6-15 0,7-1-10 16,19-3-4-16,-18 1-11 0,21-2-4 0,-1 2-10 15,-1 0-3-15,3 0-2 0,-5 3-7 0,-3-2-2 16,-12 4-2-1,-7-2-8-15,-5 4-5 0,-9-2-6 0,-4 4 8 16,-2-2 1-16,-2 2-2 0,-1 0-9 0,-3 0-10 0,-6 1-11 16,10 1-5-16,-10-1-2 0,0 0-17 0,0 0-22 15,0 0-26-15,-21 6-38 0,4-3-43 0,5 0-274 16,0-3-472-16,-1 1 209 0</inkml:trace>
  <inkml:trace contextRef="#ctx0" brushRef="#br0" timeOffset="13909.18">8829 2320 176 0,'0'-3'175'0,"0"3"7"16,4-7-13-16,-4 4-7 0,0 3-10 0,1-5-9 15,-1 5-14-15,0-5-16 0,0 5-15 0,0 0-9 16,3-2-22-16,-3 2-16 0,0 0-6 0,0 0-11 16,0 10-1-16,0-1-10 0,0 7 5 0,0 2-5 0,-4 11-4 15,-1 1-7-15,1 5 6 0,-3 2 0 16,4 11 2-16,-3-4-5 0,-1 4-1 0,3-14 0 15,2 0-1-15,-3 0-1 0,-2-2-1 0,4-1 3 0,-1-2-3 0,0-3-1 16,-1 0 1-16,-1-8 8 0,-1 1-9 0,2-2 2 16,0-2 2-16,0-5 2 0,-1 0 9 0,-1-4 2 15,2 2 1-15,-3-1 2 0,3-2 2 0,-2-1 4 16,-4 1-6-16,2-2-4 0,0-1 0 16,-2-2-5-16,-1 0-3 0,-2-2-2 0,4 2 2 0,-2 0-2 15,1-4-4 1,1 1 3-16,1-1-5 0,-3 0 0 0,3 4-6 15,2-2-18-15,-1-2-17 0,-1 1-24 0,0 0-16 16,3 1-31-16,-1-1-21 0,1 2-36 0,2-3-40 16,-1 0-105-16,2-1-329 0,1 1 146 0</inkml:trace>
  <inkml:trace contextRef="#ctx0" brushRef="#br0" timeOffset="14246.28">8532 2710 114 0,'0'0'170'0,"-4"-3"-15"0,4 3-6 0,0 0-14 16,0 0-11-16,0 0-10 0,0 0-15 0,0 0-12 0,20 2-1 15,-7-2-15-15,7-2-7 0,1 1-5 0,8 0-7 16,3-2-6 0,4 2 0-16,-3-3-10 0,2 4-1 0,-3-3-4 15,-3 1-2-15,-10-1-3 0,0 1-9 0,-1 0 3 16,-5 1-11-16,1-1 9 0,-5 1-3 0,-1 1-7 16,1-1-17-16,-4 1 2 0,-5 0-5 0,0 0-16 15,0 0-8-15,0 0-9 0,0 0 0 0,0 0-14 16,-19-3-18-16,11 3-6 0,-1 0-22 0,0 0-22 15,9 0-70-15,-17 0-214 0,10 0 94 0</inkml:trace>
  <inkml:trace contextRef="#ctx0" brushRef="#br0" timeOffset="14778.29">9311 2568 36 0,'9'-3'115'0,"3"7"-9"0,-1-2-13 15,3 3-16-15,-1 0-3 0,0 2-9 0,2 0-4 16,-1 5-4-16,-5-2-15 0,0-1-3 0,1 3-1 15,-5-2-2-15,-1 5 1 0,-3-5-9 0,-2 2-3 16,1 1 0-16,-6 2 14 0,1-5 1 0,-5 5-4 16,2-6 4-16,-5 2 5 0,3-3-3 0,-2-2 10 15,2-1 5-15,1 2 7 0,-1-3 5 0,2 0 16 0,3-2 10 0,1 0 7 16,0 0 18-16,4-2 8 0,-7 3 18 0,7-3-14 16,0 0-13-1,-4-8-13-15,5 3-9 0,3-3-11 0,2 0-11 16,2-2 2-16,5-2-12 0,1 0-18 15,0-3-3-15,2 3-5 0,-1-1-3 0,-2 0-5 16,3 1-2-16,-1 2-7 0,-2 0-2 0,-4 3 0 16,1-1-3-16,-1 4-3 0,-1 0 0 0,-3 1-3 0,1 0-5 15,-2-1-3-15,-3 1-12 0,3 3-12 0,-4 0-6 16,0 0-1-16,0 0-3 0,8 5 3 0,-8 0 4 16,0 2 0-16,-1 0 4 0,-2 3 4 0,2-1 0 15,-3-1 6-15,4 1-2 0,-4 3 2 0,4-3-20 0,0 2-9 16,0 0-19-16,0-1-12 0,1-2-20 0,2 2-18 15,1-1-29-15,1-4-23 0,3 2-44 0,-1-4-138 16,1-1-371-16,1-2 164 0</inkml:trace>
  <inkml:trace contextRef="#ctx0" brushRef="#br0" timeOffset="15026.2">9835 2449 64 0,'0'0'161'0,"9"4"-11"16,-2 0-13-16,1 3-6 0,-1 3-5 0,2 0-6 16,3 4-5-16,1 3-8 0,1 7-5 0,-1 1-12 0,-4-1 3 15,1 4-14-15,-5-1-5 0,-1-1-6 0,-4 2-6 16,-4-4-3-16,-1 5-4 0,-5-3-4 0,-3-1-17 0,-6-1-5 15,-5-1-12-15,-2-1-23 0,-5 0-27 16,-13 0-41-16,8-6-42 0,1-2-167 0,2-4-306 16,-6-1 135-16</inkml:trace>
  <inkml:trace contextRef="#ctx0" brushRef="#br0" timeOffset="15380.58">9269 2363 32 0,'0'0'122'16,"-13"0"-9"-16,13 0-15 0,-18 10-13 0,4 1-6 16,0-1-7-16,-3 9-12 0,-2 3 1 0,1 1 1 15,-2 6-16-15,2 1-1 0,3 1-3 0,1 1 1 0,5 2 12 16,1 0 11-16,3-1-1 0,1 1 5 0,9 1-3 16,3-4 5-16,2-2-2 0,7 3-3 15,1-6-8-15,6-2 2 16,7-2-18-16,18 5-26 0,2-5-58 0,8-8-84 15,-2-6-126-15,1-4-273 0,1-5 121 0</inkml:trace>
  <inkml:trace contextRef="#ctx0" brushRef="#br0" timeOffset="16066.27">10626 2680 114 0,'-4'-7'224'0,"0"1"-20"16,-1-1-19-16,-4 0-47 0,3 0-10 0,-7-1-16 16,0 4-17-16,-1 0-5 0,-7-1-10 0,0 2-5 15,2 3-12-15,-3 2-5 0,1-1-11 0,1 3-5 0,1-2-5 16,0 6-1-16,1 1-6 0,2-1-3 0,0 1-5 15,2 3 0-15,3-2-2 0,0 4-4 0,4-4 2 0,2 0-1 16,2 4-2-16,0-2-6 0,6 5 5 16,0-6 0-16,4 3 1 0,2-5-6 0,0 2-2 15,3 0 3-15,0-4 2 0,0-3-1 0,3 1 0 0,-2-2 2 16,5-3 3-16,-1 0 14 0,2-2 8 0,-3-3 6 16,2-2 6-16,-1-3 14 0,-3-2 5 0,-3-2 6 15,3-1 3 1,-3-2-6-16,0-9-2 0,-2 1-5 0,0-4 2 15,-2-2-5-15,0-2-5 0,-6-4-4 0,3 2-3 0,0-12 1 16,-4 2-10-16,-3 9 1 0,2 3 16 0,1 1-10 16,-1 1 4-16,-2 5 6 0,2 8 16 0,1 6-4 15,-3 2 4-15,3-2-13 0,0 7-9 0,-1-2-11 16,1 3-16-16,0 0-47 0,0 4-36 0,0 0 0 16,0 0 5-16,0 0 5 0,-9 17 10 0,5 1 0 0,-1 8 7 15,0 1-3-15,-1 8 9 0,2-1 1 0,2 1 6 16,0 12 0-16,4-9 2 0,0-3 7 0,3 2-1 15,0-5 3-15,-1-2-10 0,-1-2-8 0,0-4-3 16,1 0-11-16,0-7-12 0,-2 0-15 0,-2-5-17 16,3-2-27-16,-3-2-31 0,1-2-17 0,2 2-32 15,-3-4-30 1,0-4-132-16,0 0-382 0,-7 3 169 0</inkml:trace>
  <inkml:trace contextRef="#ctx0" brushRef="#br0" timeOffset="16551.06">10793 2531 56 0,'8'1'143'0,"1"1"-20"0,0 3-9 15,-3-3-2-15,3 5-13 0,-2 1-14 16,-2 4-4-16,0-4-12 0,-5 4-4 0,5 1-10 15,-4 0-8-15,-1 3 4 0,0 0-8 0,-2-2 1 0,-3 1-9 0,-2 2 1 16,1-4-2-16,-2 2 4 0,-2-5-6 0,2-2 4 16,1 1 6-16,0-1-5 0,-2-1 5 0,4-2 4 15,0 2 5-15,1-5 11 0,0 3 17 0,2-2 16 16,-1 0 29-16,3-3 22 0,-5 2 26 0,5-2 35 16,0 0-32-16,0 0-30 0,0 0-13 0,5-14-11 15,-2 6-16 1,4-2-10-16,5-6-10 0,-1 3-6 0,7-6-15 15,0-1-8-15,3-1 1 0,-10 6-11 0,11-4-1 16,-4 1-5-16,-6 4-8 0,0 0-1 0,-4 7-3 16,-1 0 6-16,0 2-9 0,-3 0-1 0,-1 0-2 15,0 1-7-15,-2 2-4 0,-1 2-12 0,5-4-30 16,-5 4-5-16,0 0-5 0,2 10 2 0,-4 0 6 16,-3 1 3-16,1 7 11 0,-2-2-9 0,1 8 9 0,-4-2 8 0,4 4-6 15,0-8-1-15,2-1 2 0,2 0 5 0,0 2 3 16,5-4 4-16,3 1 2 0,-2-4 7 0,8 1 4 15,1-1-1-15,13 0 1 0,1-2 2 0,4-3-2 16,6 1-22-16,1-5-39 0,0 0-47 16,-3-3-56-16,4-4-73 0,-6 0-290 0,-5-3-562 15,-3-2 249-15</inkml:trace>
  <inkml:trace contextRef="#ctx0" brushRef="#br0" timeOffset="19858">12811 2622 90 0,'0'0'281'0,"0"0"-9"0,0 0-17 0,0 0-9 16,0 0-14-16,0 0-10 0,0 0-13 0,0 0-13 15,0 0-12 1,0 0-7-16,0 0-10 0,0 0-10 0,0 0-13 16,0 0-14-16,0 0-12 0,0 0-17 0,0 0-16 15,0 0-8-15,0 0-16 0,0 0-15 0,22-5-14 16,-4 5-16-16,3-1-26 0,9-1-22 0,-1-2-34 16,3 3-29-16,0-1-33 0,0 0-24 0,-1 0-32 15,-3 2-32-15,-7-2-34 0,-4 1-145 0,4-1-427 16,-10-3 190-16</inkml:trace>
  <inkml:trace contextRef="#ctx0" brushRef="#br0" timeOffset="20021">12843 2757 98 0,'0'2'189'0,"0"-2"-6"0,0 0-16 15,22 0-15-15,-2-1-18 0,13 1-14 0,3-1-48 16,1-1-70-16,18-3-80 0,-17 0-96 0,2-2-187 16,-3 1 83-16</inkml:trace>
  <inkml:trace contextRef="#ctx0" brushRef="#br0" timeOffset="26366.43">14139 2686 163 0,'-13'-1'222'0,"13"1"-16"0,0 0-11 0,0 0-19 15,0 0-12-15,0 0-15 0,-5 1-14 0,5-1-10 16,0 0-8-16,0 0-15 0,0 0-6 0,0 0-9 16,0 0-6-16,0 0-7 0,0 0-6 0,0 0-8 0,-5 3-3 15,5-3-8-15,0 0-1 0,0 0-5 0,0 0-4 0,0 0-4 16,0 0-8-16,0 0 1 0,0 0-2 0,0 0-4 15,0 0-2-15,0 0-2 0,0 0-4 0,0 0 1 16,0 0-2-16,0 0 2 0,0 0-1 0,0 0 3 16,0 0-3-16,0 0-2 0,0 0 2 0,0 0-3 15,0 0 0-15,0 0 1 0,0 0-3 0,0 0 2 0,0 0-1 16,0 0 1-16,0 0-6 0,0 0 3 0,0 0-2 16,25-2-3-16,-8 1 1 0,2 1 0 0,9 0-1 15,4-2 0-15,5 2 2 0,4-3-1 0,12 4 2 16,-2-2-3-16,-12 1-1 0,3 0-2 0,-3 0 8 15,-2-1-9-15,-4 1 4 0,-5 0-2 0,0 0-2 16,-9 0 2-16,-6 0-3 16,-4 0 4-16,1 0-1 0,-2 0-1 15,-3 0 1-15,-5 0 0 0,10 0-1 0,-10 0-6 16,8 0-2-16,-8 0-3 0,0 0-9 0,0 0-18 16,0 0-19-16,0 0-29 0,0 0-25 0,-26 0-39 0,26 0-40 15,-13 0-182-15,6-3-402 0,1 3 178 16</inkml:trace>
  <inkml:trace contextRef="#ctx0" brushRef="#br0" timeOffset="27237.02">15277 2329 118 0,'0'0'169'0,"0"0"-17"0,0 0-3 0,-5-3-10 16,5 3-11-16,0 0-12 0,0 0-18 0,0 0-5 15,7-7-13-15,-4 5-7 0,-3 2-9 0,13-3-2 16,-6 1-14-16,4 2 0 0,0 0-8 0,6-2-2 16,-3 2-2-16,8 3-7 0,-7-2 0 0,8 2-7 15,-5 1 0-15,3-1-4 16,-2 3-4-16,0-2-4 0,-1 4-1 0,-3 1 4 15,-1-1-8-15,-5 0 1 0,3 2-2 0,-5 0 2 16,-3 0-29-16,0 2 8 0,-4 0 0 0,-4 5-2 16,-1 2 3-16,-6-2 5 0,-5 2 1 0,2-4-3 15,-6 2 8-15,-2-3 0 0,3-1 5 0,-3-1 2 0,-1 0-2 16,4-3 1-16,1-1 7 0,0 1-5 0,7-4 4 16,-1-2-3-16,3 4 2 0,0-4-6 0,3-1-1 15,0 1-5-15,0-1 8 0,3 0-1 0,3-2 15 16,-7 2 2-16,6 1 0 0,1-3 6 0,0 0 7 15,0 0 7-15,6 7 5 0,1-7 2 0,4 1 1 16,1 0-5-16,5-1-1 0,1 3-3 0,3-1 0 16,-2-2-5-16,-1 3 0 0,1-3-5 0,3 0-5 15,-2 0-1 1,1 0 1-16,-3 2-9 0,-1-2 4 0,-4 0-4 0,1 0-1 16,-1 0-11-16,-3 1-8 0,-1-1-13 0,-4-1-15 15,-5 1-16-15,12 0-23 0,-6 0-30 0,-6 0-41 16,9-5-39-16,-5 3-130 0,-1-2-336 15,-1 0 150-15</inkml:trace>
  <inkml:trace contextRef="#ctx0" brushRef="#br0" timeOffset="27675.77">16115 2382 129 0,'2'-2'313'0,"-2"2"-16"0,1-3-40 0,-1 3-31 16,5-1-26-16,-5 1-23 0,0 0-31 0,0 0-20 15,0 0-21-15,0 0-3 0,-5 16-10 0,0-7-10 16,0 1-3-16,-5 5-11 0,1 2-8 0,-8 4-7 16,2 4 0-16,-7-1-8 0,5-1-4 0,0 0-2 15,1-4-5-15,2-4-2 16,1-1-3-16,6-2-7 0,-1-5-2 0,2-2 0 15,0 1-1-15,4-1 3 0,-2-1 19 0,0-2 32 16,3 1 41-16,1-3 27 0,-5 2 42 0,5-2-26 16,0 0-12-16,9-12-24 0,-4 2-9 0,1 0-10 15,5-4-16-15,3-2-9 0,6-2-12 0,-6 2 1 16,0 3-10-16,1-1-5 0,-2 2-12 0,1 3-3 0,-1 1-10 16,-4 1 3-16,4 1-12 0,-4 2-7 0,-1 1-11 15,2 1-4-15,0 3-9 0,-1 0-1 0,2 5-7 16,1-1-3-16,-3 1-3 0,5 6-4 0,-1-2 6 15,-1 4-10-15,1-1-3 0,1 0-21 0,-4 0-23 16,2 1-18-16,-2-1-21 0,-2-5-24 0,2 6-32 16,-6-5-35-16,2-3-43 0,-2 0-44 0,1-3-190 15,-2-1-529-15,-3-2 235 16</inkml:trace>
  <inkml:trace contextRef="#ctx0" brushRef="#br0" timeOffset="27891.87">15990 2431 216 0,'0'0'239'0,"0"0"-19"0,-10 0-21 0,10 0-20 15,0 0-18-15,23-5-13 0,0 5-16 0,9-5-19 16,5 4-33-16,3-5-57 0,12 1-35 0,3-1-63 15,-1 1-78-15,-19 1-92 0,3-4-266 0,-4-1 117 0</inkml:trace>
  <inkml:trace contextRef="#ctx0" brushRef="#br0" timeOffset="28323.41">16607 2046 103 0,'3'-3'284'0,"2"1"-27"0,-5 2-26 0,8-3-21 16,-2 0-23-16,1 3-18 0,0 0-20 0,6 0-8 16,-3 4-14-16,-1 1-14 0,4 2-12 0,-4-1-13 15,0 2-8 1,0 4-6-16,-3-2-10 0,2 5-6 0,-4 2-6 16,-3-1-5-16,-1 9-3 0,-4-4-6 0,-1 3-3 15,-1-6-4-15,-3-2-1 0,1 1 0 0,-1-3-5 16,1-1-3-16,2-5-5 0,-2 3-2 0,3-6 1 15,1 2 1-15,1-1 0 0,0-1-6 0,-1-1 5 16,4-4 6-16,-4 5 1 0,4-5 3 0,0 0-3 16,17 5 1-16,-4-5-3 0,10-1-2 0,6 2-11 0,2-2-32 0,0-1-38 15,-2 0-47-15,-2 2-52 0,2-3-65 0,-10 2-189 16,2-3-447-16,2 2 198 0</inkml:trace>
  <inkml:trace contextRef="#ctx0" brushRef="#br0" timeOffset="29194.6">15212 2866 93 0,'0'0'197'0,"-15"-1"-12"0,15 1-10 0,0 0-17 16,0 0-9-16,0 0-6 0,-14 0-13 0,14 0-6 16,0 0-13-16,0 0-5 0,0 0-10 0,0 0-1 0,0 0-7 15,0 0-1-15,0 0-6 0,-12 1-2 0,12-1-5 16,0 0-6-16,0 0-1 0,0 0-13 0,0 0 0 16,0 0-4-16,0 0-7 0,0 0-5 0,0 0-2 15,0 0-7-15,0 0-9 0,0 0 5 0,0 0-3 16,0 0 0-16,0 0-7 0,0 0 2 0,0 0-3 15,0 0-3-15,0 0 2 16,0 0-3-16,0 0 0 0,0 0 1 0,0 0-4 16,0 0 1-16,0 0-4 0,0 0 5 0,0 0-8 15,0 0-1-15,0 0 5 0,-4 4-4 16,4-4 3-16,0 0-2 0,0 0 1 0,0 0 4 16,0 0-7-16,0 0 0 0,0 0-1 0,0 0 2 15,0 0-2-15,0 0 2 0,0 0-2 0,0 0 0 16,0 0 0-16,0 0-1 0,0 0 5 0,0 0-3 0,0 0 2 0,0 0-4 15,0 0 7-15,0 0-4 0,25-5 1 0,-9 4 1 16,7-1-2-16,9 0 4 0,7-2-3 0,22 2-1 16,-1-3-1-16,33 0 3 0,-1 0 5 0,5-4 6 15,0 6 6-15,6-6-3 0,-1 5 7 0,-1-1-6 16,-9-4-2-16,1 5 0 0,-30-3 0 0,-1 0 4 16,2 1 4-16,-4-1 3 15,-2-2 6-15,-20 6-2 0,2-4 5 0,-8 2-2 16,1-2 5-16,-14 7 10 0,-4-3 9 0,-3 0 21 15,-2 1-5-15,2-1 2 0,-12 3-3 0,11-3-5 0,-11 3-6 16,9-1-15-16,-9 1-13 0,10 0-33 0,-10 0-39 16,0 0-43-16,0 0-18 0,0 0-17 0,0 0-30 15,0 0-49-15,-7 12-58 0,-2-9-240 0,9-3-535 16,-16 5 237-16</inkml:trace>
  <inkml:trace contextRef="#ctx0" brushRef="#br0" timeOffset="29795.29">16086 3066 228 0,'0'0'259'0,"0"0"-23"0,0 0-30 0,0 0-21 16,0 0-17-16,24-9-23 0,-11 9-12 0,6 0-10 15,-1 0-21-15,3 2-7 16,-1 1-10-16,-1-1-7 0,-1 4-10 0,1-1-7 16,-6-3-12-16,-4 5-9 0,4-3-12 0,-4 1-9 0,-1 1-7 0,-3-2-10 0,-2 3-2 15,0-1-2-15,-3 1-4 0,-5 1-5 0,1 3 5 16,-2-5-5-16,-2 2 5 15,-1 0-7-15,0-1 8 0,0 0 1 16,0-1 0-16,3-2 3 0,1 2 1 0,-2-2-5 0,3-2 1 16,3 3 0-16,-3 0-1 0,4-2 2 15,0 1 1-15,4 0 4 0,0 1 1 0,5 0 1 16,4 3 1-16,1-1-1 0,1 2-3 0,6-1 0 0,-5 2 1 16,0-1-2-16,3 3 0 0,-4 0-8 15,0-2 10-15,-6-1 0 0,4 3-3 0,-4-4 0 16,-3 0 3-16,2 2 3 0,-7-1 8 0,-1-2 7 0,-5 1 9 15,-2 0 0-15,-9 1-1 0,-12 0-4 0,-4 0-2 16,-19-1-3-16,15-1-24 0,-6-5-45 0,-10 4-71 16,1-5-257-16,12-1-408 0,2-7 182 0</inkml:trace>
  <inkml:trace contextRef="#ctx0" brushRef="#br0" timeOffset="32830.37">3748 6249 183 0,'4'-3'201'15,"-2"-6"-11"-15,2 1-13 0,-2-1-7 0,1 2-2 16,-2-2-3-16,0-2 0 0,2 6-6 0,-2-2-10 16,-1 0-3-16,0-1-12 0,0 1 4 0,0 0-19 0,-1 0-10 15,0 3-13-15,-2-1-7 0,-1 0-17 0,-1 2-14 16,-5 0-15-16,0 0-9 0,-2 3-3 0,-7 1-6 0,1 3-1 15,-1 1 3-15,-7 8-9 0,0-1-7 0,-1 5 2 16,-1 2-2-16,1 3-2 0,2-1-4 0,1 4 0 16,1-1-1-16,4 2 1 0,1 1-2 0,2-2-1 15,1 0 0-15,4-2-10 0,5-3-4 0,0-2-3 16,5 0 4-16,-3-1-9 0,3-1 0 0,2-1 4 16,3-4 5-1,-1-1 2-15,1-4 2 0,2 1 6 0,4-2 12 16,-5-1 5-16,3-1 15 0,-2-3 11 0,7-2 12 15,-4-1 8-15,5-2 4 0,0-3 0 0,-1-1 7 0,1-3 2 16,1 1 8-16,-1-4-5 0,-1 1-3 0,5-6-4 16,-3 0-2-16,-3 5-6 0,-2-2 7 0,-1-1 1 15,1 3-6-15,-3 4 3 0,-1-1-5 0,-2 3 7 16,-1 2-7-16,-1 1-5 0,3 1 0 0,-4-1-14 0,3 4-7 16,-4-2-15-16,0 4-8 0,4-5-41 0,-4 5-28 15,0 0-21-15,0 0-5 0,0 0 11 0,0 0 5 16,1 16 6-16,2-6 5 0,-6 2 8 0,2 3 0 15,1 1 6-15,1 0 10 0,-1 0-4 0,3 1 8 16,2-3 1-16,-1-2 5 0,0-1 6 0,2-2-4 16,3 1 13-16,4 0 2 15,2-4 4-15,7-1-1 0,10-1-10 0,1-4-29 16,4-4-54-16,1-3-72 0,23-8-99 0,-10-3-254 16,-16 5-560-16,11-11 248 0</inkml:trace>
  <inkml:trace contextRef="#ctx0" brushRef="#br0" timeOffset="33378.3">4321 6336 306 0,'3'-3'344'0,"-2"-1"-12"16,-1 1-13-1,0 3-26-15,5-5-21 0,-5 5-36 0,0 0-27 16,0-2-21-16,0 2-36 0,0 0-30 0,0 0-26 15,0 0-21-15,0 0-6 0,0 0-12 0,-1 17-1 16,-3-5-6-16,-1-1-9 0,1 4-3 0,-1 2-5 16,-3 3-1-16,3 4-4 0,-4 0-2 0,2 1-3 15,0-6-3-15,1-2-2 0,-1 0-4 0,4-1 5 16,0-5-2-16,-1 2-6 0,4-7-10 0,-2 3 1 0,-2-4 4 0,2 0 14 16,2 0 25-16,-1-2 29 0,1-3 43 0,0 5 23 15,0-5 24-15,0 0 0 0,0 0-18 0,0 0-19 16,12-18-12-16,-1 4-12 0,2 2-11 0,-3-3-5 15,7 0-31-15,-4 0 1 0,-1 1-4 0,1 2 1 16,1 0-9-16,-5 3-2 0,-1 1-7 0,-2 3-5 16,0-1-9-16,-2 3-22 15,0 0-14-15,0 1-17 0,-1 0-22 0,-3 2-7 16,9-1 2-16,-9 1-12 0,11 5 3 0,-5-2-12 16,2 5-12-16,0-2-15 0,2 2-22 0,-1 1-11 15,-1 1-16-15,3-3-24 0,-2 3-25 16,1 2-30-16,4-2-44 0,-2-3-281 0,-3-2-605 0,2-1 268 15</inkml:trace>
  <inkml:trace contextRef="#ctx0" brushRef="#br0" timeOffset="33562.8">5039 6411 246 0,'0'0'486'0,"4"-1"-27"0,-4 1-33 0,0 0-36 0,0 0-37 15,5-2-33-15,-5 2-30 0,0 0-36 0,0 0-52 16,9-5-60-16,-3 2-48 0,5-1-51 0,1 0-49 16,4-1-48-16,2 0-50 0,-2 0-47 0,1 3-50 15,1-2-40-15,-3 0-251 0,-8 4-532 0,-1-1 236 16</inkml:trace>
  <inkml:trace contextRef="#ctx0" brushRef="#br0" timeOffset="33715.67">5107 6464 98 0,'-8'7'118'0,"1"0"6"0,-2-1-11 0,5-2 0 16,-1 2-1-16,2-1 8 0,1-1 7 0,-1-3 9 16,3-1 8-16,-3 7 16 0,3-7 10 0,8 1-4 15,3-1-15-15,10-3-11 0,9-1-17 0,8-1-25 16,3-1-53-16,15-5-71 0,0-2-89 0,-2 0-239 0,-3 1-382 0,-2-3 170 16</inkml:trace>
  <inkml:trace contextRef="#ctx0" brushRef="#br0" timeOffset="34084.87">6452 6130 126 0,'0'-7'321'16,"-2"-5"-3"-16,2 0-3 0,2 5 1 0,-2-3-3 0,0 5-6 15,0-1-16-15,3 0-22 0,-3 3-29 16,0-1-19-16,0 0-25 0,0 4-23 0,0 0-18 15,0-5-24-15,0 5-30 0,0 0-38 0,0-4-35 16,0 4-12-16,0 0-8 0,0 0 1 0,4 18-9 0,-7-2-6 16,2 1-4-16,1 9-34 0,-5 0-21 0,3 0-22 15,-5 3-23-15,3-1-19 0,-1 2-30 16,-3-4-36-16,2-1-45 0,-2-1-239 0,3-7-519 16,-1-3 230-16</inkml:trace>
  <inkml:trace contextRef="#ctx0" brushRef="#br0" timeOffset="34386.06">6189 6524 36 0,'-5'2'313'0,"0"-1"-23"0,0 1-15 15,1 1-13-15,4-3-8 0,-4 2-16 0,4-2-23 16,0 0-17-16,0 0-18 0,0 0-17 0,0 0-17 15,25-2-16-15,3-1-6 0,5 0-22 0,7-1-7 16,15-1-13-16,2-1-8 0,0-1-8 0,6 1 4 16,-3-1-18-16,1 4 1 15,-3-2-7-15,-4 3-5 0,-17-2-3 16,-1 1 4-16,-6-2-12 0,-7 2 4 0,-5 1-11 16,-5 0-4-16,-3 0 4 0,-1 1 2 0,-1-1-7 15,-3 2 0-15,-1-1-9 0,-4 1-9 0,0 0-18 0,5-2-31 16,-5 2-28-16,0 0-30 0,-36 6-36 0,14-2-43 15,3 1-51-15,-4 0-258 0,1-2-535 0,2 1 236 16</inkml:trace>
  <inkml:trace contextRef="#ctx0" brushRef="#br0" timeOffset="34864.91">6689 6870 378 0,'1'-15'441'0,"3"12"-15"0,-4 0-17 16,0-2-20-16,0 5-25 0,0-6-23 0,0 6-29 31,0-4-36-31,0 4-18 0,0 0-30 0,0 0-24 0,0-2-26 0,0 2-26 16,0 0-33-16,0 0-37 0,0 0-29 0,0 0-37 15,0 0-41-15,0 0 3 0,0 0 2 0,-9 14 4 16,1-6 2-16,2 3-2 0,0-2 5 16,-2 2 2-16,0 1 2 0,-1-2-3 0,1 2 2 0,2-4-8 15,0-1-4-15,2-1 4 0,3 0 1 0,-3-2-1 16,3-1 2-16,-2 1 14 0,0-1 11 0,3-3 34 0,-3 2 27 16,3-2 17-16,0 0 22 0,0 0-10 0,0 0-22 15,0 0-2-15,11-14-4 0,-4 6-9 0,-1 0-5 0,4-2-10 16,-1 4-6-16,-1 0-1 0,1-2-7 15,-3 4-5-15,-2 1-3 0,1-3-8 0,-1 4-7 16,0-1-4-16,-4 3-22 0,5-1-10 0,-5 1-5 16,14 1-12-16,-9 2-3 15,4 2 1-15,0 4-2 0,-1 0-5 0,-2 1 10 16,6 3-2-16,-2 0-20 0,1-1-23 0,0 0-21 16,0 2-34-16,-5-3-25 0,3-1-20 0,-1-2-26 15,-4 1-34-15,0-3-26 0,-2 1 2 0,1-2-282 16,-3-2-598-16,0-3 265 0</inkml:trace>
  <inkml:trace contextRef="#ctx0" brushRef="#br0" timeOffset="35033.68">6492 6841 340 0,'0'0'376'0,"-9"-2"-25"0,4 1-23 15,5 1-20-15,0 0-24 0,-5-2-23 0,5 2-31 16,0 0-15-16,19-7-26 15,4 2-19-15,8-2-24 0,7 0-9 16,20-3-38-16,3 0-43 0,2 1-50 0,-1-2-60 16,0 0-78-16,0-1-107 0,-7 0-274 0,-17 5-554 0,-3-5 246 15</inkml:trace>
  <inkml:trace contextRef="#ctx0" brushRef="#br0" timeOffset="35782.78">8308 5914 179 0,'-1'-6'257'0,"1"1"-6"16,-2-1-15-16,2 2-13 0,-1-1-14 0,1 5-16 16,0-5-18-16,0 5-20 0,-4-7-12 0,4 7-22 0,4-2-20 15,-4 2-26-15,0 0-16 0,0 0-7 0,0 0-4 16,-10 17-13-16,6 0-3 0,-4 7-3 16,1 13-9-16,-6 10 4 0,-1 8 1 0,-5 26-1 15,2-2-5-15,4-20 3 0,-3 21 14 0,6-22-3 0,1 0-2 0,2-1-4 16,-2 0-4-16,5-3 0 0,1 1 0 0,3-2 0 15,-2-3-4-15,-2-4-2 0,2-14-2 0,-2 2 3 16,0-4-7-16,0-2 4 0,-1 0-4 0,0-10 2 16,-1 2-1-16,-1-3 8 0,2-3 8 0,-2-2 15 15,-1-3 4-15,-1 1 16 0,1-3-2 0,-4-1 2 16,-4-1 5-16,-3-4-2 0,-3 4-4 0,3-5 0 0,-9 0-1 0,6-2 8 16,2 2-2-16,2 0-13 0,4 0-4 0,1 0-5 15,1 0-9-15,0 0-1 0,2 2-27 0,-3-2-35 16,5 3-42-16,2 1-46 0,-7 1-51 15,8 3-42-15,1 1-54 0,0-1-275 0,4-1-581 0,4-1 257 16</inkml:trace>
  <inkml:trace contextRef="#ctx0" brushRef="#br0" timeOffset="36206.15">7535 7785 120 0,'-8'1'223'0,"3"1"-12"0,5-2-22 0,-10 1-12 15,10-1-11-15,-6 0-14 0,2 1-3 0,4-1-2 16,0 0-8-16,0 0-3 0,0 0-8 0,0 0-13 16,0 0 1-16,0 0-15 0,0 0-11 0,36-5-7 15,-10 4-1-15,8-1-17 0,0-2-7 0,4 0-5 0,1-2-6 0,-4 3-4 16,5-1-4-16,-3 1-3 0,-5-2-4 0,-4 1-7 15,-11 1 1-15,1 1-4 0,-7-1 0 0,1 2-1 16,-6 0 7-16,-1 1 2 0,-5 0 1 0,10-2-3 16,-6 1-10-16,-4 1-8 0,6-3-11 0,-6 3-17 0,0 0-21 15,0 0-23-15,-24 2-20 0,12-1-31 0,-1 2-26 32,1-3-29-32,1 2-62 0,1-1-155 0,2-2-416 15,2 0 185-15</inkml:trace>
  <inkml:trace contextRef="#ctx0" brushRef="#br0" timeOffset="36591.04">8396 7680 133 0,'1'2'283'0,"-1"-2"-29"0,5 4-26 16,-2-1-31-16,-3-3-17 0,-3 5-17 0,3 1-13 15,-1 0-13-15,-1 0-14 0,-5 4-16 0,4 0-8 16,-3 0-9-16,-1 4-7 0,0-4-11 0,2 2-6 0,-2-2-4 0,1-1-9 16,1 0-6-16,0-1-2 0,1-3-4 0,-1 0-2 15,3 0 0-15,1-2 23 0,-1 1 17 0,0-1 29 16,2-3 37-16,-3 2 27 0,3-2 0 0,0 0-25 16,0 0-15-16,5-17 2 0,0 10-28 0,4-3-6 15,-2 2-13-15,0-2-12 0,2-1 7 0,-3 1-16 16,2 3-9-16,0-2-8 15,-2 2-5-15,-1 1-4 0,0 3-7 0,-1-1-8 16,1 1-3-16,-1 2-10 0,0 1-7 0,-4 0 1 16,13 0-12-16,-8 1-16 0,4 5 11 0,1-1-12 15,-2 1-6-15,0 4-5 0,3-1-16 0,3 4-23 16,-4-2-28-16,0 0-19 0,2 0-30 0,-2 0-28 16,-1-1-27-16,-1-1-40 0,0-1-43 0,-5-1-232 15,1-5-562-15,-4 1 248 0</inkml:trace>
  <inkml:trace contextRef="#ctx0" brushRef="#br0" timeOffset="36754.03">8313 7674 315 0,'-6'-2'355'0,"-1"1"-15"16,2-2-18-16,3-1-36 0,2 4-26 0,1-7-19 15,9 1-35-15,4-5-24 0,14 3-18 0,8-6-28 16,20-2-50-16,10 1-36 0,24-2-46 0,0 0-55 15,-26 4-80-15,0 1-100 0,-3-6-192 0,-9 0-458 16,-3-2 204-16</inkml:trace>
  <inkml:trace contextRef="#ctx0" brushRef="#br0" timeOffset="37541.21">8689 5211 11 0,'1'-5'362'0,"3"2"-23"16,0-1-36-16,-4 4-27 0,3-3-39 0,0 1-27 15,-3 2-35-15,0 0-23 0,0 0-17 0,0 0-21 0,0 0-5 0,-1 15-16 16,-2-5-6-16,-3 6-12 0,1 2-6 0,-3 4-7 16,-1 3-4-16,-1 1-4 0,1-1-2 15,0-1-6-15,-1 0-8 0,2-6 0 0,3-4-7 16,-1-2 1-16,0-1-7 0,2-3 1 0,2-3-4 0,0 2 3 15,-1-4 1-15,3-1 38 0,-2 3 24 0,2-5 45 16,-3 3 16-16,3-3 2 0,0 0-12 0,0 0-18 0,5-17-8 16,-4 9-13-16,3-4-14 0,5-2-10 0,1-10-10 15,-2 12-5-15,2-3 1 0,-1-1-15 0,0 3-4 16,1 3-5-16,-2 0-6 0,0 3-4 0,-3 2-2 16,0-1-10-16,0 1-18 0,-1 1-18 0,1 3-8 15,0 1-11-15,3 1-4 0,1 3-11 0,0 3 3 16,0 2 1-16,2 1-1 15,1 3-2-15,-2 3 0 0,1 1-16 0,1 0-22 16,-2 0-22-16,4 5-22 0,-5-5-16 0,-3-3-34 16,3 0-37-16,-4-4-32 0,2-2-42 0,-7-1-198 15,1-2-535-15,-2-3 237 0</inkml:trace>
  <inkml:trace contextRef="#ctx0" brushRef="#br0" timeOffset="37724.01">8577 5254 2030 0,'-12'-5'191'0,"2"1"1"16,3 0-15-16,0-1-31 0,3 2-26 0,-1 1-9 16,1 0-21-16,0 1-22 0,4 1-12 0,-4-4-8 15,4 4-3-15,8-5-1 0,11 0-9 0,11 2-5 16,10-1-31 0,20 1-44-16,5 0-48 0,3 1-63 0,26-6-94 15,-41 6-223-15,1-3-513 0,-16-2 226 0</inkml:trace>
  <inkml:trace contextRef="#ctx0" brushRef="#br0" timeOffset="38910.67">9132 6131 118 0,'0'-17'215'0,"0"0"3"0,0 6-1 16,4 1-11-16,-4-2-12 0,3 2-5 0,-1 2-10 15,-1 3-19-15,-1 0-18 0,2 0-15 0,-2 0-26 16,0 5-21-16,0 0-11 16,0 0-9-16,0 0-7 0,-5 17-11 0,1 3-4 15,-1 10-2-15,-4 4 0 0,-3 16-4 0,-1 2-5 16,-1 2-4-16,0 4 3 0,-1 1 13 0,2-3-6 15,-1-1-1-15,0-3-2 0,1-6-3 0,7-14-4 16,-1-2-2-16,2 1 3 0,-1-5-4 0,2-6-1 16,-1-3 0-16,1-1-4 0,2-6 1 0,-1-1 0 15,2-4 4-15,0 2 17 0,-2-4 22 0,0 3 20 0,2-3 18 16,1-3-1-16,-6 3-22 0,6-3-4 0,-13-7-5 16,3 2-6-16,1 1-9 0,-4-3-10 0,4 1-11 0,-2-2-9 15,0 1-12-15,2-2-26 0,-1 4-18 0,4-5-18 16,-2 3-15-16,-1 0-22 0,4 2-22 15,0 0-33-15,1 2-35 0,0-4-49 0,3 3-235 16,2-2-503-16,1 1 222 16</inkml:trace>
  <inkml:trace contextRef="#ctx0" brushRef="#br0" timeOffset="39260.51">8802 6505 149 0,'-5'2'241'0,"5"-2"-14"15,-7 1-13-15,7-1-6 0,-9 0-13 0,9 0-16 0,0 0-16 0,0 0-14 31,0 0-16-31,0 0-13 0,0 0-5 0,0 0-20 16,34-5-8-16,-3 2-9 0,0-1-2 0,2 1-11 16,1-2-5-16,2 0-11 0,4 0-5 0,-2-2-4 0,3 5-2 15,-4-3-4-15,-1 1-5 0,-4 1-5 0,-3-2 2 16,-8 5-4-16,-3-3-2 0,-6 3-3 16,0 0 2-16,-6-1-7 0,3 0 0 0,-4 1-3 0,-5 0-9 15,5-2-12-15,-5 2-14 0,0 0-8 0,0 0-12 16,0 0-12-16,-20-4-7 0,8 4-15 0,12 0-23 0,-17-1-18 15,10 1-25-15,-4 0-45 0,4-2-154 0,7 2-373 16,-10-2 165-16</inkml:trace>
  <inkml:trace contextRef="#ctx0" brushRef="#br0" timeOffset="39743.35">9567 6327 132 0,'4'-3'265'0,"-4"3"-26"0,7-5-20 0,-2 3-21 0,-1 0-19 16,2 1-19-16,1-2-15 0,2 3-14 0,-2 1-14 0,4 2-5 16,-2 1-9-16,2 1-12 0,-2 2-6 0,1 0-2 15,-1 1-16-15,0 3 1 0,-5 2-14 16,1-1-3-16,-1 0-5 0,-4 0-4 0,0 4-4 0,0 0-1 15,-4-4-4-15,-4 5-2 0,2-2-1 0,0-4 0 0,-3-1-5 16,2-1 2-16,0-1-1 0,1 1-1 0,-1-4 7 16,3-1-5-16,0 1 6 0,0-2 12 0,2 1 17 15,-1-1 30-15,3-3 33 0,-2 2 33 0,2-2 33 16,0 0-16-16,0 0-16 0,0 0-31 0,1-11 0 16,4 1-24-16,0 2-11 0,3-3 2 0,5-4-12 15,1 1-11 1,4-7-3-16,-5 6-7 0,7-3-13 0,-9 2-1 15,3 5-7-15,-2 1-4 0,-2 1-6 0,-2 0-2 16,-3 4-4-16,-1 3-4 0,1-2-6 0,-1 0-12 16,-3 1-14-16,-1 3-14 0,8-2-29 0,-8 2 0 15,0 0-13-15,6 5 18 0,-6 0-10 0,3-1-1 0,-3 7 13 16,1-2 0-16,-1 3-2 0,1 1 5 0,-1 2-9 16,0 1-18-16,0-1-22 0,1-1-21 0,1-2-19 15,-1 0-21-15,0 0-27 0,1-2-27 0,0 0-38 0,3-1-46 16,-4-5-210-16,3 0-543 0,-4-4 239 0</inkml:trace>
  <inkml:trace contextRef="#ctx0" brushRef="#br0" timeOffset="39976.93">9999 6254 250 0,'1'-5'267'0,"-1"5"-32"0,0 0-27 15,5-3-22-15,-5 3-19 0,0 0-11 0,9 12-15 16,-7-6-7-16,1 5-8 16,3-1-15-16,0 8-8 0,-2 0-7 0,4 6-8 15,-5 2-6-15,-2 0-6 0,-5 4-5 0,-1-5-6 16,-2 5 0-16,-6-4-25 0,-4 0-16 0,2-2-13 16,-7-1-26-16,-5-2-42 0,-1-1-48 0,2-4-77 15,-4-1-209-15,2-5-423 0,-3-3 187 0</inkml:trace>
  <inkml:trace contextRef="#ctx0" brushRef="#br0" timeOffset="40413.71">9527 6123 167 0,'0'0'272'0,"-3"-5"-33"0,3 5-21 0,0 0-26 0,-10 0-21 0,10 0-17 15,-14 10-17-15,3 2-13 0,-2 2-13 0,-6 7-13 16,-2 4-8-16,2 2-11 0,-9 12-6 0,11-6-6 15,-3 9-8-15,10-8-2 0,0 1-10 0,3-2-1 16,6-2 5-16,2 0-2 0,3 0 7 0,6-4 4 16,3-2 0-16,7 1 11 0,0-6 2 0,4-1 7 15,3-2 9-15,-1-3 4 0,5-2-1 0,-3-2-3 0,2-1-1 0,-4-3-11 16,-8-2-7-16,-2-1 6 0,-5 1 3 0,1-2 3 16,-1-2 7-16,-6 3 10 0,2-2 3 15,-2-1 8-15,-5 0 0 0,7 1-6 0,-7-1-5 16,6 1-4-16,-6-1-10 0,6 0-12 0,-6 0-22 0,0 0-24 15,0 0-40-15,0 0-75 0,0 0-116 0,0 0-115 16,0 0-374 0,-15-6-751-16,12 2 332 0</inkml:trace>
  <inkml:trace contextRef="#ctx0" brushRef="#br0" timeOffset="42834.45">10706 6261 4 0,'0'0'194'0,"0"-6"-12"0,0 6-5 0,0 0-11 15,0 0-8-15,0-4-9 0,0 4-7 0,0 0-12 16,0 0-12-16,0 0-10 0,0 0-9 0,-4-4-11 15,4 4-3-15,0 0-10 0,0 0-8 0,0 0-9 16,0 0-2-16,0 0-6 0,0 0-8 0,0 0-6 16,0 0-4-16,0 0-4 0,0 0 2 0,0 0-4 15,0 0-3 1,0 0-4-16,0 0 1 0,0 0-4 0,6-3 0 0,-6 3-2 16,9-2-4-16,-5-3-3 0,1 2 0 0,3 0 2 15,-1-1-5-15,3-1 0 0,-5 3 0 0,4-5-2 16,-2-1 3-16,-1 3-2 0,-1 0 1 15,4-2 1-15,-7 2 2 0,1-1 3 0,1 3 6 16,-3-4 2-16,1 4 2 0,0-2-2 0,-4 0-9 0,2 5-6 16,-6-6-3-16,1 5 1 0,-4-1 0 0,-1 2-1 0,-4 3-3 15,-4 1 1-15,-1 1-2 0,-6 4 0 0,0 0 0 16,-3 4 2-16,1 2-3 0,0-1 1 0,3 3-1 16,-1 3 2-16,-1 1 12 0,6 1 2 0,-2 2-1 15,2 0-1-15,4 1-2 0,2 0-2 0,8 0 2 16,-2 0 0-16,8-4 1 0,1-1-1 0,12 2 0 15,1-1 1-15,9-1 1 16,6-5-2-16,5-1 1 0,1-4-4 0,19 0 3 16,-4-5-4-16,5-1 0 0,1-4 4 0,0-4-3 15,2 0 0-15,-4-3-3 0,-1-4-5 0,-12 2 2 16,-4-2-2-16,-1-1 2 0,-4 0 1 0,0-4 0 16,-5 2 2-16,-2 0-4 0,-11 0 8 0,3 1 10 15,-7 1 8-15,-1 0 11 0,-4 2 10 0,0 3 6 0,-5-2 2 16,0 3-3-16,0-1-7 0,-2 0-5 0,-6 2-4 0,3 2-2 15,-4 1-4-15,-4 0-5 0,-6 4-4 0,-1 1-2 16,0 3 0-16,-6 2-1 0,5 0-4 0,1 1 1 16,3-1-1-16,1 2 1 0,0 0-7 0,5-1-22 15,3-2-6-15,-1 0-7 0,5 3 2 16,3-5 5-16,1 3-1 0,1-2 4 0,3-1 2 0,5-1 4 16,5 2 5-16,4-4-2 0,0-2 2 0,10 0-2 0,-10-2 6 15,4-2-1-15,6-2 0 0,-8 1 5 0,-4-2-3 16,0-2 10-16,-2-1-7 0,0 0 4 0,-5 2 1 15,0-3-5-15,-2 1 2 0,-1 3-2 0,-5-5-6 0,4 4-3 16,-5-3-6-16,-2 3-10 0,-2-2-5 16,-2 6-11-16,-1-4-8 0,-2 4-5 0,0 0-13 15,-2 2-12-15,-1 0-14 16,-2 2-23-16,5-1-16 0,0 2-28 0,-1 1-36 16,2 0-123-16,3-2-347 0,5 0 153 0</inkml:trace>
  <inkml:trace contextRef="#ctx0" brushRef="#br0" timeOffset="43250.64">11689 6298 211 0,'1'-3'254'0,"-1"3"-23"16,0 0-22-16,4-3-22 0,-4 3-22 0,0 0-13 16,0 0-18-16,0 0-11 0,0 0-17 0,-10 8-12 15,2-4-9-15,-2 3-6 0,2 1-10 0,-2 0-9 16,-4 1-2-16,3 0-2 0,-2 1-6 0,3-2-10 16,1 1-8-16,1 1 0 0,-2 0 1 0,3-1-4 15,2 1-15-15,0-1-6 0,3 2-2 0,-1-1-1 16,3-1-2-16,0 1 4 0,4-1-1 0,1 0-2 0,3-1 0 0,1-1 0 15,1 0-1-15,4 2 3 0,2-1-4 0,-1 1 1 16,1-3-2-16,-6-1 1 0,2 3-1 0,-1-3 7 16,-2 1-9-16,2 1-13 0,-4-3-6 0,0 0-5 15,-5 2-3-15,2-2 0 0,-4-2 8 0,0 5 1 16,-4-2 10-16,2 0-1 0,-5-1 5 0,-4 3 0 16,-1-1 0-16,-7 1 2 0,2-2-1 0,-2 2 3 0,-1-3 1 0,-1 0-1 15,0 2-9-15,-1-3-20 0,4-1-25 0,-2 0-35 16,8-1-42-16,-2-1-212 0,5-1-372 15,1-1 165-15</inkml:trace>
  <inkml:trace contextRef="#ctx0" brushRef="#br0" timeOffset="43852.68">12029 6312 208 0,'0'-3'288'0,"0"3"-27"15,0 0-30-15,0 0-26 0,0 0-21 0,0 0-25 16,0 0-19-16,0 0-14 0,0 0-14 0,5 11-10 0,-6-3-12 15,-2 2-8-15,2 2-1 0,0 1-16 0,-3 6-6 16,-1-2-8-16,0 9-4 0,-2-8-5 0,-2 6-5 0,4-5-3 16,0-2-3-16,0 0 3 0,1-5-8 0,-1-3-1 15,4-1-4-15,-3-2 0 0,3 0 8 0,-2-2 20 16,2 1 16-16,0-1 28 0,-2 0 40 16,3-4 28-16,0 0 24 0,0 0-5 0,0 0-19 0,0 0-15 0,12-13-15 31,-2 9-19-31,-1-7-3 0,4-1-18 0,-1 0-7 0,1-1-10 0,1 0-19 0,0 1 10 0,0 2-9 31,-5 3-9-31,0 0-10 0,-4 2-1 0,1 0-12 0,-2 1 4 0,1 1-19 0,-2 1-7 0,2-1-15 16,-5 3-21-16,0 0-10 0,9 1 7 0,-9-1-9 0,8 6-13 15,-6-1 6 1,5 2-1-16,-1 1 8 0,-2 1-24 0,2 1-11 16,-2 0-27-16,4 0-22 0,-3 2-32 0,3-3-32 15,-1 1-40-15,-2-3-51 0,0 2-261 0,-1-3-591 16,0-4 261-16</inkml:trace>
  <inkml:trace contextRef="#ctx0" brushRef="#br0" timeOffset="44723.88">12347 6355 132 0,'4'-5'286'0,"-3"1"-30"15,3 0-21-15,0 3-27 0,-3-2-22 0,-1 3-20 31,7-2-16-31,-7 2-20 0,0 0-8 0,14 5-12 16,-9-1-8-16,0 1-10 0,1 4-6 0,2 2-8 0,-2-2-8 16,-1 3-7-16,-1 0-7 0,0-1-3 0,-2 6-4 15,-2-1-7-15,0-4-3 0,-3 3-3 0,0-3-4 0,-1 1-3 16,1-1 1-16,-1-3-3 0,-1 0-3 0,1-1-1 16,-1-2 4-16,1 0-6 0,0-2 5 0,3-1 6 15,-2 2 18-15,2-2 30 0,1-3 49 0,-1 3 34 16,1-3 12-16,0 0 16 0,0 0-19 0,0 0-21 0,0 0-18 15,5-13-15-15,0 5-16 0,4-2-12 0,-2 0-20 16,2-4 6-16,2 0-8 0,3-1-6 0,-4 1-11 16,4 2-3-16,-6 2-4 0,-3 1-8 0,3 1-5 15,-5 3-2 1,6 0-6-16,-6-1-2 0,-2 5-19 0,2-1-8 0,-1-1-16 0,-2 3-22 0,4-5-22 0,-4 5-30 16,0 0 12-1,0 0 3-15,5 8 4 0,-5-3 3 0,-2 4-1 16,2-2 3-16,0 4 1 0,-2-2-12 0,2 1-4 15,0 2-6-15,4 0-3 0,-2 0-5 0,5-3-5 16,-1 1-5-16,10 2-2 0,3-3-3 0,5 2-18 16,7-1-14-16,1-4-10 0,4 0-14 0,-2-3-20 15,8-3-8-15,7 0-14 0,2-1 8 0,-14-1 18 16,0-1 27-16,5-1 53 0,-3-1 30 0,-2-1 19 0,-4-1 19 0,-1 0 29 16,-4-3 20-16,-8 1 30 0,-2 0 15 15,0-2 21-15,-1 2 26 0,-3-1 19 0,-6 0 10 0,-1 3 6 16,1-1 6-16,-4 1 7 0,-2 0-17 0,0-2-9 15,-4 4-13-15,1-1-11 0,-3 0-12 0,-5 1-11 0,-1-2-10 16,0 3-5-16,-2 0-4 0,-7 3-9 0,0 0-6 16,-3 1-5-16,2 2-5 0,-2 2-3 0,-6 6-4 15,9-6-4-15,-2 4-1 0,-3 3-6 0,7 1-2 16,1-1 1-16,4 0-2 0,0-2 0 0,5 1-16 16,-2 0-10-16,0 1-4 0,5-1-8 0,1 2 0 15,1-2 2-15,2 0 3 0,4-3 2 0,0 1 2 16,6-1 2-16,-1 0 4 0,4-3 6 0,1-3 1 15,4 3 0-15,-3-4 2 16,3-4 9-16,0 1 2 0,1-5 12 0,-3 0 5 16,1-2 10-16,-1-2 14 0,-2-1 11 0,-1-1 6 0,-1-3-9 15,1-7 3-15,1 0 6 0,-5-1-8 0,0-4-3 16,1 0-8-16,-2-2 2 16,-3-3-12-16,0-2 0 0,-1 4 0 0,0-2 10 0,-3 4 24 0,3 2 26 0,-4 9 7 15,1 2 2-15,-2 5 9 0,2 0-6 0,-1 2-9 16,0 5-19-16,0 0-12 0,0 0-36 0,0 5-35 15,-1-7-53-15,1 7-35 0,0 0 9 0,0 0 7 16,-9 20 10-16,5-6 7 0,-5 12 10 16,3-3 8-16,-2 6-14 0,3 1-24 0,-3 0-6 0,4 2-10 15,3-3-17-15,-4 3-16 0,5-3-11 0,-4-3-29 16,8-1-27-16,-4-6-34 0,1-2-47 0,-2-3-210 16,2-5-524-1,2-2 232-15</inkml:trace>
  <inkml:trace contextRef="#ctx0" brushRef="#br0" timeOffset="45140.41">13409 6275 84 0,'0'0'228'16,"6"-2"-27"-16,-6 2-23 0,8 0-22 0,-4 4-3 15,2-1-13-15,-1 0-10 0,3 5-10 0,1 1-6 16,-5 1-10-16,2 1-5 0,-2 1-9 0,2 4-7 15,-4 0-5-15,-1 1-7 0,-1 0-3 0,-4 0-5 16,-1 0-2-16,0-1-3 0,-4 0-6 0,4 0-2 16,-4-2-4-16,-4-1-4 0,7-4-3 0,-2 0-3 0,3-1 2 0,1-3-2 31,-1 0 4-31,1 0-1 0,3-1 11 0,-2-1 25 0,2 2 30 0,-1-3 34 0,2-2 39 0,0 0 24 16,0 0 12-16,0 0-20 0,0 0-21 15,6-10-21-15,2 1-16 0,-1-1-8 0,5-3-16 16,-1-1-8-16,6-7-16 0,1-4-13 0,0 2-7 0,0-1-9 15,0 2-7-15,-1 2-16 16,-6 6 12-16,0 1-6 0,-5 4-1 16,2 1 0-16,-4 1-7 0,2 3-4 0,-4 1-13 15,0-1-14-15,1 1-20 0,-3 3-17 0,4-4-42 16,-4 4-5-16,0 0 5 0,0 0 5 0,-7 18 6 0,3-7 11 16,-6 6 16-16,4 1-4 0,-6 6 4 15,2-1 1-15,4 3 9 0,1-2-3 0,3-6 7 16,2 3 10-16,3-4-13 0,5 1-7 0,5 3-9 0,7-2-15 0,5-2-51 15,7-2-74-15,21-3-132 0,-1-6-318 0,4-6-686 16,4-4 303-16</inkml:trace>
  <inkml:trace contextRef="#ctx0" brushRef="#br0" timeOffset="45687.65">14702 6459 47 0,'0'0'451'0,"-5"2"-23"0,5-2-43 0,0 0-37 15,0 0-47-15,0 0-49 0,0 0-42 0,18-9-42 16,0 4-37-16,10-1-41 0,3 0-44 0,3 2-56 16,3-2-67-16,-2 3-70 0,-1 1-90 0,-3-4-161 15,-4 0-431-15,-8 2 190 0</inkml:trace>
  <inkml:trace contextRef="#ctx0" brushRef="#br0" timeOffset="45810.28">14845 6553 76 0,'-6'3'228'0,"5"0"-1"0,-3-1-4 16,1 1-6-16,3-3-14 0,0 0-20 0,14 1-15 15,5-2-18-15,12 1-21 0,6-1-64 0,14-4-97 0,-1-4-275 16,1 1-331-16,0-6 147 0</inkml:trace>
  <inkml:trace contextRef="#ctx0" brushRef="#br0" timeOffset="46527.37">16319 5874 123 0,'2'-10'251'0,"-1"-1"-8"0,1-1 1 0,2-1-12 0,-3 1-6 16,3 4-9-1,-2-4-2-15,1 7 1 0,-2-4-13 0,0 4-13 16,1 2-20-16,-1-4-17 0,0 5-20 0,-1 2-15 16,2-6-24-16,-2 6-35 0,0 0-29 0,0 0-5 15,0 0 0-15,0 0-4 0,-2 20-2 0,2-5-2 16,0 4-4-16,-4 0-19 0,2 8-30 0,-2 2-34 15,0-2-31-15,-1 4-43 0,2-2-54 0,0-1-249 16,-2-10-485-16,0 2 214 0</inkml:trace>
  <inkml:trace contextRef="#ctx0" brushRef="#br0" timeOffset="46790.17">16027 6336 2461 0,'-10'6'267'0,"1"0"-111"0,2-4-56 0,1 1-24 15,1-1-21-15,1 1-16 0,4-3-7 0,0 0-9 16,0 0-8-16,0 0-3 0,36-4 0 0,-4 0 2 16,8-2-5-16,20 0 0 0,5-4 0 0,26-1-1 15,-26 5-2-15,32-3-2 0,-34 2-1 0,-2 2 1 0,0 2-2 0,-8-1-4 16,-16 3-11-16,-4-1-17 0,-2 0-15 0,-11 2-16 15,-6 0-30-15,-4 0-22 0,-1 0-16 0,-4 2 5 16,-5-2-9-16,0 0-17 0,0 0-14 0,-23 7-19 16,4-5-164-16,-1 0-375 0,-1 2 166 0</inkml:trace>
  <inkml:trace contextRef="#ctx0" brushRef="#br0" timeOffset="47191.2">16569 6581 18 0,'-3'4'247'0,"0"3"-25"0,-2 1-16 0,-2 2-18 16,-3 1-18-16,-6 2-17 0,0 2-15 0,-2 3-16 15,-1-1-10-15,-3-1-10 0,7-1-11 0,-6 4-10 16,8-8-4-16,-2 4-11 0,4-6-4 0,2-1-9 0,1-3-1 0,3-1 6 16,1 0 16-16,-1 0 33 0,1-2 36 0,2 1 37 15,2-3 38-15,-5 1-27 0,5-1-18 0,0 0-20 16,10-18-21-16,-2 7-11 0,1-4-8 0,0-1-11 16,2 1-15-16,1 3-8 0,-2-2-12 0,2 1-18 15,-3 5 4-15,-1-3-3 0,-4 6-7 0,2 0-4 16,-1 1-8-16,-1 0-3 15,0 1-19-15,0 1-18 0,0 1-4 0,-4 1-9 16,0 0-1-16,15 6 0 0,-6-1-11 0,0 2-6 16,1 2-11-16,-1 0-29 0,2 4-33 0,0 0-31 15,0 2-36-15,0-3-35 0,4 1-38 0,-7-2-291 16,-2-3-588-16,0-3 260 0</inkml:trace>
  <inkml:trace contextRef="#ctx0" brushRef="#br0" timeOffset="47344.84">16335 6631 255 0,'-4'-3'407'0,"2"1"-38"15,-1-2-35-15,3 1-41 0,5-1-41 16,8-2-42-16,14-4-38 0,24-2-56 0,9-1-72 0,32-2-73 0,3 0-87 16,-2-3-269-16,9 3-417 0,-11-8 186 0</inkml:trace>
  <inkml:trace contextRef="#ctx0" brushRef="#br0" timeOffset="48008.44">17953 5646 137 0,'-2'-4'266'0,"0"-3"-13"0,2 1-15 15,-4 4-26-15,4-1-23 0,0 3-29 0,0 0-22 16,0 0-16-16,-10 8-14 16,1 6-11-16,-5 13-10 0,-1 4-7 0,-10 15-13 15,1 7-6-15,-13 26-5 0,5-1-7 0,4 3 7 16,1 3-6-16,2-4-1 0,3 2-8 0,12-23-5 15,-11 26-2-15,11-28-3 0,2 4-1 0,1 24 0 16,-6-3-5-16,9-24 3 0,-5 0-6 0,-1 0 1 0,1 0-2 16,-1-7 0-16,-7-5-3 0,3 0-2 15,1-13 6-15,1-4 4 0,-4-4 9 0,2-1 3 0,-6-4 0 16,2-2 1-16,0-5 0 0,-6 1-2 0,2-3 0 16,-4-2-4-16,1-1-7 0,-6-1 5 0,-1-3-8 0,3 1-2 15,1-5-5-15,-3 4-16 0,8-2-30 0,3-1-26 16,0 3-30-16,0 2-41 0,1 0-32 15,0 0-46-15,2 6-237 0,0-4-479 0,5 2 213 16</inkml:trace>
  <inkml:trace contextRef="#ctx0" brushRef="#br0" timeOffset="48477.86">16835 7989 46 0,'0'0'210'0,"0"0"-6"0,-4 2-14 16,4-2-10-16,0 0-3 0,0 0-15 0,-4 3-11 15,4-3-7-15,0 0-11 0,0 0-11 0,0 0-6 0,0 0-11 16,0 0-10 0,0 0-1-16,0 0-2 0,0 0-6 0,0 0-3 15,0 0-6-15,0 0-6 0,0 0-6 0,0 0-7 16,25-4-5-16,-5 3-7 0,-1-6-5 0,11 3-2 15,-1-2-7-15,2 1 1 0,-2 0-7 0,-1 0 3 16,0 1-5-16,-7 1-9 0,0-1 2 0,-4 3-2 16,-8-1-1-16,4 1-1 0,-3-1-2 0,-5 0-1 15,4 0 2-15,-9 2 0 0,10-1-5 0,-7 0-9 0,-3 1-7 16,0 0-20-16,8-1-6 0,-8 1-16 0,0 0-25 0,0 0-32 16,0 0-41-16,0 0-39 0,0 0-223 0,-20 3-444 15,20-3 196-15</inkml:trace>
  <inkml:trace contextRef="#ctx0" brushRef="#br0" timeOffset="48858.44">17687 7928 188 0,'0'0'370'0,"5"3"-42"0,-5-3-34 0,2 3-33 16,-2-3-37-16,-2 8-24 0,-2-4-18 0,-4 4-19 16,1 2-19-16,-1 0-11 0,-2 5-13 0,-1-5-16 15,1 5-8-15,-3-1-6 0,3-1-11 0,2-3-16 16,0-3-22-16,2 2-19 0,-2-2-8 0,7-3-8 16,-4 1-3-16,2 0 6 0,-1-3 17 0,3 3 29 15,1-5 21-15,-4 0 13 0,4 0-6 0,0 0-18 0,8-13-3 0,-3 5-6 16,3-2 0-16,-3 2 8 0,1-2-2 0,3 1-7 15,-2 0-5-15,-1 4-6 0,0-3-6 0,-1 5 1 16,-1-1-8-16,-1 2-9 0,1-2 3 0,-2 2-10 16,-2 2-15-16,0 0-6 0,14 6 3 0,-9-4-2 15,3 5 0-15,0 1 3 0,1-2-2 0,2 10 0 16,2-4 4 0,0 0-24-16,2 1-24 0,-1-2-28 0,-1 0-28 0,1 2-37 0,-5-4-38 15,0 0-48-15,2-3-49 16,-4-1-232-16,-1-2-549 0,-3-1 243 0</inkml:trace>
  <inkml:trace contextRef="#ctx0" brushRef="#br0" timeOffset="49016.13">17475 7958 106 0,'-4'-1'398'0,"-1"-3"-40"0,3 1-35 0,2 3-36 15,12-12-31-15,4 3-30 0,9-4-23 0,7 0-47 16,23-5-48-16,3 1-49 0,4-2-64 0,25-3-87 15,-27 2-306-15,0 1-430 0,-6-4 191 0</inkml:trace>
  <inkml:trace contextRef="#ctx0" brushRef="#br0" timeOffset="49879.27">18135 5135 242 0,'2'-4'296'0,"-2"4"-11"0,5-2-24 0,-5 2-20 16,5-3-26-1,-5 3-20-15,0 0-24 0,4-2-29 0,-4 2-22 16,0 0-19-16,0 0-11 0,0 10-7 0,-3-6-11 16,2 4-7-16,-4 3-6 0,0-1-4 0,-1 7-7 15,-1-2-4-15,-3 2-4 0,0-1-5 0,-3 6 0 16,1 0-2-16,1-7-6 0,3-1-2 0,1-5-1 16,0 2-3-16,4-2 3 0,-1-4-2 0,0 0-1 15,1-3 17-15,2 1 39 0,-3 0 33 0,4-3 17 0,0 0-10 0,0 0-16 16,-1-16-7-16,2 6 4 0,4-6-27 0,2-2-9 15,3 1-2-15,0-1-8 0,3-4-15 0,2-2 5 16,-2 9 0-16,0 0-16 0,0 1-1 0,-2 1 3 16,-1 4-3-16,-5 2-5 0,3-1-3 0,-5 3-31 15,1 4-9-15,3-2-7 0,-2 3-10 0,3 3-2 16,-3 2-1-16,5 4-10 16,-2 0 4-16,1 6 2 0,-3 0 1 15,7 2-3-15,-8 0-20 0,4 8-20 0,0-7-21 0,-3 2-27 16,-1-2-30-16,1 0-30 0,0-1-37 0,-2-3-253 15,-4-3-529-15,2-2 234 0</inkml:trace>
  <inkml:trace contextRef="#ctx0" brushRef="#br0" timeOffset="50033.09">18000 5152 2300 0,'-15'-7'214'15,"3"3"-49"-15,2-2-25 0,5 2-31 0,-2 1-32 16,4 1-10-16,-3 0-20 0,2-1-13 0,4 3-9 15,0 0 0-15,10-1 0 0,9 1-1 0,14-4-12 16,21 1-38-16,7 4-44 0,31-1-60 0,2-2-86 0,-34 2-255 0,32-8-510 16,-27 6 227-16</inkml:trace>
  <inkml:trace contextRef="#ctx0" brushRef="#br0" timeOffset="50681.62">18780 6191 219 0,'0'-8'304'0,"0"2"-20"0,0 0-25 0,0 4-33 16,0 2-24-16,-8-4-24 0,8 4-20 0,-13 9-17 15,0 1-18-15,-3 10-14 0,-7 5-10 0,1 5-10 0,-7 14-3 16,-7 3-13-16,8 0-10 0,-3 6-8 0,6 0-6 15,2-2-2-15,2 2-9 0,6-5-3 0,4 5-9 0,7-4-9 16,8-1-5-16,4-12-13 0,5-3-16 0,10 9-32 16,1-14-39-16,2-5-56 0,8-6-80 0,2-5-172 15,0-3-427-15,2-6 190 0</inkml:trace>
  <inkml:trace contextRef="#ctx0" brushRef="#br0" timeOffset="51198.77">18886 6549 67 0,'5'-8'252'0,"5"1"-20"16,2 2-29-16,1-2-20 0,6 2-21 16,0 1-13-16,9-1-18 0,-9 2-12 0,9 2-10 0,-5 2-2 15,-4 3-16-15,3-1-7 0,-1 2-11 0,-4 3-8 0,0 1-7 16,-2 1-8-16,-6 4-5 0,-1-5-6 0,0 6-3 16,-3-2-3-16,-4-1 1 0,-4 3-5 0,0 3 1 15,-5-3-8-15,-1 1 2 0,-1 1-1 0,-3 0 0 0,-1-4-2 16,0 0 0-16,0 1 8 0,1-2 3 15,3-4 9-15,1-2 8 0,0 0 10 0,4-4 9 16,-2 1 11-16,2 1 17 16,5-4 22-16,-5 4 31 0,5-4 33 0,0 0-12 15,0 0-18-15,0 0-22 0,-6-13-16 0,12 3-8 16,2-1-13-16,2-5-12 0,3 4-27 0,1-3-2 16,4-5 8-16,-1-1-3 0,-2 7-5 0,-2 1-7 15,-1 1-6-15,-3 3-4 0,-1 1 6 0,-3 2-7 16,-1 3-3-16,2-2-1 0,-2 2-7 0,1-1-11 15,-5 2-19-15,0 2-22 0,5-3-28 0,-5 3 0 0,0 0-6 0,4 12 9 16,-2-3 1-16,-4 1 10 0,2 2-2 0,-2 4 10 16,4 2 0-16,0-1-16 0,1 3-22 0,4-2-19 15,4 5-33-15,2-2-33 0,5-1-64 0,1-10-84 16,-1-2-249-16,7-1-599 0,5-7 265 0</inkml:trace>
  <inkml:trace contextRef="#ctx0" brushRef="#br0" timeOffset="51620.13">19745 6631 185 0,'-8'0'262'0,"8"0"-21"15,-12 0-16-15,12 0-19 0,-6 0-19 0,6 0-21 16,-9-2-14-16,9 2-17 0,-5-1-15 0,5 1-13 16,0 0-10-16,0 0-10 0,0 0 1 0,0 0 1 15,-8-1-8-15,8 1-3 0,0 0 1 0,0 0 2 0,0 0 3 0,0 0 4 16,0 0-1-16,0 0-4 0,0 0-1 0,0 0-5 16,-8 0-5-16,8 0-14 0,0 0-2 0,0 0-7 15,0 0-3-15,0 0-1 0,0 0-7 0,0 0-5 16,0 0-1-16,0 0-4 0,0 0 11 0,0 0-8 15,0 0-9-15,0 0 2 0,0 0 1 0,31-5 0 16,-13 2-6-16,4 0 2 16,7-1-5-16,2 2-3 0,3-4 3 0,2 4-6 15,-4-2 1-15,4-1-3 0,-3 0-1 0,-2 2 3 16,-2 1-2-16,-10 0-1 0,-1-1 7 0,-5 3-1 16,-2-1-9-16,-3-2-1 0,-1 2-15 0,-1 0-16 15,-1 0-22-15,0 0-15 0,-5 1-36 0,0 0-32 16,0 0-35-16,0 0-33 0,-19-5-37 0,9 4-258 15,-2 1-537-15,5-3 238 0</inkml:trace>
  <inkml:trace contextRef="#ctx0" brushRef="#br0" timeOffset="52114.83">20283 6403 2248 0,'2'-7'156'0,"1"2"-75"16,-1-2-13-16,0 2-17 0,2 2-15 0,2-2-13 16,0 4-9-16,3-2-5 0,1-1 1 0,0 6-6 15,-2-2-1-15,2 2-2 0,2 2 0 0,-2 4 5 16,3 5 0-16,-3-2 2 16,2 2-2-16,-2 3 1 0,-3 0 4 0,0 1-6 15,-2 0 3-15,-4 1-2 0,-1-1 3 0,-1 0 0 16,-2-1-3-16,0 2 5 0,-4-1-2 0,-3 0 3 15,-4-2 2-15,1 1-3 0,-2-3 3 0,2 1 0 16,-1-4 2-16,1-1 2 0,4 0 2 0,-2-4 7 16,3 1 3-16,2-2 11 0,0 1 16 0,2-3 24 15,-2 3 27-15,4-5 38 0,2 0 33 0,0 0-3 0,0 0-28 16,-7-9-14-16,9 3-16 0,2-2-2 0,-2-2-34 16,9-2 6-16,0-4-13 0,2 0-4 0,7-3-10 0,-1-2-5 15,2 1-11-15,-1-2-4 0,-1 4-4 0,-2 5-3 16,-3 1-3-16,-4-1-8 0,-1 6 2 0,0 0-2 15,-4 3-6-15,-1-2-1 0,0 1-5 0,0 4-11 16,0-2-5 0,-2 1-18-16,-2 2-36 0,0 0 3 0,0 0 1 0,10 6 6 15,-10 1 0-15,0 3-8 0,0 2 8 16,1 3 7-16,1-3 16 0,0 6-9 0,2 1 0 16,0 0 8-16,2 0 3 0,5-1-7 0,-2-2-28 15,2-2-33-15,3 1-42 0,-1-4-51 0,2-3-81 0,-3-1-346 16,2-5-663-16,0-1 293 0</inkml:trace>
  <inkml:trace contextRef="#ctx0" brushRef="#br0" timeOffset="52484.58">20693 6157 68 0,'0'0'363'0,"0"-5"-26"15,0 5-33-15,2-4-29 0,1 1-30 0,2 1-25 16,3 0-27-16,3 2-12 0,-1-1-22 0,3 1-12 16,-1 2-17-16,-1 1-11 0,-2 1-13 0,2 1-1 0,1 1-20 15,-4 1-11-15,-1 3-7 0,0-1-7 0,-2 3-10 0,-4-1-5 16,2 0-6-16,-6 5-1 0,2-1-3 0,-3-2-3 15,-4 1-4-15,3-1 6 0,0-2-13 16,0-1 1-16,-3-1-5 0,7-2-3 0,-3-1 2 16,0-2-1-16,3 2-1 0,-4-2 2 0,5-2-3 0,0-2-1 15,-4 5 2-15,4-5 3 0,10 5 0 0,2-3-2 0,4-2 2 16,5 0-4-16,7-3-26 0,2-1-31 0,-1-1-33 16,0 1-45-16,-1-1-58 0,3-4-72 0,-12 3-266 15,9-6-560-15,-10 2 248 0</inkml:trace>
  <inkml:trace contextRef="#ctx0" brushRef="#br0" timeOffset="52722.86">21214 5932 39 0,'1'-3'345'0,"-1"3"-40"0,-1-3-33 16,1 3-32-16,0 0-21 0,0 0-28 0,10 8-20 15,-1 5-16-15,5 10-11 0,2 9-9 0,4 16-7 16,-2 7-6-16,1 23-7 0,-10-22-9 0,0 5 0 16,-3 26-11-16,-6-29-5 0,-7 23-7 0,-2-27-2 15,-10-1-6-15,-3-4-10 0,-5 4-4 0,-9-4-2 16,-5-1-6-16,-23 10-15 0,12-17-33 0,-21 7-53 16,-10-4-71-16,23-17-112 0,-27 6-286 0,25-16-560 15,-1-6 248-15</inkml:trace>
  <inkml:trace contextRef="#ctx0" brushRef="#br0" timeOffset="54376.46">21977 6191 36 0,'0'0'239'0,"0"0"-19"15,-3-3-14-15,3 3-19 0,0 0-22 0,0 0-13 16,0 0-17-16,0 0-20 0,-4-4-9 0,4 4-13 16,0 0-16-16,0 0-7 0,0 0-12 0,0 0-6 0,0 0 0 0,0 0-8 15,0 0-5-15,0 0-4 0,0 0 3 0,17 2-7 16,-9-5-4-16,2 2-1 0,2-2-2 0,0 1-2 15,6-1-1-15,1-1-6 0,-6 0 1 0,1-2 0 16,0-1-3-16,-1 2-1 0,-3-1-2 0,2-3 3 16,-1 4-2-16,-2-3 10 0,-1 1 6 0,-2 3 6 15,-1-4 4-15,-1 3 0 16,-1 1-6-16,-2-2-9 0,-4 1-5 0,1 1-3 16,-3 2 3-16,-8-1-8 0,0 2-1 0,-3 1-2 15,-5 6-1-15,-1-4-3 0,-6 10 2 0,-2 0-1 16,-1 1-2-16,2 1 1 0,-3 3-3 0,2 2-1 15,2 1 0-15,0 3 1 0,1 2-9 0,2 2 9 16,3-1 16-16,3 4 1 0,2-1-1 0,3 2 1 16,8-2-2-16,3 0-3 0,8 2-3 0,7-4 1 0,9-3 1 0,8-3 0 15,15 2 0-15,7-3-5 0,8-4 1 0,5-6-2 16,28-1-1-16,-28-3 1 0,35-2-3 16,-4-8-1-16,-30 2-3 0,1-3-9 0,-4-1-5 15,-3-1-2-15,-8 0 1 0,-14-3 0 0,0-1 2 16,-9 1 1-16,-1-4 4 0,-9 5 0 0,-1 0 13 0,-6-2 16 15,-2 2 10-15,-4-3-3 0,-5 5-1 0,-4-4 0 0,-3 3 0 16,-1-1-1-16,-4 1 2 0,-4 3-2 0,-3-2 7 16,-6 5-5-1,-3 1-4-15,0 2-2 0,-4 4-4 0,-1 1-2 16,4 1-1-16,1 2-1 0,6-1-4 0,1 0 4 16,6 2-7-16,-3-1 0 0,9 1 0 0,2 0-5 0,0-1 4 15,5 2 2-15,4-1-2 0,3-1 3 0,4 0 0 16,5 0 3-16,4-2 1 0,9-1-1 0,1-3-3 15,5-1 0-15,-2-3 2 0,-3-1 0 0,0-3-2 16,0 0 0-16,-1-2-1 0,-9 0-1 0,1-1 3 16,-5-1 1-16,6-2-2 0,-9 0 1 0,2-2 2 15,-6 3 0-15,0-5-11 0,-4 1-7 0,-1 1-2 16,-1 1-11-16,-6-3-3 0,1 3-7 0,-1 2-10 16,-3 0-8-16,-1 0-10 0,-4-2-12 0,2 6-18 0,0-1-17 0,1 2-18 15,-2 0-24-15,2 2-37 0,-2 0-186 0,3 1-402 16,3 0 179-16</inkml:trace>
  <inkml:trace contextRef="#ctx0" brushRef="#br0" timeOffset="54759.12">23293 6247 191 0,'0'0'215'0,"-10"-1"-22"15,10 1-21-15,-12 0-17 0,3 1-14 0,0 3-16 16,-1-1-14-16,-4 2-10 0,4 0-13 0,-5 4-9 16,-1-1-3-16,1 2-12 0,-2 1-7 0,3 1-4 15,3-2-5-15,2 0-6 0,-1 4-5 0,2-5-3 0,4 1 0 16,0 2-3-16,2 0-4 0,3 0-3 15,0-1 0-15,4 2-1 16,6 0 0-16,1-1-4 0,3 1 2 0,2-2-5 16,0 1-3-16,1-1 1 0,1-1-1 15,-1 1-3-15,0-2 0 0,-5-2-2 0,-2 0-2 16,-1 1 0-16,-2-3-5 0,-2 0-3 0,1-1-4 0,-2 1-3 16,-4-1 2-16,-1 0 3 0,-3 1 2 0,-5 0 3 15,-3 2-2-15,-4-3-5 0,-3 1-8 16,-5 1-20-16,-2 0-24 0,-1-2-30 0,4 0-40 0,-1-4-61 0,4 0-104 15,-1 0-318-15,1-3 140 0</inkml:trace>
  <inkml:trace contextRef="#ctx0" brushRef="#br0" timeOffset="55207.54">23579 6321 205 0,'2'-2'273'0,"-2"2"-28"0,2-4-28 16,-2 4-26-16,0 0-21 0,0 0-19 0,0 0-14 15,0 11-13-15,0-5-15 0,0 3-10 0,-2 0-10 16,0 4-9-16,0-1-10 0,-1 2-2 0,-1 3-10 15,3 2-6-15,-3-3-6 0,-2 0-2 16,3 1-6-16,-1-3-3 0,3-2-3 0,-1-3-3 0,0 2-1 16,2-6-3-16,-2-1-3 0,0 1 7 0,1 0-5 0,1-5 8 15,-2 5 21-15,2-3 28 0,0-2 13 0,0 0-3 16,0 0-8-16,11-7-9 0,-3 2-4 0,0-2-7 16,2 0 8-16,-1-4-5 0,2 0 6 0,3-1-3 0,-1 0-4 15,1-1 4-15,-1 1-5 0,-4 6-11 0,0-2-6 16,-3 1-1-16,-1 4-3 0,0-4-4 15,1 3 4-15,-2 3-11 16,2-1-15-16,-6 2-8 0,6 0-15 0,-6 0 9 16,7 5-10-16,0 1-9 0,-1 2-4 0,1 0-4 15,-3 2-15-15,1-1-25 0,-1 3-26 0,1 0-31 16,0-2-38-16,1 4-47 0,-1-4-56 0,-1-1-260 16,-1-1-564-16,-1-4 251 0</inkml:trace>
  <inkml:trace contextRef="#ctx0" brushRef="#br0" timeOffset="55661.52">23975 6281 110 0,'4'-3'268'0,"0"2"-24"0,1-1-25 0,2 0-22 0,3 2-19 15,0 0-15-15,0 4-11 0,3 0-12 0,-3 2-9 16,0 2-13-16,3 4-9 0,-1 1-10 15,-3 0-12-15,-2 3-8 0,-3 1-7 0,-1-1-9 16,-6 2-7-16,3 0-6 0,-4-1-2 0,-2 2-10 16,-3-3 1-16,-1 0-5 0,-2-2-4 0,1 1-3 0,-2-3-1 15,-1-1-2 1,5-4 0-16,1-1 4 0,1 1 2 0,0-4 3 16,2 0 11-16,1-2 22 0,1 4 27 0,-1-4 33 15,4-1 33-15,0 0-19 0,0 0-22 0,0 0-14 16,0-12-13-16,5 4-1 0,3-1-10 0,4-4-8 15,-2-1-5-15,3-1-13 0,6-3 3 0,3 0-10 16,-4-3-8-16,4 3-11 0,-1-1-4 0,-5 8-2 16,-1-2 1-16,-5 5 0 0,-1 1-2 0,-1 0-2 0,-3 2-2 0,2 0-7 15,-4 3-8-15,1-2-17 0,-2 1-17 0,-2 3-19 16,0 0 5-16,0 0 2 0,0 0 3 0,-6 16 4 16,0-7 7-16,-2 0 3 0,-2 4 2 0,2 2 0 15,1-2 4-15,2 3 3 0,-2 1 3 0,4 0-8 16,1-1-6-16,7 0-14 0,3-1-16 0,5-2-17 15,3 0-30 1,12 3-48-16,4-4-70 0,4-5-84 0,1-1-210 0,4-3-560 16,13 1 248-16</inkml:trace>
  <inkml:trace contextRef="#ctx0" brushRef="#br0" timeOffset="56163.02">25147 6349 274 0,'-5'-5'275'15,"-3"-3"-26"-15,2 1-23 0,-7 2-19 0,4 1-23 16,-5 0-19-16,-4 0-15 0,1 3-18 0,0 0-14 16,-4 3-11-16,1 1-11 15,-2 1-10-15,3 1-10 0,-4 0-8 0,0 4-9 16,3 1-6-16,-5 2-4 0,9 0-5 0,0 0-7 15,2 0-2-15,2 2-2 0,-1-2-3 0,0 1-4 16,7 0-4-16,1-2 0 0,1 0-3 0,1 0-1 16,3 1-3-16,0-2 4 0,5 0-1 0,-1-1 2 15,3 1-2-15,3-3 2 0,-1-2 0 0,1 1 1 16,3-5 2-16,-2 2 0 0,7-3 3 0,-5-1 21 0,1-3 13 16,3-3 5-16,0-1-3 0,0-4 13 0,-2-1-2 15,5-5-8-15,-8 4 5 0,1-7 2 0,2-3-2 0,-2 2-3 16,-1-4-8-16,-1 0-1 0,-2-1-17 0,2-4-5 15,0-1 18-15,-1-2 1 0,-2 3 0 16,1-1 4-16,-3 3 7 0,-1 1 6 0,-1 2 12 16,-3 8 12-16,4 2 0 0,-5 5 0 0,4 1-2 0,-4 2-8 0,1 3-15 0,2 0-10 15,-2 0-27-15,-1 2-43 0,0 3-48 16,0 0-22-16,0 0 9 0,0 0 6 0,-9 17 8 16,4 0 5-16,0 7 3 0,-3 7 3 0,1-2 9 15,2 3 2-15,-3 3-5 0,4 0-8 0,-1 1-15 16,2-4-23-16,1 14-12 0,1-15-21 0,2 1-23 0,0-3-23 15,0-3-29 1,1-7-37-16,0-3-43 0,-2-5-241 0,0-1-558 16,0-5 247-16</inkml:trace>
  <inkml:trace contextRef="#ctx0" brushRef="#br0" timeOffset="56548.38">25298 6239 208 0,'11'-2'243'0,"0"-1"-26"16,0 0-21-16,-1 6-19 0,2-3-11 0,-2 3-10 16,0 3-8-16,2 0-9 0,2 5-11 0,-4 0-2 15,-1 3-9-15,0 1-8 0,-4 4-8 0,2-2-6 16,-5 1-9-16,-2 0-3 0,-1 2-7 0,-3 4-9 16,0-4 0-1,-4 0-7-15,0-2-1 0,0-2-11 0,-4-2 0 16,2-1-4-16,5-3 5 0,-3-1 1 0,3-2 3 0,0-1 4 15,0-4 11-15,1 2 22 0,3 0 38 0,-3-2 36 16,4-2 42-16,-4 3 30 0,4-3-7 0,0 0-33 16,0 0-24-16,4-15-16 0,1 5-16 15,8-3-17-15,-3 0-13 0,7-6-11 0,2-4-8 16,4 2-12-16,1-1-9 0,-2-1-8 0,2 2-5 0,-1 0-5 0,0 3-4 16,-10 5-7-16,-5 2-2 0,3 5-5 0,-3-2-11 15,-2 1 4-15,2 2-11 0,-4 2-7 0,1 0-23 16,-4 1-31-16,-1 2-13 0,0 0-11 0,0 10 18 15,-1 0 9-15,-4 2 6 0,-3 5 4 0,-2 7-1 16,1 3 5-16,0-1 1 0,4 2 2 0,5 1-9 16,5 0-9-16,10-1-23 0,12-1-34 0,17 4-82 0,9-2-119 0,35-3-491 15,12-6-858-15,4-9 379 0</inkml:trace>
  <inkml:trace contextRef="#ctx0" brushRef="#br0" timeOffset="58768.49">4491 9492 117 0,'-20'2'122'0,"0"3"-10"0,0 0-13 0,-5 4-11 16,2 4-2-16,-2 3-9 0,1-1-1 0,-3 4-17 16,4 0-2-16,1 3-14 0,3 2 6 0,-3 0-15 0,2 0 2 15,3 2-16-15,0 2 14 0,0-2 1 0,3 0-3 0,6 1 4 16,-1-2 7-16,4 1-2 0,0-6 2 0,4-2-7 16,1-2-2-16,0-4 4 0,4 5-1 0,1-2-3 15,-3-4 10-15,1-4-4 0,1-2 12 0,-2 1 22 0,2-2 16 16,2-4 11-16,2-2 1 0,4-3-3 0,-1-3-6 15,4-4 7-15,7-6-5 0,-9 3 3 16,6-3 2-16,-2-4-2 0,-1 0-9 0,-3 1 5 16,1 0-5-16,-1-1-8 15,1 0-8-15,-1-2 31 0,-4 7-7 0,1-1-1 16,-2 3 5-16,-2-1 10 0,2 2 12 0,-3 3-5 16,0 1 5-16,-3 4-8 0,1-1-4 0,-1 2-17 15,0 1-8-15,0-1-14 0,0 0-9 0,-1 3-12 0,-1 2-16 16,3-3-21-16,-3 3-27 0,0 0-29 15,0 0-16-15,0 0-5 0,0 0 8 0,1 16 8 0,-2-5 0 16,-2 5 14-16,0 4-7 0,-2 5 7 0,0 0 2 0,-2 0 1 16,0 3 2-16,2-3 9 0,2-6-5 0,2 6 1 15,0-4 8-15,0-4 1 0,-2 2 1 0,3-4 3 16,0-2-1-16,0 0 2 0,0-4-1 0,0-2 2 16,0-1 8-16,0-1 1 0,0 1 6 0,3-2 18 15,-2-1-5-15,-1-3-1 0,0 4 9 0,0-4 8 16,11 3-1-1,2-6-5-15,13-4-32 0,8 0-50 0,2-5-73 16,14-5-101-16,1 2-143 0,0-10-198 0,-1 1-612 0,1-4 271 16</inkml:trace>
  <inkml:trace contextRef="#ctx0" brushRef="#br0" timeOffset="59454.18">4946 9857 230 0,'0'-5'242'0,"0"2"-3"16,1-2-4-16,-1 5-5 0,0-6-7 0,0 6-10 15,3-5-20-15,-3 5-17 0,0-3-16 16,0 3-21-16,0 0-15 0,0 0-14 0,0 0-13 0,0 0-18 16,0 0-16-16,0 0-11 0,0 0-5 0,0 0-9 15,0 0-6-15,1 14 2 0,-5-6-5 0,4 4-6 16,-1-2-4-1,-2 2 11-15,2 8-16 0,-3-2 1 0,3 1-4 0,-2 1 2 16,1-3-1-16,-1 0 0 0,1 0-3 0,2-7-1 16,-1-1 0-16,-1 1-1 0,2-5 1 0,0 2 1 15,0-5 5-15,0 2 11 0,0-4 17 16,0 8 25-16,0-8 36 0,0 0-2 0,0 0-16 16,13-9-10-16,-4-1-6 0,-3 0-7 0,7-4 0 0,-1-1-6 15,3-7-5-15,2 1-9 0,3 1-10 0,-6-4-3 0,-1 10 1 16,-2 2-8-16,-3 4 2 0,-1-1-1 0,1 2-3 15,-3 4 11-15,-2-3-23 16,1 2-13-16,-2 2-18 0,2 0-12 0,-4 2-4 16,0 0-4-16,10 4 0 0,-7 0-2 0,2 3 3 15,-1 3 7-15,1 1 0 0,0 6 5 0,1 0-22 16,1 0-26-16,-1 2-25 0,2 0-31 0,2 4-44 0,-1 0-39 0,0-6-94 0,0-2-157 0,0-6-507 16,0-2 224-16</inkml:trace>
  <inkml:trace contextRef="#ctx0" brushRef="#br0" timeOffset="60155.77">6690 9789 26 0,'-6'0'206'0,"6"0"-5"0,0 0-10 0,-8 0-16 0,8 0-9 0,0 0-5 0,0 0-9 31,-8 0-4-31,8 0-7 0,0 0-10 0,0 0-13 16,0 0-9-16,0 0-10 0,0 0-9 0,0 0-11 0,17-3-6 15,-3 0-8-15,7-3-7 0,8 1-9 0,2 4-4 16,3-3 3-16,3-1-9 0,0 0-3 0,3 3-3 0,-3-1 0 16,4-4-9-16,-4 5-3 0,-3-1-7 15,-3 0 3-15,-3 1 2 0,-5 2-5 0,-5-4-1 16,0 4-3-16,-9 0-16 0,0-3-22 0,-3 3-14 15,1 0-20-15,-7 0-25 0,7 0-20 0,-7 0-17 0,0 0-35 16,0 0-207-16,0 0-395 0,-19 3 176 0</inkml:trace>
  <inkml:trace contextRef="#ctx0" brushRef="#br0" timeOffset="60471.51">6810 9956 253 0,'-3'3'261'0,"0"-3"-18"0,-1 4-18 16,4-4-15-16,-5 4-18 0,5-4-14 0,0 0-19 15,0 0-19-15,24-2-11 0,3-4-13 0,5 0-12 16,1 3-11-16,8-3-9 0,10 1-9 0,-12 0-9 16,-1 0-5-16,1 0-6 0,0 2 1 0,-6-1-11 15,-5 1-7-15,-6 3-2 0,-5-4-4 0,-6 4-10 16,3 0-12 0,-7-3-13-16,0 3-22 0,2 0-23 0,-6-1-20 15,-3 1-36-15,0 0-39 0,0 0-56 0,-16 5-184 0,6-5-414 16,-4 0 184-16</inkml:trace>
  <inkml:trace contextRef="#ctx0" brushRef="#br0" timeOffset="70250.32">8364 9809 125 0,'0'0'201'0,"0"0"-3"16,0 0-10-16,0 0-8 0,0 0-13 0,0 0-12 16,0 0-9-1,0 0-11-15,0 0-13 0,0 0-8 0,0 0-9 16,0 0-8-16,0 0-6 0,0 0-10 0,0 0-1 0,0 0-9 15,0 0-6-15,0 0-9 0,0 0-4 0,0 0-4 16,0 0-5-16,0 0-4 0,0 0-5 0,0 0 2 16,0 0-5-16,0 0-6 0,0 0 0 0,0 0-2 15,0 0 0-15,0 0-3 0,0 0-4 0,0 0-1 16,0 0 0-16,0 0-2 0,0 0-2 0,0 0-8 0,0 0-1 16,0 0-4-16,0 0 2 0,0 0 2 0,0 0-1 0,0 0-3 15,0 0 2-15,0 0-3 0,0 0 1 0,19-3 0 16,-5 1 1-16,14-1-1 0,3 3-2 15,4 0-1-15,-2 0 4 0,5 0 0 0,2-1-1 16,12 1 1-16,1-1 2 0,-16 0-1 0,0-1 1 0,-3 1 2 16,3-3-3-16,-6 4 1 0,-4 0 2 0,-9-2 2 0,0 2-2 15,-7-2-1-15,1 1-1 0,-5 1-1 0,1 0 1 16,-3 0-2-16,-5 0 4 0,13 0-4 0,-9 0-4 16,-4 0-9-16,0 0-14 0,7 0-1 0,-7 0-12 0,0 0-21 15,0 0-28-15,0 0-28 0,0 0-41 16,0 0-37-16,0 0-155 0,0 0-381 0,0 0 168 15</inkml:trace>
  <inkml:trace contextRef="#ctx0" brushRef="#br0" timeOffset="70789.39">9485 9481 243 0,'0'0'251'0,"0"0"-17"0,0 0-19 16,0 0-21-16,2-7-18 0,-2 7-20 0,0 0-18 0,0 0-17 15,0 0-16-15,0 0-11 0,0 0-17 0,0 0-13 16,0 0-4-16,0 0-12 0,0 0-7 0,-6 17-3 15,1-8-4-15,1 0-7 0,-4 2 0 0,1 4-4 16,-1-1-3-16,0 1-1 0,1 3-5 0,-1-5-2 16,-2 6-1-16,3-4-3 0,0 0 2 0,-2 0-1 15,3-1 2-15,0-2-6 0,2 0 1 0,1-3-1 0,-1 1 2 16,1-2 1-16,0-1-2 0,0-1-2 16,2 0 3-16,-1 1-2 0,2-3 0 0,0 2 5 15,2-1-5-15,-1-1 4 0,-1-1 0 0,7 2 0 16,-1 0 0-16,3-1 3 0,1-1-1 0,4-1-3 0,5-1-11 15,-4 2-24 1,4-2-21-16,-2-1-22 0,2-4-32 0,-1 3-26 16,4-3-34-16,-3 1-185 0,-2 0-376 0,-3-4 167 15</inkml:trace>
  <inkml:trace contextRef="#ctx0" brushRef="#br0" timeOffset="70989.55">9666 9710 45 0,'4'-4'184'0,"-4"4"-11"0,1-4-10 16,-1 4 2-16,0 0-13 0,4-3-12 0,-4 3-14 0,0 0-14 0,0 0-15 15,0 0-10-15,0 0-17 0,0 0-5 0,0 0-10 16,0 0-9-16,-6 17-4 0,0-5-7 0,-1 3-2 16,1-1-5-16,-3 3-6 0,0 4 4 0,0 2-3 15,0 2-1-15,0 0-5 0,1 0-3 0,3 1 4 16,0-8-6-16,2 1 5 0,0 7-1 0,0-8-2 16,-1 1-14-16,3-2-23 15,0 2-19-15,1-2-52 0,0-2-71 0,1-3-118 16,0-3-306-16,1-5 135 0</inkml:trace>
  <inkml:trace contextRef="#ctx0" brushRef="#br0" timeOffset="71591.06">10270 9656 115 0,'0'0'208'0,"-6"-3"-10"16,6 3-10-16,-4-3-13 0,4 3-12 0,0 0-16 16,-5-1-10-16,5 1-13 0,0 0-8 0,-4-3-15 0,4 3-9 15,0 0-8-15,0 0-12 0,0 0-5 0,0 0-8 16,0 0-7-16,0 0-3 0,0 0-14 0,0 0 7 0,0 0-7 15,0 0 4-15,0 0-1 0,0 0 3 0,0 0 3 16,0 0-7-16,0 0-1 0,0 0-1 0,0 0-4 16,0 0-1-16,0 0 0 0,0 0-1 0,0 0 0 15,0 0-4-15,0 0 0 0,0 0-3 0,0 0-2 16,0 0-2-16,0 0 1 0,0 0-5 0,0 0-3 16,15-3 0-16,-4 1 2 15,2 2-4-15,0 0-2 0,5 0 2 0,3-2 1 16,-3 2-5-16,4-3-1 0,-2 3 4 15,2 0-2-15,1-4-2 0,-4 0 1 0,-1 1-2 16,0 0 4-16,-5 3-1 0,1-1 0 0,-4-1-1 0,-1 0 5 16,-1 2 0-16,-2-1-2 0,-6 1-1 0,9-1 3 15,-9 1-7-15,10 0-5 0,-10 0-17 0,4-1-19 16,-4 1-22-16,0 0-30 0,0 0-20 0,0 0-38 0,0 0-31 16,9 0-213-16,-9 0-425 0,0 0 187 0</inkml:trace>
  <inkml:trace contextRef="#ctx0" brushRef="#br0" timeOffset="71960.36">10814 9481 135 0,'1'-7'313'0,"-1"7"-18"0,4-2-22 15,-4 2-23-15,5-3-27 0,-5 3-26 0,0 0-23 16,0 0-18-16,1-3-21 0,-1 3-12 0,0 0-21 0,0 0-13 0,0 0-7 16,0 0-12-16,3 16-8 0,-3-9-7 0,-3 5-6 15,3 0-5-15,4 3-8 0,-5 1-2 0,1 0-5 16,1 0 1-16,-1 1-5 0,0 0-3 0,1-2-1 16,-1 3-4-16,0-7 1 0,0 2-3 0,0-3-2 15,0 0-1-15,3 0 1 0,-3-3 0 0,1-1-5 16,-1-1 1-16,0 1-1 0,0-3 1 0,0 1 0 0,3-1-1 0,-3-3 3 15,0 4-4-15,0-4 0 0,0 5-4 0,0-5-6 16,0 3-7-16,0-3-13 0,0 0-3 16,0 0-8-16,0 0-2 0,0 0-6 0,-3 4 0 15,3-4-11-15,0 0-64 0,0 0-60 0,0 0-81 0,-5-15-140 16,5 6-430-16,0 0 191 0</inkml:trace>
  <inkml:trace contextRef="#ctx0" brushRef="#br0" timeOffset="72207.19">11058 9324 95 0,'0'0'188'0,"0"0"-25"16,0 0-18-16,0 0-18 0,0 0-14 0,5 9-7 15,-1-3-13-15,-2 3-3 0,2 3-8 0,3 5 2 16,-2 0-8-16,1 9-7 0,-1 1-3 0,3-2-7 15,-4 1 0-15,0 1-3 0,-3-1-5 0,-2 1-3 16,-1-1-3-16,-4 3-2 0,-2-4-4 0,-6 0-2 16,-5-1-3-16,-3 0-1 15,-5-2-4-15,-2-3-8 0,-14 9-17 0,-2-7-32 16,9-5-43-16,0-4-47 0,-19 0-189 0,3 1-332 16,14-9 148-16</inkml:trace>
  <inkml:trace contextRef="#ctx0" brushRef="#br0" timeOffset="72539.19">10267 9266 14 0,'0'0'128'15,"-16"7"-8"-15,6 1-33 0,0 1 13 0,-3 6-16 16,-6 5-1-16,3 6-1 0,0 3-10 0,-3 1 1 16,1 3-6-16,-2 10-6 15,4 1-10-15,1-13-7 0,7 1 2 0,2-3-12 16,2 3 4-16,3-1-5 0,6-5 0 0,4 3-13 15,2-2 5-15,6-2 7 0,4 1 6 0,5-5 7 16,5-1-10-16,16 2 3 0,2-4-18 0,1-2-58 16,3-3-106-16,1-8-77 0,-16-5-238 0,15-6 106 15</inkml:trace>
  <inkml:trace contextRef="#ctx0" brushRef="#br0" timeOffset="73209.75">11288 9183 183 0,'0'0'284'0,"1"-6"-9"0,-1 6-15 16,0 0-15-16,0-3-26 0,0 3-22 16,0-5-21-16,0 5-21 0,0 0-10 0,0 0-25 0,0-3-11 15,0 3-18-15,0 0-12 0,0 0-13 0,0 0-7 0,0 0-8 16,0 15-2-16,0-7-8 0,-1 2-2 0,-2 0-21 15,3 2 3-15,-2-1-1 0,-1 1-5 0,-2 4 2 0,1-3-5 16,2-1 2-16,-1 0-2 0,2-2-5 0,-2 0 1 16,2-2 3-16,0 0-2 0,1-2-1 15,-3-2 1-15,3 1 1 0,0 0-2 0,0-2 2 16,0-3 4-16,-1 4 4 0,1-4 28 0,0 0 18 0,-3 4 34 0,3-4 17 16,0 0 2-16,0 0-26 0,0 0-4 0,17-10-2 15,-7 4-11-15,-1-1-8 0,0 2-8 0,2-2-7 16,-2 2 0-16,-2 2-4 0,-2-1-8 0,2 1-8 15,-3-1-3-15,2 2-10 0,-3 1-5 0,-3 1-15 16,11 3-5-16,-5 1-4 0,3 1-12 0,-1 5-2 16,-1 0-4-16,5 4-5 15,-2 3-21-15,3 6-23 0,-3 2-42 0,-1 0-45 16,-3 4-52-16,3-3-56 0,-6-3-265 0,-3-5-582 16,-3-6 258-16</inkml:trace>
  <inkml:trace contextRef="#ctx0" brushRef="#br0" timeOffset="75029.58">9049 10367 143 0,'0'0'149'0,"0"0"-13"0,0 0-8 0,0 0-12 0,0 0-8 15,0 0-8-15,0 0-11 0,0 0 4 16,0 0-13-16,0 0-12 0,0 0 2 0,0 0-7 15,0 0-10-15,0 0 1 0,0 0-5 0,0 0-2 16,0 0-16-16,0 0 3 0,0 0-3 0,0 0-4 0,0 0-3 0,0 0 3 16,0 0-7-16,0 0-1 0,0 0-2 0,-8 2-3 15,8-2 0-15,0 0-2 0,0 0-4 0,0 0 2 16,0 0 5-16,0 0-2 0,0 0-3 0,0 0 3 16,0 0-4-16,0 0 4 0,0 0-3 0,0 0 1 15,22-3-4-15,-8 2-3 0,13-4 5 0,5 2 8 16,20-2 6-16,8 0 2 15,35-2 1-15,3 5 6 0,11-5 3 0,5 4-2 16,6-3 8-16,6 3-2 0,5-2 2 0,4-2-1 16,7 2-1-16,0 0-3 0,-7 4-6 0,-3-6-1 15,-2 3 0-15,-3-2-2 0,-5 0-2 0,-5 1-4 16,-6-3-2-16,-6 4-3 0,-10-6 0 0,-29 5-3 16,-1 0-2-16,0 1 1 0,-5-1-6 0,-2 0 5 15,-6-3-2-15,-19 4 0 0,0 0 2 0,-6 1 0 0,-6-1 3 0,-6 2 0 16,-1-1 3-16,-5 2-7 0,-3 1 0 0,0-3-17 15,1 3-34-15,-7 0-24 0,5 0-19 0,-5 0-23 16,0 0-42-16,-19 7-233 0,1-4-415 0,-4 0 184 16</inkml:trace>
  <inkml:trace contextRef="#ctx0" brushRef="#br0" timeOffset="75815.39">10199 10764 148 0,'0'-4'289'0,"0"4"-14"0,3-4-16 0,-3 4-21 16,1-5-23-16,-1 5-21 0,0-4-21 0,0 4-17 16,0 0-23-16,0 0-16 0,0 0-19 0,0 0-28 15,0 0-28-15,0 0-20 0,0 0-12 0,0 0-3 16,0 0 1-16,0 17-7 16,0-5 2-16,-4 1 1 0,0 3 0 0,2 3 1 15,-6 5-4-15,2-7 5 0,-2 8-7 0,3-6 1 16,-3-2-2-16,2 0-6 0,2-3 9 0,-1-2-2 15,2-2-1-15,2 0 3 0,-3-5-1 0,4 2 3 16,-2-3 5-16,0 1 11 0,2-2 25 0,-1 1 31 16,1-4 32-16,-3 5 26 0,3-5 10 0,0 0-12 15,0 0-11-15,0 0-16 0,12-16-7 0,-7 6-12 0,8-2-11 0,-3-3-8 16,-1 1-6-16,5-2-8 0,-1 1-2 0,1 3-6 16,-2-1-6-16,-3 7-2 0,2-5-5 0,-3 6-8 15,-2-4-4-15,1 5-10 0,-1 2 3 0,-1 0-16 16,0 0-15-16,0 0-10 0,-5 2-10 0,10 4-7 15,-1-3 7-15,-5 2-11 0,1 4-5 0,3 1-1 16,-2-2-1 0,1 6-3-16,-1-1-9 0,-1-1-15 0,0 1-20 0,1 6-18 15,-4-8-17-15,3 4-24 0,-1-3-29 0,-3 1-47 16,-1-3-176-16,0-2-447 0,-1-1 198 0</inkml:trace>
  <inkml:trace contextRef="#ctx0" brushRef="#br0" timeOffset="76285.62">10685 10609 173 0,'5'-2'232'0,"-5"2"-24"0,4-2-25 0,-4 2-23 0,0 0-16 16,0 0-14-16,10 5-12 0,-9-3-13 0,2 3-7 15,-2-1-18-15,2 1-2 0,-2 3-13 0,1 1-7 16,0 1-4-16,-2-1-7 0,1 3 2 0,-2 0-10 16,-1 1-2-16,2-2-3 0,0-3-5 0,-1 3-5 0,0-2 2 15,-2-1-2-15,2-3-5 0,0 0-1 16,-2 0-6-16,0-2 2 16,3 1 3-16,0-4-6 0,0 4-1 0,0-4 3 15,-1 6 0-15,-1-4 4 0,2-2 12 0,0 0 0 16,0 4 4-16,0-4 8 0,0 0 10 0,-3 5 3 15,3-5 8-15,0 0 4 0,0 0 7 0,0 0 2 16,0 0 3-16,0 0 2 0,0 0-4 0,5 1-6 16,-5-1-11-16,0 0-3 0,22-5-14 0,-4-2 1 0,11 3-2 15,3-2-5-15,4-1-3 0,2 2-2 0,16-4-9 0,-2-1 3 16,3 2 2 0,2 2 6-16,2-2 1 0,-2 3 8 0,-2 3 0 0,-18 0-4 0,0 3-4 0,-9-5-5 0,-6 4 8 15,-4-2-9-15,-7 1-5 0,3 0-4 0,-7-2-2 16,0 3 0-16,1 0 0 0,-8 0 0 0,10-1-12 15,-6 0-8-15,-4 1-33 0,0 0-40 0,6 0-51 16,-6 0-58 0,0 0-81-16,0 0-286 0,-14 9-598 0,4-11 265 15</inkml:trace>
  <inkml:trace contextRef="#ctx0" brushRef="#br0" timeOffset="80723.23">3064 13566 6 0,'0'0'190'0,"0"0"-8"0,0 0-12 0,0 0-17 15,0 0-14-15,0 0-17 0,6-11 2 0,-2 6-6 16,2 1-8-16,5-3 2 0,-5 0-2 0,4-2-2 16,3-2-7-16,0-2 1 0,1-2-11 0,5-2 0 15,0-5-7-15,0-2 2 0,-2 2 2 0,3-6-4 16,0 0-5-16,0-3-4 0,2-13-4 0,-7 13-5 15,7-13-6-15,-3-1-4 0,-2 2-1 0,-5 8-3 0,5-9 2 0,-8 12-3 16,1-2 16-16,-1 0-11 0,-1 6-3 0,-2-3-2 16,-1 6-2-16,-1 1 3 0,0 3-3 0,-3 4 4 15,-1 5-2-15,0 2-2 0,0-2-10 16,0 4-1-16,0 1-4 0,0 2-9 0,0-1-16 0,0 2-28 16,0 4-32-16,0-2-27 0,0 2 6 0,0 0 8 15,-6 12 3 1,-2 1 7-16,-2 10 2 0,1 6 5 0,-5 2 5 15,2 3 6-15,2 13 2 0,-4-1 1 0,3 3 4 16,3-1 5-16,-1-1 2 0,5 0 3 0,3-13 2 16,1-3 2-16,1 1 2 0,3-1-1 0,2-5 5 15,3-1 3-15,-2-6-3 0,0-4 10 0,6-2 17 16,0-4 5-16,1 0 6 0,4-4 5 0,5 0 0 16,4-5-3-16,1-2 9 0,-9-1-11 0,3-2 1 15,-3-1 6-15,-2-1 2 0,-1-3 6 0,-2-1 6 16,0 1-4-16,-6-1-4 0,-2 1-7 0,-2-2 1 15,1 0-6-15,-5 0-8 0,-2-5-12 0,-2 5-7 0,-4 0-10 16,-1 3-15-16,-5-2-9 0,-5 4-4 0,-8 0-10 16,-1 0 0-16,0 5-6 0,0-1 1 0,0 3-7 15,1 3-4-15,4 1-20 16,4-2-18-16,2 5-27 0,-1-1-19 0,4 1-26 16,4 0-19-16,0-2-11 0,2 3-148 0,4-2-376 0,4-2 166 15</inkml:trace>
  <inkml:trace contextRef="#ctx0" brushRef="#br0" timeOffset="81139.81">3833 13159 47 0,'0'0'293'0,"0"0"-28"0,5-2-29 15,-5 2-22-15,0 0-23 0,0 0-25 0,0 0-23 0,0 0-15 0,0 0-16 16,0 0-11-16,5 8-14 0,-5-4-5 0,0 3-13 16,0 0-9-16,0 3-4 0,0 1-3 0,-2 1-5 15,-2 4-6-15,0 2-5 0,-1 0-5 0,1-2-4 16,0 2-1-16,-2-3-8 0,3-3 4 0,0 0-2 16,0-4-2-16,2 0-1 0,-2 0-1 15,2-3 1-15,0 0-1 0,1-1 5 16,-2-1 12-16,2-3 31 0,-1 5 33 15,1-5-14-15,0 0-10 0,0 0-6 0,16-15-6 16,-8 9-6-16,1-3-5 0,-1 0-4 0,7-3-7 16,-5 0-2-16,-1 3-7 0,0 1-2 0,0-1-4 15,-1 3-4-15,-3-1 0 0,0 2-2 0,-1 3-6 16,0 0-7-16,0-1-5 0,-3 1-2 0,-1 2 6 16,8-3-10-16,-1 8-15 0,-3-2-11 0,2 1-14 0,1-1-20 0,1 6-8 15,-1-3-20-15,1 5-19 0,1-3-35 0,1 3-36 16,3 0-35-16,1 0-213 0,2-3-468 0,1-1 208 15</inkml:trace>
  <inkml:trace contextRef="#ctx0" brushRef="#br0" timeOffset="81325.02">4647 13198 330 0,'0'0'344'0,"1"-4"-28"0,-1 4-30 0,2-3-30 16,-2 3-31-16,6-8-23 0,1 6-40 0,3-1-37 0,6-3-48 15,3 1-52-15,-1 2-59 0,3 0-76 0,-1 1-64 16,-3-1-165-16,-2-1-367 0,2 2 164 0</inkml:trace>
  <inkml:trace contextRef="#ctx0" brushRef="#br0" timeOffset="81478.28">4650 13346 121 0,'0'0'233'16,"0"0"-16"-16,0 0-18 0,0 0-24 0,21-3-15 0,0-1-18 16,9-4-13-16,5 0-30 0,1-1-34 0,-2 0-40 15,17-7-51-15,-2 5-49 0,3-6-61 0,-16 7-86 16,15-4-240-16,0-3 107 0</inkml:trace>
  <inkml:trace contextRef="#ctx0" brushRef="#br0" timeOffset="81741.7">5649 12792 54 0,'-1'-5'308'0,"1"0"-18"0,0 5-22 16,0-6-20-16,0 6-31 0,0-4-26 0,0 4-24 16,0 0-25-16,0 0-20 0,0 0-14 0,0 0-13 15,0 0-11 1,-3 15-8-16,-1-8-9 0,4 7-6 0,-4 3-5 16,3 2-3-16,-3 7-10 0,4-7-1 0,-5 8-26 0,4 0-18 15,-3 5-25-15,0-5-30 0,-1 0-31 0,0-1-43 16,-4 2-26-16,4-2-31 0,-3-7-155 0,3-3-373 15,-3-1 165-15</inkml:trace>
  <inkml:trace contextRef="#ctx0" brushRef="#br0" timeOffset="82025.52">5371 13317 256 0,'0'0'250'16,"-2"4"-18"-16,2-4-16 0,0 0-21 0,0 0-20 0,18-4-18 16,10-1-11-16,13 2-21 0,19-4-13 0,5 2-10 15,35-2-1-15,-4-3-23 0,0 5-3 0,-6 1-6 16,1-1-8-16,-30 3-7 0,-1-1-2 0,-3 3-8 16,-4-1-14-16,-20 1-21 0,-3-1-17 15,-9-3-19-15,-4 3-18 0,-4 1-18 0,-3 0-19 0,-7 0 8 16,-3 0 2-16,0 0-2 0,0 0-3 0,-37 5-46 0,5-3-14 15,-3 3-157-15,-3-3-317 0,-3 5 142 0</inkml:trace>
  <inkml:trace contextRef="#ctx0" brushRef="#br0" timeOffset="82410.08">5971 13602 33 0,'-10'14'127'0,"-2"-3"-14"0,-1 3-4 15,-1 0-16-15,0 1-11 0,-1-2-6 0,1 1-12 16,-1-2-4-16,3 0-1 0,-1-3-11 0,7-2 4 15,-1 0 0-15,2-4 31 0,1 0 40 0,-1 1 37 16,3-2 38-16,-1 1 20 0,3-3-4 0,0 0-19 16,-4-9-21-16,4 9-16 0,7-15-9 0,-1 6-13 0,3-1-1 0,-1 0-20 15,3-1-5-15,-2 0-17 0,-1 2-6 0,0 1-9 16,-1 1-1-16,0 0-9 0,-2 2-12 0,-4 0-6 16,5 3-5-16,-2-1-10 0,-1 0-13 0,4 2 4 15,-7 1-16-15,9 0-3 0,-3 2-2 0,-1 1-3 16,3-1-5-16,0 5-2 0,1 0-17 0,-2 0-19 15,1 1-26-15,0-1-28 16,0 0-34-16,0 3-28 0,-1-3-28 16,-3-3-28-16,1 3-69 0,-4-3-151 0,2-2-470 0,-3-2 208 15</inkml:trace>
  <inkml:trace contextRef="#ctx0" brushRef="#br0" timeOffset="82572.81">5810 13568 245 0,'-4'-2'322'0,"4"2"-36"0,0 0-29 0,10-8-26 16,3 4-23-16,9-3-25 0,7-1-16 0,21 2-40 15,10-2-47-15,4 0-61 0,32-1-91 0,-34-3-271 16,2 0-370-16,-3-1 164 0</inkml:trace>
  <inkml:trace contextRef="#ctx0" brushRef="#br0" timeOffset="83396.27">7306 12432 137 0,'-3'-8'218'0,"6"0"-13"0,-3 2-17 0,0 0-14 16,0 3-18-16,0-1-21 0,0 0-11 0,0 4-20 0,0-5-39 16,0 5-8-16,0 0-7 0,-4 12-8 0,1-1-6 15,-4 8-1-15,-2 11-7 0,-7 21-2 0,0 2-4 0,-2 5-3 16,-7 23 2-16,3-2 4 0,4-21 0 15,-6 27-3-15,6 1 1 0,0-6 2 0,5-24-10 16,3 2 7-16,1 1-10 0,-2-1 3 0,2-3-3 16,2-5 3-16,1-4 8 0,-1-14-2 0,1 0-1 0,0-3-2 0,-2-1 0 15,-2-4-1-15,2-6 2 0,-2-1 2 0,-2-2 3 16,0-1 2-16,-1-2 1 0,-5-2 0 0,0-2-2 16,-4-4-1-16,-4 2 0 0,-4-2-1 0,2-4-3 15,1 0-1-15,5-1-4 0,2-2 0 0,0-1-3 16,-1 2-3-16,-1 2 2 0,6-4-18 0,3 3-20 15,0-2-30-15,-1 3-42 16,3-2-44-16,2 4-60 0,-1-2-127 0,2 0-356 16,3 1 157-16</inkml:trace>
  <inkml:trace contextRef="#ctx0" brushRef="#br0" timeOffset="83781.47">6325 14420 7 0,'-4'2'231'16,"4"-2"-5"-16,-5 1-4 0,5-1-12 0,0 0-16 16,0 0-27-16,0 0-16 0,14-6-14 0,-1 0-16 0,6 0-10 15,8-1-13-15,2-3-8 0,5 4-11 16,1-5-9-16,2 2-6 0,-4-2-3 0,1 5-9 0,-2-2-5 0,-3 1-3 16,-4 0-6-16,-4 2-2 0,-11 3-4 0,-1-1-7 15,1 1 2-15,-3 0-3 0,-1 1-5 0,-2 0-4 16,1 1-11-16,-5 0-16 0,0 0-10 0,9 0-2 15,-9 0-8-15,0 0-17 0,0 0-28 0,-19 11-43 16,10-8-49-16,-4 4-181 0,3-5-379 0,1 2 168 16</inkml:trace>
  <inkml:trace contextRef="#ctx0" brushRef="#br0" timeOffset="84160.88">7214 14225 298 0,'0'0'272'16,"0"0"-31"-16,0 0-24 0,0 0-23 0,0 0-20 16,0 10-18-16,-3-5-19 0,-3 6-10 0,-4-2-14 15,4 1-12-15,-6 2-8 0,2 1-12 0,1-1 0 0,-4 1-13 16,7-3-8-16,-2-2-7 0,3-1-5 0,-4 0 1 0,5 0-8 15,0-2-4-15,3-1 2 0,-3 0 2 0,3 0 36 16,-3-1 28-16,4-3 22 0,0 0 10 0,0 0-4 16,0 0-15-16,0 0-3 0,0 0 4 0,4-17-21 0,1 10-12 15,-1 2-7-15,0-2-4 0,-1-1-16 16,1 3-4-16,0 0-6 0,0 1 1 0,0-1-8 16,0 2-12-16,-3 1-9 15,3-1-5-15,-4 3-7 0,10-1-2 0,-10 1-8 16,12 4-10-16,-6-1-4 0,4 3-9 0,-1 2-5 15,0-2-12-15,2 3-18 0,2 2-32 0,-1 1-28 16,-1-2-29-16,-2 0-21 0,3 4-34 0,-5-6-34 16,1 3-47-16,-5-3-200 0,-1-1-522 0,2-4 231 15</inkml:trace>
  <inkml:trace contextRef="#ctx0" brushRef="#br0" timeOffset="84314.43">7019 14255 246 0,'-4'-5'353'0,"0"-4"-20"0,3 6-43 0,2-4-31 16,2 0-30-16,6 0-21 0,8-6-24 0,14 0-19 16,15-2-33-16,9-2-42 0,5 0-52 0,30-3-76 0,-25 3-106 15,22-5-248-15,-33 6-422 0,-1-4 186 0</inkml:trace>
  <inkml:trace contextRef="#ctx0" brushRef="#br0" timeOffset="85065.03">7835 11747 221 0,'1'-4'235'0,"-1"4"-29"0,2-3-25 0,-2 3-25 0,0 0-12 16,0 0-18-16,0 0-8 0,1 13-11 15,-2-3-13-15,-3 1-10 0,0 6-2 0,-1 2-12 16,-4 5-5-16,0-3-7 0,0 5-2 0,-1-2-10 0,1-7-5 0,0-1-1 16,0 1-6-16,1-6-2 0,3-1-3 0,1 0 1 15,-1-3-2-15,4 1-4 0,-2-4 3 0,0-1 22 16,1 2 34-16,0-3 37 0,2-2 23 0,-4 4 29 16,4-4-16-16,0 0-18 0,0 0-10 0,0-14-12 15,4 6-14-15,0-3-13 0,-1-2-7 0,5-1-9 16,-3 3-9-16,5-4-8 0,-1 1-7 0,-1 5 2 0,-3 0-16 0,4 2-1 15,-4 0-7-15,-1 2-17 0,4 2-11 0,-3 1-24 32,0 2-10-32,-5 0-13 0,17 4-3 0,-8 1-15 15,1 1-16-15,-1 3-24 0,-2-1-13 0,3 5-27 0,0 0-30 16,-1 2-31-16,-2-3-43 0,-4 1-217 0,2-2-505 16,-4-6 224-16</inkml:trace>
  <inkml:trace contextRef="#ctx0" brushRef="#br0" timeOffset="85363.52">7416 11872 49 0,'-5'0'274'0,"5"0"-7"16,0 0-18-16,-9 0-20 0,9 0-28 0,0 0-21 15,15-8-18-15,6 2-14 0,11-5-15 0,17 0-14 0,10-4-11 16,5-1-12-16,28-4-11 0,-2 0-8 16,3 1 2-16,-30 4-12 15,26-3-6-15,-32 5-4 0,-4 0-9 0,-15 6-1 16,-6-1-7-16,-3 4-5 0,-10 0 0 0,-4 2-10 16,-5-1-15-16,-1 1-18 0,0 0-24 0,-9 2-4 15,0 0-1-15,-4 9-3 0,-7-5-22 0,-9 7-25 16,-5 0-34-16,-3 4-39 0,-2 2-223 0,2-2-416 15,0-1 185-15</inkml:trace>
  <inkml:trace contextRef="#ctx0" brushRef="#br0" timeOffset="86133.59">8267 12729 90 0,'1'-15'211'0,"1"-2"-4"0,-1 5-11 0,4-2-8 0,-4-1-2 0,0 3-7 0,-1 2-6 16,2 2-13-16,-1 4-14 0,-1-3-13 15,0 1-19-15,0 2-19 0,1 2-33 0,-1 2-18 16,0 0-10-16,0 0-3 0,-6 19-2 0,0 0-5 16,-2 8 1-16,3 2-4 0,-3 5 1 0,-7 10 4 0,2 3 1 15,4 0-1-15,-1 1-1 0,4 0 1 0,-4 3-1 16,3-5-4-16,-1 2 2 0,3-14-2 0,0 0-8 0,1-2 3 15,-1-3 0-15,-1-2-1 0,3-8-2 0,-2 1 3 16,1-3-4-16,2-6 0 0,-2-1 2 0,1-3 2 0,1 0 3 16,-2-3 3-16,-2 0 1 0,-1-3-2 15,-2-1-2-15,-2 0 16 0,-2-4-4 0,-5 0-2 16,0-3-2-16,-1 0-4 0,-8-4-1 0,9 4-3 16,-1-3 3-16,-1 1-4 15,2-1-9-15,1 2-12 0,2-1-11 0,3 4-16 16,2-2-10-16,1 2-19 0,2 3-24 0,0-1-30 15,3-1-35-15,3 0-52 0,1 4-197 0,1-8-431 16,3 3 191-16</inkml:trace>
  <inkml:trace contextRef="#ctx0" brushRef="#br0" timeOffset="86418.48">7980 13039 14 0,'0'0'264'0,"-7"0"-22"16,7 0-25-16,0 0-19 0,0 0-15 0,0 0-18 16,0 0-15-16,0 0-34 0,37-7-4 0,-5 3-10 0,9-1-6 15,14-2-11-15,1 0-7 0,2 0-4 0,-3 2-9 16,-18 1-5-16,-1 0-3 0,-2 2-11 0,-6-1-8 15,-1-1-15-15,-9 4-9 0,-7 0-23 16,0 0-16-16,-4 0-20 0,-2-2-14 0,-5 2-17 0,0 0-20 0,0 0-28 16,0 0-29-16,0 0-149 0,-28 0-328 0,16-1 146 15</inkml:trace>
  <inkml:trace contextRef="#ctx0" brushRef="#br0" timeOffset="86888.17">8814 12881 119 0,'6'-2'202'0,"2"1"-20"0,-2-1-19 0,2 2-16 0,1 0-19 0,-3 2-13 16,2-1-9-16,1 2-15 0,0 2-5 0,-4 1-11 15,0 0-9-15,-1 3 5 0,0 3-18 0,-4-2-5 16,-4 2-1-16,0 5-5 0,-1-1-9 0,-6 1 0 16,0-3-2-16,-2 2-5 0,1-1 0 0,-1-2-5 15,0 0-3-15,4-4 4 0,2-1-5 0,-1-1 0 16,0-2 2-16,5-1 5 0,-1 1 14 0,0-2 27 0,1-1 18 0,1 1 21 16,2-3 15-16,0 0-7 0,0 0-15 0,0 0-9 15,9-13-10-15,-2 4-4 0,7-2-10 16,1-2-6-16,1 1-4 0,7-6-7 0,-5 1-7 15,1-1 1-15,3 2-8 0,-3-2-4 0,-4 5-3 16,-1 1 2-16,0 0-9 0,-3 6-1 0,-5 0-3 0,1 2-3 16,-1 1-1-1,-1-1-8-15,-1 3-8 0,-2-2-12 0,-2 3-3 16,0 0-3-16,9 1 1 0,-9-1 5 0,4 7 0 16,-3 0 3-16,-1 0-5 0,0 3-2 0,3 0 6 15,-3 3-1-15,0-2-6 0,4 3-7 0,-3 0-18 16,0-2-23-16,1 4-25 0,0-4-41 0,2 4-44 15,-3-4-71-15,1-2-141 0,0-4-423 0,-2 0 187 16</inkml:trace>
  <inkml:trace contextRef="#ctx0" brushRef="#br0" timeOffset="87104.06">9242 12776 201 0,'0'0'191'0,"10"1"-19"0,-5 4-18 16,3 2-8-16,-1 0-11 0,1 5-8 0,0 1-14 15,0 4-5-15,-3 2-10 0,1 5-6 16,-3 3-9-16,-6-1-11 0,-2 5-4 0,-1 1-5 0,-5 2-27 16,-2-2-9-16,-3-1-17 0,-4 1-17 0,-6-6-32 0,2 0-41 15,-3-4-50-15,-5-1-144 0,0-8-296 0,4 0 132 16</inkml:trace>
  <inkml:trace contextRef="#ctx0" brushRef="#br0" timeOffset="87404.48">8731 12631 147 0,'-23'16'150'0,"-4"5"14"0,3 3-30 0,-11 12-11 0,5-1-14 16,-1 6-6-16,2-2-9 0,11-8-6 0,-4 12-8 15,7-10-5-15,7 1-10 0,4-1-3 0,4 0-4 16,7 0-5-16,3-5-1 0,6-1-2 15,10-1 2-15,6-7-8 0,15 3-4 0,11-2-1 0,3-8-36 16,2-6-68-16,3-3-97 0,-1-4-98 0,25-5-282 0,-32-3 126 16</inkml:trace>
  <inkml:trace contextRef="#ctx0" brushRef="#br0" timeOffset="88238.12">10185 12584 120 0,'0'0'170'0,"1"-4"-18"0,-1 4-12 0,0 0-15 16,0 0-14-16,0 0-14 0,-19 7-13 16,5-3-5-16,0 5-11 0,-8-1-5 0,-1 6-3 0,-2-2-13 15,-2 5 2-15,1-3-12 0,0 1-6 0,0 2 0 0,2 0-3 16,-1-2-2-16,5 2-3 0,4-5-6 0,1 2 4 16,2-3-5-16,2-2 1 0,2 5-7 0,3-2 4 15,2 0-1-15,-1-2-1 0,4 2-5 0,2-2 4 0,5 0 3 16,2 0-6-16,3 2-4 0,3-1 5 15,-1 1-4-15,6 0 2 0,-1 0 1 0,7 1-5 0,-8-6 3 16,4 3-7-16,-2-1 4 0,-2 1-3 0,-2 0-4 0,0-1 8 16,-2 1-4-16,-3-1-3 0,-1-1 5 0,-4 2-12 15,-1-1 10-15,0 2-4 0,-4-1 5 0,-1 1 5 16,-6 2 4 0,-4 0-1-16,-2-1 5 0,-6-2 1 0,-5 2-2 15,3 0-7-15,-6-4-2 0,7-2 4 0,-2 0 3 16,-3-1-5-16,3 0 4 0,3-3-1 0,1 0-6 15,3-2 3-15,3 1 14 0,2-2 16 0,1 1 18 0,2 0 16 16,1-2-5-16,5-2-8 0,-2-1-19 0,7-1-7 16,1-3-7-16,6 1-3 0,5-3-1 0,-1 1-1 15,8-3-5-15,3-1-2 0,-2 0 0 0,3 1 3 16,1 4-5-16,3-3 2 0,-2 3-2 0,-3 1 4 16,1-1 6-16,-7 3 3 0,0 1 10 0,-3-1 4 15,2 1 8-15,-8 2-2 0,1 0 2 0,-4 1 2 0,-3 0-13 16,3 1-3-16,-2-1-4 0,-2 0-6 0,-4 2-1 0,6-2 1 15,-6 2-9-15,0 0-6 0,11 2 2 0,-10 3-3 16,0-1-3-16,2 1 3 0,-2 3-4 0,3-1 3 16,-2 1 0-16,-1 3 1 0,-1-1-5 0,2 2 4 15,-1-2-2-15,-1 1 2 0,-1-2-23 0,2 1-8 0,-1-4-14 16,0 1-21 0,0 0-10-16,-1-4-25 0,1 2 2 15,-2 0-5-15,2-1 5 0,0-4-18 0,0 0-67 16,0 0-158-16,0 0-365 0,-8-17 162 0</inkml:trace>
  <inkml:trace contextRef="#ctx0" brushRef="#br0" timeOffset="88385.4">10232 12818 231 0,'2'-7'253'0,"-2"7"-24"16,1-3-22-16,-1 3-25 0,0-4-17 15,0 4-18-15,0-6-19 0,0 6-33 0,0 0-43 16,0 0-21-16,0 0-17 0,0 0-35 0,0 0-42 15,8 12-42-15,-5-9-153 0,-1 5-279 0,0-4 124 16</inkml:trace>
  <inkml:trace contextRef="#ctx0" brushRef="#br0" timeOffset="88723.38">10406 12980 97 0,'3'7'132'0,"-6"-4"-7"15,6 2-11-15,-6 2-5 0,3 3-16 0,0 0-9 0,-4 0-9 16,4 2-7-16,-6 2-3 0,6-4-3 0,-4 2-12 16,3 0 2-16,-2-3-7 0,2-1-5 0,0-3-4 15,-2 2 0-15,3-2-4 0,0-1 37 0,0-4 37 0,-1 3 31 16,1-3 15-16,1 5 10 0,-1-5-14 0,0 0-7 15,0 0 1-15,12-11-26 0,-5 5-11 0,0-2-7 16,-1 1-10-16,2 0-9 0,2 0-12 0,-1-1-7 16,-1 2-2-16,2 0-11 0,-3 1-4 0,0 1-4 15,2 1-4-15,0 1-22 0,-2-1-9 0,4 2-15 0,-4 2-12 16,3-1-26 0,1 3-36-16,-1 0-36 0,1 2-33 0,1 0-46 15,-5-1-231-15,4 1-466 0,-6-1 207 0</inkml:trace>
  <inkml:trace contextRef="#ctx0" brushRef="#br0" timeOffset="89155.32">10855 12893 186 0,'1'-5'292'16,"-1"5"-11"-16,1-5-36 0,-1 5-27 0,3-4-24 0,-3 4-24 0,1-3-15 16,-1 3-20-16,0 0-16 0,0 0-14 0,0 0-15 15,0 0-8-15,0 12-11 0,0-4-7 0,-1 1-7 16,-2 2-4-16,-3 3-8 0,2 2-2 0,-1 1-4 16,-3 0-5-16,-1 8-4 0,3-7-1 0,-3 2-3 15,3-3-1 1,-1-2-7-16,3-3 3 0,-2 0-2 0,2-3-4 15,2-4-1-15,-1 3 2 0,-1-3 1 0,4-1 3 16,0-1 14-16,-2 3 39 0,0-3 29 0,2-3 32 16,0 0 19-16,0 0-16 0,0 0-17 0,0 0-10 0,13-14-13 15,-3 4-11-15,-1 0-9 0,3-4-2 0,-1 3-10 16,2-1-13-16,-4 3 2 0,1 1-12 0,6 0-4 16,-5 0-6-16,-2 1-7 0,1 2-4 15,-1 1-8-15,1-2-16 0,-3 4-11 0,-1 0-17 0,1 1 5 0,1 1-39 16,0 0-15-16,1 3-19 0,-4-2-20 0,5 6-20 15,-2 0-37-15,-1 0-28 0,-1 0-35 0,1 0-47 16,-4-2-213-16,2 1-538 0,-5-1 238 0</inkml:trace>
  <inkml:trace contextRef="#ctx0" brushRef="#br0" timeOffset="90010.1">11160 12911 30 0,'5'-3'168'16,"2"0"-13"-16,-1 3-10 0,3 0-10 0,-1 3-15 15,1 0-12-15,0 2-9 0,1 1-4 0,-4 2-11 0,3 1-10 0,-5 2-4 16,2 0-8-16,-2 3-4 0,-3 1-1 0,2 2-9 16,-7 0 1-16,0 0-6 0,-2 0 1 0,0-3-2 15,-4 3-2-15,4-1-5 0,-5-5-2 0,4 0 6 16,2-3 0-16,-3 0 8 0,3-3 2 0,2 2 8 15,0-3 10-15,0 1 17 0,0-4 19 0,1 3 22 16,2-4 22-16,-4 4 25 16,4-4 7-16,0 0-14 0,0 0-25 0,0 0-11 15,8-18-9-15,-3 10-22 0,3-2-15 0,3-5 13 16,2 2-30-16,1-4-14 0,0 3-12 0,7-6-7 16,-6 0-23-16,6 2-9 0,-2 0-4 0,-5 6-3 15,0 2-1-15,-4 1 0 0,-1 1 3 0,-1 1-2 16,-2 2-2-16,-1 3-18 0,-1-3-19 0,-1 3-24 15,-1 1-13-15,-2 1 7 0,0 0 3 0,0 0 10 0,0 0 6 16,-1 10 5-16,-3 0 9 0,-1 0-6 0,1-1-11 0,0 6-4 16,2-1 3-16,-2 0 4 0,3-1-2 15,3 1 11-15,4 3 1 0,3 0 6 0,4-2-4 16,10 2-7-16,0-3-6 0,5 1-3 0,7-4 2 0,-2-2-2 16,4 2-6-16,14-4-3 15,0 0 5-15,1-4 10 0,-13-3 4 0,11 1 1 0,2-4 8 0,-15-1 1 0,16-4 12 16,-16 2 6-16,-3-3 22 0,3 0 0 0,-5-3 13 15,-5-1 12-15,0-3 18 0,-4 3 10 0,-8-1 6 16,-2 2 19 0,-1 2 12-16,-5 0-3 0,-2 1-11 0,-2-3-11 15,-3 2-9-15,-1 0-5 0,-5 2-8 0,-2-1-5 16,-4 2-9-16,-2-1 0 0,-4 2-7 0,-1 1-4 16,-3 0-1-16,0 5-7 0,0 0 4 0,-5 2-5 0,5 2-1 15,1 0-3-15,0 0-2 0,3 4-1 0,-4-1-7 16,6 3-6-16,0-1-4 0,1 3-3 0,2-1-7 15,5-2-10-15,0 0 4 0,1 2 0 0,2 1 3 16,1-3 3-16,4 0 7 0,0 1-2 0,4 0 4 16,1-3 4-16,2 0-2 0,4 0 5 0,-1-4 0 15,-1 0 5-15,5-2 3 0,-5-2 4 0,5 0 6 0,-2-4 3 16,-2-2 16-16,4 3 10 0,0-8 1 0,-1 2 5 0,-2-3 6 16,0-3-2-16,-1 2 0 0,0-3 2 0,-2-1-3 15,0-1-3-15,2-6-2 0,-3 1-6 0,1-4-1 16,-2 2-5-16,-1-2-3 0,0-1-1 0,2-3-3 15,-2 1-3-15,-4-2-1 0,3 4-3 0,1 2 1 16,-2 3-4 0,-3 7 1-16,0 2-3 0,1 2-2 0,-1 3-4 15,0 3-9-15,0 1-8 0,0-1-25 0,0 7-6 0,0 0 3 16,0 0 4-16,-10 9 2 0,5-1 4 16,-3 9 1-16,-1 7 2 0,-1 2 2 0,0 3 5 15,1 1 6-15,-1 3-4 0,3 0-1 0,1 1-10 0,1-1-16 16,3 3-11-16,1-3-14 0,2-1-23 0,1 2-25 15,1-4-28-15,5-2-46 0,-5-1-193 0,4-10-416 0,0-3 185 16</inkml:trace>
  <inkml:trace contextRef="#ctx0" brushRef="#br0" timeOffset="90457.4">12408 12867 89 0,'9'3'133'0,"2"-1"-9"0,0 4-13 0,-1-1-14 16,1 3-3-16,-1 0-5 0,-2 2-14 0,-1 2-8 15,1 1 2-15,-4 4-7 0,-1-2 2 0,-3 3-8 16,-1-2-3-16,-4 3 0 16,-4-1-5-16,2-1-1 0,-5 4 3 0,-1-4-9 15,-1-3 1-15,0 1-12 0,0-4 6 0,0 2-5 16,0-2 6-16,4-3-2 0,-3-1-3 0,4-2-1 15,1 0 8-15,2-2 19 0,2 2 27 0,-1-4 33 16,1 2 29-16,4-3 24 0,-4 1 4 0,4-1 5 16,0 0-39-16,3-13-20 0,2 6-9 0,3-3-11 15,6-6-12-15,4-4-10 0,0 1-12 0,-2-1-15 0,6-1-26 0,-2-1-10 16,3 2-12-16,4-4-13 0,-4 2-1 0,-1 3-1 16,-7 8 0-16,-2 0 1 0,-4 4 1 0,1 0-1 15,-5 0-5-15,-1 5-20 0,3-2-17 0,-5 3 2 16,-2 1 4-16,0 0 4 0,3 9 3 0,-6-3 5 15,1 5 1-15,-1-1 5 0,-1 4 5 0,0 2-1 16,3 4 5-16,0-2 9 16,2 6 1-16,4 0-4 0,4 2 3 15,5-2 6-15,3 0-1 0,6-5-34 0,5 1-57 16,22-3-86-16,1-2-252 0,5-5-469 0,4-6 208 0</inkml:trace>
  <inkml:trace contextRef="#ctx0" brushRef="#br0" timeOffset="91042.72">14292 12939 129 0,'-4'-2'251'0,"4"2"2"0,0 0-2 16,0 0-12-16,-5-3-17 16,5 3-21-16,0 0-22 0,0 0-20 0,18-8-20 15,-3 7-8-15,6-2-15 0,8 1-13 16,4-1-10-16,1 1-11 0,1-1-10 0,1 0-7 16,1 2-4-16,3 1-8 0,-3-3-4 0,0 1-5 0,-3-1-1 15,-3 2-9-15,-8-2-5 0,-5 3 2 0,-3 0-5 16,-4 0 0-16,-1-2-2 0,-3 1-3 0,0 1-6 15,-7 0-14-15,9-2-4 0,-9 2-5 0,0 0-9 0,0 0-12 0,0 0-15 16,0 0-15-16,-27 5-15 0,14-3-30 0,3 1-26 16,-4 0-41-16,1 1-35 0,-1 0-178 0,1 0-414 15,2 0 184-15</inkml:trace>
  <inkml:trace contextRef="#ctx0" brushRef="#br0" timeOffset="91296.66">14384 13155 272 0,'0'0'260'16,"0"0"-29"-16,19-3-20 0,2-1-21 0,8 3-11 0,8-4-9 0,14 1-15 15,5-4-10-15,1 4-14 0,4-4-6 0,0 3-15 16,1 1-11-16,-8 1-9 0,-14 1-6 0,-4-1-8 15,-4 1-8-15,-3 0-9 0,-10-1-11 0,-6 1-10 16,0 2-24-16,-3 0-26 0,-5-1-28 0,-5 1-41 16,0 0-46-16,0 0-37 0,-20-4-225 0,3 1-421 15,-4 2 187-15</inkml:trace>
  <inkml:trace contextRef="#ctx0" brushRef="#br0" timeOffset="106001.1">16207 12826 84 0,'-5'1'150'0,"0"-1"-8"0,5 0-10 0,-10-1-4 0,10 1-5 16,-6 1-7-16,6-1 1 0,0 0-9 0,-7 0-2 0,7 0-7 16,0 0-8-16,0 0-3 0,0 0-4 0,-8-1-2 15,8 1-8-15,0 0-5 0,0 0-7 0,0 0 1 0,0 0-4 16,0 0-6-16,0 0-4 0,0 0-2 0,0 0 2 15,0 0-5-15,0 0 1 0,0 0-1 16,0 0-4-16,0 0 0 0,0 0-5 0,0 0 2 16,0 0-1-16,-7 1-8 15,7-1-1-15,0 0 0 0,0 0 0 0,0 0 2 16,0 0-8-16,0 0 0 0,0 0-6 0,0 0 4 16,0 0 1-16,0 0-7 0,0 0-1 0,0 0-1 15,0 0-3-15,0 0-1 0,0 0 2 0,0 0-1 16,0 0-1-16,0 0 2 0,0 0-5 0,0 0 2 0,0 0-2 15,0 0 0-15,0 0-3 0,0 0 1 16,0 0 0-16,0 0 1 0,0 0 6 0,0 0-7 0,0 0-1 0,0 0 1 16,0 0-2-16,0 0-2 0,0 0 0 0,0 0 2 15,0 0-1-15,0 0 7 0,0 0-8 0,0 0 1 16,0 0-5-16,0 0 8 0,0 0-2 0,0 0 1 16,0 0-2-16,22-1 1 0,-22 1-2 0,0 0 0 15,0 0 1-15,0 0 1 0,0 0 1 0,0 0-2 0,0 0 1 16,0 0 1-16,6 1 1 0,-6-1-3 0,0 0-2 0,0 0 0 15,0 0 2-15,0 0-2 0,0 0-1 0,0 0 2 16,0 0-1-16,0 0 0 0,0 0 1 0,0 0-5 16,0 0 2-16,0 0 0 0,0 0 1 0,0 0-1 15,0 0-2-15,0 0 2 0,0 0 2 0,0 0 2 16,0 0-4-16,0 0 3 0,0 0-1 0,0 0 1 16,0 0-6-16,0 0 6 15,7 1 2-15,-7-1 2 0,13-1 0 0,-1 0-1 16,8 0 6-16,10-1-7 0,2 1 1 0,4 0-2 15,3 1 1-15,14-3 1 0,0 0 0 0,2 1-1 16,-4 0-1-16,3 2 1 0,-17-1 3 0,0 1-1 16,-1 0-3-16,-4 0 0 0,-3 0 2 0,-11 0 3 15,-4-1-2-15,-1 1-1 0,-3 0 2 0,-1 0 3 16,-4-1-2-16,3 1-3 0,-8 0-3 0,0 0 0 0,6-2-18 0,-6 2-18 16,0 0-21-16,-24 3-28 0,10-3-30 0,-3 1-35 15,1 0-52-15,3-1-149 0,-2 0-381 0,4 0 168 16</inkml:trace>
  <inkml:trace contextRef="#ctx0" brushRef="#br0" timeOffset="107316.33">17239 12476 133 0,'0'0'162'0,"0"0"-3"0,-2-4-17 0,2 4-9 0,0 0-12 0,0 0-4 16,0 0-10-16,0 0-13 0,0 0-7 0,0 0-13 15,0 0-4-15,0 0-11 0,9-1-5 16,-9 1-7-16,13-1-7 0,-5 1-2 0,3-2 0 16,3 4-5-16,4-1-6 0,4 0-3 0,-2-1 1 0,1 3-2 15,7-2-5-15,1 3-2 0,1 1 0 0,-3-1-2 16,-6 0-2-16,6 4 4 0,-8-1-7 0,2 0 0 0,-6 1 0 16,0 2-7-16,-6-1-2 0,3-1-4 0,-4 3-2 15,-3 4 4-15,-4 0-4 0,-2 2-1 0,-4 2 7 16,-3 0 0-16,-10 3-8 0,-2-1 11 0,-2-1-4 15,-8 1-3-15,4-2 5 0,-3-1-3 0,1-1-4 16,-1-3 3 0,0 2 1-16,-1-3-3 0,6-1 6 0,-1-1-4 15,6-2-1-15,4-3 5 0,-2 1-5 0,5 0 3 0,3-3 1 16,1 1 3-16,2 0-7 0,-2-2 1 0,3 0-1 16,1-1 3-16,2 0-3 0,-2 0 2 0,4-2 4 15,-5 3 1-15,3 0 5 0,2-3 8 0,0 0 6 16,0 0 7-16,-5 2 2 0,5-2 3 0,0 0-1 15,-2 3-2-15,2-3-2 0,0 0-1 0,0 0 1 16,0 0-7-16,0 0-3 0,0 0-5 0,0 0 0 0,0 0 2 0,0 0-4 16,0 0 1-16,0 0-3 0,10 4 3 0,-4-3-3 15,6 0-2-15,2-1 0 0,4 0-2 0,2 0 1 16,10 3-1-16,-4-3-9 0,8 0 9 0,-2 0-1 16,1 0-1-16,1 0-1 0,2 0 3 0,-2 0-4 15,0 0 1-15,-5 0 3 0,-7-3-6 0,-2 3 6 16,-1 0-2-16,-7 0-2 15,-2 0 8-15,2 0-4 0,-3-1 10 0,-3 1 8 16,-1 0 1-16,-5 0 2 0,9 0-3 0,-9 0-3 16,0 0-10-16,9 0-17 0,-9 0-19 0,0 0-18 15,0 0-35-15,0 0-40 0,0 0-47 0,0 0-185 16,0 0-379-16,0 0 168 0</inkml:trace>
  <inkml:trace contextRef="#ctx0" brushRef="#br0" timeOffset="109658.13">18349 12498 116 0,'0'0'139'0,"0"0"-13"0,0 0-6 15,0 0-18-15,0 0-7 0,0 0-7 16,0 0 1-16,0 0-16 0,0 0-5 0,0 0-12 0,0 0-11 16,0 0 8-16,0 0-10 0,0 0-9 0,0 0 4 15,0 0-3-15,0 0-10 0,-6 0-3 0,6 0-4 16,0 0 2 0,0 0-6-16,-3 3 1 0,3-3-2 0,-5 3 1 15,5-3 0-15,-2 2-8 0,2-2 10 0,0 0-11 0,-4 3 1 16,4-3 1-16,0 0-1 0,0 0-4 0,-3 4 4 15,3-4-1-15,0 0 12 0,5 3 12 16,-5-3 10-16,16 0-1 0,-2 2 0 0,2-2-3 16,6 1-3-16,6-2 1 0,3 1 4 0,1 0-1 15,0 0 2-15,2-2-2 0,-1-1 7 0,-2 1-6 0,0 1-4 0,-11 0-1 16,2 1-5-16,-4-1-4 0,-6-1 2 0,1 1-2 16,-1 0-8-16,-5 1 1 0,0 0 0 0,-1 0-3 15,-6 0 0-15,10 0-5 0,-10 0-10 0,7 0-13 0,-7 0-6 16,6-3-11-16,-6 3-9 0,0 0-6 15,0 0-17-15,0 0-10 0,0 0-21 0,0 0-20 16,0 0-43-16,0 0-109 0,0 0-290 0,-23 3 128 0</inkml:trace>
  <inkml:trace contextRef="#ctx0" brushRef="#br0" timeOffset="110020.56">18942 12402 34 0,'0'0'308'0,"1"-5"-13"0,-1 2-3 0,0-3-24 0,2 3-21 16,-2 3-19-16,0 0-23 0,0-5-21 0,0 5-21 16,0 0-18-16,0-4-17 0,0 4-14 0,0 0-16 15,0 0-19-15,0 0-31 0,0 0-12 0,0 0-4 0,0 0-5 16,1 11 0-16,-1-3-7 0,0 1-3 0,0 1-2 0,0 2-4 15,1 3 9-15,1-1-9 0,-1 3-3 0,0 0-2 16,2 2 2-16,-2-2-2 0,3-2 1 0,-2 2-2 16,-1-2-3-16,2-3 3 0,0 0-1 0,-1-3-1 15,1 1 2-15,-2-3 0 0,0-2-2 0,1 5 0 16,-2-8-7 0,1 2-4-16,0 0 4 0,0 0 1 0,1-1-2 15,-2-3-7-15,0 5-8 0,0-5-3 0,1 2-5 16,-1-2-6-16,0 0-2 0,0 0 0 0,0 0-41 15,0 0-56-15,0 0-55 0,-10-10-231 0,6 1-453 16,1 0 201-16</inkml:trace>
  <inkml:trace contextRef="#ctx0" brushRef="#br0" timeOffset="110258.32">19120 12276 191 0,'2'-3'270'0,"2"-1"-25"0,-1 1-22 16,-1 1-26-16,-2 2-20 0,10 0-20 0,-10 0-19 0,16 2-5 0,-2 4-13 31,0 4-13-31,2 1-4 0,2 6-8 0,1 5-7 16,-2 0-10-16,-3 2-4 0,-4 2-7 0,-2 3-8 16,1 1-8-16,-8 1-3 0,-1 3-10 0,-4-3 1 0,-3-1-4 0,-5 1-15 0,-3-2-8 0,-4 2-7 15,-13 4-3-15,-5-4-12 0,-5-1-14 0,-3-2-19 31,-4-2-29-31,0-1-31 0,-1-4-37 0,-3-4-44 0,1-2-182 16,-2-2-397-16,-1-5 175 0</inkml:trace>
  <inkml:trace contextRef="#ctx0" brushRef="#br0" timeOffset="110643.81">18426 12282 25 0,'-3'-3'182'16,"3"-1"-18"-16,0 4-16 0,-5-4-14 0,1 2-19 16,4 2-13-16,-15 3-7 0,3 4-15 0,-3 5-9 15,-3 2-12-15,-9 6 7 0,1 6-17 0,-12 8-1 0,0 6-13 0,1-1 6 16,1 3-5-16,4-1-7 0,6-1-4 0,10-11 4 16,2 1 10-16,4-1-5 0,2-2 5 0,7 0 2 15,6-1 7-15,5-2 0 0,8-3 4 0,8 0-7 16,21 1 1-16,8-4-3 0,8-7-4 0,26 3-22 0,-24-9-38 15,29-2-43-15,-4-4-65 0,-31-4-173 0,6 0-327 16,-1-4 144 0</inkml:trace>
  <inkml:trace contextRef="#ctx0" brushRef="#br0" timeOffset="111307.96">19585 12117 174 0,'-3'-3'237'0,"3"3"-13"0,2-6-14 15,-2 6-18-15,1-4-19 0,-1 4-16 0,0 0-20 0,0-3-17 0,0 3-13 16,0 0-15-16,0 0-9 0,0 0-11 0,0 0-9 16,0 0-6-16,1 16-7 0,-1-8-4 0,-1 3-8 15,1-4-4-15,-3 5 0 0,1 5-7 0,-2 2-4 16,0-2 0-16,-1 0-3 0,0 1 1 0,1-2-8 15,0 0 4-15,2-3-4 0,-1-4-2 0,-1 2 4 16,2-4-6-16,2 0 5 16,-2-3-2-16,1 2 4 0,0-1 15 0,-2-3 44 15,3-2 24-15,0 3 10 0,0-3-14 0,0 0 5 16,9-8-21-16,0-1-11 0,0 2-6 0,5-6-3 16,-1-1-9-16,2-1-9 0,6-1 3 0,-6 3-9 15,2 1 0-15,-3 0-7 0,2 3 3 0,-7 1 2 16,0 3-6-16,-1-2-2 0,-2 2-8 0,-1 2-4 15,-1 1-4-15,4 2-12 0,-8 0-2 0,14 3-3 0,-4 2-7 0,-1 4 10 16,2 3-12-16,1 1-8 0,-2 5-12 0,2 4-17 16,-3 3-27-16,-3 6-43 0,-1-2-55 0,0 2-54 15,-8 1-253-15,0-7-526 0,3 0 233 0</inkml:trace>
  <inkml:trace contextRef="#ctx0" brushRef="#br0" timeOffset="112130.2">17738 13222 183 0,'0'0'186'0,"-5"0"-5"16,5 0-19-16,-7 3-4 0,7-3-13 0,0 0-10 15,0 0-12-15,0 0-6 0,-9-3-5 0,9 3-9 16,0 0-6-16,0 0-3 0,0 0-5 0,0 0-6 16,0 0-9-16,0 0-4 0,0 0-5 0,0 0-7 15,0 0-1-15,0 0-11 16,0 0 0-16,0 0-6 0,0 0-2 0,0 0 2 15,0 0-11-15,0 0-2 0,0 0-6 16,0 0 1-16,0 0-2 0,-7 3-5 0,7-3 2 0,0 0-1 16,0 0-5-16,0 0 2 0,0 0-3 0,0 0-2 15,0 0 0-15,0 0 1 0,0 0-1 0,0 0-2 16,0 0-1-16,0 0 0 0,0 0-1 0,0 0-4 16,0 0 4-16,0 0 0 0,0 0 1 0,0 0-3 0,37-4 3 0,-9 0 10 15,8-1-9-15,22-2 6 0,36-2 6 16,3-1 5-16,10 0 13 0,6 5 3 0,7-4 0 15,6-3 6-15,0 7-3 0,9 0-2 0,-3 2-3 0,-4-4-4 16,-9 5-4-16,-11-3-5 0,-5 3 2 0,-8-1-5 16,-31-1 1-16,-3 1-3 0,-2 1-2 15,-7-1-2-15,-15-2 8 0,-3 4-8 0,-7-5 0 0,-9 4 19 0,-5 2 18 16,-1-3 36-16,-3 1 11 0,-1-1 13 0,-2 2-3 16,-1 0-1-16,-1-1-13 0,0 0-18 0,-4 2-23 15,5-3-28-15,-5 0-35 0,0 3-52 0,0 0-61 16,-5-6-67-1,-4 5-53-15,0 1-64 0,-2-2-246 0,-3 1-598 16,1-1 264-16</inkml:trace>
  <inkml:trace contextRef="#ctx0" brushRef="#br0" timeOffset="114051.97">18665 13624 175 0,'0'0'218'0,"0"-6"-14"0,0 6-17 15,0 0-22 1,0-4-12-16,0 4-16 0,0 0-17 0,0 0-16 16,0 0-13-16,1-5-9 0,-1 5-12 0,0 0-9 15,0 0-8-15,0 0-7 0,3 14-5 0,-2-6-10 16,-1 2-2-16,0 4-3 0,0 1-2 0,-1 4-4 15,-2-2-4-15,2 10-3 0,-3 1 1 0,0 0 0 16,-2 1 0-16,3-2-5 0,-3-1 1 0,-2 0-3 0,3-6 0 0,-3-1 4 16,6 0-7-16,-2-4-1 0,0-3 3 0,0-2-3 15,3-1-2-15,-3-1 3 0,4-3 0 0,-2 2 3 16,0-2 22-16,2-1 27 0,0-1 28 0,0-3 35 16,0 4 33-16,0-4 36 0,0 0 26 0,0 0 15 15,0 0-3-15,0 0-29 0,0 0-21 0,9-16-16 16,-5 7-19-16,4-4-8 0,2-4-26 0,0-7-18 15,3-1-21-15,5-2-15 0,0 4-13 0,1-6-11 0,-1 3-4 0,0 3-4 16,1 1-11-16,-1 1 6 0,-7 6-4 0,2-2-4 16,1 5 10-16,-5 3-7 0,1 1-1 0,-5 1-9 15,0 2 12-15,-1 0-21 0,0 1-17 0,0 1-28 16,1 1-23-16,-5 2-7 0,8 0 3 0,-8 0 1 16,6 8 5-16,-1 1 2 0,-1 0 6 0,0 4 7 15,1 3 1-15,-1 4 6 16,0 6 21-16,-2-3-11 0,0 3 3 0,-2-1 7 15,0 0 0-15,0 0 2 0,-2-8 8 0,2 1 24 16,-2-5-1-16,-1-1 3 0,3 0-2 0,0-4 1 16,0 1 2-16,0-3-5 0,0 0 3 0,0 0 1 15,-1-1 0-15,1-1 5 0,1-2 2 0,-1-2-2 16,0 6 7-16,0-6-3 0,0 4 16 0,0-4 8 16,0 2 1-16,0-2 6 0,0 0-4 0,0 0 1 0,0 0-4 0,0 7-7 15,0-7 1-15,0 0 0 0,0 0-6 16,0 0 2-16,0 0-19 0,0 0 14 0,0 0-2 0,0 0-2 15,0 0-2-15,0 0-13 0,0 0-10 0,0 0-22 16,0 0-16-16,0 0-36 0,0 0-36 0,0 0-45 16,0 0-64-16,0 0-69 0,0 0-277 0,-7 0-619 15,7 0 275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5:42:26.74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2277 2167 35 0,'0'0'176'0,"0"0"-2"0,0 0-15 15,0 0 0-15,0 0-3 0,0 0-5 16,-2-4-2-16,2 4-6 16,0 0-3-16,0 0-3 0,0 0 2 0,0 0-6 15,0 0-2-15,-4-4-4 0,4 4-10 0,0 0-9 16,-3-4-11-16,3 4-6 0,0 0-12 0,2-5-7 16,-2 5-6-16,1-5-10 0,-1 5-6 0,4-7-4 15,0 4-5-15,0-1-9 0,1 1-4 0,7-4-6 16,-3 6 0-16,1-1-4 0,0-1-6 0,4 3-6 15,4-2-10-15,-5 2-5 0,1 3-7 0,-1 0-6 0,4-1-3 16,-1 6-7-16,-1 0-6 0,0 0 6 0,-1 4-2 16,-2 3-3-16,0 1-2 0,0 10 2 0,-4-9 3 15,-3 1 1-15,-1 4 1 0,-4 7 8 0,-4-2 1 16,-4-2 4-16,1 3-2 0,-5-2 1 0,1 3 4 16,-6-6 1-16,3 3-1 0,-1-2 3 0,2-9 1 15,-3 4 1-15,3-5 2 0,1 0 2 0,2-6 4 0,2 1-4 0,-1-3 4 16,3 3 0-16,1-4 6 0,-2-3 3 0,5 5 18 15,-2-6 17-15,1 2 14 0,-1-2 24 0,4-1 9 16,0 0 19-16,0 0-3 0,0 0-9 0,0 0-11 16,0-14-9-16,8 5-9 0,5-8-3 0,1-5-7 15,0 0-5-15,4-2-8 0,0-1-8 0,1 1-5 16,0-2 0 0,2 2-5-16,-6-1-7 0,5 1 2 0,-3 3 4 15,1 1-6-15,-5 5 1 0,2-6-7 0,-5 6 8 16,1 1 16-16,-4 4 7 0,0 0 27 0,-2 1-10 15,0 2 3-15,-1 2 2 0,2 0-7 0,-4 0 2 16,1-1-5-16,0 2-14 0,-3 4 10 0,3-4-7 16,-3 4-13-16,4-3 1 0,-4 3-8 0,0 0-4 15,2-6-2-15,-2 6-13 0,0 0-14 0,0 0-10 0,0 0-17 0,0 0-8 16,1-4-18-16,-1 4-9 0,0 0-10 16,0 0-3-16,0 0 5 0,0 0 8 0,-1 15 5 0,1-10 9 15,-3 2 4-15,2 3 7 0,-3 2 7 0,0-3 1 16,3 8 4-16,-3-3 5 0,-1 1 4 0,1 3 0 15,2 0 2-15,-2 2 2 0,0-1 2 0,0 1 3 16,4-2 1 0,-4 3 2-16,4-2 2 0,0 0 0 0,0 1 4 15,3-3 0-15,-2-1 1 0,4 1 3 0,2-3 0 16,-2 0 3-16,3 1 6 0,-1-7 2 0,1 2 10 16,2 0-4-16,0-5 2 0,2 0 6 0,2 1 7 15,-3-3-2-15,2 0 9 0,0-1 2 0,-3 0 7 16,1-4 3-16,1 4 4 0,-12-2 8 0,10 1 6 15,-10-1-1-15,13-1 7 0,-8 1 8 0,-5 0 11 0,0 0-8 0,9 0-2 16,-9 0 3-16,4 1-4 0,-4-1-4 0,0 0-2 16,0 0-10-16,0 0-5 0,0 0-9 0,0 0-5 15,0 0-10-15,9 0-19 0,-9 0-29 16,0 0-39-16,0 0-30 0,0 0-38 0,5-3-34 16,-5 3-39-16,0 0-56 0,5-3-98 0,0-2-270 15,4-1-669-15,4 0 297 0</inkml:trace>
  <inkml:trace contextRef="#ctx0" brushRef="#br0" timeOffset="817.38">3028 2464 90 0,'0'0'206'0,"-9"0"-4"0,9 0-8 0,0 0-6 0,-5 3-13 0,5-3-6 0,0 0-12 16,0 0-12-16,0 0-8 0,-8 2-13 0,8-2-7 16,0 0-8-16,0 0-8 0,0 0-8 0,0 0-10 15,0 0-6-15,0 0-9 0,0 0-9 0,0 0-2 16,0 0-6-16,0 0-7 0,0 0-6 0,0 0-5 16,0 0-3-16,0 0-3 0,0 0 0 0,0 0-2 15,0 0-6-15,0 0-1 0,0 0 1 0,0 0-4 0,0 0 11 16,-5 0-1-16,5 0-1 0,0 0 5 0,0 0-1 15,0 0 1-15,0 0 1 0,0 0 1 0,0 0 1 16,0 0-9-16,0 0 1 0,0 0-5 0,0 0 2 16,0 0-7-16,0 0 0 0,0 0 2 0,0 0-6 15,0 0 9-15,0 0-13 0,0 0 8 0,0 0-5 16,0 0-2-16,0 0-1 16,0 0 3-16,0 0 2 0,0 0-2 15,0 0 4-15,0 0 7 0,0 0-12 0,0 0 2 16,0 0-2-16,0 0-3 0,0 0 3 0,0 0-2 15,0 0-4-15,0 0 2 0,0 0 1 0,18-5 1 16,-5 3 0-16,5 0-6 0,10-3 0 0,3 2 5 16,3 0 1-16,2-3-5 0,2 1 0 0,13 2 0 15,-12-1 2-15,-1-6-4 0,-2 9 0 0,3-3 4 0,-7-1-3 0,0 3 4 16,-4-4-3-16,-7 4 1 0,-2 2-1 0,-6-3 1 16,-3 3 2-16,-4-1-3 0,2 0 5 0,-2-1 0 15,-1 0 4-15,-5 2 6 0,9 2-2 0,-9-2-4 16,6-2 2-16,-6 2-22 0,0 0-10 0,6-1-10 15,-6 1-29-15,0 0-27 0,0 0-37 0,0 0-28 16,-17 7-31 0,13-4-32-16,-1-2-40 0,5-1-157 0,0 0-444 15,0 0 197-15</inkml:trace>
  <inkml:trace contextRef="#ctx0" brushRef="#br0" timeOffset="1419.89">3837 2198 26 0,'7'-2'143'0,"5"0"-10"0,-3 4-7 0,2 0-8 16,1-2-9-16,2 3-12 0,-3 4 1 0,1-1-9 16,2 3-1-16,3 3-6 0,-2-1-5 0,-1 2-2 15,-1-1-6-15,-4 5-3 0,-3 2-7 0,-2-2 0 16,0 2 4-16,-4 1-12 0,-4 3 3 16,0-3-7-16,-2-3-1 0,-5 9-1 0,0-3-8 0,1-6 3 0,-1 0-6 15,0-3 6-15,2 0 2 0,-2-1 3 0,1-4 5 16,0-1 10-16,4-1 6 0,-4-2 3 0,6 0 11 15,-1 1 6-15,1-5 12 0,-1 2 21 0,5-3 24 16,-4 4 35-16,4-4 27 0,-6 4 23 0,6-4-6 16,0 0-26-16,0 0-21 0,0-21-19 0,6 12-19 15,3-9-12-15,0-3-18 0,5-4-17 0,3 1-21 0,1 0-9 0,0 0-14 16,1-2-6-16,1 1-11 0,4 6-6 16,-7-3-3-16,-3 6-4 0,0 1 3 0,-1 2-8 15,-3 3 2-15,-1-1 8 0,-4 4-8 0,2-3-6 16,-1 5-1-16,-2 2-5 0,-3-2-5 0,-1 5-20 0,5-5-21 15,-5 5-31-15,0 0-29 0,0 0 8 0,0 0 7 16,7 13 11 0,-11-1 9-16,-1 4 4 0,1 3 9 0,-4-3 7 15,-1 9 2-15,-1-2 6 0,6 3 6 0,-1 1 5 16,5-10 4-16,-4 1 2 0,8 0 3 0,-4-1 6 16,5-2-1-16,-4-1 5 0,6-4 3 0,-2 2 7 15,3-3-1-15,3 0 4 0,4-1-4 0,2-2-20 16,0-1-22-16,2-1-45 0,1-4-54 0,8-4-70 15,0-1-70-15,-2-5-248 0,1-3-575 0,-3 0 255 0</inkml:trace>
  <inkml:trace contextRef="#ctx0" brushRef="#br0" timeOffset="3839.72">4247 1831 100 0,'-3'-2'232'0,"3"2"-4"15,0 0 2-15,2-5 2 0,-2 5-11 0,0 0-12 16,-2-4-11-16,2 4-17 0,0 0-16 0,0 0-13 16,0 0-20-16,0-6-23 0,0 6-3 15,0 0-10-15,0 0-15 0,0 0-11 0,11 2-13 16,-11-2 1-16,11 3-10 0,-7-2 0 0,2 3-11 0,0-2-3 0,0 3-1 15,4 2-21-15,-2 0 14 0,-3 0-1 0,0 3-9 16,0-1 0-16,-1 1-4 0,0 0-3 0,-3 2 2 16,-1 0-7-16,0 0 3 0,0 0 2 0,-5 0-6 15,1-1 5-15,-1-2-4 0,0 1-1 0,1-1 4 16,-1-1-1-16,1 1 1 0,-1-4-3 0,0 0 5 16,1-1 1-16,2 1 1 0,-1-1-10 0,3-4 13 0,-4 6-5 15,4-6 5-15,-6 5-1 0,6-5-4 0,0 0 1 16,-3 3 2-16,3-3 5 0,0 0 7 0,-5 4 9 15,5-4 0-15,0 0 7 0,0 0-3 0,0 0 1 16,0 0 2-16,0 0 0 0,0 0-12 0,0 0 6 16,0 0-6-16,14 3-2 0,-14-3 0 0,23-3-5 15,-2 1-1 1,4 0-6-16,5-1 3 0,-1 0-2 0,2 0-6 16,-3 2 4-16,1-2-6 0,-6-1 0 0,-4 3 1 15,3 0-4-15,0-2 3 0,-9 2-3 0,0 1 4 0,-4 0 1 16,-1-2 1-16,2 4-3 0,-10-2-4 0,11-2 3 15,-11 2 10-15,6 0-5 0,-6 0 2 16,0 0-1-16,8-2-12 0,-8 2-9 0,0 0-26 16,0 0-26-16,0 0-39 0,0 0-40 0,0 0-22 0,0 0-22 0,6 5-48 15,-6-5-288-15,0 0-564 0,0 0 250 0</inkml:trace>
  <inkml:trace contextRef="#ctx0" brushRef="#br0" timeOffset="4794.29">5421 2319 16 0,'0'0'178'0,"0"0"-1"16,0 0-2-16,0 0-10 0,0 0-6 0,0 0-12 0,0 0-4 15,0 0-12-15,0 0-6 0,-10-2-13 0,10 2-5 0,0 0-8 16,0 0-10-16,0 0-7 0,0 0-9 0,0 0-4 16,0 0-10-16,0 0-4 0,0 0-6 15,0 0-4-15,0 0-5 0,0 0-3 0,0 0-4 16,0 0-4-16,0 0 0 0,0 0-6 0,0 0 1 16,0 0-3-16,0 0-5 0,0 0 1 0,0 0-2 0,0 0 2 0,0 0 4 15,0 0 1-15,0 0 4 0,0 0-4 0,0 0 2 16,0 0-6-16,27-3 4 0,-12 2-6 0,2 0 2 15,6-2-4-15,5-1-1 0,1-1-7 16,-1 2 4-16,3 1 0 0,1-3-4 0,0 3 2 0,-3-1-2 16,0 0-2-16,-1 1 6 0,-9 1-5 0,-4-2 6 15,-5 0 1 1,3 3 3-16,-4-2-2 0,-1 4 1 0,-3-4 0 16,-5 2-2-16,10 0 2 0,-10 0-3 0,9 0-6 15,-9 0-15-15,4-1-16 0,-4 1-15 0,0 0-16 16,0 0-24-16,0 0-30 0,-17 9-26 0,10-6-34 15,-1 0-33-15,-4 0-150 0,5 0-383 0,-1 2 170 0</inkml:trace>
  <inkml:trace contextRef="#ctx0" brushRef="#br0" timeOffset="5142.24">5489 2492 143 0,'-4'1'206'0,"4"-1"-6"0,0 0-6 0,-4 3-14 15,4-3-7-15,0 0-14 0,0 0-14 0,0 0-13 16,17 0-13-16,-3 0-10 0,8-2-16 0,9-1-7 0,2-2-11 0,5 3-4 15,17-5-8-15,0 1-4 0,-3 2-8 0,1 0 5 16,-15-1-12-16,-1 4-2 0,-2-1 3 0,-3-1 1 16,-3 0 9-16,-10 0-10 0,0 0 5 0,-7 1-4 15,-2 1-7-15,-1-1 1 0,-4 2-5 0,0 0 0 16,-1 0-6-16,-4 0-11 0,9 0-14 0,-9 0-11 16,0 0-30-16,0 0-33 0,0 0-29 0,0 0-33 0,-27 2-31 0,17-1-49 15,-3 0-150-15,8 0-391 0,5-1 174 16</inkml:trace>
  <inkml:trace contextRef="#ctx0" brushRef="#br0" timeOffset="10685.97">7591 2005 84 0,'0'-5'206'16,"0"1"-5"-16,3 0 3 16,-2 0-12-16,-1 0-11 0,0-1-11 0,0-1 5 15,0 3-14-15,0 1 0 0,0 2-4 0,-1-9-16 16,1 6-6-16,0 3-6 0,0-7-11 0,-3 3-13 15,3-2-12-15,-4 3-13 0,-1-2-6 0,1 1-14 16,-2 1-7-16,-2-1-14 0,-2 2-1 0,1-2-12 16,-4 3-4-16,3 1-2 0,-9 0-5 0,2 1 1 15,-3 2-6-15,1 2-1 0,1 0-1 16,-1 3-4-16,-3 2-2 0,0 1 3 0,4 2-4 16,-2 1 1-16,3-1-2 0,1 0-2 0,0 7-2 15,1-5-13-15,5 1 4 0,-1 4-3 0,1-8-2 16,3 5-1-16,1-2-2 0,3 4 4 0,1 0 0 15,2-1 0-15,2 0 5 0,-1-2-4 0,0 1 5 16,3-6 2-16,0 0 5 0,2 1 2 0,2-6-1 0,-2 6 7 0,3-7-1 0,0 0 6 0,-1-1 4 16,2-1 5-16,-3-2 10 0,5-4 3 0,-2 2 11 15,2-3 6-15,-2-1-1 0,3-4-2 0,0-1 4 16,2-3 4-16,-6-1 3 0,5-1 0 0,2 1 4 31,0-5-4-31,-3 5 14 0,0-3-5 0,-2 4 8 16,-2-2 10-16,1 0-10 0,-5 4 10 0,1 3 6 15,-3-1 8-15,1 4 1 0,-2 0 6 0,0 0-9 0,-1 1-6 16,2 0-9-16,-3 4-14 0,4-5-11 0,-2 1-7 16,-2 4-10-16,4-3-18 0,-4 3-20 0,0 0-4 15,0 0-40-15,0 0-7 0,0 0-13 0,0 0 5 16,0 0 4-16,0 0 2 0,3 17 13 0,-5-10-3 16,4 4 4-16,-2-1 10 0,0 0 0 0,2 1 7 15,-1 1 0-15,2-2 7 0,-2 0 2 0,3 2 1 0,1-2-8 0,4 5 6 16,-5-6-8-16,2 0-4 0,2-2-14 15,1 1-30-15,0-1-39 0,4-3-58 0,1-3-73 16,5-1-90-16,-1-2-203 0,2-3-575 0,0-5 255 0</inkml:trace>
  <inkml:trace contextRef="#ctx0" brushRef="#br0" timeOffset="11174.13">7963 2112 222 0,'0'0'247'0,"0"0"-18"0,0 0-27 31,0 0-24-31,0 0-17 0,0 0-18 0,-15 6-18 0,9-3-11 0,-1 0-12 0,-1 8-15 16,-2-3-6-16,0 2-11 0,0 7-4 0,-1-3-6 0,0 0-7 31,4 1-2-31,1 2-6 0,2-5-4 0,-1 2-3 16,2-1-1-16,1 0-1 0,2-4-6 0,0 5 3 15,2-5-1-15,1-2 0 0,3 1 3 0,1-2 2 0,-1 2 0 16,3-5 1-16,1-1 7 0,1-2 1 0,1 0 2 16,1-2 6-16,1-3 25 0,-4-2-4 0,2 0 5 15,-1-1 8-15,1-6-8 0,-3 2 2 0,0-5 4 16,-3 2 0-16,-2 1-12 0,0-2-2 0,-4 4 1 16,0 1-6-16,0-1-21 0,-4 1-4 0,0 1-9 15,-1-1-20-15,-5 4-13 0,1 1-23 0,-4 1-24 0,-5 1-33 0,-1 0-28 31,-3 4-34-31,1 4-30 0,-7 1-30 0,2 5-40 16,8-3-47-16,-1-1-149 0,0 3-474 0,3 0 210 16</inkml:trace>
  <inkml:trace contextRef="#ctx0" brushRef="#br0" timeOffset="11672.45">7127 2583 208 0,'-8'2'207'0,"1"-2"-9"15,3 0-1-15,-1 2-10 0,5-2-10 0,-8 1-11 16,8-1-8-16,-9 0-9 0,9 0-13 0,0 0-11 15,-6 0-3-15,6 0-21 0,0 0-7 0,-4 3-9 16,4-3-10 0,0 0-8-16,0 0-4 0,0 0-10 0,0 0-1 15,0 0-9-15,-8 1-1 0,8-1-3 0,0 0-10 16,0 0 2-16,0 0-4 0,0 0-2 0,0 0-6 16,0 0-1-16,0 0 0 0,0 0-3 0,0 0-1 15,0 0-1-15,0 0 3 0,0 0-4 0,0 0 2 16,29-1-5-16,-9 0 2 0,11 1 0 0,3-2-1 15,4 2-1-15,19-7-5 0,8 2 2 0,1 0 0 0,25-3-2 0,-27 4 1 16,3 0 1-16,23-3 0 0,-27 3 0 0,-7 1-4 16,2-2 3-16,-7 0 1 0,-16 4 0 0,1-2 0 15,-3 2 3-15,-4 0 5 0,-10-2 6 0,-6 1 0 16,-1 1 2-16,-2 0 4 0,-2 0 5 0,-8 1 11 16,12 0 0-16,-6-2 2 0,-6 2-7 15,0 0-12-15,0 0-9 0,0 0-22 0,0 0-29 0,0 0-26 0,0 0-29 16,-29 10-31-16,11-8-34 0,1 5-44 0,-2-4-56 15,-4 4-169-15,5-3-458 0,0-3 203 0</inkml:trace>
  <inkml:trace contextRef="#ctx0" brushRef="#br0" timeOffset="12226.57">7623 2740 15 0,'0'0'259'0,"0"0"-19"0,0 0-19 16,0 0-13-16,0 0-28 0,0 0-18 0,0 0-15 15,0 0-12-15,0 0-19 0,19 0-12 0,-9 1-14 0,-1 0-10 16,3 2-12 0,-1 0 0-16,1-1-10 0,-2 3-6 0,0-2-6 15,-1 3-3-15,0 1-3 0,0-2-9 0,-1 5-1 16,-2-2-8-16,-6 3-4 0,1 5 6 0,-6-5-8 16,-1 9 2-16,-7 2-4 0,-3 1 0 0,0-1 2 15,-2-3-1-15,3 3-3 0,-4-2 0 0,6-8-2 16,2 2 4-16,-2-4-2 0,0-1 5 0,4-2-1 15,3-1-1-15,-2-3-4 0,3 1 0 0,1 1 0 0,4-5-3 16,-5 7 8-16,5-7 4 0,-4 5 4 0,4-5 9 16,0 0 0-16,0 0 4 0,18 7-5 0,-8-7 2 15,6-2-5-15,4-1-5 0,8 3-4 0,-6-1-2 16,5 0-2-16,3 0 1 0,1-3-2 0,-4 2-2 16,0 2 1-16,-6 0-3 0,0-5 1 0,-4 5-6 15,-5 0 0-15,-1-2 7 0,-11 2 9 0,15 0 14 0,-15 0 16 0,10-1 12 16,-10 1 6-16,0 0 1 0,12-3 2 0,-12 3-2 15,0 0-7-15,0 0-12 0,0 0-21 16,7-6-23-16,-7 6-17 0,0 0-45 0,0 0-31 16,0 0-28-16,0 0-37 0,0 0-46 0,-14-11-70 15,14 5-215-15,0 6-521 0,8-11 232 0</inkml:trace>
  <inkml:trace contextRef="#ctx0" brushRef="#br0" timeOffset="12842.52">8923 2484 101 0,'0'0'162'0,"-4"0"-3"0,4 0-10 0,-3 3-5 0,3-3-9 16,0 0-6-16,0 0 1 0,0 0-12 15,0 0-2-15,0 0-12 16,0 0-3-16,-10 1-8 0,10-1-6 0,0 0-4 15,0 0-8-15,0 0-9 0,0 0 0 0,0 0-8 16,0 0-5-16,0 0-3 0,0 0-8 0,0 0 7 16,0 0 0-16,0 0 3 0,0 0-4 0,0 0 1 15,0 0-3-15,0 0-8 0,0 0-3 0,38-4-4 16,-18 1 0-16,1-1-4 0,7 1 3 0,3 0-8 16,1-1-3-16,4 1-2 0,-3-1-1 0,2 1-2 0,-1-1 0 15,-1 1 2-15,-4 0-7 0,-8-1-1 0,2 2 0 16,-10 1 1-16,0-1-1 0,-3 1 1 0,-5 1-5 15,4-2-17-15,-9 2-26 0,6-4-39 0,-6 4-30 16,0 0-17-16,0 0-10 0,-18-8-9 0,7 6-15 16,-7 2-8-16,1 0-16 0,-2 0-105 0,1-1-312 15,3 1 138-15</inkml:trace>
  <inkml:trace contextRef="#ctx0" brushRef="#br0" timeOffset="13043.4">9056 2380 152 0,'0'0'216'15,"-2"-10"9"-15,1 5 4 0,-2 3 8 0,3 2 9 0,-1-7 0 16,-1 3-4 0,2 4-10-16,0 0-20 0,-2-6-14 0,2 6-32 15,0 0-15-15,0 0-23 0,-1-5-17 0,1 5-19 16,0 0-18-16,0 0-10 0,-6 15-5 0,-2 1-8 16,4 1 1-16,-4 12-10 0,2-1-1 0,1 2-2 15,1 3-1-15,-1-5-13 0,4 3-37 0,0-6-33 16,-1 3-51-16,1-3-52 0,0-8-82 15,-2 0-277-15,3-5-548 0,0-7 243 0</inkml:trace>
  <inkml:trace contextRef="#ctx0" brushRef="#br0" timeOffset="13543.79">10240 1997 146 0,'0'0'197'0,"0"0"0"15,0 0-8-15,0 0-9 0,0 0-9 0,0 0-21 16,0 0-12-16,14-7-19 0,3 4-8 0,4-1-12 16,10-1-11-16,1 3-8 0,5-4-8 15,0 4-5-15,0-4-10 0,2 0-10 0,-4 2-13 16,0 3-17-16,-6-2-15 0,-7 0-16 0,1 0-24 0,-9 0-24 15,-1 1-27-15,-3 1-31 0,-4-1-47 0,-2 0-112 0,-4 2-301 16,0 0 133-16</inkml:trace>
  <inkml:trace contextRef="#ctx0" brushRef="#br0" timeOffset="14159.21">10148 2007 28 0,'5'7'139'0,"1"-2"-1"0,5 0-14 0,-1 2 0 16,8 0-16-16,0 3 8 0,6 5-12 0,0-1-8 16,1 1-9-16,-4 5-10 0,1 1-6 0,-3 1-2 0,-5 7-5 0,0 0-2 15,-5 2-5-15,-1 1-6 0,-6 2 2 0,-5 12-5 16,-5-11-5-16,-5 11-5 0,-6-2-2 0,1-12-6 15,-6 12 2-15,-7-6-3 0,0 4-6 0,2-6 1 16,5-7-6-16,-3-1 4 0,4-3-5 16,1-3 1-16,1 4-6 0,1-4 2 0,1-3-7 15,7-4 4-15,0-3-2 0,4-1 4 0,-3 1-4 0,4-3-1 0,1-2-2 16,2 0-2-16,-1 0 4 0,5-7 13 0,-5 6 6 16,5-6 11-16,-4 7 11 0,4-7 12 0,0 0 10 15,-5 5 12-15,5-5 3 0,0 0 6 0,-4 6-6 16,4-6-3-16,0 0-3 0,0 0-7 0,-5 3-5 15,5-3-6-15,0 0-3 0,0 0-6 0,0 0-1 16,0 0-8 0,0 0-2-16,0 0-6 0,0 0-6 0,0 0-2 15,0 0-4-15,-4 5 5 0,4-5-15 0,0 0 11 16,0 0-8-16,0 0-8 0,0 0 4 0,0 0-3 16,0 0-2-16,0 0 0 0,0 0 0 0,0 0 5 15,0 0 11-15,36-3-2 0,-9 0 0 0,5 1-6 16,6-3-1-16,14-1 1 0,6-1-3 0,2 3 3 15,5-2 5-15,2 0 15 0,23 0 3 0,-31 3-1 0,-3-2 3 16,6 0-3-16,-12 4 3 0,-11-3-8 0,-3 2 7 16,-3 1-9-16,-11-2 0 0,-4 2 3 0,-4 0-5 15,-3 0 4-15,0 0 5 0,-11 1 9 0,15 0-1 16,-15 0 9-16,0 0-3 0,12-3-12 0,-12 3-22 16,0 0-49-16,0-6-37 0,0 6-27 0,0 0-38 15,-13-8-39-15,13 8-57 16,-13-4-68-16,5-2-279 0,2 4-622 0,2-5 276 15</inkml:trace>
  <inkml:trace contextRef="#ctx0" brushRef="#br0" timeOffset="14906.5">11794 2056 73 0,'-4'-8'218'0,"2"3"-7"0,-4-4-16 16,1 4-14-16,0-2-15 0,-1 2-10 0,-2-2-14 15,-1 2-12-15,-1 2-16 0,-3-1-14 0,2 3-5 16,-6 1-15-16,0 3-4 0,-3-1-14 0,-3 5-4 16,-1 1-12-16,-5 5-2 0,3 3-3 0,-5 1-8 15,4 1-1-15,-1 2-8 16,4 5 7-16,-2-1-7 0,7 2-3 15,0-1 0-15,5 1 2 0,0-2 1 0,5-5 0 16,2 6-1-16,5-7 0 0,2-1 3 0,-2 1 7 16,5-7-7-16,1 2 3 0,1-4 4 0,2 1 4 15,-1-4 2-15,7 0 0 0,-2-2 4 0,3-2 3 16,-2-2 5-16,1-2 5 0,4-1 12 0,1-5 1 16,-4 1 4-16,4-2 3 0,-2-4 1 0,-1-2 3 0,3-3-6 0,-3 1-4 15,2-4 0-15,-1 1-4 0,-3-4 0 0,-1 9 4 16,-3 1 3-16,-2 4 7 0,-1-1 9 0,-3 5-6 15,6-1-3-15,-5 2-16 0,-1 1-2 16,-3 0-16-16,0 4-14 0,3-6-17 0,0 3-27 16,-3 3-28-16,0 0 3 0,0 0 2 0,6 10 8 15,-3-3 0-15,-3 5 6 0,6 5 4 0,-2-3 2 0,1 6 0 0,4 4 5 16,4 0 4-16,-5-6 2 0,12 3-32 0,1-3-20 16,0-1-35-16,-3-5-34 0,1-2-45 0,2-3-64 15,6 1-99-15,-6-7-188 0,1-1-563 0,-3-1 250 16</inkml:trace>
  <inkml:trace contextRef="#ctx0" brushRef="#br0" timeOffset="15375.27">12112 2276 172 0,'-3'-6'306'0,"3"6"-19"0,0 0-26 16,0 0-24-16,0 0-24 0,0 0-26 15,0 0-14-15,0 0-24 16,0 0-16-16,0 0-20 0,0 0-14 0,0 0-11 15,0 0-7-15,0 0-9 0,-1 17-6 0,-3-7-6 16,3 2-6-16,-3 0-4 0,1 5 6 0,-3 0-14 16,3 0-6-16,-3 0-4 0,1 0 0 0,1-2-8 15,3-1 3-15,-3-3-4 0,4-4-3 0,-5-2 2 16,4 1-4-16,1-1 7 0,-3 0-4 0,3 0 8 16,-1-3 27-16,1-2 24 0,0 0-7 0,0 0-5 0,10-10-12 15,-1 3-8-15,-1 0-9 0,7-7 6 0,-1 2-10 16,3-3-4-16,2-4 1 0,2 2-6 0,-2-3-3 15,-5 8-8-15,0-1 10 0,-1 3-7 0,-3 2-5 16,0 3-1-16,-2 0 0 0,-2 1-11 0,1 1-7 16,-2 3-2-16,3 1-6 0,0 1-1 0,-3 7 7 15,3-1-8-15,-2 3 4 0,2 4-5 0,-3 2 3 0,3 1-17 16,-3 2-39-16,1-2-43 0,2 1-57 0,-3-2-65 0,-1 0-297 16,0-5-575-16,-3-4 255 0</inkml:trace>
  <inkml:trace contextRef="#ctx0" brushRef="#br0" timeOffset="17363.03">13027 1984 146 0,'0'0'154'0,"0"0"-10"15,0 0-10-15,0 0-13 0,0 0-15 0,0 0-8 16,0 0-10-16,0 0-3 0,0 0-11 0,0 0 0 16,0 0-15-16,0 0-2 0,0 0-4 0,0 0-2 15,19 1-14-15,-9-1 6 16,4-1-8-16,-1 0-1 0,0 2-5 16,2-4-7-16,-2 2 4 0,1 0-3 0,-2-2-4 15,-1 0 1-15,3 0 10 0,-5-1 8 0,4 2 9 16,-8-1 15-16,0-1 9 0,-5 4 7 0,12-3-4 15,-10 0-2-15,-2 3-7 0,4-6-9 0,-4 6-6 0,0 0-7 16,-10-10-9-16,1 10-3 0,-4-3-3 0,-5 2 0 16,-3 2-6-16,-8 4-6 0,-1 2-1 0,-1 0-3 15,-1 4 0-15,0 3-3 0,-4-2 1 0,3 3 1 16,1 1-4-16,0 3-5 0,-1 1 6 0,6 3-6 0,-1-3 6 16,5 0-6-16,5 2 7 15,0 5-4-15,7-3 3 0,3-5-2 0,4-1-1 16,6 3 1-16,6-3-6 0,5 3 8 0,10 0 1 15,4-4-4-15,8-3 1 0,15-4-1 0,5 1 1 16,3-5 3-16,5 0-6 0,-3-7-3 0,3-1 8 0,-2-2-7 0,-2-2 0 16,-2-1 2-16,-5-1-3 0,1-2 2 15,-17 1-3-15,-2-1 1 0,-2-4 3 0,-4 5-2 16,-7 1 3-16,-5 0 5 0,-2 2 11 0,-5 2 10 0,-4-5 1 0,2 4 0 16,-6 1-8-16,-1-4-5 0,0 8-3 0,-13-9-7 15,4 4 3 1,-9 0-3-16,-2 5 1 0,-2 2-3 0,-5 3-1 0,-2 2-2 15,5 1 1-15,-3 2 1 0,8-2 1 16,2-2-3-16,-1 2-9 0,4 1-7 0,6-2-2 16,2-1-3-16,2 2 0 0,3 0 1 0,4-1 2 15,4-1 5-15,2-1 1 0,1 1 5 0,12-1-3 16,-3-5 2-16,13 0 1 0,-1 0-1 0,-2-3 2 16,1 1 8-16,-3-4-9 0,-1 0 3 0,-4-1-2 0,-3-1 3 0,-1 1 5 15,0 0-6-15,-5-3 3 0,1 0-5 16,-6 1 3-16,-1-5-2 0,-2 3 1 0,-2-1 1 15,-1 1 4-15,-2 1-1 0,-5-1-2 0,2 2-1 16,-4 0-5-16,-2 2-2 0,-5-3-7 0,4 6-5 0,-8-4-12 16,1 6-10-16,1-3-11 0,-1 4-13 0,3 0-16 15,3 0-15 1,0-1-10-16,11 2-35 0,-15 0-19 0,15 0-27 16,0 0-128-16,-13 3-339 0,13-3 150 0</inkml:trace>
  <inkml:trace contextRef="#ctx0" brushRef="#br0" timeOffset="17779.62">14125 2101 97 0,'0'0'152'0,"-12"-9"-19"15,12 9-14-15,-9-1 4 0,9 1-22 0,0 0-2 0,-23 7-12 0,13-6-7 16,-3 3 0-16,0-1-11 0,-1 0-7 0,4 6-3 16,-8-6-13-16,7 6-1 0,0-4-4 0,0 3-6 15,2 0-2-15,3 1-4 0,-3 1-6 0,4 1 1 16,1 0-1-16,1-1 0 0,2 1-2 16,1-1 2-16,4 3-2 0,1-3-1 0,1 0-2 15,6 4-4-15,1-4 3 16,2 0-1-16,-2 1-7 0,3 0 7 0,-3-2-3 15,1 0-2-15,0-1-1 0,-5 0-2 0,4-3-1 16,-7 2-1-16,1-2-4 0,-3-1 3 16,2-2-5-16,-6-2 4 0,5 8 2 0,-5-8 7 15,-5 7-1-15,-4-5-3 0,0 3-1 0,-4-2 0 16,-5-3-4-16,3 3 3 0,-2 1-1 0,-2-3-4 16,0 0 6-16,-1 2 2 0,-2-3-10 0,3 0-3 0,0 1-16 0,-2-2-7 15,8 1-17-15,-1-2-20 0,5 1-23 0,9 1-54 16,-13-5-117-16,12 1-277 0,1 4 123 0</inkml:trace>
  <inkml:trace contextRef="#ctx0" brushRef="#br0" timeOffset="18311.2">14352 2121 157 0,'0'-8'240'0,"0"8"-12"0,0 0-5 0,0 0-19 15,0 0-17-15,0 0-17 0,0 0-15 0,0 0-19 16,0 0-13-16,0 0-19 0,0 0-9 15,0 0-14-15,0 0-17 16,0 0-10-16,0 0-4 0,0 0-9 0,0 0 0 16,3 22-7-16,-6-15-5 0,3 6 3 0,-1 2-6 15,-1 1-4-15,0 1 1 0,-3 0-4 0,5 2 3 16,-4-2-7-16,3-2 1 0,-4 2 2 0,2-7-7 16,3 2 4-16,-1-3-6 0,1-2 4 0,-3-2-4 0,3-5 2 0,3 10 3 0,-3-10 1 0,-3 7 17 15,3-7 28-15,0 0 26 16,0 0 22-16,0 0-13 0,0 0-11 15,0 0-6-15,0 0 6 0,17-17-25 0,-8 10-2 16,-2-3 1-16,0 1-15 0,-1 0-5 0,3 0-5 16,0-2-1-16,-1 5-3 0,1-5-6 0,-4 3-1 15,0 1 4-15,-1 2-12 0,1 1-2 0,-5 4 0 16,5-10-7-16,-5 10-2 0,8-1 1 0,-8 1-6 16,0 0-1-16,0 0 2 0,0 0-4 0,15 6-3 0,-10-1-3 15,0 1 2-15,4 4-5 0,-4-4-5 0,3 5-13 16,-2-5-10-16,3 5-28 0,-4-3-19 0,2 1-24 0,-2-1-33 15,4-1-23-15,-4 0-48 0,-1-1-36 0,1-2-181 16,-5-4-469-16,8 4 207 0</inkml:trace>
  <inkml:trace contextRef="#ctx0" brushRef="#br0" timeOffset="18882.09">14697 2089 95 0,'11'-2'165'0,"-1"1"-14"0,1 2-8 0,2 1-9 16,-3 1-9-16,2-1-12 0,0 5-6 0,0-2-6 16,-3 1-13-16,5 3-2 0,-6 1-10 0,-2-3 1 0,1 7-12 15,-3 1-5-15,1 2-2 0,-3-5-10 0,-4 5 0 16,1-3-1-16,-4 1-10 0,-2 2 3 0,-2-3-3 15,0 1-9 1,-2-2 5-16,-1-1-2 0,1-4-7 0,0 2 3 16,1-3-5-16,-1 1 16 0,1-3-2 0,5-1 0 15,0 0 7-15,1-3 2 0,-1 2 9 0,5-3 22 16,-9 5 16-16,9-5 20 0,0 0 26 16,0 0 6-16,0 0-20 0,0 0-15 0,0 0-12 15,2-17-7-15,6 5-13 0,1-1-7 0,3-1-11 16,3 0-5-16,4-8-6 0,-1 2-15 0,1 0 8 0,-2 2-10 0,-2 5 2 15,-3 0-9-15,3 2 5 0,-6 1-5 0,-1 2-4 16,0 0-6-16,-2 3 4 0,0-2 1 16,-2 2-4-16,-4 5-5 0,5-3-7 0,-5 3-4 0,4-5-3 15,-4 5-25-15,0 0-11 0,0 0 0 0,0 0 0 16,0 0 11-16,-12 17-3 0,7-7 10 0,-4 5-3 16,-1 2 5-16,4 2 3 0,-1-2-2 0,5 0 5 0,0 5 4 15,5-4 1-15,0-3 4 0,2 2 6 0,2-1 1 16,6-3 0-16,1 0 11 0,4-2 3 0,9 2 1 15,-4-4 7-15,4-1 3 0,-7-3 4 0,2-1 0 16,0-4 0-16,-2 3 6 0,-1-3 8 0,-6 0 18 16,-13 0-2-16,23 0 15 0,-14 0 2 0,-9 0 4 15,15 0 0 1,-15 0-10-16,12-2-3 0,-12 2-10 0,0 0-8 16,0 0-17-16,0 0-32 0,10-1-63 0,-10 1-75 0,0 0-58 15,0 0-76-15,-5-10-73 0,5 10-252 0,0 0-644 16,-13-14 284-16</inkml:trace>
  <inkml:trace contextRef="#ctx0" brushRef="#br0" timeOffset="22002.56">16058 2259 73 0,'0'0'155'16,"-8"-2"-12"-16,8 2-10 0,-10 0-10 0,10 0-10 0,-5-1-2 0,5 1-10 15,0 0 0-15,-8 3-9 0,8-3-2 0,0 0-10 16,0 0 0-16,0 0-12 0,0 0 5 16,0 0-7-16,0 0-1 0,0 0 0 0,0 0-2 0,0 0-1 15,0 0 1-15,0 0-3 0,0 0 2 0,0 0-8 16,-1 5-4-16,1-5 0 0,0 0-9 0,0 0-1 16,0 0-4-1,0 0-7-15,0 0-1 0,0 0-2 0,0 0-3 16,0 0-4-16,0 0-3 0,0 0-4 0,0 0 2 15,0 0-3-15,0 0 3 0,-5 1-4 0,5-1 0 16,0 0-1-16,0 0-2 0,0 0 3 0,0 0-3 16,0 0 0-16,0 0-2 0,0 0 2 0,0 0 5 15,0 0-9-15,0 0 1 0,0 0 0 0,0 0-2 0,-4 3 3 0,4-3 1 16,0 0 0-16,0 0 6 0,0 0-6 0,0 0 1 16,23-7 1-16,-9 7-2 0,8-2 6 0,-2-1-7 15,10 1-2-15,3-1 1 0,-1 1 0 0,6-5-1 16,12 2 0-16,-9-1-1 0,9-1-1 0,-11 1 2 15,-2 3-2-15,-1-2 0 0,0 4 2 0,-7-3-3 16,0 2 1-16,-10 1 3 0,-5 0-1 0,0 1-3 16,-5-3 0-1,-2 1-3-15,1 2-14 0,-2 0-7 0,0-2-11 16,-6 2-14-16,3-2-26 0,-3 2-22 0,0 0-14 16,0 0-10-16,-20-3-11 0,10 5-8 0,-3-2-10 15,0-2-11-15,-5 2-105 0,2-1-289 0,2-1 128 0</inkml:trace>
  <inkml:trace contextRef="#ctx0" brushRef="#br0" timeOffset="22240.19">16334 2102 2 0,'0'-5'245'0,"-3"-3"-2"0,2 5 4 0,0-2-5 15,1 1 3-15,-1 0-14 0,1 4-17 0,-3-6-25 0,3 6-17 16,0-4-22-16,0 4-17 0,0 0-21 0,0 0-16 0,0 0-32 15,0 0-7-15,0 0-7 0,-4 18-4 0,2-7-8 16,-6 9 1-16,-1 6-3 0,0 6 1 0,-1-1-6 16,2 3-2-16,3-1 1 0,-1-4-16 0,3 3-16 15,3-5-21-15,-1 1-21 0,2-3-33 0,-1-8-38 16,3-1-50-16,-1 2-84 0,1-7-138 0,2-6-418 16,0-1 186-1</inkml:trace>
  <inkml:trace contextRef="#ctx0" brushRef="#br0" timeOffset="22618.5">17133 1932 28 0,'0'0'196'0,"0"0"-4"0,0 0-23 0,0 0-3 16,0 0-19-16,0 0-14 0,0 0-7 0,0 0-19 0,34-1-8 16,-13 1-9-16,8-4-7 0,2 2-6 0,3 2-14 15,3-2-15-15,3 1-14 0,-4 1-21 0,-2-3-39 16,-1 2-27-16,-2 1-23 0,-3-3-48 16,-6 2-125-16,-12 1-270 0,4-1 120 0</inkml:trace>
  <inkml:trace contextRef="#ctx0" brushRef="#br0" timeOffset="23157.64">17085 2007 127 0,'0'6'125'0,"0"-6"-4"0,9 12-12 0,4-6-13 0,0 5 2 15,1-2-9-15,1 5-8 0,7 2-4 16,0 4-13-16,-3-1-6 0,-1 1-8 0,-3 4-2 16,0 3-3-16,-8-8-6 0,1 5 9 0,-5 1-12 15,-1 1-4-15,-5-1-1 0,-6 1-3 0,-1 1-1 16,-5-1-3-16,-5-1-4 0,4-1 6 0,-5 0-6 0,2-2 4 0,-4-3 6 16,0 0 1-16,4-2 2 0,2-2 5 0,0-4-5 15,2 0 1-15,0 0-4 0,5-6-3 16,1 4 4-16,1-3-12 0,1-4 4 0,1 5-2 15,3-4-5-15,-4 0-2 0,7-3-8 0,-7 5 13 16,7-5 1-16,-8 4 5 0,8-4 1 0,0 0-1 0,-5 5 0 16,5-5 1-1,0 0-3-15,0 0 4 0,0 0-3 0,-5 3 2 16,5-3 0-16,0 0-9 0,0 0 6 0,0 0-4 16,0 0 1-16,0 0 3 0,0 0 5 0,0 0 5 15,0 0 9-15,0 0 4 0,0 0 8 0,0 0 1 16,0 0-1-16,0 0-6 0,29-1-6 0,-8-1 4 15,12-3-9-15,2 3-1 0,5-2-6 0,18-4-3 16,-1 0-5-16,3 4 0 0,-1-2-3 0,0-2 0 0,-2 5-1 16,-3-2-2-16,-16 3-1 0,2-1-2 0,-6 1 2 15,-6 0-1-15,1-1 2 0,-8 3-4 0,-8 0 2 16,-3-1-1-16,-10 1 2 0,17 0-2 0,-17 0 2 16,10-2 5-16,-10 2-4 0,10-3-1 0,-10 3-25 15,0 0-16-15,0 0-33 0,0 0-42 0,0 0-57 16,0 0-68-16,0 0-215 0,0 0-477 0,-27-9 211 0</inkml:trace>
  <inkml:trace contextRef="#ctx0" brushRef="#br0" timeOffset="24505.8">10052 3299 38 0,'0'0'202'16,"0"-5"-11"-16,0 5-18 0,0 0-10 0,2-5-14 16,-2 5-17-16,0 0-18 0,0 0-13 0,0 0-17 15,0 0-6-15,0 0-16 0,0 0 1 0,0 0-8 16,1 20-10-1,-2-8 0-15,1 1-9 0,-3 5 2 0,2 0-2 0,-5 7-4 16,3 0-7-16,-1-6 0 0,1 6-2 0,-2-1 1 16,4-7-7-16,-2 2 2 0,2-4-4 15,-4 0-4-15,4-3 3 0,-2-1 0 0,2 1 0 16,0-4-3-16,-2 0-1 0,3-4 0 0,0 1 4 16,-1-1 20-16,-2-1 21 0,3-3 18 0,0 6 25 15,0-6 24-15,0 3 23 0,0-3 11 0,0 0 12 0,0 0 9 0,-1 3 11 16,1-3-6-16,0 0-22 0,0 0-18 0,4-15-7 15,-3 3-22-15,3 5-13 0,1-4-8 0,1 0-12 16,1 0-9-16,-2-1-8 0,0 3-10 0,0-2 1 16,0 3-11-16,0-1-2 0,-1 3-1 0,0 2-9 15,-2 0-5-15,0 1-3 0,0-1-6 0,1 2-21 16,-3 2-16-16,4-2-14 0,-4 2 2 0,0 0-9 0,9 3 1 0,-2 2-4 16,-3-2-4-16,1 4 14 0,0 0-9 15,3 4 9-15,-3-2-6 0,4 0 7 0,-4 4 6 16,-1-5 0-16,3 5 0 0,-4-4 6 0,1 2 0 15,1-2 18-15,-1 0-18 0,-3-2-5 0,3 1 3 16,-4-2-12-16,4-1-2 0,-4 0-4 0,1-1 5 0,2 0-12 16,-2-1-1-1,-1-3-6-15,3 4-5 0,-2-1-2 0,-1-3-6 16,0 6-4-16,0-6-4 0,3 4-9 16,-3-4-3-16,0 0-6 0,0 0-13 0,0 2-12 15,0-2-22-15,0 0-18 0,0 0-49 0,0 0-206 0,0 0-448 16,0 0 198-16</inkml:trace>
  <inkml:trace contextRef="#ctx0" brushRef="#br0" timeOffset="24691.2">10402 3495 269 0,'0'0'296'16,"0"0"-20"-16,0 0-31 15,8-3-31-15,-4 0-17 0,0-1-25 0,1 2-27 16,4 0-29-16,4-3-37 0,-2 2-50 0,6-4-48 16,2 1-64-16,-1 2-81 0,-6-1-132 0,4-3-319 15,-1 4 141-15</inkml:trace>
  <inkml:trace contextRef="#ctx0" brushRef="#br0" timeOffset="24875.28">10496 3655 5 0,'-4'5'211'0,"-1"-2"-18"0,2 1-9 0,1-1-6 0,2-3 7 16,-2 4-22-16,2-4-11 0,0 0-17 0,14-1-13 15,-2-2-17-15,-1-1-23 0,7-1-41 0,0 0-43 16,-3-1-57-16,7-1-57 0,-8-1-148 0,7 0-285 0,-5-1 127 0</inkml:trace>
  <inkml:trace contextRef="#ctx0" brushRef="#br0" timeOffset="25090.92">10874 3462 69 0,'0'0'347'0,"-4"-6"-11"0,4 6-19 0,0 0-26 16,0-4-32-16,0 4-25 0,0 0-31 0,0 0-21 15,0 0-24-15,0 0-24 0,0 0-14 0,0 0-14 16,0 0-12-16,0 19-7 0,0-9-9 0,-1 5-8 0,-2 1-16 16,2 1-24-16,0 0-26 0,-2 9-35 0,2-6-40 0,-3 0-42 15,3-2-70-15,-4 1-280 0,2-7-501 0,2-2 222 16</inkml:trace>
  <inkml:trace contextRef="#ctx0" brushRef="#br0" timeOffset="26338.83">10576 1573 83 0,'0'0'211'0,"0"0"-16"0,0 0-14 0,0 0-4 16,0 0-7-16,0 0-11 0,0 0-9 0,0 0-1 15,0 0-6-15,0 0-6 0,0 0-2 0,0 0-5 16,0 0 1-16,0 0-14 0,5-6-10 0,-5 6-10 16,0-4-7-1,0 0-11-15,0 4-8 0,0-8-2 0,1 3-3 16,-1 0-5-16,3-2-7 0,-3-4-1 0,1 1-4 16,2-2 3-16,-3 5-1 0,1-7-1 0,-1 2-5 15,0 0-7-15,1 0-4 0,-1-1-4 0,0 1-5 16,0 0-3-16,-1 0 29 0,1 1-2 0,0 1-4 15,0 0-11-15,0 4-3 0,0 0-5 0,-1 0-16 16,-2 2-2-16,2 1-18 0,-2-4-5 0,-1 5-15 0,-2 2-5 0,-1 0-10 16,-6 0 17-16,-4 9 0 0,-3 1 6 0,-10 4-4 15,-1 4 4-15,-9 11 6 0,-1 1-2 0,-2 4 6 16,0-4 2-16,4 1-6 0,-1-2 9 16,8-8 1-16,4 1-3 0,0 1 5 0,2-6-3 15,-1 0 4-15,2-1 3 0,7-6-5 0,3-4 5 16,2 0 1-16,3-1-1 15,2-2 10-15,-2 0 21 0,2-3 8 0,8 0 15 16,-14-4-10-16,5 0 17 0,4-1-14 0,-3-3 0 16,5-3-6-16,0 0-4 0,3-1-3 0,0-5-2 15,-3-2-14-15,6 3 5 0,0-4 1 16,0 5-1-16,1-1-3 0,0 1 0 0,-3 5-2 16,3-2 0-16,0 5-8 0,-2 2 2 0,1-1-6 15,-3 6 0-15,9-8 0 0,-4 3-7 0,3 4-1 0,-8 1-3 0,28 6 1 16,-9-1 1-16,9 4 1 0,2 2-6 0,2 2-3 15,0 0-1-15,2 1-11 0,3 2-15 0,-2-1-24 16,12 5-28-16,-14-5-38 0,0-3-41 0,3-1-44 16,-4 1-88-16,1-4-183 0,-1-4-524 0,-5 2 232 15</inkml:trace>
  <inkml:trace contextRef="#ctx0" brushRef="#br0" timeOffset="27424.97">16942 2967 175 0,'0'0'253'15,"-1"-4"-32"-15,1 4-24 0,0 0-21 0,0-5-19 16,0 5-17-16,0 0-23 0,0 0-27 0,0 0-9 16,0 0-10-16,0 0-5 0,-5 19-8 0,4-7-4 15,-3 8-6-15,1-4-7 0,-3 3-4 0,1 1 0 16,-3 7-6-16,3-2-3 15,-3 1 3-15,2 0-7 0,2-7-3 0,-4 5-4 16,4-5 5-16,-1 1-5 0,4-2 2 0,-6-1-3 16,4-6 4-16,-1-1 1 0,4-4-4 0,-4 1 8 15,4-1 4-15,0-3 27 0,-2 1 48 0,0-1 32 16,2-3 27-16,-1 6 19 0,1-6 3 0,0 0-12 16,0 0-17-16,5-13-17 0,0 4-35 0,4-1 5 15,0-5-10-15,0 1-10 0,0-6-15 0,4 4-7 0,0 0-9 16,3-5-2-16,-8 6-8 0,1 1-8 0,1 1-1 15,-2 4-2-15,-2 2-7 0,-2 2-9 0,-1 0-2 16,3 3 0-16,-2-3-14 0,0 3-26 0,-1 2-10 16,-3 0 1-16,0 0-11 0,10 4 4 0,-5 1-6 15,1 4 9-15,-2-1-3 0,0 4 6 0,-1 0 6 16,1 3-1-16,1 1 1 16,-1 1 5-16,4-1-2 0,-4 0-10 0,2-1-25 15,-3-3-18-15,-1-2-17 0,2 2-20 0,0-5-19 16,0 2-24-16,-1-3-28 0,0 0-44 0,3-2-56 15,-2-2-184-15,4-3-503 0,-8 1 222 0</inkml:trace>
  <inkml:trace contextRef="#ctx0" brushRef="#br0" timeOffset="27562.76">17360 3177 32 0,'0'-2'272'0,"0"2"-25"15,5-5-27-15,-1 1-27 0,3 1-34 0,3-1-27 16,0 0-43-16,2-2-45 0,1 3-47 0,4-1-59 0,-3 0-159 16,-2-2-239-16,5 1 106 0</inkml:trace>
  <inkml:trace contextRef="#ctx0" brushRef="#br0" timeOffset="27741.6">17401 3306 116 0,'-1'3'191'16,"1"-3"-2"-16,0 0-12 0,4 4-10 0,-4-4-23 15,17-3-15-15,-2 2-11 0,4-2-11 0,-2-1-29 16,4 0-36-16,2 0-46 0,5-2-57 0,0-2-59 16,-10 3-93-16,3 0-229 0,-2-2 101 0</inkml:trace>
  <inkml:trace contextRef="#ctx0" brushRef="#br0" timeOffset="27925.84">17832 3113 249 0,'1'-3'304'15,"-1"3"-13"-15,0-4-12 0,0 4-26 0,0 0-20 0,0 0-24 16,0 0-24 0,0 0-25-16,0 0-22 0,0 0-18 0,0 0-13 15,-3 12-13-15,-2-3-5 0,0 6-9 0,3 2-13 16,-5 6 0-16,1 2-4 0,-2 0-2 0,3 2-39 15,1 2-38-15,4-3-43 0,-4-1-49 0,7-5-86 16,-7-4-255-16,3-4-487 0,1-4 215 0</inkml:trace>
  <inkml:trace contextRef="#ctx0" brushRef="#br0" timeOffset="29018.47">17456 1533 95 0,'0'0'203'0,"0"0"-23"0,0 0-12 16,0 0-7-16,0 0-17 0,0 0-3 0,0 0-18 15,0 0-2-15,0 0-9 0,0 0-5 16,0 0-4-16,0 0-7 15,0 0-4-15,0 0 6 0,0 0 5 0,0 0-2 16,0 0 8-16,0 0 16 0,0 0-22 0,0 0-10 16,0 0-11-16,0 0-6 0,-5-10-9 0,5 3-8 15,-1 0-5-15,1-2-6 0,-3 3 4 0,3-8-5 16,1-1-5-16,-2 2-2 0,2 1 22 0,2-2-5 16,-4-2-2-16,2 1-3 0,-1-2-8 15,1 2-16-15,-1 2 6 0,0 4 1 0,0 0-6 0,0 4 5 0,0-3-3 16,1 3-5-1,-1 1-4-15,0 1-10 0,-2-2-15 0,2 5-9 16,-3-4-12-16,3 4 0 0,-12 3-4 0,0 1 2 16,-6 3-1-16,-5 5 7 0,-8 1-2 0,3 4 4 15,-6 0 2-15,-12 8-2 0,0 8 8 0,-3-2-3 16,2 0-2-16,2 1 3 0,-4-4-5 0,1 1 4 16,2-4 6-16,14-7-3 0,2-4 1 0,4-1 3 0,9-2-1 15,1-5 0-15,5 0 7 0,2-3 0 0,1 0 12 16,3-1 30-16,-2 0 28 0,7-2 3 15,0 0-27-15,-13-9 12 0,13 3-5 0,-1-3-14 16,5-3-9-16,0 1 6 0,3-7-10 0,2 1-1 16,5 1 4-16,-2 0-10 0,7-2-2 0,-6 5 0 15,7-6-8-15,-6 8-1 0,3 0 0 0,-2 1-2 0,3 3 2 0,-1 4-5 16,3 1-6-16,1 4-4 0,2 1 2 0,1 6-3 16,4 1-2-16,0 2-19 0,4 3-10 0,-1 1-24 15,2 5-40 1,-1-4-55-16,13 6-63 0,-13-3-328 0,2-4-594 15,-2-3 263-15</inkml:trace>
  <inkml:trace contextRef="#ctx0" brushRef="#br0" timeOffset="29867.54">18216 2520 191 0,'0'0'231'15,"0"0"-3"-15,0 0 0 0,0 0-3 0,0 0-22 16,0 0-21-16,0 0-18 0,0 0-17 0,0-14-11 15,4 6-13-15,0-1-13 0,2 1-9 0,3-6-2 16,-2-1-7 0,-1 0-6-16,5-9-10 0,-3 5-4 0,1-6-3 15,4-1-4-15,-2-4-11 0,2 0-4 0,0-2-3 16,1-1-11-16,-1 4 1 0,-2-3 1 0,0 3 3 16,0-1 0-16,-5 4-1 0,6 2-6 0,-11 7 3 15,7 0 2-15,-7 8 0 0,0-3-2 0,2 7-4 16,-2-2-9-16,-1 2 0 0,3 0-11 0,-2 3-13 0,-1-3-28 15,0 5-24-15,0 0-26 0,0 0 9 0,0 0-2 0,0 15 16 16,-4-4 4-16,-2 7 5 0,-6 5 3 0,6 2 5 16,-6 5 0-16,4 2 9 0,1 0 4 0,1-1 1 15,3 1 2-15,3-3 6 0,0 0 4 0,4-2 1 16,1-3 3-16,0-5 3 0,4-4 4 16,-2-1 6-16,-1-4 4 0,0-4 3 0,3 2 4 15,0-4 5-15,0 0 9 0,-1-3 4 0,1-1 1 0,-9 0 7 0,17-6 2 16,-10 3 5-16,1-2 1 0,-2-3 6 0,1-1-6 15,-5-3-7-15,3 4-4 0,-2-2-6 0,1-1-8 16,-3 2-4-16,-2 0-11 0,1-2-8 0,-3 0-13 16,-1 7-13-16,-2-4-12 0,-3 2-13 0,-1 3-15 15,-3-2-1-15,-4 4-16 0,3 2-18 0,-4 0-18 16,-1 1-19-16,0 0-22 16,7-1-11-16,2 4-38 0,-2-2-157 0,4 1-393 15,3 0 173-15</inkml:trace>
  <inkml:trace contextRef="#ctx0" brushRef="#br0" timeOffset="30230.16">18683 2288 21 0,'0'0'200'16,"0"0"-23"-16,0 0-21 0,2 7-19 0,-2-7-12 15,-2 6-14-15,2-6-14 0,-3 9-6 0,2-2-8 16,0 0-9 0,-2 0-2-16,3 1-13 0,-1 1-3 0,-2 2-1 15,2-5-8-15,0 2-6 0,-2-1-2 0,3-5-4 16,-1 5-1-16,1-7 0 0,0 8 8 0,0-8 20 16,-3 4 21-16,3-4 21 0,0 0 11 0,4 5-9 15,-4-5-9-15,0 0-7 0,0 0-5 0,19-12-6 16,-15 9-6-16,2-3-7 0,1 2-9 0,-2 0-3 15,0 0-6-15,-5 4-3 0,9-6-8 0,-5 3-5 0,-4 3-4 0,9-1-5 16,-9 1-3-16,9-3-5 0,-9 3-4 0,14 0-3 16,-14 0-7-16,13 3-5 0,-5 1-15 0,1-1-12 15,-1 0-28-15,1 1-28 0,3-1-31 16,-1-1-44-16,0 1-42 0,1-2-204 0,-3-2-440 16,4 1 196-16</inkml:trace>
  <inkml:trace contextRef="#ctx0" brushRef="#br0" timeOffset="30952.69">19342 1951 166 0,'0'0'217'0,"0"0"-26"0,0 0-20 0,0 0-20 16,0 0-17-16,0 0-21 0,0 0-15 0,0 0-15 0,0 0-11 15,0 6-4-15,0-6-9 0,-13 12-2 0,3-5-8 16,-4 2-7-16,-1 1 0 0,-1 2-2 0,-1-2-7 16,1 2 0-1,0-3-8-15,1 4 0 0,-1 0-5 0,2-3 0 16,0 2-1-16,2 0 0 0,4-4-4 0,0 2 0 15,1-2-2-15,2 3 1 0,1-3-5 0,3-1 0 16,0 2-2-16,2 1 8 0,3 1-4 0,2-2-1 16,6 3 0-16,-1 0-1 0,3 0-1 0,4-2-2 0,-1 1 2 15,3-1 1-15,-2 0-4 0,6 3 0 0,-7-4 0 16,2 4-1-16,-6-2 4 0,2-2-11 0,-3 0 4 16,-4 0-2-16,0 0-7 0,-3 1-7 15,-2 0 2-15,0-1-3 0,-3-4 3 0,-3 5 2 16,-2-1-4-16,-5-3 6 0,-1 1 6 0,0-1-5 0,-7 0-2 0,0 1 2 15,0-3 5-15,1-3 5 0,0 1-1 0,0 0 4 16,3-1-4-16,0-1 4 0,3 0 6 0,2 0 8 16,0 0 16-16,1-1 14 0,3-1 1 0,1 0-19 15,1-4-6-15,3-2-14 0,4 2-2 0,3-3-7 16,-1 2 4-16,7-1 1 0,0-1-4 0,4 0-3 16,0 0 1-16,-2-2-1 0,2 3 5 0,2 3-6 15,-1-2 0 1,-4 2 4-16,5-2-4 0,-7 3 3 0,0 1 5 15,0-1 7-15,0 1 9 0,-2 0 3 0,-4 1 4 16,2 2-1-16,-3-4-4 0,-5 4-2 0,9-1-4 16,-9 1 1-16,8-3-1 0,-8 3-5 0,0 0-5 15,0 0-2-15,11 1-4 0,-11-1 0 0,0 0 1 16,3 7-1-16,-3-7-1 0,4 8 1 0,-2-7 3 16,-2-1 1-16,0 11-2 0,2-7-6 0,-2 1 4 0,1 0 0 15,-1-5 3-15,2 12 0 0,-4-8-4 0,4 1 4 0,-2 0-3 0,0-5 1 16,0 10-14-16,0-10-21 0,1 6-7 0,-1-6-20 15,-1 6-8-15,1-6-14 0,0 0-12 0,-3 7-20 16,3-7-25-16,0 0-49 0,0 0-116 0,0 0-327 16,-11-14 144-16</inkml:trace>
  <inkml:trace contextRef="#ctx0" brushRef="#br0" timeOffset="31117.17">19460 2120 46 0,'0'0'246'16,"0"0"-29"-16,0-7-20 0,0 7-22 0,0 0-14 15,0 0-22-15,0 0-21 0,0 0-33 0,0 0-33 0,0 0-40 16,2-6-39-16,-2 6-38 0,0 0-47 16,0 0-96-16,0 0-224 0,0 0 99 0</inkml:trace>
  <inkml:trace contextRef="#ctx0" brushRef="#br0" timeOffset="31453.91">19561 2335 11 0,'-4'13'105'0,"1"-2"-16"0,-2-2 1 15,1 3-7-15,0-3-12 0,2 3-6 16,-1-7-5-16,-2 0-7 0,5 2 18 0,0-4-1 16,0-3 11-16,-1 10 19 0,1-10 39 0,-1 4 28 0,1-4 30 15,0 0 5-15,0 0-25 0,0 0-14 0,0 0-18 16,14-16-16-16,-8 6-11 0,2 2-12 0,3-1-8 16,-2 1-14-16,1 1-9 0,-1-1-6 0,-1 2-10 0,0 1 1 15,-3-2-16-15,0 4-1 0,1-1-1 0,-1 2-10 16,-5 2-5-16,5-4-4 0,-1 1 0 0,-4 3-10 15,11-4-6-15,-11 4-7 0,12 3-15 0,-12-3-22 16,9 2-20-16,-1 0-24 0,-2 2-29 0,2-2-36 16,-3 2-26-16,2-1-51 0,0-2-169 0,2 2-425 15,-1-3 189-15</inkml:trace>
  <inkml:trace contextRef="#ctx0" brushRef="#br0" timeOffset="31885.6">19935 2180 20 0,'0'0'312'0,"0"0"-32"0,0 0-28 0,0 0-27 0,0 0-26 15,-3-5-20-15,3 5-25 0,0 0-17 16,0 0-17-16,0 0-17 0,0 0-8 0,0 0-12 15,-5 16-2-15,4-9-14 0,-3 4-7 0,0 0-5 0,0 3-4 0,3 3-6 16,-4-3-6-16,1 4 0 0,-1-1-4 0,0-5-7 16,1 0 2-16,-1-2-4 0,1 0-2 0,4-3-7 15,-4 1 7-15,3-4-4 0,0 1-3 0,0 0-2 16,-1-1 2-16,2-1-3 0,0-3 14 0,0 0 20 16,0 0 24-16,0 0 31 0,0 0-2 0,0 0-14 15,0 0-9 1,0 0-10-16,20-15-11 0,-12 9-3 0,0-2-4 15,-2 1-1-15,2-2-10 0,2 4 9 0,-1-3-20 16,-2 3 2-16,-1 1-6 0,-2 0-6 0,2 0-3 16,-2 1 1-16,-4 3-9 0,5-5-1 0,-5 5 4 15,7-2-21-15,-7 2-8 0,0 0-4 0,0 0-1 0,14 3-8 0,-11 2-13 0,3-1-21 16,-1 1-27-16,1 2-33 16,-2-1-36-16,4 0-54 0,-3-1-46 0,-1 1-208 15,1-2-510-15,-3-2 226 0</inkml:trace>
  <inkml:trace contextRef="#ctx0" brushRef="#br0" timeOffset="32433.99">20226 2176 33 0,'7'-4'216'0,"-4"2"-23"0,-3 2-21 0,0 0-16 0,13 1-24 16,-13-1-11-16,9 8-15 0,-1-2-8 15,-2 2-11-15,-1 0-6 0,-1 4-11 0,0-2-7 16,1 4-1-16,-5 0-5 16,2 1-6-16,-4 2-4 0,2 0-6 0,-5 0-1 15,1-5-5-15,0 3 2 0,-1-3-6 0,1-1-5 16,-2-1-4-16,2-1-1 0,2-1-3 0,-2-1 5 16,1-4 0-16,1 2-2 0,-2-1 3 0,1 1 8 15,3-5 22-15,-4 3 32 0,4-3 34 0,0 0 27 16,0 0 26-16,0 0-2 0,0 0-19 0,0 0-21 15,0 0-12-15,9-25-10 0,-1 14-11 0,3-5-9 0,2 2-12 16,5-5-17-16,2-3-1 0,-3 5-5 0,0-6-10 16,2 1-4-16,0 2-5 0,-1 1 4 0,-4 7-15 15,-1-3 0-15,-5 8-3 0,-1-1-4 0,2 1-3 16,-4 5-5-16,-1-3 3 0,0 1-19 0,-4 4-18 16,4-6-18-16,-4 6-27 0,0 0-25 0,0 0 6 0,0 0 9 15,0 0 11 1,0 20 5-16,-5-8 8 0,1 3 8 0,-1 4 0 15,1-5 8-15,0 3 6 0,3 3 2 0,0-5 6 16,1 3 4-16,3-2 7 0,3 0 10 0,0-4 12 16,4 0 12-16,4 2 12 0,2-4 8 0,1 0 6 15,14 0 5-15,0-3 1 0,1-2 8 0,1 2 12 16,0-7 3-16,3 3-6 0,-4-2 1 16,-4-2 4-16,0 0-4 0,-9 1 5 0,-1-2-6 0,-5 0 15 0,-3 2-4 15,-1 0 1-15,-9 0-10 0,13 0-2 0,-13 0-11 16,9-1-6-16,-9 1-10 0,9-2-26 0,-9 2-29 0,6-2-45 15,-6 2-49-15,5 0-58 0,-5 0-70 16,0 0-102-16,0 0-286 0,0 0-675 0,0 0 300 16</inkml:trace>
  <inkml:trace contextRef="#ctx0" brushRef="#br0" timeOffset="37024.83">5194 6021 6 0,'0'0'191'0,"0"0"0"0,0 0-5 0,0 0-6 16,0 0-8-16,0 0-5 0,0 0-7 15,0 0-9-15,0 0-7 0,-4 3-5 0,4-3-7 16,0 0-9-16,0 0-10 0,0 0-9 0,0 0-7 0,0 0-10 15,0 0-6-15,0 0-6 0,0 0-7 0,0 0-4 16,0 0-3-16,0 0-3 0,0 0-3 0,0 0 9 16,0 0-16-16,0 0-1 0,0 0-4 15,0 0-1-15,0 0-7 0,0 0-2 0,0 0-1 0,0 0-5 16,0 0-5-16,27-5 20 0,-14 3-7 0,7 0-10 0,0-1-14 16,9 1-17-16,0 1-22 0,-2-1-29 0,1-1-32 15,-6 3-34-15,1-2-34 0,6-1-40 0,-10 1-58 16,2 0-146-16,-1-1-432 0,-6 2 192 0</inkml:trace>
  <inkml:trace contextRef="#ctx0" brushRef="#br0" timeOffset="37209.33">5326 6136 129 0,'-4'1'166'15,"1"2"-11"-15,3-3-12 0,-6 2 2 0,6-2-5 16,-4 1 5-16,4-1-7 0,0 0-5 0,0 0-11 15,10 5-6 1,1-5-12-16,8-1-12 0,3-1-7 0,12 0-8 16,3-1-21-16,13-4-35 0,-12 5-35 0,14-2-42 0,2-5-51 15,-4 2-192-15,-9 1-323 0,-2-2 143 0</inkml:trace>
  <inkml:trace contextRef="#ctx0" brushRef="#br0" timeOffset="37594.68">6501 5771 63 0,'0'-6'335'0,"0"3"-13"16,0 3-18-16,0-4-17 0,0 4-32 0,0-5-34 15,0 5-23-15,0 0-24 0,0 0-18 0,-1-5-28 0,1 5-39 16,0 0-33-16,0 0-4 0,0 0-8 0,-3 17-3 15,2-7-4-15,1-1-3 0,0 4-3 0,-1 3-3 16,-3 1-5-16,1 1 0 0,2 0 1 16,1 2-18-16,0-3-15 0,-3 0-15 0,2 2-27 0,1-2-26 0,-5 0-24 0,4-2-34 15,1-3-46-15,-4 0-212 0,4 0-424 16,0-4 187-16</inkml:trace>
  <inkml:trace contextRef="#ctx0" brushRef="#br0" timeOffset="37957.94">6257 6220 90 0,'-4'2'228'0,"4"-2"-14"0,-5 2-12 0,5-2-10 0,-4 1-8 15,4-1-19-15,0 0-4 0,-5 2-7 0,5-2-5 16,0 0-12-16,0 0-9 0,0 0-7 16,0 0-17-16,0 0-9 0,0 0-14 0,17-3-12 0,-3 1-7 15,5-3-5-15,13 4-8 0,1-5 0 0,5 3-12 16,-1-1-1-16,17-6-4 0,0 8-6 0,-3-3 0 16,-13 2-3-1,3 1-3-15,-4-4-1 0,-1 2-1 0,-1 2-3 16,-5-2 1-16,-8 3-3 0,-3-1-1 0,-5 1-1 15,-4 0-2-15,-1 1 1 0,-1 1-12 0,1-2-9 0,-9 1-6 16,9 0-21-16,-9 0-20 0,0 0-20 16,0 0-35-16,0 0-26 0,-22 5-46 0,8-1-211 15,0-3-428-15,-4 0 189 0</inkml:trace>
  <inkml:trace contextRef="#ctx0" brushRef="#br0" timeOffset="38529.97">6460 6396 239 0,'0'0'219'0,"14"1"-21"16,-5-1-21-16,-4 0-17 0,8 0-15 0,0 2-19 15,-3-1-13-15,3 0-7 0,0-1-14 0,1 4-8 16,-2 2-9-16,1-3-10 0,-1 3-7 0,1 1-5 16,-4-1-8-16,3 2-1 0,-7 0-11 0,0 2-2 0,-2 1-3 15,-2 0-6-15,-2 1 2 0,-3-1-7 16,-5 5 1-16,-2-2 0 0,1 1-1 0,-10 4-3 0,9-4 1 0,-6-1 0 15,-2 1-5-15,4-1-3 0,-2-4 0 0,2 2 0 16,-1 0-2-16,5-5 2 0,-1 1-3 0,3-1 0 16,-1-2 3-16,3 1-3 0,1-3-4 0,1 1 3 15,0 0 1-15,4-2-2 0,-3 1 4 0,2 1 2 16,-1-2 6-16,3-2-1 0,0 0 3 0,0 0 5 16,0 5 2-16,0-5 2 15,0 0-2-15,9 1-1 0,1-1-4 0,-2-1 0 16,6-1-2-16,5 0 0 0,-1 1-3 0,4-3-1 15,0 2 0-15,7-3-1 0,2 5 1 0,-1-5-4 16,0 1 3-16,-1 2 1 0,-2 0 2 0,1-2 2 16,-11 1 3-16,2 1 2 0,-6 2 6 0,-1-3-3 15,0 2 4-15,-3-1 3 0,-3 1 5 0,1 0 5 16,-2 1 12-16,-5 0-1 0,7-2 6 0,-7 2 6 0,0 0-7 0,10 0-7 16,-10 0-12-16,0 0-8 0,4-1-30 0,-4 1-42 15,0 0-37-15,0 0-43 0,0 0-44 0,-26-1-53 16,16-2-229-16,2 1-484 0,1-2 214 0</inkml:trace>
  <inkml:trace contextRef="#ctx0" brushRef="#br0" timeOffset="41002.28">7474 5985 168 0,'0'0'220'0,"-6"1"-4"0,6-1-10 0,0 0-6 16,0 0-13-16,-6 1-10 0,6-1-19 0,0 0-12 16,0 0-17-16,0 0-8 0,0 0-17 0,0 0-9 15,0 0-11-15,0 0-7 0,0 0-14 0,-6 0 1 16,6 0-9-16,0 0-7 15,0 0-1-15,0 0-10 0,0 0 2 16,0 0-5-16,0 0-4 0,0 0-2 0,0 0-2 0,0 0 0 16,0 0-6-16,0 0-2 0,0 0-2 0,0 0-2 15,0 0-3-15,0 0 2 0,0 0-2 0,0 0-1 16,0 0 3-16,0 0-5 0,0 0 1 16,0 0 0-16,0 0 2 0,0 0-1 0,0 0-1 0,21 1-2 15,-7-3 0-15,3-1 5 0,6 1-4 0,5-2-2 0,3 2-3 16,-2-2 1-16,2 2 1 0,-3-1-2 0,-1 1-3 15,-7-1 21-15,-1 2-1 0,-1-1-1 0,-5 2 0 16,0-3-6-16,-3 1 3 0,-2 2-5 0,-3 0 1 0,0-2 0 16,4 0-1-16,-9 2-2 0,0 0 1 15,10 0-4-15,-7-2-3 0,-3 2-11 0,0 0-5 16,0 0-10-16,0 0-25 16,0 0-26-16,0 0-30 0,0 0-34 0,0 0-38 15,0 0-37-15,-23 2-189 0,23-2-434 0,-12-2 192 16</inkml:trace>
  <inkml:trace contextRef="#ctx0" brushRef="#br0" timeOffset="41550.55">8087 5656 98 0,'0'0'197'16,"0"0"-19"-16,9-7-17 0,-5 6-21 0,-1-1-13 15,-3 2-4-15,13 0-24 0,-3 0-8 0,1 0-10 16,-1 3-8-16,4 0-9 0,-2 1-4 0,5 0-11 16,-4 0-2-16,4 3-8 0,-7 0-5 0,4 0-1 15,-5 0-4-15,0 3-1 0,0-1-6 0,2 4 1 0,-8-1-5 0,2-1 0 16,-4 5 0-16,-2 0-2 0,-5 1 1 0,-1 0-4 15,-3-2 5-15,-4 0-6 0,0-1 0 0,0-2 4 16,-3 1-1-16,3 2 3 0,0-7 0 0,1 4 9 16,3-4-11-16,1-4-3 0,2 3 0 0,1-2-3 15,4-2 2-15,-2-1-2 0,0 1 2 0,2 1 0 16,-2-1 6-16,4-3 12 16,-1 4 7-16,1-4 6 0,0 0 2 0,7 3-1 15,-7-3-1-15,18 1-6 0,-6-2-4 0,4-1-4 16,2 2-4-16,0 0-14 0,1-2-35 0,0 1-33 15,1 1-51-15,0-5-46 0,-1-1-210 0,-2 3-394 16,1-2 175-16</inkml:trace>
  <inkml:trace contextRef="#ctx0" brushRef="#br0" timeOffset="41973.4">8662 5733 262 0,'0'0'257'0,"0"0"-22"0,0 0-32 0,0 0-23 0,0 0-25 16,0 0-14-16,0 0-15 0,0 9-13 16,-4-4-14-16,4 1-10 0,-5 3-8 0,1 1-7 15,-1 0-6-15,-4 5-9 0,0 1-4 0,0-1 0 16,-3 2-7-16,3-3-4 0,-1-2-5 0,1 1-4 15,1-5-1-15,1 3-3 0,2-6-3 0,0 0-2 0,2-1 0 0,1 3-1 16,-2-5 0-16,2-1 14 0,-1 3 34 0,3-4 37 16,0 0 34-16,-4 3 35 0,4-3-7 0,0 0-17 15,0 0-17-15,-1-10-14 0,3 3-5 0,1 0-6 16,0 1-12-16,0-1-11 0,2 1-9 0,-2 1-6 16,0 0-7-16,0 0-11 0,0 0-2 0,0 3-6 15,-3 2-11-15,2-4 0 0,-2 4-9 0,3-4-4 0,-3 4-5 0,4-2-8 16,-4 2-5-16,0 0 2 0,12 3-4 15,-5 0-9-15,0 2-14 0,2 0-11 0,0 1-14 0,0-1-21 16,0 1-24-16,4 2-22 0,-4 0-24 0,2-2-37 16,-2 1-35-16,-1 1-40 0,1-5-39 0,1 4-272 15,-4-3-604-15,1-3 268 0</inkml:trace>
  <inkml:trace contextRef="#ctx0" brushRef="#br0" timeOffset="42167.14">8542 5763 85 0,'-5'-1'300'0,"5"1"-15"16,0 0-13-16,0 0-17 0,0 0-11 0,-5-3-23 16,5 3-17-16,0 0-25 0,0 0-19 0,17-6-14 15,-2 6-16-15,4-3-35 0,10-1-40 0,3-1-47 16,-4 2-59-16,4 1-77 0,1-2-77 0,-5-3-172 15,0 1-406-15,-7-2 180 0</inkml:trace>
  <inkml:trace contextRef="#ctx0" brushRef="#br0" timeOffset="42504.78">8893 5535 135 0,'0'0'319'16,"0"0"-22"-16,0 0-26 0,0 0-28 0,4-7-29 16,0 4-24-16,0 3-22 0,5-1-16 0,1 1-18 15,1-1-13-15,2 3-16 0,-1 1-11 0,2 0-12 16,-3 2-9-16,2 0-7 0,0 1-8 0,2 4-7 16,-5-4-7-16,-2 2-4 0,1 2-4 0,-4 1-4 15,0 2-4-15,0 2-5 0,-1 1-1 0,-4-4-2 0,-3 4 0 0,2-3-5 16,-3 0 0-16,-1-3 0 0,0 1-1 15,4-1-3-15,-5-1 5 0,3-1-7 0,0 0-2 0,2-1 1 16,-1-2 0-16,0-1 5 0,0-2-4 0,2 1 0 16,0-3 2-16,-4 7-4 0,4-7 2 0,6 3 1 15,-1-3-6-15,4 2-18 0,4-2-24 0,1-2-49 16,-1 2-49 0,9-2-66-16,-2 1-257 0,2-2-496 0,-4 2 219 15</inkml:trace>
  <inkml:trace contextRef="#ctx0" brushRef="#br0" timeOffset="43005.35">7970 6281 113 0,'-1'1'185'0,"1"-1"4"16,-6 1 8-16,6-1-2 0,-6 2-4 0,6-2-5 16,0 0-9-16,0 0-14 0,0 0-8 15,-6 2-13-15,6-2-11 0,0 0-8 0,0 0-9 0,0 0-10 16,-3 2-5-16,3-2-9 0,0 0-11 0,0 0-8 15,0 0-5-15,0 0-9 0,0 0-5 0,0 0-9 0,0 0-3 16,0 0-5-16,0 0-4 0,0 0-5 0,0 0 1 16,0 0-4-16,0 0-7 0,0 0 0 0,0 0-2 15,0 0-1-15,0 0 0 0,0 0-2 0,0 0-5 16,0 0 4-16,0 0-1 0,25-2-3 0,-8-2 0 16,3 3-1-16,11-3 1 0,3-1-3 0,2-2 2 15,19 1-2-15,1-1 0 0,6 0 0 0,0-2-1 0,3 3-2 0,2-1 9 16,22-7 5-16,-29 8-3 0,-2 1-1 0,-4-3 4 15,-16 3 0-15,-1 0 0 0,-5-1 2 0,-1 2-4 16,-11 2 7-16,-1-1 8 0,-7 2 8 0,-2-2-1 16,-1 2 2-16,-4 0-1 0,1 0-3 0,-2-1-9 15,-4 2-17-15,7-3-22 0,-7 3-26 0,0 0-34 16,0 0-44-16,0 0-43 16,-22 10-69-16,4-5-263 0,5-3-536 0,-2-2 239 15</inkml:trace>
  <inkml:trace contextRef="#ctx0" brushRef="#br0" timeOffset="43567.95">8561 6379 196 0,'0'0'288'0,"0"0"-26"15,0 0-26-15,0 0-21 0,0 0-23 0,0 0-20 16,0 0-18-16,0 0-14 0,19-2-15 0,-11 2-17 15,0 0-11-15,4 2-10 0,-2-2-9 0,2 3-7 0,-2 1-6 0,-1-3-5 16,0 3-11-16,1 0-9 0,-3-2-11 0,-1 2-11 16,-2 1-9-16,1 2-5 0,-2-4-6 0,-2 6 1 15,-2-2-4-15,-2 1-2 0,-2 2 2 0,1 0 0 16,-5 0 0-16,0-1 2 0,3 0-1 0,-3 1 4 16,0-3-4-16,0-1 1 0,5-2-2 0,-1 1 1 15,1 0 0-15,-1-1-2 0,1-1 6 0,-2 1-2 0,3-2 1 16,2 2 1-16,-1-1-1 0,2-3 0 0,2 5 1 15,1-2 3-15,4-1-1 0,0 1 2 0,4 0-4 0,2-1 4 16,1-1-4-16,-1 2-1 0,1-2 3 16,4 3-1-16,-3 2-2 0,-2-4 1 0,1 1 0 15,-3 2-3-15,2-1 1 0,-1 1-2 0,-3-2 2 16,-2 0-1-16,0 1-3 16,-4 1-2-16,1-1-1 0,0 0 2 0,-4 0 3 15,2 0 4-15,-4 1 5 0,0 0 1 0,-4-2 3 16,0 1-1-16,-5 0 0 0,-1 0 1 0,-6-2-2 15,2 4-2-15,-2-2-2 0,0-2-21 0,-4 1-24 16,3-3-29-16,1 2-36 0,4-2-38 0,1-1-81 16,1 0-115-16,3-4-370 0,3 2 165 0</inkml:trace>
  <inkml:trace contextRef="#ctx0" brushRef="#br0" timeOffset="43990.6">9587 5669 112 0,'8'14'147'0,"-1"3"23"0,2 7-32 0,2 2 0 15,-2 6-14-15,1 4-1 0,-1 12-4 0,-2 1-7 0,2 0-8 0,-4 6-4 16,-1-2-6-16,-6 2-9 0,-1-3-3 0,-7-2-10 15,-3 1-6-15,-3-4-2 0,-4-4-5 0,2-12-6 16,-7 11-5-16,6-14 2 0,-16 9-2 0,10-11-5 16,-14 7-1-16,0-3-4 0,-5-1-16 0,-4-5-37 15,-6 0-63-15,-2-4-120 0,1-8-129 0,-4-3-355 16,2-7 157-16</inkml:trace>
  <inkml:trace contextRef="#ctx0" brushRef="#br0" timeOffset="44558.61">7426 5596 108 0,'3'-5'202'0,"-3"5"-19"16,2 0-12-16,-2 0-17 0,0 0-25 0,0 0-14 16,0 0-15-16,0 0-10 0,-4 16-4 0,-2 1-13 15,-5 7-8-15,-2 6-7 0,-9 18-1 0,-5 5 6 16,-2 1-4-16,-7 30-6 16,-1-3 1-16,13-25-8 0,-3 23 13 0,13-26-1 15,1-2-2-15,8 1 1 0,5-5 3 0,5-1 6 0,3-14 1 16,6 2 0-16,7-4 3 0,17 7-2 0,5-8-9 15,12-5-16-15,4-5-38 0,5-4-78 0,34-2-131 16,-35-9-184-16,2-8-419 0,-4 0 185 0</inkml:trace>
  <inkml:trace contextRef="#ctx0" brushRef="#br0" timeOffset="45893.95">10360 5993 87 0,'0'0'149'0,"0"0"-19"16,0 0-5-16,-5 2-11 0,5-2-16 0,0 0 4 31,0 0-9-31,0 0-13 0,0 0-1 0,0 0-1 16,0 0-5-16,-4 2-2 0,4-2-10 0,0 0-5 0,0 0-3 0,0 0-3 0,0 0-1 15,0 0-7-15,0 0-5 0,0 0 0 0,0 0-6 16,0 0 9-16,0 0 9 0,0 0-5 0,0 0 0 16,0 0 1-16,0 0 0 0,22-2-2 0,-9 0-6 15,7 1-3-15,2-1-7 0,6-1 0 0,5-1-6 16,2 2-1-16,3-1 1 0,-1 0-2 0,-1-1-4 16,1 2-14-16,-1 1-15 0,-6-3-18 0,0 3-26 15,-11-1-21-15,0 1-33 16,0 0-25-16,-7 0-163 0,-6-1-324 0,-2-1 144 15</inkml:trace>
  <inkml:trace contextRef="#ctx0" brushRef="#br0" timeOffset="46152.94">10576 5820 149 0,'0'0'284'0,"-5"-6"-11"0,5 5-15 0,0 1-22 16,0 0-26-16,0-7-24 0,0 7-19 0,-4-3-21 16,4 3-19-16,0 0-14 0,0 0-13 0,-5 10-12 15,1 0-10-15,2 2-5 0,-2 3-10 0,0 4-1 0,-2 0-8 16,2 6-4-16,3 1-1 0,-5-1-5 0,4 2-3 16,0-2-18-16,5 0-25 0,0-6-22 0,-1 5-26 0,1-2-37 15,1-3-49-15,4-6-55 0,-6-1-207 0,4-2-430 16,-1-1 190-16</inkml:trace>
  <inkml:trace contextRef="#ctx0" brushRef="#br0" timeOffset="46499.53">11316 5596 33 0,'0'0'188'0,"0"0"-12"0,0 0-10 16,0 0-12-16,0 0-12 0,0 0-10 16,0 0-8-16,15-3-13 0,-1 3-10 0,6-2-12 0,1 2-5 15,11-3-9-15,-1-1-6 0,1 0-7 0,1 0-8 16,2 2-13-16,-1-3-18 0,-2 2-26 0,-1 0-33 16,-1 1-26-16,-8-2-37 0,-3 1-61 0,-1 1-84 0,-5-1-265 15,-4-1 117-15</inkml:trace>
  <inkml:trace contextRef="#ctx0" brushRef="#br0" timeOffset="47077.52">11335 5641 33 0,'8'3'154'0,"-3"1"-10"0,5 4-14 15,-1 0-9-15,5 5-7 0,-2 1-5 0,4 6-7 16,-3-3-7 0,1 8-7-16,-4 1-11 0,-1 4-5 0,0 1-5 0,-5 0-8 15,-4 1-8-15,-3 6-3 0,-2-2-4 0,-5 11-3 16,-4-1-4-16,0-15-2 0,1 5-2 16,-2-4-4-16,-6 9-3 0,4-13 0 0,0 0-4 15,0-3-2-15,1-1 4 0,-1-3-1 0,7-4 3 16,-3-3-9-16,4 1-1 0,-2-2 1 0,3-3-1 0,0-1-1 15,3-1-4-15,0 1 3 0,0-4-1 0,0 1-1 0,4-1-3 16,-2-2 8-16,1 3-3 0,-1-3 2 0,2-1 3 16,1-2 0-16,-2 5 3 0,2-5 1 0,-1 5-1 15,1-5 4-15,-2 3 5 0,2-3 4 0,0 0 3 16,0 0-2-16,-2 3 7 0,2-3-6 0,0 0 4 16,0 0-3-16,0 0-1 0,0 0-4 0,-2 5 0 15,2-5-2-15,0 0-5 16,0 0-2-16,0 0-1 0,0 0-1 0,0 0 2 15,0 0-5-15,0 0-2 0,0 0 3 0,0 0 16 0,0 0 9 0,0 0 5 0,0 0 0 16,0 0-1-16,0 0-6 0,26-4 2 16,-7 2-8-16,10-3-6 0,2 1-3 0,3-2-2 15,6 1-2-15,12-4 7 0,0-2-13 0,1 3 0 16,4 0-3-16,-5-1-3 0,-12 2 6 16,12-2 9-16,-13 3-2 0,-3 1 9 0,-3 0 2 15,-5 2-1-15,-10 1 10 0,1-1 8 0,-10 2 1 0,0-2 11 16,-1 3-10-16,-2-2-13 0,2 0 1 0,-2 1-3 15,-6 1 0-15,7-3-8 0,-7 3-16 0,6 0-34 16,-6 0-36-16,4-2-41 0,-4 2-54 0,0 0-73 16,0 0-90-16,0 0-212 0,0 0-568 0,0 0 251 15</inkml:trace>
  <inkml:trace contextRef="#ctx0" brushRef="#br0" timeOffset="55159.21">12549 5762 141 0,'0'0'230'0,"0"0"-10"0,-5 1-6 16,5-1-11-16,0 0-9 0,0 0-13 0,0 0-9 16,0 0 10-16,0 0-15 0,0 0-14 15,0 0-9-15,-4 2-18 0,4-2-10 0,0 0-11 16,0 0-8-16,0 0-11 0,0 0-10 0,0 0-7 0,0 0-9 15,0 0-6-15,0 0-5 0,0 0-5 0,0 0-2 16,0 0-8-16,0 0 1 0,0 0-6 0,0 0 0 0,0 0-4 16,0 0-2-16,0 0 1 0,0 0-3 0,0 0-5 15,0 0 4 1,0 0 0-16,0 0-3 0,0 0-1 0,0 0 3 16,0 0 2-16,0 0-3 0,0 0 6 0,0 0 5 15,0 0-5-15,0 0-1 0,0 0 0 0,0 0 2 0,0 0-4 16,0 0 1-16,0 0-2 0,0 0-2 0,-5 2 0 15,5-2-3-15,0 0-1 0,0 0-3 0,0 0 3 16,0 0-2-16,0 0-2 0,0 0 1 0,0 0-2 16,0 0 7-16,0 0-12 0,0 0 1 0,0 0-3 0,0 0-1 15,0 0 1-15,0 0-1 0,0 0-1 0,0 0 0 16,0 0 2-16,0 0-3 0,0 0 1 0,0 0 1 16,0 0-3-16,0 0 9 0,0 0-6 0,0 0 0 15,0 0-4-15,0 0-1 0,0 0 7 0,28 0 6 0,-10-2-10 16,4 2 2-16,8-2-3 0,4 2 4 0,0-3 0 15,4 1-4-15,2 1 5 0,11-6-4 0,-11 5 2 16,-3 2-3-16,1-2 7 0,-1 1 15 0,-2-1-21 16,-6 1-2-16,0 0-4 0,-10-2 4 0,1 3 4 15,-9 0-3-15,0-2 4 0,-4 2-7 0,0 0-7 16,-7 0-7 0,11 0-6-16,-11 0-8 0,9-2-6 0,-9 2-8 15,0 0-6-15,0 0-15 0,0 0-14 0,0 0-25 0,0 0-18 16,-22 4-18-16,12-4-19 0,4 0-35 0,-3 3-38 15,0-2-189-15,1-2-459 0,2 1 203 0</inkml:trace>
  <inkml:trace contextRef="#ctx0" brushRef="#br0" timeOffset="55613.44">13462 5447 84 0,'3'-2'282'0,"0"-1"-15"16,-3 3-20-16,0 0-25 0,1-4-18 15,-1 4-24-15,0 0-22 0,0 0-17 0,0 0-20 0,0 0-23 0,0 0-11 16,0 0-13-16,0 0-7 0,-1 15-1 0,-2-5-13 16,0 6-4-16,-4 3-4 0,-2 3-6 0,-1 3-3 15,-3 1-3-15,3 1-3 0,-3 2-5 0,-1-3-2 16,1 2-1-16,1-5-3 0,3 1 0 0,-1-6-3 16,2-1-3-16,0-1-1 0,3-2-3 0,1-4-2 15,-1 1 4-15,0-1-3 0,2-4 0 0,-1 0 1 0,4-2 6 0,-1 1 6 16,0-2 0-16,1 1 7 0,0-4 1 0,0 5 9 15,0-5 3-15,4 2 6 0,0 3-8 16,4-4 2-16,0 0-5 0,4 0-5 0,0 1 3 16,1-2-7-16,5 0-23 0,-6 0-14 0,-1 0-26 15,-1-2-24-15,2 2-29 0,-1 0-31 0,1-2-40 0,-2-1-45 16,3 2-221 0,-4-3-462-16,1 0 204 0</inkml:trace>
  <inkml:trace contextRef="#ctx0" brushRef="#br0" timeOffset="55892.78">13555 5758 266 0,'0'0'285'0,"0"0"-25"0,0 0-24 16,0 0-24-16,0 0-26 0,0 0-21 0,0 0-19 16,0 0-19-16,0 0-15 0,-3 13-13 0,1-3-6 15,-3 3-14-15,2 4-10 0,-5 0-8 0,3 8-3 16,1-7-9-16,-3 10-4 0,0-2-4 0,5-7-3 0,-6 6-3 15,7-6-6-15,-1 0 1 0,2-1-3 0,-3-1-5 16,3-5 3-16,-3 4-4 0,3-5 0 0,-2 1-2 16,0-4-2-16,2 1 1 0,0-3-1 0,0 0 0 0,0 0 0 15,2-2-6-15,-5 1-1 0,3-5-2 16,0 0-6-16,0 8-10 0,0-8-17 0,0 0-22 16,0 0-30-16,0 7-40 0,0-7-82 0,0 0-218 31,0 0-452-31,0 0 200 0</inkml:trace>
  <inkml:trace contextRef="#ctx0" brushRef="#br0" timeOffset="58319.63">14130 5745 13 0,'-5'0'192'0,"5"0"-1"16,-9 2 4-16,9-2-7 0,-7 1-2 0,7-1-7 0,0 0-4 16,-6 0-13-16,6 0-4 0,0 0-18 15,0 0-13 1,0 0-14-16,0 0-9 0,0 0-8 0,0 0-5 15,0 0-5-15,0 0 0 0,0 0-2 0,0 0-3 16,10-7-6-16,-10 7-2 0,0 0-8 0,4-3-6 16,-4 3-1-16,0 0-6 0,0 0 2 0,0 0-1 15,0 0-12-15,0 0-3 0,0 0-5 0,0 0-1 16,0 0-4-16,0 0-3 0,0 0 2 0,0 0-4 16,0 0 3-16,0 0-2 0,0 0-3 0,0 0-4 0,0 0 0 15,0 0-4-15,0 0 0 0,0 0-2 0,0 0 3 16,0 0-5-16,0 0 4 0,0 0-7 0,0 0 1 0,0 0 3 15,0 0 0-15,0 0-1 0,4-2-3 0,1 2-3 16,5-2 4-16,2 1-5 0,5-2 3 0,4 1-1 16,8-1-2-16,2 2 0 0,1-2 1 0,0 2 0 15,0-2 2-15,4 3-6 0,-3-2 3 0,0-1 2 0,-4 2-4 16,1 1 4-16,-11 0-2 0,0-2-1 0,-6 2-1 16,0-2 3-16,-4 2-4 0,-1 0 0 0,-1 0-12 15,-7 0-3-15,10 0-14 0,-5-3-15 0,-5 3-10 16,4 0-20-16,-4 0-16 0,0 0-21 0,0 0-13 15,0 0-17-15,0 0-12 0,-22 0-23 0,15 0-21 0,7 0-36 16,-10-1-132 0,4 0-395-16,3-2 175 0</inkml:trace>
  <inkml:trace contextRef="#ctx0" brushRef="#br0" timeOffset="58650.91">14755 5562 66 0,'0'-5'328'0,"0"0"-3"16,0 0-5-16,0 0 6 0,-3 1-7 0,3 4-17 15,0-7-20-15,0 7-28 0,3-6-15 16,-2 5-44-16,-1 1-32 0,0 0-2 0,0 0-20 0,0 0-22 16,1-5-46-16,-1 5-16 0,0 0-10 0,0 0 2 15,0 0-16 1,0 17-1-16,0-11 4 0,3 6 1 0,-3 0-22 15,1 5 14-15,-1 0-15 0,0 0 0 0,3 2 0 16,-2 1 2-16,-1-3-7 0,1 0-1 0,2 0 6 16,-2-3 8-16,0-1-13 0,2-2-7 0,-1 1 7 15,-2-4 0-15,0 1 0 0,0-4 1 0,0 4-4 16,-1-4 3-16,0-1 1 0,1 3-10 0,0-2-16 16,0-1-10-16,0-4-6 0,1 5-8 0,-1-3 2 0,0-2-7 0,4 4-8 15,-4-4-6-15,0 0-5 0,0 0-11 0,-1 4-4 16,1-4-32-16,0 0-75 0,0 0-59 0,-9-10-266 15,5 5-553-15,3-5 245 0</inkml:trace>
  <inkml:trace contextRef="#ctx0" brushRef="#br0" timeOffset="58935.54">14968 5395 16 0,'0'0'315'0,"3"-4"-27"0,-3 1-27 15,0 3-26-15,2-3-28 0,-2 3-24 0,0 0-20 16,0 0-18-16,0 0-16 16,9 7-16-16,-4 3-15 0,2 0-7 0,-1 6-2 15,8 6-8-15,-2 3-10 0,-3-1-2 0,2 2-1 16,-2 3-9-16,1 1-2 0,-1-2-4 0,-5 1-2 16,2-2-7-16,-4 0 1 0,-4 2-9 0,-4-3 1 15,-7 3-4-15,-1-2-9 0,-5-2-10 0,-4-2-6 16,0 1-14-16,-8-3-16 0,-1 0-27 0,-3-3-37 15,-13 5-44-15,12-11-58 0,-3-3-246 0,-1-3-470 0,1-1 208 0</inkml:trace>
  <inkml:trace contextRef="#ctx0" brushRef="#br0" timeOffset="59303.98">14301 5300 30 0,'0'0'164'0,"0"0"-5"16,-17 12-11-16,2 2-11 0,2 1-4 0,-6 8-12 16,-1 5 0-16,-10 11-3 0,1 5-9 0,1-3-11 15,2 4-8-15,2 2-3 0,-2-3-9 0,11-10-6 0,2-3-5 0,4 2 16 16,-1-4-5-16,4 2 0 0,3-4-5 0,3-3 1 16,4-4-1-16,7 3 1 0,0-6-5 15,9 6-4-15,8-6-12 0,4-3-27 0,8-4-46 16,13 0-52-16,10-7-74 0,0-3-228 0,-2-1-404 15,-2-5 179-15</inkml:trace>
  <inkml:trace contextRef="#ctx0" brushRef="#br0" timeOffset="59952.06">15270 5216 258 0,'-3'-3'253'0,"3"3"-15"16,0 0-15-16,0 0-24 0,0 0-19 0,1-5-21 16,-1 5-18-16,0 0-16 0,0 0-15 0,0 0-17 15,0 0-11-15,0 0-13 16,0 0-9-16,2 12-4 0,-1-7-6 16,-2 3-6-16,-1 1-4 0,2 3-4 0,-1 5-4 15,0 0-1-15,-1-1-4 0,0 2-1 0,-1 0 0 0,1-1-5 16,2 1 0-16,-5-3 2 0,2-3-11 0,2-2 5 15,0-2-6-15,1-3 2 0,0 1 0 0,-2 1-3 16,2-4 9-16,0 1 17 0,0-4 31 0,0 8 35 16,0-6 36-16,0-2 18 0,0 0-21 0,0 0-12 0,7-10-12 15,-1 3-12-15,0-2-11 0,2 0-7 0,0-2-4 16,3-2-9-16,-2 4-13 0,-2-3-4 0,0 5-3 16,2 2 1-16,-5-2-5 0,1 0-4 0,-1 1-3 15,-1 3-9-15,1 0-7 0,-1 0-28 0,-3 3-18 0,0 0-2 16,0 0-3-16,13 9-1 0,-8 0-1 0,0 2-1 15,4 4-3-15,-1 2-2 0,-2 1-22 0,2 7-35 0,2 0-15 16,-2 1-53-16,-3 1-60 0,3-3-67 0,-7-5-239 16,0-3-573-16,3 0 254 0</inkml:trace>
  <inkml:trace contextRef="#ctx0" brushRef="#br0" timeOffset="60837.39">13955 6177 64 0,'-4'1'159'0,"4"-1"-5"0,-8 1 5 15,8-1-8-15,0 0-1 0,-6 3-8 0,6-3-5 16,0 0-6-16,0 0-4 0,0 0-4 0,-8-1-4 15,8 1-5-15,0 0-9 0,0 0 2 0,0 0-7 0,0 0-6 0,-4 2-3 16,4-2-4-16,0 0-8 0,0 0-5 0,0 0-7 16,0 0-4-16,0 0-8 0,0 0 4 0,0 0-15 15,0 0-2-15,0 0-5 0,0 0-5 0,0 0-1 16,0 0-4-16,0 0-3 0,0 0-3 0,-2 3 4 16,2-3-11-16,0 0 0 0,0 0-2 0,0 0-2 31,0 0 1-31,0 0-3 0,0 0 1 0,0 0 2 0,0 0-4 0,0 0-3 15,0 0 3-15,0 0 6 0,0 0-7 0,0 0-1 16,0 0 3-16,0 0-4 0,0 0 3 0,0 0 2 16,0 0-4-16,0 0 1 0,0 0-1 15,0 0 2-15,0 0-1 0,0 0-3 0,0 0 2 0,0 0 0 16,0 0-2-16,0 0 0 0,0 0 0 0,0 0 1 16,0 0-3-16,0 0 1 0,0 0 2 0,0 0-1 0,0 0-3 15,0 0 4-15,0 0-2 0,0 0 0 0,0 0 1 16,0 0 0-16,0 0-1 0,0 0-1 0,13 2 2 0,-3-2 8 15,4 0-6-15,14-2-1 0,5 2 0 0,8-3 0 16,17-2-3-16,8 2 3 0,32-5 0 16,2 5 0-16,1-4 0 0,4 4-5 0,3 2-2 15,4-5 2-15,-5 2 2 16,2-1 1-16,-12-1 2 0,0 2-1 0,-31 1-1 16,-1 0-1-16,-2-3 3 0,-6 1 9 0,-3 0 10 15,-16 4 10-15,-2-5 8 0,-4 4 7 0,-9 1 10 16,-5-1 18-16,-1-4 8 0,-6 4 12 0,-1-2 13 15,-2 3 0-15,-4-1-5 0,1 2 2 0,-5 0-12 16,9-2-6-16,-3 2-18 0,-6 0-4 0,4-1-24 16,-4 1-34-16,0 0-38 0,5-1-46 0,-5 1-44 0,0 0-41 0,0 0-57 15,0 0-47-15,0 0-52 0,0 0-246 0,0 0-610 16,0 0 271-16</inkml:trace>
  <inkml:trace contextRef="#ctx0" brushRef="#br0" timeOffset="62842.14">14680 6470 202 0,'0'-4'275'0,"2"0"-9"0,0 1-13 0,-2 3-15 15,0-7-10-15,0 7-19 0,2-4-17 0,-2 4-23 16,0-3-19-16,0 3-18 0,0 0-15 0,0 0-15 16,0 0-10-16,0 0-20 0,0 0-13 0,6 9-7 15,-3-1-8-15,-1 4-7 0,2 0-3 0,-4 5-7 16,0 2-1-16,1 5-1 0,2 1-2 0,-6 2-6 0,3-3-1 0,0-3 0 15,-1-2 2-15,1 1-5 0,-3-2-2 0,2 2 2 16,1-3-4-16,-2-5-1 0,0 1 2 0,2-4 3 16,0 2-6-16,-1-2 1 0,1-2 3 0,0-2-1 15,0-1 10-15,0 0 30 0,0 0 47 0,0-4 48 16,0 0 33-16,0 5 24 0,0-5 17 0,0 0-22 16,0 0-24-16,9-12-15 0,-4 3-19 0,1 0-13 0,2-2-11 0,2-2-15 15,3-3-9-15,0 0-12 0,2-5-7 0,2 1-7 16,-5 6-10-16,0 0-4 0,0 2-6 0,-2 4-6 15,-3-1-5-15,1 1-3 0,-3 4-6 0,2-1-5 16,-2 1-4-16,-3 0-21 0,3 2-21 0,-1 0-1 16,-4 2-16-16,11 3-16 0,-4 1-6 0,0 1 0 15,-1 0 3 1,-1 4 4-16,3 1-7 0,-1 0-11 0,-2 2 29 16,3-1 3-16,-4 1 1 0,6 3 8 0,-2-1-13 15,-4-3 11-15,1 0-5 0,-1 0-11 0,-3-1 2 0,4-3-29 16,-4 0-12-16,2-2-6 0,-3 0-1 0,1 1-5 15,-1-3 1-15,0 0 14 0,4 1 9 16,-4-4 5-16,1 4 9 0,-1-4 6 16,2 3 0-16,-2-3 3 0,0 0-15 0,0 0-58 15,0 0-58-15,0 0-43 0,2-11-53 0,-2 6-188 0,3 0-510 0,-3-7 226 0</inkml:trace>
  <inkml:trace contextRef="#ctx0" brushRef="#br0" timeOffset="63274.48">15143 6396 292 0,'1'-1'288'0,"3"-3"-27"0,-4 4-18 16,4-5-25-16,0 3-23 0,1 2-18 0,-5 0-21 15,10 0-16-15,-5 2-9 0,3 0-17 0,-3 2-6 16,4-1-13-16,-4 5-10 0,0 0-6 0,-1 2-12 0,1 1-5 15,-2 0-4-15,2 2-7 0,-4 1-5 0,-1 2-1 16,3-3-7-16,-3-1-3 0,-3-1-4 0,-2 1 2 16,4 0-7-16,-4 1-1 0,1-4-2 0,0 1-6 0,0-1 1 15,0-3 0-15,2 0-3 0,-1-2-1 0,-2 2 0 16,5-3-2-16,-1 1 1 0,1-4 1 0,-4 5 3 16,4-2 27-1,0-3 24-15,0 0 27 0,0 0 20 0,-4 3 14 16,4-3 0-16,0 0-1 0,0 0-11 0,0 0-13 15,23-7-5-15,-6 3-15 0,2-1-30 0,8-2 8 16,1 3-4-16,4-1-10 0,1-1 1 0,3 0-12 16,1 4-5-16,1-1-2 0,0-2-3 0,-2 2-3 15,0 1-1-15,-8-1-5 0,-5 3-1 0,-5-1-6 16,-4 1 3-16,-2 0-3 0,-4 0-1 0,-1 0 3 0,-2-1-2 0,-5 1 0 16,9 0 1-16,-9 0-8 0,8 0-3 0,-8 0-21 15,0 0-30-15,6 0-38 0,-6 0-29 0,0 0-40 16,5 1-51-16,-5-1-80 0,0 0-385 0,0 0-729 15,-13-6 324-15</inkml:trace>
  <inkml:trace contextRef="#ctx0" brushRef="#br0" timeOffset="64479.07">16344 5721 86 0,'0'0'200'0,"0"0"-14"0,0 0-22 0,0 0-15 16,0 0-17-16,0 0-16 0,0 0-9 15,0 0-11-15,-5 3-12 16,5-3-8-16,0 0-4 0,0 0-3 0,0 0-9 16,0 0 0-16,0 0-3 0,0 0 0 0,0 0 2 15,0 0 6-15,0 0-12 0,18-5-5 0,-12 2 3 16,5-1-2-16,-1 1-15 0,0-2-2 0,0 1-5 16,3-1-2-16,-3-2 0 0,4 0-6 0,-5 1 7 15,3-1 8-15,-2 2 13 0,-4-2 12 0,2 3 12 16,-3-2 0-16,-1 4 9 0,1-1 3 0,-1-1 4 0,-3 2-2 0,3-1-12 15,-4 3-11-15,0-5-15 0,0 5-11 0,0 0-7 16,-14 0-5-16,4 0-4 0,-2 2-2 0,-8 4-4 16,-1 2 0-16,2-2-6 0,-8 8-1 0,2-2 0 15,-3 4-2-15,-3 2 2 0,4 1-6 0,4-1-2 16,1 3 2-16,2 1-3 0,-2 0 5 0,8 2-1 16,0-2-9-16,1-1-5 15,6-2 1-15,3-2-2 0,3 1 3 0,2 9-7 16,3-11 4-16,5 0 3 0,4 0 2 0,12 1-2 15,3-3 7-15,8-3 0 0,15 0-2 0,3-4 4 16,4-4-2-16,1-3 0 0,3-3 2 0,-5-4 0 16,-1 1 1-16,1 1-1 0,-18-1 3 0,11-4 0 15,-17 1-2-15,-2-1 1 0,-3-2 3 0,-4 1-2 16,-6 1 3-16,-4-1 15 0,0 1 9 0,-7-1 7 0,-1 4 14 16,-2-3-3-16,0 3 3 0,-5-1-10 0,-3 0-4 15,1 2-6-15,-2 2-9 0,-4-3 0 0,-2 3-3 0,-1 2-3 16,-6 0-6-16,0 4-2 0,-4 3-1 15,3 0 0-15,-5 3-1 0,0 3-1 0,5 0 2 16,1-3-3-16,4 4-18 0,1 2-7 0,3-1-6 16,1 1-1-16,4-2-4 15,1 3 3-15,4-4 3 0,2 2 3 0,6-2 1 16,4 0 6-16,4-1 3 0,1-1 1 0,11-2 2 16,-1 1 5-16,2-6 2 0,-1-2 6 0,0 0-5 0,2-5-3 0,-10 0 2 15,2 0 1-15,-2 0 2 0,-1-4-2 0,-2 0 3 16,-3 1 0-16,0-4 5 0,-6 3-1 0,2 0 7 15,-5-1-2-15,-1-1-1 0,1 0-5 0,-3 1-1 16,-2-4-9-16,-2 5-9 0,1-2-11 0,-6-1-8 16,1 4-10-16,-2-2-13 0,-2 4-13 0,1-2-14 15,-2 4-19-15,-2 0-20 0,0 3-24 0,2-4-32 16,0 5-36-16,1-3-157 0,1 2-402 0,9 1 178 16</inkml:trace>
  <inkml:trace contextRef="#ctx0" brushRef="#br0" timeOffset="64877.75">17398 5759 190 0,'0'0'268'0,"0"0"-19"15,0 0-26-15,0 0-24 0,0 0-20 0,0 0-20 16,0 0-20-16,0 0-11 0,-10-1-14 0,10 1-15 16,-14 2-7-16,5 2-12 0,3 2-6 0,-7-1-9 15,4-1-6-15,-1 3-7 0,-1 1-5 0,1 0-5 16,4 0-5-16,-2 0-4 0,0 1-5 0,2-1-2 0,1 0-10 16,3 3-4-16,0 0-1 0,2-2-2 0,2 0 2 0,4 1-3 15,-1 0-1-15,5-1 0 0,-2-1 2 0,6 3 0 16,-4-1 0-16,3-5-7 0,1 7 0 0,-1-6 1 15,-3 0-3-15,0 2 3 0,-2-3-5 0,-2 0-10 16,1-1-18-16,-1-1-10 0,-3 1-4 0,-1-1 1 16,0-1 7-16,-2-2 6 15,0 0 3-15,-10 7 6 0,0-3 2 16,-1 0 5-16,-7-2 0 0,1 2-3 0,1-1-12 16,-1-2-21-16,-5 1-33 0,5-2-44 0,-1-2-60 15,0-2-126-15,0 3-339 0,5-2 151 0</inkml:trace>
  <inkml:trace contextRef="#ctx0" brushRef="#br0" timeOffset="65332.06">17686 5699 166 0,'0'0'322'0,"2"-4"-29"0,-2 4-37 16,2-3-24-16,-2 3-29 0,0 0-25 16,0 0-18-16,0 0-20 0,0 0-17 0,0 0-14 0,2 15-11 15,-4-5-9-15,2 1-10 0,-2 2-8 0,2-1-6 16,-2 6-6-16,-1 0-3 0,-3 2-7 0,5-1-4 16,-3 0-4-1,0 5-6-15,-1-4-3 0,2-3-2 0,-1 0-3 16,2-1 1-16,-2-8-3 0,2 4-4 0,-1-4-2 0,3 0 1 15,-2-4-3-15,2 1 6 0,0-1 6 0,-2 1 34 16,2-5 42-16,0 0 40 0,-1 4 33 16,1-4-8-16,0 0-14 0,0 0-17 0,10-17-15 15,-4 10-10-15,1-4-16 0,2-4-6 0,4 4-13 16,-3-3-8-16,1-2-8 0,2 3-6 0,-6 4-2 0,2-1-8 0,-3 4-7 16,0 0-4-16,-2 1-3 0,0 0-7 0,-1 3-3 15,-1-1-6-15,2 1-9 0,-4 2-22 0,0 0-13 16,10-2 1-16,-10 2-12 0,8 5-6 0,-6-1-22 15,5 1 1-15,-2 5-17 0,0-3-26 0,1 1-30 16,-2 3-29-16,4-2-37 0,-4 2-39 0,1 0-56 16,0-5-294-16,0 1-643 15,-1-2 284-15</inkml:trace>
  <inkml:trace contextRef="#ctx0" brushRef="#br0" timeOffset="65779.53">17980 5754 24 0,'1'-4'288'0,"5"-1"-29"0,1 2-25 0,-2-1-23 15,3 2-23-15,2 2-22 0,0 0-16 0,2 0-15 16,-1 2-16-16,3 3-5 0,3 2-11 0,-3 2-8 0,0 3-8 16,-3-1-9-16,0 3-9 0,-3 0-7 15,-2 1-3-15,-4-3-11 0,-1 0-3 0,2 5-6 16,-7 0-5-16,0-1-5 0,-2 0 3 0,-2-4-7 0,3 0-2 0,-4 0-6 15,0-2 2-15,2-1-3 0,-1-1 1 0,3-4 2 16,0 2-2-16,0-1 7 0,1-1 15 0,0-2 20 16,2 1 33-16,-2-1 32 0,4-2 17 0,0 0 42 15,0 0-54-15,0 0 1 0,0 0-23 0,1-16-8 16,5 6-13-16,1 1-9 0,5-5-4 0,0 0-7 16,7-7-6-1,-1 0-1-15,1 0-11 0,0 0-5 0,-2 2-4 0,2 0-13 16,-6 4-1-16,0 3 3 0,-4 1-1 0,-3 4 14 15,-1 0-8-15,0 2 7 0,-1 1-15 0,0-1-3 16,0 2-6-16,-2 0-17 0,1 1-28 16,-3 2-30-16,0 0 2 0,0 0 2 0,0 9 8 15,-4-1 1-15,0 4 5 0,-1-4 7 0,-1 7 3 0,1 4 1 16,1-2 9-16,1 0-6 0,3 0 2 0,4 0 11 0,4 2-1 16,3-5 8-16,11 7 1 0,4-4-29 0,9-2-59 15,2-5-81-15,21-2-149 0,-1-4-278 0,1-3-652 16,-2-4 289-16</inkml:trace>
  <inkml:trace contextRef="#ctx0" brushRef="#br0" timeOffset="66850.13">11151 6846 126 0,'0'0'276'0,"0"-3"-27"16,0 3-27-1,0 0-26-15,0 0-21 0,0 0-22 0,0 0-17 16,0 0-14-16,0 0-15 0,-2 17-12 0,-1-5-10 0,2 0-7 16,-2 7-7-16,-2 7-11 0,1-6-5 0,2 5-3 15,-2 3-7-15,-1-2-8 0,-2 0-2 16,4-1 0-16,-1-4-4 0,-2-1-5 0,3-3-3 16,0 0-2-16,-1-5-2 0,3-1 1 0,-1 0-4 0,2-6 1 15,0 4 1-15,-3-5 8 0,3 0 18 0,0 3 21 0,-1-5 45 16,1-2 28-16,0 3 32 0,0-3 23 0,0 0-20 15,0 0-10-15,0 0-16 0,11-16-15 0,-6 5-15 16,4-2-10-16,2-2-13 0,0-3-7 0,3-3-8 16,-3 4-7-16,4-5-15 0,-3-1 0 0,1 9-6 15,-3-1-8-15,-2 3-7 0,2 3-3 0,-2 2-8 16,-5 2-1-16,0 0 0 0,1 0-5 0,1 0-8 0,-4 3-30 0,2-1-22 16,-3 3-8-16,0 0-1 0,14 5-2 0,-10 1 0 15,6 1-3-15,-5 1 5 0,2 2 5 0,-1 2 0 16,2 1 1-16,-2 1 3 0,2 5 4 0,0-4 1 15,-2 0 0-15,1 0-6 0,-1-4-18 0,-1 0-7 16,-1-1-15-16,-1 0-14 0,3-2-11 0,-4 1-21 16,2-3-19-16,-2-1-17 15,1 2-30-15,-2-4-7 0,2 0-12 0,-3-3-58 16,8-2-142-16,-8 2-446 0,12-9 197 0</inkml:trace>
  <inkml:trace contextRef="#ctx0" brushRef="#br0" timeOffset="67019.09">11582 6986 22 0,'0'0'332'0,"0"0"-15"15,3-2-14-15,-3 2-19 0,0 0-23 0,0 0-23 16,0 0-21-16,7-2-21 0,-3 2-25 0,1-3-18 16,1 1-20-16,4-1-29 0,2-1-45 0,1-1-47 15,0 3-44-15,-2 0-64 0,8-2-63 0,-1 0-84 16,0 0-136-16,-1-1-410 15,-2 0 181-15</inkml:trace>
  <inkml:trace contextRef="#ctx0" brushRef="#br0" timeOffset="67197.69">11759 7124 133 0,'0'3'230'0,"-2"-1"1"16,2-2-3-16,-4 3-9 0,4-3-13 0,0 0-23 15,0 0-18-15,0 0-22 0,22-3-35 0,-11-1-40 16,3 0-49-16,4 0-64 0,3-3-62 0,-2 3-191 16,0-4-321-16,9-2 143 0</inkml:trace>
  <inkml:trace contextRef="#ctx0" brushRef="#br0" timeOffset="67566.73">12230 6933 70 0,'0'0'408'0,"0"0"-30"0,0 0-28 0,0 0-22 16,-2-6-31-16,2 6-31 0,0 0-40 0,0 0-15 15,0 0-15-15,0 0-38 0,0 0-52 0,0 0-9 16,-2 13-11-16,2-5-12 15,0 4-6-15,-2 5-13 0,2 2-11 0,-1 8-23 16,0 1-37-16,1-1-36 0,-3 3-35 0,1 1-48 16,2 1-64-16,-3-4-293 0,3-9-533 0,0-1 236 15</inkml:trace>
  <inkml:trace contextRef="#ctx0" brushRef="#br0" timeOffset="68737">11781 5129 207 0,'0'0'227'0,"0"0"-10"16,0 0-12-16,0 0 8 0,0 0-22 0,0 0-18 16,0 0-18-16,0 0-13 0,0 0-14 0,0 0-8 15,-4-15-2-15,4 15-5 0,2-7-5 0,-4 4-6 16,0-4 1-16,0 2-4 0,0-5-4 0,2 3-1 15,-3-2-9-15,1-1-6 0,0-2-9 0,2 2-9 16,-2-4 2-16,1 1 1 0,-2 1-11 0,3 1-2 0,-2-2-3 0,-1 1-6 16,0-1-5-16,1 4-6 0,-2-3 0 0,4 3 2 15,-3 2-4-15,2 1-4 0,0 2-5 0,-3-1-3 16,3 0-5-16,-3 0-24 0,2 3-13 0,-5 0-1 16,7 2 2-16,-18 4 0 0,3 1 2 0,-7 2 1 0,-5 5-18 15,0 5 4-15,-7 3 4 0,-11 6 3 0,-2 1 4 16,0 0-2-1,-1 1 4-15,4-1 2 0,-1 0 1 0,3-3-1 16,11-3 5-16,-1-3 5 0,4-1 8 16,2-2-5-16,7-4-3 0,4-3 1 0,-2 0 2 0,6-1 6 15,3-3 0-15,3-2 10 0,-4 1 22 0,4-1 39 16,1 1 36-16,0-1 36 0,4-2-4 0,0 0-7 16,-5-10-26-16,5 4-6 0,3-5-12 0,-1 2-7 15,6-3-19-15,1-1-12 0,0-1 1 0,1-1-10 0,4-1-3 0,-4 4-7 16,2-1-2-16,-1 3-8 0,-2 2 2 15,6-3-2-15,-4 5-12 0,2 0-2 0,5 1 3 16,2 4-7-16,1 0-7 0,8 3-4 0,-1 2-9 16,5 3-6-16,2 2-6 0,-2 0-10 0,5 3-9 15,-2 0-29-15,0 1-13 0,-2 1-38 0,0-1-44 16,-2 3-61-16,0-4-54 16,-2 3-278-16,-3-3-613 0,-8-6 272 0</inkml:trace>
  <inkml:trace contextRef="#ctx0" brushRef="#br0" timeOffset="70001.62">19562 5865 27 0,'-10'0'191'0,"2"0"-13"15,0 1 3-15,3-1-21 0,5 0-13 0,-9 0-12 16,9 0-14-16,-9 0-3 0,9 0 3 0,0 0-5 16,0 0-11-16,-8 0-2 0,8 0-4 0,0 0-7 15,0 0-5-15,0 0-5 0,-7 0-1 0,7 0-8 16,0 0-2-16,0 0-2 16,0 0-5-16,0 0-10 0,0 0-2 0,0 0-3 15,0 0-8-15,0 0 0 0,0 0-6 0,0 0-3 16,0 0-4-16,0 0 5 0,0 0-14 0,-5 1-2 15,5-1 0-15,0 0-3 0,0 0 3 0,0 0-2 16,0 0-1-16,0 0 1 0,0 0-7 0,0 0-1 16,0 0-4-16,0 0 0 0,0 0 1 0,0 0 2 15,0 0-1-15,0 0-2 0,0 0 1 0,0 0-1 0,0 0-4 16,0 0 4-16,0 0-2 0,0 0 1 0,0 0 0 16,0 0 1-16,0 0 2 0,0 0 3 0,0 0 2 0,0 0 9 15,0 0-5-15,0 0 2 0,15-5-1 0,-5 2-1 16,3 1-3-16,8-3 0 0,0 1-3 15,9-2 18-15,0-1-3 0,2 0 2 0,4-1 1 0,1 2-10 16,4 0-3-16,-4-1 0 0,-2 2-1 0,-1 0 1 0,-6-2-1 0,0 4 5 16,-11-1-10-16,-4 3 1 0,-3 0-3 0,0 0-19 15,-2-1-18-15,-3 1-24 0,-1 0-20 16,-4 1-54-16,2-5-55 0,-2 5-24 0,-10-3-45 16,0 1-140-16,-8 1-427 0,0 0 190 0</inkml:trace>
  <inkml:trace contextRef="#ctx0" brushRef="#br0" timeOffset="70217.2">19605 5716 302 0,'-1'-5'316'0,"0"1"3"16,-1-1 4-16,2 1-1 0,0 4-12 0,0-7 8 15,0 3-18-15,0 4-27 0,0-5-28 0,0 5-29 0,0 0-27 0,0 0-22 16,0 0-41-16,0 0-37 0,0 0-15 0,0 0-10 15,0 21-11-15,2-3-5 0,-4 8-5 16,2 1-8-16,0 0-16 0,0 3-45 0,-1 3-38 16,2 0-34-16,-1-1-40 0,0 14-66 0,-1-12-83 0,2-2-269 15,-3-6-602-15,0-7 267 0</inkml:trace>
  <inkml:trace contextRef="#ctx0" brushRef="#br0" timeOffset="72906.28">20699 5381 152 0,'0'0'156'16,"-8"0"-17"-16,8 0 0 0,0 0-10 0,-6-1-8 15,6 1-9-15,0 0-2 0,0 0-13 0,0 0-5 16,0 0 3-16,0 0-4 0,0 0-3 0,0 0 1 16,0 0-7-16,0 0-3 0,0 0-4 0,0 0-10 15,0 0-7-15,19-6-3 0,0 5-6 0,11-3-3 0,4 1-6 0,-2 0-2 16,8-2-6-16,-2 1-3 0,0-1-4 0,2 2-2 16,-4 0-12-16,-3 0-26 0,-3 0-18 0,-8 3-25 15,-2-2-25-15,-1 1-17 0,-5 1-25 16,-3 0-39-16,-5 0-127 0,-6 0-313 0,0 0 139 0</inkml:trace>
  <inkml:trace contextRef="#ctx0" brushRef="#br0" timeOffset="73506.39">20675 5414 191 0,'-5'2'232'0,"5"-2"-17"0,0 0-23 0,0 0-21 0,0 0-15 16,0 0-19-16,16 5-15 0,-2-2-12 0,5 4-9 16,7 4-12-16,2 2 13 0,-1 2-12 0,0 2-8 15,1 3-9-15,-1 3-8 0,-7 1-1 0,-1 8-12 16,-3-1-4-16,-1 15-2 0,-8-12-8 0,0 11-1 16,-8-10-6-16,-2 13-8 0,-6-2-4 0,-5 0-2 15,-4-2-2 1,-1-1-2-16,1-9-3 0,-7 5 2 0,3-7-2 0,3-4-1 15,-3 1 1-15,3-2 2 0,-3 0-7 0,2-1 0 16,1-6 5-16,1 1-4 0,4-6 2 16,1-1-4-16,3-1-3 0,-2 0 1 0,6-2 1 15,-2-2-3-15,3-1-1 0,0 1 3 0,1-4-4 16,2 2 5-16,-1-2-1 0,-1 0 0 0,4 2 2 0,-1-2-6 16,1-2 4-16,0-3 1 0,-3 6-1 0,3-1 0 0,0-5 0 15,0 4 0-15,0-4-1 0,0 0 2 0,0 5-2 16,0-5-1-16,0 0-2 0,0 5 6 0,0-5-4 15,0 0 2-15,0 0-4 0,0 0 2 0,0 0 1 16,-1 4-1-16,1-4-3 0,0 0 2 0,0 0 1 16,0 0 2-16,0 0-1 0,0 0 5 0,0 0 2 15,0 0 1-15,0 0 2 0,0 0-2 0,0 0 2 0,0 0 13 0,0 0 5 16,0 0 13-16,0 0 8 0,8 2 2 0,2-4 1 16,8-1-8-16,11-3-1 0,7 2-4 0,16-6-6 15,2 2-5-15,6-2-1 0,-1 1-5 0,2-2-3 16,3-1 2-16,28-5 7 0,-31 8 12 0,5 1 0 15,-5 1 6-15,4 0-3 0,-9 0 4 0,-1 5-4 16,-20-1-6 0,-3 1-7-16,-9 1 0 0,-5-1 1 0,0 2-9 15,-7-3 3-15,-1 3 0 0,-1-1 2 0,-4 1-5 0,2 0-5 16,-7 0-14-16,10 0-18 0,-10 0-26 0,5-1-34 16,-5 1-41-16,0 0-72 0,0 0-87 0,0 0-248 15,0 0-564-15,-23-9 251 0</inkml:trace>
  <inkml:trace contextRef="#ctx0" brushRef="#br0" timeOffset="79621.32">22216 5596 69 0,'-7'-1'201'0,"0"1"1"0,7 0-10 16,-10-2-7-16,10 2-12 0,-9 0-7 0,9 0-5 16,0 0-9-16,-9-1-12 0,9 1-9 0,0 0-14 15,0 0-11-15,-5 3-9 0,5-3-7 0,0 0-10 16,0 0-8-16,0 0-7 0,0 0-6 0,0 0-6 0,0 0-5 0,0 0-9 16,-7 0 1-16,7 0-4 0,0 0-5 0,0 0-2 15,0 0-1-15,0 0-5 0,0 0-2 0,0 0-3 16,0 0-5-16,0 0 0 0,0 0-2 0,0 0 2 15,0 0-3-15,0 0 0 0,0 0-3 0,0 0 0 16,0 0-2-16,0 0 7 0,0 0-9 0,0 0 2 16,0 0 0-16,0 0-2 15,0 0 1-15,0 0-2 0,0 0-1 16,0 0 0-16,0 0 0 0,0 0-2 0,0 0 5 16,0 0-1-16,0 0-1 0,0 0 2 0,0 0 1 0,0 0-1 15,30-3 21-15,-11 2-3 0,9 1-2 0,2-5-4 16,6 5 3-16,0-3-7 0,15 0 0 0,-1 1 1 15,-10-1-2-15,-2 2-4 0,-1-2 6 16,-1 2-6-16,-3 0 4 0,0-2-6 0,-5 3 1 0,-6-1-3 0,-3-1 4 16,-10 2-6-16,4-1-15 0,-4 1-11 0,-3 0-9 15,-6 0-14-15,8-1-17 0,-8 1 3 0,0 0-2 16,0 0-7-16,0 0-13 0,0 0-20 0,-23 8-17 16,12-7-18-16,0-1-26 0,-3 1-43 0,1-1-122 15,-1 0-357-15,4-1 159 0</inkml:trace>
  <inkml:trace contextRef="#ctx0" brushRef="#br0" timeOffset="80206.86">22925 5343 151 0,'5'-2'189'0,"0"0"-17"0,2 0-12 0,4 1-15 16,3 2-13-16,-1-1-6 0,6 2-7 15,-2 0-9-15,2 3-9 0,-4-2-8 0,3 4-9 16,-1 0-10-16,-1 3-6 0,0-2-5 0,-4 2-9 16,0 1-2-16,-2-2-10 15,-3 4-9-15,-1 1-1 0,-5-2-3 0,-1 0-5 16,-4 5-2-16,-1 0-3 0,-9 0-2 0,0 2-2 16,-6-1 3-16,-1-1-6 0,-4 0 2 0,7-5-4 15,-5 2 1-15,6-2-1 0,-2-3 4 0,1 2 5 16,2-5 0-16,0 2 0 0,6-3-2 0,2 0-2 0,3-2 1 15,-1-1-7-15,0 1 4 0,2 0 7 0,0-2 7 16,4-1 7-16,-4 3 3 0,4-3 4 0,0 0-5 0,10 2-1 16,0-2-6-16,5-1-1 0,2 0-3 0,1 1-1 15,4-1-2-15,-3-1-5 0,2 2 2 0,2-1-4 16,3-2 2-16,-3 2 8 0,-3-1-3 16,9 1-2-16,-10 1-1 0,0 0 3 0,-2-1-2 0,-7 1 1 15,2-1 1-15,-7 1 5 0,1-2 5 0,-6 2 3 16,10 0 2-1,-10 0 1-15,7 0 3 0,-7 0-6 0,0 0-4 16,6 0-4-16,-6 0-9 0,0 0-10 0,0 0-8 16,7-2-9-16,-7 2-37 0,0 0-43 0,0 0-47 0,0 0-43 15,-16-4-39-15,14 1-215 0,-6-1-467 0,8 4 207 16</inkml:trace>
  <inkml:trace contextRef="#ctx0" brushRef="#br0" timeOffset="80510.06">23413 5252 97 0,'0'0'235'16,"0"0"-35"-16,8-2-23 0,-8 2-10 0,6 7-11 15,-1-2-10-15,6 4-8 0,-1 1-8 0,1 6-9 16,7 7-10-16,-4 0-5 0,-1 2-7 16,6 2-9-16,-11 2-5 0,-1 0-4 15,-3 2-9-15,-1 1-7 0,-6-1-6 0,-5 1-4 16,-3-2-5-16,-7 3-18 0,0-6-17 16,-5-1-14-16,-6-2-19 0,-2-2-33 0,-2-3-50 0,-3-2-63 15,-15 2-195-15,15-11-390 0,-2-1 173 0</inkml:trace>
  <inkml:trace contextRef="#ctx0" brushRef="#br0" timeOffset="80861.92">22350 5130 176 0,'0'0'203'0,"0"0"-20"0,-4-2-22 0,4 2-17 15,0 0-15-15,-14 10-19 0,5-1-11 0,-5 6-9 0,-5 7-11 0,0 3-11 0,-3 7-4 16,-9 12-2-16,1 3 0 0,-1 1-9 15,4-2-6-15,0 5-4 0,7-3-3 0,2-2-2 16,4 3 2-16,5-17 10 0,5-2 6 0,6 0 5 16,3-1 2-16,7-3 4 0,6 0 1 0,9-5-2 15,5 2-2-15,19-1-14 0,3-6-34 0,7-3-47 0,3-2-66 16,31-7-92 0,-34-7-168-16,-1 0-385 0,-1-3 172 0</inkml:trace>
  <inkml:trace contextRef="#ctx0" brushRef="#br0" timeOffset="81525.17">24106 5475 124 0,'-9'0'174'0,"9"0"-4"16,-7-1-10-16,7 1-9 0,0 0-9 0,0 0-12 16,-10-2-9-16,10 2-10 0,0 0-12 0,0 0-4 0,0 0-7 15,-5 3-9-15,5-3-7 0,0 0-3 16,0 0-2-16,0 0-10 16,0 0 2-16,0 0 0 0,0 0 5 0,0 0-4 15,0 0 0-15,0 0 4 0,0 0-4 0,0 0-1 16,0 0-3-16,0 0-6 0,0 0-7 0,19 1-1 15,-6-2-6-15,9 1-8 0,7-1 1 0,2-3-4 16,3 4 3-16,2 0-7 0,-4-3-2 0,4 0 0 16,-3 3-1-16,-5-1-2 0,0 1-1 0,-5-1-4 15,-5-2-1-15,-4 2-1 0,0 1 2 0,-5 0-1 0,-4 0-5 0,2 0-5 16,-7 0-6-16,11 0 0 0,-11 0-7 0,9-1-6 16,-9 1-2-16,0-3-14 0,0 3-21 0,0 0-11 15,0 0-12-15,0 0-8 0,-23 0-10 0,23 0-35 16,-10 0-15-16,6-1-43 0,-5-2-134 0,4 0-350 15,5 3 155-15</inkml:trace>
  <inkml:trace contextRef="#ctx0" brushRef="#br0" timeOffset="81847.98">24733 5291 141 0,'0'-5'331'16,"0"0"-12"-16,4 3-11 0,-4 2-18 0,1-5-26 16,-1 5-31-16,0-5-25 0,0 5-22 0,0 0-22 0,3-3-23 15,-3 3-18-15,0 0-24 0,0 0-12 16,0 0-8-16,4 14-14 0,-3-3-6 0,0 2-5 16,-1 0-7-16,2 2-5 0,-2 2-2 0,1 0-4 15,0-1-6-15,4 4-2 0,-4-3-1 0,1 0-1 0,-1-3-3 0,-1 0-2 16,3 1-7-16,-2-2 3 0,-1-1 11 0,4 0-13 15,-7-4-4-15,3 1-25 0,0-1-18 0,0-2-18 16,0-1-20-16,3 0-8 0,-6-3-5 0,3 2-7 16,0-4-2-16,0 6-4 0,0-6 5 0,0 0-32 15,0 0-57-15,0 0-73 0,-11-10-131 0,6 5-416 16,1-4 184-16</inkml:trace>
  <inkml:trace contextRef="#ctx0" brushRef="#br0" timeOffset="82095.05">24925 5150 187 0,'0'0'230'0,"0"0"-23"0,0 0-26 0,0 0-7 16,10 5-11-16,-1-1-14 0,-4 5-9 0,8 4-8 15,-2 2-8-15,0 2-9 0,4 6-10 0,-4 3-5 16,2 3-4-16,-1 4-7 0,-7-3-7 15,0 4-7-15,-6-1-5 0,-3 3-6 0,-4-3-5 16,-3-2-2-16,-2 1-8 0,-2-2-17 0,-3-3-12 0,-4 2-12 0,0-5-8 16,-4-1-17-16,-3-2-25 0,0-4-45 0,-4-3-47 15,1-2-49-15,-1-2-192 0,-5-3-405 0,3-7 180 16</inkml:trace>
  <inkml:trace contextRef="#ctx0" brushRef="#br0" timeOffset="82464.33">24202 5111 131 0,'0'0'178'0,"0"0"-15"0,-13 7-16 0,4-4-12 16,-3 6-14-16,-3 3-14 16,-4 6-7-16,-5 6-3 0,-2 0-7 0,-6 13-6 15,2 4-4-15,-1 2-7 0,5-1-8 0,4-1-5 16,1 4-5-16,9-13-3 0,2-2 4 0,6 3 5 15,2-6 1-15,6 2 6 0,2-3 2 0,5-3 1 16,7-2-5-16,7-1 0 0,5-3-6 0,21-2-8 16,4-2-21-16,3-6-45 0,4 0-60 0,5-7-76 15,-5 1-211-15,2-6-391 0,-9-3 174 0</inkml:trace>
  <inkml:trace contextRef="#ctx0" brushRef="#br0" timeOffset="83049.23">25243 4991 45 0,'0'0'293'0,"1"-3"-8"0,-1 3-24 0,3-2-25 16,-3 2-22-16,0 0-23 0,2-2-21 0,-2 2-20 16,0 0-18-16,0 0-18 0,0 0-21 0,0 0-13 15,0 0-9-15,6 7-9 0,-8 0-7 0,2 0-5 16,-1 1-5-16,1 2 2 16,-3 1-14-16,2 5 0 0,-3 0 0 0,2 0-6 15,-2-1-1-15,3 2-2 0,-1-5-1 0,2 3-3 16,-1-6-1-16,0 0 1 0,0 2-6 0,1-5 1 15,0-1-1-15,-2-1 2 0,2 1 6 0,0-5 15 16,0 6 36-16,0-6 12 0,3 2-7 0,-3-2-10 16,14-7-10-16,-5 2 1 0,-1 0 1 0,5-2-3 15,-4 0-2-15,3-1-2 0,3-1-7 0,-2 1-6 0,-1 4-3 16,-3-3-7-16,-2 2-4 0,-2 3 2 0,3-1-8 16,-3 3 0-16,0-1-23 0,-5 1-5 0,9 1-2 15,0 3 0-15,1 5-9 16,-3-1 1-16,2 8-7 0,1-1-7 0,-4 4-25 0,5 7-34 15,-8-7-42-15,4 10-64 0,0-3-73 0,-3 2-229 16,-4-12-540-16,0 1 240 0</inkml:trace>
  <inkml:trace contextRef="#ctx0" brushRef="#br0" timeOffset="84051.05">22781 6062 59 0,'-12'0'124'15,"-1"0"-6"-15,7 0-10 0,-2 1-20 0,3 0 4 0,5-1-11 0,-9 0-7 16,5 1-2-16,4-1 4 0,-8 0-3 0,8 0-1 16,0 0 5-16,-7 2-7 0,7-2-2 0,0 0-3 15,0 0 3-15,0 0-4 0,-8 0-10 0,8 0 3 16,0 0-2-16,0 0-6 0,0 0-5 0,0 0-1 16,0 0-4-16,0 0-8 0,0 0-4 0,0 0-3 0,0 0-3 15,0 0 3-15,0 0-2 0,0 0-7 0,0 0-5 0,0 0 0 16,0 0-1-16,0 0-4 0,0 0 6 0,0 0-1 15,0 0-5-15,0 0-1 0,0 0 3 0,0 0-2 16,0 0 5-16,0 0-3 0,0 0 1 0,0 0 3 16,0 0 1-16,0 0 4 0,0 0 1 0,0 0 8 15,0 0 4-15,0 0-2 0,0 0 0 0,13 4 2 16,-8-3-10-16,4 2 1 16,-4-3 2-16,3 0 0 0,-3 1-5 0,5-1 4 15,-5 0-6-15,6 0-4 0,0 1 1 0,-2-2-3 16,-1 1-2-16,0-1 2 0,-1 3 3 0,-1-3-2 15,0 2-1-15,-6-1-2 0,7 0-4 0,-7 0 2 0,7 0-3 16,-7 0 1-16,0 0 3 0,7 0-3 0,-7 0 3 16,0 0-1-16,0 0-3 0,8-1 2 15,-8 1-1-15,0 0 2 0,0 0 3 0,0 0-3 0,0 0-4 0,0 0 4 16,0 0-1-16,0 0-2 0,0 0-2 0,0 0 4 16,0 0-3-16,5 1 2 0,-5-1-2 0,0 0 1 15,0 0-2-15,0 0-2 0,0 0 4 0,0 0-3 16,0 0-9-16,0 0-14 0,0 0-15 0,0 0-26 15,0 0-43-15,5-2-50 0,-2-3-200 0,2 2-389 16,-3-1 172-16</inkml:trace>
  <inkml:trace contextRef="#ctx0" brushRef="#br0" timeOffset="90596.93">23984 6046 95 0,'-7'0'165'0,"7"0"-3"0,0 0-13 0,-8-3-7 15,8 3-5-15,0 0-4 0,0 0 1 16,0 0 4-16,0 0-5 0,-8 3-7 0,8-3-5 15,0 0-11-15,0 0-7 0,0 0-11 0,0 0-6 16,0 0-12-16,0 0-6 0,0 0-6 0,0 0-6 0,0 0-5 16,0 0-6-16,-7 0-4 0,7 0-2 0,0 0-7 0,0 0 0 15,0 0-5-15,0 0-7 0,0 0 0 0,0 0-2 16,0 0-2-16,0 0 1 0,0 0-6 0,0 0-1 16,0 0-2-16,0 0 8 0,0 0-8 0,0 0-3 15,0 0 0-15,0 0 2 0,0 0 1 0,0 0-3 16,0 0-1-16,0 0 0 0,0 0-1 0,0 0 0 15,0 0 1-15,0 0 0 16,0 0-5-16,0 0 4 0,0 0-2 0,0 0 0 16,0 0 2-16,0 0 0 0,0 0-5 0,0 0 4 15,0 0-1-15,0 0 3 0,0 0-5 0,0 0 3 16,0 0-2-16,0 0 0 0,0 0 2 0,0 0-2 16,0 0 0-16,0 0 0 0,0 0 1 0,0 0 1 15,0 0 1-15,0 0 1 0,0 0-5 0,0 0 5 16,0 0 0-16,0 0-1 0,0 0 3 0,0 0-1 0,0 0 1 0,0 0-3 15,0 0 0-15,0 0 0 0,0 0-1 0,0 0 4 16,0 0-3-16,0 0 0 0,0 0 2 0,0 0-2 16,0 0 0-16,0 0 0 0,0 0 2 0,0 0-3 15,0 0-1-15,0 0 1 0,0 0-1 0,0 0 0 16,0 0 1-16,0 0-2 0,0 0 0 0,0 0 0 16,0 0 1-16,0 0-2 15,0 0 1-15,0 0 0 0,0 0 0 0,0 0 1 16,0 0-1-16,0 0 0 0,0 0 2 0,0 0 1 15,0 0-1-15,0 0 2 0,0 0 0 0,0 0 1 16,0 0 2-16,30-1 1 0,-7-2-2 0,9-1 2 0,7 2 1 16,19-2-5-16,5-2 0 0,32 0 2 0,-3 1 2 15,2-3-4-15,6-1 1 0,-4 4 6 0,6 3 0 16,3-1-5-16,0-3 2 0,-3 2 5 0,-8 1 2 0,-29 3 0 16,-1-6 2-16,0 1-1 0,-1 4 7 0,-4-1-7 15,-20 2-1-15,-1-1-1 0,-3-1-2 0,-6 2-1 16,-9-2 0-16,-3 2 0 0,-5-1-2 0,-1 1 1 0,-4-2-5 15,1 2-7-15,-3-2-3 0,-5 2-6 0,6 0-16 16,-6 0-20-16,0 0-20 0,0 0-28 0,-22 2-21 16,8-2-29-1,-4 0-26-15,1 2-32 0,-4 1-182 0,-1-2-415 16,2-1 184-16</inkml:trace>
  <inkml:trace contextRef="#ctx0" brushRef="#br0" timeOffset="91313.14">24513 6244 270 0,'0'0'302'15,"0"-2"-16"-15,0 2-24 0,0 0-27 0,0-5-23 16,0 5-25-16,0 0-21 0,0 0-19 0,0 0-17 0,0 0-25 0,0 0-23 16,0 0-8-16,0 0-10 0,4 9-10 0,0-2-6 15,-4 3 0-15,1 2-10 0,-1 0-6 0,0 4 2 16,0 2-3-16,-1-1-13 0,0 2 3 0,-2 0 2 15,2-1-6-15,-2-1 0 0,-2 0-3 0,4 0-3 16,1-5 1-16,-1 0 1 0,-2-3-2 0,2-1 0 16,-2-3-2-1,3 2 0-15,0-2 1 0,-1-1 4 0,1-4 26 0,0 6 22 16,-1-4 29-16,1-2 30 0,0 5 41 16,0-5 10-16,0 0-18 0,0 0-15 0,14-13-17 15,-5 5-9-15,4-5-17 0,1 1-10 0,4-5-6 16,3-4-8-16,-2 1-13 0,3 1-15 0,-1 1 8 15,-4 6-18-15,0 2-6 0,-2 1-11 0,2-1 5 16,-7 6-4-16,3-2-7 0,-3 2-6 0,0 1-27 0,-2 2-11 0,1 2-9 16,4 2-8-16,-3 2 0 0,4 7-1 0,0-3 4 15,-2 6 3-15,0-1 0 0,-1 4 6 0,0 5 0 16,-1-5 6-16,-1 1 5 0,-3-2-1 0,1-1 4 16,-1 1 2-16,0-3 4 0,-3-3 1 0,1-1 6 15,0-2-3-15,-3 1-26 0,2-4-21 0,-2 1-11 16,-1-2-3-16,4 0 7 0,-4-1 2 0,0-1 2 0,0-2-6 0,6 2-31 15,-6-2-39-15,0 0-34 0,12-7-31 0,-8 3-39 16,1-5-221-16,-1 3-502 0,1-4 222 0</inkml:trace>
  <inkml:trace contextRef="#ctx0" brushRef="#br0" timeOffset="92467.58">26642 5128 213 0,'0'0'231'15,"0"-4"-5"-15,0 4-6 0,4-3-17 0,-4 3-13 16,0 0-18-16,0 0-25 0,4-3-13 0,-4 3-18 0,0 0-14 15,0 0-21-15,0 0-13 0,0 0-7 16,0 0-7-16,0 0-7 0,-24 8-2 0,8 1-6 0,-3-2-5 0,-5 4-2 16,0 3-6-16,-1-4-1 0,0 3 0 0,-1 0-7 15,3 2-2-15,-5-1 1 0,8 0-2 0,-5 1 1 16,0-1-5-16,7-1-2 0,1-1 2 0,2 1-2 16,2 0-2-16,4-4 1 0,-2 5-4 0,4-2 1 15,2-2-3-15,1 1 1 0,3-1 2 0,2 0 0 16,2 0 3-16,3-1 3 15,6 6-3-15,2-4-1 0,1 0 0 0,10 5 2 16,0-5-6-16,2 2 3 0,0 0-3 0,3 1 5 16,-3-2-8-16,1 3 3 0,-3-1-3 0,-2 0 3 15,-6-3 0-15,-1 2-3 0,-1 0 1 0,-3-1 1 16,-5 0-11-16,2-2-2 0,-4 2-1 0,-5-2 0 16,0 0-1-16,-5 2 5 0,-6 0-1 0,-1 2 4 15,-5-3 4-15,-2-2-5 0,-7 3 1 0,7-6 1 0,-11 2 2 16,11-3 0-16,-3 0 5 0,-1-1-4 0,4-1 3 15,-1 1-1-15,1-4 0 0,4 3 1 0,4-2 0 16,1-2 2-16,2 1 2 0,0 0 8 0,8 0 2 0,-9 0-16 16,9 0-27-16,-2-5-28 0,2 5-14 0,14-7-16 15,-5 5-5-15,9-3-24 0,2-3-30 0,10 2-26 16,-2-2-153-16,2 1-347 0,2 0 153 0</inkml:trace>
  <inkml:trace contextRef="#ctx0" brushRef="#br0" timeOffset="92730.76">26886 5629 120 0,'12'-3'252'0,"-6"-1"8"0,2-1 6 16,-3 0 4-16,0 1-1 0,-1 1 2 0,-1 2-11 16,-1-3-3-1,3 2-19-15,-5 2-24 0,4-3-12 0,-4 3-26 16,5-3-19-16,-5 3-12 0,0 0-19 0,0 0-19 16,5-1-24-16,-5 1-24 0,0 0-6 0,0 0-22 15,0 0-11-15,0 0-2 0,4 6-4 0,-4-3 0 16,0 5-2-16,0-4-2 0,0 4 5 0,1-2-4 15,2 3-2-15,-3-1 0 0,0-2 4 0,1 2-2 16,-1 1-11-16,0-2-30 0,1 0-15 0,1-1-20 0,-4 0-20 0,2-1-22 16,2 0-15-16,-2-3-18 0,0 3-10 0,0-5-4 15,-2 5-1-15,2-5-42 0,0 0-257 0,0 0-491 16,-12-10 216-16</inkml:trace>
  <inkml:trace contextRef="#ctx0" brushRef="#br0" timeOffset="92869.06">26895 5383 24 0,'0'-5'227'15,"4"2"-25"-15,-4-1-17 0,4 2-22 0,-3-1-18 16,-1 3-16-16,0 0-12 0,8-2-19 0,-8 2-28 0,6 4-26 16,-6-4-34-16,11 5-27 0,-9 0-41 15,5 0-67-15,-5 2-78 0,3-2-219 0,0 0 97 0</inkml:trace>
  <inkml:trace contextRef="#ctx0" brushRef="#br0" timeOffset="93264.07">27143 5547 70 0,'-1'6'155'15,"1"-2"-3"-15,0 2-10 0,1 1-10 0,-1-1-10 16,-2 4-14-16,0 1-7 0,2 1-12 0,-1 3-6 16,-3-4-10-1,4 0-7-15,0 2-8 0,0-4-5 0,0 1-2 16,0-5-5-16,0 2-4 0,0-2-1 0,0 0 12 0,0-1 13 16,0-4 16-16,0 5 30 0,0-5 25 0,3 3-9 15,-3-3-13-15,0 0-11 0,10-9-7 16,-2 4-3-16,-1-2-6 0,0-1-7 0,2 0-8 15,1-1-10-15,-2-3-6 0,2 4-5 0,0-1-3 0,-2 1-7 16,2 3-7-16,-5-2-1 0,3 3-4 0,-5 0-3 0,3 2-7 16,-3-1-2-16,3-1-2 0,-1 4-3 0,-5 0-4 15,11 4-5-15,-4-1-12 0,0-1-14 0,-2 2-22 16,4 3-29-16,0-1-30 0,-4-1-39 0,6 3-42 16,-4-1-51-16,-2-1-177 0,-1-1-447 0,3-1 198 15</inkml:trace>
  <inkml:trace contextRef="#ctx0" brushRef="#br0" timeOffset="93771.34">27607 5459 171 0,'1'-2'299'16,"-1"2"-12"-16,3-4-19 0,-3 4-19 0,0-5-24 15,0 5-21-15,0 0-24 0,2-3-18 16,-2 3-19-16,0 0-16 16,0 0-13-16,3-3-15 0,-3 3-12 0,0 0-10 15,0 0-9-15,0 0-10 0,1 13-3 0,-2-8-9 16,1 3-3-16,0 0-10 0,0 0 0 0,0 4-1 15,-3-1-5-15,2 1-2 0,0 1-3 0,-3 4 0 16,3-3-2-16,0 3-3 0,-2 0-1 0,2-1-5 16,-2-3 3-16,3-3 0 0,-1 0-4 0,0-3 1 0,1 1 0 15,0-3-2-15,0-1-2 0,0 1 3 0,-2-2 2 0,1 1 7 16,1-4 31-16,0 4 31 0,0-4 27 0,0 0 21 16,0 0 9-16,0 0-22 0,0 0-12 0,9-8-24 15,-5 1 6-15,3 0-9 0,-2-1-5 0,3-2-9 16,-1-1-3-16,1 2-10 0,-1-2-6 0,1 3-5 15,-1-1-16-15,-4 3-4 0,2 2 10 0,-3-1-4 16,2 2-2-16,0-1-11 0,-3 2-2 0,3-1-30 0,-4 3-16 0,0 0-4 16,0 0 1-16,9 7 5 0,-7-2-16 15,4 0 1-15,-4 2 5 0,3 2 4 0,-1 0-2 0,0 2-3 16,0-1-15-16,1-1-18 0,0 1-15 0,-4 0-23 16,3-3-23-16,0 3-26 0,-3-4-30 0,3 0-24 15,-4-1-17-15,3-2-39 0,-2 1-185 0,-1-4-499 16,0 0 221-1</inkml:trace>
  <inkml:trace contextRef="#ctx0" brushRef="#br0" timeOffset="94404.63">27905 5409 235 0,'6'-5'228'0,"4"3"-17"16,-1-2-15-16,-1 2-22 0,2 1-11 0,-3 1-13 15,4 0-10-15,-1 1-7 0,3 3-14 0,-1 0-6 16,0 4-14-16,0 0-8 16,2 0-9-16,-3 5-10 0,-3-4-8 0,1 3-4 15,-4 3-8-15,-1-3-7 0,-1 3-3 16,-5 2-5-16,1 0-4 0,-2-1-2 0,-4 1-2 15,-2-2-4-15,-1 4-4 0,-1-3 0 0,1-2-2 0,-1 0-3 0,-3 0 0 16,2-4 1-16,3-3-2 0,0-1 3 0,0 0 0 16,4-1 5-16,1-2 4 0,0 1 14 15,3-1 26-15,-3-1 33 0,-1 0 45 0,5-2 40 0,0 0 4 16,0 0-26-16,-3-7-22 0,3 7-17 0,8-13-8 0,1 2-21 16,0-1-5-16,0-4-20 0,12-4-6 0,-7 5-10 15,4-5-5-15,2-2-10 0,-2 4-5 0,0-2-11 16,2 2 10-16,-6 5-8 0,2-1-16 15,-5 1 9-15,-1 6 1 0,3-2-2 0,-8 1-2 0,-1 3 0 16,1 0 2-16,-1 1 1 0,2 1-8 0,-3-1-5 0,-3 4-7 16,6-4-19-16,-6 4-31 0,0 0-15 0,0 0 4 15,0 0 2-15,-2 12 7 0,-5-1-2 0,-3 3 16 16,1 3-1-16,-10 2 5 0,11-1 3 0,-2 6 2 16,-4-3 3-16,10-1 6 0,-2-3 0 0,3 0 4 15,3-2 0-15,0 1 9 0,0-3 0 0,5 0 12 16,1-3-1-16,6 1 34 15,2 0-14-15,12 1-18 0,1-3 12 0,1-3-6 16,4 0 6-16,1-3 15 0,4-1 13 0,0-2 9 16,1 1 4-16,14-1-2 0,-19-1-2 0,-4 0-4 15,-6 0 0-15,-4-1-3 0,-2 4 7 0,-6-4 0 16,1 2 3-16,-7-1-18 0,0 0 8 0,3 1-2 16,-8 0-4-16,9 0-4 0,-9 0-7 0,6-3-13 15,-6 3-30-15,0 0-47 0,7 3-59 0,-7-3-56 0,0 0-72 0,0 0-114 16,0 0-325-16,0 0-744 0,-17-8 331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5:45:04.45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3253 1668 55 0,'0'-6'251'0,"0"3"-1"0,0-4-2 16,1 2 2-16,-1 2 5 0,0-2-15 0,3 0-16 31,-3 5-10-31,0-7-11 0,1 2-19 0,-1 5-13 0,0 0-16 0,-1-8-21 0,1 8-18 0,1-1-9 16,-1 1-28-16,0 0-32 0,0 0-37 0,0 0-36 15,0 0-6 1,0 0-1-16,-5 17-9 0,4 2 8 0,-2 0 0 16,2 9 3-16,-3 3 3 0,0 0 2 0,0 5 2 15,-3-1 9-15,-1-1-1 0,4-1 7 0,-1-2-1 16,1 1 3-16,1-1 3 0,2-2-3 0,-1 0 0 16,2-4-3-16,0-6 3 0,0-2 2 0,0 3-5 15,0-9 4-15,0 4 3 0,0-6-2 0,-3 1 3 16,6-5-1-16,-3-5 5 0,0 5 3 0,0-5 3 0,-3 9-1 0,3-9-2 15,0 0-1-15,-1 5 8 0,1-5-8 16,0 0-4-16,0 0-6 0,0 0-92 0,0 0-128 16,0 0-187-16,-9-26-446 0,6 11 197 0</inkml:trace>
  <inkml:trace contextRef="#ctx0" brushRef="#br0" timeOffset="298.27">3174 1535 173 0,'-7'-6'263'0,"7"6"-12"16,-4-3-9-16,4 3-14 0,0 0-17 0,0 0-15 0,0 0-20 16,0 0-16-16,-1-3-18 0,1 3-15 0,0 0-13 15,0 0-13-15,8-6-10 0,-8 6-6 0,19-3-10 16,0 1-10-16,2 1-7 0,7-2-9 0,0-1-4 15,3 4-3-15,-3-4-7 0,0 4-1 0,-5 0-4 16,-4 0-4-16,4 1 1 0,0-1-4 0,-5 0-4 16,-2 3-10-1,-2-3-20-15,-2 2-20 0,-2 0-29 0,-1-1-24 16,-9-1-38-16,12 2-14 0,-12-2-4 0,9 6-6 16,-8-2-13-16,-2 1-22 0,-5 3-158 0,1-4-365 15,-1 0 162-15</inkml:trace>
  <inkml:trace contextRef="#ctx0" brushRef="#br0" timeOffset="868.29">3174 1985 202 0,'0'0'215'0,"0"0"-17"15,0 0-17-15,0 0-12 0,0 0 0 0,0 0-17 16,16-1-6-16,3-2-16 0,11 1-10 0,2-4-15 16,2 3-9-16,6-4-11 15,11-3-9-15,-14 6-6 0,0-3-11 0,-2 2-1 16,-5-1-8-16,-2 2-3 0,-8 2 3 0,-8 0 0 16,1 1-1-16,-3-2-6 0,-2 2 9 0,-8 1 12 15,10-3 1-15,-10 3 5 0,8-1-1 0,-8 1-15 16,9-1 11-16,-9 1-26 0,0 0 9 0,0 0-8 15,0 0-24-15,0 0-29 0,0 0-23 0,0 0-30 16,0 0-31-16,0 0-24 0,-18 12-43 0,10-7-46 0,2-3-190 16,6-2-432-16,-6 4 191 0</inkml:trace>
  <inkml:trace contextRef="#ctx0" brushRef="#br0" timeOffset="1654.97">3903 1881 372 0,'0'0'426'0,"0"0"-32"0,0 0-25 0,0 0-33 16,0 0-39-16,4-5-37 0,-4 5-15 15,0 0-26-15,0 0-29 0,0 0-25 0,0 0-32 0,0 0-28 0,0 0-45 16,0 0-26-16,0 0-15 0,0 15-2 0,3-5-3 15,-6-1-7-15,6 4-1 0,-3 3 0 0,-3-1-4 16,3 2 5-16,0 0 1 0,4 0-14 0,-4-1-9 16,5-1 0-16,-5 1 0 0,4-5-4 0,1 0 4 15,-1-1 0-15,0-5 4 0,-2 3 1 0,1-4 19 16,-3-4 18-16,4 5 32 0,-4-5 35 0,0 0 11 0,7 1 13 16,-7-1-4-16,0 0 4 0,15-10-6 0,-7 2-6 15,-1-1 1-15,2-7-9 0,2 3-2 0,-2-3-12 16,1 2-11-16,0 0 1 0,-2 3 4 0,-4 2-5 15,0 0 6-15,1 2-2 0,-2 4-9 0,-3 3-4 16,3-11-10-16,1 7-10 0,-4 4-15 0,0-5-23 16,0 5-16-16,0 0-28 15,0 0-24-15,0 0-38 0,4-6-41 0,-4 6-4 16,0 0 12-16,0 0 15 0,9 14 12 0,-4-6 15 16,0 1 5-16,5-1-1 0,2 3 1 0,3 2-5 15,2-4-15-15,2 1 4 0,1-3-5 0,6 3-7 16,2-5-19-16,2 0-5 0,0-4-21 15,5-1-2-15,-5 0-1 0,0-4 5 0,-1-1 22 16,1-3 5-16,-5-1 14 0,-5 0 27 0,6-5 37 0,-9 4 32 0,-3-2 38 16,-1 2 41-16,-4 2 44 0,-2-2 35 0,1 1 29 15,-3-1 19-15,0 1 8 0,-1 2 13 0,1 2 3 16,-3-1 2-16,1 0-9 0,-2 3-10 0,-1 3-15 16,4-7-19-16,-4 7-20 0,3-3-32 0,-3 3 0 15,0 0-29-15,2-4-24 0,-2 4-28 0,0 0-37 16,0 0-29-1,0 0-30-15,0 0-26 0,0 0 21 0,0 0 4 16,2 19 9-16,-4-9 2 0,1 2 16 0,0 4-4 16,-2 2 10-16,1-1 3 0,0 2-4 0,1-2-16 15,-3 0-3-15,4-5-5 0,-1-2 7 0,0 2 3 16,1-7-15-16,0 4 21 0,0-4-9 0,0-5 32 16,0 9 21-16,0-9 29 0,0 0 38 0,0 7 32 15,0-7 28-15,0 0 25 0,0 0-13 0,0 0-13 0,0 0-17 0,15-21-9 16,-9 13-11-16,3-1-6 0,0 0-12 0,-1-1-8 15,0 0-7-15,0 3-6 0,-4 2-4 0,2 0-6 16,-1-1-1-16,-1 3-12 0,-4 3-2 16,6-8-23-16,-6 8-28 0,6-5-21 0,-6 5-44 0,0 0-37 15,0 0-5-15,0 0-21 0,0 0-21 16,22 9-48-16,-12-3-43 0,0 1-72 0,-2 0-291 0,1-1-685 0,1-2 302 16</inkml:trace>
  <inkml:trace contextRef="#ctx0" brushRef="#br0" timeOffset="2541.44">5000 1946 112 0,'0'0'152'0,"0"0"-13"16,0 0-7-16,0 0-10 0,0 0-9 0,0 0-9 15,0 0-12-15,35 3-8 0,-22-4-5 0,0-1-11 16,4-3-2-16,0 3-12 0,-4-3 0 0,5-2-8 0,-2 2 0 0,0-2 7 16,-3 2 8-16,1-2 13 0,-5 0 16 0,0 2 23 15,-3 2 20-15,1-1 8 0,-1 1 13 16,-2-1-1-16,1 1-6 0,-5 3-13 0,4-5-18 0,-4 5-14 16,3-2-18-16,-3 2-11 0,0 0-20 0,0 0 4 15,-16-3-12-15,16 3-6 0,-28 10-8 0,11-3-6 16,-4 3-10-1,4 1-1-15,-2 0-16 0,-4 3-7 0,1 3-11 16,8-5-2-16,-1 2-4 0,2 0 1 0,1 0-3 16,5 1-13-16,2-3 4 0,2-1-1 0,3 1-1 15,6 3 5-15,0-5 2 0,5 2 10 0,6-5 1 16,10 2 0-16,1-4 7 0,4-5 1 0,2 0-2 16,2-4 2-16,-1 0 0 0,1-5 1 0,0 0 1 15,-4-3-1-15,1-1 15 0,-2-3 13 0,-3 1 25 0,-1-4 7 0,-4-3 11 16,-3-4 9-16,0 0-1 0,-5-2 7 0,-1 0 16 15,0-2 6-15,-4-1 31 0,-1 3 11 0,-4 5 25 16,2 4 20-16,-1 2 15 0,-6 4 6 0,4 4-4 16,-3 1-6-16,-1 1-20 0,0 1-18 15,1 1-20-15,2-1-24 0,-3 6-36 0,0 0-45 16,0-9-48-16,0 9-53 0,0 0-44 0,0 0-9 0,0 0 11 0,0 0 8 16,0 33 16-16,-3-13 4 0,2 4 9 0,-3 7 15 15,3-2 3-15,1 0-5 0,1 1 2 0,2-4-1 16,-2 3 3-16,0-3 2 0,2-6 2 0,1-2 3 15,0-4 0-15,-3-2 5 0,0 0-1 0,2-3 3 16,-3-1 9-16,1-3 3 0,-1-5 8 0,0 9 19 16,0-9 29-1,0 5 18-15,0-5 25 0,0 0 3 0,0 0-4 16,0 0-9-16,0 0-7 0,0 0-1 0,-32-14-7 16,23 9-17-16,-5-5 7 0,4 3-1 0,0-1-4 15,-1 2 7-15,1 0-12 0,3-1 0 0,-1 2-7 16,0 1 0-16,4 1-3 0,1-2-5 0,3 5-15 15,-6-4-12-15,6 4-7 0,0 0-28 0,0-8-7 16,4 3-4-16,-4 5 5 0,18-5 5 0,1 0-15 0,3 1 15 0,7 1 0 16,2-1 3-16,5 0 2 0,-4 0 9 0,1 0 2 15,3 0 6-15,-3 0 0 0,0-1 9 0,-2 2-5 16,0-3 3-16,-2 3 11 0,-11-2 17 16,0 1 23-16,-5 1 13 0,-2 1 42 0,-2 2 15 0,0-3 12 15,-3 2 1-15,-6 1-3 0,11-1-7 16,-11 1-14-16,0 0-13 15,9-2 1-15,-9 2-20 0,0 0-17 0,0 0-14 16,0 0-36-16,12 2-8 0,-12-2 4 0,4 5-8 16,-4-5-3-16,0 12 14 0,0-5 4 0,1 3-2 15,-1 0 1-15,3 2 0 0,-3-1-32 0,0 0-12 16,1 2-25-16,-1-2-20 0,-1 0-26 0,1-1-25 16,0-2-28-16,-3-1-23 0,2 0-40 0,1-7-51 15,-4 7-207-15,4-7-546 0,0 0 242 0</inkml:trace>
  <inkml:trace contextRef="#ctx0" brushRef="#br0" timeOffset="2707.53">6016 1712 2908 0,'-2'-5'361'0,"2"0"-171"16,0 5-86-16,-1-7-38 16,1 7-20-16,0-7-26 0,0 7-2 0,0 0-23 15,0 0-15-15,0 0-33 0,-3-4-27 0,3 4-4 16,0 0-26-16,0 0-30 0,12 14-41 0,-2-7-54 15,-2 2-233-15,2 0-506 0,0-1 223 0</inkml:trace>
  <inkml:trace contextRef="#ctx0" brushRef="#br0" timeOffset="3058.17">6448 1830 122 0,'-9'4'164'0,"-2"0"-14"16,-3 0-20-16,4 2-7 0,-2 1-15 0,0 1-13 0,-1 4-8 16,-1-2-8-16,1 3 9 0,5-5-3 0,-3 5 0 15,5-1-4-15,-1-2-4 0,5 2 6 0,-1-1-8 16,3 1-1-16,0-1-3 0,3-3 8 0,2 2 2 16,2-5 1-16,5 2 7 0,-3-2-4 0,4-1 3 15,2-1-4-15,2-5 6 0,-3 2 11 0,2-3 11 16,-2 0 15-16,-1-1-1 15,-2-1-1-15,-2 0 14 0,2-2 4 0,-5-2-1 16,3 1-19-16,-4-2-11 0,-1 0 3 0,1 0-5 16,-5 1-23-16,4-3 1 0,-4 4-5 0,-1-2-8 15,-2 4-8-15,-1-1-20 0,-1-3-1 0,-3 3-19 16,1 2-15-16,-5-2-25 0,2 2-29 0,0 2-35 16,-3 3-40-16,-1 0-36 0,0 0-42 0,1 5-30 15,-1-3-48-15,3 3-289 0,-1-1-607 0,7-3 269 0</inkml:trace>
  <inkml:trace contextRef="#ctx0" brushRef="#br0" timeOffset="3405.56">6712 1833 337 0,'0'0'330'0,"0"0"-41"0,9 0-30 0,-9 0-28 0,0 0-30 15,0 0-24-15,0 0-21 0,0 0-19 16,5 8-16-16,-5-3-14 0,0-5-8 0,-6 16-11 16,3-4-6-16,-2 3-10 0,4 1-4 0,-6 1-4 15,2-3-6-15,1-1-2 0,-2-5-8 0,6 1-3 16,-4-2-1-16,4-2-2 0,0-5 3 0,-1 9 21 16,1-9 30-16,-4 5 32 0,4-5 37 0,0 0 27 0,0 0 35 15,0 0-3-15,0 0-13 0,0 0-3 0,0 0-9 16,0 0-7-16,19-16-10 0,-14 13-11 0,-5 3-5 15,8-7-9-15,-8 7-18 0,5-7-13 16,-5 7-16-16,4-3-12 0,-4 3-32 0,0 0-55 0,0 0-42 0,0 0-25 16,0 0-26-16,0 0-19 0,27 12-27 0,-16-7-57 15,-2 5-75-15,4 0-66 0,1 2-114 0,0-3-341 16,-4-4-844-16,1 0 373 0</inkml:trace>
  <inkml:trace contextRef="#ctx0" brushRef="#br0" timeOffset="4692.79">7191 2084 127 0,'0'0'154'16,"0"0"-5"-16,0 0 2 0,0 0-3 0,0 0-3 0,26-3-14 16,-7-4-12-16,10 0-16 0,3-3-6 0,5-3-11 15,-1 0-5-15,1-1-3 0,9-7 4 0,-12 4-2 16,1-1 4-16,7-12 4 0,-11 9-2 16,11-13-1-16,-6-2 0 0,-3-2 1 0,-1 1-3 15,-3-1 2-15,-2-4 0 0,-10 11 14 0,-2 1 12 0,-2 0 10 16,0-1 15-16,-4 6 12 0,-3-1 15 0,-1 8 0 0,-2 1 7 15,0 5-11-15,-1 3 2 0,-1 1 2 0,0 1-15 16,1 2-18-16,-2 0-17 0,0 5-16 0,1-9-40 16,-1 9-40-16,0-5-48 0,0 5-52 0,0 0-41 15,0 0 10-15,0 0 15 0,-4 31 4 0,-1-4 10 16,0 4 9 0,-5 15 11-16,-2 7 7 0,-3 1 7 0,5 1 17 15,-4 1 0-15,2 0 0 0,3-11-4 16,-4-10 8-16,8-4 0 0,1 0 4 0,3-11 1 0,1-1 6 0,-2-2-1 15,0-7 3-15,2 0 6 0,2-3 13 0,-2 0 25 16,0-7 40-16,0 7 44 0,0-7 31 0,0 7 35 16,0-7 40-16,0 0 5 0,0 0-24 0,0 0-20 15,11-15-18-15,-6 6-17 0,4-1-17 0,0-6-20 0,4 2-19 16,-3-3-24-16,4-1-10 0,-6 2-13 0,5 3-3 16,-6 3-6-16,0 0-4 0,-3 4-7 0,0 1-14 15,0 0-16-15,-1 0-23 0,1 3-28 16,-3-3-37-16,-1 5-43 15,0 0-33-15,0 0 11 0,0 0 11 0,14 6 20 16,-9-1 15-16,2 3 6 0,0 2 11 0,4 2-4 16,5 2 1-16,0-2-11 0,10 3-4 0,0-1-8 15,7-1-7-15,-1-4-9 0,3-2-3 0,2-1-2 16,-3-2 4-16,2-1-3 0,-3-6 7 0,3 3 7 16,1-5 13-16,-6 0 22 0,-2-3 17 0,-2 0 28 15,-8 0 11-15,0-1 39 0,-2-1 32 0,-3-2 28 16,-5 3 27-16,-1 1 26 0,-2-2 5 0,0 2 13 15,-3 0 2-15,-2-2-5 0,2 4-11 0,-3 0-15 0,0 1-8 0,0-1-10 16,-3 0-10-16,3 6-17 0,-7-5-6 0,1 3-4 16,6 2-14-16,-22 2 0 0,9 0 0 0,-8 6-11 15,2 1-5-15,-7 3 1 0,0 2 4 0,8-3-20 16,-5 5-6-16,6-3-12 0,3 1-12 0,0 0-14 16,2 1-2-16,1-3-12 0,5-2 1 15,-1-1 9-15,5-1-6 0,-2-2 3 0,1 0 15 0,-1 0 3 0,4-6 13 16,-1 6 20-16,1-6 20 0,0 0 21 0,0 0 7 15,18-1 2-15,-18 1 9 0,22-6-7 0,-11 0 10 16,6-3-9-16,-2 3-2 0,-2-1-6 0,1 1 0 16,1-1-5-16,-6 2-5 0,4 1-1 0,-3-1-6 15,-1 0 2-15,0 0-8 0,0 3 3 0,-1-2-6 16,-8 4-9-16,10-4-21 16,-5 4-12-16,-5 0-31 0,9-1-22 0,-9 1-26 15,14 1-43-15,-10 2-53 0,9-2-58 0,-6 2-292 16,-7-3-593-16,12 3 263 0</inkml:trace>
  <inkml:trace contextRef="#ctx0" brushRef="#br0" timeOffset="5025.26">8731 1875 134 0,'2'-8'378'15,"-2"8"-26"-15,4-3-31 0,-4 3-38 0,0 0-31 16,3-4-35-16,-3 4-16 0,0 0-32 0,0 0-19 15,0 0-20-15,0 0-14 0,0 0-11 0,9 11-13 16,-5-6-10 0,0 3-5-16,3 1-14 0,-3 0-9 15,0 2-1-15,1-1-1 0,-1 2-10 0,0-1 4 16,2 0-9-16,-2 1-1 0,2-2-3 0,-3-1-2 0,-1-1-1 16,0-3-4-16,0-1 1 0,2 0 2 0,-4-4 2 15,1 8 4-15,-1-8 27 0,0 0 43 16,5 4 27-16,-5-4 35 0,0 0 30 0,0 0 30 15,0 0 5-15,0 0-39 0,13-13-27 0,-9 3-15 0,2 0-29 0,4-5-37 16,2-1-44-16,3-4-36 0,1-2-26 0,-1 0-23 16,-1 8-19-16,3-10-29 0,-6 10-36 0,1-1-42 15,2 2-38-15,-1 2-37 0,-2 4-43 0,1 1-50 16,-1-1-39-16,-2 2-223 0,1 1-649 0,-2 1 288 16</inkml:trace>
  <inkml:trace contextRef="#ctx0" brushRef="#br0" timeOffset="5279.54">9176 1837 199 0,'0'0'431'16,"0"0"-22"-16,0 0-13 0,0 0-21 0,0 0-27 16,0 0-28-16,0 0-36 0,0 0-31 0,0 0-25 0,0 0-35 15,0 0-22-15,0 0-22 0,0 0-32 0,0 0-37 16,0 0-33-16,10 4-11 0,-10-4-5 0,-2 7 1 15,4 0-6-15,-2-7-10 0,-4 14-7 0,3-2-11 16,1-3-14-16,-1 2-13 0,2-2-18 0,-2 1-13 16,1 1-12-16,-2-5-26 0,1 2-10 0,2-2-24 15,-1-6-26-15,-2 10-21 0,2-10-3 0,-4 7-15 0,4-7-83 16,-14-2-152-16,14 2-468 0,-16-12 207 0</inkml:trace>
  <inkml:trace contextRef="#ctx0" brushRef="#br0" timeOffset="5426.8">9136 1589 2 0,'-1'-10'386'0,"1"0"-17"0,0 3-11 0,-3 0-26 15,3 7-27-15,0-10-28 0,0 10-28 0,3-10-33 16,-3 10-34-16,0-7-54 0,0 7-66 0,4-2-37 16,-4 2-49-16,0 0-47 0,17 9-59 0,-6-2-72 15,-4 1-209-15,1-1-445 0,1 3 197 0</inkml:trace>
  <inkml:trace contextRef="#ctx0" brushRef="#br0" timeOffset="6065.18">9376 1811 210 0,'0'0'261'0,"0"0"-33"15,0 0-21-15,1 5-20 16,-1-5-23-16,0 0-17 0,0 0-21 0,0 0-6 15,-1 5-13-15,1-5-13 0,3 7-10 16,-1-2-9-16,-2-5-13 0,6 5-9 0,-4-1-6 16,2 0-8-16,-4-4-5 0,9 5-9 0,-5-4 4 15,-4-1-8-15,11 3-1 0,-4-3-4 0,-7 0 1 0,20-3-3 16,-10 1 1-16,0-2-5 0,1-2-1 0,1 1 1 16,-3 0-2-16,3-1-1 0,-1 1 0 0,-3-1-2 0,1 1 2 15,-4 0 5-15,3 3 3 0,-3-2 1 0,-5 4-3 16,8-5-9-16,-3 4 3 0,-5 1-3 0,0 0-2 15,7-4-2-15,-7 4-13 0,0 0-1 0,0 0 4 16,0 0-2-16,13 4 0 0,-8 0-5 0,-5-4 0 16,8 8 2-16,-3-5-5 0,1 2 7 0,1-2-3 15,0 3 5-15,1 0 2 0,2-3-4 0,1 1 4 0,-5-3 3 0,5 3 2 16,-2-2 2-16,2-1 12 0,0-1 15 16,-11 0 16-16,14-3 13 0,-6 3 16 0,-2-1 6 15,3-2 2-15,-9 3 1 0,9-3-10 0,-9 3-8 16,9-1-6-16,-9 1-12 0,0 0-5 0,14 0 0 15,-10 4-13-15,1 0-4 0,3 4-4 0,-2 1-8 16,3 5-1-16,-1 1-1 16,-2 3-3-16,3 7-4 0,-4 0 5 0,-6 2-1 15,1 1-4-15,-3 3 4 0,-2-2-3 0,-4 3 6 16,-1-1-5-16,0-1 3 0,-6-1-6 0,1-5-3 16,0-1 7-16,-2-3-7 0,4-6 0 0,3-1 3 15,0-8 4-15,6 2 30 0,-1-4 33 0,1 1 61 16,4-4 40-16,0 0-17 0,0 0-12 0,-6-17-14 15,12 2-13-15,1-3-5 0,9-9-10 0,2 0-12 0,4-1 5 16,11-7-9-16,-4-6-5 0,6 7 3 0,-2-1-3 16,-6 11 15-16,-3-1 5 0,2 2 2 0,-6 5-3 15,-3 5-3-15,-3 1-6 0,-5 4-6 0,-4 2-6 16,4-1-10-16,-5 2-11 0,1 2-20 0,-5 3-52 16,7-4-56-16,-7 4-68 0,6-3-88 0,-6 3-75 15,0 0-33-15,0 0-82 16,0 0-259-16,-22 10-737 0,22-10 326 0</inkml:trace>
  <inkml:trace contextRef="#ctx0" brushRef="#br0" timeOffset="8984.57">11557 1530 155 0,'2'-4'207'0,"-1"-3"-16"15,2 1-1-15,-3-1-12 0,1 0-4 0,-1 2-10 16,1-3-7-16,0 2-8 0,2 3-9 0,-3-2-14 15,0 1-12-15,0 4-14 0,1-6-13 0,-1 6-33 16,0 0-37-16,0 0-6 0,0 0-6 0,0 0 0 16,-1 27-1-16,-2-3 1 0,0 6-5 0,-3 16 4 0,3 2-2 15,-5 5 4-15,0-2-2 0,-2 2 2 0,0-2 0 16,6-2 3-16,-1-2-2 0,4-15-3 0,-2 2 1 16,-1-2 3-16,2 1 2 0,-1-4-6 0,3-10 6 15,-1-1 0-15,1 1-7 0,0-7 0 0,0-1-11 16,-3-5-4-16,6 1 7 0,-6-2-1 0,3-5 3 15,3 11 2-15,-3-11-2 0,0 0-58 0,0 0-59 0,0 0-76 16,0 0-125-16,-3-24-346 0,3 13 154 0</inkml:trace>
  <inkml:trace contextRef="#ctx0" brushRef="#br0" timeOffset="9616.65">11648 1688 59 0,'0'0'180'0,"5"-3"-14"0,-5 3-13 15,0 0-20-15,25 7-4 0,-13-3-20 0,6 5-8 0,-1-1-5 16,-2 1-12-16,1 3-5 0,1 0-6 0,5 5-6 16,-9-5-13-16,-1 2-5 0,0 1-7 0,-3 1-8 0,0-3-4 15,-4-4-9-15,-5 4-11 0,0-4-1 0,-7 3 2 16,1-2 0-16,-8 2 1 0,-3 0-7 0,0-3 7 15,-4 2 1-15,1-5-5 0,-5 4 1 0,4-5-6 16,-6 1 8-16,5-2-5 0,2-1 3 0,1 1-4 16,5-2 4-16,0-2-5 0,2 0 7 0,3 0 1 15,9 0 10-15,-10 0-6 16,10 0-12-16,0 0-11 0,0 0 2 0,0 0-2 16,29-16 4-16,-8 11-12 0,11-3-9 0,-3 1-2 15,11-4 1-15,8 2-7 0,4-4 2 16,1 5 3-16,-3-4-2 0,1 2 0 0,-11 3-1 0,12-2 5 15,-16 2 2-15,1-1 7 0,-8 2-2 0,-3-2-4 16,-7 8 6-16,-6-3 9 0,0 0 21 0,-3 0 24 16,-2 2 29-16,-1 1 17 0,-7 0 3 0,7-5-10 0,-6 3-7 15,-1 2-10-15,0 0-9 0,0 0-4 0,-18-7-5 16,8 7-5-16,-2 0-4 0,-3 2 1 0,-2 2-6 16,-3-3-3-16,1 3-5 0,-2 3 0 0,2-1-3 15,1-1-6-15,4 4-1 0,-4-2-4 0,8 3 3 16,-2-4-3-16,2 3-1 0,3 0 3 0,1 1-4 15,3 1-4 1,1-3 2-16,4 2 0 0,1 1 2 0,4-3 6 16,2 1 0-16,6-1-1 0,5-2 1 0,1 0-2 15,7-4 4-15,3-1-4 0,2-3-2 0,-2-1 1 16,-1-4-4-16,1 1 5 0,-3-2-2 0,-10-1 0 0,1 0 1 16,-1 1-4-16,1-1 0 0,-7-3 2 15,2 0 2-15,-7-2-2 0,-1 5-2 0,-3-4-13 16,-1 1-4-16,-2 0-9 0,-3 2 1 0,-2-3-3 0,-1 4 2 0,-4 1 4 15,-1 0-12-15,1 4-2 0,-8-1-12 0,5 3-17 16,-6-1-23-16,1 2-31 0,6 2-38 0,-1 0-155 16,-1-1-333-16,1 2 149 0</inkml:trace>
  <inkml:trace contextRef="#ctx0" brushRef="#br0" timeOffset="9870.32">12621 1763 2200 0,'3'-6'119'0,"0"2"3"0,-3 4-4 0,3-7 11 16,-2 2 7-16,-1 5-16 0,0 0-5 0,2-10-18 15,-2 10-24 1,0 0-8-16,2-5-9 0,-2 5-13 0,0 0-3 16,0 0-10-16,0 0-13 0,0 0 2 0,0 0-4 15,0 0-1-15,0 0 3 0,0 0-6 0,0 25 6 16,-3-18-9-16,3 5 2 0,-2-1-4 0,2 5-2 0,0-4-18 15,-3 5-8-15,2-5-13 0,-1 5-8 16,1-5-15-16,0 0-13 0,-3-5-24 0,4 3-12 16,0-4-20-16,0 2-14 0,0-8-15 0,-1 8-7 0,-2-7-53 0,3-1-177 15,0 0-424-15,0 0 187 0</inkml:trace>
  <inkml:trace contextRef="#ctx0" brushRef="#br0" timeOffset="10017.79">12568 1513 247 0,'3'-9'295'0,"-6"1"-23"16,3 1-25-16,0 7-22 0,-1-9-30 0,1 9-25 15,1-5-37-15,-1 5-61 0,0 0-26 0,0 0-32 16,0 0-37-16,0 0-46 0,0 0-56 0,26 11-159 16,-21-5-307-16,3-2 137 0</inkml:trace>
  <inkml:trace contextRef="#ctx0" brushRef="#br0" timeOffset="10556.73">12849 1713 173 0,'-2'8'172'16,"-2"2"-16"-16,0 5-16 0,-1-1-12 0,-1 4-11 0,-2 0-10 15,3-1-8-15,0-2-14 0,0 0-5 0,2-6-15 16,-1 2 1-16,3-2-13 0,1-2 1 0,-4-2 3 15,4 0 4-15,0-5 28 0,-1 7 30 0,1-7 14 16,0 0-9-16,0 0-5 0,0 0-5 0,22-12-5 16,-16 4-4-16,4-1-12 0,3-3-7 0,-1-2-8 15,2-1-5 1,0 2-5-16,0-3-7 0,-1 3-5 0,2-1-3 16,0 4-6-16,-5 2-9 0,-1 2-1 0,-1 0-12 0,-2 1 1 15,3 4-5-15,0-2-10 0,3 3-3 0,-1 0-7 0,-2 3-1 16,4 1-3-16,4 6 1 0,-5-1-5 15,6 1-4-15,-1 4-7 0,-1-4-11 0,2 1-8 16,-1 1-15-16,7 2-5 0,-10-4 0 0,4-2-7 16,-1-2-1-16,-2 1 0 0,3-3 2 0,-5-3 6 0,-1-1 8 15,1-2-3-15,-1-3 7 0,1-1 10 0,-4-2 14 16,2-4 12-16,-1 1 25 0,1-3 11 0,-2-3 18 16,-2 0 13-16,-1-3 12 0,2 2 9 0,-3-7 12 15,4 6 11-15,-5-8-11 0,0 1 6 0,1 2 0 16,0 4 2-16,-2 3 16 0,-1 5-10 0,1 0 6 15,-1 6 7 1,-2-5-35-16,3 6-12 0,-3 5-20 0,1-7-40 16,-1 7-46-16,0 0-7 0,0 0 0 0,0 0 12 0,0 0-9 0,0 25 10 0,-1-6 1 15,-2 7 8-15,-2 1 3 0,3 3-22 0,-5 0-21 16,6-1-27-16,-3 0-25 0,4 0-18 16,0-5-13-16,-4-6-10 0,3-1-20 0,1-5-11 0,-3 0-42 15,3-3-184-15,-1-4-444 0,1-5 197 16</inkml:trace>
  <inkml:trace contextRef="#ctx0" brushRef="#br0" timeOffset="10821.57">13230 1676 171 0,'-6'-3'195'0,"-2"0"-19"0,3 1-17 0,5 2-21 0,0 0-2 0,-8-4-8 31,8 4-15-31,0 0-2 0,0 0-8 0,27-3-7 15,-4 3-11-15,6-2-10 0,5 1-7 0,3-3-12 16,19 0 1-16,-1-1-6 0,3-3 4 0,0 1-4 16,1 4 3-16,0-6-4 0,-4 5 0 0,-3-4-10 15,-20 5 2-15,0-2-8 0,-10 3-3 0,-4 2-2 0,-4-3-2 0,-3 1-7 16,0 2 1-16,-4 0-5 0,-7 0-9 0,10 0-13 16,-10 0 5-16,0 0-17 0,0 0-17 0,0 0-28 15,0 0-31-15,0 0-44 0,-24 10-60 0,16-10-118 16,8 0-341-16,-15 0 150 0</inkml:trace>
  <inkml:trace contextRef="#ctx0" brushRef="#br0" timeOffset="11467.1">14936 1714 32 0,'0'0'283'0,"0"0"-24"0,0 0-25 0,0 0-21 15,0 0-37-15,0 0-19 0,0 0-22 0,0 0-11 16,0 0-17-16,-19 17-8 0,11-8-10 0,-5 4-12 0,3 2-7 0,0-1-6 16,0 1-8-16,0 0-7 0,2-1-1 0,1-2-24 15,4 0-13-15,0-4-3 0,2 1-2 0,-1-1-1 16,4-2 1-16,-1 2 5 0,4-3 2 15,0-1 10-15,6-4 5 0,1 3 0 0,2-8 1 16,4 3 5-16,-1-4 7 0,2-1 5 0,-1-5 6 16,-4 1-2-16,0-1 6 0,0-1-2 0,-2-1-2 0,-1-3-10 0,-1 1-6 15,-2-2-10-15,1 1-5 0,-4-7-8 0,-2 7-6 16,-3 2-9-16,-2-1 0 0,1 4-3 0,-3-1 2 16,-1 3-15-16,-4-2-13 0,2 7-16 0,-5-5-21 15,-2 6-11-15,-3-2-16 0,1 2-7 0,-5 4-18 16,2 0-19-16,1 2-36 0,7-1-31 0,-5 0-111 15,6 2-344 1,4-3 152-16</inkml:trace>
  <inkml:trace contextRef="#ctx0" brushRef="#br0" timeOffset="11837.18">15326 1431 169 0,'0'0'199'0,"0"0"-28"0,0 0-20 0,0 0-18 16,-2 26-7-16,1-9-17 0,-4 3-12 15,0 9-6-15,-1 0-8 0,-1 5-8 0,-3 12-7 16,5-10-3-16,-4-2-10 0,3 0-5 0,2 0 3 16,0-3-8-16,1-4-4 15,3 0 2-15,-1-8-11 0,2-2 0 0,1 2-3 16,0-7-3-16,1-3-3 0,-2-1 5 0,-2-1-3 15,2-1 4-15,-1-2 9 0,0 1 22 0,0-5 21 16,0 0 34-16,3 9 23 0,-3-9 5 0,0 0-18 16,0 0-16-16,0 0-26 0,0 0-15 0,0 0-10 15,-9-22-1-15,5 11-6 0,-5 4-6 0,4-3-4 16,-2 0-4-16,1 2 6 0,6 2 4 0,-8-4-2 0,5 5 6 16,0 0-1-16,-1 0-4 0,4 5-7 0,0-12-8 15,5 3-21-15,7 0-8 0,6-2-11 0,10-2-29 0,10-1-37 16,17 0-45-16,5-6-52 0,31-3-72 0,-34 8-257 15,6-2-542-15,-3 0 239 0</inkml:trace>
  <inkml:trace contextRef="#ctx0" brushRef="#br0" timeOffset="12823.57">17085 1683 22 0,'-30'0'125'0,"-4"5"-10"0,1 2-14 0,1 0-6 0,0 1-9 16,-1 1-13-16,6 2-12 0,-1 2-1 0,4 0-7 16,7-2-3-1,2 2-7-15,0-2-6 0,3 1-4 0,2 2-2 16,1-3-3-16,6-1 1 0,2-1-1 0,1 1 0 16,3 0 6-16,2-1 2 0,4-1 3 0,4 1 4 15,0-6-7-15,7 2 4 0,0-5-3 0,3-3 3 16,5-1-2-16,3-2 16 0,-4-5-1 0,-3 1 3 15,4-2 10-15,-4-5 6 0,2-1 3 0,-7-1 4 16,2-1 10-16,-4-4 6 0,4 1 1 0,-3-4-12 0,-4-2-5 0,1 1-2 0,3-17-3 16,-4 11-2-16,-2 1 0 0,-1 1 13 0,-3 3 10 15,-3 0 10-15,-2 10 5 0,0 3 13 0,0 4-1 16,-1 2-12-16,0 2-14 0,-1 1-16 0,2 2-19 16,-3 1-47-16,0 0-17 0,0 4-40 0,0 0 2 15,0 0-4-15,-4 17 16 0,-1-1 7 0,1 11-2 16,-1 3 8-16,0 6 0 0,1-2 1 0,0 12-20 15,1-13-2-15,3 4-2 0,-1-2-3 0,5-2 4 16,0-5-4-16,2-3 1 0,2 1 8 0,2-11-3 16,0 3 5-16,-1-9 5 0,3 5 10 0,-1-8 7 15,3 4 6-15,0-8 11 0,1 1 11 0,2-3 15 16,1-4 5-16,0 0 12 0,-4-1 11 0,1-5 1 16,3 0 2-16,-2 0 2 15,-1-2 2-15,-1-2-2 0,1 1 1 16,-2 0 9-16,-4 1 3 0,1 4 1 0,-5-1 7 15,1 4-4-15,0 2-11 0,-2-2-2 0,-1 1-12 16,0-1-11-16,-3 5-17 0,8-4-21 0,-8 4-27 16,0 0-23-16,0 0-9 0,0 0 0 0,0 0 5 0,0 0 7 15,1 14-10-15,-1-7 21 0,-1-1 2 16,1 5 6-16,-3-2-2 0,2 3 7 0,-2-3-27 0,2 1-6 0,1 0-19 16,0-3-13-16,-3-1-17 0,3 0-15 0,0-2-20 15,0-4-19-15,0 7-4 0,0-7 9 0,0 0 1 16,0 0-87-16,0 0-187 0,0 0-452 0,-15-17 200 15</inkml:trace>
  <inkml:trace contextRef="#ctx0" brushRef="#br0" timeOffset="12961.54">17558 1470 81 0,'0'-5'301'0,"0"2"-30"0,4-3-31 0,-4 6-27 16,0-5-42-16,0 5-44 0,0 0-48 0,0 0-27 15,0 0-33-15,0 0-32 0,19 5-60 0,-12-1-172 16,-7-4-266-16,12 3 119 0</inkml:trace>
  <inkml:trace contextRef="#ctx0" brushRef="#br0" timeOffset="13294.07">17973 1552 134 0,'-2'4'189'0,"-6"0"-23"0,-2 0-14 0,1 1-14 15,0 3-16-15,-4-1-23 0,-1 2 4 0,4-1-13 16,-4 3-7-16,2 1-11 0,-3-2-4 0,5 5-9 16,3-6-4-16,-1 1-4 0,4 0-8 0,-1 0-1 15,1 2-3-15,3-2-9 0,1 1 3 0,1-1-8 0,-1 0 3 16,1 0-6-16,4-1 6 0,2 1-9 0,-2-3-1 15,0 1 2-15,3 2-9 0,-2-3 4 0,3 0-3 16,-3 1-1-16,-2-4-4 0,2 4 3 0,-3-3 0 16,1-1-7-16,-3 3 6 0,1-4-5 0,-1 4 4 15,-1-7 0-15,-7 9 3 0,0-1-5 0,-4-1-1 16,-4-1-11-16,0-1-25 0,-4 1-32 0,1-1-69 0,0-4-173 0,-4-1-329 16,4-1 145-16</inkml:trace>
  <inkml:trace contextRef="#ctx0" brushRef="#br0" timeOffset="14010.93">18342 1632 86 0,'0'0'226'0,"0"0"-24"0,0 0-19 0,0 0-16 16,0 0-14-16,0 0-17 0,0 0-14 0,0 0-13 0,0 0-9 15,0 0-8-15,0 0-11 0,0 0-4 0,15-2-19 16,-5 2 4-16,0 0-9 0,3-2-6 0,-4 2-2 16,5-4-7-16,-4 0 4 0,-1 1-12 0,5-1 0 15,-6-1-2-15,0 3-4 0,-3-2 21 0,-1 0 10 16,-4 4 11-16,8-5 3 0,-5 2 6 0,1-1-9 0,-4 4-6 15,2-2-8-15,-2 2-11 0,0 0-13 0,-7-7-6 16,7 7-4-16,-22 3-3 0,5-2-3 0,-2 2-3 16,-5 6 1-16,1-4-3 0,-4 3-2 0,-3 1-2 15,4 3 5-15,-1 0-2 0,0-1-7 0,8 1 2 16,-4 4-1-16,9-4 3 0,-2 3-1 0,5-3-14 16,0 2-16-1,5-1-8-15,4 3 11 0,2-4 1 0,6 2 3 16,5 1 2-16,6-3 7 0,13 1 1 0,3-5-1 15,16 3 2-15,1-5 4 0,3-2 0 0,3-1 1 16,-2-1-3-16,1-4 2 0,1-4 2 0,-1 2 0 16,-5-4 2-16,-12 3-2 0,-1-6 1 0,-2 1 3 15,-7-2-3-15,3-1 18 0,-14 4 14 0,2-4 13 16,-6 2 9-16,-1-2 1 0,-4 4 16 0,-3-3 2 0,1 2-14 0,-5-1-7 16,-2 1-5-16,-1 3-2 0,-5-1-8 0,-2 2-7 15,-1 2-1-15,-5 1-8 0,-2 2-1 16,-2 2-5-16,-3 3 0 0,3-1-6 0,-8 6 6 15,8 0-8-15,0 0 3 0,1 1-1 0,3 0-8 16,2 2-17-16,4-2-17 0,-1 3-11 0,3-2-2 0,5-1 7 16,-1-2 4-1,3 0 6-15,3 0 3 0,3-1 9 0,4-2 1 16,3 0 2-16,5 0 9 0,0-4-6 0,1 0 8 16,1-1-4-16,-3-1 3 0,2 0 4 0,-6-4 12 15,1 2 11-15,-1-4 7 0,-1 2 11 0,-1 0 1 16,-1-5-3-16,-3 4 2 0,0-3-6 0,-2 0 0 15,-1 0-5-15,-1-1-7 0,-2 0-3 0,-2 1-15 16,-2 0-7-16,-2 1-17 0,0-2-15 0,-5 0-16 0,2 4-9 16,-4 0-28-16,0 1-14 0,-5-4-34 0,-1 4-34 0,4 3-54 15,0-1-164-15,3-1-422 0,3 3 187 0</inkml:trace>
  <inkml:trace contextRef="#ctx0" brushRef="#br0" timeOffset="14897.06">19216 1642 219 0,'7'2'232'0,"-7"-2"-32"0,2 3-20 0,-2-3-21 15,0 6-16-15,0 0-12 0,0 1-13 0,-2 1-9 0,0 2-15 0,-1 1-7 16,-1-1-5-16,0 7-7 0,-1-5-11 0,1 5-6 15,-1-8-5-15,3 0-3 0,-1 2-6 0,1-6-15 16,0 2-2-16,1-3-10 0,1-4 20 0,-1 7 26 16,1-7 36-16,-1 5 25 0,1-5 25 0,0 0-10 15,0 0-15-15,0 0-11 0,10-19-12 0,-1 11-11 16,-2 0-12-16,1-2-3 0,1 0-6 0,1 1-6 0,-1 1-2 0,-4 1-2 16,3-1-6-16,0 1-9 0,-1 2-9 15,-3 1 4-15,0 0-11 0,0 1 0 0,0 0-7 16,-4 3-8-16,7-4-14 0,-7 4-6 0,12 1-3 0,-12-1-8 15,18 3-2-15,-7-1-4 0,1 3 2 0,3 0-9 16,3 2-10-16,0 0-17 0,0 1-7 16,2-3-15-16,-1 2-9 15,-6-2-11-15,6 1-7 0,-1-1-12 0,0-2-12 16,-4-3 3-16,-1 0 6 0,1 0 13 0,-3-2 12 16,-2-3 12-16,3 0 26 0,-5-2 6 0,1 0 29 15,-1-3 21-15,-1 0 23 0,0-2 29 0,-3-2 16 16,-1 2 11-16,0-3 10 0,2-2 5 0,-2 0 19 15,-1 0 9-15,3 1 9 0,-2 1 9 0,3-1-1 16,-5 0-2-16,2 7-11 0,-1 0-3 0,3 1 4 0,-4-2-10 0,2 3-9 16,0-1-13-16,-2 3-11 0,0 5-10 0,1-11 7 15,1 8-7-15,-2 3 0 0,4-10-11 16,-4 10-8-16,2-7-4 0,-1 2-4 0,-1 1-5 16,0 4 2-16,3-7 7 0,-3 7-2 0,0-6-3 0,0 6-11 15,0 0-2-15,1-7 5 0,-1 7-10 0,0 0 1 16,0 0-3-1,0 0-3-15,0 0 1 0,0 0 3 0,0-4-6 16,0 4 2-16,0 0-9 0,0 0 4 0,0 0-11 16,0 0 6-16,5-5 4 0,-5 5-7 0,0 0 7 15,0 0-3-15,0 0-4 0,0 0 2 0,0 0-2 16,0 0-9-16,0 0 3 0,0-8 1 0,0 8-2 16,1-5 3-16,-1 5-4 0,0-7-5 0,0 7-4 15,0-5 13-15,0 5 1 0,0 0 7 0,3-8-11 0,-3 8 17 16,0 0 4-16,0 0-7 0,0 0 4 0,0 0 4 15,-3-5-3-15,3 5 0 0,0 0-5 0,0 0-2 16,0 0-4-16,0 0 1 0,0 0-2 0,0 0-10 16,0 0 8-16,0 0-10 0,0 0-3 0,0 0-23 0,0 0-26 15,0 0-34-15,0 0-26 0,0 0 4 0,0 0 8 16,-4 26 14-16,7-10 8 0,-9 9 12 0,6 1 9 0,-4 1 2 16,4-1 8-16,0-1 6 0,0 1 13 0,4-5-10 15,-4 4 13-15,1-8-2 0,4 0 5 0,-5-5-2 16,1-2 14-16,2-1 1 0,-3-1-11 15,0-3-3-15,0 0 1 0,0 2 5 0,0-7-4 0,4 5-3 16,-4-5-1-16,1 7-8 0,-1-7-6 0,0 0-26 16,-1 5-27-1,1-5-24-15,0 0-42 0,0 0-127 0,0 0-250 16,0 0-585-16,-13-20 258 0</inkml:trace>
  <inkml:trace contextRef="#ctx0" brushRef="#br0" timeOffset="15159.97">19552 1647 4 0,'0'0'334'0,"0"0"-19"16,0 0-19-16,0 0-23 0,0 0-31 0,0 0-24 16,0 0-21-16,24-6-23 0,-4 1-14 0,10 1-29 15,3-1-3-15,4-2-11 0,-1 2-15 0,2 2-6 16,-2-3-17-16,-2 2-2 15,-2 3-10-15,-12-4-7 0,1 3-4 0,-8-1-7 16,1 3-4-16,-5-1-22 0,0-1-5 0,-9 2-10 16,10 0-17-16,-10 0-12 0,9 1-25 0,-9-1-15 15,8 1-21-15,-8-1-1 0,0 0-5 16,0 0-15-16,0 0-35 0,0 0-40 0,0 0-50 16,-17 11-144-16,13-11-403 0,4 0 178 0</inkml:trace>
  <inkml:trace contextRef="#ctx0" brushRef="#br0" timeOffset="15397.23">20137 1620 321 0,'0'0'391'0,"0"0"-15"0,0 0-35 16,3-3-31-16,-3 3-19 0,0 0-38 0,0 0-26 15,0 0-33-15,4-4-19 0,-4 4-31 0,0 0-20 16,0 0-14-16,0 0-19 0,0 0-11 0,0 0-11 15,-1 17-1-15,5-11-12 0,-7 2-3 0,2 0-30 16,-2 3-16-16,1 0-17 0,2 0-18 0,0 0-19 16,-1 0-22-16,-2-1-23 15,2 2-21-15,-3-5-34 0,2 1-22 0,2-1-41 16,-3-3-27-16,3-4-194 0,-8 2-466 0,8-2 206 16</inkml:trace>
  <inkml:trace contextRef="#ctx0" brushRef="#br0" timeOffset="15561.95">20148 1427 201 0,'3'-5'423'0,"-3"2"-37"0,0-3-38 15,0 6-33-15,0 0-37 0,1-7-25 16,-1 7-55-16,0 0-44 0,0-4-58 0,0 4-45 0,0 0-29 16,0 0-47-16,0 0-61 0,12 17-87 0,-10-10-235 15,1 1-440-15,2-3 196 0</inkml:trace>
  <inkml:trace contextRef="#ctx0" brushRef="#br0" timeOffset="16266.12">20364 1649 318 0,'0'-4'331'0,"0"4"-32"0,0-4-28 16,0 4-32-16,0 0-29 0,-1-5-26 16,1 5-37-16,0 0-34 0,0 0-24 0,0 0-8 15,0 0-12-15,-4 17-6 0,2-7-6 0,0 1-4 16,0 0-4-16,-2 6-5 15,0 0-3-15,-1 0-5 0,-1 2-3 0,0-2-4 16,3 0-6-16,-2 2-4 0,1-7-6 0,1 1-12 16,-1-4-11-16,4 0 1 0,-1-3-3 0,1 0 7 15,-3-2 3-15,2 0 20 0,1-1 31 0,0-3 36 16,0 0 35-16,0 0-6 0,0 0-6 0,0 0-11 0,0 0-10 16,18-17 6-16,-8 10-8 0,3-5-12 0,1 0-4 15,0-2-6-15,3 1-13 0,-4 0 5 0,3 1-11 16,-7 3-2-16,0 2-10 0,0 0-2 0,-3 2-13 15,-2 2 3-15,3-1-8 0,-5 0-23 0,3 3-22 16,-5 1-15-16,7 0-8 0,-7 0-8 0,10 1-17 16,-5 4-13-16,3 1-24 0,1 0-40 0,-2 2-25 15,2 1-53-15,-1-1-60 0,2-3-165 0,-1 0-497 16,0 2 221-16</inkml:trace>
  <inkml:trace contextRef="#ctx0" brushRef="#br0" timeOffset="16881.53">20778 1639 53 0,'0'-5'376'0,"0"5"-29"0,0-7-32 16,4 3-33-16,-4 4-33 0,0 0-32 0,0 0-24 16,0 0-40-16,0 0-34 0,0 0-10 0,0 0-14 15,0 0-9-15,0 0-9 0,-4 27-8 0,3-14-5 16,1 4 4-16,-2 1-16 0,0 1-3 0,1-1-24 15,-2 2-9-15,2-2-19 0,1-2-9 0,0-3-5 16,0-1-3-16,0-5 1 0,0 2 4 0,0-2 0 0,0-3 9 16,1 1 15-16,-1-5 41 0,0 6 25 0,0-6 14 15,0 0-1-15,0 0-6 0,0 0 5 0,23-12 1 0,-11 6 4 16,-2-2 6-16,3-4-10 0,-3-1-1 16,4-1-6-16,-1 0-3 0,1 1-12 0,-1-1-6 15,1-1-5-15,-1 3-4 0,-3 0-6 0,0 2 4 16,-5 3-8-16,0 2-3 15,-1 0-11-15,-1 1-4 0,-1 1-13 0,3-2-36 16,-5 5-28-16,4-4-30 0,-4 4-26 0,0 0 10 16,0 0 9-16,0 0 5 0,9 12 14 15,-6-5-3-15,3 2 10 0,-2 0-3 0,2 3-5 0,4-1-7 16,2 4-5-16,3-3-17 0,1 0 4 0,3-1-9 16,0-1-2-16,0-3-1 0,0-1 11 0,3-2 3 15,-3-2 11-15,0-3 6 0,-1 0 7 0,1-3 14 0,2-1 20 16,-8 0 29-16,2-2 27 0,-5-1 30 0,-1-1 15 15,5-2 16-15,-6 3 19 0,2-6 8 0,-2 3 7 16,-3 1 7-16,1-1 10 0,-1 1 1 0,1 2 11 16,-3 2 7-16,1 0 1 0,-1 1-12 0,-1 1-24 15,1-1-7-15,-3 5-10 0,4-4-19 0,-4 4-10 16,0 0-31-16,4-5-33 0,-4 5-28 0,0 0-32 0,0 0-6 16,0 0 0-1,0 0 16-15,0 0-5 0,0 17 10 0,-2-9 2 16,1 1 2-16,1 0 9 0,-1 4 3 0,-1-2 4 15,1 0-3-15,0 1 8 0,1 1 1 0,-2-4-8 0,1 2-9 16,0-4-16-16,2 0-23 0,-1 0-12 0,0 1-19 16,-1-3-21-16,1 1-20 0,0-6-4 15,0 5-16-15,0-5 3 0,0 0-26 0,0 0-231 0,0 0-450 16,0 0 200-16</inkml:trace>
  <inkml:trace contextRef="#ctx0" brushRef="#br0" timeOffset="17044.32">21344 1523 311 0,'0'-5'310'0,"-1"0"-22"0,1 5-27 16,0 0-26-16,3-7-21 0,-3 7-24 0,0 0-45 15,-2-6-33-15,2 6-42 0,0 0-56 0,0 0-26 16,0 0-37-16,0 0-38 0,0 0-44 0,19 1-182 16,-19-1-337-16,0 0 150 0</inkml:trace>
  <inkml:trace contextRef="#ctx0" brushRef="#br0" timeOffset="17360">21763 1296 355 0,'3'-3'393'0,"-2"-2"-43"0,-1 5-36 0,3-4-42 0,-3 4-28 16,3-6-26-16,-3 4-32 0,0 2-38 0,0 0-40 15,0 0-6-15,0 0-16 0,1 18-9 0,0-2-10 16,-3 4 0-16,-2 8-10 0,1 3-4 0,-5 14-2 16,4-10-4-16,2 2-1 0,-6 8-8 0,5-12-4 15,-1 1 0-15,1-2-1 0,-1-2 0 0,2-2-8 16,-1-5 3-16,2-3-4 0,0-6-6 0,-1-1-21 0,0-2-4 16,2-1-23-16,-1-3-6 0,-2-1 4 0,2-1 1 15,1-5 10-15,0 9 7 0,0-9 2 0,-3 3-3 16,3-3-29-16,0 0-44 0,0 0-35 0,-10-10-38 15,6 3-30-15,-5 1-43 0,5-5-177 0,-1-3-446 16,0-3 197-16</inkml:trace>
  <inkml:trace contextRef="#ctx0" brushRef="#br0" timeOffset="17597.47">21585 1627 119 0,'-7'-5'142'0,"2"2"-6"15,5 3 4-15,-10-1-33 0,10 1-16 16,0 0-1-16,0 0 16 0,-10-3 7 0,10 3-1 15,0 0-7-15,0 0 2 0,0 0 8 0,0 0 0 16,0 0-2-16,29 5 0 0,-9-5-6 0,11 2 4 0,1-5-7 0,1 4 6 16,2-3-5-16,2 1-6 0,-3-2-8 0,0 2-6 15,-5 1-2-15,-9-1-6 0,2-1-3 0,-4 0-4 16,-4 2 8-16,-5 0-1 0,-9 0 7 0,17 0 1 16,-17 0-4-16,10-1-2 0,-10 1-11 0,0 0-24 15,10-1-2-15,-10 1-12 0,5-1-21 0,-5 1-36 16,0 0-32-1,0 0-33-15,0 0-43 0,0 0-39 0,0 0-45 16,-28 2-267-16,28-2-525 0,0 0 232 0</inkml:trace>
  <inkml:trace contextRef="#ctx0" brushRef="#br0" timeOffset="18229.82">22117 1585 269 0,'0'0'370'0,"0"0"-35"16,0 0-33-16,0 0-30 0,0 0-26 0,0 0-28 16,4-4-25-16,-4 4-19 0,0 0-28 15,0 0-24-15,0 0-10 0,0 0-16 0,9 9-11 16,-5-5-17-16,0 0-14 0,1 1-14 0,1 0-2 0,-2 0-11 0,4 0-7 16,-3-1-9-16,0 1 3 0,0-2-5 0,0-3 4 15,0 4-5-15,-5-4 3 0,12 2-4 0,-7-2 1 16,-5 0-2-16,13-4 8 0,-5 2 9 15,-3-1 4-15,3-2 10 0,-1-4 3 0,-2 3 10 0,3-3 9 16,-2 2-3-16,2 0 13 0,-2 0-7 0,-1-1 10 16,-1 2 8-1,0 0 6-15,-4 6-9 0,8-7-7 0,-6 3-5 16,-2 4-20-16,5-5-4 0,-5 5-25 0,4-3-30 16,-4 3-21-16,0 0 3 0,0 0-9 0,5 18 4 15,-2-5-6-15,-2 3 8 0,3 5-7 0,-3 5 7 16,-1 6 6-16,0 1 0 0,0 1 8 0,0 2 0 15,-5-2 1-15,-3 2 4 0,3-6-2 0,-5 4 4 16,1-4 0-16,0 0 5 0,0-3-2 0,-3-2 3 0,1-7-6 0,3-1-3 16,0-2 3-16,0-5-6 0,0-2 2 0,-1 0 4 15,2 0 4-15,-2-3 8 0,-2-4 6 0,0-1 6 16,11 0 11-16,-23-4-4 0,8-4 20 16,3 2 12-16,-1-2 21 0,7 0 19 0,-2-1 14 15,0-3 7-15,4 0 1 0,1-3-10 0,3-1-10 16,1-5-25-16,9-7-11 15,3-1-4-15,9-2-14 0,10-7-3 0,0 0-11 16,4 2-8-16,2 4-6 0,-10 11-1 0,3 3-3 16,-6 0 1-16,2 3-10 0,-3 1 10 0,0-2 3 15,-5 7-5-15,-2-2 15 0,0 5 3 0,-7 1 25 16,1-1-1-16,-4 3 5 0,-2-1 8 0,2 0-2 16,-1 3-3-16,-6 1-8 0,5-3-6 0,-5 3-6 15,5-4-2-15,-5 4-10 0,7-1-17 0,-7 1-26 0,0 0-24 16,0 0-31-16,0 0-35 0,5-4-27 0,-5 4-36 15,0 0-44-15,0 0-47 0,0 0-24 0,0 0-33 16,0 0-285-16,0 0-659 0,0 0 292 0</inkml:trace>
  <inkml:trace contextRef="#ctx0" brushRef="#br0" timeOffset="18413.7">22781 1768 234 0,'-4'5'450'15,"4"-5"-41"-15,0 0-44 0,-4 4-44 0,4-4-42 16,0 3-60-16,0-3-79 0,0 0-125 0,0 0-142 16,0 0-258-16,0 0-415 0,0 0 184 0</inkml:trace>
  <inkml:trace contextRef="#ctx0" brushRef="#br0" timeOffset="24553.23">4825 2883 50 0,'0'0'151'16,"0"0"-17"-16,0 0-8 0,0 0-10 0,0 0-12 16,0 0-9-16,0 0-9 0,0 0-13 0,0 0-1 15,0 0-13-15,0 0-5 0,0 0-9 0,0 0-1 0,0 0-4 0,0 0-5 16,0 0-5-16,0 0 10 0,0 0-19 0,0 0 0 15,0 0 1-15,0 0-2 0,0 0 5 0,0 0-9 16,0 0-1-16,0 0-4 0,0 0-2 0,0 0-3 16,0 0-2-16,0 0-10 0,0 0 8 0,0 0-4 15,0 0 7-15,14 5-5 0,-3-2 3 0,2 0 6 16,7-2-6-16,14 1-2 0,19 0-6 0,5-3 15 0,38-5 31 16,7 2-3-16,10-7 3 0,5 2 1 0,14 0-3 15,9-3 2-15,7 0-1 0,9 0-3 0,0 2-6 16,0-3-1-16,-2 2 2 0,-3 3-8 0,-5-2-5 15,-5 6 3-15,-12-5-8 0,-11 6 2 0,-3-2-1 16,-11 2-3-16,-9-2-3 0,-5 1-3 0,-26 4-5 16,-3 0 1-1,5 0-5-15,-6-1 0 0,-3-1-4 0,-5 2 7 0,-17-3-5 16,-4 2 3-16,-1 0 1 0,-2 1-4 0,-13 0 9 16,-4 0-13-16,-2-2-5 0,-2 2-10 0,-1-1-13 15,-7 1-46-15,12-2-71 0,-8-2-139 0,-3 3-316 16,5-4 140-16</inkml:trace>
  <inkml:trace contextRef="#ctx0" brushRef="#br0" timeOffset="25258.81">10364 2873 98 0,'0'0'130'0,"0"0"-14"0,0 0-8 0,0 0-14 0,0 0-12 16,0 0-1-16,0 0-1 0,19 1-4 0,3-2-1 16,7-2-8-16,10 1-10 0,17-1-7 0,9 0 1 15,32-4-7-15,6 3-3 0,4-5 4 0,2 3 0 16,8 1-3-16,2-1-5 0,-2 3 1 0,2-4-9 16,-8 5 0-16,-1-2 1 0,-8 3-6 0,2-3-1 15,-8 3-4-15,-30-4-3 0,2 5 1 0,-9-2-1 16,1 2 3-16,-8 0-1 15,-19-2-2-15,3 4-1 0,-4-4-3 0,-10 2-1 16,-6 0-4-16,-2 0-9 0,-3 0 1 0,-5-1 2 16,-6 1-15-16,9-2-27 0,-9 2-42 0,1-2-39 15,-1 2-128-15,0 0-270 0,-14-7 120 0</inkml:trace>
  <inkml:trace contextRef="#ctx0" brushRef="#br0" timeOffset="26026.28">14618 2780 45 0,'36'-4'106'0,"21"4"-3"0,7-4-1 0,31-4-5 16,-1 1-1-16,1 0-5 16,6 2-9-16,3 0-8 0,0 2-9 0,-2-3-2 15,-3 3-8-15,2-2-7 0,-7 3-2 0,-31-1-8 16,2 1-3-16,-4 0-5 0,-2-1 3 0,-4 2-10 15,0 1 4-15,-18 1-8 0,1-1 5 0,-2-1-4 16,-3 1-5-16,-6 0-5 0,-8 0-3 0,-1-1-5 16,-5 2-10-16,-2-2-5 0,-3 2-7 0,0-1-7 15,1-1-17-15,-2-1-7 0,-1 2-26 0,1-1-109 0,-2 0-202 16,4-1 89-16</inkml:trace>
  <inkml:trace contextRef="#ctx0" brushRef="#br0" timeOffset="26512">18238 2639 56 0,'0'0'90'0,"0"0"-11"15,0 0 5-15,0 0-9 0,0 0-8 0,0 0-3 0,0 0 4 16,0 0-12-1,0 0-6-15,0 0-6 0,32 0 1 0,-15 0-6 16,3 0-1-16,2-1-12 0,8 1-3 0,6 0 1 16,1 0 2-16,17-1-10 0,3-2 8 0,7 3 1 0,28-3-17 15,-28 2 12-15,36-4-3 0,3 5 1 0,1-3-2 16,-3 1 4-16,-3-1-5 0,1 3 3 0,-4-4-2 16,0-2-1-16,-3 7-1 0,0-6-9 0,-26 4 7 15,28-6-3-15,-28 5 0 0,31-3-2 0,-37 5-1 16,4-3-6-16,0 3 9 0,-4-4-4 0,-4 1 4 15,1-2-9-15,-18 3 8 0,-2 1-4 0,4 1-5 16,-9-2-11-16,1-1-6 0,-6 2-23 0,-4-2-15 16,-10 2-14-16,1 0-29 0,-3-1-65 0,-2 1-178 15,1 0 80-15</inkml:trace>
  <inkml:trace contextRef="#ctx0" brushRef="#br0" timeOffset="26960.48">21692 2588 156 0,'0'0'148'0,"6"0"-17"16,-6 0-16-16,13-1-15 0,1-1-7 16,4 2 0-16,4 0-23 0,5 0-8 15,5-2-3-15,2 4-7 0,-1-2-3 0,6-2-16 16,0-1-6-16,11 3-13 0,-8-2-28 0,-5-3-35 15,3 3-42-15,-5 1-84 0,-4-5-189 0,0-2 83 0</inkml:trace>
  <inkml:trace contextRef="#ctx0" brushRef="#br0" timeOffset="28391.23">5558 3871 68 0,'0'-9'257'0,"-2"-3"-5"0,-1 3-7 16,2-1-14-16,1 3-14 0,-3 3-18 0,3-2-24 16,0 3-20-16,0 3-19 0,-3-5-32 0,3 5-35 15,-1-4-38-15,1 4-25 0,0 0 0 0,0 0-2 16,-6 21-3-16,2 1-3 0,-1 6-1 0,-1 8 6 15,-3 16-2-15,-2 4-1 0,1 4 1 0,0 21 6 0,0-23-3 0,2-1 2 16,2 3 0-16,-1-1-1 0,1-2 4 0,5-2-1 16,-1-4-1-16,0-7-1 0,2-10 2 0,-1-1 2 15,-2-3-5-15,3-4 4 0,-1-2-2 0,-2-7-2 16,1 0 3-16,-1-5-2 0,2 0 2 0,-2-4 17 16,-1 1 6-16,3-2 12 0,-5-1 6 0,-2-1 0 15,-2-2-1-15,-4 1-6 0,-3-2-3 0,-5 0-4 0,1-4-4 0,1 0-4 16,0-2-2-16,0 1-2 0,0 2-3 15,0-3-1-15,1 1-1 0,5-2-1 0,0 3-8 16,2-1 3-16,2 3-1 0,3-3-2 0,0 3 0 16,3-2-16-16,-1 0-28 0,1-1-33 0,4 3-41 15,-5-4-61-15,5-1-244 0,1-1-448 0,3 0 198 16</inkml:trace>
  <inkml:trace contextRef="#ctx0" brushRef="#br0" timeOffset="28691.64">5213 4434 95 0,'0'0'234'0,"-5"1"-25"0,5-1-20 0,0 0-18 15,0 0-23-15,20-7-13 0,1 3-14 0,8 0-16 16,7-3-5-16,15-1-10 16,-11 1-10-16,12 1-10 0,-2-1-7 0,-12 1-7 15,-1-2-4-15,-2 5-6 0,-4 1-6 0,-2-2-6 16,-7 1-22-16,-4 1-15 0,-6 1-37 0,-1 0-16 16,-4 1-20-16,-1 0 0 0,-6 0 9 0,0 0 2 15,-4 8-1-15,-3-4-16 0,-2 0-11 0,-5-1-33 16,-1 3-91-16,-3-2-235 0,5-2 104 0</inkml:trace>
  <inkml:trace contextRef="#ctx0" brushRef="#br0" timeOffset="29178.07">6042 4268 21 0,'12'0'175'0,"-2"-1"-20"0,-2 1-13 0,2 1-19 16,0 1-13-16,2 1-13 0,2 2-6 0,-3 1-15 16,3 1-6-16,2 2-9 0,-5 2-3 0,-2-1-10 0,0 3 2 15,-1 3-3-15,-4 0-17 0,-2 1 9 0,-2 0-5 16,0 0 1-16,-6 1-6 0,1-1 4 0,-3-2-4 0,-1 3-2 15,0-3-3-15,1-6 7 0,2 0 3 16,-2 1 0-16,5-4 11 0,-3-2 9 0,4 0 20 0,-2 2 29 16,1-4 21-16,3-2 32 0,-4 0 0 0,4 0-26 15,0 0-15-15,3-15-12 0,0 3-11 0,3 1-9 0,2-4-9 16,2 0-6-16,0-4-7 0,3-3-7 0,-2 6-6 16,2-1-6-16,0 2-3 0,-1 2-1 0,-3 1 9 15,-1 5-5-15,0-2 4 0,-4 3-10 0,1 1 2 16,-1 1-11-16,-3 0-4 0,3 1-9 0,0-2-6 15,-4 5-30-15,2-2-19 0,-2 2-3 0,0 0 6 16,0 0 2 0,8 10 3-16,-7-5 2 0,3 2 3 0,-1 2 0 15,1 1 2-15,-2-3 3 0,6 6-7 0,-4-4-9 16,2 6-21-16,2-3-15 0,3 0-30 0,-2 1-33 0,0-5-37 16,5 2-63-16,-4-2-168 0,2-4-440 15,-1-4 196-15</inkml:trace>
  <inkml:trace contextRef="#ctx0" brushRef="#br0" timeOffset="29386.46">6544 4183 140 0,'0'0'153'16,"11"5"-6"-16,0 3-17 0,-1-2-13 0,3 8-6 15,2 0-2-15,4 4-9 0,-7-2-4 0,5 8-12 16,-2-1-11-16,-2 3 0 0,-3 3-10 0,-1-2 0 0,-4 1-8 0,-2 0-9 0,-7 3-15 16,0-2-7-16,-5 0-17 0,-1-6-30 0,-8 1-39 15,0-5-55-15,-6 0-120 0,0-5-257 0,-2-6 114 16</inkml:trace>
  <inkml:trace contextRef="#ctx0" brushRef="#br0" timeOffset="29699.06">5986 4025 16 0,'-20'22'97'0,"-2"5"-13"0,-6 11-7 0,4 3-1 15,2 3-12-15,5-11-8 0,3 0-6 0,0 13-14 16,5-9 4-16,5 0 4 0,3-3-8 0,6 12 3 16,4-9-9-16,4-3 27 0,5-4-3 0,2 1 10 15,10-6-22-15,14 4 9 0,10-7-10 0,1-2-37 16,7-8-51-16,5-9-122 0,26-3-183 15,-26-4 82-15</inkml:trace>
  <inkml:trace contextRef="#ctx0" brushRef="#br0" timeOffset="29978.14">7647 4474 123 0,'0'0'258'16,"0"0"-26"-16,0 0-26 0,0 0-24 0,0 0-22 0,0 0-25 0,3 6-15 15,-3-6-13-15,-1 7-14 0,1-2-6 0,-2 3-11 16,1-2-6-16,-2 6-13 0,0-1-9 0,-5 1-20 15,2 2-23-15,-6 1-35 0,3 0-36 0,-2-1-47 16,-1-2-184-16,-2-2-321 0,5-3 142 0</inkml:trace>
  <inkml:trace contextRef="#ctx0" brushRef="#br0" timeOffset="30162.67">7554 4260 104 0,'0'-3'326'0,"0"3"-27"0,0-4-40 0,0 4-31 15,0 0-59-15,-4-3-72 0,4 3-73 0,0 0-21 16,0 0-57-16,9 7-64 0,-1-3-106 0,-3-1-240 16,5 0 106-16</inkml:trace>
  <inkml:trace contextRef="#ctx0" brushRef="#br0" timeOffset="32852.67">9582 4091 146 0,'2'-3'171'0,"-2"3"-7"0,0 0-21 16,0 0-15-16,0 0-18 0,0 0-25 0,0 0-15 0,0 0 3 0,0 11-8 15,-3-3-2-15,-4 7-9 0,0 3-1 0,-6 5-8 16,-5 1 1-16,-4 5-7 0,-1-2-2 16,-9 12 1-16,-1-4-6 0,0 3-10 0,-3-4 3 15,12-6-2-15,-2-5 3 0,-1 3-4 0,-1-3-5 16,5-1 3-16,3-5-1 0,7-7-7 0,3-1 7 15,2-1 2-15,-1-3 31 16,4-1 36-16,0-1 34 0,2-2 34 0,-3-1-11 16,6 0-13-16,0 0-5 0,-10-10-8 0,6 0-7 15,0-2-2-15,4-6-13 0,0 2-6 0,0-2-15 16,3 1-8-16,1 2-9 0,-1 3-1 0,3 2-9 16,-3 0-8-16,1 1-9 0,-1 3-5 15,0 1-8-15,1 2-6 0,3 1 1 0,5 2-4 0,1 3-2 16,6 4-3-16,3 5-17 0,5 0-5 0,1 2-11 0,0 4-14 0,6 3-11 15,11 2-26-15,-13-4-32 0,0 3-48 16,13 0-74-16,-14-6-248 0,0-1-521 0,-1-5 231 16</inkml:trace>
  <inkml:trace contextRef="#ctx0" brushRef="#br0" timeOffset="33670.08">10327 4025 274 0,'0'-4'257'0,"1"-1"-29"0,-1 5-18 16,0-3-28-16,0-2-33 0,0 5-31 0,0 0-13 16,0 0-12-16,4 10-9 0,-3 2-9 0,1 5-11 0,0 4-1 15,-2 5-7-15,-2 4-11 0,2 2 1 0,-2 1-3 16,2 2-5-16,-1-3-7 0,-1 0-2 0,0 1-1 0,2-5-3 16,2 3 0-16,0-4 0 0,-4-6-2 0,4-3-8 15,-4-1-4-15,4 0-5 0,-2-6-6 16,0-1 0-16,0-4-3 0,0 1 9 0,0 0 0 15,0-4 10-15,0 2 18 16,0-5-2-16,-5 4-5 0,5-4-2 0,-10-7 0 16,3 2-5-16,-5-2-4 0,-1-5-4 0,-4 5-10 15,-1-5 1-15,-1 4-6 0,-10-1-5 0,-2-1-1 16,3 0 1-16,-4 3 1 0,1-2-1 0,3 3 3 16,1 0-2-16,8 2 3 0,0 0-4 0,6 0 6 0,3 3-1 15,1-1 1-15,1-1 0 0,2 1 0 0,1 2-2 16,1-3-3-16,4 3-1 0,-4-2-1 0,4 2 3 0,0 0 1 15,32-4-3-15,-2 3 2 0,5-2-9 0,5-1-3 16,15 2-3-16,4-6-21 0,2 4 9 0,-2-2-1 16,6 1 6-16,0 0-4 0,-4 1 2 0,-5-1 8 15,-3-2-10-15,-11 5 6 0,-6-1 2 16,-1-2 0-16,-4 1 5 0,-9 0-1 0,-3 3 3 16,-5-2 4-16,-2 1 12 0,-3 2 15 0,-3-2 11 0,2 1 4 0,-3 1-5 15,-5 0 0-15,0 0-7 0,0 0 0 0,0 0-5 16,-19 5 2-16,6-1-3 0,0 4-10 0,-6 1 5 15,1 3-3-15,2-1 2 0,-1 3-1 0,2-2-1 16,1 0 0-16,1 3-3 0,3-3 0 0,1-2 2 16,4-1-4-16,2 0 1 0,-1 0 4 0,3-2 0 15,1 1 0-15,1-2 14 16,3-2 7-16,2 0 5 0,6-3 1 0,1-1 0 16,6-2 1-16,-1-2-4 0,3-1-1 0,6-6-4 15,-10 2 0-15,2 0 6 0,0 0-1 0,-2-2 1 16,-2-1 0-16,-2 0-6 0,-4-2 0 0,2 1-1 15,-5 1-3-15,-3-2-4 0,3 3 0 0,-6 0 0 16,0-1-4-16,-3 2-4 0,-1 1-1 0,-1 1-2 16,-1 1-8-16,-3 1-8 0,-3 1-5 0,3 2-2 0,-2 0-10 15,-1 3-15-15,2 0-15 0,-3 0-26 0,4 3-15 16,4-1-28-16,0 0-19 0,0 1-20 0,1 0-149 16,4-1-344-16,0-2 152 0</inkml:trace>
  <inkml:trace contextRef="#ctx0" brushRef="#br0" timeOffset="34055.57">11771 4139 119 0,'0'0'179'0,"0"0"-13"15,-9 12-18-15,3-4-16 0,-2 3-16 0,-5 2-5 16,-1 3-10-16,-4 2-12 0,-1 0-9 0,-4 5-10 16,-4 1-2-16,-2 0-9 0,-10 8-2 0,4 1-6 15,5-10-7-15,1 0-2 0,-2 2-1 0,3-4-9 16,4-1 3-16,8-11-7 0,2 4-3 0,4-6-1 16,2-1 7-1,0 0 45-15,3 0 51 0,1-2 52 0,0-3 52 16,1 0 25-16,3-1-33 0,-5-8-26 0,5 1-21 15,0-3-19-15,4-1-21 0,-2-1-6 0,5-3-15 0,-2 3-19 16,5-3-6-16,-1 1-14 0,0 5-6 16,0-1-14-16,-1 2-3 0,-3 3-9 0,-1-1-3 15,1 3-10-15,-1-2-23 0,3 4-10 0,0 1 5 0,2 1-15 16,2 2-25-16,7 2-14 0,0 3-27 0,-3 1-20 0,6 1-28 16,4 4-27-16,-2 1-38 0,2 2-44 0,0-2-51 15,-2-1-239-15,5-1-569 0,-6-4 251 0</inkml:trace>
  <inkml:trace contextRef="#ctx0" brushRef="#br0" timeOffset="34324.55">12121 4395 56 0,'0'0'177'0,"0"0"-13"0,0 0-10 16,0 0-4-16,0 0-7 0,0 0-6 0,0 0 3 0,0 0-3 16,0 0-12-16,0 0-6 0,0 0-11 0,5-2-3 15,4 2-13-15,0-1-13 0,4-2-7 0,6 2-6 16,10-2-4-16,-1-2-9 0,4 3-5 0,2-2-5 16,0-2 3-16,2 4-10 0,1-2-5 0,-4-2-10 0,-2 1-17 0,-11 3-21 15,2-2-27-15,-2 0-16 0,-7 1-20 0,1 0-34 16,-5 1-37-16,-5-1-166 0,-4 1-344 15,0 2 152-15</inkml:trace>
  <inkml:trace contextRef="#ctx0" brushRef="#br0" timeOffset="34556.24">12253 4280 165 0,'0'0'333'15,"-2"-5"-13"-15,2 5-31 0,0 0-26 0,0 0-33 16,0 0-25-16,0 0-28 0,0 0-25 0,0 0-37 16,0 0-11-16,0 0-11 0,-3 14-13 0,3-4-4 0,-2 2-12 0,0 7-5 15,2-2-4-15,-2 4 0 0,2-1-9 0,0-2-4 16,0 1-13-16,3 6-21 0,-3-4-26 0,3-1-27 16,-1 0-25-16,2-3-31 0,-2-2-37 0,2-3-63 15,-2-6-198-15,1 0-430 0,5-2 190 0</inkml:trace>
  <inkml:trace contextRef="#ctx0" brushRef="#br0" timeOffset="34944.68">12817 4081 137 0,'0'0'245'0,"7"-5"-22"0,-1 3-24 0,2-1-24 15,0 0-20-15,4 3-11 0,0 0-14 0,6 3-11 16,-3 2-13-16,3 2-11 0,-4-2-7 0,2 3-13 16,0 5-10-16,-7-1-11 0,5 1-6 0,-8 3-10 15,2 1-10-15,-8 0-1 0,0 3-5 0,-4-1-6 16,-5 3 0-16,-6 3-2 0,-2-3-3 0,-2-1-3 0,-1-1-2 15,-1-1 5-15,3-3-3 0,4-5-4 0,-1-1 3 0,2 1 1 16,4-6-2-16,2 0-2 0,1-1 3 0,0 0-2 16,5 0 2-16,-4-3 16 0,2 3 7 15,3-4 5-15,-5 3-2 0,5-3-2 0,0 0 0 16,0 0-4-16,10 2-4 0,2-2-1 0,3 0-3 16,4 0-8-16,3-2-29 15,7-1-53-15,1 0-60 0,3-1-73 0,-4-3-158 16,2 2-393-16,-2 2 174 0</inkml:trace>
  <inkml:trace contextRef="#ctx0" brushRef="#br0" timeOffset="35273.54">13326 4175 121 0,'0'0'216'0,"0"0"-23"16,0 0-22-16,0 0-20 0,0 0-16 0,0 0-16 15,-5 20-7-15,2-14-13 0,2 5-9 16,-2 1-5-16,-1 2-10 0,0 3-7 0,-3 0-8 16,1 0-1-16,-2 1-8 15,-2 0-1-15,5 2-5 0,-3-6-6 0,3-2-2 16,1-3-3-16,-1 0-3 0,3-1-4 0,-1-3 3 16,-1-1-3-16,4 1 33 0,-1-2 40 0,-2 1 22 15,3-4 38-15,-1 3-13 0,1-3-17 0,0 0-16 0,9-14-9 16,-4 7-18-16,4-1-1 0,-4 0-12 0,4-2-8 15,-1 2-9-15,2-2 3 0,-1 3-20 0,-1-1 2 16,2 0-12-16,-3 3 0 0,0 1-6 0,-1-2-10 0,2 4-13 16,-2-1-13-16,1 3-14 0,0 0-10 0,2 0-19 15,0 3-26-15,0 1-33 0,0 1-35 0,0 0-45 16,0-2-61-16,-5 2-204 0,7-2-497 0,-6 1 220 16</inkml:trace>
  <inkml:trace contextRef="#ctx0" brushRef="#br0" timeOffset="35527.39">13180 4209 138 0,'-5'-4'367'16,"1"1"-36"-16,3 1-32 15,1 2-24-15,14-12-38 0,1 4-23 0,15-4-25 16,2 3-15-16,6-1-21 0,20 0-15 0,-1-2-14 15,7 1-14-15,0 2-9 0,1 1-9 0,-1 0-9 16,-3 1-12-16,-6 0-19 0,-4 1-24 0,-20 2-25 16,-3 1-25-16,-10 1-25 0,-5 0-31 0,-4 1-39 15,-4 1-25-15,-2-2-59 0,-3 2-228 0,0 0-465 16,-22-3 206-16</inkml:trace>
  <inkml:trace contextRef="#ctx0" brushRef="#br0" timeOffset="40786.53">5869 6038 84 0,'0'-13'236'0,"1"3"-3"0,-2-1-16 0,-2 2-4 0,3 2-18 16,0 1-20-16,0 2-25 16,0 1-14-16,0 3-32 0,-2-7-37 15,2 7-13-15,0 0-7 0,0 0-3 0,-8 19-8 0,3 5-6 16,-2 3 4-16,-3 11-8 0,-3 11 1 0,4 3-6 15,-1 5-1-15,-7 24-4 0,4-29 3 0,3 6-10 16,1-6 3-16,-1 0 4 0,4-1-3 0,0-2 4 16,-1-3-4-16,2-10-4 0,3 13 0 0,-2-13 1 15,0 0 1-15,3-7-6 0,-2-1 2 0,2-3 6 0,-2-7-6 0,-1-4 3 16,2-3-5-16,0-3-1 0,0-1 10 0,2-1 30 16,0-2 21-16,0 0 18 0,0-1 23 15,0-3 23-15,0 7 14 0,-2-4 2 0,2-3-18 16,0 0-13-16,-13-4-9 0,5 1-9 0,-3-2-14 0,-1 2 1 15,3-2-23-15,-4 1 8 0,3 0-15 0,1-2-8 16,-1 3-4 0,-3-1-14-16,4-1-12 0,-1 5-25 0,1-3-16 15,-1 1-23-15,1-1-19 0,1 2-7 0,0-2-25 16,2 1-24-16,-2-1-31 0,2 1-34 0,1-1-50 16,1-1-255-16,3-3-536 0,-1-2 238 0</inkml:trace>
  <inkml:trace contextRef="#ctx0" brushRef="#br0" timeOffset="41115.82">5527 6619 143 0,'-6'0'265'0,"6"0"-26"0,-6-2-19 0,6 2-28 31,0 0-15-31,0 0-11 0,0 0-19 0,0 0-13 16,0 0-13-16,0 0-12 0,21-3-12 0,1 0-10 15,11-1-9-15,3-3-4 0,14 0-10 0,4-1-6 0,-15 4-5 16,12 0-5-16,-15-2-5 0,0 2-6 16,-4 1-4-16,-5 2-2 0,-6 1-4 0,-1-2-5 0,-6 0-10 15,-2 1-14-15,-2-1-11 0,-2 1-10 0,-3 1-3 16,2 0-2-16,-7 0 5 0,0 0-3 0,0 0 5 0,0 0-5 15,0 0-12-15,-21 9-17 0,9-6-12 16,0 0-23-16,-2 0-25 0,1 1-28 0,-2-3-188 16,2-1-357-16,3 3 158 0</inkml:trace>
  <inkml:trace contextRef="#ctx0" brushRef="#br0" timeOffset="41654.48">6371 6397 22 0,'4'-1'200'0,"3"0"-17"0,2-2-28 15,1 0-12-15,1 2-13 0,3 0-15 0,1 1-13 0,3 1-13 16,-3 2-11-16,3 1-10 0,-5 0-2 0,1 1-7 16,-2 4-5-16,1 3-8 0,-1-2-5 0,-3 3-6 15,0 1 3-15,-5 3-8 0,-3-2-1 0,-2 2 5 16,-3 1-2-16,-4-2-3 0,-1 3 0 0,-5 2-7 0,-1-4-3 16,2-2 5-16,-1-1-4 0,0-2-1 0,-1-1 1 15,2 0 8 1,-1-4 4-16,4 0 9 0,1-2 19 0,1-1 15 15,4 0 22-15,-1-2 15 0,1 0 23 0,0 1 22 16,4-3-13-16,0 0-17 0,-2-11-17 0,4 5-13 16,4-4-9-16,0-4-12 0,5 0-10 0,2-3-9 15,6-6-5-15,-1 2-1 0,0 2-9 0,0-1-4 16,3 1 3-16,-6 6-13 0,-1 1-3 0,0 0 3 16,-5 5-6-16,-1 0-4 0,-3 3-7 0,0-1-4 0,0 2-3 0,-1 0-9 15,-2 1-11-15,-2 2-7 0,7 0-6 0,-7 0 0 16,0 0 2-16,6 8-2 0,-3-3 2 0,-1 3 4 15,3 0-1-15,-4 2 4 0,1 2 1 0,0 0 6 16,0 0-4-16,0 0 5 0,2 5 2 0,-3-5 1 16,3-2-8-16,0 2-18 0,1 0-22 0,0-3-22 15,0 1-11-15,3-2-23 0,-2 1-21 0,2-4-36 0,1 0-44 16,-4-3-213-16,4 0-462 0,0-1 204 0</inkml:trace>
  <inkml:trace contextRef="#ctx0" brushRef="#br0" timeOffset="41917.25">6860 6283 247 0,'0'-3'279'0,"1"1"-31"0,-1 2-27 0,3-5-24 15,-3 5-20-15,9 2-21 0,1 0-17 0,-1 1-13 16,0 4-13-16,6 1-8 0,2 6-6 0,-3 1-16 15,4 5-4-15,0 3-10 0,-3 2-5 0,-2-1-6 0,-4 5-3 0,-3 0-6 16,-2 0-6-16,-3 2-1 0,-6-1-12 0,-1-1-4 16,-3 2-8-16,-4-5-4 0,-3 3-6 0,-7-3-6 15,-3 0-13-15,-2-5-23 0,1 1-21 0,-7-5-32 16,0 2-38-16,0-7-42 0,-3 2-211 0,-3-4-410 16,2-6 181-16</inkml:trace>
  <inkml:trace contextRef="#ctx0" brushRef="#br0" timeOffset="42224.48">6392 6225 11 0,'-5'-4'242'0,"2"3"-18"0,3 1-34 0,-6-4-18 16,6 4-20-16,0 0-18 0,-15 8-12 0,6 0-15 15,-1 6-9-15,0 3-16 0,-6 7-8 0,1 5-5 0,-3 15-7 16,8-10 0-16,-4 0-14 0,1 12-3 0,8-12-5 16,1-1-1-16,-1 3-4 0,10-6-4 0,0 1-3 15,0-2-2-15,7-4 2 0,-1 1-1 0,9-4-9 16,0 0-5-16,3-1-13 0,6-5-20 0,1-3-63 15,5-5-67-15,1-4-171 0,4-3-348 0,14-4 154 16</inkml:trace>
  <inkml:trace contextRef="#ctx0" brushRef="#br0" timeOffset="42725.6">7705 6537 259 0,'0'0'329'0,"0"0"-3"16,0 0-7-16,0 0-7 0,0 0-8 16,0 0-13-16,-5-3-12 0,5 3-21 0,0 0-24 0,0 0-28 15,0 0-12-15,0 0-22 0,0 0-26 0,0 0-38 16,14-9-39-16,-4 5-52 0,4 0-42 0,5 0-48 15,0-1-43-15,3 1-58 0,1 0-52 0,-2 0-64 16,-1 2-197 0,-2-2-527-16,-5 2 233 0</inkml:trace>
  <inkml:trace contextRef="#ctx0" brushRef="#br0" timeOffset="42888.27">7697 6692 163 0,'-5'2'208'15,"3"3"20"-15,2-5-8 0,-6 1-15 0,6-1-19 0,0 0-17 16,13 3-16-16,0-4-14 0,15-1-33 0,1-2-53 16,6 0-70-16,6 0-101 0,-2-2-165 0,-2 0-306 15,-1 0 135-15</inkml:trace>
  <inkml:trace contextRef="#ctx0" brushRef="#br0" timeOffset="44809.41">9555 6287 87 0,'5'-5'164'0,"-2"3"2"15,1-3-6-15,-3 3-7 0,4-2-2 0,-4 1-6 16,-1 3-8-16,4-2-6 0,-4 2-9 0,4-4-11 16,-4 4-8-16,0 0-6 0,2-2-12 0,-2 2-9 0,0 0-12 15,0 0-5-15,0 0-7 0,0 0-9 0,-20 6-1 16,5 1-5-16,-11 5-6 0,2 5-5 0,-6 0-2 0,1 4-4 15,0 0 0-15,-1 2-2 0,5 0-2 16,-3 0 1-16,1-1-1 0,5-1-8 0,0 2 1 16,3-2-2-16,4 0-3 0,4-7 4 0,3 0-4 0,3-1 3 15,2-3-8 1,0 0 6-16,2 0-4 0,4-2 6 0,1 1-1 16,3-2 2-16,10-2 1 0,4-1 5 0,10-3-6 15,5-4 4-15,1 1-4 0,14-8 1 0,-1-1-4 16,-3-2-1-16,-8 3 8 0,-6-1 20 0,3-3 2 15,-6-2 3-15,0 3 10 0,-6-3 1 0,-1 2 11 16,-9 1 4-16,0-1-2 0,-2 0 2 0,-2-1-5 16,-4 1-2-16,1 1-7 0,-6-1-7 0,-1 0-6 0,-1 1-10 0,-6 3-10 15,2-1-9-15,-9-2-14 0,1 4-14 0,-5-1-10 16,3 3-13-16,-5 2-10 0,1 2-26 0,0 2-27 16,0 0-32-16,4 1-39 0,0 0-45 0,2 1-174 0,2-1-428 15,2 1 189-15</inkml:trace>
  <inkml:trace contextRef="#ctx0" brushRef="#br0" timeOffset="45176">9524 6193 160 0,'-1'-5'340'0,"-3"3"-4"15,4-2-24-15,-5 1-25 0,5 3-33 0,-1-5-20 16,1 5-30-16,-4-3-27 0,4 3-21 0,0 0-28 16,0 0-37-16,0 0-12 0,0 0-8 0,-5 20-11 15,1-2-3-15,-1 9-7 0,-3 3-4 0,0 7-4 16,-3 8-2-16,2 1-9 0,-1 1-1 0,0-12-6 16,2 9 5-16,1-9-6 0,4-3-4 0,-2 0 1 0,4-6-5 0,-1 0 0 15,2-5 0-15,-1-3-4 0,1 0 2 0,-1-6-1 16,1 0-3-16,0 0 1 0,1-2-3 0,-1-3 4 15,0-2-3-15,1 0 2 0,-1 0-1 0,0-2 1 16,0 1 3-16,0-4-1 0,0 4 3 0,0-4-3 16,2 4 0-16,-2-4 1 0,0 0 2 0,0 0-2 15,0 6-7-15,0-6-13 16,0 0-7-16,0 0-21 0,0 0-71 16,0 0-77-16,0 0-72 0,5-17-240 0,1 10-536 15,-1-2 239-15</inkml:trace>
  <inkml:trace contextRef="#ctx0" brushRef="#br0" timeOffset="45623.41">10107 6302 23 0,'5'-2'162'16,"4"4"-9"-16,3 0-10 0,-2 1-9 0,0 1-17 16,3 1 0-16,-3 3-15 0,0 1-10 0,2 3-10 15,-3 1-6-15,0 1-4 0,-4-2-5 0,0 4-8 16,-1 0 0-16,-3 1-3 0,-2 0-4 0,0 0 1 16,-2-1-6-16,-4-1-4 0,-1-1-3 0,0-1-2 15,0-2 2-15,3-3 4 0,-5-1 5 0,6 0 9 16,-1-1 13-16,1-3 18 0,0 1 20 0,3-1 26 0,-3 1 31 0,4-4 36 15,-6 2 10-15,6-2-16 0,0 0-4 0,0 0-5 16,-4-10-20-16,5 4-11 0,2 0-21 16,3-6-17-16,-2 3-11 0,0-2-4 0,1 0-13 0,3 0-17 15,-2 1-7-15,2-1-12 0,-2 2 0 0,2 1-10 16,-3 1-1-16,1 2-4 0,-2 0-12 16,0 1 3-16,-1 1-13 0,0-1-5 0,-3 4-13 0,3-5-44 0,-3 5 20 15,0 0-24-15,9 7-5 0,-3-4-10 0,-3 2 1 0,1 3-6 16,1 0-4-16,-1-1-22 0,1 3-27 15,0 0-27-15,0-1-9 0,-1 3-36 0,0-2-32 16,-1 0-30-16,3-3-283 0,-4-1-583 0,-1-1 259 16</inkml:trace>
  <inkml:trace contextRef="#ctx0" brushRef="#br0" timeOffset="45829.91">10478 6249 154 0,'2'-3'234'0,"2"3"-28"0,-4 0-22 0,10 0-20 0,-3 3-16 0,2 2-9 15,1 2-14-15,0 1-7 0,2 6-14 0,0 3-7 16,2 4-5-16,-4 3-7 0,1 2-8 16,-6 0-9-16,-5 5-5 0,0-3-3 0,-3-1-14 0,-3-3-8 15,-3 5-16-15,-5-4-12 0,-2-3-15 0,-6-2-39 16,-5 3-57-16,-4-5-83 0,-2-4-133 0,-2-2-344 15,1-3 153 1</inkml:trace>
  <inkml:trace contextRef="#ctx0" brushRef="#br0" timeOffset="46124.01">10121 6118 277 0,'-1'-2'265'0,"-3"0"-30"0,4 2-27 16,-11 4-24-16,0 5-21 0,-3 4-17 0,-7 9-14 16,-1 7-16-16,-5 12-15 0,4 5-9 0,-4 0-9 0,8 0-7 15,2-2-8-15,8-9-4 0,8-1-7 0,1-2 1 16,4 2 0-16,5-1-4 0,7-4 4 0,9-4-5 15,6 0-5-15,13 1-7 0,7-3-29 16,-1-3-63-16,5-10-92 0,0-2-267 0,5-4-443 16,-5-6 197-16</inkml:trace>
  <inkml:trace contextRef="#ctx0" brushRef="#br0" timeOffset="48381.66">11982 6049 2 0,'4'-3'180'0,"-1"0"-23"0,-3 3-11 16,9-1-8-16,-5 1-8 0,1 4-12 0,-2 0-4 0,1 0-10 16,-3 4-11-16,-1 1 0 0,1 4-13 0,-5 6-1 15,0 1-4-15,-3 5-9 0,-5 1-6 0,-3 0-7 0,0 3 0 16,-7 0-6-16,-2-2-3 0,-11 9-4 15,-1-2 1-15,8-10-6 0,-1 0-4 0,0-2-5 16,1-4 0-16,3-1 1 16,2-3-4-16,8-6 0 0,3-2 10 0,2-1 30 0,1 0 35 0,3-3 33 0,1 1 45 0,-1-3 5 15,6 0-9-15,-10-4-22 0,7-2 2 0,0-1 4 16,2-2-5-16,-2-2-19 0,3-1-2 0,1-1-17 16,2-1-12-16,0 0-9 0,2 1-10 0,1 2-18 15,-2 1 8-15,-2 2-15 0,2 2-8 0,-1-1-9 16,-2 3-12-16,0 0-19 0,3 3-37 0,-4 1 9 15,18 1 4-15,-8 4-3 16,6 3-1-16,-1 1-31 0,9 5-12 0,0 0-23 16,2 2-22-16,-2 1-31 0,2 2-37 0,-1-1-39 15,1-2-45-15,-2 1-300 0,-2-3-603 0,-3-6 267 16</inkml:trace>
  <inkml:trace contextRef="#ctx0" brushRef="#br0" timeOffset="48799.9">12509 6110 31 0,'4'-5'274'0,"0"-1"-30"0,0 3-28 0,-2 3-18 0,-2 0-23 16,6-4-21-16,-6 4-19 0,0 0-11 15,3-1-14-15,-3 1-9 0,0 0-2 0,3 6-13 16,-6 2-7-16,2 1-7 0,-7 2-4 0,-3 4-9 16,-2-1-5-16,-6 6-7 0,2-2 0 0,-2 0-2 0,-1 1-8 15,4-4-2-15,0 0-6 0,2-1-1 0,-3-4-2 16,6 2-6-16,3-3 3 0,-1-1-4 0,0-1-1 0,4-2 1 16,1-1-7-16,-1 0-3 0,1-2 1 0,1 2-5 15,1-1 3-15,2 1-3 0,0 0 5 0,0 0-7 16,2 2 22-16,1 0-1 0,6 0-5 0,0 2 2 15,0-1-3-15,1-1-1 0,3 3-2 0,4 1-2 16,-2 1-2-16,-1-1 0 0,1 1-2 0,2-2 2 16,-2 0-3-16,1 1 1 15,-2 0 2-15,-5-3-2 0,3 0-2 0,-3 1-3 16,-1-3-11-16,2 2-17 0,-2-2-19 0,1 0-21 16,-4-1-23-16,4-1-12 0,-4 1-33 0,0-2-24 15,-1-1-48-15,-4-1-156 0,9-1-390 0,-9 1 172 16</inkml:trace>
  <inkml:trace contextRef="#ctx0" brushRef="#br0" timeOffset="49236.54">12793 6171 251 0,'5'-1'258'0,"-1"-3"-23"0,1 0-20 0,-1 3-18 0,2-1-25 15,1 0-17-15,2 2-17 0,1 0-12 0,0 0-11 16,3 5-9-16,-1 2-11 0,-1-2-4 0,-1 4-9 0,-1 0-10 16,3 4-6-16,-3 2-5 0,-2-1-5 0,-2 1-5 15,-1 0-7-15,-4 3-6 0,-1-2-4 16,-2 0-3-16,-2 2-8 16,0-1 7-16,-4-1-11 0,-1-4-1 0,1 2 1 15,1-5-5-15,-2 1-2 0,5-4 1 0,-1 3-3 16,2-6 7-16,0 1 5 0,1-1 13 15,1 2 25-15,-1-3 38 0,3-2 36 0,-5 3 37 0,5-3-3 16,0 0-19-16,-1-10-17 0,1 10-14 0,7-15-17 16,0 6 0-16,2-6-23 0,1 1-7 0,3-2-9 15,0 0-11-15,2 2-4 0,-1-1-8 0,0 3-4 16,-5 3-8-16,0 1 0 0,0-1-4 0,-7 6-2 0,5 0-2 0,-3-1-33 16,-2 0-31-16,2 3-19 0,-4 1-1 0,0 0 4 15,10 7-2-15,-7-4 1 0,-2 4 6 0,3 3 0 16,0-1 9-16,-3 4 0 0,6 2-5 0,-5 1-9 15,2-1-21-15,4 1-24 0,-3 0-35 0,1 0-37 16,1-2-46-16,0-6-69 0,2 0-197 0,0-2-530 16,0-4 235-1</inkml:trace>
  <inkml:trace contextRef="#ctx0" brushRef="#br0" timeOffset="49583.92">13625 6029 132 0,'1'-1'267'0,"2"-2"-37"16,-3 3-25-16,0 0-25 0,0 0-21 16,0 0-16-16,0 0-15 0,0 0-14 0,-8 20-11 15,3-7-4-15,-8 5-11 0,0 2-9 0,-6 0-9 16,-2 6-4-16,-1-2-9 0,-2 2-1 0,-2-2-9 0,3-3-2 0,-1 3-5 0,2-2-3 0,8-7-7 15,1-2-3-15,-1 0-2 0,5-5-1 0,4 1-7 16,1-2 4-16,-2-2-6 0,2 0-2 0,0-1-2 16,2 0-1-16,-2 0 0 0,3 0 6 0,1 1 1 15,1 0 0-15,1 2 0 0,2 1 0 0,5 1 0 16,-1-1-1-16,3 4-1 0,1-2 1 0,-1 2-4 16,5-1 1-1,-1 2-4-15,3-3 1 0,5 5 0 0,-4-3 3 16,0-2 0-16,-1 1-4 0,1-1-32 0,-1 1-31 15,0-1-46-15,1-3-56 0,-1 1-253 0,-3-3-443 0,-2-3 196 16</inkml:trace>
  <inkml:trace contextRef="#ctx0" brushRef="#br0" timeOffset="50053.86">14012 6261 73 0,'0'0'264'0,"0"0"-15"0,0 0-16 0,0 0-16 15,0 0-23-15,0 0-16 0,0 0-17 0,0 0-19 16,0 0-4-16,0 0-11 0,3 3-15 0,-3-3-11 0,0 0-9 0,0 0-5 16,9 0-9-16,-3 0-10 0,-6 0-6 0,19-1-7 15,-8-1-4-15,1 0-4 0,1-2-6 16,0 2-1-16,1-2-2 16,-4-2-6-16,8-3-1 0,-5 4-6 0,-2 0 6 0,-1-2 15 0,-1 3 8 0,-2-1 10 0,-1 1 19 15,-1 0 5-15,-2 2-3 0,1-1-12 0,-2-1-11 16,-2 4-14-16,0 0-9 0,-7-3 0 0,7 3-11 15,-22 4-11-15,3 3-2 0,-7 3-4 0,-2 3-1 0,0 4-3 16,1-1-5-16,0 6 1 0,3-2 2 16,6 2-6-16,2 0 1 0,1 2 16 0,5-2-19 15,5-4 0-15,5 2-1 0,4 0 3 0,9 2 0 16,5 1-6-16,5-1-10 0,7-5-41 0,6 0-60 16,11 0-98-16,3-9-340 15,6-1-602-15,2-5 266 0</inkml:trace>
  <inkml:trace contextRef="#ctx0" brushRef="#br0" timeOffset="52404.18">9032 7773 213 0,'0'-7'223'0,"3"4"-15"0,-3-2-13 15,0 5-9-15,3-5-19 0,-3 5-22 0,2-7-15 16,-2 7-15-16,0 0-14 0,5 3-8 0,-5-3-12 31,8 7-7-31,-3 1-6 0,5 2-11 0,-1 4-2 0,-1-1-5 0,2 1-4 0,2 2-6 0,-2 0 0 0,3-2-1 16,-3 2-8-1,5-2-4-15,-2-1-4 0,1-1-1 0,0-3 3 16,2 0 2-16,-3-3-2 0,4-3 2 0,4 0 3 16,0-3 5-16,6-4 0 0,-5 2 2 0,6-6 1 15,-1-1 8-15,-8-1 1 0,6-4 1 0,2 1 0 16,-7-3-6-16,-4 4 3 0,1 1-1 0,-2-4-3 15,-1 4-10-15,0-3 2 0,-2 2-5 0,-5 2-2 16,1 3-4-16,-3-3 1 0,0 5-3 0,-1 0-12 0,-1 1-13 0,0 0-12 16,0 0-17-16,-3 2-30 0,0 2-14 0,0 0-15 15,-8-3-32-15,8 3-19 0,-14 4-40 0,3 0-57 16,1-3-139-16,-2 2-411 0,-2 0 183 0</inkml:trace>
  <inkml:trace contextRef="#ctx0" brushRef="#br0" timeOffset="52720.18">9424 7661 36 0,'-2'-10'298'16,"2"4"-7"-16,0 1-14 0,-1 0-37 0,1 2-21 15,0 3-29-15,0-7-21 0,0 7-23 0,0 0-16 0,0 0-12 0,0 0-18 16,-1 20-11-16,2-4-6 0,-2 9-11 0,1 4-8 15,-4 2-4-15,5 4-10 0,-3-2-2 0,4 13 1 16,-3-10-13-16,2-4-1 0,2 1-6 16,-1-4 0-16,3 1-4 0,-1-1-1 0,-1-3-3 0,1-8-2 15,-1-3 1-15,0-1-2 0,2-4 1 0,-5-1-3 16,1 3-1 0,1-5-3-16,0-2 3 0,1 0 6 0,-1 0 1 15,-2-2-6-15,0 1-1 0,0-4 3 0,0 7-2 16,0-7 2-16,1 3-10 0,-1-3-5 0,0 0-52 15,0 0-55-15,0 0-51 0,0 0-58 0,-8-14-234 16,5 8-484-16,3-3 216 0</inkml:trace>
  <inkml:trace contextRef="#ctx0" brushRef="#br0" timeOffset="53158.41">10050 7681 103 0,'2'-3'238'0,"-2"3"-24"15,7-1-23-15,-7 1-22 0,8 0-18 0,-8 0-15 16,11 8-8-16,-4-4-17 0,2 3-8 0,-2 3-10 16,-1-1-12-16,3 4-7 0,-5 0-8 0,2 3-4 15,-1 0-10-15,-1 0-3 0,-2-1-4 0,0 2-6 16,2 1-6-16,-8-1-6 15,4-5 7-15,-2-1-3 0,0 1-5 0,0-1-2 16,-1-2-5-16,3-3 2 0,-4 2 4 0,4-4 4 16,-3 1 6-16,1-1 22 0,1 0 31 0,1-1 34 15,0-3 33-15,0 0 35 0,-3 4 3 0,3-4-18 16,0 0-23-16,0 0-6 0,4-17-17 0,1 9-11 16,-1-2-15-16,1-2-9 0,3-3-8 0,2 0-14 15,0-1-8-15,-1 0-7 0,4 3-7 0,-5 3-4 0,-2-1-4 16,3 4-4-16,-1-2-13 0,-3 3-4 0,-1 1-8 15,0 1-13-15,-1 2-33 0,0 0-26 0,-3 2-1 0,6 0 0 16,-6 0-7-16,9 4 0 0,-6 2-1 0,2-1-2 16,0 5 0-16,-1 0-9 0,1 1-17 0,1-1-16 15,-2 2-17-15,1-2-24 0,-1 2-19 16,0 0-39-16,0-3-22 0,-2 0-252 16,0 0-524-16,-1-3 232 0</inkml:trace>
  <inkml:trace contextRef="#ctx0" brushRef="#br0" timeOffset="53390.35">10418 7623 130 0,'4'-8'264'0,"-2"1"-22"0,2 3-29 0,0-1-20 16,-1 1-22-16,3 1-20 0,0 1-17 0,2 4-8 15,2 2-8-15,1 2-10 0,0 0-9 0,3 7-6 16,-3 1-10-16,3 2-8 0,-1 7-5 0,-2 5-6 15,-3-2-5-15,-3 2-8 0,0 0-1 0,-6 2-10 16,-1-1-10-16,-5 2-4 0,-1-2-11 0,-5 0-7 0,-2-3-12 0,-4 1-13 16,-2-4-30-16,-4-3-34 0,2 3-50 0,-2-8-37 15,-6-2-194-15,0-2-390 0,1-5 173 0</inkml:trace>
  <inkml:trace contextRef="#ctx0" brushRef="#br0" timeOffset="53675">10098 7465 109 0,'-2'-7'282'0,"-3"2"-22"0,2 1-27 0,0 0-26 0,2 0-21 16,1 4-22-16,0 0-23 0,-15 5-15 0,5 5-14 15,-2 6-14-15,-3 9-10 0,-1 5-8 0,-8 16-8 16,6 3-8-16,-1 0-6 0,4 2-3 0,3-2-6 16,3-1-6-16,8-11-4 0,1-2-2 0,5-2-1 15,4-1 1-15,5-2 1 0,7-2-3 0,4-3 0 16,6-6-11-16,16 5-24 16,3-6-50-16,1-4-86 0,4-8-285 0,5-6-455 15,0-5 202-15</inkml:trace>
  <inkml:trace contextRef="#ctx0" brushRef="#br0" timeOffset="54719.6">11950 7582 250 0,'0'0'230'0,"0"0"-24"0,0 0-19 16,0 0-16-16,0 0-26 0,0 0-12 16,0 0-19-16,0 0-7 0,0 0-13 0,0 0-9 0,0 0-7 15,0 0-7-15,0 0 0 0,0 0-3 0,0 0-6 16,0 0-6-16,0 0-5 0,0 0-6 0,0 0 0 16,10-5-6-16,-4 2-1 0,1-1-4 15,0 2-6-15,1-1 5 0,1-4-5 0,-1 2 1 0,2 1 7 0,-2-5 2 16,-1 4 0-16,1-3-1 0,-2 3 5 0,-2 2 2 15,1-3 2-15,-1 0 0 0,-3 2 9 0,2 3-2 16,0-2-8-16,0-1-10 0,-3 4-7 0,0 0-12 16,0 0-5-16,-19 0-3 0,8 0-4 0,-6 7 2 0,-1 2-1 15,-6 7-5-15,0 0 3 0,1 2-4 0,1 4 5 16,4-1 1 0,1 0-6-16,3 3 1 0,5-8-1 0,2 1 0 15,2 4 1-15,1-4-2 0,5 2-4 0,4-1 2 0,4-1-2 16,6-3-1-16,8 1-12 15,8-3-24-15,4-3-38 0,3-2-67 0,19-6-68 16,-3-3-213-16,2-1-463 0,-3-3 206 0</inkml:trace>
  <inkml:trace contextRef="#ctx0" brushRef="#br0" timeOffset="55140.32">12938 7385 95 0,'2'-2'287'0,"-2"2"-19"0,4-6-33 0,-4 6-24 16,1-3-15-16,-1 3-30 0,0 0-21 0,5-2-18 15,-5 2-18-15,0 0-14 0,0 0-8 0,-5 14-11 0,1-6-11 0,1 4-6 16,-8 2-2-16,2 2-8 0,-11 4-3 0,2 2-6 16,-1-1 0-16,-4 1-5 0,2-2-3 0,2 4-4 15,1-4-3-15,8-3-5 0,-4-3 3 0,3-1-4 16,-1-2-3-16,4 0-2 0,2-5-2 0,2 1 2 16,-1-1-3-16,1-2 2 0,-1 0-6 0,4 3 2 15,1-3 1-15,-1 0 2 0,3 3 1 0,3-1-3 0,4-1-5 0,0 2 5 16,5 0 0-16,3 0 1 0,8 3 1 0,2 1-3 15,0-1-2-15,2 0-3 0,-1-1 1 0,1 1 1 16,1-1-2-16,-7 0-14 0,7 0-25 0,-10-4-35 16,2 3-35-16,-3-1-53 0,1-5-53 15,-8 1-168-15,2 0-410 0,-4-3 182 0</inkml:trace>
  <inkml:trace contextRef="#ctx0" brushRef="#br0" timeOffset="55595.6">13246 7473 252 0,'1'-3'253'15,"4"0"-27"-15,-5 3-25 0,9-3-21 0,-4 2-21 16,4-1-14-16,4 4-15 0,-3 0-14 0,0 0-8 15,4 4-13-15,0 3-11 0,2-1-9 0,-7 2-11 0,3 3-1 16,1-2-10 0,-8 1-9-16,3 0-6 0,-4-2-7 0,-1 10-8 15,0-4-6-15,-3 1-4 0,-3 0-1 0,0 0-2 16,-5-1-1-16,0 0-5 0,-1-3 2 0,4-1 1 0,-5-6-1 16,6 1 0-16,-2-2 5 0,3 2 11 15,-2-5 10-15,0 4 25 0,1-2 19 0,2-2 21 16,2-2 22-16,-3 3 5 0,3-3-4 0,0 0-13 15,0 0-12-15,4-17-9 0,0 10-10 0,5-3-10 0,2-6-9 0,4-6-7 16,3 3-7-16,4-1-4 0,-5 1-6 0,3 1-5 16,-6 5-5-16,2 0 4 0,-6 4-15 0,-1 4 2 15,-2-1-1-15,-3 0 0 0,3 2-20 0,-3 3-16 16,0-2-18-16,-4 3-8 0,6 0 2 0,-6 0 1 16,4 4 1-16,-3 4 3 0,-1-3 3 0,1 5 5 15,0-1 3-15,-1 1 2 16,0 7 6-16,3 0 1 0,0-1-11 0,0 2-21 15,1-3-22-15,4 1-27 0,-1-2-31 0,3 1-37 16,3-3-65-16,-1-5-196 0,-2 0-466 0,8-2 207 16</inkml:trace>
  <inkml:trace contextRef="#ctx0" brushRef="#br0" timeOffset="56012.18">14288 7306 161 0,'0'0'243'16,"0"0"-23"-16,4-2-25 0,-4 2-20 0,0 0-18 15,0 0-22-15,0 0-11 0,0 0-13 0,0 12-7 16,-3-6-15-16,1 3-9 0,-2 2-5 0,-5 4-5 15,0-1-10-15,-5 8-8 0,0 0 1 0,-5-2-6 16,1 1-5 0,-2 1-3-16,-1 2-7 0,2-4-2 0,1 2-2 0,3-1-2 15,1-7 2-15,2 1-10 0,3-5 2 0,3 0-1 16,-2-1-1-16,3 0-3 0,1-1-3 0,0-2-1 16,3 4 2-16,1-4-4 0,0 3 2 15,1-3-5-15,3 3 5 0,4-1 0 0,-2 4-1 0,7 0 0 16,-3-1-4-16,7 2 6 0,0-2-4 0,-1 1-2 15,2-2-1-15,1 3 2 0,5 0 1 0,-6-2-3 0,2-2 0 16,-1 1 5-16,-3-1-6 0,2-2-12 0,-1 2-18 16,-6-4-29-16,2 2-35 0,-4-5-40 0,4 2-68 0,-6-3-159 15,0-1-386-15,-7 0 170 0</inkml:trace>
  <inkml:trace contextRef="#ctx0" brushRef="#br0" timeOffset="56712.59">14757 7335 87 0,'3'-1'216'0,"-3"1"-24"0,1-3-21 16,-1 3-19-16,0 0-9 0,0 0-12 0,9 7-12 16,-8-3-16-16,-1 5-6 0,0 0-4 0,-2 2-11 15,-2 3-6-15,-1 0-5 0,-3 2-5 16,-1 1-7-16,-4 0-2 0,-1 4-9 0,-4-1 5 16,0 0-9-16,-2 1-3 0,0 1-8 0,2-5 1 0,1-4-3 15,4 0-3 1,-2-3-3-16,6-5 3 0,3 0 0 0,2 1 10 15,-2-3 18-15,2 1 36 0,0 0 38 0,0-2 30 16,0-1 31-16,4-1-13 0,0 0-10 0,-4-7-6 0,3 1-10 16,2-1-17-16,-1-2-17 0,4-3-16 15,0-1-10-15,4-2-11 0,2 1-10 0,-4 1 0 16,2 2-14-16,0 4-4 0,-1-1-14 0,-3 4-7 16,1-2-6-16,0 4-28 0,0 0 9 0,2 2-18 0,2 2 1 0,1 0 2 15,2 4-21-15,1 5-10 0,2-4-14 0,2 5-23 16,5 4-19-16,0 2-21 0,1-2-31 0,-1 1-33 15,-1-1-43-15,2 0-46 0,-4-5-275 0,-2 0-589 16,2-2 261-16</inkml:trace>
  <inkml:trace contextRef="#ctx0" brushRef="#br0" timeOffset="56975.25">15202 7520 123 0,'0'0'256'15,"0"0"-24"-15,0 0-12 0,0 0-24 0,0 0-13 16,0 0-13-16,23-4-9 0,-10 1-22 0,7 0-15 16,9 0-12-16,3-2-12 0,4 3-2 0,1-2-17 15,3 3-9-15,12-5-6 0,-1 2-7 0,-14 2-18 16,-1-2-22-16,-4 3-25 0,-2-2-22 0,-10 2-28 15,-3 0-34-15,-5 0-30 0,-1 1-46 16,-7-2-165-16,-4 2-360 0,-2-3 160 0</inkml:trace>
  <inkml:trace contextRef="#ctx0" brushRef="#br0" timeOffset="57218.73">15435 7408 92 0,'0'0'341'0,"-2"-2"-14"0,2 2-27 0,0 0-26 16,0-4-32-16,0 4-25 0,0 0-15 15,0 0-40-15,0 0-19 0,0 0-16 0,0 0-17 0,0 0-12 16,-1 15-13-16,2-5-3 0,-2 2-10 0,1 4-4 16,0-3-7-16,3 4-9 0,-1 1-4 0,-1 1-2 0,0-1-4 15,2 0-4-15,1 1-12 0,0-2-27 0,-2-3-24 16,1-1-34-16,-1-2-36 0,1 2-41 0,1-5-50 0,0 2-59 15,-2-2-173-15,1-2-454 0,-1-2 201 16</inkml:trace>
  <inkml:trace contextRef="#ctx0" brushRef="#br0" timeOffset="57598.93">15956 7250 219 0,'0'0'279'0,"2"-5"-29"0,-2 5-26 0,4-5-22 0,3 4-22 16,-1 1-20-16,7-1-13 0,6 1-12 0,0 2-18 15,0 2-13-15,8 2-7 0,-1 5-4 0,-2 1-20 16,-5-3-4-16,2 8-9 0,-5-5-9 0,-3 2-11 15,0 3-8-15,-6-2-2 0,1 2-12 0,-4 2-5 0,-4 1-1 0,-4-1-4 32,-5-1-4-32,-1 6 1 0,-7-3-5 0,0 0 1 15,-3-1 0-15,0-3 0 0,-1 0 5 0,5-8-8 16,-2 3 4-16,4-4-1 0,5 0 0 0,-3-4 1 16,7 0 2-16,0-1 0 0,1 0 5 0,-1 1-1 15,0-1 1-15,1-2 11 0,4-1 8 0,-1 4-4 16,1-4 0-16,0 0-2 0,7 5-5 0,5-5-6 0,1-2-27 15,9 0-38-15,6 0-61 0,2-1-70 0,-3-3-223 0,1-1-441 16,2-1 195-16</inkml:trace>
  <inkml:trace contextRef="#ctx0" brushRef="#br0" timeOffset="57937.99">16583 7343 44 0,'0'0'261'0,"0"0"-33"0,0 0-21 16,0 0-26-16,0 0-18 0,0 0-20 16,0 0-12-16,-2 13-15 0,-1-8-11 0,1 3-9 15,-2 0-12-15,-3 4-9 16,2-1-3-16,-4 4-9 0,2 2-7 0,-1-3-5 16,-2 1-1-16,1-1-6 0,1 1-9 0,2-3 1 15,-2-4 0-15,4 0-5 0,2-4-4 0,-2 1-1 16,1-1 2-16,-1 1 1 0,3-2 40 0,1-3 35 15,-4 5 36-15,4-5 32 0,0 4 27 0,0-4-10 16,0 0-14-16,0 0-20 0,0 0-14 0,5-13-18 16,2 6-11-16,-2 0-13 0,4 0-10 0,-3 0-17 0,2 2-3 0,0 0-11 15,-2 0-3-15,2 2-12 0,-1 0-5 0,0 1-17 16,0 0-16-16,2 1-28 0,-1-1-25 0,2 4-20 16,2 0-18-16,-1 0-28 0,0 1-28 0,1 4-41 15,-3-3-47-15,5 0-48 16,-5 0-285-16,-1-1-609 0,-2 0 269 0</inkml:trace>
  <inkml:trace contextRef="#ctx0" brushRef="#br0" timeOffset="58200.97">16436 7390 180 0,'-5'-1'298'0,"-3"-2"-7"0,3 3 10 0,5 0-5 0,-5-1 3 15,5 1-3-15,-7-3-14 0,5-1-27 16,2 4-22-16,0 0-23 0,18-7-26 0,1 2-18 16,17-4-19-16,13 1-11 0,4-2-29 0,1 2 4 15,5-2-14-15,-3 2-13 0,-6-1-5 0,2 1-14 0,-18 4-17 16,0-1-12-16,-3 1-8 0,-3-1-12 0,-9 1-4 0,-6 0-9 16,-1 4-12-16,-3-3-23 0,-2 3-26 0,-2-2-32 15,1 0-27-15,-6 2-33 0,0 0-48 0,0 0-59 0,-19-1-302 16,9 1-604-16,-4 0 267 0</inkml:trace>
  <inkml:trace contextRef="#ctx0" brushRef="#br0" timeOffset="79875.3">6991 9735 166 0,'0'0'175'0,"0"0"-1"0,-2-4 6 16,2 4-11-16,-1-5-9 0,1 5-2 0,0 0 1 15,-3-5-3-15,3 5-6 0,0-6-3 16,0 6-4-16,0 0-11 0,0 0-5 0,-1-4-6 0,1 4-5 0,0 0-10 16,0 0-8-16,0-4-13 0,0 4-10 0,0 0-4 15,0 0-14-15,4-3-8 0,1 1-5 0,1 1-8 16,-6 1-7-16,16 0-5 0,-5 1-3 0,1 1-10 16,-1-1-11-16,3 3-5 0,3-2-4 0,-6 5-4 0,1-1-8 15,4 1-14-15,-4 2 5 0,-3-1-3 16,1 1-7-16,-1 5 0 0,-2 1 1 0,-2 0 6 0,-1 2 4 15,-4 0 2-15,-4 9 4 0,-4-2 4 16,-1 1 1-16,-5-1 3 16,4-7 2-16,-8 7-1 0,0-5 3 0,4-3 1 15,1-3 0-15,1 0 2 0,0-2 4 0,-1-1-2 16,3-3-1-16,1 1 2 0,4-4-2 0,0 1 2 16,-2 0 2-16,4-2 8 0,-1-1 10 0,2 0 24 15,2-2 10-15,0 0-5 0,0 0-6 0,0 0-8 16,13-19-5-16,0 5 7 0,5-7-11 0,2 0 1 15,7-3-4-15,-4 0 0 0,4-2-4 0,-3 3-1 0,-2-3 6 0,4 7-8 16,-4-2-2-16,-1 1 2 0,-7 6-1 0,0 2 9 16,-4 3 12-16,-1 0 8 0,-1 1 0 0,-2 2-4 15,-1 1-3-15,-1 2-6 0,0 0-7 0,0-2-4 16,-1 4-9-16,-3 1-15 0,2-3-7 0,-2 3 0 16,0 0 1-16,-5 12 4 0,-3-5-3 0,0 3 1 15,-2 3-2-15,0 3 3 0,0-1 3 0,0-1-2 0,2 3 0 16,0 0 2-16,2 0 0 0,2 0-1 0,0-1-4 0,4-3-3 15,2 4 3-15,0-2 0 0,6 1 2 0,-1-3 1 16,5 0-1-16,7-2-15 0,5-1-27 0,7-1-44 16,6 1-57-16,17-8-63 0,-17-2-197 0,3 0-448 15,9-2 198-15</inkml:trace>
  <inkml:trace contextRef="#ctx0" brushRef="#br0" timeOffset="80213.7">8027 9890 193 0,'0'0'265'0,"0"0"-24"0,0 0-14 0,0 0-12 0,0 0-13 16,0 0-22-16,0 0-16 0,-5-2-14 15,5 2-16-15,0 0-14 0,0 0-15 0,0 0-13 0,19-2-7 16,-9-1-13-16,4 1-31 0,3 2-27 0,2-3-37 15,1 1-42-15,-2 2-33 0,3-3-46 0,-2 2-46 0,-2-2-140 16,3 2-358-16,-10-1 158 0</inkml:trace>
  <inkml:trace contextRef="#ctx0" brushRef="#br0" timeOffset="80398.62">8031 10040 11 0,'-9'5'161'15,"1"-2"6"-15,3 1-4 0,1-1 7 0,-1-1 3 0,0 1-1 0,5-3-17 0,-4 1-12 16,4-1-16-16,0 0-12 0,18 0-13 0,-5-1-10 0,6-3-7 16,8-2-15-16,1 1-41 0,2 4-54 0,2-3-52 15,3 0-93-15,-2-4-108 0,-1 3-300 16,3-4 133-16</inkml:trace>
  <inkml:trace contextRef="#ctx0" brushRef="#br0" timeOffset="80815.39">9073 9876 19 0,'0'0'252'0,"0"0"-25"0,0 0-24 15,0 0-23-15,0 0-17 0,8-8-16 16,0 5-15-16,2-1-11 16,0 2-17-16,4-1-9 0,5-1-9 0,2-1-7 15,-3 2-9-15,2-3-8 0,2 1-8 0,-3-1-2 0,8-1-9 16,-7 2-8-16,1-2-11 0,-3 2 7 16,-3-2-2-16,-2 0-4 0,-1 2 8 0,-1-2 5 15,-1 2 9-15,-2 2 5 0,-3-1 3 0,0-1-10 16,-4-1-10-16,0 0-1 0,-2 2-5 0,-4 0-5 0,-1 3-1 15,-7-2-6-15,0 2-2 0,-7 3-1 0,-10 1-5 0,2 5-1 16,-5 1-3-16,-2 3-1 0,5 0 1 0,-1 3-7 16,3-2 3-1,1 3-1-15,7-1-4 0,3-1 5 0,3-2-8 0,3 5-2 0,4-1 5 0,3 0-2 0,4 2 5 16,5 0 2-16,10 3 2 0,6-3 2 0,9-1-1 16,18 0 3-16,6-5-8 0,7-1-37 0,30-1-65 15,5-10-67 1,-30-1-231-16,33-5-433 0,-33-1 191 0</inkml:trace>
  <inkml:trace contextRef="#ctx0" brushRef="#br0" timeOffset="81300.17">11089 9777 230 0,'0'0'276'0,"0"0"-21"0,0 0-24 0,0 0-23 16,0 0-25-16,-3-5-19 0,3 5-19 15,0 0-21-15,0 0-15 0,0 0-15 0,0 0-10 0,0 0-11 16,0 0-8-16,0 0-6 0,0 17-11 0,0-14 0 15,-1 5-6-15,1-2-3 0,-3 1-4 0,3-2-5 0,0 3 0 16,-1 1-4-16,1-1-1 0,-4 0-5 0,4 0 0 0,0-1-1 16,-1 3-2-16,-2-3-1 0,3 0-9 0,-1 1-23 15,-2-2-2-15,2 0-24 0,1-1-23 16,0 2-10-16,-1-3-13 0,-3-1-16 0,0 2-27 16,4-5-48-1,-5 0-155-15,5 0-363 0,-9-10 161 0</inkml:trace>
  <inkml:trace contextRef="#ctx0" brushRef="#br0" timeOffset="81463.14">11109 9565 329 0,'1'-4'308'0,"1"-1"-19"0,-1 1-26 16,-1 1-28-16,1-2-28 0,-1 5-20 0,0 0-20 0,1-4-33 0,-1 4-40 15,3-3-48-15,-3 3-37 0,0 0-37 0,13 2-42 16,-6 1-44-16,4-1-64 0,-1 1-135 0,-3 1-340 15,2 0 151-15</inkml:trace>
  <inkml:trace contextRef="#ctx0" brushRef="#br0" timeOffset="81832.67">11577 9667 87 0,'0'0'212'16,"2"1"-22"-16,-2-1-17 16,0 0-22-16,0 0-18 0,0 0-13 0,0 0-17 15,0 5-6-15,0-5-12 0,0 0-6 0,-5 8-10 16,3-4-8-16,-2-1-7 0,1 2-4 0,-1 1-5 16,0-1-6-16,1 0-5 0,0 0-3 0,-1 2-6 15,2-2 2-15,1 1-9 0,-1 1-2 0,1-1-1 16,1 3 3-16,0-3-3 0,3 1-2 0,0 2 0 15,1-2-1-15,1 1-4 0,0 2 1 0,2-3-5 0,-1 3-3 16,3-1 4-16,-4-1 2 0,0 0 0 0,0 0-4 16,-1 0-1-16,0-3 5 0,0 2-8 0,-2-2 1 0,1 0 1 15,-3-1 2-15,0 1 0 0,-3-1 9 0,0 1-2 16,-4-1-4-16,2 0 0 0,-4-1 8 0,-2 1-5 16,0-1-3-16,0 2 1 0,-3-5-4 0,1 4 3 15,-1-2-9 1,1 3-30-16,-2-4-33 0,3 1-55 0,1-4-196 15,-1 0-344-15,6-2 153 0</inkml:trace>
  <inkml:trace contextRef="#ctx0" brushRef="#br0" timeOffset="82317.92">12656 9561 199 0,'2'-5'274'0,"-1"-2"-8"0,0 5-14 0,1-3-19 0,-2 5-11 16,1-7-33-16,-1 4-21 0,0 3-23 0,1-2-16 15,-1 2-21-15,0 0-13 0,0 0-11 0,0 0-10 0,3 17-8 16,-3-5-11-16,1 3 6 0,-4 1-17 0,2 5-4 0,0 4-3 16,0-1-2-16,-2 3-7 0,0-3-3 15,0 2-3-15,0-1-1 0,0-4-4 0,2-3 2 0,-4-1-2 16,4 3-8-16,-2-2 5 0,1-6-4 16,2 1-21-16,-3-4-14 0,1 4-18 0,-1-4-15 0,3 1-24 15,-1-4-11 1,-1 2-22-16,0-5-12 0,-2 1-38 0,0-2-209 15,4-2-404-15,0 0 179 0</inkml:trace>
  <inkml:trace contextRef="#ctx0" brushRef="#br0" timeOffset="82602.33">12313 9815 146 0,'-8'0'164'16,"8"0"-9"-16,-8 0-3 0,8 0-10 0,0 0-14 15,0 0-10-15,0 0-5 0,18-5-11 0,0 4-10 16,5-2-8-16,12 1-13 0,2-1-8 0,1 1 1 16,13-1-6-16,3-2-9 0,-3 1-4 0,-13 3-4 15,2-1-7-15,-7 1-1 16,0-1 0-16,-7-1-4 0,-7 2-2 0,-6 0-2 16,-3 1-3-16,-1-2 1 0,-3 0 1 0,2 2-3 15,-8 0-1-15,8 0-10 0,-8 0 2 0,0 0-2 16,0 0-5-16,0 0-9 0,0 0-7 0,-26 4-10 15,16-3-9-15,-2 3-18 0,2-3-21 0,1 0-26 16,2 2-32-16,-1-3-158 0,0 0-309 0,0 0 136 16</inkml:trace>
  <inkml:trace contextRef="#ctx0" brushRef="#br0" timeOffset="83335.1">13073 9628 324 0,'1'-6'351'15,"0"6"-13"-15,-1 0-28 0,3-5-9 0,-3 5-31 0,3-3-25 16,-3 3-31-16,0 0-28 0,1-4-17 16,-1 4-15-16,0 0-29 0,0 0-26 0,0 0-15 0,0 0-10 31,1 12-10-31,-1-2-9 0,0-1-4 0,-1 3-6 0,0 3-7 15,-2 4-1-15,0-1-4 0,0 1-5 0,-6 9 0 16,4-9-10-16,1-1-7 0,-4-1-14 0,6-1-9 16,-2-3 1-16,0-4-13 0,0 2 3 0,4-5-4 15,-1 2-1-15,0-3 3 0,1-1 8 0,-3-1 7 16,3 1 27-16,0-4 25 0,0 5 18 0,0-5 23 16,0 0-10-16,0 0 2 0,0 0-6 0,0 0-11 0,13-12-3 0,-7 5-8 15,3 0-11-15,-1-1 13 0,2-1-22 0,-1 1 2 16,-1 2-6-16,-2 0-4 0,0 1-5 0,1 3 0 15,-3-1 11-15,-2 1-27 0,1-2-5 0,-1 2-19 16,-2 2-18-16,5-3-11 0,-5 3-6 0,7 0-1 16,-7 0 6-1,0 0 1-15,9 5 2 0,-3-1 0 0,-3-2-5 16,1 2-1-16,3 0 4 0,-2 1 8 0,0 0 0 0,4-1 10 16,-1-1 2-16,1-1 3 0,0 3 4 0,1-3 3 15,0 2 2-15,3-4 3 0,1 1 4 0,-2-1 2 16,1-1 2-16,0-2 1 0,2 1 1 0,-1-4 2 15,-2 4 6-15,4-5 9 0,-1 0 4 0,-4 2 2 16,-2 0 2-16,0-2 18 0,-1 0 6 0,-2 3 6 16,2-4 11-16,-4 5 4 0,1 0-4 0,-5-2-5 0,3 0 1 15,-2 1-20-15,0 1-7 0,-1 3-7 0,-5-4-11 16,0 1-1-16,1 2-5 0,-7 2-4 0,-1 2 6 16,-3 3-6-16,2-1-6 0,-2 2-2 0,3 1 2 0,1 1-7 15,2-1-15-15,0 2-2 0,4 0 5 0,1 1 3 0,1 1 4 16,3 3-2-16,5 2 4 0,5-2 3 0,3-2 4 15,9 4 8-15,0-4-3 0,6-1 5 0,0-2 0 16,3-3-2-16,1 0 3 0,-2-4-1 0,0 0-2 16,1-1 2-16,-10-2 1 0,0 2 15 0,-5-2 14 15,-2 0 19-15,-2 0 18 0,-6 1-3 0,3-2 10 16,-4-1-4-16,2 2-3 0,-7 0-15 0,9 0-3 16,-9 0-6-16,6 0-5 0,-6 0-27 0,0 0-39 15,0 0-31-15,9 0-40 16,-9 0-43-16,0 0-55 0,0 0-69 0,4 4-80 15,-4-4-189-15,0 0-579 0,0 0 256 0</inkml:trace>
  <inkml:trace contextRef="#ctx0" brushRef="#br0" timeOffset="84621.69">14661 9535 115 0,'2'-4'295'0,"0"-1"-7"0,-1 0-21 16,-1 1-20-16,2-2-25 0,-1 4-24 0,0-1-23 16,-1 3-18-16,0 0-28 0,2-5-37 0,-2 5-31 0,0 0-7 0,0 0-9 15,2 20-6-15,-2-3-4 0,-2 2-4 16,0 9-1-16,-2 2-13 0,3 3 8 0,-4-1-4 15,-1-1-4-15,2 3-6 0,-2-1 1 0,4 0 0 0,-2-1 0 16,1-2-1-16,1-1 3 0,1-4-3 0,0-3-3 16,-1-6 1-16,2-1-1 0,-1-3 1 0,2-2-3 15,-2-2 4 1,1-3-2-16,-1 1 4 0,2-1 8 0,-1-3 19 16,0-2 30-16,-1 5 24 0,1-5 30 0,0 0-3 0,0 0-8 15,0 0-17-15,0 0-8 0,-4-22-28 16,5 10-4-16,-1-5-20 0,0 0-10 0,3 0-7 15,1-4-13-15,1 1-3 0,1 2-1 0,-2 0-4 16,2 2 8-16,-1 4-4 0,-1 2-2 0,0 0 3 16,1 2-2-16,1 1-5 0,2 0 0 0,0 1 0 0,1 2-4 0,1 0 1 15,3 3 0-15,0 1-1 0,1 0 0 0,0 3-13 16,1-1-6-16,4 6-11 0,-7-4-4 0,3 4 3 16,-2-1-7-16,-1-2-6 0,-2 4-3 0,-3-3-7 15,-2 0-6-15,1 1-5 0,-3-1 5 0,0-2 10 16,-3 1 7-16,-3 1 4 0,-3-2 8 0,-3 2 2 15,-9 1 6-15,3-3 3 16,-3 0 2-16,1-2 6 0,-2 1 4 16,0-3 1-16,1 1-2 0,5-6 5 0,-1 5 1 0,3-3 4 15,-1 1 0-15,3-1 11 0,4 2 5 0,-2-5-17 16,3 1-31-16,5 3-8 0,4-5-9 0,5 2 2 16,3-3-3-16,6 2-9 0,8-2-16 0,1 1 2 15,5 2-4-15,2-2 3 0,-1 2 9 16,4 2 9-16,2-3 0 0,-4 0 12 0,15 1 2 0,-14-2 3 0,-1 3 9 0,0 0-2 15,-3-2 9-15,-5 1 4 0,-7 4 8 16,-5-3 35-16,-2-1 18 0,-3 3 31 0,-2-1 16 16,-2 0-1-16,-2 2-7 0,-2-2-9 0,-1-2-5 15,-2 5-9-15,0 0-10 0,-10-5-1 0,3 2-5 0,-1 2-2 16,-2 0-5-16,-4 1 1 0,-4 0-5 0,-1 0-5 16,-2 1-5-1,3 3-2-15,0-1 3 0,2 2-3 0,-1 1-5 0,0 0 5 0,5 3-8 16,1-4-3-16,1 4 1 0,3-1 1 0,-1 1-1 15,1-1 1-15,5 1-2 0,-1 0 6 0,5-2 3 16,-1 0-1-16,4 2 3 0,3-2-5 0,3-2-1 16,5 2 3-16,-1-2 4 0,5-2 0 0,2-1 1 15,-3-2 0-15,3 0 2 0,0-2-6 0,-2 0 2 16,-3 0 1-16,-2-2 10 0,-5 1 16 0,3-1 8 16,-3-1 15-16,-1 0 4 0,-1 1 5 0,-3-1-1 15,1 1-5-15,-2-1-7 0,-1 0-15 0,-2-1-10 16,0 2-11-16,-2-1-11 0,0-2-11 0,-2 2-16 15,-2 3-13-15,0-5-9 0,-1 4-13 0,1 0-17 16,-1 0-14-16,3 2-16 0,3 1-22 0,-12-1-18 16,8-3-41-16,4 4-182 0,-6 0-393 0,6 0 174 0</inkml:trace>
  <inkml:trace contextRef="#ctx0" brushRef="#br0" timeOffset="84900.35">15590 9726 252 0,'0'0'322'0,"1"-3"-12"15,-1 3-22-15,3-2-24 0,-3 2-28 0,1-5-23 16,-1 5-20-16,0 0-28 0,0 0-23 0,4-2-19 16,-4 2-13-16,0 0-24 0,0 0-14 0,0 0-9 15,3 8-6-15,-3-8-8 0,1 9-4 0,-1-4-1 16,0 2-7-16,0 2-3 0,1-4-6 0,-1 7 2 0,3-7-7 15,-3 7-17-15,0-3-11 0,0 0-13 0,-3-2-11 16,3 0-14-16,-1 1-11 0,1-1-11 0,0-2-5 0,-1 1-8 16,-2-1-18-16,3 0-7 0,-4 0-4 0,3-3 1 15,1 2-6-15,0-4-22 0,0 0-72 0,0 0-122 16,0 0-355-16,-14-8 157 0</inkml:trace>
  <inkml:trace contextRef="#ctx0" brushRef="#br0" timeOffset="85038.38">15534 9506 109 0,'0'-8'293'0,"1"-1"-3"0,-1 3-20 16,0 0-14-16,0 1-24 0,2 2-28 0,-2-2-20 15,0 5-27-15,2-7-40 16,-2 7-42-16,1-2-35 0,-1 2-36 0,12 2-42 16,-6 2-33-16,5 2-42 0,-4-1-70 0,2 2-122 15,1 0-329-15,2-1 145 0</inkml:trace>
  <inkml:trace contextRef="#ctx0" brushRef="#br0" timeOffset="85554.83">15870 9639 131 0,'0'4'143'0,"0"-4"-12"0,0 0 3 0,3 8-13 15,-3-5-12-15,1 2-9 0,-1 1-7 0,1 1 4 16,-1 1 2-16,0 1-19 0,0-4-12 0,0 3-5 15,2-1-3-15,-1-2-6 16,0 2-7-16,-1-4 0 0,1 1-4 0,1 0-2 16,-2 0 12-16,0-4 31 0,1 4 27 0,3-1 21 0,-4-3 9 15,7 0 4-15,-7 0-8 0,11-4-5 0,-4 0-13 16,5 0-13-16,-1-3-19 0,0 1 2 0,1-1-9 16,-1 3-12-16,0-2-8 0,-1 2-5 0,-1 0-8 15,0 0-9-15,0 3 8 0,0-2-19 0,0 3-5 16,0 0-2-16,-3 0-9 0,2 0-5 0,1 4-7 15,0-1-1-15,-3-1-4 0,3 3 0 0,0 3-9 0,1-1-3 16,-2-2-4-16,2 2-7 0,0 2-2 0,-1-5-3 16,-1 1-1-16,-1-1 4 0,0 1 2 15,0-3 5-15,-2 0 7 0,1-2-1 0,1 0 3 16,-7 0 2-16,12-3 2 0,-5-3 2 0,0 1 3 16,2-3 8-16,-4-1 9 15,0-3 4-15,2 2 8 0,-2-6 3 0,4 1 1 16,-4-2 0-16,3 0 5 0,-3-6 7 0,0-3 4 15,4 1-2-15,-2 0-2 0,-1 2-1 0,-1 6 0 16,0 0 9-16,1 3 6 0,-3 2-3 0,-1 5-4 16,0 0-7-16,-1 0-7 0,1 4-30 0,0-2-27 15,-2 5-12-15,0 0 0 0,0 0 4 0,0 0 2 16,-3 22 4-16,-1-6 6 0,2 2-4 0,-3 1-20 0,-2 6-21 0,4 2-15 16,-4-1-15-16,3-3-27 0,2-5-10 0,-2 1-16 15,0-2-18-15,-1-2-14 0,4-3-25 0,-3-3-176 16,1-2-415-16,1-2 184 0</inkml:trace>
  <inkml:trace contextRef="#ctx0" brushRef="#br0" timeOffset="85786.31">16149 9634 43 0,'-4'-2'215'0,"4"2"-4"0,-7-4-8 0,6 1-8 16,1 3-15-16,0 0 5 0,-5-3-23 0,5 3-18 15,0 0-14-15,19-3-11 0,-1 3-10 0,10-4-12 16,8 0-10-16,1 3-11 0,21-4-8 0,2 2-3 15,2-1-6-15,3-1-3 16,-1 0-3-16,-5 3-6 0,-3-2-3 16,-16 0-5-16,-1 2-3 0,-4-1-9 0,-7 0-3 15,-10 2-21-15,-4-2-11 0,-4 2-19 0,2 0-17 16,-6 1-12-16,-2 0-37 0,-4 0-25 0,0 0-38 0,0 0-207 16,-22-4-392-16,5 1 173 0</inkml:trace>
  <inkml:trace contextRef="#ctx0" brushRef="#br0" timeOffset="86610.98">17765 9586 193 0,'0'-4'198'0,"0"4"-25"0,0 0-18 0,0 0-15 0,0 0-17 15,0 0-10-15,0 0-19 0,-10 8-12 16,2 1-2-16,-4-1-10 0,1 6-9 0,-3-1-12 16,1 3 0-16,1-1-10 15,2 0 0-15,0-2-1 0,1 1-6 0,3 1-4 16,1-5-6-16,1 1-5 0,3 0 4 0,0-3 4 15,-1 1-5-15,4-3 9 0,2 1 4 0,-1 0 16 16,5-6 9-16,2 6 3 0,2-6-3 0,2-2 8 16,4-3 0-16,0 0 2 0,2-1 5 0,-2-3-3 15,-3 1 4-15,1-4-5 0,0 4 3 0,-2-6-7 16,-1 4-2-16,-5-1-6 0,-3-1-6 0,1 0-5 0,-1 1 3 0,-2-2-25 16,-2 2-6-16,-5-4-1 0,2 2-13 0,-2 2-9 15,-4 0-5-15,-2-4-10 0,0 7-7 0,-2 0-8 16,2 0-12-16,-8 2-7 0,0 0-7 0,8 3-12 15,-3 2-13-15,-1-1-27 0,1 1-8 0,5 1-31 16,1-1-46-16,7 0-153 0,-8-1-378 0,8 1 167 16</inkml:trace>
  <inkml:trace contextRef="#ctx0" brushRef="#br0" timeOffset="86988.04">18207 9297 42 0,'3'-3'250'0,"-2"-1"-30"0,2 1-24 16,-3 3-23-16,0 0-19 0,0 0-16 0,0 0-19 15,-4 18-14-15,-3-2-6 0,1 6-10 0,-4 5-13 16,2 0-4-16,-1 4-12 0,-1 2-3 0,4-2-7 16,0-2-8-16,1-1-5 0,4 1-1 0,0-3-8 15,2 1 0-15,-1-8-6 0,3-1 7 0,3-1-6 0,-3-3-1 16,1 2-1-16,-1-5-5 0,1-5 2 0,1 1 3 0,-4-2 5 15,3 3 4-15,-2-6 16 0,0 1 18 0,2 0 23 16,-3-1 15-16,-1-2-3 0,0 0-6 16,0 0-15-16,0 0-16 0,4-8-17 0,-8 2-14 0,-1-2-13 15,-4 0-11-15,-5-2-6 0,1-1-5 0,-4-1-3 16,0 0 9-16,-6-2-7 0,5 6-1 0,3-3 4 16,-2 3 2-1,8 1 3-15,0 4 4 0,3-1-1 0,1 0-2 16,1 0-2-16,0 2 0 0,4 2-4 0,14-3 0 0,13 1-7 15,14-1-35-15,20 3-50 0,34-4-72 16,-1-4-288-16,-2-4-490 0,-27 5 217 0</inkml:trace>
  <inkml:trace contextRef="#ctx0" brushRef="#br0" timeOffset="87960.34">19819 9552 188 0,'-4'-3'175'0,"-3"1"-19"0,-3-2-19 16,-1 3-14-16,-3 1-9 0,-7 1-16 0,-2 0-6 15,-5 4-14-15,-3 1-4 0,2 3-11 0,0-1-10 16,1 2-10-16,-1-2 4 0,0 4-5 0,6 0-9 16,5-4 2-16,-1 3-10 0,4-3 4 0,1 4-11 0,5-5 2 15,1 1-8-15,0 1 5 0,5-3-11 16,0 1 5-16,2 0 0 0,1 0 0 0,1-1 4 0,4-1 0 0,4-1 17 16,1 0 5-16,2-1 18 0,4-3 6 0,3-2 0 15,2-1 13-15,-1-4 9 0,2 0 5 0,-4-1 2 16,2-2 3-16,3-6 2 0,-6 4 5 0,-2-1 10 15,5-10-1-15,-4 3-6 0,0 0-6 0,-2-5-13 16,-3 0-2-16,-1-4-7 0,-1-1-12 0,0-1-6 16,-2 0-7-16,-4-1-5 15,4 6-4-15,-5-1 1 0,0 8-6 0,-1-1 5 16,-2 4 13-16,-1 6-19 0,2-1-8 0,-1 5-2 16,1-1-10-16,0 2-10 0,-1 1-33 0,1 4-3 15,0 0 0-15,0 0 4 0,-13 13 1 0,9-1 2 16,-2 3-1-16,-2 11 4 0,-1-1 3 0,4 3 0 15,1 0-1-15,0 0 5 0,4 1-2 0,3-3-1 16,0 1 0-16,-1-2-5 0,2-7 2 0,2 0 2 0,-1-1 4 0,3 0 2 16,1-2 0-16,-3-6 6 0,3 1-4 0,-1-5 6 15,0 4 4-15,2-4 3 0,0-2 9 0,0-3 5 16,3 0 12-16,0 0 11 0,-2-3 8 0,1-1 12 16,1-3-13-16,-1 3 19 0,1-3-19 0,-1-2 1 15,3-2-3-15,-1 2 5 0,-4 0 7 0,-1 1 10 16,-1 1-16-16,-2 2 8 0,-2 0-14 0,3 1-3 0,-2 1-9 0,-3-1 15 15,2-1-29-15,-4 5-6 0,5-3-21 0,-2 2-26 16,-3 1-20-16,0 0-6 0,0 0 6 0,2 8 7 16,-1-3 0-16,-2 2 3 0,1 2 4 0,0 0 7 15,-1 0 2-15,0 3 3 0,-2 1-3 0,3-2-6 16,-1-3-6-16,-3 6-6 0,3-6-15 0,1 2-7 16,-1-4-4-1,-2 2-7-15,3-4-11 0,-1 1-4 0,-2-1 4 0,3 0 11 16,-1-1 12-16,1-3 9 0,0 0 2 0,-5 2-64 15,5-2-72-15,-7-9-222 0,5 0-450 0,-6 0 199 16</inkml:trace>
  <inkml:trace contextRef="#ctx0" brushRef="#br0" timeOffset="88113.67">19976 9316 205 0,'0'-4'277'0,"1"0"-25"0,-1 4-31 0,0-4-22 16,0 4-21-16,0 0-22 0,3-4-33 0,-3 4-28 0,0 0-15 15,0 0-23-15,11 3-27 16,-6-1-32-16,3 3-40 0,1 0-43 0,2-1-80 16,-2-1-99-16,0 0-285 0,3-1 127 15</inkml:trace>
  <inkml:trace contextRef="#ctx0" brushRef="#br0" timeOffset="88445.89">20322 9414 140 0,'0'0'217'0,"0"0"-24"15,0 0-19-15,0 2-23 0,0-2-15 0,0 0-13 16,-7 4-19-16,1 0-8 0,2 0-6 16,-2 3-11-16,-3-2-17 0,0 5-1 0,2-3-9 0,-1 3-7 15,-1 4-1-15,3-4-7 0,-2 0 5 0,3 0-10 16,0 1-9-1,1-1 1-15,0 2-1 0,3-1-2 0,1-2-4 16,1 3 3-16,2-3-6 0,-1 0-3 0,3 1 5 16,-1 1-3-16,2-4-1 0,2 4 2 0,1-3-2 15,0 1-5-15,0-3 0 0,-3 1 6 0,0-2-5 16,1-1-3-16,-2 1-1 0,-2-2-4 0,-1-1-2 0,2 1-3 16,-2 0-7-16,-2-3 2 0,0 4-3 0,0-4 5 15,-8 5-12-15,0-3-2 0,-1 3-24 0,-4-4-27 0,0 1-30 16,0 0-59-16,-5-4-116 0,0 0-301 0,4 1 133 15</inkml:trace>
  <inkml:trace contextRef="#ctx0" brushRef="#br0" timeOffset="89177.69">20716 9472 177 0,'-1'0'231'0,"1"0"-15"0,0 0-13 16,0 0-17-16,0 0-14 0,0 0-15 0,1-6-17 0,-1 6-19 16,7-2-12-16,-2-1-11 0,2 0-11 0,1 2-15 15,2-1-14-15,-1 0-10 0,2-1-8 0,-1 1-1 16,2-3-10-16,-2 2-3 0,3-2 1 0,-3 2-5 15,-1-3 0-15,0 4-2 0,-4-3 0 16,2 1 2-16,-1 0 9 0,-1 3 7 0,0-3-3 0,-1 0-1 0,-3 1-6 16,0 1-7-16,-1 2-4 0,0 0-4 0,-6-8-7 15,0 8-6-15,-6 1-3 0,1 2 6 0,-6 1-2 16,-1 0 0-16,-4 1-1 0,-2 4-2 0,-1 4 2 0,-1-1 1 16,8 0-5-16,-5 2 1 0,2 3 1 0,5-4-1 15,-3 4 1-15,5-2-3 0,1 0-3 0,4 1 5 16,1-3-4-1,3 2 2-15,3-2 1 0,4-3 4 0,3 2 1 16,7 2 2-16,6-2 1 0,10-2-1 0,4 0 2 16,5-5-2-16,15 2 2 0,1-2 0 0,1-5-1 15,2 0-4-15,-3-3 3 0,2-3 0 0,-6-2 0 16,3 0 4-16,-17 1-1 0,-2-3-2 0,-1 0-1 16,-4-1 16-16,-10 0 15 0,-4 4 25 0,3-4 25 15,-8 4 6-15,0-1-7 0,-3-2-9 0,0 1-9 0,-4 1-6 0,-2 1-9 16,-3 0-12-16,-3 1-6 0,-1-2-2 0,-3 3-8 15,-4 0-1-15,1 2 2 0,-6 3-8 0,-3 1 0 16,3 2-1-16,-4 3-7 0,-2 1 0 0,7 1-3 16,-1 1-2-16,2-1-6 0,2 1-14 0,2 4-10 15,4-4-3-15,3 1 2 0,-1 0 1 0,3-2 2 16,4 3 5-16,0-1 3 0,4-3 3 0,3 3 3 0,3-3 7 16,6-2 0-16,2 2 1 0,0-4 1 0,4-1-1 15,-2 0 2-15,2-2 4 0,1-3-3 0,-3 1 2 0,0-1 2 16,-4-1 12-16,-3 0 8 0,0-1 18 0,-4 1 7 15,1-2 6-15,0 1 5 0,-3-2-10 0,-2-3-4 16,0 3-10-16,-3-3-2 0,2-1-2 0,-4 2-19 16,-1-3-13-16,-2 0-7 15,1 3-9-15,-3 0-15 0,-2 1-15 16,1 0-15-16,-3-1-17 0,0 5-15 0,-3-2-21 16,1 2-28-16,1 3-39 0,-2-1-22 0,2 1-237 15,4 0-477-15,-2 1 211 0</inkml:trace>
  <inkml:trace contextRef="#ctx0" brushRef="#br0" timeOffset="89578.02">21577 9466 239 0,'0'0'324'0,"5"-2"-34"0,-5 2-35 16,0 0-22-16,5-3-28 15,-5 3-26-15,0 0-22 0,0 0-23 0,0 0-13 16,4 8-15-16,-4-8-11 0,-3 10-9 0,0-1-7 16,-1 2-12-16,-3 3-10 0,2-2-3 0,-2 2-12 15,0-2-11-15,2 1-6 0,1-4-6 0,0 1 1 16,2-5-2-16,-2 1 0 0,0 2 0 0,3-6-2 16,-2 1 4-16,3 4 1 0,0-7 23 0,-1 5 18 15,1-5 20-15,0 0 8 0,0 0 12 0,0 0-21 0,0 0-13 0,15-12-7 16,-8 7-5-16,2-4-4 0,0 2-8 15,3-3-5-15,-3 0 6 0,3 1-16 0,-2 1 6 16,-1 2-12-16,0 0 1 0,1 0-9 0,-5 2 2 16,1-2-2-16,1 3-3 0,-2 0-7 0,0 1 0 0,3-1-7 15,-3 2-11-15,3 0-11 0,2 2-9 16,2 1-10-16,-2 0-5 0,8 3-10 0,-1 0-16 0,0 2-14 0,2 0-15 16,-1-1-31-16,1 0 1 0,3 1-22 0,-4-2-7 15,1-2-4-15,0 1-15 0,-2-2-4 0,-2 0-7 16,-3-2-166-16,-2-3-386 0,0 0 171 0</inkml:trace>
  <inkml:trace contextRef="#ctx0" brushRef="#br0" timeOffset="89863">21992 9549 1061 0,'4'-7'14'0,"0"-4"25"16,-2 0 14-16,0-1 29 0,-2-4 14 0,0-2 8 0,1 1 8 16,-1-2 3-1,1-5 12-15,1-3 6 0,0 1-6 0,2 1 3 16,-1-3 7-16,0 1-11 0,4-2-4 0,-2 2-1 16,3 1-7-16,-3 2-5 0,1 6-12 0,-2 6 2 15,-2 0-5-15,0 2-4 0,0 2-11 0,-1 2-7 16,2-1-11-16,-2 2-16 0,-1 1-19 0,0 1-45 15,0 3-13-15,0 0 1 0,0 0 1 0,-1 17 14 16,-2 0-8-16,-2 9 3 0,-1 1 6 0,2 5-4 0,-3 2 3 0,1 1 1 16,-1 9 4-16,0-8-3 0,5-1 6 0,-1-2-4 15,1 2 10-15,2-5-7 0,0-1 5 0,0-5-2 16,2-7 2-16,-2-2 3 0,2-3-3 0,-1-1 3 16,0-5 1-16,-1 3 3 0,0-4 2 0,0-2 1 15,1 4 5-15,-1-4 1 0,0-3-1 0,0 4 1 16,0-4-8-16,0 0-22 15,0 0-20-15,0 0-29 0,0 0-30 0,0 0-31 16,2-15-59-16,0 5-61 0,-7-2-178 0,4-1-461 16,-2-3 204-16</inkml:trace>
  <inkml:trace contextRef="#ctx0" brushRef="#br0" timeOffset="90317.52">21868 9416 147 0,'-5'0'159'16,"5"0"-7"-16,-5-1 9 0,5 1-4 0,0 0-4 0,0 0-13 15,0 0 0-15,0 0-3 0,19 0-5 0,-1-1-14 16,14-2-11-16,0 3-9 0,5-1-10 0,3 0-1 16,12-3-13-16,-1 0-5 0,2 2-3 15,-2-3-8-15,-14 4 2 0,0 0-7 0,-4-3-4 16,-4 3-6-16,-9-1 0 16,-8-1-6-16,2 3 7 0,-3-1-3 0,-4 1 4 15,1-3 4-15,-2 2 1 0,-2 1-6 0,-4 0-3 16,9-1-8-16,-9 1-5 0,5-1-9 0,-5 1-12 15,0 0-19-15,0 0-25 0,0 0-32 0,9 1-19 0,-9-1-28 16,0 0-11-16,0 0 7 0,0 0 18 16,0 4 3-16,0-4 10 0,0 0 9 0,1 5 12 15,-1-5 4-15,0 0 10 0,0 0 1 0,0 0 20 0,0 0 25 0,0 0 17 16,0 3 14-16,0-3 31 0,0 0 14 0,0 0 18 16,0 0 10-16,0 0 12 0,0 0 0 0,0 0 2 15,0 0-7-15,0 0-5 0,0 0-7 0,0 0-10 16,0 0-8-16,0 0-8 0,0 0-12 0,0 0-8 15,0 0-8-15,0 0-11 0,6 1-2 0,-6-1-2 16,0 5-3-16,2 0-4 0,-4 1-3 0,2 0 2 0,-2 3-6 0,2 3 1 16,0-1-3-16,-2-1-1 0,2 3 1 0,0-3 2 15,-2 3-2-15,2-1 0 0,2 0 0 0,-4-3-8 16,1 1-22-16,1-2-12 0,-1-1-26 0,0 0-17 16,1-1-20-1,0-1-16-15,-2 0-9 0,2-1-14 0,-3 0 9 16,3-4 7-16,0 0-258 0,0 0-412 0,-11-8 182 15</inkml:trace>
  <inkml:trace contextRef="#ctx0" brushRef="#br0" timeOffset="90464.67">22462 9273 66 0,'2'-12'326'0,"0"2"-9"0,0 3-17 16,0 1-15-16,0 0-26 0,-1 1-22 0,-1 1-26 15,1-1-26-15,0 2-34 0,-1 3-49 0,0 0-40 0,5-2-29 0,-5 2-33 16,0 0-35-16,13 7-48 0,-4-1-43 0,-1 0-64 15,-1 2-160-15,1-1-380 0,-3-1 169 0</inkml:trace>
  <inkml:trace contextRef="#ctx0" brushRef="#br0" timeOffset="90850.27">22755 9377 171 0,'4'-7'344'0,"-4"7"-29"0,0 0-32 0,0 0-33 15,0 0-29-15,0 0-22 0,0 0-26 0,0 0-25 0,0 0-13 0,5 5-11 16,-5-5-17-16,0 10-11 0,0-5-10 0,1 4-10 16,-1 2-11-16,-1-1 0 0,1 2-8 0,-3 1-6 15,2 3-10-15,0-5-2 0,1 3-4 0,-3-2-6 16,3-4-1-16,-1 3 3 0,1-6-11 0,0 1 0 15,0 1-5-15,0-3 3 0,0 0 0 0,0 0 7 16,0-4 15-16,1 4 17 0,-1-1 2 0,0-3-2 0,0 0 10 0,0 0-3 16,16-7 4-16,-11 3-12 0,4-2 2 0,0 0-9 15,-3 0-9-15,4-1 3 0,0 0-13 0,-2 2 6 16,1 0-13-16,-1 0-4 0,-3 1 2 0,4 1-4 31,-3 0-8-31,2 0 2 0,-2 1-22 0,2 0-24 16,-2 0-16-16,2 4-27 0,4 0-28 0,-1 0-40 15,-1 3-40-15,0 0-53 0,2 1-64 0,-2-2-190 0,-2-1-533 16,-2-1 236-16</inkml:trace>
  <inkml:trace contextRef="#ctx0" brushRef="#br0" timeOffset="91451.11">23118 9359 98 0,'1'-6'342'0,"0"1"-14"0,-1 0-17 15,0 1-23-15,2 1-30 0,-2 3-28 0,0-4-29 16,0 4-25-16,0 0-22 0,0 0-26 0,0 0-15 16,0 0-12-16,0 0-11 0,0 0-9 0,-3 16-7 15,2-6-12-15,0 2-1 0,1 0-9 0,-5 5-2 0,1-1-8 16,-1 4-7 0,1-3-21-16,0 0-3 0,0 0 1 0,3-7-7 15,-2 2 6-15,0-2 3 0,4-3-8 0,-2-1 2 16,-1-2 3-16,1 1 2 0,1-1 5 0,-1-1 15 15,1-3 0-15,0 0-7 0,9 0 3 0,-9 0 5 16,10-7 4-16,-2 2-1 0,-1-2-1 0,1-1 8 16,2-1-16-16,-1 1-2 0,4-6-2 0,-3 4-4 15,0-2 1-15,4-1 0 0,-5 6 3 0,0-4-12 0,-1 3-4 0,-2 1 2 16,-2 2-4-16,1 0-1 0,-1 3 1 0,1-1-6 16,-1-1-14-16,-4 4-9 0,6-3-5 0,-1 3-2 15,-5 0-7-15,16 3-9 0,-6 1-10 0,2 1-7 16,3 2-11-16,-4-1-6 0,3-2-12 0,0 4-11 15,4 1-6-15,-4-4-6 0,0-1 6 0,-1 0 2 16,-1 0 10-16,-1-1 8 0,1-2 17 0,-2-1-1 0,0-1 19 16,-2-2 26-16,-2-1 41 0,-1 1 31 0,2 0 13 15,-2-2 10-15,-1-2 12 0,0 2 16 0,1-2 15 16,-1-2 8-16,-1 0-24 0,2-2 11 0,-2 0-3 0,1 3 13 31,-3-2-4-31,3 0-9 0,-1 3-6 0,-2 1-4 0,1 1-15 0,0 1 0 0,-1-1-10 16,0 1-14-16,-1 4 11 15,3-7-33-15,-1 7-10 0,-2 0-25 0,0 0-22 0,0 0-2 16,0 0-1-16,0 0 2 0,3 10 5 16,-5-4 5-16,2 3-9 0,-1 0 1 0,-2 3 3 15,0 1 3-15,3 3 4 0,-1-2 3 0,-3 3-8 16,3-5-12-16,-1 1-4 0,1 1-16 0,-2-4-11 0,2 2-23 16,0-2-16-16,-1-1-16 0,1-3-17 0,0 0-11 15,0-1-23-15,1-2 2 0,-3 1 10 0,3-4 8 0,-4 5 11 16,4-5-257-16,0 0-428 0,-3-14 190 0</inkml:trace>
  <inkml:trace contextRef="#ctx0" brushRef="#br0" timeOffset="91613.65">23514 9274 146 0,'0'-9'304'0,"0"-2"-5"16,1 4-7-16,-1-1-15 0,0 1-4 0,2 2-20 15,-2 0-20-15,1-2-24 0,-1 6-25 0,0 1-16 16,1-5-10-16,-1 5-38 0,0-3-32 0,0 3-45 15,1-3-23-15,-1 3-31 0,0 0-27 0,0 0-40 16,12 7-30-16,-7-3-42 0,1 0-38 0,0 1-228 16,-1-1-451-16,-1 0 200 0</inkml:trace>
  <inkml:trace contextRef="#ctx0" brushRef="#br0" timeOffset="91998.04">23932 8999 315 0,'1'-6'351'0,"-1"0"-14"16,2 4-7-16,-2-2-43 0,2-1-18 0,-1 2-27 0,-1 3-25 16,2-5-22-16,-2 5-20 0,0-3-23 15,0 3-24-15,0 0-24 0,0 0-25 0,0 0-13 16,0 0-5-16,0 0-8 0,0 18-7 0,-2-6 1 15,1 5-4-15,-4 1-12 0,1 8-3 0,0 3-4 0,2 1 2 0,-1 3-3 16,-1 0-2-16,0 1-1 0,2-2-2 0,-1 2 0 16,1-5-4-16,-2-1-1 0,3-2-3 0,1-8 3 15,-3 1-7-15,3-1 3 0,-1-2 4 0,1-3-5 16,-1-4 3-16,1 1-3 0,0-5 1 0,-3 2 3 16,3 0-2-16,0-4 1 0,0 1 2 0,0 1-5 15,0-5 2-15,0 3 1 0,0-3-2 0,0 5-2 0,0-5 2 0,0 0-2 16,0 3-3-16,0-3-12 0,0 0-15 0,0 0-15 15,0 5-14-15,0-5-14 0,0 0-7 0,0 0-10 16,0 0-16-16,0 0-86 0,0 0-140 0,3-14-172 16,-1 3-538-16,2 3 238 0</inkml:trace>
  <inkml:trace contextRef="#ctx0" brushRef="#br0" timeOffset="92151.7">23890 9321 95 0,'-4'1'239'16,"4"-1"-15"-16,0 0-11 0,0 0-18 0,0 0-15 15,0 0-20-15,0 0-14 0,0 0-15 0,18 2-25 0,-4 0-44 16,3 3-48-16,3-3-74 0,2 1-91 0,-1-3-108 16,-1 0-282-16,1 0 125 0</inkml:trace>
  <inkml:trace contextRef="#ctx0" brushRef="#br0" timeOffset="92714.67">24227 9285 254 0,'0'0'286'0,"0"0"-27"0,0 0-25 0,0 0-23 15,0 0-23-15,0 0-23 0,0 0-16 0,0 0-17 16,0 0-12-16,0 0-12 0,9 7-10 0,-1-2-19 15,-2 0-12-15,3-2-16 0,0 2-11 0,4 0-12 0,-4 1-12 0,2-3-1 16,-2 0-8-16,0 1 3 0,4-1-2 0,-4-1 0 16,1 0-2-16,-2-2 3 0,-8 0 2 0,14-4 6 15,-6 3 7-15,-2-1 8 0,1-4 8 0,0 3 13 16,1-2 4-16,-2 2 7 0,2-1 3 0,-1-1 5 16,-4 3-2-16,1-3-9 0,0 2-7 0,-1-2-3 15,1 3-10-15,1 1-5 0,-5 1-12 0,4-2-18 0,-4 2-15 16,0 0-6-16,3 5 2 0,-1 4 2 0,-2 2 0 0,0 5-4 15,2 5 7-15,-2 7 9 0,-2 3-10 0,0 1 3 16,0 4-2-16,-3 10 1 0,0-10 2 0,-2 11-3 16,0-13-2-16,-1 0 6 0,2 0 3 15,-5-3-1-15,2 0 2 0,1-6-3 0,-2 0 3 0,2-9-1 16,2-2 4 0,0-2-2-16,0-3-1 0,1-4 6 0,1 3 3 15,2-4 11-15,-2 0 32 0,0-3 27 0,4-1 24 16,0 0 22-16,-15-7 15 0,12 2 13 0,-1-4 15 15,3-1-13-15,1-2-5 0,1-5-12 0,6-2-8 0,7-5-22 16,2-3-9-16,7-2-18 0,12-9-21 0,5-2-25 16,4 2-16-16,2 1-5 0,-1 2-4 15,-4 6-3-15,-12 8-2 0,3-1 0 0,-5 4-2 0,-3 3 4 0,1 3-4 16,-9 2-4-16,2 4 3 0,-6 1-6 0,-2-1 1 16,-1 1 0-16,-3 4 0 0,-1-2-11 0,0 1-3 15,0 1-27-15,-1-1-39 0,-4 2-29 0,0 0-13 16,0 0-16-16,0 0-32 0,-11 9-50 0,1-1-72 0,-5 1-344 15,1-2-692-15,4-1 306 0</inkml:trace>
  <inkml:trace contextRef="#ctx0" brushRef="#br0" timeOffset="95642.29">4498 11547 213 0,'0'-12'245'0,"0"3"-9"0,0 0-18 0,2-1-4 16,-2 0-15-16,4 2-12 0,-4-1-12 0,5 1-15 16,-4 1-17-16,3-1-15 0,-4 4-12 15,4-1-13-15,-3 1-13 0,-1 4-11 0,3-5-13 0,-2 2-12 16,-1 3-6-16,0 0-5 0,13 10-5 0,-7-2-5 16,3 6-3-16,0 3-2 0,2 5-2 0,1 4-4 15,-2-1-2 1,-1 2-2-16,0 1-4 0,-1-2-1 0,1 2-2 15,0-5 0-15,-3 2-3 0,1-6 2 0,-2-2 0 16,1-3-4-16,-2-3 3 0,0 0-1 0,-2-2 1 16,1-3 0-16,-2-1 0 0,-1 0 10 0,3-3 45 15,-1 0 26-15,-2-2-17 0,14-9-7 0,-1-4-5 16,1 2-5-16,4-8-11 0,4-3 4 0,-7-2-8 0,7-2-7 16,-1-2 1-16,6-13-5 0,1 3 2 0,-6 8-5 0,6-11-4 15,-6 12-4-15,2 0-1 0,-7 2 2 0,2 3-10 16,-2 2 1-16,-5 6 3 0,-3 0 1 0,-1 7 5 15,-2 2-1-15,-2 1-8 0,0 0-4 0,0 1-19 16,0 0-39-16,-2 3-39 0,-2 2 2 0,0 0 0 16,8 4-16-16,-6 3-16 0,0 1-18 0,-1 6-28 15,2 1-25-15,0 5-32 16,-1 3-227-16,0-3-487 0,3 6 216 0</inkml:trace>
  <inkml:trace contextRef="#ctx0" brushRef="#br0" timeOffset="96576.43">5586 11673 88 0,'-1'-5'252'0,"-3"-1"-24"0,1 1-24 0,0 0-20 0,0 0-20 16,-6 0-17-16,2 2-15 0,-3 0-19 16,-2 3-10-1,-6 1-12-15,0 2-7 0,-4 1-10 0,2 4-10 16,-2 0-4-16,-1 4-11 0,5 0-5 0,-1 0-3 16,1 0-4-16,0 6-3 0,4-4-6 0,3 0-3 15,0-3-3-15,4 0-4 0,1-1 0 0,3 0-2 16,0-4 1-16,1 1-1 0,2 0 1 0,1-3 3 0,2-1 3 0,3 0 5 15,5-4 1-15,1-2-2 0,7-3 2 16,-1 0 4-16,0-3-1 0,0-2 1 0,0 1-2 0,-3-2 1 0,9-3-1 0,-7 2-1 16,3-2-4-16,-4 0-2 0,0 3-3 0,-3 2-6 15,-1 3 3-15,-1 1-5 0,-2-1-1 0,0 3-1 16,-3-2-3-16,2 3-6 0,-3 1 0 16,3 2-2-16,-3 0 0 0,5 1 0 0,-1 3-1 15,0 0-4-15,4 2 8 0,-3-2-2 0,-1 4 3 16,1-1-2-16,-2 2-3 0,4-2 3 0,-1 3-2 15,2-1 0-15,-1-4-2 0,-1 4 0 0,-2-2 4 16,2-3 0-16,-5 0-1 0,2-1 1 0,-1-2 4 0,0 0-1 16,-2-1 1-16,3-1 2 0,-2-3 8 0,1 1 5 15,3-5 10 1,-5-1 2-16,3 0-1 0,-3-8 13 0,5 2 1 16,-1-7 7-16,0 4-1 0,-2 1 0 0,3-8-7 15,-4-1 0-15,4 2 1 0,0-3-5 0,-1 1-7 16,-1 1 0-16,-3 9 3 0,3 0 6 0,-3 0 2 15,-1 6 11-15,-2 1-7 0,1 3-5 0,0 0-13 0,-1 1-3 16,-1 1-13-16,-1 4-18 0,2-6-25 16,0 5-4-16,-2 1 3 0,0 0 2 0,3 13 9 0,-2-3 5 0,-2 1-5 15,1 5-1-15,-3 2 4 0,2 1-2 0,1 6 6 16,0-1-1-16,-3-2 1 0,2-3 2 0,1 0-2 16,-1-2 1-16,0 0 4 15,1-4 0-15,-2-2 0 0,4-3 3 0,-2 2-1 16,0 0 3-16,1-6-2 0,-2 4 5 0,2-4-3 15,-1-2 6-15,0-2 2 0,1 5 6 0,-1-2 6 16,0-3 5-16,0 0 6 0,1 5 0 0,-1-5-7 16,0 0 2-16,0 4-2 0,0-4-4 0,0 0-3 15,0 0-1-15,2 3-5 0,-2-3 1 0,0 0-3 16,0 0 0-16,0 0-1 0,0 0-6 0,0 0-2 16,0 0 3-16,0 0-2 0,0 5 2 0,0-5-5 0,0 0 6 0,0 0-6 0,0 0 3 15,0 0-3-15,0 0-2 16,0 0 3-16,0 4-3 0,0-4 3 0,0 0-1 15,0 0-8-15,1 4 4 0,-1-4 13 0,0 0-10 16,4 4-4-16,-4-4 5 0,0 0-3 0,0 3 3 16,0-3 5-16,0 0-4 0,0 0-2 0,0 0 1 0,0 0-1 15,1 4 3-15,-1-4 1 0,0 0-1 0,0 0-2 16,0 0 3-16,0 0-3 0,0 0 1 16,0 0 2-16,0 0-4 0,0 0-12 0,0 0-5 0,0 0-10 0,0 0-17 0,0 0-16 15,0 0-19-15,0 0-22 0,0 0-23 16,1 3-26-16,-1-3-46 0,0 0-45 0,5 2-208 15,-5-2-490-15,0 0 217 0</inkml:trace>
  <inkml:trace contextRef="#ctx0" brushRef="#br0" timeOffset="96946.13">6223 11619 73 0,'0'0'289'0,"3"-4"-29"16,-3 4-28-16,0 0-25 0,0 0-24 0,0 0-20 16,0 0-14-16,0 0-22 0,0 0-14 0,0 0-13 0,-1 13-6 0,1-6-11 15,-2 1-10-15,0 2-5 0,2 1-6 0,-1 0-5 16,1-1-8-16,1 1-3 0,-1-2-4 0,2 1-4 16,-2-3-1-16,2 0-5 0,-2-2-2 0,1 0 1 15,2-1 5-15,-2 0 13 0,3-3 7 0,-4-1 14 16,14-1 9-16,-6-2 0 0,1-1 8 0,1-2-1 15,0-1 3 1,3-2-8-16,0-4-9 0,0 4 0 0,-2-4-7 0,2 1-5 16,-4 3-13-16,1 0-4 0,0 0-3 0,0 1 9 15,-2 2-20-15,-3 1-3 0,0 1-6 0,0 1-2 16,1 0-11-16,0-1-21 0,0 2-20 0,-1 2-12 16,-5 0-28-16,15 5-23 0,-3-4-28 0,-3 5-22 15,4-1-25-15,-3 2-19 0,3 0-14 0,1-1-21 16,-5 0-203-16,0 0-463 0,4 3 206 0</inkml:trace>
  <inkml:trace contextRef="#ctx0" brushRef="#br0" timeOffset="97331.49">6642 11710 118 0,'0'0'186'0,"0"0"2"15,0 0 1-15,0 0-2 0,0 0 3 0,9-5-18 16,-9 5-15-16,6 0-15 0,-6 0-15 16,5-4-15-16,4 0-16 0,-4 0-3 0,4-1-10 0,5-2-9 0,-2 1-6 15,3-1-8-15,-1-2-4 0,4-3-1 0,-1 4-3 16,-2-2 1-16,0-1 0 0,0 0 2 0,-2 0-3 15,-2 1 0-15,-1 5-1 0,-3-4 3 0,-1 5 3 16,0-1 0-16,-1 2-6 0,0-2-2 0,-5 3-12 16,1-1-3-16,-1 3-9 0,0 0-4 0,-15 0 6 15,6 5-9-15,-9 2-3 16,2 0-5-16,-3 4-2 0,-4 3-1 0,7-2-1 16,0 1-1-16,1 3-5 0,3-4 2 0,0 5 0 15,6-2 1-15,-2-1-5 0,8 1 2 0,0 2 0 16,8-3 2-16,2 2 13 0,13 1-10 0,4-3 4 15,7-3-1-15,5-3 0 0,14 3-4 16,1-6 4-16,2-3-1 0,0 0-2 0,-3-4 1 16,2 0 0-16,-15-1 1 0,-1-1 4 0,-2-1-3 0,-5 0 5 0,-4 4 6 0,-9-1 12 15,1-2 30-15,-8 1 7 0,0 2 20 0,-4 0-9 16,-2-1-3-16,0-1-19 0,-2 2-11 0,0 0-12 16,-4 1-17-16,2-5-31 0,-2 5-26 0,0 0-33 15,-7-6-41-15,2 5-42 0,5 1-52 0,-14 0-56 16,5 0-242-16,2 0-549 0,7 0 243 0</inkml:trace>
  <inkml:trace contextRef="#ctx0" brushRef="#br0" timeOffset="97898.09">8110 11633 87 0,'-1'-5'256'16,"-2"0"-28"-16,-1 0-25 0,-1 2-19 0,-1-1-19 0,-3 1-19 16,-1 2-18-16,0 2-10 0,-2 2-14 0,-1 1-11 15,2 2-13-15,-5 2-7 0,6-1-8 16,-4 4-7-16,1-1-5 0,3 0-6 0,1-2-4 16,-1 2-7-16,2-2-2 15,3 1-2-15,1-1-3 0,-1-3-2 0,2-1-5 16,1 2 1-16,-1-1 2 0,1-1 0 0,2-1 12 15,0-3 21-15,4 5 19 0,-4-5 6 0,11-2 4 16,-2-1 3-16,1 0 19 0,3-1-15 0,-2-1-2 16,1-1-7-16,1 0 0 0,-2-2-10 0,1 4-5 15,1-1 0-15,-3-4-15 0,-1 5-6 0,-4 0-14 0,5 1 14 16,-6 0-16-16,4 2 0 0,-3 0-13 0,0 0-1 0,2 1-4 16,1 1-9-16,-1 0-7 0,0 2-4 0,2 1 3 15,0-2-19-15,1 2-5 0,1 0-18 0,0 3-14 16,-2-2-14-16,1-1-15 0,1-1-15 0,0 1-10 15,-1-2-4-15,2-1-1 0,-2-1 11 0,0-2 3 16,-1-1 1-16,-1-2 6 0,2 1 12 0,-1-4 19 16,0 0 15-16,1-1 18 0,-4 0 21 0,3-7 20 0,-1 0 13 0,-3 2 17 15,2-4 9-15,0-6 2 0,0 5 8 0,-3-2-1 16,3-1 6-16,-1-5-3 0,1 9 2 0,-2 0 6 16,0 0 5-16,-1 7 7 0,1 0 4 15,-4 2-9-15,3 1-8 0,-3 3-9 0,2-2-15 0,-3 3-9 16,1 2-36-16,3-1-6 0,-4 3-1 0,0 0 1 15,0 0-3-15,0 16 5 16,-1-6 4-16,-2 2-1 0,3 9-25 16,-1 2-4-16,1 4-22 0,0 0-26 0,-4 0-30 15,4 1-24-15,-4-3-32 0,4-6-31 0,-1-2-236 0,1-5-470 16,0 0 208-16</inkml:trace>
  <inkml:trace contextRef="#ctx0" brushRef="#br0" timeOffset="98126.93">8293 11542 43 0,'-3'-4'303'0,"3"4"-16"0,-5-3-26 0,5 3-26 15,0 0-26-15,9-9-21 0,2 5-18 0,6-1-17 16,5 5-16-16,7-6-15 0,3-1-12 0,1 5-3 16,6 0-7-16,13-2-4 15,-15-1-10-15,0 0-4 0,-1 4-9 0,-7-4-8 16,-8 5-5-16,-2-1-8 0,-6 0-4 0,1-2-1 15,-4 3-5-15,-2-2-2 0,-2 2-9 0,-1 0-8 16,-5 0-8-16,0 0-19 0,0 0-30 0,0 0-32 16,0 0-45-16,-24 2-55 0,10 1-77 0,-3-1-185 15,2 3-461-15,2-3 204 0</inkml:trace>
  <inkml:trace contextRef="#ctx0" brushRef="#br0" timeOffset="98950.54">10305 11517 148 0,'14'0'143'16,"7"1"-9"-16,-1 1-12 0,3 4-11 0,0 4-7 0,3 5-17 0,-7-1-5 16,0-2-13-16,-4 3-3 0,-2 0-9 0,-3 2-5 15,-3 1-5-15,-1 2-4 0,-6-2-7 0,0 7-1 16,-6 0-6-16,-3-1 2 0,-5-2-2 0,-4-1-10 0,4 1-2 15,-5-5 3-15,2-5 6 0,3-2 0 16,0 1 16-16,4-4 6 0,-2-1 15 0,3-1 16 0,3-1 22 0,-1-1 22 16,2 0 27-16,1-2 25 0,4-1 11 0,0 0-17 15,-6-6-16-15,7 0-16 0,3-4-15 0,6-4-10 16,2-2-15-16,7-4-11 0,4-1-8 0,0 1-11 16,-1-2-1-1,3-2-13-15,1 2 0 0,-1-2-5 0,-2 2-16 16,-2 2 20-16,-6 5-23 0,-1 3-3 0,-1 6 2 15,-5-3-10-15,-2 3 1 0,1 1-3 0,-2 1-18 0,0 0-23 16,-1 3-11-16,-4 1 1 0,0 0 3 0,6 9 4 16,-6-1 0-16,-1 4 6 0,-1 5 1 0,0 0 3 15,-2 7-2-15,-2 1 2 0,2-1 1 0,4-3-3 16,3 2 17-16,-3-2-8 0,1-3 2 0,4 0-1 16,1 2-1-16,2-6 1 0,1 1 4 0,6-3-16 15,1-1-30-15,3 0-32 0,1-4-49 0,8-1-51 16,0-3-70-16,3-4-221 0,-4-1-516 0,1-2 229 0</inkml:trace>
  <inkml:trace contextRef="#ctx0" brushRef="#br0" timeOffset="99166.89">11298 11633 104 0,'0'0'344'16,"0"0"-19"-16,-6-3-19 0,6 3-16 0,0 0-26 15,0 0-22-15,0 0-34 0,0 0-28 0,19-12-30 0,-8 9-31 16,6-3-37-16,3 3-41 0,2 0-44 0,6 1-51 0,0-1-60 16,3 1-64-16,-8 0-207 0,-2 2-416 0,-1 0 185 15</inkml:trace>
  <inkml:trace contextRef="#ctx0" brushRef="#br0" timeOffset="99331.43">11393 11816 59 0,'-3'0'237'15,"3"0"-13"-15,0 0-24 0,0 0-18 0,0 0-20 16,30-2-36-16,-9-2-47 0,1-1-61 0,7 0-72 15,6-2-152-15,-3-1-223 0,1-1 99 0</inkml:trace>
  <inkml:trace contextRef="#ctx0" brushRef="#br0" timeOffset="99682.96">12143 11630 180 0,'0'0'203'0,"0"0"-7"0,-8-1 2 0,8 1-10 0,0 0-16 16,0 0-16-16,0 0-16 0,0 0-14 15,18-5-12-15,-4 3-11 0,-1-1-12 0,5-2-8 16,0-1-6-16,1 2-11 0,0-2-5 0,0 1-5 16,0-2-4-16,-1 5-6 15,-8-5 5-15,2 3 8 0,-1 0 3 0,-3-2 2 16,0 1 5-16,-3 0-1 0,0 3-8 0,-1 1-11 15,-4 1-11-15,0 0 6 0,-12-4-16 0,2 4 0 16,-5 2-8-16,-6 5-1 0,2 0-5 0,-6 6 0 16,-1 1-3-16,3 1-7 0,0 0 1 0,4 3-3 15,5-3-2-15,1 1-2 0,4-1 5 0,1 3 0 16,6 0-3-16,3 2 4 0,7 5 0 0,8-3 0 0,10 0-2 0,6-4-49 16,20 2-81-16,4-6-123 0,5-5-185 0,1-6-470 15,3 0 208-15</inkml:trace>
  <inkml:trace contextRef="#ctx0" brushRef="#br0" timeOffset="100787.61">14126 11575 114 0,'0'-7'319'0,"3"-3"-12"0,-3 2-3 0,0 1-8 0,1-1-16 0,-1 4-17 16,0-1-20-16,-1 1-26 0,2 0-28 0,-1 4-24 15,-1-4-20-15,1 4-22 0,0 0-31 0,0 0-15 0,0 0-6 16,0 0-7-16,-4 17-7 0,1-6-5 15,3 0-1-15,-2 5-8 0,-1 4-4 0,-1-1-6 16,3-1-16-16,-2 0 7 0,1 2-28 0,-1-4-10 16,-2 0-8-16,4-2-9 15,-3-2-6-15,3 1-14 0,-2-2-2 0,-1-3-8 16,2 1-5-16,-1-4-10 0,-1 1-14 0,3 0-9 16,-2-1-10-16,2-3-29 0,-4 0-68 0,5-2-216 15,0 0-456-15,-18-7 202 0</inkml:trace>
  <inkml:trace contextRef="#ctx0" brushRef="#br0" timeOffset="100938.23">14140 11392 35 0,'0'-7'255'0,"1"3"-19"16,-1-1-25-16,1 1-28 0,-1 0-31 0,0 4-45 15,4-1-46-15,-4 1-40 0,0 0-41 0,12 0-51 16,-5 1-124-16,-7-1-212 0,17 8 94 0</inkml:trace>
  <inkml:trace contextRef="#ctx0" brushRef="#br0" timeOffset="101270.75">14663 11436 178 0,'0'0'227'0,"0"0"-25"0,2-5-24 0,-2 5-15 0,0 0-19 16,0 0-12-16,-13 8-15 0,5-7-10 0,0 6-15 15,0-1-10-15,-2 2-7 0,0 0-9 16,-1 6-11-16,4-5-2 0,-1 2-9 0,2 3 0 0,-2-1-4 0,5 3-7 16,0 1 0-16,0 0-4 0,7 1-3 0,0-1 0 15,2 1-3-15,2-1 0 0,3 0-3 0,6 3-4 16,-2-5-2-16,-1 1-1 0,7 1-2 0,-8-5 0 15,-1 0-11-15,1 0 9 0,-4-3 0 0,0-3-5 16,-4 1 3-16,-1 0 0 0,-3-2 0 0,-1 2 1 16,-1 0 2-16,-11 0 2 15,-5 3-3-15,-12 2-14 0,-1-2-49 0,-2 0-79 16,-5-1-229-16,1 0-391 0,-1-4 174 0</inkml:trace>
  <inkml:trace contextRef="#ctx0" brushRef="#br0" timeOffset="104454.55">10219 12980 94 0,'2'-9'209'0,"-4"-2"-13"15,2 2-5-15,0 0-10 0,0 1-13 16,0 0-6-16,0 3-16 0,-1 0-13 0,2 0-17 0,-1 2-15 15,0 3-14-15,-1-7-13 0,1 7-13 0,0 0-7 16,-10 10-9-16,5 0-9 0,-4 13-1 0,-5 5-4 16,4 4-4-16,-7 14 1 0,3 3-4 0,1 0-5 15,-3 7-7-15,2-2-5 0,2-3 4 0,2 1 0 0,2-1-2 0,-2-4 3 16,6-1-3-16,-1-10-3 0,2 0-1 0,1-1 0 16,-1-1-7-16,1-2 7 0,-1-4 1 15,1-4-3-15,-1-4 0 0,2-3-1 0,1-3 5 16,-3-4-2-16,1 2 5 0,1-3 6 0,-2-3 13 0,2-3 12 15,-1 1 16-15,0-1-3 0,2-3-2 0,-9-1-4 16,9 1-5 0,-18-5-7-16,5-1 0 0,-2-2-6 0,-3-1 3 15,1 1-9-15,0 1-1 0,2-1-8 0,-2 0 3 16,5 4-3-16,0-1-1 0,1 0-4 0,1 1 0 0,1 1-3 16,0 2 0-16,3-1 1 0,-1-2-2 15,1 2-3-15,0 1-9 0,6 1-28 0,-7-3-27 16,7 3-29-16,-6-1-38 0,6 1-39 0,0 0-67 15,0-4-143-15,1-2-408 0,4 4 181 0</inkml:trace>
  <inkml:trace contextRef="#ctx0" brushRef="#br0" timeOffset="104762.32">9853 13425 141 0,'0'0'180'16,"0"0"-9"-16,0 0-6 0,-5-3-17 0,5 3-13 31,0 0-14-31,0 0-12 0,23-1-7 0,-3-2-10 16,12 1-9-16,1-2-5 0,7 2-12 0,14-3-2 0,-3 1-5 15,-13 0-9-15,-1 3-5 0,-2-1-6 0,-3-1-8 0,-4 3 4 16,-8 0-3-16,-1-2-5 0,-6 2-2 0,-3 0-7 15,-1-2 1-15,-2 2-2 0,-1 0-10 0,-6 0-7 16,7 2 1-16,-7-2-4 0,0 0-5 0,-11 6-23 16,2-4-9-16,-5 2-19 0,1-1-19 0,1-1-18 15,0 4-22-15,2-5-154 0,-3-1-294 0,5 1 131 0</inkml:trace>
  <inkml:trace contextRef="#ctx0" brushRef="#br0" timeOffset="105230.06">10714 13309 142 0,'0'0'195'0,"8"-4"-18"16,-3 3-18-16,1-1-22 0,-6 2-9 0,14 2-14 15,-6-1-15-15,0 3-12 0,1 1-11 0,0 2-8 0,2 0-5 0,-5 1-8 16,2 2-1-16,-4 1-13 0,1-1-1 0,-1 2-4 16,-3 0-5-16,-1 2 1 0,-1 3-4 0,-3 0-6 15,-1-4 3-15,-4 2-2 0,2-3-3 0,0 0-6 16,1-2 0-16,-1 0 0 0,-2-1-1 0,2-2 5 16,0-2 4-16,2-3 5 0,1 3 9 0,0-2 11 15,3 0 13-15,-3 1 16 0,4-4 24 0,-3 2 12 0,3-2-6 16,0 0-13-16,0 0-7 0,8-12-12 0,1 6-11 15,3-5-2-15,1-3 4 0,-1 2-20 0,10-7-3 16,0 1-3-16,-3-1-7 0,4 0-1 0,-5 7-7 0,-3-1 1 16,0 1-4-16,-4 5 5 0,-2 1-9 0,-2 0-3 15,0-1-3-15,-3 6-4 0,-1-3-4 16,1 1-4-16,0 2-11 16,-4 1 0-16,0 0 0 0,0 0-1 0,12 5-3 0,-10-1 4 15,-2 4 1-15,1-2-6 0,1 2 6 0,-1 1-4 16,0 1-5-16,1 0-7 0,0-1-10 0,-1 3-24 0,2 0-23 15,-3-3-28-15,1 2-36 0,3 0-41 16,-4-3-225-16,0 0-448 0,0-4 199 0</inkml:trace>
  <inkml:trace contextRef="#ctx0" brushRef="#br0" timeOffset="105448.13">11129 13230 124 0,'4'-3'208'0,"-1"1"-28"16,2-1-11-16,-5 3-20 0,13 3-18 0,-3 0-9 15,-1 3-8-15,1 3-11 0,4 3-6 0,-5 5-8 16,2 0-9-16,1 6-10 0,-5 1-4 0,-1 2-5 0,-6 1-6 16,0 2-3-16,-4 0-5 0,-4-2-8 0,-2-1-9 15,-3-1-7-15,-3-1-11 0,-3-2-8 0,-3-1-23 16,1-4-19-16,-6 0-38 0,1-3-34 0,-5-1-187 15,0-3-322-15,-2-5 142 0</inkml:trace>
  <inkml:trace contextRef="#ctx0" brushRef="#br0" timeOffset="105764.8">10641 13125 29 0,'-10'2'148'16,"0"1"-13"-16,-7 7-12 0,3 2-13 0,-5 7-11 0,0 1-3 0,0 4-12 15,1 0-1-15,1 3-7 0,2 2-6 0,3 0-3 16,2-2-5-16,5 2-7 0,3-3 6 0,3 1-14 15,1-8 3-15,7 6-5 0,0-6 6 0,8 1-6 16,2-2 6-16,5-1-4 0,3-2-3 0,2-1-7 16,6-2-1-16,-1-2-11 0,2 0-39 0,5-5-62 15,-4 2-205-15,17-5-305 0,-3 1 134 0</inkml:trace>
  <inkml:trace contextRef="#ctx0" brushRef="#br0" timeOffset="106027.4">11841 13434 50 0,'0'0'311'0,"0"0"-22"0,0 0-18 16,0 0-33-16,0 0-27 0,0 0-24 0,14-6-21 0,-1 3-21 15,2-1-38-15,6 1-41 0,-2 1-54 0,-1-1-59 16,1 2-45-16,0-2-54 0,-6-1-149 0,0 3-319 16,-2 1 140-16</inkml:trace>
  <inkml:trace contextRef="#ctx0" brushRef="#br0" timeOffset="106165.62">11858 13521 137 0,'0'0'143'16,"10"4"-14"-16,0-4-14 0,9 0-62 0,11-4-150 0,-2 0-103 16,1-2 46-16</inkml:trace>
  <inkml:trace contextRef="#ctx0" brushRef="#br0" timeOffset="107598.82">13055 12893 59 0,'-1'-12'263'0,"1"3"-13"0,0 2-13 0,-1 1-19 16,1 2-24-16,0-1-25 0,0 2-24 0,0 3-25 16,0 0-10-16,0 0-15 0,0 0-10 15,-4 15-13-15,1-3-6 0,1 3-4 0,-2 4-6 16,-4 7-11-16,6 1-2 0,-1 1-5 0,-1-1-2 0,-1 3-5 16,4-4-1-16,-2 3-3 0,-1 0-1 0,2-4-17 15,-2-1-21 1,0-4-16-16,3-2-24 0,-3-1-22 0,0 0-19 15,3-2-26-15,-3-1-24 0,1-2-37 0,1-4-118 16,-6 3-323-16,5-5 144 0</inkml:trace>
  <inkml:trace contextRef="#ctx0" brushRef="#br0" timeOffset="107867.77">12728 13358 26 0,'0'0'171'0,"-9"0"-4"16,9 0 0-16,-4 2-15 15,4-2-14-15,0 0-13 0,0 0-13 0,0 0-11 16,32-2-7-16,-4-2-13 0,7-1-7 0,20-1-9 16,2-3-7-16,3 1-2 0,4 1-2 0,0-1-3 15,-1 1-7-15,-3-2-3 0,-7 4-5 0,-1-2 2 16,-16 4-5-16,-1 0-2 0,-7 1-6 0,-10 0 0 15,1 1-12-15,-6 0-18 0,-2-2-23 0,-2 3-25 16,-3 0-4-16,-6 0 9 0,2 5-13 0,-2-5-24 16,-14 7-25-16,1-4-146 0,2-2-276 0,-7 5 122 0</inkml:trace>
  <inkml:trace contextRef="#ctx0" brushRef="#br0" timeOffset="108284.4">13123 13534 155 0,'0'0'189'0,"-4"3"-20"0,4-3-17 0,0 0-18 15,8 5-18-15,-1-2-7 0,2-1-13 0,2 5-9 16,1-5-6-16,-1 5-15 0,5 1-7 0,-6-2-7 16,2 0-6-16,-2 4-5 0,-1 4-6 0,-4-4-9 15,2 2-1-15,-5 5-8 0,-2 0 2 0,-1 2 1 16,-4-2-9-16,-4 6 1 0,-3 2-1 0,-2-4 0 16,5-4-5-16,-3-3 3 0,1-1-1 0,2-4 9 0,0 0-12 0,0 0-6 15,4-3 5-15,0-1 5 0,1-1-3 0,0 1 6 16,2-2 23-16,-2 1 16 0,4-4 0 0,-1 2-4 15,1-2-7-15,11 3 0 0,-2-6-1 0,4-1-6 16,6 1-5-16,3-3-5 0,-3 2 1 0,8-3 0 16,2 0-1-16,-2-1-5 0,0 1 0 0,-5 3-6 15,-2-1-8-15,1 0-26 16,0-1-27-16,0 0-44 0,-1 1-51 0,-2-1-192 16,-1-2-364-16,1-2 161 0</inkml:trace>
  <inkml:trace contextRef="#ctx0" brushRef="#br0" timeOffset="108754.11">14204 12859 118 0,'-1'-9'250'0,"2"4"-12"0,-1-2-17 16,0-1-10-16,1 3-16 0,-1 1-17 0,0-3-9 31,0 4-20-31,1 0-14 0,-1 3-13 0,0-4-19 16,0-2-10-16,0 6-10 0,0 0-23 0,0 0-26 0,0 0-4 0,0 0-4 15,0 0-4-15,0 23-5 0,-2-6 1 0,1 9-4 16,-5 3-1-16,1 4-4 0,-2 19 3 0,-2 2-4 16,-2 3 0-16,-1 1-2 0,4-4 0 0,-1 3-2 15,-1-4-1-15,1-3-3 0,1-2 3 0,6-13-2 16,-1 0 1-16,-2-4 2 0,0-2-2 0,5 0 1 16,-1-2-2-16,1-10 1 0,0 0 1 0,0-3 0 0,1-2-4 0,-1-1 2 15,0-2 5-15,0-1-5 0,0-2 0 0,0 0 1 16,0-1 0-16,0-1 0 0,0 0 3 0,3-1 1 15,-3-3 3-15,0 3 0 0,0-3-1 0,-3 4 3 16,3-4 8-16,0 0 7 0,0 0 11 0,0 0-1 16,0 0-17-16,0 0-30 0,0 0-45 0,3-12-40 15,-2 5-75 1,-1-5-237-16,1-3-441 0,-1-4 195 0</inkml:trace>
  <inkml:trace contextRef="#ctx0" brushRef="#br0" timeOffset="108954.37">14148 12920 186 0,'4'-7'222'16,"1"-1"-22"-16,5 2-22 0,0 0-21 0,9-1-15 16,9-1-16-16,-2 4-17 0,8 2-6 0,1 2-9 0,-2 2-23 15,2 3-37-15,-5 3-37 0,2 3-34 16,-5 2-39-16,0 1-53 0,-13 0-101 0,5 3-249 15,-6 2 111-15</inkml:trace>
  <inkml:trace contextRef="#ctx0" brushRef="#br0" timeOffset="109108.57">14142 13740 188 0,'-1'4'220'0,"1"-4"-16"0,9 2-17 0,5-5-22 0,5 3-17 0,15-4-15 16,5 0-56-16,11-1-80 0,1 0-218 0,-12-2-237 16,-2 1 106-16</inkml:trace>
  <inkml:trace contextRef="#ctx0" brushRef="#br0" timeOffset="110035.72">15162 12839 126 0,'5'-12'242'16,"-1"-1"-8"-16,-4 3-2 0,4-2-14 0,0 4-9 0,0 1-12 15,-3 2-16-15,-1-1-11 0,0 2-27 0,1 0-17 16,2 1-16-16,-3 3-33 0,0 0-17 16,0 0-3-16,0 0-7 0,-5 17-7 0,1 3-7 0,-5 6-2 0,-4 3 3 0,4 5-7 15,-5 15-1-15,0 1 0 0,2 3-1 16,2 1-7-16,-2-6-1 0,3 0-2 0,0-1 3 16,5-11-3-16,0-2-2 0,1-2-3 0,2-2-3 15,0-3 1-15,2 0 0 0,-2-9-2 0,1-1-2 0,0-3 3 16,0-3-4-16,-1-1 2 0,-1 0 0 0,0-5 4 15,3 1 1 1,-2-2-3-16,1 1 9 0,0-1 6 0,0-4 3 16,-3 3-3-16,3-3 0 0,-5 2-2 0,5-2-6 15,-11-5-1-15,2 1-4 0,-4-1-13 0,4-1-18 16,-4 0-14-16,2-2-23 0,-5-1-43 0,2 0-68 16,1-2-72-16,3-1-181 0,-4-4-454 0,7 3 201 15</inkml:trace>
  <inkml:trace contextRef="#ctx0" brushRef="#br0" timeOffset="110320.69">14857 13234 182 0,'0'0'262'0,"0"0"-25"16,0 0-26-16,0 0-25 0,16-9-17 0,-4 5-17 15,11-2-19-15,2-1-13 0,10 0-8 0,0 2-15 16,0-1-8-16,-3-1-8 0,1 3-8 0,-2-1-8 16,-4 2-7-16,-9-1-6 0,-5 3-5 0,-2 0-1 15,1 0-7-15,-6 1 2 0,3 0-12 0,-4-2-4 16,-5 2-2-16,8-1-9 0,-8 1-6 0,6-2-11 0,-6 2-2 16,0 0-1-16,0 0-9 0,0 0-10 0,0 0-23 15,0 0-22-15,0 0-24 0,-13 10-22 0,11-7-40 0,-2-1-180 16,4-2-363-16,-5 2 160 0</inkml:trace>
  <inkml:trace contextRef="#ctx0" brushRef="#br0" timeOffset="110574.16">15734 12867 41 0,'-4'-3'185'16,"4"3"-16"-16,-15 1-16 0,4 4-14 0,-6 4-14 15,-6 6-7-15,1 3-7 0,-4 3-1 0,4 4-15 16,-6 12-7-16,5-6-11 0,-2 8-6 0,9-7-13 16,2 1 1-16,3 1-8 0,2 0-3 0,6 0-6 15,2-5 2-15,7 7-4 0,2-4-2 0,3-3 3 16,6 0-16-16,2-4-29 0,4-4-34 0,5-2-63 0,-1 0-197 15,1-7-323-15,4-4 144 0</inkml:trace>
  <inkml:trace contextRef="#ctx0" brushRef="#br0" timeOffset="111091.67">15981 13133 244 0,'0'0'269'0,"0"0"-14"0,0 0-14 16,0 0-13-16,0 0-13 0,0 0-17 0,-1-3-20 15,1 3-17-15,0 0-19 0,0 0-14 0,10-3-14 16,-5 1-11-16,3-1-9 0,1-1-9 0,1-1-9 16,3 1-7-16,0-1-9 0,2-3-3 0,-1 4-7 15,-2-4-7-15,2 0-1 0,1-1-2 0,-3 0-6 16,-2 2-3-16,0-1-3 0,-1-1-3 0,-2 3-3 15,-3 0-3-15,3-2-3 16,-3 3-6-16,-2 1-4 0,-4-1-10 0,-1 2-1 16,3 3-2-16,-16-2 3 0,1 4-3 0,-4 5 2 15,-7 3-2-15,-4 2-1 0,3 5 0 0,0 2-1 16,-1 1 2-16,3-1-1 0,3 5 2 0,0-2-2 16,4 2 2-16,2-1-5 0,3-1 2 0,3 1 4 15,3-2-1-15,5-1 5 0,3-3-4 0,3 0 2 16,9 0 3-16,0-4-23 0,11 3-36 0,1-1-44 0,7-6-55 0,4-2-56 15,1-2-218-15,4-2-467 0,-4-3 208 0</inkml:trace>
  <inkml:trace contextRef="#ctx0" brushRef="#br0" timeOffset="111323.46">16469 13271 264 0,'0'0'316'16,"0"0"-18"-16,0 0-29 0,0 0-24 0,0 0-33 15,22-8-17-15,5 4-25 0,6 0-36 0,4 0-52 16,17 2-68-16,-17-1-78 0,4 0-106 0,-3-1-158 15,-1 2-355-15,-5-3 157 0</inkml:trace>
  <inkml:trace contextRef="#ctx0" brushRef="#br0" timeOffset="152148.2">17161 13024 65 0,'0'0'83'0,"4"-4"-4"0,-4 4-11 0,0 0-3 0,0 0 14 15,0 0-12-15,0 0 1 0,2-3-2 0,-2 3-11 16,0 0 4-16,0 0-8 0,-2-3-6 0,2 3-4 15,0 0-11-15,-3-5 6 0,3 5-8 0,0 0 5 16,-2-4-5-16,2 4-7 0,0 0-2 0,-4-5 4 16,4 5-3-16,-3-2-9 0,3 2 7 0,-5-1-14 15,5 1 11-15,0 0-6 0,0 0-11 0,-14 1 8 0,14-1-8 16,-8 2 7-16,8-2-13 0,-6 6 12 0,-1-3 1 0,2 2-3 16,-1-2-7-16,-3 6 7 0,1-2-16 0,3 3 15 15,-4 0 1-15,4 0-2 0,0-1-3 16,1 2 6-16,-2-1 4 0,3 3-5 0,-2-3-2 0,3 4 6 15,-1-4-10-15,3 0 10 0,1 2 9 0,3-2-3 16,1-3 5 0,-1 1 9-16,1-1 2 0,4-2 7 0,1 0 4 15,3-1-4-15,-2-1-3 0,2-2 0 0,0 0 4 16,5-2 0-16,-4-3 6 0,4 1-5 0,-1-3 11 0,-1 0 4 16,-2-3 3-16,3 1-4 0,-4-3-2 15,1 1-7-15,-4-3 0 0,-3 1-5 0,1 0-5 16,-3 2-3-16,1-4-3 0,-4 3 1 0,-2 0-5 15,1 0-2-15,-2 1-4 0,-1 2-2 0,-1 2-3 0,-3-2-3 0,-1 2 2 16,2 2-5-16,-4-1-1 0,0 0-1 0,-1 2-4 16,2 1-12-16,-1 0-7 0,3 2-11 0,-5 0-19 15,3 0-11-15,0 3-22 0,2-1-11 0,-2 0-20 16,3 1-10-16,0-1-31 0,1 0-92 0,1 2-267 16,3-4 119-16</inkml:trace>
  <inkml:trace contextRef="#ctx0" brushRef="#br0" timeOffset="152486.44">17434 12763 51 0,'8'4'111'0,"3"4"-15"16,4 1-4-16,4 3-15 0,6 5-9 0,2 4 2 15,-3 1-16-15,1 4 10 0,-5 0 1 0,2 5-14 0,3 10-3 16,-12-9-7-16,-1 2-6 0,-5 2 7 0,-4-2-14 16,-3 4 1-16,-5-5-1 0,-5 1 2 0,-2-4-12 0,-5 2 0 15,-3-3 7-15,-6 0-9 0,-2-5 4 16,-12 5-7-16,9-10 1 0,-4-2-5 0,-1 3 3 15,3-8 1-15,-4 2-6 0,1-2-7 0,4-2-15 16,-2-1-41-16,4-3-48 16,1 3-75-16,9-6-193 0,3-1 85 0</inkml:trace>
  <inkml:trace contextRef="#ctx0" brushRef="#br0" timeOffset="152987.41">18126 13187 63 0,'0'0'136'0,"0"0"-3"0,0 0-16 0,0 0-3 15,0 0-4-15,0 0-16 0,0 0 5 0,0 0-19 0,0 0-12 0,0 0 3 16,0 0-13-16,15-4-6 0,-4 3-3 0,8-2-7 16,2 3-5-16,7-3 2 0,4 3-6 15,3-3 1-15,1 2 4 0,4 0-1 0,14-1-1 16,-16-2-5-16,-1 3-3 0,2-1 0 0,-2-1 1 15,-7 1-10 1,-8 1-5-16,1-1-11 0,-4 0-13 0,-6-2-17 0,0 4-28 16,-4-3-29-16,-3 3-46 0,-3-2-101 0,-1-1-251 15,-2 3 111-15</inkml:trace>
  <inkml:trace contextRef="#ctx0" brushRef="#br0" timeOffset="153234.72">18404 12990 196 0,'0'-5'249'0,"0"0"-20"0,1 2-25 16,-1-1-28-16,0 4-20 0,3-2-23 15,-3 2-21-15,0 0-19 0,-5 9 0 0,1 5-13 0,0 6-8 0,0 7-2 16,-1 0-13-16,1 5-6 0,-2 0 1 0,2 0-7 15,2 2-5-15,-2 1-28 0,4-2-43 0,-2 1-34 16,1-1-63-16,-4-3-188 0,1-2-343 0,-1-3 152 16</inkml:trace>
  <inkml:trace contextRef="#ctx0" brushRef="#br0" timeOffset="156374.23">19389 12684 4 0,'0'-4'162'0,"2"-1"-16"0,-2 1 0 16,1-1-12-16,0 0-6 0,0 3-13 0,-1 2-10 15,0-5-10-15,0 5-10 0,2-5-12 0,-2 5-11 16,0 0-9-16,0 0-4 0,0 0-9 0,0 0 1 16,-3 14-15-16,-1-1 5 0,-2 6-7 0,-4 6 4 15,2 5 7-15,-6 3-5 0,0 11-5 0,1 0-6 16,-1 1 5-16,4 0 0 0,-3 5-2 0,4-17-7 0,1 2 1 15,-3 11-2-15,5-15 2 0,0 0-2 0,-1-2 1 16,0-2-4-16,-1-2 0 0,1-8-3 0,3 0 0 16,-1-4 1-16,1-2 6 0,0-1 3 0,-1-2 4 15,0 1 7-15,3-4 11 0,-2 0 7 0,-1-1 2 16,0 0 2-16,-2-3-2 0,0-1-5 0,0 0-8 16,-3-1 0-16,-1-3 0 0,0 0 0 0,1 1-9 0,-1-2-4 0,0 0 1 15,2 1-6-15,-1 1-1 0,5-2-2 0,-3 0-2 16,3 1 2-16,1 1-4 0,-2 0 0 15,0-1-15-15,3 1-17 0,0 1-32 0,3 2-25 0,-3-5-42 16,3 5-28-16,3-5-40 0,0-1-135 0,2 3-349 16,5-2 155-16</inkml:trace>
  <inkml:trace contextRef="#ctx0" brushRef="#br0" timeOffset="156727.94">19195 13043 107 0,'0'0'185'0,"0"0"-16"0,-5 0-14 0,5 0-19 16,0 0-10-16,0 0-17 0,15-5-10 0,-3 3-11 15,9-1-9-15,6 1-6 0,5-3-17 0,4-1 0 16,1 2-3-16,3-3-7 0,-1 2-1 0,1 1-7 16,-4-1-3-16,-4-1-4 0,-4 2-1 0,-9 1-3 15,-1-1-7-15,-7 2 1 0,-2 2-6 0,-2-1 0 16,0-1-9-16,-2 2-16 0,1-1-4 0,-6 1-5 0,0 0-1 0,0 0-11 15,0 0-10-15,0 0-14 0,0 0-16 0,-14 8-14 16,8-6-24-16,0 1-119 0,-2-1-246 0,2-2 108 16</inkml:trace>
  <inkml:trace contextRef="#ctx0" brushRef="#br0" timeOffset="157213.96">20197 12918 134 0,'0'0'125'0,"0"0"-6"0,0 0-21 15,0 0-8-15,0 0-3 0,0 0-11 0,6 2-7 0,-6-2-3 16,13-4-19-16,-7 4 4 0,2-1 1 16,0-1-11-16,1 1-7 0,1-2-3 0,3 2 2 15,-6-2 0-15,1 3 7 0,2-2 1 0,-3-2 5 16,-1 1 12-1,1 1 2-15,-2-1 9 0,0 0 0 0,-5 3 4 0,5-4-6 16,-5 4-6-16,4-3-7 0,-4 3-10 0,0 0-5 16,0 0-4-16,0 0-5 0,-18-2-6 0,6 4-6 15,-4 3-7-15,-2 2 8 0,-1-1-4 0,-7 6-8 16,1-1 5-16,3 6-1 0,-3-5-8 0,9-2-8 0,-1 5 5 16,3-1 3-16,3 0 1 0,2 1-2 0,1 0-1 0,4 2-1 15,4 0 6-15,2-1-3 0,4 1 3 0,5-2 1 16,4-1-4-16,10 3 0 0,3-2-17 0,3-4-15 15,5-3-43-15,-3-3-41 0,2-1-60 0,-4-3-115 16,1 1-311-16,0-4 138 0</inkml:trace>
  <inkml:trace contextRef="#ctx0" brushRef="#br0" timeOffset="157476.71">20527 13055 202 0,'0'0'191'0,"0"0"-26"0,0 0-16 0,0 0-11 15,21-4-17-15,-8 3-12 0,2 0-13 0,8-2-12 16,-2 1-7-16,8 1-18 0,2-6-29 0,0 5-21 15,-3 0-18-15,1-1-23 0,-9 0-32 0,2 1-24 16,-5-2-119-16,-3 0-223 0,-4 3 100 0</inkml:trace>
  <inkml:trace contextRef="#ctx0" brushRef="#br0" timeOffset="157698.91">20690 12930 98 0,'0'0'221'0,"0"-5"-7"16,0 5-7-16,1-3-20 0,-1 3-19 0,0 0-17 15,-2-4-18-15,2 4-15 0,0 0-16 16,0 0-18-16,0 0-10 0,0 0-4 0,-4 9-11 16,4 3-5-16,-1-4-4 0,1 5-6 0,-3 4-7 0,3 0-6 15,-1 1-16-15,1 2-18 0,3 3-14 0,-2 4-16 16,0-9-24-16,5 0-29 0,-1 2-36 0,-1-2-179 0,0-3-324 15,0-3 144-15</inkml:trace>
  <inkml:trace contextRef="#ctx0" brushRef="#br0" timeOffset="158114.93">21211 12867 114 0,'-3'-2'176'0,"1"1"-25"0,-4-2-11 0,6 3-18 16,-9 0-9-16,9 0-17 0,-8 3-11 15,3-2-6-15,1 3-12 0,-2-1-3 0,2 3-7 0,-2-1-4 16,1 3-8-16,-1 0-5 0,0 1-10 0,4 0 4 15,0 0-7-15,0-1-5 0,1 2 3 0,1 2-4 16,2-3-1-16,1 2 1 0,2-2-13 0,-3-2 11 16,5-2 1-16,-2 0 0 0,1 2 5 0,4-2 6 0,-5-4 3 0,3 1 0 15,3 0 8-15,-3-2 12 0,3-2 8 0,-4 0 8 16,2 1-4-16,0-2 3 0,-4-1-3 0,2-1-2 16,-2 0-2-16,-4 0-8 0,5-5-9 0,-2 4-3 15,-4-2-6-15,3 0-8 0,-3-2-11 0,-3 2-3 16,2 0-14-16,-2 1-14 0,-3 1-5 0,2 0-16 15,-2 0-8 1,-1 2-12-16,2 0-10 0,-1 2-19 0,-2-1-29 16,3 1-11-16,1 1-32 0,-1-1-157 0,1-1-339 0,4 3 150 15</inkml:trace>
  <inkml:trace contextRef="#ctx0" brushRef="#br0" timeOffset="158373.29">21435 12711 71 0,'0'0'199'0,"0"0"-19"0,0 0-22 0,0 0-26 16,0 0-9-16,9 6-17 0,-4 1-9 0,0 3-15 16,3 2-6-16,1 4-8 15,0 2-6-15,-3 7-2 0,2 2-8 0,-3 0-5 16,-5 3-1-16,0 1-3 0,-4 0-6 0,-2 5-4 15,-3-4 5-15,-5 0-6 0,-3 0-9 0,-1-1-4 16,-10 9-5-16,1-15-13 0,1 0-18 0,-3-2-23 16,-2-3-27-16,-16 4-32 0,4-1-49 0,-7-6-90 0,11-7-259 0,-10-2 115 0</inkml:trace>
  <inkml:trace contextRef="#ctx0" brushRef="#br0" timeOffset="158847.63">20022 12711 118 0,'-5'-2'121'16,"5"2"-18"-16,-9 5-10 0,4 1-3 0,-3 3-13 0,-3 3-11 15,-1 5-4-15,-3 8-9 0,-1 1-2 0,1 4-9 16,0 2-1-16,-2 12-4 0,4 1-2 0,6 0-2 16,-1 0-5-1,5-11-1-15,7 0-8 0,5 2 7 0,5-7 5 0,7 3-3 16,12 4 6-16,7-7-10 0,5 0 1 15,4-7-4-15,3-4-2 0,7-6-43 0,0-5-57 16,0-3-120-16,1-4-216 0,-1-2 97 0</inkml:trace>
  <inkml:trace contextRef="#ctx0" brushRef="#br0" timeOffset="159818.01">21599 12492 43 0,'0'0'154'0,"-5"-3"-17"16,5 3-20-16,0 0-7 0,0 0-10 0,0 0-17 0,0 0-5 15,0 0-14-15,0 0-9 0,0 0 0 0,0 0 3 16,0 0-6-16,12 5-10 0,-5-1-5 0,2 2-2 16,2-4-8-16,2 2 6 0,-3-1-4 0,5 0-4 15,-2-1-6-15,4-1 3 0,-4 1-10 0,1-1 0 16,-3-1 3-16,4 0-3 0,-4-3 5 0,0 2-6 0,1-2 4 16,-1-1 5-16,-3 1 10 0,3-1 15 0,-5-1-2 15,1-1 9-15,-3 4 7 0,1-2 6 0,0-1-1 16,-1-1-8-16,-1 2 4 0,-1 3-3 0,2-4-3 15,-3 1-6-15,2 2 0 0,-3 2-5 0,5-5 0 16,-5 5-7-16,0-1-5 0,0 1-3 0,0 0-4 16,5-5-14-16,-5 5 4 15,0 0-16-15,0 0-14 0,0 0 0 0,0 0 2 16,1 13 1-16,-1-3-3 0,-1 7 2 0,-3 4 5 16,3 11-1-16,-3 1-2 0,-1 14 4 0,-4 4-3 15,3 0 2-15,-1 0-6 0,0 4 5 0,0 1 1 16,1 0 5-16,3-1-2 0,-2-6 2 0,3 4-1 15,-2-5-1-15,1-14-5 0,3-2 14 0,0 0-6 16,2-2-4-16,-4 0 4 0,2-3 0 0,0-1 4 0,0-7-1 0,-2-1-4 16,2-1 0-16,-2-1 8 0,1-4-2 0,2-2-5 15,-3 1 2-15,2-5 5 0,-1 3 1 0,1-4-7 16,0 3 0-16,-2-4 1 0,2 1 1 0,0 0 4 16,-1-1-2-16,1-1-2 0,0-3-1 0,-1 7 1 15,1-7 2-15,0 5 0 0,0-5 6 0,0 5-7 16,0-5 3-16,0 3-4 0,0-3 2 0,0 0 2 0,0 0 3 15,0 0-2-15,0 0 2 0,0 0-1 0,-2 4 2 16,2-4 0-16,0 0 2 0,0 0 4 0,0 0 9 0,0 0-4 31,0 0 1-31,0 0-3 0,0 0-3 0,0 0-3 0,0 0-4 0,0 0 2 16,0 0-7-16,0 0 4 0,0 0-5 0,-3 3 1 16,-5-3-1-16,-1 2 2 0,-11 3-1 15,-17 0 0-15,-21 1-20 0,-8 2-39 0,-37 0-67 16,-4 0-243-16,-17-7-397 0,1-1 176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5:49:51.06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2200 1627 135 0,'-3'-8'249'0,"3"8"-14"0,-2-5-10 0,2 5-17 15,-1-6-22-15,1 6-18 0,0 0-20 0,0-6-17 16,0 6-17-16,0 0-20 0,0 0-15 0,0 0-35 0,0 0-28 15,0 0-18-15,0 0-7 0,0 0-4 0,0 25-1 16,0-8 4-16,1 0-5 0,-1 7 3 0,0 5 0 16,2 1-1-16,-2 0 4 0,0 2 8 0,-2 0-3 0,2-6 3 15,-1 3-1-15,1 0-5 0,-3-10 3 16,3 1-4 0,0-2 2-16,0-6 3 0,-3-1-1 0,5 0-1 15,-4-2 2-15,2-2 6 0,0-7-2 0,2 6 25 0,-4-2 28 16,2-4 23-16,0 0 27 0,0 7 22 0,0-7 21 15,0 0 15-15,0 0 18 0,0 0 18 0,0 0-31 16,0 0-22-16,0 0-11 0,-6-25-17 0,2 9-6 16,3-4-20-16,-3-9-23 0,4-4-11 15,-1-4-12-15,2-11-14 0,-1-3-6 0,5 5 1 16,-1 1-3-16,0-1-1 0,1 15-5 0,3-2-2 0,-2 2-3 0,-1 2 2 16,2 2 3-16,-4 8-6 0,1 3 0 0,1 3 5 15,0 1-7-15,-1 2-3 0,1-2-3 0,-1 4-4 16,1 1-8-16,1 2-36 0,0 0-47 0,1 4-29 15,-7 1-24-15,31 7-14 0,-17 2-23 0,12 6-15 16,-3 7-35-16,1 3-51 0,-2 0-164 0,3 0-484 16,2-2 214-1</inkml:trace>
  <inkml:trace contextRef="#ctx0" brushRef="#br0" timeOffset="232.31">2271 2005 120 0,'-5'5'164'0,"5"-5"-6"0,0 0-4 15,0 0-2-15,0 0-5 0,21 4-12 16,-2-5-16-16,4-3-11 15,9 2-7-15,1-3-9 0,6 1-19 0,0-1-54 16,-1-1-58-16,-1-2-86 0,-6-1-105 0,0 2-249 16,-4 0 110-16</inkml:trace>
  <inkml:trace contextRef="#ctx0" brushRef="#br0" timeOffset="632.66">2245 1864 225 0,'0'0'255'16,"-6"3"-15"-16,6-3-20 0,0 0-8 0,0 0-15 15,-5 2-16-15,5-2-18 0,0 0-17 0,0 0-14 16,0 0-13-16,0 0-8 0,0 0-18 0,24 0-5 16,-4-2-6-16,8-2-12 15,1 0-6-15,3 0-4 0,-1-3-9 0,0 2-4 16,-3 2-3-16,-7-2-6 0,-4 3-3 0,-2 0 0 16,-3 0-6-16,-2-1-1 0,-1 3-3 15,-3-2-5-15,-6 2-4 0,12-1 4 0,-12 1-6 16,9-2 3-16,-9 2-9 0,0 0-15 0,0 0-5 15,0 0-17-15,0 0-18 0,0 0-9 0,0 0-19 16,0 0-18-16,0 0-22 0,0 0-25 0,-9 13-48 0,4-9-200 0,5-4-419 16,0 0 186-16</inkml:trace>
  <inkml:trace contextRef="#ctx0" brushRef="#br0" timeOffset="1102.57">3032 1765 132 0,'0'0'396'16,"5"-2"-35"-16,-5 2-35 0,0 0-32 0,0 0-27 0,0 0-32 16,0 0-22-16,0 0-27 0,0 0-23 0,0 0-22 15,0 0-37-15,0 0-25 0,0 0-33 0,0 0-8 0,5 11-13 16,-9-5-5-16,2-1-15 0,-5 6 9 0,1 2-8 15,-4 2-8-15,-1 2 0 0,1-1-5 16,-3-4-8-16,3 3-6 0,0-1-2 0,1-2-5 0,1-3 3 16,3 2-9-16,-4-6 3 0,4-1 9 0,0 2 4 15,1-3 15-15,4-3 39 0,-6 5 37 0,6-5 39 16,-5 1 28-16,5-1-15 0,0 0 15 0,0 0 10 0,-9-15 17 16,5 7 6-16,1-1-13 0,2-5-8 0,1-1-14 15,-2 3 0-15,0 0 11 0,1 2 21 0,1 3-4 16,0 0-6-16,-1 2-13 0,1 5-22 0,-2-7-13 15,2 7-18-15,2-7-20 0,-2 7-23 0,0 0-47 16,1-5-23-16,-1 5-27 0,0 0-6 0,0 0-11 16,0 0-14-16,17 12-19 15,-11-7-9-15,0 0 7 0,2 4 6 16,1-1 9-16,4 7 3 0,-6-6-2 0,5 5-1 16,2 1 7-16,-5-4-6 0,2 0-14 0,-2-1-4 15,-1-2-10-15,0 0-13 0,-2 0-19 0,-2-4-11 16,1 3-18-16,-2-2-23 0,-3-5-10 0,6 7-37 15,-2-3-12-15,-4-4-17 0,4 6-162 0,-4-6-466 16,0 0 207-16</inkml:trace>
  <inkml:trace contextRef="#ctx0" brushRef="#br0" timeOffset="1481.76">3408 1842 2685 0,'0'-4'359'16,"0"4"-156"-16,0 0-82 0,0-7-43 0,0 7-27 16,0 0-5-16,-6-7-5 0,6 7-9 0,-5-3-13 15,5 3 3-15,-5-2-9 0,5 2 0 0,0 0-8 16,0 0-1-16,0 0-3 0,-14 1 0 0,8 2-7 0,-3 2 1 0,-1 0-2 16,1 3-3-16,1-1-20 0,-2 2-11 15,0 1-7-15,2-1-2 16,0-1 3-16,1 1 1 0,0-1-8 0,2-3 3 0,2 3 1 15,1-2-4-15,1-2 4 0,-2 2 0 0,3-6 6 16,-1 5 8-16,1-5 10 0,0 4 13 16,0-4 16-16,0 0 12 0,0 0 17 0,0 0 13 15,0 0 15-15,0 0 7 0,0 0 2 0,0 0 0 16,0 0-6-16,20-8 3 0,-20 8-6 16,8-4-4-16,-8 4-8 0,4-4 0 0,-4 4-10 15,0 0-8-15,6-4-5 0,-6 4 2 0,0 0-6 0,0 0-8 16,5-4-20-16,-5 4-27 0,0 0-35 15,0 0-24-15,0 0-27 0,15 0-31 0,-15 0-36 16,17 4-66-16,-5-3-234 0,-1 1-526 0,-11-2 233 16</inkml:trace>
  <inkml:trace contextRef="#ctx0" brushRef="#br0" timeOffset="1951.32">3588 1859 149 0,'4'-4'372'0,"-4"4"-22"0,0 0-18 0,2-3-29 15,-2 3-20-15,0 0-34 0,0 0-27 0,0 0-33 16,0 0-11-16,0 0-18 0,0 0-19 0,0 0-18 0,0 0-15 0,0 0-19 16,0 0-23-16,0 0-25 0,0 0-33 0,0 0 5 15,6 10 1-15,-4-5-7 0,-1-1-16 0,0 4-5 32,-1-2-12-32,0 3-14 0,4 0-4 0,-4-2-8 0,3 0 2 0,-2-1 1 0,0-2 0 15,3 1 4-15,-4 0 6 0,0-5 9 0,4 7 24 16,-4-7 38-16,0 0 37 15,0 4 32-15,0-4-3 0,0 0-6 0,0 0 0 16,15-12 10-16,-7 6-4 0,-2-1-1 0,3-1 5 16,0 1-16-16,0 0-15 0,-5 2 3 0,5-1-12 15,-5 2-8-15,-4 4-2 0,6-6-11 0,-2 3-6 16,-4 3-11-16,8-2-4 0,-8 2-11 0,5-3-16 16,-5 3-11-16,0 0-12 0,9-1-3 0,-9 1-17 15,0 0 9-15,10 5-10 0,-5-2-2 0,-2-1-6 0,3 1-7 16,-2 2-10-16,1 0-6 0,0-1-10 0,1 0 1 15,0 1 5-15,0-2 1 0,-1 2 11 0,-1-2 2 16,2-1 14-16,-1 1 14 0,-5-3 12 0,13 1 10 16,-13-1 16-16,14-4 11 0,-5 3 6 0,3-4 11 15,-5 4 8-15,1-2 7 0,-4-1 4 0,2 0 1 16,-1 3-3 0,2-2-4-16,-7 3-13 0,6-5 2 0,1 2-12 15,-7 3-30-15,7-2-32 0,-7 2-40 0,0 0-39 16,17-2-49-16,-17 2-65 0,15 2-214 0,-15-2-495 15,0 0 220-15</inkml:trace>
  <inkml:trace contextRef="#ctx0" brushRef="#br0" timeOffset="2584.05">4099 1691 28 0,'-4'-8'361'0,"4"8"0"0,0-7-15 0,0 7-33 16,-4-3-11-16,4 3-25 0,0 0-39 0,1-7-25 15,-1 7-25-15,0 0-19 0,0 0-40 0,0 0-39 0,0 0-51 16,0 0-27-16,0 0-5 0,-1 15-2 0,1 2 0 16,0 2-4-16,1 10 3 15,-2 2-1-15,0 1 2 0,-2 2 5 0,2-1-2 0,-3-1 6 0,4 1-3 16,-4-4 0-16,4-2 4 0,3 1-1 0,-3-10-17 16,0 2-11-16,0-3-16 0,0-6-18 0,0 2-26 15,0-8-34-15,0 7-20 0,-3-5-8 0,3-7 13 16,3 9 7-16,-3-9 11 0,0 0-278 0,0 0-414 15,0 0 183-15</inkml:trace>
  <inkml:trace contextRef="#ctx0" brushRef="#br0" timeOffset="3042.78">4103 1791 22 0,'0'0'218'16,"1"-4"-23"-16,-1 4-25 0,0 0-16 0,13 2-15 15,-13-2-16-15,18 5-10 0,-7 0-14 0,2-2-9 0,3 4 6 0,1-2-12 16,2 5-5-16,-3-3-9 0,0 0-8 0,-6 1-7 16,3-3-11-16,-7 1-7 0,2 0-11 0,-3-2-10 15,2 1-5-15,-5 0 7 0,2-1-11 16,-4 1 6-16,0-1-3 0,-5 2 4 0,0-1 1 16,-4 0-4-16,-3 2 4 0,2-3-1 0,1-1 0 15,0 4 2-15,-1-3-8 0,4-3 7 0,1 1 1 0,5-2-3 0,-11 2 11 16,11-2 9-16,0 0-2 0,-11-1-14 0,11 1-23 15,0-8-16-15,0 8-6 0,10-13-6 0,-1 4 10 16,5-5-11-16,4 2 0 0,4-5-5 0,1-4-6 16,1 1 8-16,-1 1 5 0,0-6 10 0,0 1 13 15,-1 2 18-15,-2 3 19 0,-6 3 25 0,0 1 25 16,-3-2 23 0,-4 3 30-16,2 6 37 0,-6-2 12 0,0 2 16 15,1 2-4-15,-1 1-16 0,0-1-16 0,-1 2-10 16,-2 4-18-16,4-5-17 0,-4 5-26 0,5-2-32 15,-4-1-41-15,-1 3-29 0,0 0-7 0,0 0-5 16,0 19 5-16,-5-8 7 0,1 8-1 0,1 7 6 16,-3 3 2-16,2 0-2 0,1 2 3 0,0-2-20 15,3-2-6-15,0 1-8 0,-3-5-10 0,6-3-9 0,-3-2-16 0,1-2-19 16,1-3-30-16,-1 0-22 0,0-4-52 0,0 0-41 16,2-1-199-16,-3-2-473 0,4-4 211 0</inkml:trace>
  <inkml:trace contextRef="#ctx0" brushRef="#br0" timeOffset="3437.88">4688 1884 61 0,'0'0'231'0,"0"0"-22"0,0 0-15 16,0 0-19-16,0 0-18 0,0 0-12 0,0 0-9 15,6 0-25-15,-6 0 1 0,0 0-12 0,10 0-10 0,-10 0-13 0,18-4 1 16,-9 1-6-16,4 0-12 0,-3-2 5 0,3 0 7 16,-4 0 4-16,4-2 7 0,-3 3 3 0,-3-3 5 15,3-1 4-15,-4 1 8 0,0-2-1 0,-3 3 11 16,2-2 0-16,-2 1-13 0,2 0 25 0,-4 4-6 16,2-2-21-16,-3 5-5 0,1-8-9 0,-1 8-14 15,-4-6-13-15,4 6-21 0,-11-3-10 0,11 3-6 0,-17 6-2 16,2 2-6-16,0 0-5 0,2 7 6 0,-3-2-14 15,2 1 2-15,0 0-12 0,1 1 0 0,7 2 0 16,-2-3-4-16,3 1-2 0,5-3 4 0,0 3 3 16,3-4 0-16,3 0 4 0,-1 0 5 0,10-1 2 15,2 0-2-15,10 0-2 0,1-3-22 0,3-4-42 16,-2 1-65-16,3-4-93 16,-3-2-330-16,2-2-601 0,-3-4 266 15</inkml:trace>
  <inkml:trace contextRef="#ctx0" brushRef="#br0" timeOffset="3985.55">2495 2453 53 0,'0'0'178'0,"-6"0"-11"16,6 0-14-16,0 0-11 0,-5 2-14 0,5-2-10 0,0 0-16 15,0 0-4-15,0 0-8 0,-6 0-13 0,6 0-6 16,0 0-4-16,0 0-3 0,0 0-13 16,0 0 1-16,0 0-9 0,0 0 0 0,0 0 3 15,0 0 2-15,17 8 16 0,-3-7 1 0,14-1 0 0,12 3 7 0,22-3 6 16,36-3 11-16,8-1 3 0,10 1-1 0,5-4-1 15,11-5-5-15,6 5 3 0,0-3-4 0,-4-2-9 16,-1 4-7-16,-9-4-3 0,-7 0-4 0,-4 0-7 16,-11-1 0-16,-10 5-5 0,-28 0 7 0,-3 2-7 15,-1 1 2-15,-6-3-3 0,-13 4-4 16,-8 0 7-16,-5 0-2 0,-7 1 10 16,-10-1 10-16,0 2 15 0,0 2 22 0,-2-1 2 15,-5-1 1-15,-4 2-8 0,0 0-16 16,19-2-18-16,-19 2-31 0,0 0-33 0,6 0-38 15,-6 0-48-15,0 0-60 0,0 0-82 0,0 0-109 16,0 0-256-16,0 0-638 0,0 0 283 0</inkml:trace>
  <inkml:trace contextRef="#ctx0" brushRef="#br0" timeOffset="4355.14">5442 1746 168 0,'0'0'509'0,"0"-3"-21"0,0 3-23 0,0 0-40 0,0 0-42 15,2-3-36-15,-2 3-37 0,0 0-41 0,0 0-42 0,0 0-62 0,0 0-72 16,0 0-89-16,0 0-115 0,0 0-112 0,3 11-59 15,1-6-258-15,-2 2-584 0,3 2 258 0</inkml:trace>
  <inkml:trace contextRef="#ctx0" brushRef="#br0" timeOffset="4502.08">5421 2271 251 0,'-1'5'374'0,"-4"-1"-3"0,5-4-12 15,-1 5-28-15,1-5-38 0,0 0-31 16,0 0-76-16,0 0-92 0,0 0-95 0,0 0-111 16,15-20-290-16,-2 7-435 0,2 0 193 0</inkml:trace>
  <inkml:trace contextRef="#ctx0" brushRef="#br0" timeOffset="4808.24">6004 2014 241 0,'0'0'365'0,"-8"3"-20"0,8-3-13 0,0 0-24 15,0 0-18-15,0 0-22 0,-5 2-26 0,5-2-34 16,0 0-9-16,0 0-28 0,27-5-9 0,-5 3-22 15,1-1-13-15,6-1-14 0,3 1-15 0,-1-2-2 0,-3 1-15 0,0 1-6 16,-9 1-6-16,0-1-3 0,-6 2-4 0,1-2-10 16,-5 2-6-16,-1 0-3 0,-3 1-4 0,4-3-7 15,-4 3 13-15,-5 0-24 0,8 0-2 0,-8 0-13 16,4-3-35-16,-4 3-36 0,6 0-40 0,-6 0-56 16,0 0-51-16,0 0-75 0,0 0-297 0,-18 8-633 15,18-8 281-15</inkml:trace>
  <inkml:trace contextRef="#ctx0" brushRef="#br0" timeOffset="6410.3">7904 1748 4 0,'-1'-4'314'0,"1"-1"-13"0,-3 0-14 0,3 2-14 0,0-2-11 16,0 5-18-16,-1-7-27 0,1 7-22 0,-1-5-22 16,1 5-17-16,0 0-29 0,0-4-39 0,0 4-38 15,0 0-55-15,0 0-24 0,0 0 9 0,2 16-5 16,-2-1 1-16,0 4 5 0,2 7-1 0,-4 4 5 16,2 1 1-16,-1 2 8 0,0 0-3 0,-4 13 4 15,3-14-1 1,2 2 1-16,0-2 4 0,0-2 1 0,-1 2 0 15,4-4 2-15,-3-1-4 0,1-7 3 0,0-4 2 0,1-3-1 16,-2-2-1-16,-2-3 4 0,4 1 3 0,-2-4 3 16,1 0 6-16,-1-5 3 0,-1 9 15 0,1-9 7 15,0 0-29-15,0 0-48 0,0 0-33 0,0 0-20 16,-2-26-24-16,4 9-41 0,-4-1-47 0,1-7-132 16,0-2-360-16,1-1 160 0</inkml:trace>
  <inkml:trace contextRef="#ctx0" brushRef="#br0" timeOffset="6604.27">7928 1612 30 0,'-1'-11'307'0,"1"4"-4"15,0 1-14-15,0 2-19 0,0-3-7 0,0 1-29 0,0 2-23 16,0 0-23-16,3 0-25 0,1 0-18 0,4-1-14 16,5 2-13-16,5-1-14 0,4-1-11 0,6 2-33 15,3 2-22-15,-1 2-26 0,0 4-36 0,-3-3-39 16,1 3-41-16,-7-1-51 0,6 1-48 0,-9 2-199 15,-4-6-435-15,-1 6 192 0</inkml:trace>
  <inkml:trace contextRef="#ctx0" brushRef="#br0" timeOffset="6974.54">7913 2057 29 0,'-4'3'199'0,"4"-3"-2"0,0 0 0 15,-7 3-4-15,7-3 2 16,0 0-12-16,0 0-9 0,0 0-18 0,0 0-10 15,0 0-15-15,0 0-8 0,14 0-16 0,-3-3-9 16,8 3-6-16,4-2-12 0,9-1-7 0,0-1-4 16,3 1-12-16,-1 1-8 0,1-1-2 15,-1-1-7-15,-2 4-2 0,-1-4 2 0,-3 3-9 16,-9-2 0-16,-2 3-4 0,-5-1-5 0,-4 0 3 0,0-1-6 16,-2 2 1-16,2 0-5 0,-8 0 1 0,0 0-4 0,11 0-10 15,-11 0-18-15,0 0-21 0,0 0-15 0,0 0-5 16,0 0-9-16,0 0-27 0,0 0-50 0,0 0-56 15,-15 11-180-15,15-11-410 0,-10 3 182 0</inkml:trace>
  <inkml:trace contextRef="#ctx0" brushRef="#br0" timeOffset="7259.74">8684 1997 2900 0,'1'-5'347'0,"-1"5"-139"0,0 0-27 16,-1-9 14-16,1 7 1 0,0 2-10 0,0 0-26 0,-3-5-23 15,3 5-18-15,0 0-15 0,0-5-10 0,0 5-9 16,0 0-17-16,0 0-14 0,0 0-12 0,0 0-19 16,0 0-40-16,0 0-42 0,0 0-8 0,0 0 5 15,0 0 9-15,0 17 4 0,0-9 7 0,0 1-12 16,0 3 4-16,0-2-1 0,0 2-12 0,-4 0-4 15,4 4-9-15,-1-6-29 0,0 2-18 0,-2 1-20 0,3-3-26 16,0-1-28-16,-1-1-20 0,-2 0-29 0,3-5-22 16,0-3 6-16,0 7-182 0,0-7-480 0,0 0 213 15</inkml:trace>
  <inkml:trace contextRef="#ctx0" brushRef="#br0" timeOffset="7413.61">8689 1774 225 0,'-1'-9'346'0,"1"0"-17"16,-3 4-20-16,3-2-25 0,0 2-32 0,0 1-24 16,0 4-36-16,-1-5-41 0,1 5-56 0,0 0-34 15,4-3-27-15,-4 3-38 0,0 0-45 0,15 9-52 16,-9-4-61-16,1 5-203 0,-1-4-396 0,-2 0 175 16</inkml:trace>
  <inkml:trace contextRef="#ctx0" brushRef="#br0" timeOffset="8278.14">8990 1968 33 0,'-1'5'262'0,"2"-2"-32"0,-1-3-24 0,0 0-28 0,2 4-15 16,-2 0-14-16,0-4-19 0,0 9-8 15,-2-1-20-15,1-1-5 0,1 2-10 0,0 3-6 0,-1-2-10 16,1-1-4-16,-2 1-7 0,2 0-4 0,0-3-6 16,0-1-3-16,-1-1 0 0,2-2-5 0,-1-3 0 0,0 8 11 15,0-8 28-15,0 0 22 0,-3 6 34 0,3-6 19 16,0 0 29-16,-2 3 21 0,2-3 0 0,0 0-19 16,0 0-28-16,11-15-16 0,-6 6-16 0,4 0-20 15,-3-1-16-15,3-1-24 0,-3 2-8 0,5 1-2 16,-5 3-12-16,-3 0 5 0,0-1-19 0,3 1-18 15,-4 3-14-15,-2 2-22 0,6-5-16 0,-6 5-40 0,4-4-18 0,-4 4 3 16,0 0 6-16,0 0 12 0,14 7 2 0,-7-3 6 16,3 3 2-16,4 2 1 0,5 0 4 0,8 3-10 15,1 0-3-15,4-3-12 0,5 0-8 16,0-1-10-16,16 2 0 0,-2-5-4 0,1 0 4 16,-1 1 0-16,-15-5 6 0,4-1 5 0,-2-1 7 15,-2-2 10-15,-2-2 8 16,-3 0 6-16,-6-3 33 0,-8 5 27 0,-3-3 35 15,-2 1 18-15,-6-1 13 0,4-1 8 0,-6 3-1 16,-4-7-14-16,0 5 4 0,-1-2-15 0,-3 1-3 16,-5 0-10-16,0 0 1 0,-4 3-11 0,-6-4 0 15,-3 5-1-15,3-2-4 0,-12 3 0 0,2 3-6 16,1 0-5-16,6 0 0 0,-4 6-4 0,5-3 1 16,-1 1-9-16,6 3-5 0,0 1-4 0,5-1-3 0,1 1-13 0,1-1-8 15,2 1-2-15,0 1 1 0,4 1-3 0,3 0 8 16,4-2 1-16,2 0 5 0,3-3 6 0,4 4 1 15,6-3 3-15,0-3-1 0,2-3 8 16,-1-2-1-16,2-3 2 0,-2 3 6 0,1-6 19 0,-2-2 18 16,-2 3 11-16,0-5 7 0,-2-2 15 15,-1-1 7-15,-2 0 1 16,6-6 15-16,-5-4 9 0,0 2 4 0,-4-4 2 16,0-1-8-16,-1-4 22 0,-1 2-2 0,-1-4 21 15,-3 1 30-15,6-3 3 0,-4 3 3 0,1 4 8 16,-3 1 4-16,1 10 12 0,-2 5-5 0,1 0-7 15,-2 2-13-15,-1 3-25 0,0 0-15 16,-1 3-22-16,1 4-19 0,1-8-43 0,1 7-48 16,-2 1-48-16,0 0-62 0,0 0-29 0,0 0 22 0,0 15 4 0,-2 1 10 0,1 4 13 15,-2 11 12-15,0-1 10 0,-4 17 0 0,2-12 15 16,0 2 0-16,2 9 16 0,0-12-1 16,0-2 5-16,0-2 5 0,3-1-3 15,-2-2 5-15,-2-2 14 0,4-7-5 16,0-6 4-16,3 3 5 0,-2-7-3 0,-1 3-7 15,1-6 16-15,0 0 10 0,-1 0 16 0,0 0 23 16,0-5 16-16,2 5 21 0,-2-5 21 0,0 0 10 16,1 5 0-16,-1-5 6 0,0 0 0 0,0 0-13 15,10 0-24-15,2-5-49 0,8 0-65 0,14-9-102 0,2 6-122 16,18-12-141-16,5-1-425 0,-4-1-888 16,-1-2 393-16</inkml:trace>
  <inkml:trace contextRef="#ctx0" brushRef="#br0" timeOffset="9017.93">11495 1673 20 0,'0'-14'319'0,"0"-1"-3"15,0 1-7-15,1 2-15 0,-1 1-9 0,0 2-8 16,0 4-26-16,3-2-25 0,-2 2-24 16,0 3-18-16,-1 2-28 0,0-8-22 0,0 8-29 15,4-2-52-15,-4 2-6 0,0 0 0 0,0 17-8 16,4 2-5-16,-4 6-6 0,3 7 2 0,-6-1-6 16,3 6 3-16,-1-2-8 0,-2 12 6 0,-1-13-3 0,4-3-4 0,-2 0-3 15,-1 0 1-15,2-2 4 0,-2-10-8 0,2-1 3 16,1-2-6-16,-4-3 4 0,3-3-6 0,1 1-15 15,0-3-28-15,0-3-15 0,0 0-8 0,0-5-1 16,0 8-4-16,0-8-10 0,0 0-16 0,-1 5-61 16,1-5-57-16,-12-2-57 0,12 2-157 0,-13-11-458 15,3 5 203 1</inkml:trace>
  <inkml:trace contextRef="#ctx0" brushRef="#br0" timeOffset="9280.94">11198 1898 12 0,'0'0'175'0,"-10"0"-10"16,10 0-2-16,-5 0-17 0,5 0-8 0,0 0-10 0,0 0 0 0,0 0-9 15,0 0 2-15,26-2-6 0,4 0-9 0,5-1-8 16,3 1 1-16,0-2-2 0,17 0-4 0,-2-1 0 16,-2 0-11-16,-16 1-6 0,-1 1-11 0,-3 1-1 15,-1-1-10-15,-8 2-4 0,-3 0-5 0,-6-1-2 16,2 2-12-16,-7 0-2 0,-3-3-7 0,3 3-6 15,-2 0-11-15,-6 0-11 16,6 0-9-16,-6 0-2 0,0 0 1 16,0 0-5-16,0 0-22 0,-13 8-12 0,5-5-17 15,0-2-18-15,0 2-27 0,2-1-33 0,-2-2-34 16,3 2-115-16,5-2-324 0,0 0 144 0</inkml:trace>
  <inkml:trace contextRef="#ctx0" brushRef="#br0" timeOffset="9982.57">11997 1714 2269 0,'1'-5'277'0,"1"-2"-4"0,-2 2-16 0,0-1-14 16,1 0-37-1,-1 6-33-15,0-7-28 0,1 5-42 0,-1 2-25 16,2-3 0-16,-2 3-27 0,0 0-9 0,0 0-31 15,0 0-14-15,0 0 8 0,0 0-1 0,4 17 1 16,-2-5-7-16,0 5-1 0,0 8 2 0,-2 0 5 16,1 5-2-16,-4-1-4 0,1 0 1 0,-1-1 3 15,1 0 2-15,-1-2-1 0,2-1-10 0,1-8-14 16,-3-1 1-16,5-5-8 0,-2-2-1 0,0-1 5 0,0-2 0 0,0-2 8 16,1 2 18-16,-1-6 38 0,0 5 22 0,0-5 26 15,0 0 35-15,1 5-3 0,-1-5-16 16,0 0-16-16,13-10-5 0,-8 3-9 0,1-1-8 15,2 1-3-15,0 0-15 0,2-3-11 0,-2 3-4 16,-1 0-8-16,-2 0 0 0,-1 2-4 0,0 0-5 0,-1 3-2 16,1-1-11-16,-2-1-9 0,2 1-11 0,-4 3-21 0,0 0-17 15,6-6-12-15,-6 6-26 0,4-1 3 0,-4 1 14 16,0 0-6-16,6 4 11 0,-2 1 2 0,3-2 9 16,-2 2-10-16,1-1 4 0,2 1 0 0,1 0 7 15,2 0 2-15,2 0 12 0,-1-1 0 0,5 0-3 16,1 0 2-16,2-2 2 0,-1-2 3 0,0-2 9 15,3 0-2-15,-2 0 7 16,-2-3 2-16,1-1 6 0,0-1 0 0,-7 0 16 16,6-3 1-16,-4-2 19 0,-3 2 9 0,2-3 12 15,-3-1-6-15,-1 4 6 0,-1-4 7 16,-2 0-2-16,-1 2 21 0,-2 2 10 0,0 0 13 16,-2 1-2-16,0 2-4 0,-1 0-9 0,-1 3-4 15,-3-3-13-15,0 3-8 0,-2 1-11 0,-5 1-9 16,-1 6-4-16,-4 1-4 0,-2 3 2 0,-4 5-5 0,0 3-1 0,4-4-25 15,1 3-24-15,7 1-18 0,1-1-9 0,1 4 7 16,7 0-1-16,4 1 10 0,3-1 7 0,8 3 0 16,5 0 0-16,4-5 13 0,3-3-3 0,3-4 8 15,4 1-1-15,1-6 2 0,4 0 3 0,-1-4 5 16,2 4 7-16,-4-5 9 0,-2-3 3 0,-3 3 3 16,-11-2 21-1,-4 2 5-15,-3 0 20 0,-1 0 7 0,-6-1 2 16,3-1-5-16,-8 2-5 0,9 0-3 0,-9 0-5 0,0 0-21 15,0 0-31-15,14 0-29 0,-14 0-43 0,5 0-59 16,-5 0-126-16,0 0-114 0,0 0-262 16,0 0-689-16,-20-9 305 0</inkml:trace>
  <inkml:trace contextRef="#ctx0" brushRef="#br0" timeOffset="11820.67">13772 1526 83 0,'1'-9'253'0,"-1"-2"-12"0,1-1-2 16,-1 0-9-16,2 7-14 0,-2-3-19 15,0 2-19-15,1 3-16 0,-1-2-19 0,0 1-16 16,0 4-17-16,1-3-16 0,-1 3-29 0,0 0-6 0,0 0-10 0,7 16-2 16,-5 0-6-16,0 10-5 0,0 2 1 0,-4 5-6 15,-2 14-5-15,-3 3-1 0,0 0-1 0,-3 0-3 16,3-1-2-16,2-2 1 0,0-11-2 0,2-1-1 16,1-4-1-16,-2-1-1 0,3-1 0 0,1-8-3 15,1 2 2-15,1-6 1 0,1 0-7 0,-3-9-1 16,1 5 5-16,0-10 0 0,1 3 2 0,-1 0 13 0,-1-6 18 15,0 5 25-15,0-5 27 0,0 0 10 0,4 3-15 16,-4-3-6-16,0 0-19 0,0 0 5 0,12-14-16 16,-9 6-11-16,0 0-15 0,-3-2-23 0,0-1-19 15,-4 1-8-15,0-2-11 0,-1 2-4 0,-3-4-10 16,-4 2-1-16,1-1 5 0,1 4 0 0,-5-2 1 16,-2 1 3-16,1-1 2 15,0 4 2-15,-3-2 2 0,1 4 3 0,8 2 3 16,-2-2-1-16,7 3 7 0,-3-2-15 0,1 4 4 15,3-3-8-15,4 3 2 0,3-5-5 0,5 4 1 16,9-3-2-16,11 2-2 0,7-4-2 0,5 2-11 16,16 1-9-16,3-1 0 0,-1 1 3 0,2-2-4 15,-1 1 10-15,-3-1 5 0,2-2 7 0,-20 3 2 16,13 0 6-16,-18 0 5 0,-1 1 2 0,-2 0 2 0,-12-1 11 16,-4 4 8-16,-4-4 20 0,2 4 24 0,-4-1 18 15,-1-1 12-15,-2 1-1 0,-5 1-8 0,1-2-10 16,-1 2-1-16,0 0-10 0,0 0-5 0,-21 0 1 15,9 2-9-15,-1 1 1 0,-1-1-7 0,-1 6 2 16,-6-1-1-16,5 0-6 0,3 3-3 0,-5-1 0 16,8-1-2-16,-3 2 2 15,2-1-4-15,3 1-8 0,2-1-4 0,3 1 2 16,0-2-3-16,5-1 4 0,-1 1 2 0,5 0 1 16,1 1-2-16,4-3 5 0,1 0 0 15,1-2-1-15,1 0 2 0,4-4-1 0,2 3 1 16,3-3 2-16,-5-2-1 0,1-1-1 0,-1 1 4 0,-5-2 1 15,-2 0 1-15,-1-2 0 0,1 0 7 0,-4-1 2 16,1 0 6-16,-4 0-3 0,0 1 8 0,-2-5-14 16,0 4-3-16,-4-1-8 0,0-2-3 15,-2 0-9-15,-1 1-3 0,-3 1-7 0,0 2-6 0,-1 1-14 16,-3-2-5-16,1 2-17 0,0 2-14 0,0 2-16 0,3 0-30 0,-4-2-25 16,6 3-33-16,-2-1-25 0,8 1-114 0,0 0-344 15,0 0 152-15</inkml:trace>
  <inkml:trace contextRef="#ctx0" brushRef="#br0" timeOffset="12171.21">14627 1838 41 0,'0'0'323'15,"0"0"-28"-15,0 0-27 0,0 0-33 0,0 0-28 16,0 0-22-16,0 0-24 0,0 0-14 0,0 0-20 15,4 7-14-15,-4-1-9 0,0 1-11 0,0 2-11 16,0 3-3-16,-2-2-8 0,1 6-5 0,1-4-11 16,0 3-2-16,0-2-10 0,1-2-12 15,-1 2-6-15,3-3-4 0,-2-1-5 0,2-2-2 0,-2-1 0 16,2 0 0-16,-1-1 5 0,0-3 8 0,0 1 9 0,3-1 16 16,-5-2 7-16,14-2 4 0,-5-2 5 0,3-1-6 15,-1-2 13-15,-2-1 2 0,6-1-6 0,1-2-2 16,-1 0-9-16,-1 0-2 0,0-1 1 0,-1 4-5 15,0-1-10-15,-4 2 6 0,0-1-4 0,1 2-3 16,-3-1-12-16,0 3 1 0,-2 0-6 0,0 2-8 16,1-1-12-16,1 2-15 15,-1 0-13-15,1 1-32 0,1 1-32 0,0 0-35 16,1 2-37-16,-1 1-48 0,-1-1-60 0,1 2-262 16,-4-3-572-16,4 1 253 0</inkml:trace>
  <inkml:trace contextRef="#ctx0" brushRef="#br0" timeOffset="12624.38">15089 1809 7 0,'4'-1'241'0,"1"-5"-31"0,4 5-10 16,0-3-23-16,0 6-17 0,5-2-16 0,-5 2-12 15,3 0-19-15,-2 4-6 0,0 1-15 0,-1 1-3 16,1 2-16-16,2 2-1 0,-6-1-7 0,-1 1-9 0,2-1-4 0,-6 2-3 15,0-1-5-15,0 0-4 0,-1 3-3 0,-1-2-4 16,-1-2 4-16,-2 1-7 0,0-4-3 16,3-1-3-16,-2 0-2 0,1-4-2 0,-1 2 8 0,3-5-5 15,-1 7 31-15,1-7 24 0,0 0-3 0,0 0-14 16,0 0-2-16,14-8-4 0,-5 3-8 0,1-3-8 16,4-3-3-1,0 0-8-15,4-2 0 0,-3-1-1 0,7-3-1 16,-8 4 2-16,9-4 1 0,-9 5 4 0,-1-2 4 15,0 3 6-15,-3 1 7 0,-2 3 14 0,-2-1-9 16,-1 3-3-16,0 3-11 0,-1-1-7 0,-1 0-6 16,-3 3-7-16,6-4-8 0,-6 4-2 0,0 0-4 15,6 7-9-15,-3-3 5 0,-2 2-5 0,1-1-2 16,-2 5 2-16,1-3-1 0,-1 4 1 0,-1-1-3 0,2 1 1 0,-2 0 5 16,1-1-2-16,-2 2 11 0,2-2-11 0,-1 1 5 15,0-1-3-15,1-1 3 0,1-3-5 0,-1-1-10 16,0 1-20-16,0-3 3 0,0-3-3 0,0 6 5 15,0-4 1-15,0-2-1 0,0 0 2 16,0 0-33-16,0 0-73 0,0 0-67 0,0 0-57 0,-3-13-200 16,3 1-490-1,-1 0 217-15</inkml:trace>
  <inkml:trace contextRef="#ctx0" brushRef="#br0" timeOffset="12771.51">15506 1661 90 0,'0'0'314'0,"-1"-5"-17"0,1 5-28 16,-2-4-29-16,2 4-20 0,0 0-25 0,2-5-29 0,-2 5-32 16,0 0-27-16,0 0-32 0,9 0-41 0,-9 0-50 15,11 3-62-15,-3-3-58 0,-2 4-183 0,1-4-345 0,-1 2 153 16</inkml:trace>
  <inkml:trace contextRef="#ctx0" brushRef="#br0" timeOffset="13125.22">15663 1864 110 0,'3'5'179'0,"-3"-5"-2"0,9 0-9 0,-1 0-16 0,4 0-8 16,1 0-16-16,7-5-10 0,1 1-12 0,-1 1-5 0,7-4-12 15,1-2 1-15,-10 1-4 0,4-1 2 16,-7-1-6-16,2 0 3 0,-3 1 5 0,2-2-2 16,-7 1 9-16,0 1 5 0,0 2 6 0,-2 0-2 15,-5 0 15-15,5-1-8 0,-5 6-2 0,-1-5-16 16,2 3-13-16,-3 4-15 0,0-6-8 0,-1 3-17 0,1 3-8 0,0 0-3 16,-14 3-3-16,7-1-3 0,-6 3-3 0,2 2-4 15,-3 2-4-15,0 2 10 0,-1 1-11 0,4-1 1 16,-4 0-3-16,5 1-25 0,-2 2-9 0,7-4-20 15,-1 3-15-15,2-2-10 0,0 1-16 0,3 0-12 16,1-4-33-16,1 1-33 0,3 1-41 0,1-3-220 16,5-4-459-1,-3-1 203-15</inkml:trace>
  <inkml:trace contextRef="#ctx0" brushRef="#br0" timeOffset="13417.65">16081 1738 78 0,'0'0'300'0,"1"-4"-30"0,-1 4-29 0,4-3-25 0,-4 3-29 16,8 0-16-16,-8 0-21 0,14 7-14 0,-7-2-16 15,4 3-1-15,0 1-12 0,1 1-6 16,-5 1-12-16,3 3-7 0,0 0-8 0,-3 3-10 16,-3-1-4-16,1 1-8 0,-3 0-5 0,1-5-8 0,-3 1-8 15,0-4-9-15,0 1 0 0,-3-3-10 0,1 0 4 16,0-2-1-1,0-2 2-15,1 3 15 0,1-6 20 0,-2 4 37 16,2-4 31-16,0 0-15 0,0 0-20 0,0 0-10 0,0-16-2 0,5 5-17 0,2-4-13 16,3-2-38-16,10-5-36 0,0-1-46 0,3-4-52 15,4 1-60-15,10-9-85 0,-11 9-206 0,2 1-518 16,-2 0 230-16</inkml:trace>
  <inkml:trace contextRef="#ctx0" brushRef="#br0" timeOffset="14020.75">17787 1663 60 0,'0'0'325'0,"0"0"-18"0,0 0-16 0,0 0-22 16,0 0-23-16,0 0-21 0,0 0-16 0,0 0-28 16,0 0-23-16,0 0-25 0,0 0-23 0,0 0-26 15,0 0-26-15,0 0-6 0,-4 11-2 0,-1-5-10 16,-9 4-4-16,-3 1-1 15,2 1-4-15,-7 5-4 0,4-1-2 0,4-2-4 16,0 0 0-16,0-1-3 0,4 2-4 16,1 0-19-16,3-4-9 0,1 1-6 0,2 0-3 0,0 0 3 15,3-1-2-15,3 0 2 0,1-1 2 0,3 0 3 16,0-2 1-16,7 2 3 0,-3-3 2 0,5 1 1 16,0 1 2-16,0-5-3 0,4 3 4 0,-7-3-4 15,-3 2 2-15,-3-4-2 0,3 0 4 0,-3 1-5 0,0 0 5 16,-5-1-12-16,2 1-6 0,0-2-14 0,-4 2 7 15,0-3 7-15,-4 7 4 0,-1-5 4 0,-3 3 1 16,-3 0 1-16,-2 0 3 0,-1-3 0 0,-1 5-11 16,-1-3-26-16,2 1-39 0,-1-4-56 0,1 3-62 15,-1-3-139-15,4-2-369 0,5 0 164 0</inkml:trace>
  <inkml:trace contextRef="#ctx0" brushRef="#br0" timeOffset="14374.22">17945 1942 76 0,'0'0'322'16,"0"0"-21"-16,0 0-22 0,0 0-22 0,0 0-22 16,0 0-28-16,0 0-19 0,13-6-22 0,-4 4-18 15,4-1-13-15,6-1-21 0,0-1-15 0,-1-2-7 16,10 0-17-16,-7 1-11 0,5-2-4 0,0-2-2 15,2 0-8-15,-10 0-6 0,6-2-2 0,-7 0-6 16,1 1 8-16,-4-2-3 0,-4 5 7 0,2-6 5 0,-3 4 4 16,-2 0 0-16,0-1 3 0,-2 4 5 0,-1-1-2 15,-2 3-4-15,1-2-2 0,-3 2-15 0,-2 1-17 16,0 0-11-16,2 4-14 0,-9-4-3 0,-1 4-9 16,-2 3 5-16,-5 1-5 0,-3 1 6 0,1 4-5 15,1 2 6-15,-5 2-4 0,3 0 4 0,-1 4 2 16,1 0-22-1,4-2-18-15,2-1-22 0,5 1-17 0,1-1-12 16,1 1-14-16,3 2-16 0,3-5-27 0,2-2-27 16,3 1-58-16,3-3-190 0,4-1-461 0,2-4 204 0</inkml:trace>
  <inkml:trace contextRef="#ctx0" brushRef="#br0" timeOffset="14860.58">18478 1729 257 0,'5'-3'244'0,"6"0"-30"0,-1 2-23 15,0 0-20-15,3 1-18 0,-1 2-16 0,5 4-15 16,-4-1-7-16,6 2-13 16,-5 4-9-16,0 0-6 0,0 0-14 0,-2 2-2 15,-2 1-15-15,-1 1-5 0,-4-5-11 0,-1 6-7 16,-3-6-11-16,2 2-3 0,-6 1-8 0,1-2 1 15,-1-1-9-15,-1-1 1 0,0-2-3 16,2-2 3-16,-2 0-2 0,3 1 4 0,-2-4 11 16,-1 2 16-16,4-4 26 0,-5 3 29 0,5-3-2 15,0 0-5-15,0 0-10 0,0 0-14 0,4-17-5 0,4 8-3 0,-1-2-8 16,6-3-5-16,4-2-2 0,-1-4-9 0,5 1-2 16,-3-1-3-16,3 2 1 0,-7 3-3 0,-1 2 4 15,0 1 4-15,-3 3 7 0,-1 1 10 0,-4 1 9 16,4 2-1-16,-5 1-6 0,0-1-6 0,-3 2-2 15,3 1-8-15,0-1-9 0,-4 3 5 0,4-2-27 16,-4 2-8-16,0 0-3 0,0 0-1 0,2 7 2 0,-2 0-7 16,0 2 3-16,-1 0 0 0,1 3 2 0,-1 0-1 0,-2 5 4 15,3-1 0-15,-4-3 6 0,3 2-3 0,-3 1 5 16,4-4-2-16,-1 0 2 0,1-1 3 0,-3-2 0 16,2-2 1-16,-2 0-2 0,3 0 3 0,-1-2-1 15,1-1 5-15,0 0-3 0,0-4 5 0,-3 6-1 16,3-6 3-1,3 6 1-15,-3-6-10 0,0 0-55 0,0 0-74 16,0 0-62-16,0-16-57 0,-3 7-217 0,6-2-501 16,-3-4 221-16</inkml:trace>
  <inkml:trace contextRef="#ctx0" brushRef="#br0" timeOffset="15010.64">18923 1500 216 0,'-1'-4'327'15,"1"4"-31"-15,0-2-29 0,0 2-27 0,-3-5-26 16,3 5-26-16,0 0-30 0,0 0-40 0,0 0-29 16,0 0-40-16,0 0-46 0,0 0-70 0,22 6-67 0,-17-2-194 15,5-2-354-15,-4 3 156 0</inkml:trace>
  <inkml:trace contextRef="#ctx0" brushRef="#br0" timeOffset="15561.84">19099 1789 125 0,'0'0'167'0,"0"0"-15"0,-1 6-4 15,1-6-3-15,5 6 1 0,-5-6-18 0,10 0-2 16,1 1-13-16,1-1-7 0,4 0-10 0,0-1-11 15,5-5-6 1,-2 0 8-16,-2-1 2 0,4 2 11 0,-2-3-2 0,-5-1-2 0,3 0 4 0,-3-2-6 0,3 1 3 16,-11 1 10-16,3 0-2 0,-2 2-7 0,0-1 5 15,-2 3 4-15,-1 1 0 0,-1 0-5 0,-1 0-14 16,1 0-13-16,-3 4-6 0,2-6-23 16,-2 6-22-16,0 0-6 0,0 0-2 0,0 0-7 15,-30 10 5-15,18-5-4 0,-3 5-3 0,1 0-4 0,-3-1 1 16,4 6 1-1,-2-3-2-15,2 2-11 0,4-1-13 0,-3 1-3 16,5 1-8-16,1 0 3 0,0-6-1 0,5 3 5 16,0-3 2-16,1 1 3 0,2-2 6 0,6-1 8 0,-1 2 9 15,0-4 6-15,5-1 11 0,-2 0 19 0,5-3 13 16,-2 0 17-16,1-2 16 0,0 0 25 16,5-3 25-16,-2 0 2 0,5-3 11 0,-3 0 5 15,-1-2 5-15,-3-2-1 0,2-1 0 0,-1 0-6 0,1-2-9 0,-2 0-13 16,-2 0-1-16,1 1-5 0,-4 1-7 0,-2 2-7 15,2 2-9-15,-2 1-9 0,-3 5-9 0,0-4-12 16,-1 4-8-16,-4 2-14 0,4-4-23 16,-4 4-25-16,7-3-31 0,-7 3-39 0,0 0 5 15,0 0-8-15,11 9-5 0,-6-1-4 0,0 1-7 16,1 2 3-16,-3-2-2 16,2 0-19-16,1 3-28 0,-3-4-30 0,1 4-44 15,-2-2-62-15,1-1-72 0,-2-3-355 0,3-1-754 16,-4-5 334-16</inkml:trace>
  <inkml:trace contextRef="#ctx0" brushRef="#br0" timeOffset="18751.12">21011 1717 67 0,'0'0'224'16,"-7"-4"-28"-16,7 4-13 0,0 0-22 0,-10-1-19 15,10 1-17-15,-12 2-13 0,5 1-14 0,-2 1-4 16,-2 1-18-16,-1 3-9 16,2-1-10-16,0 3-3 0,1-4-8 0,1 4-6 15,-1-2-8-15,2 1 1 0,1 1-7 0,1-1 0 16,0 1-5-16,2-2 1 0,3 4 1 0,0-5-6 15,3 4 0-15,0-5-4 0,3 1 8 0,1 0-4 16,4-1 3-16,-1-2 1 0,2-1 6 0,0-2 9 16,1-1 9-16,1-1 6 0,-1-2 8 0,-3 1 11 15,4-2 9-15,-5-4 4 0,0 3 12 0,0-2-3 0,0-2 4 16,-4 0-8-16,-1-2-2 0,-1-1-12 0,1-1-10 16,-2 1-7-16,-4-2-9 0,-1 2-7 0,-1 1-8 15,0 0 0 1,-1 1-12-16,-3 2-10 0,-2 2-15 0,1-1-14 15,-1 2-17-15,-6 2-13 0,0 1-16 0,2 3-19 16,0-1-32-16,-1 1-23 0,3 5-45 0,0-4-42 16,1 2-180-16,5-1-438 0,1-1 193 0</inkml:trace>
  <inkml:trace contextRef="#ctx0" brushRef="#br0" timeOffset="20134.14">21370 1373 177 0,'0'0'276'0,"3"-7"-24"0,-3 7-23 0,0-5-25 15,0 5-25-15,2-3-29 0,-2 3-40 0,0 0-45 0,0 0-6 16,0 0-12-16,5 15-2 0,-3 1-13 0,-1 5-2 16,-1 8-3-16,-1 4 0 0,-5 13 0 0,-1 0-7 15,-1 7 3-15,-1-3-2 0,3 0 1 0,-1 0-2 16,-2 2-1-16,5-19 0 0,-1-1-5 0,4 2 5 16,0 0-3-1,0-5-2-15,2-3 2 0,1-2 1 0,3-7 2 16,-1-1 1-16,0-3-3 0,1-3 5 0,0 1-1 0,-2-6 3 15,3 4 11-15,-2-5 10 0,1-1 20 0,-5-3 2 16,0 0 8-16,0 0-9 0,23-10-2 16,-18 5-9-16,-1 0-5 0,1-5-11 0,-1 1-5 15,0-8-20-15,-4 5-19 0,-3-5-21 0,2 0-2 0,-7 1-9 16,1-1 1-16,-3-1-1 0,-7-4 6 0,-3 2 4 16,2 1 1-16,2 4 6 0,-3-1 5 0,1 6 10 0,3-2 3 15,3 7 10-15,1-2 4 0,2 2 10 0,3 1-11 16,0-1 0-16,5 3-9 0,-3-2-10 0,4 4-3 15,0 0-18-15,9-8-21 0,13 2-30 0,7 1-35 16,10-2-72-16,17-3-180 0,1-1-397 0,1-2 176 16</inkml:trace>
  <inkml:trace contextRef="#ctx0" brushRef="#br0" timeOffset="20631.91">22690 1350 272 0,'4'-11'301'0,"1"-1"-2"0,-4 0-9 16,2 5-2-16,-1 0-16 0,0 0-22 0,0 1-26 15,-2 2-20-15,0 4-27 0,1-8-36 0,-1 5-11 0,0 3-37 16,4-4-41-16,-4 4-13 0,0 0-2 16,0 0-8-16,-11 26 1 0,4-1-10 0,-5 4 0 15,1 15-4-15,-8 7 1 16,8-1 2-16,-6 6-1 0,2 0-10 0,-1 26 10 15,6-32-3-15,1 3 1 0,4-6-2 16,-4 0 3-16,8-12-6 0,-3-1 4 0,3 0 0 16,1-5-4-16,1-3 4 0,-1-1-3 0,0-7 4 15,0 0-2-15,0-4-1 0,1-1-6 0,-2-2 1 16,0-2 9-16,1-3 2 0,-3 0 12 0,3-6 4 0,-4 7-13 16,-1-3 17-16,5-4-7 0,-19 1 1 0,6-4-6 0,-5 1-2 15,-1-4-4-15,3 4 4 0,-3-5-19 0,0 2 4 16,0-2 4-16,-1 2-7 0,5-2-27 0,-2-1-14 15,-1 5-28-15,4-1-34 0,3-3-27 0,-3 2-37 16,3 2-57-16,2-6-302 0,-1 3-563 0,5-3 249 16</inkml:trace>
  <inkml:trace contextRef="#ctx0" brushRef="#br0" timeOffset="20932.88">22350 1830 136 0,'0'0'263'0,"-9"3"-9"0,9-3-8 0,0 0-25 16,0 0-19-16,0 0-19 0,0 0-16 0,0 0-20 15,0 0-15-15,37-3-11 0,-6-1-13 16,3 2-8-16,3-3-10 0,4 0-8 0,9 0-12 15,-13 0-6-15,-1 3-9 0,-2-1-3 0,-3 0-9 0,-11 1 0 0,-1 0-4 16,-7-1-3-16,1 1-2 0,-3 0-5 0,-1 2-1 16,-2-1-9-16,-7 1-13 0,9-2-6 0,-9 2-17 15,0 0-11-15,0 0-18 0,0 0-17 0,0 0-13 16,0 0-21-16,-30-1-26 0,30 1-16 0,-18 1-51 16,9-2-176-16,0-2-395 0,9 3 175 0</inkml:trace>
  <inkml:trace contextRef="#ctx0" brushRef="#br0" timeOffset="21402.43">23071 1641 259 0,'7'-4'243'0,"2"3"-20"15,2 0-21-15,-2-2-19 0,2 6-13 0,-1-3-29 16,1 4 4-16,1 1-16 0,-3-2-13 0,1 4-16 16,-1 1-3-16,-1 3-7 0,-3-1-12 0,0 0-4 15,-1 4-10 1,-4 1-5-16,0 2-4 0,-4-1-5 0,0 1-6 16,-2-3-3-16,-2 3-2 0,-2-3-6 0,5-3-3 15,-7 1-3-15,4-4 1 0,-1 2 2 0,3-5-7 16,1 1 2-16,0-1-4 0,3-2 17 0,2-3 19 15,-8 4 27-15,6-1 35 0,2-3 34 0,0 0-8 16,0 0-14-16,0 0-20 0,0 0-7 0,10-20-19 16,-5 8-3-16,6 1-4 0,3-2-16 0,3-7-13 0,2-1-4 0,-1 3-14 15,0 5 5-15,-4-2 0 0,1 3 2 16,-2 0-8-16,0 3-10 0,-4 1 6 0,-1 1 3 16,-3 4-11-16,1-2-4 0,-1 1-8 0,-2 2 5 15,-3 2-16-15,0 0-13 0,9-3-14 0,-9 3 0 16,0 0 4-16,7 8 3 0,-2-4-4 0,-3 5 4 15,1-1 10-15,-1 4-1 0,2-2 3 0,-1 3-13 0,0-1-23 0,2 3-21 16,-1 0-26-16,0-2-28 0,0-2-28 0,-2 0-22 16,1-2-56-16,-1-4-58 0,0 2-214 0,0-4-543 15,-2-3 239-15</inkml:trace>
  <inkml:trace contextRef="#ctx0" brushRef="#br0" timeOffset="21633.8">23552 1551 22 0,'4'-5'330'0,"-4"5"-41"0,0 0-26 16,5-5-35-16,-5 5-21 0,0 0-19 0,0 0-16 16,16 11-18-16,-9-3-10 0,5 5-7 0,-2 0-16 0,-1 3-8 0,-1 2-7 15,2 6-8-15,-4 0-10 0,-2 3-3 0,0-1-11 16,-5 4-2-16,-6-3-4 0,-3-2-9 0,0 3-11 15,-6-4-18-15,-1 2-12 0,-8-2-24 16,1-2-25-16,-3-1-32 0,-1-5-46 0,-5 0-48 16,1-3-83-16,-2-4-178 0,2-6-454 0,-2 0 201 15</inkml:trace>
  <inkml:trace contextRef="#ctx0" brushRef="#br0" timeOffset="21934.05">23094 1402 185 0,'0'0'195'16,"-27"8"-22"-16,10 1-17 0,-1 8-7 0,-3 3-15 15,-2 4-12 1,0 5-8-16,-6 12-10 0,1-1-9 0,2 0-9 16,1 6 0-16,10-15-16 0,4 2-10 0,0 0 1 15,6-2 8-15,4 3 6 0,2-8-6 0,5 6 10 16,6-8-2-16,8 4-1 0,5-6-10 0,4-2-6 16,17 0-20-16,5-5-41 0,4-5-82 0,5-3-108 15,0-7-164-15,2-1-384 0,-4-4 171 0</inkml:trace>
  <inkml:trace contextRef="#ctx0" brushRef="#br0" timeOffset="22288.4">24103 1824 214 0,'0'0'377'0,"0"0"-8"0,-5 2-15 16,5-2-27-16,0 0-31 0,0 0-31 0,0 0-47 16,0 0-33-16,18-6-33 0,-4 3-39 0,5-1-49 0,9 0-57 15,1-2-68-15,-4 0-80 0,4-2-92 0,-8 3-185 16,-1-1-452-16,-2 0 199 0</inkml:trace>
  <inkml:trace contextRef="#ctx0" brushRef="#br0" timeOffset="22422.25">24107 1970 84 0,'-4'1'238'0,"4"-1"-9"0,-1 5-20 16,1-5-18-16,19 2-19 0,2-4-22 0,9 2-56 16,5-3-68-16,4-4-96 0,-4-2-151 0,-1 3-239 15,0-4 106-15</inkml:trace>
  <inkml:trace contextRef="#ctx0" brushRef="#br0" timeOffset="24211.22">25001 1661 42 0,'4'-2'185'0,"1"2"-21"0,-5 0-16 0,16-3-20 15,-3 5-14-15,-3-2-8 0,9 1-12 0,-6-1-9 16,7 7-2-16,-6 0-10 0,8 1-7 0,-7 3-10 16,2 2-2-16,-3 1-5 0,-1-2-13 0,-3 12 10 15,-1-7-6-15,-1 7 2 0,-6-4-13 0,-2 4 1 16,-5 0-5-16,0-4 2 0,-6 4-1 0,-1-1-3 0,-3-2-1 15,-2-2 3-15,-2 0-5 0,3-6 1 0,-4 3 13 16,5-6-6-16,-2-1 6 0,5-3 1 0,0 1 5 16,2-3 6-16,-2-1 15 0,4-1 18 0,3 2 25 15,0-3 25-15,5-1 6 0,0 0-21 0,-9-5-11 16,10-2-13-16,2 0-11 0,3-3-9 0,6-2-8 16,2-3-7-16,5-6-6 15,4 3-5-15,0-4-9 0,1-2-1 0,3 1 6 16,-1 1-14-16,1 0-5 0,-2 2 0 15,-2 0-5-15,-9 6 2 0,0 2-2 0,-5 5 5 16,-1 0-12-16,-2 2 3 0,-1 0-4 0,1 2-5 16,-3-1-13-16,-3 4-8 0,0 0-3 0,0 0 1 15,0 0 0-15,4 18 2 0,-9-9 2 0,-3 6 4 0,0 0-2 16,-1 2 3-16,2-1 2 0,-1 1 1 0,0 1 0 0,1 0 5 16,2 2-3-16,4-1 1 0,0-2 5 0,2-3-12 0,4 3-3 15,3-2-18-15,6-3-9 0,1-2-31 0,14-1-48 16,2-1-65-16,6-6-73 0,-2-2-173 15,2-2-468-15,0-3 207 0</inkml:trace>
  <inkml:trace contextRef="#ctx0" brushRef="#br0" timeOffset="24563.38">25766 1910 69 0,'-7'3'154'15,"7"-3"-12"-15,0 0-3 0,0 0-18 0,-5 1 8 16,5-1-5-16,0 0-6 0,0 0-8 0,0 0-7 16,0 0-5-16,0 0-6 0,0 0-5 0,0 0-5 15,-5 3 0-15,5-3-9 0,0 0 8 0,0 0-4 16,0 0 2-16,0 0-5 0,0 0 0 0,0 0-5 0,0 0-4 15,0 0-4-15,0 0-4 0,0 0-5 16,42-4-6-16,-24 1-7 0,12-2 0 0,2 1-5 16,1 1 1-16,5-1-7 0,0 0-4 0,13 0 2 15,-15-1-12-15,3 4-8 0,-6-3-15 0,-1 0-15 16,-11 1-17-16,2 1-21 0,-6-2-22 0,-4 1-26 16,-3 1-35-16,-2-1-40 15,-4-2-156-15,-4 5-369 0,-8-9 164 0</inkml:trace>
  <inkml:trace contextRef="#ctx0" brushRef="#br0" timeOffset="24794.59">25968 1789 23 0,'0'0'238'0,"3"-9"5"0,-1 4 5 16,-2 5 4-16,0-7-1 0,0 7-11 0,2-5-6 15,-2 5-23-15,0-6-17 0,0 6-25 0,0 0-16 16,0 0-17-16,0 0-17 0,1-5-27 0,-1 5-11 15,0 0-13-15,0 0 1 0,-1 17-19 0,-3-6-2 16,6 0 0-16,-4 1-11 0,4 8 2 0,-4-2-9 16,2 5-1-16,0-3 0 15,2-1 1-15,0-2-39 0,-2 2-29 0,4 1-28 16,1-1-36-16,0-4-45 0,0-3-54 0,3 0-266 16,-3-4-505-16,0-2 223 0</inkml:trace>
  <inkml:trace contextRef="#ctx0" brushRef="#br0" timeOffset="25248.92">26532 1691 255 0,'0'0'262'0,"0"0"-29"0,16 1-21 15,-16-1-24-15,12 4-14 0,-1 0-23 0,1 1-17 16,3 3-12-16,0 1-12 0,-2 0-11 0,3 6-9 0,-6-3-13 16,0 3-11-16,1-1-5 0,-5 2-6 15,-2 1 1 1,0-3-19-16,-3 4 5 0,-2-1-11 0,-4 2 1 16,2-4-5-16,-3 1-2 0,-7-1-4 0,8-3 6 15,-3 1-4-15,1-3-4 0,0-1 0 0,2-3-2 0,3 0 2 16,-1-1-4-16,-1-2 22 0,4-3 29 0,-4 7 34 15,4-7 42-15,0 0 34 0,0 0-4 0,0 0-16 16,0 0-16-16,0 0-10 0,0 0-16 0,13-21-18 16,-3 13-8-16,2-5-13 0,2 1-3 0,1-2-10 15,1 1-9-15,-1 2-5 0,-1-1-9 0,1 2-3 16,-4 3 1-16,-5 3-6 0,4-2-4 0,-5 3 0 0,0-1-5 16,1 1-15-16,-6 3-11 0,8-4-24 0,-8 4-8 15,0 0-7-15,9 2 4 0,-9-2-3 0,8 7-3 16,-3-1 0-16,-1-1-18 0,2 3-27 0,-2 0-19 15,1 2-26-15,3-1-37 0,-3 1-47 0,5-4-49 16,-2 2-285-16,-2-2-598 0,2-3 265 0</inkml:trace>
  <inkml:trace contextRef="#ctx0" brushRef="#br0" timeOffset="25643.52">26968 1519 56 0,'0'-5'347'0,"0"5"-35"0,2-6-31 15,-2 6-35-15,0-8-27 0,0 8-19 0,8-1-24 16,-8 1-19-16,16 5-17 0,-4 0-11 0,4 2-10 16,2 1-14-16,-2 3-8 0,-2 4-9 0,-1-3-10 15,1 2-6-15,-6 0-8 0,-2 2-5 0,3 0-10 16,-9-1-6-16,4 1 0 15,-4 1-7-15,-4-2-1 0,-1-3-8 0,5-1 1 16,-1-2-6-16,-2-4-1 0,3 2-3 0,-1-2-2 16,1-1 1-16,0-4 4 0,1 6 10 15,-1-6 18-15,0 0 11 0,0 0 6 0,7 7-10 16,-7-7 3-16,24-3 1 0,-5 1-3 0,0-3-7 16,3 3 9-16,-3-2-7 0,0 0-3 0,-1 2 20 0,1-1-8 15,-2-1 3-15,-3 1 0 0,-4 1-3 0,-1 2 6 0,0 0 9 16,-4-3 1-16,-5 3-7 0,9-1-4 0,-9 1-8 15,8-3-4-15,-8 3-7 0,0 0-5 0,5-2-11 16,-5 2-19-16,0 0-37 0,0 0-43 0,0 0-48 16,0 0-60-16,0 0-64 0,0 0-29 0,10 5-41 15,-10-5-304-15,0 0-666 0,0 0 295 0</inkml:trace>
  <inkml:trace contextRef="#ctx0" brushRef="#br0" timeOffset="26882.93">28108 1983 49 0,'0'0'302'0,"1"-4"-20"0,-1 4-23 0,0 0-28 16,0 0-25-16,0 0-20 0,0 0-27 0,1-3-27 15,-1 3-27-15,0 0-14 0,0 0-6 0,0 0-10 16,-11 15-5-16,2-6-10 0,4 0-3 0,-5 3-10 15,-2 1 0-15,-1 1-7 0,1-2-17 0,-9 9-13 16,8-8-29-16,-7 5-30 0,-2-1-34 0,6-8-39 0,0 5-56 0,-3-3-167 16,4-4-372-16,2-3 164 0</inkml:trace>
  <inkml:trace contextRef="#ctx0" brushRef="#br0" timeOffset="27784.78">28061 1797 14 0,'0'0'264'0,"-4"-6"-24"0,4 4-25 16,0 2-24-16,-4-4-21 0,4 4-47 0,0 0-39 15,-1-4-52-15,1 4-48 0,0 0-39 0,0 0-64 0,0 0-72 0,0 0-206 16,0 0 91-16</inkml:trace>
  <inkml:trace contextRef="#ctx0" brushRef="#br0" timeOffset="28454.78">28776 1846 114 0,'-4'0'180'15,"4"0"-20"-15,0 0-8 0,0 0-18 0,0 0-2 16,-7-3-22-16,7 3-11 0,0 0-11 0,0 0-4 16,0 0-9-16,0 0-11 0,0 0-7 0,0 0-2 15,0 0-11-15,0 0 4 0,0 0 4 0,-7 4 8 0,7-4-5 16,0 0 0-16,0 0 7 0,0 0-1 0,0 0-8 16,0 0 1-16,0 0-8 0,0 0-1 0,0 0-4 15,0 0-4-15,0 0-9 0,0 0-1 0,0 0 4 16,0 0-6-16,0 0-1 0,0 0-2 0,0 0 0 15,27 1-4-15,-13-2 0 0,8 0-3 0,6 0-1 16,-1 1 0-16,4-3-3 0,1 2 2 0,-2 0-5 0,2-1 1 0,-2 2-3 16,0 0 0-16,0-1-3 0,-10-2 8 0,-1 3 26 15,-6-3-6-15,-3 3 2 0,0-1-8 0,-10 1 0 16,13-1-1-16,-13 1-3 0,12 0-6 16,-12 0-16-16,0 0-5 0,5-3-29 0,-5 3-16 15,0 0-23-15,0 0-25 0,0 0-31 0,-24-5-31 16,16 5-205-16,-2-1-397 15,3-3 175-15</inkml:trace>
  <inkml:trace contextRef="#ctx0" brushRef="#br0" timeOffset="28886.33">29533 1723 2645 0,'5'-2'258'0,"-5"2"-69"0,8-7-40 0,-6 6-32 16,-2 1-35-16,6-4-20 0,-6 4-21 0,4-4-12 16,-4 4-8-16,0 0-4 0,0 0-9 0,0 0-4 15,0 0 1-15,0 0-4 0,4 12 4 0,-7-2-3 16,-2 2-2-16,-2 4 2 16,-2 1 0-16,-7 5 4 0,1-2-5 0,-3 4-10 15,3-4 10-15,2-6-7 0,-1 2 6 0,4-3-3 16,2-4-5-16,-1-2 4 0,3 1-1 0,1-2 4 0,2-3-3 15,-1 0 6-15,1 1 39 0,3-4 31 0,0 0 0 16,0 0 8-16,0 0-10 0,0 0-10 16,12-18-3-16,-3 8-13 0,0-2-1 0,5-3-21 15,0 4 16-15,3-2-9 0,-2 2 0 0,2 0 3 0,-3 0-15 16,-1 3 11-16,-3 1-1 0,1 2-4 0,-3-1-6 16,-1 4 2-16,-1-2-8 0,3 2 0 0,-3-1-5 15,-6 3-2-15,16 2-1 0,-8 0-9 0,0 3-6 16,2-2-21-16,-1 4-2 0,0 1-18 0,0-1-23 15,0 2-27-15,0 1-23 0,-3-3-26 0,2 4-33 16,1-2-33-16,0 0-28 0,-4-1-73 0,0-1-165 0,-1-5-523 16,0 2 231-16</inkml:trace>
  <inkml:trace contextRef="#ctx0" brushRef="#br0" timeOffset="29156.08">29498 1723 11 0,'-9'-2'279'0,"4"0"-6"15,5 2-14-15,-8-5-12 0,3 5-7 0,5 0-26 16,-5-4-6-16,5 4-15 0,0 0-24 0,0 0-27 0,18-5-4 16,4 2-4-16,-2 2-23 0,12 0-13 0,1-1-5 15,3 1-11-15,0 0-9 0,1 0-10 0,1-1-10 0,-2 1-2 16,-1-3-23-16,-5 4 12 0,-11-3-10 0,0 3-6 15,-6-1-7-15,-1 1 5 0,-2 0-6 0,-10 0-4 16,13-1-16-16,-8-1-4 0,-5 2-33 0,0 0-22 16,0 0-22-16,0 0-14 0,0 0-13 0,0 0-30 15,0 0-45-15,-19-11-60 0,10 7-142 0,1 0-422 16,8 4 188 0</inkml:trace>
  <inkml:trace contextRef="#ctx0" brushRef="#br0" timeOffset="29603.73">30339 1548 244 0,'0'0'327'0,"6"-2"-29"0,-6 2-33 16,4-4-28-16,-4 4-20 0,0 0-31 15,0 0-25-15,0 0-31 0,0 0-15 0,0 0-10 16,5 13-15-16,-10-6-7 16,0 2-10-16,-9 5-5 0,-1 2-9 0,-6 5 1 15,-7 1-10-15,1-3-5 0,2 2-3 0,-3-3-3 16,3 3-2-16,2-4-5 0,0 0-2 0,3-1-8 16,3-4 3-16,1 0-8 0,6-3-11 0,-1-2 11 15,2-1 0-15,3-2 0 0,2-1-2 0,-1 1-1 16,2 0 4-16,3-4 0 0,-6 4 7 0,6-4-9 15,-5 5 6-15,5-5-7 0,0 0 3 0,6 9 6 0,-1-6 0 16,6 2 2-16,-2-1-9 0,5 3 0 0,1 1 3 16,4-3-4-16,0 1 5 0,-1 2-4 0,10 1 5 15,-2-1-5-15,-6 0 3 0,1 0-9 0,-1 0 7 0,1-2-2 16,-3 1-3-16,-1-2 0 0,-4 0 1 16,-1-1 1-16,-5-2-11 0,1 0 5 0,-3-1-1 15,0 1 3-15,-5-2 0 0,10 3-4 0,-10-3-5 0,7 3-14 0,-7-3-14 16,6 1-12-16,-6-1-49 0,0 0-45 0,0 0-50 15,0-10-72-15,0 10-236 0,-5-9-531 0,5 1 236 16</inkml:trace>
  <inkml:trace contextRef="#ctx0" brushRef="#br0" timeOffset="30089.33">30632 1659 123 0,'4'-3'288'0,"-1"0"-35"0,-3 3-25 0,0 0-24 16,16 0-20-16,-16 0-31 0,13 6-8 0,-3-3-16 15,-4 3-9-15,2 2-10 0,-1 1-15 0,1 2-6 16,-2 3-12-16,1 0-3 0,-5-2-8 0,0 4-5 15,0 2-7-15,-4-2-5 0,-3 1-3 0,-3 0-9 0,0 0 2 16,-2-2-3 0,-2 0-3-16,0-3-5 0,-1-2-3 0,-1 2 2 15,5-6-5-15,1 2 3 0,3-3-2 0,1-1 0 16,-1-1 4-16,-1 0 10 0,3 1 26 0,3-4 34 16,0 0 33-16,-10 3 27 0,10-3 24 0,0 0 0 15,0 0-21-15,0 0-20 0,14-15-9 0,-5 6-16 16,6-1-11-16,2 0-17 0,-3-2-4 0,9-6-19 15,-1 1 3-15,-2-1-6 0,3 1-9 0,-9 3 3 0,0 2-6 0,-1 1-13 16,-3 5 4-16,-1 1 3 0,-2-1-4 0,-2 2-10 16,1 2-8-16,-2-1-4 0,-4 3-12 0,6-2-22 15,-6 2-10-15,7-3-23 0,-7 3-26 0,0 0-1 16,0 0 16-16,2 10-1 0,-2 0 13 16,3-1-7-16,0 3 0 0,-3 0-12 0,3 4-19 15,6 1-13-15,0 0-27 0,3 0-30 0,0-3-42 0,1 0-55 0,1-3-86 16,-2-3-206-16,4-1-591 0,-3-4 261 0</inkml:trace>
  <inkml:trace contextRef="#ctx0" brushRef="#br0" timeOffset="30521.6">31416 1550 145 0,'5'-3'300'15,"-5"3"-8"-15,0 0-21 0,0 0-25 0,0 0-22 0,0 0-34 16,6-2-16-16,-6 2-21 0,0 0-27 0,0 0-18 16,0 0-12-16,0 0-12 0,-3 11-9 0,-3 0-6 15,-5-4-8-15,-3 7-4 0,1 0-6 0,-10 3-6 0,3 1-4 16,1 3-3-16,-2-3-4 0,1-1 0 0,3 3-13 15,2-6 6-15,2-1-3 0,4 0-3 16,-3 1-2-16,6-3 0 16,-1-3-2-16,4 3-11 0,-4 0 8 0,5-2 4 15,2 0-2-15,0-1 7 0,4 1 0 16,4 0-4-16,2-1 4 0,-1 1 2 0,6 1 0 0,3 0-2 16,3-3-4-16,-2 2-1 0,1-1-4 0,7 1-8 15,0-4 9-15,-5 0 8 0,-1 0 0 0,-3 0 3 16,-3-1-3-16,-2-1-2 0,0-1-1 15,-5-1 4-15,-2 0 10 0,1 0-16 0,-7-1 18 0,10 3-5 0,-10-3 4 0,6 2 6 16,-6-2-15-16,0 0-6 0,8 0-19 16,-8 0-18-16,0 0-29 0,0 0-12 0,0 0-24 15,0 0-37-15,0 0-63 0,0 0-78 0,0 0-239 16,0 0-538-16,-12-13 238 0</inkml:trace>
  <inkml:trace contextRef="#ctx0" brushRef="#br0" timeOffset="30907.17">31876 1637 277 0,'0'0'342'15,"0"0"-53"-15,0 0-21 0,4-2-31 0,-4 2-25 16,0 0-31-16,0 0-25 0,0 0-11 0,0 10-8 15,-4-5-11-15,0 4-18 0,-1 5-6 0,-2-2-11 16,-5 5-6-16,-1 4-11 0,-3 2-9 0,3-9-16 16,-4 7 5-16,6-5 2 0,-1-2-12 0,5 1-3 15,-2-7-12-15,2 0 1 0,3-3-4 0,0 0 2 0,0 0-3 16,1-2 2-16,3-3 33 0,-6 4 33 0,6-4 42 0,0 0 26 16,0 0-12-16,0 0-28 0,0 0-8 0,0 0-12 15,13-14-16-15,-7 7-3 0,3 2-8 16,0-2-11-16,1 0-5 0,-2 3-15 0,-2-2 4 15,0 3-9-15,2 0-7 0,-2-2 0 0,3 3-6 16,-2 2-11-16,-1-2 0 16,-6 2-14-16,21 2-16 0,-10 0-19 0,3 4-26 15,-4-2-39-15,8 6-44 0,-4-2-58 0,-2-1-70 16,-1 0-108-16,0-2-226 0,-1 0-656 0,-1-3 291 16</inkml:trace>
  <inkml:trace contextRef="#ctx0" brushRef="#br0" timeOffset="31176.54">31672 1661 202 0,'0'0'416'0,"-9"-2"10"0,9 2-18 0,-8-1-32 15,8 1-39 1,0 0-29-16,18-8-36 0,9 3-25 0,5 1-31 15,7 2-19-15,20-1-15 0,-4-1-28 0,10 4-19 16,-3-2-21-16,0 2-13 0,-2-2-18 0,0 1-18 0,-8 1-8 16,-18 0 2-16,-2-3-13 0,-4 1-3 0,-10 0 1 15,-6 1-2-15,0 0-5 0,-5 0-9 16,-1-2-10-16,-6 3-22 0,11-1-11 0,-8 0-40 16,-3 1-59-16,0 0-54 0,0 0-51 0,-24-2-66 0,6 2-341 0,6 2-678 15,3-2 300-15</inkml:trace>
  <inkml:trace contextRef="#ctx0" brushRef="#br0" timeOffset="33720.25">2806 3889 104 0,'0'-6'247'0,"0"1"-1"16,0 0-8-16,0-1-14 0,-3 2-22 0,6 1-16 0,-3 3-22 0,-3-6-18 15,3 6-19-15,0 0-22 0,0 0-19 0,0 0-14 16,0 0-6-16,0 16-10 0,-4-3-1 0,3 4-8 16,0 7-5-16,-3 1-2 0,0 3-4 0,0 0-4 15,0 1-1-15,-2 3-1 0,3-3-5 0,1 1 0 16,2-1-4-16,-4-1 3 0,4-9-6 0,-4 1-1 16,3-3-1-16,-2 0-2 0,3-4-5 0,-1-2-18 0,1 0-14 15,-3-2-10-15,6-1-21 0,-6-2-20 0,2-1-22 16,1 1-24-16,0-6-21 15,1 6-28-15,-1-6-170 0,0 0-367 0,0 0 162 16</inkml:trace>
  <inkml:trace contextRef="#ctx0" brushRef="#br0" timeOffset="34014.07">3038 3863 231 0,'3'-3'301'0,"-3"-3"-33"0,0 6-30 16,0 0-26-16,1-5-32 0,-1 5-20 16,0 0-14-16,0 0-21 0,0 17-15 0,-1-3-7 0,-2 5-12 0,2 0-8 15,-3 11-8-15,4 1-8 0,-4 3-5 0,3 2-9 16,0-1-2-16,-3-3-6 0,0 1-3 0,4-2 1 16,0-2-4-16,0-3-5 0,4-1-1 0,-4-6 0 15,0-2-10-15,0-2-9 0,1-2-10 0,-1-4-19 16,0 3-18-16,0-6-13 0,0 0-7 0,3 1 0 15,-2-3 8-15,-1-4 7 16,-1 6 4-16,1-6-30 0,0 0-47 16,0 0-25-16,0 0-16 0,0 0-15 0,-25-12-18 15,19 4-104-15,-3-1-314 0,1-2 139 0</inkml:trace>
  <inkml:trace contextRef="#ctx0" brushRef="#br0" timeOffset="34246.87">2840 4244 117 0,'-11'-3'173'0,"2"1"-10"0,-4 1-5 0,5 1-2 0,2 0-11 0,-2-3-5 15,8 3-16-15,-10 0-11 0,10 0-5 0,0 0-7 16,-9 0-9-16,9 0-7 0,0 0-5 0,0 0-2 16,0 0-6-16,0 0-8 0,37-4-2 0,-16 3-7 15,8-2-7-15,5-3-6 0,-3 2 0 0,5-2-7 16,2 0 6-16,-1 2 0 0,2-2-7 0,-5 0-3 16,1 2 1-16,-5 2-6 15,-2-1-2-15,-10 1-2 0,-1 2-1 0,-6-3-10 16,-3 2-19-16,1-1-17 0,-9 2-20 0,10 0-16 15,-10 0 5-15,0 0-19 0,0 0-27 0,-6 11-39 16,-3-9-45-16,-3 1-121 0,2 1-331 0,0-1 147 16</inkml:trace>
  <inkml:trace contextRef="#ctx0" brushRef="#br0" timeOffset="34998.64">3392 4267 210 0,'0'5'262'0,"0"-5"-5"0,-3 2-7 0,3-2-7 16,0 0-15-16,0 0-18 0,0 0-12 0,0 0-25 16,0 0-16-16,0 0-6 0,25-8-25 0,-15 2-12 15,8-1-10-15,1-1-9 0,-1 1-17 0,8-4-4 16,-1 2-11-16,-6 0-1 0,3-5-6 0,-5 2-5 15,-1 3-9-15,-3-2 1 16,1 1-6-16,-8 2-5 0,2 0 1 0,-3-1-1 16,2-1-3-16,-5 4 7 0,2 0 1 15,0 0-7-15,-7 1-4 0,2 2-14 0,-3-1-8 16,-2 1-9-16,-3 2-3 0,-3 1 3 0,-3 1-3 16,-4 3-1-16,0 2 4 0,-3 2 3 0,-3 3-4 15,0 0-1-15,0 2 1 0,0 0 0 0,10-1-2 16,-2 3 0-16,2-4 2 0,1 5 2 0,1 0 2 0,2 1-10 0,3-3-20 15,2 0-3-15,1-2-7 0,5 0-3 0,0 1 3 16,2-3 2-16,4 1 4 0,0-1 6 0,8 1 4 16,4-5 3-16,3-2 3 0,6 2 1 0,4-4 3 15,1-2-2-15,1-2 3 0,0-4 1 0,-1 1 6 16,-4-4-5-16,3 0 6 0,-7-3 17 0,2-1 17 16,-3-1 20-16,-8 3 20 0,0-1 10 0,1-2 13 0,-5 2 22 15,-2-2 5-15,3 2 9 0,-2-2 15 0,-4 5 11 16,1-2 11-16,-1 5 12 0,-5-1-3 0,3 2-11 15,-3 2-10-15,2-1-20 0,-2 1-11 0,2-2-18 16,-3 5-12-16,0 0-13 0,2-5-18 0,-2 5-21 16,0 0-24-16,0 0-25 0,0 0-33 0,0 0-21 15,0 0 2-15,0 0 15 16,3 20-2-16,-6-8 13 0,2 2 0 0,1 3 3 16,-1-1 9-16,-2 1-8 0,-1-1-3 15,3 3-17-15,2-3 1 0,-2-3-4 0,-1-3-10 0,2 2 9 16,0-6-2-16,0 1 3 0,-2-1-4 0,2-2 25 15,0-4 13-15,-1 10 35 0,1-10 38 0,0 0 24 16,0 6 29-16,0-6 18 0,0 0-13 0,0 0-12 16,0 0-10-16,13-16-8 0,-11 10-6 0,5-4-11 0,-1 0-4 15,-1 1-4-15,2 1-8 0,-2 0-5 0,-1 3-5 16,2-1-4-16,-5-1-4 0,3 4-4 0,-1-1-3 16,0 1-3-16,-3 3-9 0,0 0-16 0,6-6-15 15,-6 6-24-15,4-3-35 0,-4 3-10 0,0 0 14 16,0 0-22-16,16 9-6 0,-8-4-39 0,-1 2-34 15,6 0-42-15,-4 1-38 16,8 0-66-16,-3 1-339 0,-3-5-718 0,3 1 319 16</inkml:trace>
  <inkml:trace contextRef="#ctx0" brushRef="#br0" timeOffset="35299.15">4200 4244 101 0,'-3'-5'246'0,"3"5"-16"0,0 0-10 16,0 0-12-16,-2-4-14 0,2 4-15 0,0 0-22 16,0 0-14-16,0 0-12 0,0 0-13 0,12-5-14 15,-3 3-10-15,2-1-9 0,3 1-9 0,2-3-9 16,2 3-2-16,0-2-12 0,0-3-2 0,1 3-4 16,-6 0-6-16,1 2-6 0,-4-4 0 0,-1 2-3 0,-1 2-2 31,-1 1-4-31,-2-1 10 0,-5 2 11 0,10-2 0 0,-10 2 5 0,6-3-4 0,-6 3-7 0,4-1-9 0,-4 1-5 15,0 0-6-15,0 0-4 0,0 0-3 16,-21 15 5-16,9-7-7 0,0-1-3 0,-1 3 3 16,3 2-7-16,1-3-20 0,-5 2-17 0,5 3-15 31,1-4-23-31,3-1-20 0,0 1-25 0,0 0-13 0,5-2-32 0,1-2-28 16,4 1-206-16,-1-2-426 0,5 0 188 0</inkml:trace>
  <inkml:trace contextRef="#ctx0" brushRef="#br0" timeOffset="35730.9">4510 4334 103 0,'0'0'243'0,"0"0"-9"0,0 0-13 0,0 0-12 0,0 0-18 15,9 1-7-15,-9-1-7 0,0 0-8 0,0 0-5 16,0 0-10-16,0 0-16 0,0 0-11 0,0 0-12 16,12-1-10-16,-12 1-6 0,11-1-13 0,1 0-7 15,4-6-8 1,4 5-4-16,0-4-10 0,7 0-6 0,-2-5-3 15,-7 6-1-15,9-6-8 0,-8 4-11 0,8-6 6 16,-10 4-3-16,0-4 0 0,-1-1-5 0,0 2-5 0,-3-3-2 16,-4 2 1-16,1-1 0 0,-6 3-2 0,0 2 3 15,-1 0-6-15,-5 2 0 0,2 1-2 16,-5-3 0-16,-1 6-9 0,-3 0-1 0,-3 0 0 16,-3 3-5-16,-4 4 4 0,1 2-4 0,-1 0-2 15,-3 3-1-15,4 1-1 0,2 4-1 0,-1-2 3 16,2 1-2-16,3 0-1 0,2 3-5 0,4 1-5 0,2-1 12 0,2-2 0 15,5 2 2-15,6 0 5 0,3-3-2 0,4-1 8 16,8 1 1-16,4-2 5 0,7-4 0 0,-1-2-5 16,2 1-2-16,3-5 12 0,0-1 2 0,11 3 5 15,-9-4 2-15,-5-1-1 0,-6 1 6 0,-7 0 5 16,-5-2-10-16,-4 1 21 0,-5 1 21 0,2 1 10 16,-4-2 6-1,-7 2 1-15,13 0-8 0,-13 0-32 0,0 0 12 16,13-3-31-16,-13 3-28 0,5 0-55 0,-5 0-88 15,0 0-85-15,0 0-116 0,0 0-244 0,-31-2-637 16,22-2 281-16</inkml:trace>
  <inkml:trace contextRef="#ctx0" brushRef="#br0" timeOffset="37148.58">6280 4035 207 0,'0'0'303'16,"0"0"-17"-16,0 0-24 0,0 0-22 0,-4 3-25 15,4-3-26-15,0 0-20 0,0 0-17 0,0 0-19 16,-4 4-17-16,4-4-13 0,-6 5-10 0,1-1-8 16,-4 2-9-1,1 0-8-15,-2 2-9 0,1-3-8 0,1 3-1 0,1 0-7 16,-1-2-3-16,3 2-18 0,1-2-17 0,0 0-10 15,0 0-4-15,2 0-2 0,2 2-1 16,1-3 2-16,2 1 4 0,3 2 1 0,3 1 0 16,3-3 1-16,4 2 4 0,3-1 5 0,3 1-7 15,1-2-4-15,-1 4 3 0,-2-3 0 0,1 0 0 16,-2 2-1-16,0-1 0 0,-4 0 3 0,1 0-1 0,-1 2 4 0,-8-5-18 16,1 2-1-16,-4 2-3 0,-3 1 0 0,-2-2 1 15,-3 2 7-15,-4 1 1 0,-7-1 8 0,0 2 1 16,-8 1 5-16,3-5 7 0,-8 2 5 0,1 1 2 15,-4-1 2-15,4-4 3 0,-1 3-2 0,-3-2 0 16,3-3 2-16,8 0 4 0,1 0 2 0,4-4 4 16,3 4 4-16,3-3 2 0,1 0-4 0,1 0 8 0,0-1 5 0,7 0-5 15,-5 2 2-15,5-2-5 0,0 0-11 0,0 0-7 16,0 0-4-16,17-8-12 0,1 3-15 0,2 0-21 16,8-4-15-16,4-1-16 0,1 4-9 15,-1-4-1-15,4-1-7 0,0 1 14 0,-2 1-9 16,2-4 2-16,1-2 2 0,-5 1 10 0,1-2-1 0,2-3 9 15,-2 0 4 1,-6-3 11-16,1 3 1 0,0-5 6 0,-5 3 10 16,-5-5 15-16,1 4 28 0,-6-1 29 0,1-1 30 15,-6 7 14-15,-2 0 23 0,-2 0 29 0,3 1 20 16,-4 5 18-16,1-1 18 0,-3 1 35 0,0 5 19 16,-1-1-4-16,2 0-15 0,-2 2-18 0,0 1-24 15,1-1-20-15,-1 5-25 0,1-5-16 0,-1 5-19 16,0-3-22-16,0 3-44 0,0 0-43 0,0 0-40 0,0 0-21 0,0 0-4 15,0 13-2-15,0-1 10 0,-1 3 5 0,-3 4 10 16,3 10-1-16,0-3 5 0,-3 2 2 16,-1 1 3-16,0 1 7 0,-3 1-1 0,3-4 8 0,0 0 3 15,2-2-13-15,-1-10-18 0,4 1-6 0,-1-1-1 16,0-5-9-16,-3-3 5 0,4 1 4 0,0-2 11 16,0-3 21-1,-1 2 24-15,2-1 26 0,-1-4 37 0,-1 4 25 16,1-4 27-16,0 0 25 0,0 0-12 0,0 0-20 15,0 0-15-15,15-16-10 0,-7 7-8 0,-2 1-23 0,3-2-11 16,-4-1-15-16,4 1-10 0,-1 2-4 16,-1 0-2-16,-2 2-9 0,-1 1-14 0,0 0-14 15,0 1-22-15,-1 2-23 0,-1 0-37 0,-2 2-39 16,5-3-2-16,-5 3 24 0,10 5-7 0,-2 1 17 0,0 0 6 0,3 1 0 16,3 3 7-16,4-1-7 0,6 5-13 0,2-1-10 15,1-2-10-15,2 2-13 0,2-1-7 0,4-6-10 16,0 0-1-16,-2 1-1 0,3-3 1 0,-3-1 7 15,1-3 11-15,-6 0 11 0,-1-3 19 0,-6-1 12 16,-3-1 24-16,-5 1 40 0,-3-1 33 0,-2 0 28 16,-3-2 14-16,-1 1 12 0,1-5 18 0,-4 3 9 0,-1-1-3 15,0 0 3-15,-4-1 1 0,-1 2-3 0,0-1-3 0,0 1-5 16,0 1-2-16,-2 2-10 0,0 0-3 16,-2 1-9-16,-1 0-6 0,-2 4-6 0,2 0-7 15,-3 3 11-15,-3 1-8 0,0 0-14 0,0 5-1 16,-1-2 0-16,6 1 0 0,-2 1-4 0,3 0-21 15,1-1-10-15,1 2-6 16,3 0-7-16,0-1 5 0,2-1 3 0,3-2 7 16,5 1 3-16,-1 1 4 0,5-1 5 0,4-2 0 15,5-3 3-15,2-2 1 0,1 0 0 0,0-1-1 16,7-3 5-16,-10 0 0 0,-1-4 0 0,2 3 2 16,-5-3 1-16,-1 3 9 0,-4-3 5 0,0-1 12 15,-1-1-9-15,-1 0 2 0,-3 0-3 0,1-1 3 16,-2-1 2-16,-2 2 8 0,-2-2-12 0,1 1-4 0,-3-1-1 0,-2 3-4 15,0 1-9-15,-4-1-14 0,0 1-7 0,-4 4-13 16,2-1-20-16,-2 1-11 0,-5 3-33 0,0-1-30 16,-2 4-32-16,2-1-51 0,5 2-255 15,1 1-507-15,1-4 224 0</inkml:trace>
  <inkml:trace contextRef="#ctx0" brushRef="#br0" timeOffset="37634.35">7559 4163 45 0,'4'0'290'16,"-4"0"-26"-16,0 0-35 0,4 3-25 0,-4-3-26 0,1 2-20 0,-1-2-13 16,3 7-12-16,-2 0-15 0,-2-2-10 0,1 3-9 15,0 1-7-15,0 0-11 0,0 2-5 0,0 0-5 16,0-1-8-16,0 0-7 0,-3 1-8 0,7-2-9 15,-4-2-5-15,1 0-5 0,3-1 0 0,-4-2 0 16,4-2-5-16,0 1 9 0,-2 0 1 0,5-2 3 16,-7-1 1-1,11-2 10-15,-2-1-1 0,-1-1 8 0,1 0 2 0,2-2 4 16,-2-1 6-16,0 0 0 0,1 2 3 0,1-3-8 16,-4 1-2-16,3 2 5 0,-5 0 4 15,2 1-15-15,-3 1-3 0,0 0-5 0,0-1-7 16,-1 3-9-16,1-2 2 0,-4 3-18 0,0 0 0 15,9 1-4-15,-9-1 2 0,9 6-3 0,-4-2-3 16,0 1 5-16,2 2-8 0,3-1 8 0,-1 0-3 0,1 0 0 0,-1 1 1 16,5-2 3-16,3 0-7 0,0-1 4 0,1 0 2 15,4-2 0-15,-2-2 3 0,0-2 7 0,0 0 26 16,-1-4 5-16,-1 1 22 0,0-2 9 0,-5-2 11 16,0 1 3-16,-2-4 4 0,-2-1-5 0,0-1-4 15,-5-2-8-15,-2-2-12 0,-2 1-16 0,-4-3-8 16,-3-3-11-16,-2 5-21 0,-6-3-18 0,-10 1-32 0,-1 1-41 0,-6 4-42 15,-2 1-42-15,-2 5-36 0,-3 3-47 0,2 4-91 16,-3-1-310-16,6 3-696 0,3 0 309 16</inkml:trace>
  <inkml:trace contextRef="#ctx0" brushRef="#br0" timeOffset="38289.67">8993 3862 2105 0,'-1'-17'133'16,"1"-4"61"-16,-2 4-75 0,1-1 24 0,1 6-10 16,-1 2 16-16,1 2-11 0,0 0-26 0,-2 2-17 15,2 0-15-15,-1 4-13 0,2-2-19 0,-1 4-34 16,0 0-13-16,0 0 2 0,0 0-6 0,3 19 2 0,0 2 6 31,-1 6-5-31,1 5-1 0,-2 3 5 0,3 12-2 0,-3 2 1 16,0-2 2-16,-1-12-2 0,2-2 5 0,5 1-3 15,-5-1 1-15,0-4-1 0,-1-2 3 0,2-7-4 16,-2 0 3-16,3-5 1 0,-4-3-1 0,1-2 3 16,2-3-13-16,-3 0-8 0,0 0-3 0,0-3-11 15,0 1 2-15,0-2-4 0,0-3-5 0,0 5-9 16,0-5-11-16,0 0-94 0,0 0-85 0,0 0-57 0,-13-9-167 0,5 2-492 16,1-1 218-16</inkml:trace>
  <inkml:trace contextRef="#ctx0" brushRef="#br0" timeOffset="38552.68">8668 4134 185 0,'-6'3'196'0,"2"-3"-6"0,4 0-19 16,-8 1-16-16,8-1-14 0,0 0 2 0,0 0-3 15,22 2-7-15,0-2-12 0,10-1-9 0,6-1-14 0,12-3 6 16,6 2 0-16,0-2-3 0,2 2-1 15,-2-5-10-15,-2 4-7 0,-18 0-10 0,-2-1-4 0,-1 1-8 0,-6 3-7 16,-7-1-6-16,-8 1-4 0,1 0 5 0,-3-1-11 16,-4 2-5-16,2 0-9 0,-4-1-10 0,1 1-15 15,-5 0 1-15,0 0-7 0,0 0-11 0,-9 6-21 16,0-4-23-16,0 0-23 0,-3 2-21 0,1-1-35 16,1-2-41-16,1 0-191 0,-2-1-402 0,11 0 178 15</inkml:trace>
  <inkml:trace contextRef="#ctx0" brushRef="#br0" timeOffset="39523.81">9501 3863 83 0,'0'-5'437'0,"3"-2"-6"0,-3 2-21 0,0 5-42 15,0-5-34-15,0 2-41 0,0 3-34 0,0 0-29 16,0 0-29-16,1-4-41 0,-1 4-28 0,0 0-16 16,3 12-6-16,-3 0-11 0,1 3-24 0,-1 4 7 15,0 7-17-15,-4 4-3 0,3 2-4 0,-3 1-7 16,-1 3-2-16,2-4-6 0,0 3-13 0,1-5-22 0,0-2-7 16,2-7-9-16,0-3-10 0,0-1-6 0,0-5 2 15,0-1 1-15,0-2 1 0,0-1 2 0,2-3 12 16,0 2 16-16,-2-4 32 0,0 1 43 0,0-4 28 15,3 1-8-15,-3-1-11 0,12-8-16 0,-7 1-7 0,8-2-9 16,-3-2-1-16,3-3-6 0,1-2-7 0,-1 2-8 16,6-9-9-1,-5 2 2-15,-1 4-5 0,-3 1-11 0,1 3-2 16,-6 3 1-16,1 1-2 0,-1 1-6 0,-1 2-4 16,-2 3-16-16,1-1-26 0,-1 0-34 0,2 2-42 15,-4 2-17-15,0 0 14 0,0 0 14 0,8 10 11 16,-7 0 7-16,2 0 9 0,-1 1 0 0,2 1-1 15,5 2 2-15,1 0 1 0,-1 0 1 0,5-1-1 16,3 1 4-16,7-2-2 0,2 0-1 0,0-3-1 0,2-4-3 16,3 1 2-16,-9-5-3 15,6-1 9-15,-9-3 5 0,3 2 6 0,-5-4 6 16,-3-1 11-16,-5 2 24 0,-3-3 21 0,3-2 14 16,1 1 14-16,-6-3 9 0,0 3 11 0,-4-2 3 15,-3 2 4-15,1-4 0 0,0 7-4 0,0-2 0 16,-3 1-11-16,1-1-5 0,0 4-6 0,-1 1-2 15,-4 0-6-15,3 1-6 0,-3 2-2 0,-3 2 2 16,2 1-4-16,-7 3-3 0,2 3-3 0,1-1-2 16,1 3 1-16,3-4-2 0,2 1-9 0,1-1-10 15,-2 1 1-15,5-1-10 0,0 0 2 0,0-3 2 16,2 2-1-16,-1-4 2 0,2 3 3 0,1-5 7 16,-2 3 17-16,2-4 10 0,0 0 11 0,15 2 16 15,-4-5 6-15,1-2 7 0,4-4 10 0,-3 2 2 0,3-3-2 0,1 0 4 16,1 0-3-16,0 1-5 0,-1-3-1 15,-1 4-1-15,-4 1-7 0,-1 2-10 0,-2 0-2 16,0 2 0-16,-4-1-8 0,2 2-13 0,-2-1-13 0,-1 2-18 16,-4 1-12-16,10 1 0 0,-6 2-1 0,1-1-3 15,1 7-5-15,4-2 9 0,-3 2 2 16,0 0 3-16,1 3-4 0,2-5-1 0,-1 7-14 0,0-4-14 0,0 0-7 16,0-1-7-16,0-1-9 0,0-1 1 0,1 1 0 15,0-3 5-15,-3-1 6 0,0-2 9 0,0 0 6 16,-1-4 6-16,-1-1-3 0,1-1 9 0,1 0 13 15,-1-6 20-15,-2 1 3 0,3-7 16 0,-2 2 8 16,-1-5 8-16,1 1 3 0,0-7 2 0,-1 0 3 16,0-3 0-16,-1 1 2 15,1-2 19-15,0-3-16 0,1 4 2 0,0 0 9 16,-1 4 21-16,-1 8 21 0,-1 0 13 0,-2 7-6 16,1-3-10-16,2 7-14 0,-3 0-14 0,0 0-20 15,0 1-50-15,0 4-52 0,1-3-14 0,-1 3 7 16,-1 13 9-16,1-2 8 0,-6 7 4 0,-1 6 11 15,2 2-10-15,-2 6 6 0,1-1 1 0,0 2-11 16,0 1-21-16,2-2-14 0,0-4-21 0,0 1-15 0,2-3-20 16,0-7-16-16,1 0-40 0,0-5-47 0,2-3-46 15,-2-1-244-15,2-5-566 0,2-3 251 0</inkml:trace>
  <inkml:trace contextRef="#ctx0" brushRef="#br0" timeOffset="39793.04">10198 4016 181 0,'0'0'240'0,"-9"-3"-6"0,9 3-10 0,-6 3-19 16,6-3-3-16,0 0 15 0,0 0 3 0,34 0-9 15,-1-3-18-15,20 2-17 0,8-4-17 0,8-1-14 0,25 1-15 16,-3-2-11-16,-24 0 0 0,26-2-3 0,-28 3 1 15,-2 0-5-15,-2 1-3 0,-6 2-2 0,-19-1-10 16,-3-1 6-16,-5 4 9 0,-11-1 3 0,-4 0 11 0,-2 1 14 16,-5 1-14-16,2-3-2 0,-3 3-8 0,-5 0-16 15,10-1-26-15,-10 1-31 0,4 0-50 0,-4 0-84 16,0 0-78-16,0 0-74 0,-25 4-95 0,7-3-323 0,6 2-716 31,2-2 317-31</inkml:trace>
  <inkml:trace contextRef="#ctx0" brushRef="#br0" timeOffset="42544.12">12444 3930 112 0,'-2'-5'244'0,"2"5"0"15,0-7-3-15,0 2-4 0,0 5-3 16,-2-4-4-16,2 4-12 0,2-5-13 0,0 2-17 15,-2 3-17-15,0 0-21 0,0 0-20 0,0 0-12 0,0 0-14 16,2-5-21-16,-2 5-19 0,0 0-16 0,0 0-8 16,0 0-3-16,-4 17-1 0,1-6 2 15,2 0-12-15,0 0-3 0,-2 5-6 0,-1 0-1 0,3 1 1 0,0 0-3 16,0-1 2-16,-1 1-6 0,0-5 1 0,0 2 1 16,2-6-3-16,0 4 1 0,0-3 1 0,-1-2-5 15,0 0 4-15,1-1-3 0,0-3 3 0,0 2-3 16,-2-3 1-16,2-2 5 0,-1 4 0 0,1-4 2 15,1 5 0-15,-1-5 23 0,0 0-3 0,0 0 2 16,0 0-1-16,0 0-6 16,2 4 9-16,-2-4-13 0,0 0 3 0,0 0-19 15,0 0-13-15,0 0-14 0,0 0-60 0,0 0-44 16,0 0-24-16,-3-13-43 0,4 7-36 0,-1-1-63 16,-1-3-161-16,0-1-485 0,1 0 215 0</inkml:trace>
  <inkml:trace contextRef="#ctx0" brushRef="#br0" timeOffset="42797.59">12440 3730 174 0,'2'-3'281'0,"-2"3"-7"16,2-5-19-16,0 1-25 0,-2 4-20 0,1-2-24 16,-1 2-9-16,2-3-34 0,-2 3-36 0,0 0-44 15,0 0-43-15,0 0-33 0,0 0-34 0,0 0-51 16,0 0-35-16,0 0-173 16,4 8-330-16,-4-8 147 0</inkml:trace>
  <inkml:trace contextRef="#ctx0" brushRef="#br0" timeOffset="43260.9">12379 3566 129 0,'-4'0'159'0,"4"0"-13"0,-16 1-14 16,4 4-14-16,-2 0-10 16,-3 5-9-16,2 0-11 0,-5 8-5 0,-3 1-14 15,1 4 1-15,-1 2-9 0,-1 20 3 0,-6 2 8 16,5-1-1-16,-1 2-12 0,-1 5 13 0,7-3-6 16,3-1-1-16,1-1-4 0,4-3 16 0,6-12-3 15,1-1 2-15,2-1 2 0,5-1-4 0,2-2-1 16,4-2 2-16,2-2 2 0,3 1 0 0,5-5-5 15,5-1 3-15,4-2 2 0,2-3-4 16,7-3-2-16,0-2-5 0,15-1-3 0,-14-5 2 16,3-3 4-16,11-2-4 0,-14-4 18 0,1 0 7 15,-3-3 6-15,0-4 10 0,0-2-1 0,-3-3 0 16,-4-2 15-16,-1-4-16 0,0-2-1 0,-3-1 0 16,2-12-8-16,-2-4-11 0,-5-3-7 0,-5-1-8 0,-4-4-9 15,-3 3 0-15,-7 12 6 0,-3-10-5 0,-1 14 2 0,-6-14-7 0,0 14-5 0,-2 3-5 16,-7 2-18-16,-3 5-22 0,-4 2-23 0,-4 3-34 15,-7 5-42-15,-14 5-33 0,14 4-29 0,-17 7-50 16,16 2-53-16,2 5-83 0,3-2-286 0,6 3-679 16,8-1 300-16</inkml:trace>
  <inkml:trace contextRef="#ctx0" brushRef="#br0" timeOffset="44099.75">13764 3752 144 0,'0'0'283'0,"0"-3"-23"15,0 3-32-15,0 0-26 0,0 0-21 0,4-6-22 16,-4 6-24-16,0 0-15 0,0 0-16 0,0 0-9 16,1 13-9-16,-2-2-9 0,-3-1-2 0,1 6-7 15,-1 0-8-15,-4 3-6 0,-2 3-1 0,-2 3-5 0,-2 1-1 0,-1-2-1 16,2 0-12-16,-2 0 3 0,3-7-10 0,3-2-3 16,3-4 1-16,-2 1-4 0,3-6 2 0,1 2-2 15,-1-4 8-15,3 1 23 0,-1-2 33 0,-1 0 36 16,3-1 28-16,1-2 36 0,-4 3 22 0,4-3-17 15,1-11-30-15,3 2-21 0,1-1-13 0,4-6-15 16,-1-1-10 0,1 0-15-16,5 1-9 0,-4 0-9 0,3 1-8 15,-2 4-8-15,-3 1-8 0,2 2-5 0,-5 3 2 16,1 1-24-16,-1-1-25 0,-1 2-20 0,2 2-9 16,1 2-10-16,1 2-2 0,1 1-5 0,3 4-8 15,0 2-12-15,-1-1-20 0,0 3-27 0,-1 5-24 0,-1-3-22 16,4 1-35-16,-4 3-40 0,0-1-38 0,-3-3-265 15,1-2-589-15,-1-4 260 0</inkml:trace>
  <inkml:trace contextRef="#ctx0" brushRef="#br0" timeOffset="44400.71">13468 3850 160 0,'-13'-1'246'0,"4"1"-5"0,0 0-7 0,3 0-7 0,6 0-18 15,-12 0-18-15,12 0-17 0,0 0-19 16,0 0-10-16,0 0-16 0,39-6-14 0,-7 1-10 16,17-1-9-16,6 1-14 0,3-2-9 0,2 3 1 0,2-2-13 0,1 1-8 15,-3-4-8-15,0 4 0 0,-5-1-3 0,-18-1-5 16,-1 4-8-16,-8 1-4 0,-5 0 4 0,-6-1-4 15,-5 3-3-15,0 0-5 0,-6 0-1 0,3 0-7 16,-4-2-4-16,-1 0-2 0,-4 2-8 0,0 0-7 16,0 0-7-16,0 0-32 0,-20 7-17 0,10-5-22 15,-4-1-13-15,2 1-23 0,0-1-43 0,0 0-46 0,0 2-163 0,2-4-408 16,-3-1 182-16</inkml:trace>
  <inkml:trace contextRef="#ctx0" brushRef="#br0" timeOffset="44781.7">14199 3505 70 0,'4'-3'289'0,"-1"0"-26"16,1 2-24-16,0-2-19 0,3 1-20 0,0 2-22 16,2-2-7-16,1 3-16 0,0 0-9 0,2 1-14 15,-2 3-13-15,0 0-6 0,2 2-14 0,-4 1-9 16,-1 1-10-16,2 3-12 0,-5-3-5 0,-1 7-3 16,-1 3-7-16,-7 0-6 0,1-2-5 0,-2 1 0 15,-3 2-4 1,4-2-6-16,-3 0 0 0,-1-4-2 0,5 0-1 15,-2-4-5-15,2-1-3 0,3-1-4 0,-3-2 0 0,4-2-4 16,0 2-4-16,-3-4-3 0,3 3 2 0,3-2 1 16,2-1-4-16,0 0-17 0,8 0-32 0,6-3-49 15,2 2-47-15,-1-2-59 0,-1 0-259 0,4-2-494 16,-1 2 219-16</inkml:trace>
  <inkml:trace contextRef="#ctx0" brushRef="#br0" timeOffset="45318.28">13279 4337 9 0,'-20'1'241'0,"4"0"-2"0,3 1-5 16,4-1-3-16,-1-1-9 0,5 3-8 15,-2-3-3-15,7 0-18 0,-11 0-15 0,11 0-23 16,-5 0-6-16,5 0-13 16,-6 0-18-16,6 0-13 0,0 0-7 0,0 0-10 15,0 0-9-15,0 0-10 0,0 0-2 0,0 0-10 16,0 0-5-16,0 0-1 0,0 0-15 16,0 0 0-16,21 0-2 0,-21 0-2 0,0 0-6 15,0 0 5-15,0 0-14 0,0 0 4 0,0 0-7 16,0 0 2-16,0 0-1 0,0 0 1 0,0 0-7 15,0 0 2-15,0 0-3 0,0 0-1 0,0 0-1 0,0 0 6 0,0 0-1 16,0 0-3-16,0 0 2 0,0 0-2 0,0 0-8 0,0 0 9 16,0 0-3-16,0 0 3 0,0 0 1 0,0 0-6 15,0 0 1-15,0 0 10 0,0 0-10 0,0 0 1 16,12 0 4-16,-6-4 8 0,8 2 4 0,8-2-3 16,11 1-3-16,4 1 4 0,19-7-3 15,8 1 0-15,24-2 12 16,-22 3 3-16,31-4 5 0,-1 4 4 0,-2-3 2 15,-32 4-4-15,-2 1 3 0,2 1-6 0,-7-1 2 16,0 1 1-16,-17 1-2 0,-4 0 2 0,-5 0-10 0,-10 2 1 0,0-2-6 16,-6 3-3-16,-4-1-1 0,0-1 0 15,-4 2-10-15,3-1 8 0,-8 1-34 0,9 0-25 16,-9 0-26-16,0 0-16 0,0 0-17 0,0 0-38 16,-13 8-48-16,-1-4-36 0,-3 2-75 0,1-1-247 15,-4 0-589-15,4-4 261 0</inkml:trace>
  <inkml:trace contextRef="#ctx0" brushRef="#br0" timeOffset="45719.16">14008 4463 112 0,'0'0'327'0,"0"0"-33"15,0 0-24-15,0 0-26 0,-1 5-27 0,1-5-23 16,0 0-22-16,0 0-26 16,-5 7-11-16,1 0-14 0,-5 0-14 0,-6 8-8 15,-6 2-5-15,1 7-9 0,-3-2-15 0,0 0-2 16,5 0-13-16,-1 0-5 0,3-1-2 0,3 3 5 15,4-6 6-15,0 6-11 0,2-8 3 0,2 2 0 0,5 1-4 0,3-2 5 0,4 0 1 0,1-3 1 16,4 1-5-16,5-1-1 0,9-2 4 0,2-4-7 16,3-1 1-16,1-4-5 0,0-5-5 0,-2-2 0 15,-3 1 13-15,-9-1 25 0,1-1 41 16,-6-1 16-16,-3 2 11 0,-1-1-3 0,-5-3 6 16,1 0-20-16,-5-2-21 0,-1 0-17 0,-7 0-14 0,-8 1-20 15,-10-3-22 1,-6 6-24-16,-8-2-36 0,-14 3-41 0,0 7-66 15,-4 3-58-15,-2 2-77 0,1 4-142 0,6-5-236 16,14-3-703-16,6-7 312 0</inkml:trace>
  <inkml:trace contextRef="#ctx0" brushRef="#br0" timeOffset="48824.81">15134 4143 127 0,'0'0'281'0,"0"0"-14"0,-5 2-8 16,5-2-11-16,0 0-11 0,0 0-26 0,0 0-23 15,0 0-15-15,0 0-21 0,0 0-26 0,0 0-16 16,31-6-22-16,-12 1-29 0,9-1-20 16,0 1-37-16,1-1-34 15,3 1-42-15,-2 2-19 0,-1 0-43 0,-1-1-24 0,-7 2-43 16,-7 1-109-16,-4-2-337 0,0 2 149 0</inkml:trace>
  <inkml:trace contextRef="#ctx0" brushRef="#br0" timeOffset="48987.4">15210 4255 127 0,'-4'1'139'0,"0"1"2"16,-1 0 7-16,5-2-14 0,-5 3-2 0,5-3 6 15,0 0-2-15,15 0-6 0,-2-2-16 0,8-2-12 16,8 2-9-16,5-3-12 0,1-1-16 0,4 0-28 15,11-1-30-15,-9 1-28 0,15-2-43 0,-5 0-59 16,-11 1-130-16,-2 0-274 0,-3-4 122 0</inkml:trace>
  <inkml:trace contextRef="#ctx0" brushRef="#br0" timeOffset="49272.21">16135 3921 132 0,'-3'-12'349'15,"6"2"-19"-15,-3 0-4 0,0 3-6 0,0 0-20 16,0 0-23-16,0 2-23 0,0 2-32 0,0-2-26 16,0 5-29-16,0-5-33 0,0 5-41 0,0 0-46 15,0 0-21-15,0 0-2 0,0 0-6 0,2 20-1 16,-2-2 0-16,0-1-6 0,1 8 1 0,-1 0-2 0,2 4 3 0,-4 0 0 15,2 3-2-15,0-3 2 0,-1 2 1 0,2-4-9 16,1 0-18-16,-4-3-14 0,1-5-20 16,2 2-18-16,2-5-20 0,-3 0-25 0,0-3-39 15,1-2-24-15,2 0-41 0,-3-2-198 0,2-4-445 16,0-1 196-16</inkml:trace>
  <inkml:trace contextRef="#ctx0" brushRef="#br0" timeOffset="49541.98">16578 4183 313 0,'0'0'358'0,"0"0"-12"16,-4 1-16-16,4-1-34 0,0 0-29 0,0 0-26 15,0 0-28-15,0 0-21 0,24-9-21 16,-4 4-21-16,10-2-22 0,7 2-33 0,-1-3-24 16,14 0-26-16,1 0-22 0,0 1-20 0,0 0-22 0,-12 1-23 0,-1 3-26 0,-3-3-30 15,-5 3-43-15,-3-1-32 0,-8 0-29 16,-6 2-45-16,-4-1-129 0,-3 2-406 0,-3 1 179 16</inkml:trace>
  <inkml:trace contextRef="#ctx0" brushRef="#br0" timeOffset="49777.2">16831 4025 319 0,'-2'-7'349'0,"0"2"4"0,0 2 8 0,0-2-1 16,1 1-19-16,1 4-24 0,0-5-37 0,0 5-32 15,0-4-26-15,0 4-25 0,0 0-33 0,-1-3-27 16,1 3-66-16,0 0-46 0,0 0-3 0,-3 11-4 0,3 2 1 0,2 2-2 15,-4 3 1-15,2 7-2 0,2 2 0 0,-1-1-23 16,1 1-26-16,2 2-29 0,4-2-27 0,-2 0-38 16,-1 0-39-16,3-8-67 0,-4 0-293 0,-3-2-570 15,5-8 253-15</inkml:trace>
  <inkml:trace contextRef="#ctx0" brushRef="#br0" timeOffset="50258.57">17883 3733 292 0,'-2'-6'341'0,"4"2"-13"0,-4-2-21 0,2 2-27 16,-1 1-25-16,1 3-23 0,0-6-33 16,0 6-15-16,0 0-29 0,-1-5-22 0,1 5-44 0,0 0-27 15,0 0-9-15,0 0-4 0,4 23 1 0,-3-12-7 16,-1 7-4-16,1-1-6 0,-2 3-4 0,2 8-7 0,-2 1-25 15,-2-3-23-15,3 3-23 0,-1-1-19 0,-3 0-27 16,3 0-21-16,-3 0-27 0,2-10-35 0,-1 1-38 0,-3-4-165 16,3-3-411-16,1-3 182 0</inkml:trace>
  <inkml:trace contextRef="#ctx0" brushRef="#br0" timeOffset="50528.17">17552 4250 42 0,'-4'5'310'0,"0"-5"-18"16,3 2-35-16,1-2-25 0,0 0-25 0,0 0-16 0,0 0-20 16,36-5-20-16,-7 1-16 0,11-1-13 0,15-3-13 0,2 0-10 15,6-1-10-15,-3 2-10 0,5 0-7 0,-2 2-9 16,-3 1-7-16,-7-2-1 0,-12 5-12 0,-5-3 0 15,-7 3-4-15,-7 0-8 0,-4-1-8 16,-7 2-17-16,1 0-25 0,-3 0-24 0,-3 0-14 0,-6 0 7 16,0 0-6-1,0 0-19-15,-20 5-34 0,2-1-23 0,-4 2-47 0,-6 0-188 16,0 0-396-16,1-1 175 0</inkml:trace>
  <inkml:trace contextRef="#ctx0" brushRef="#br0" timeOffset="50875.32">17801 4502 49 0,'0'0'300'0,"0"0"-33"0,0 0-36 16,10 0-17-16,-2 0-23 0,-8 0-19 0,13 2-17 0,-2-2-17 0,-2 0-13 15,1 2-16-15,-1 1-13 0,0 4-6 16,-1 0-12-16,-2 3-10 0,2 0-6 0,-2 4-6 16,-2 3-4-16,-4 4-7 0,-2 3-6 0,-2 2 0 15,-3 0-4-15,0-1-3 0,-2-1-1 0,0-8-5 16,0 2-1-16,3-2 1 0,0-4-4 0,3-2 2 16,-1 0-11-16,1-3-3 15,0 1 0-15,2-4 3 0,0 1 5 0,-4 2 2 16,5-7 2-16,6 5 0 0,1-5-1 0,4 0 0 15,8-2-5-15,4-1-28 0,5-4-38 0,-1 2-36 16,4-2-52-16,-3 0-53 0,0-3-227 0,-1 0-452 16,-3-2 199-16</inkml:trace>
  <inkml:trace contextRef="#ctx0" brushRef="#br0" timeOffset="51214.04">18196 4402 304 0,'1'-4'373'0,"-1"4"-23"0,4-4-10 0,-4 4-22 15,0 0-32-15,1-6-19 0,-1 6-30 0,4-2-28 16,-4 2-21-16,10 0-22 0,2 0-20 0,-1 2-16 15,-2 2-17-15,0-1-15 0,3 2-22 0,-5 1-10 16,1 1-14-16,0 2-9 0,-3-1-6 0,-3 4-19 0,1 0 1 0,-2 5-3 16,-2 3 0-16,0 0-2 0,-2-2-1 0,-1-1-5 15,0-6 0-15,2 0 3 0,-1-2-1 0,1 0-15 16,2-2-21-16,-2-1 2 0,2-2-9 16,-1 1 7-16,5-2 2 0,4-1 7 0,4-2-17 0,7-2-28 15,3-1-46-15,9-4-56 0,1-3-61 0,2-1-81 16,-2-2-174-16,-1-1-520 0,3-1 230 0</inkml:trace>
  <inkml:trace contextRef="#ctx0" brushRef="#br0" timeOffset="53364.07">18891 4159 140 0,'0'0'150'0,"0"0"-4"16,-4-1-11-16,4 1-1 0,0 0-8 16,0 0-11-16,0 0-11 0,0 0 3 0,0 0-6 15,0 0 0-15,0 0-4 0,0 0-11 0,0 0-5 0,0 0-5 16,0 0-5-16,0 0-4 0,0 0-3 0,36-4-9 16,-16 1 3-16,10 1-11 0,4-4-4 15,2 1-2-15,5-1-4 0,-3 1-8 0,12-2-2 0,-14 3-11 0,-2-1-12 16,2-1-18-16,-8 1-21 0,-5 3-34 0,-3-1-36 15,-7 1-34-15,-2-2-177 0,-1 3-343 0,-5-2 152 16</inkml:trace>
  <inkml:trace contextRef="#ctx0" brushRef="#br0" timeOffset="53595.64">19129 3999 41 0,'-3'-4'296'0,"2"-1"-5"0,0 2-17 16,1 3-23-16,-3-5-24 0,3 5-26 0,-4-3-27 16,4 3-21-1,0 0-20-15,0 0-26 0,0 0-23 0,0 0-11 16,0 0-5-16,-5 20-1 0,0-7-12 0,5 5-5 16,-4 2-5-16,2 5 0 0,0-1-6 0,1 1-12 15,0 0-23-15,1-7-23 0,0 2-20 0,0 0-21 16,4-1-24-16,-2-1-39 0,6-1-44 0,-3-1-203 15,1-7-399-15,1 0 177 0</inkml:trace>
  <inkml:trace contextRef="#ctx0" brushRef="#br0" timeOffset="53864.65">19922 3649 3 0,'0'-6'327'0,"2"1"-35"0,0 1-33 16,-2 0-31-16,0 0-34 0,0 4-42 0,0 0-19 16,0 0-15-16,0 0-13 0,1 15-11 0,-1-6-6 15,4 4-10-15,-8 5-3 0,4 10-13 0,0 1 2 0,0 0-11 0,0-1-23 16,5 1-24-16,-5 0-26 0,0 1-24 0,0-3-26 15,0 1-27-15,0-4-34 0,0-5-39 0,-1-1-136 16,-3-1-330-16,3-3 147 0</inkml:trace>
  <inkml:trace contextRef="#ctx0" brushRef="#br0" timeOffset="54102.78">19682 4221 144 0,'-4'3'289'0,"2"-2"-24"0,2-1-26 15,0 0-25-15,0 0-19 0,26-7-20 0,5 5-19 0,6-5-16 0,18-1-17 16,5 3-12-16,4-4-9 0,27 0-14 0,-25 2-7 16,26-1-9-16,-30 2-6 0,5 0-4 0,-3 4-5 15,-6-2-8-15,-7 0-4 0,-12 4-5 0,-7-1-14 16,-5 2-28-16,-9-1-37 0,-4 0-47 0,-4 0-56 15,-5 2 9-15,-3 1-1 0,-2-3-25 0,-12 4-182 16,-2-1-370-16,-4 1 165 0</inkml:trace>
  <inkml:trace contextRef="#ctx0" brushRef="#br0" timeOffset="54550.68">20067 4468 76 0,'0'0'231'0,"-3"6"-23"0,3-6-25 15,0 0-23-15,0 0-10 0,6 4-17 0,0 1-13 0,1-3-11 0,2 5-9 16,1-2-16-16,-2 0-6 0,2 4-6 0,-3 1-5 15,0-1-13-15,-1 2-2 0,-2-2-14 0,0 2-7 16,-1 1-4-16,-6 1-5 0,3 0-3 16,-5 1-3-16,-1 1-1 0,-6 2-4 0,3-3-1 0,-1-2-1 15,1 0 1-15,0-4-2 0,0 1-3 0,4 1 3 16,-1-3-2 0,1-2 3-16,1 0-5 0,0 0-7 0,1-1 7 15,2 0 1-15,1 1-2 0,0-1-7 0,1 0 9 16,1 1 0-16,2 0 2 0,1 0-5 0,2 1 2 0,1 0-1 15,0-2 4-15,-1 4-3 0,1 0-3 0,-3-1 0 16,-1-2 1-16,2 4 0 0,-2-4-2 0,0 4 5 16,-3-3-5-16,1 3 4 0,-2-2 1 0,-3 3-2 15,-1-3 3-15,-2 3-3 0,-4-4 4 0,-1 3-6 0,-4-4-15 16,0 2-18-16,-3-2-28 0,1-1-43 0,-1-4-54 16,2 0-151-16,2-2-331 0,2-3 146 15</inkml:trace>
  <inkml:trace contextRef="#ctx0" brushRef="#br0" timeOffset="54871.88">20243 4475 2190 0,'8'-8'165'0,"-2"2"-59"0,-1-1-5 0,3-1-12 15,-3 2-24-15,0 1-21 0,5-3-5 0,-1 4-5 16,-1-2 1-16,3 2 0 15,3 2 1-15,-3 1-1 0,-1 1-5 0,1 0 3 16,1 1-5-16,-1 1-1 0,-2 3-5 0,0 0-5 16,-1 0-1-16,-2 2-3 0,1 1-3 0,-2 2-6 15,-4 0 4-15,-1 0-4 0,0 2 3 0,-1 5-2 16,-4 2-1-16,1-4 1 0,1-3-1 0,-4 2 0 16,3-2-2-16,0-2 1 0,0-4 1 0,0 0 1 0,4 0-2 15,-1-1-1-15,-3-1 1 0,4-4 0 0,-1 6 6 16,1-6-3-16,6 4 4 0,3-4-1 0,8 0-1 15,3-4-20-15,10 0-30 0,2-3-41 0,1 0-48 16,1-3-71 0,2 0-267-16,-1-2-508 0,-1-3 225 0</inkml:trace>
  <inkml:trace contextRef="#ctx0" brushRef="#br0" timeOffset="55152.06">21063 4217 226 0,'0'0'292'0,"0"0"-15"0,0 0-22 0,-5 1-22 16,5-1-16-16,0 0-22 0,0 0-21 0,0 0-16 0,22-6-17 0,-8 3-17 15,4-1-12-15,4 0-11 0,8 0-12 16,2 2-7-16,0-4-20 0,3 4-23 0,-2-2-34 0,-1-1-31 16,-2-2-41-16,-3 2-40 0,-6 2-52 0,-1-2-73 15,-11 0-134-15,1-2-395 0,-1 3 175 0</inkml:trace>
  <inkml:trace contextRef="#ctx0" brushRef="#br0" timeOffset="55368.43">21251 4045 153 0,'-1'-3'321'0,"1"3"-9"15,-7-4-19-15,7 4-33 0,0 0-25 0,-5-1-30 16,5 1-22-16,0 0-30 0,0 0-19 0,0 0-13 16,-5 9-15-16,5 1-11 0,-1 2-9 0,1 4-9 0,-4 3-10 15,0 5-2-15,0 2-6 0,3 1-7 0,-3 0 1 0,0 0-6 16,3-4-5-16,-1-5-19 0,2 3-29 0,2-4-27 15,-2 3-23-15,1-4-31 0,3 1-34 0,-4-7-33 16,4 0-54-16,0-2-206 0,-3-2-447 0,4-3 199 16</inkml:trace>
  <inkml:trace contextRef="#ctx0" brushRef="#br0" timeOffset="55599.86">22006 4134 160 0,'0'0'365'0,"0"0"-36"16,4 0-25-16,-4 0-29 0,0 0-22 0,0 0-30 15,0 0-26-15,0 0-45 0,9-2-57 0,-3 2-58 16,1-2-40-16,2 1-48 0,2 0-64 0,3-2-68 15,-1 1-157-15,6-1-368 0,0-1 163 0</inkml:trace>
  <inkml:trace contextRef="#ctx0" brushRef="#br0" timeOffset="55753.25">22634 4134 149 0,'6'0'252'15,"-6"0"-19"-15,6-2-24 0,-2-2-16 0,2 1-25 0,0 1-19 0,3-3-23 16,2 3-32-16,6-4-42 0,2 2-44 0,9-2-59 16,0 0-53-16,6 0-143 0,-1-3-267 0,2 1 119 15</inkml:trace>
  <inkml:trace contextRef="#ctx0" brushRef="#br0" timeOffset="56007.12">23307 4074 56 0,'3'2'321'0,"-3"-2"-4"0,5 1-12 15,-5-1-30-15,0 0-29 0,14-6-27 0,-8 3-23 16,4-1-23-16,3-1-13 0,9 2-31 0,6-2-37 16,4 0-34-16,1 1-36 0,3-1-40 0,16 1-38 15,2 1-38-15,-3-2-41 0,0 1-21 16,-11 1-12-16,11 2-6 16,-13 1 4-16,-2 0 30 0,0 1 39 0,-4-1 27 15,-10 2 24-15,-3-4 44 0,-5 2 24 0,-4 0 39 16,0 0 29-16,-1 0 29 0,-4 2 5 0,3-2 21 15,-8 0 8-15,9 0 10 0,-9 0-1 0,10 1 5 16,-10-1-14-16,0 0-11 0,8-3-14 0,-8 3-13 16,0 0-22-16,5 0-44 0,-5 0-58 0,0 0-109 15,1-2-151-15,-1 2-168 0,0-9-476 0,-1 2 210 0</inkml:trace>
  <inkml:trace contextRef="#ctx0" brushRef="#br0" timeOffset="57510.2">12356 5816 115 0,'0'-2'281'0,"-1"-1"0"16,1 3-10 0,-4-3-19-16,4 3-19 0,-4-5-22 0,4 5-25 15,0 0-17-15,0 0-19 0,0-4-22 0,0 4-18 16,0 0-14-16,0 0-12 0,0 0-9 0,0 0-10 16,-4 15-5-16,4-1-4 0,-5-2-9 0,4 2-3 15,0 6-7-15,-2-3-2 0,-1 2-2 0,3 0-5 16,-3 1-2-16,4 0-2 0,-1-1-1 0,-2 0 1 15,3 0-6-15,0 0-14 0,0-4-9 0,3 2-10 0,-2-7-9 16,-1-1-6-16,0 3-10 0,0-6-4 0,1-2 4 0,2 3 4 16,-3-4 4-16,5 0 7 0,-1-3 2 0,-4 0 5 15,19-6 0-15,-10-1 0 0,8-1 2 0,-3-5 6 16,0 2-3-16,0-4 7 0,0-1 11 0,-1 2 10 16,3-1 4-16,2-7 13 0,-4 8 8 0,-5-1 15 15,4-1 10-15,-2 3 17 16,-3-1 24-16,-3 7 11 0,4-1 12 0,-8 1-1 15,6 1-14-15,-5 2-13 0,2 1-11 0,0-1-16 16,-4 2-7-16,4-1-20 0,-4 3-33 16,0 0-15-16,0 0-4 0,0 0 1 0,9 7 1 15,-9-2 1-15,1 3 0 0,2 1 0 0,-2 3-6 0,0 1 8 16,-1-2 2-16,4 6-9 0,-5-1 2 0,2 1-1 16,2-1 5-16,-2 1 2 0,0-4-2 0,2 3 1 0,-3-2-6 15,1-2-24-15,3-4-10 0,-3 2-12 0,1-5-14 16,-2 1-10-16,0 1 2 0,1-4 5 0,1 0 7 0,-2 1 12 0,0-4 6 15,1 4-12-15,-1-4-41 0,0 0-40 0,0 0-35 16,-8-11-39-16,5 3-39 0,-2-1-170 0,0-3-454 16,-3-3 200-16</inkml:trace>
  <inkml:trace contextRef="#ctx0" brushRef="#br0" timeOffset="57688.32">12523 5681 49 0,'0'0'300'16,"0"-3"-23"-16,0 3-19 0,0 0-26 0,0 0-25 0,0 0-21 15,-2-5-18-15,2 5-16 0,0 0-17 0,0 0-19 16,0 0-30-16,0 0-34 0,0 0-12 0,0 0-35 16,0 0-35-16,0 0-47 0,0 0-50 0,6 13-212 15,-6-13-366-15,-1 5 163 0</inkml:trace>
  <inkml:trace contextRef="#ctx0" brushRef="#br0" timeOffset="57858.08">12434 5695 66 0,'-5'-3'319'0,"5"3"-29"0,-4-1-29 0,4 1-27 15,0 0-29-15,-4-4-44 0,4 4-47 0,0 0-61 16,-2-2-84-16,2 2-79 0,0 0-151 0,0 0-282 16,6-8 125-16</inkml:trace>
  <inkml:trace contextRef="#ctx0" brushRef="#br0" timeOffset="58312.33">12216 5503 104 0,'-12'7'143'0,"2"1"-19"0,-4 4-12 0,1 3-10 16,-5 7-11-16,3 3-7 0,1 7-11 15,2-3-5-15,-6 16-7 0,8 0-2 0,-3 3-8 16,4-4-2-16,4 2-5 0,1 0 9 0,6-12 7 31,2 3 7-31,5 10 2 0,3-13-3 0,1-2-3 0,7 10 3 0,1-12 3 16,2-3-2-16,3-3-6 0,4 1 7 0,2-6-3 15,15 5 0-15,2-6 0 0,-12-7 1 0,14-1 7 16,0-2 5-16,0-4 6 0,-10-7 2 0,9-1-3 16,1-4 1-16,-13 1 4 0,15-7 8 0,-3-3 0 0,-14 2 13 15,11-6 3-15,-14 3 12 0,0-1 10 0,-5-4-10 16,-1-3 2-16,0-3-5 0,-1-9-4 0,-7 6-9 15,0-11-9-15,-8-2-10 0,-3 0-16 0,-7-5 1 0,-4-1-16 16,-6 2-5-16,-7-2-1 0,-4 1-7 0,-6 3-6 16,-4 6-5-16,-5 5-4 0,-6 2-19 0,-5 7-23 15,-10 4-25-15,-4 12-10 0,-32-1-13 0,-1 10-23 16,-1 7-20-16,4 7-20 0,26 3-27 0,-27 7-46 16,31 0-58-16,5 3-341 0,4-2-646 0,19-5 286 15</inkml:trace>
  <inkml:trace contextRef="#ctx0" brushRef="#br0" timeOffset="60463.94">14265 6048 295 0,'0'-5'282'0,"0"5"-12"0,0-5-23 16,0 5-27-16,1-2-22 0,-1 2-28 0,3-4-19 15,-3 4-27-15,0 0-22 0,0 0-13 0,0 0-10 0,0 13-3 16,-3-9-12-16,2 7-8 0,-1 0-4 15,-4 5-8 1,-1 3-3-16,3 0-5 0,-7 4-1 0,0 0-1 16,-1 4-2-16,0-4-7 0,-1 2 1 0,7-7-4 15,-3-2-2-15,0-1-2 0,1-6-2 0,3 2-1 0,1-2 2 16,2-5-1-16,-2 1 2 0,0-2 28 0,4 2 39 16,-3-4 28-16,3-1 52 0,0 0 3 15,0 0-28-15,0 0-5 0,0-16-24 0,3 6-13 16,1-2 11-16,0-3-25 0,4-3-13 0,-2 1-10 0,3-3-8 0,-2 2-1 15,4 1-4-15,-4 2-14 0,-2 5 9 0,1 1-9 16,-1 3-7-16,-3 0-9 0,1 1-3 0,-1 0-23 16,0 2-31-16,-2 3-12 0,8 0 3 0,0 3 4 15,-4 2-2-15,5 4 0 0,1 5-4 0,0-2 7 16,2 4-4-16,-1 0-4 0,1 0-8 0,-3 0-14 16,1 3-25-16,2 6-15 0,-3-7-31 0,-1-1-30 0,0-2-32 0,-1-3-37 15,-3 1-261-15,-1-4-544 0,1-2 242 0</inkml:trace>
  <inkml:trace contextRef="#ctx0" brushRef="#br0" timeOffset="60633.59">14067 6161 60 0,'-5'-1'244'16,"0"0"-16"-16,5 1-4 0,-8-2-6 0,8 2-9 15,-5 0-24-15,5 0-19 0,0 0-15 0,0 0-16 16,19-7-14-16,8 2-15 0,9 1-9 0,2 1-44 16,12-5-43-16,5 3-57 0,0-4-74 0,-17 6-220 0,1-4-367 0,0-3 163 15</inkml:trace>
  <inkml:trace contextRef="#ctx0" brushRef="#br0" timeOffset="60980.7">14625 5827 12 0,'0'-6'325'0,"2"3"-29"0,0-2-28 0,2 1-26 16,1-1-28-16,2 2-24 0,3-2-19 0,1 5-19 0,2 0-16 0,0 1-13 15,6 5-14-15,-9 0-11 0,6 1-12 0,-1 4-5 16,-6-1-8-16,1 1-10 0,-1 3-5 0,-2 2-7 16,-2-1-3-16,-4 2-6 0,2 0 1 0,-3 0-8 15,-3 0-3-15,3 0-3 0,-3-4-3 0,2-2 0 16,0-2-5-16,0 1-3 0,1-3 0 0,-3 1-3 16,3-2-1-1,0-2 5-15,3 0-3 0,0 1 0 0,4-1-1 0,6 1 1 16,7-4-9-16,-1 4-44 0,11-5-47 0,2 0-68 15,2-3-67-15,-2-1-233 0,0-1-490 0,2 2 216 16</inkml:trace>
  <inkml:trace contextRef="#ctx0" brushRef="#br0" timeOffset="61366.28">13850 6628 90 0,'-12'1'204'0,"7"2"-8"0,-4-3-7 0,4 0-10 16,5 0-7-16,-7 1-12 0,3 0-11 0,4-1-9 15,0 0-6-15,-7 2-12 0,7-2-12 0,-5 2-13 16,5-2-7-16,0 0-8 0,0 0-6 0,0 0-2 15,0 0-1-15,0 0-2 16,18 0 1-16,1-2-5 0,13-2-4 0,4 0 14 16,19-2-8-16,2 0-2 0,11-1-2 0,25-2 1 15,-2-1 1-15,1 2-2 0,1-3 3 0,1 4 5 16,2-2-6-16,-6 3 7 0,-27 0-7 0,-2 0-8 16,-2 1-3-16,-8 0-8 0,-16 3-4 0,-1-1-4 15,-4 1 2-15,-11 2-8 0,-1-3-6 0,-4 3-5 16,-3 0-12-16,-2 0-17 0,-4 0-30 0,-1 0-26 0,-4 0-8 0,0 0-5 15,0 0-23-15,-14 9-43 0,-3-3-69 16,-9 0-82-16,-3 1-180 0,-2 1-511 0,-1-2 226 0</inkml:trace>
  <inkml:trace contextRef="#ctx0" brushRef="#br0" timeOffset="61707.23">14364 6849 139 0,'0'0'435'0,"0"0"-43"0,0 0-46 0,0 0-34 0,0 0-36 16,0 0-28-16,-6 1-45 0,6-1-25 0,0 0-47 15,-3 5-33-15,0 1-10 0,3 5-12 0,-1 5-4 16,-2 2-8-16,-3 7 8 0,5 1-21 0,-2 1-5 15,-1 2-6-15,-2 1-5 0,-2 1-4 0,3 1 1 16,0-4-5-16,1-3-5 0,-1-5-1 0,1 1 1 16,3-3 3-16,-3-4-12 0,4-1 4 0,-3-2-4 0,2-2-2 0,1-4 3 15,-1 3 9-15,1-4-11 0,-3 0 6 0,3 0 0 16,0-4-2-16,0 6 7 0,0-6 2 0,0 4 6 16,0-4-3-16,0 0-5 0,0 4-2 0,0-4-9 15,0 0-16-15,0 0-50 16,0 0-65-16,0 0-66 0,4-13-70 0,-4 7-276 15,4-4-574-15,0 0 253 0</inkml:trace>
  <inkml:trace contextRef="#ctx0" brushRef="#br0" timeOffset="62152.42">14680 6888 365 0,'0'0'341'15,"6"-3"-38"1,-6 3-33-16,3-1-28 0,-3 1-31 0,0 0-20 0,0 0-18 16,9 4-23-16,-2-2-16 0,-1 9-18 0,-1-2-13 15,0 1-13-15,3 6-8 0,-4 1-12 0,2 0-7 16,-3 8-4-16,-2 0-5 0,-2-6-8 0,-2 7-7 16,-2-8-4-16,1 2-5 0,-1-3 1 0,0-1-5 15,0 1-4-15,-4-3-2 0,4-2-3 0,1-2 0 16,-1 0-3-16,1-5 0 0,0 1 0 0,2-1 0 15,0 0 1-15,1-3 9 0,-2 3 28 0,3-5 24 16,0 5-4-16,0-5 10 0,0 0 0 0,4 3-10 16,-4-3-4-16,17-4-6 0,1 1-11 0,0-1 3 15,10 0-13-15,3-1-8 0,-1 0-5 0,1 1-4 16,4 0 0-16,0 2-1 0,1-3-3 0,-3 5-5 0,3-2-1 0,-1 1 0 16,-3 1-6-16,-2 0 4 0,-2 1-9 0,-6 1 1 15,-9-2-3-15,-2 4-7 0,1-4-4 0,-4 0 19 16,-1 1-19-16,-1-2 3 0,0 2-7 0,-6-1 14 15,7 0 2-15,-7 0-5 0,7 0 3 0,-7 0-9 16,0 0 0-16,0 0-4 0,7-5-31 0,-7 5-58 16,-1-5-42-16,1 5-57 15,-5-6-49-15,5 0-75 0,0-1-208 0,2-3-576 16,1-1 255-16</inkml:trace>
  <inkml:trace contextRef="#ctx0" brushRef="#br0" timeOffset="62484.53">16076 6520 265 0,'0'0'398'0,"0"0"-31"16,0 0-31-16,-5 1-28 0,5-1-44 0,0 0-29 15,0 0-52-15,13-9-51 0,-2 4-41 0,7 1-59 0,-1 0-60 16,3 1-73-16,8-2-77 0,-9 0-206 16,1 2-416-16,0-2 184 0</inkml:trace>
  <inkml:trace contextRef="#ctx0" brushRef="#br0" timeOffset="62654.05">16081 6643 59 0,'-4'2'240'0,"-1"2"7"15,3-3 12 1,-2 2-6-16,4-3-12 0,-3 1-17 0,3-1-22 0,0 0-7 0,21-1-30 16,-3-2-30-16,10-1-44 0,1-1-62 15,2 0-69-15,3-2-79 0,-1 0-245 0,-1-3-394 16,3 0 174-16</inkml:trace>
  <inkml:trace contextRef="#ctx0" brushRef="#br0" timeOffset="63324.18">17268 6297 165 0,'0'0'189'0,"1"-7"2"0,-1 2 2 0,2 1 3 0,0 0 2 16,-2-2 4-16,2 1-5 0,0 0 8 0,-2-1 4 16,1 0 5-16,3 3 0 0,-4-5-11 15,2 4 12-15,-2-1 4 0,2 0 0 0,-2 1-7 0,0 4-23 16,4-5-6-16,-4 5-23 0,2-5-17 0,-2 3-18 15,0 2-16-15,0 0-25 0,0 0-20 0,0 0-34 16,0 0-28-16,0 0-11 0,0 0-10 0,2 12 15 0,-2-3-8 16,0 5 6-16,0 2-3 0,2 0 2 0,-2 1-1 0,1 2 15 15,2-1-9-15,0 2-1 0,-1-3-1 16,-1-1-27-16,3 1-21 0,0-2-24 0,-2-1-24 16,2 0-5-16,0-2-32 0,-4 0-38 0,3-2-42 15,-2 0-49-15,-1-2-284 0,0-2-594 0,-1-3 263 0</inkml:trace>
  <inkml:trace contextRef="#ctx0" brushRef="#br0" timeOffset="63624.1">17080 6684 209 0,'-6'2'259'0,"2"-1"-17"0,-2 0-11 0,6-1-5 16,-7 3 9-16,3-2-8 0,4-1-15 0,0 0-11 16,0 0-21-16,0 0-16 0,23-3-14 0,8 1-17 15,5-3-11-15,21-1-13 0,5 2-5 0,28-5-19 16,-26 1-7-16,28 1-12 0,-28-1-3 0,28 0-3 0,-28 2-9 16,-4-1-5-16,5-2 3 0,-5 2-15 0,-6 3-3 0,-17 0-3 15,-1 2 1-15,-7-2-1 0,-12 2-3 0,-3 0-8 16,-3 0-9-16,0 2-16 0,-5-1-29 15,-1 0-16-15,-5 1-25 0,0 0-30 0,0 0-19 16,0 0-36-16,-24 2-41 0,5-2-61 0,0 0-179 16,-2 4-480-16,3-3 213 15</inkml:trace>
  <inkml:trace contextRef="#ctx0" brushRef="#br0" timeOffset="64040.93">17474 7172 143 0,'0'0'372'16,"0"0"0"-16,0 0-17 15,0 0 2-15,0 0-17 0,-8-6-23 16,8 6-25-16,0 0-30 0,0 0-26 0,0 0-24 16,0 0-28-16,0 0-22 0,0 0-18 0,0 0-26 0,0 0-32 15,0 0-40-15,0 0-20 0,-6 8-9 0,6 0-2 16,-1 0-3-16,-5 9-2 0,3 0-1 0,-1 3-4 16,-2-2 2-16,2 2 10 0,1-2 3 15,-1 6-14-15,0-5-4 0,2-1 0 0,2 2 1 0,-3-5 2 0,3-3-2 16,0 0 3-16,1 0-5 0,-2-3 4 0,1-1 1 15,0-3 1-15,-1 2 14 0,2-3-10 0,-2-1-1 16,1 1 1-16,1-1 5 0,-1-3-2 0,0 6 3 16,0-6-4-16,0 0 14 0,0 3-13 0,0-3-51 0,0 0-60 0,0 0-59 0,0 0-69 31,0-18-68-31,3 8-295 0,-1 0-637 0,3-8 281 0</inkml:trace>
  <inkml:trace contextRef="#ctx0" brushRef="#br0" timeOffset="64306.05">17678 6984 2795 0,'5'-2'261'0,"-1"-1"-75"0,-1 2-58 0,-1-2-10 16,-2 3-22-16,5-1-28 0,-5 1-14 0,3-3-21 0,-3 3-2 16,0 0-11-16,12 3-4 0,-5 0-2 0,-2 2-2 0,4 1-1 15,-1 2 0-15,2 2-2 0,-1 2-3 0,-4 4 3 16,5 1 2-16,-6 1-4 0,0-1-5 0,0 9 1 15,-3-9 3-15,2 3-1 0,-3-4-2 0,-3-3 8 16,3-2-10-16,0 1-1 0,0-3-5 0,0-2 5 16,-1-3 9-16,1 2 0 0,0-1 8 0,0-1 13 15,0-4 32-15,1 3 18 0,-1-3 0 0,9 0-13 16,5-6-8-16,5-3-51 0,10 2-46 0,1-8-57 0,3 2-68 16,3-2-100-16,10-10-368 0,3 0-683 0,-5-4 301 15</inkml:trace>
  <inkml:trace contextRef="#ctx0" brushRef="#br0" timeOffset="64625.71">18639 6555 177 0,'0'0'355'15,"0"0"-13"-15,-5 3-22 0,5-3-10 0,0 0-10 16,0 0-21-16,0 0-28 0,0 0-8 0,0 0-38 15,0 0-30-15,0 0-30 0,36-4-48 0,-5 1-56 16,2-2-63-16,5 2-87 0,17-4-105 0,-18 0-269 16,0-1-522-16,-2-4 230 15</inkml:trace>
  <inkml:trace contextRef="#ctx0" brushRef="#br0" timeOffset="65126.6">19849 6086 181 0,'2'-10'318'0,"0"-3"6"0,-1 3-24 0,2 2-10 15,-2-1-16-15,1 4-10 0,-1-2-25 0,0 4-25 0,0-2-20 16,-1 1-25-16,0 4-22 0,0 0-32 0,2-5-28 0,-2 5-24 16,0 0-10-16,0 0-8 0,7 17 0 0,-7-8-8 15,2 8-3-15,-1 3 0 0,-1 6-7 0,0 3 0 0,1-2-25 16,-2 2-31-16,1-3-19 0,-1 1-17 15,-1 2-27-15,0-2-20 0,-3-2-35 0,2-4-32 16,1-4-35-16,-2 0-220 0,1-5-468 0,-2-2 208 16</inkml:trace>
  <inkml:trace contextRef="#ctx0" brushRef="#br0" timeOffset="65442.5">19587 6588 81 0,'-5'2'301'0,"0"1"-19"0,1-1-3 0,4-2-11 16,-6 4-18-16,6-4-12 0,0 0-20 0,0 0-20 16,0 0-23-16,38-9-20 0,-3 4-16 0,17-2-11 15,8 1-18-15,4-2-11 0,29-1-12 0,-2 0-5 16,-27 5-9-16,2-2-8 15,1 2-3-15,-2-4-4 0,-5 4-11 0,-5-1 1 16,-14 1 0-16,-7 1-5 0,-13 2 3 0,-1-2 3 16,-6 3 8-16,-2-1 4 0,-2-2-2 0,-2 3 6 15,-2-1-2-15,-1 1-4 0,-5 0-15 0,9 0-15 16,-9 0-24-16,4-3-47 0,-4 3-43 0,0 0-50 16,0 0-60-16,-32 2-72 0,19-4-292 0,-1 2-603 15,5-2 267-15</inkml:trace>
  <inkml:trace contextRef="#ctx0" brushRef="#br0" timeOffset="68164.28">19755 7077 213 0,'-4'-3'341'0,"4"3"-14"0,0 0-22 0,-3-3-23 16,3 3-28-16,0 0-19 0,0 0-29 0,-2-2-21 15,2 2-21-15,9-3-15 0,-9 3-17 0,13-1-16 16,-2 1-13-16,-1 0-10 0,4 0-12 0,0 3-6 16,-1 0-8-16,1 0-7 0,2 2 5 0,-4 0-30 15,-1 2-12-15,1 2-6 0,-3 2-9 0,-2-1-8 16,0 7 4-16,-4 0-3 16,-6 9 0-16,-1-6-4 0,-2 3 5 15,-8 3-3-15,-3 1 0 0,0-1 0 0,-3-1-1 16,1-1 5-16,0-5-3 0,0 0-4 0,4-6 6 15,2-1 0-15,3-3-2 0,-1-4 0 0,6 1-1 0,1 0 3 16,-1-2-1-16,0 0 5 0,4-3 2 0,-2 3 4 16,3-4 3-16,13 2-5 0,0-2-1 15,9-1 5-15,8-1-11 0,6-2-32 0,0-4-39 0,3 2-61 0,-3 0-79 16,1 0-109-16,-2-5-162 0,-2 1-516 0,-4-2 228 16</inkml:trace>
  <inkml:trace contextRef="#ctx0" brushRef="#br0" timeOffset="68494.14">20170 6979 47 0,'4'-5'419'0,"-4"5"-41"0,0 0-26 0,0-4-34 0,0 4-27 0,0 0-35 16,1-5-28-16,-1 5-28 0,5 0-13 0,-5 0-29 16,0 0-13-16,13 5-16 0,-5-3-25 0,-2 4-5 15,0-2-12-15,1 5-9 0,-3 0-9 0,1 4-8 16,0 2-10-16,-4-1-8 0,0 3 1 0,-2 2 4 16,0-1-11-16,-4 1 0 0,1-5-3 0,-1 3-4 15,4-7-4-15,-3 2-4 0,1-3-5 0,2-2 2 0,0-1-5 0,1-1 3 16,2 2 3-16,2-5-1 0,8 0 3 0,5-2-1 15,18-4-41-15,15-8-53 0,2 3-74 0,4-6-114 16,-3-2-344-16,4-5-654 0,-2-2 289 0</inkml:trace>
  <inkml:trace contextRef="#ctx0" brushRef="#br0" timeOffset="71298.75">21229 6505 69 0,'-5'2'171'0,"5"-2"-5"0,0 0-3 15,0 0-9-15,0 0-1 0,0 0-6 0,0 0-1 0,-4 2-9 16,4-2-9-16,0 0 1 0,0 0-9 0,-9 2-7 16,9-2-1-16,0 0-7 0,0 0-4 0,0 0-5 0,0 0-7 15,0 0 4-15,0 0-2 0,0 0 3 16,0 0-19-16,0 0-5 0,0 0-5 0,17-7-9 15,-3 3-6-15,7 2 0 0,12-5-8 0,1-1-3 16,5 1-6-16,16-5-4 16,1 2 15-16,0 1-1 0,-1-1-6 0,-3 3-8 15,-16 0-18-15,0 2-26 0,0 0-28 0,-9 0-34 16,-6 2-27-16,-3 1-62 0,-6 0-41 0,-5 0-233 16,-3 1-477-16,-4 1 212 0</inkml:trace>
  <inkml:trace contextRef="#ctx0" brushRef="#br0" timeOffset="71537.03">21504 6357 96 0,'-1'-7'348'16,"0"-1"5"-16,-2 2-14 0,3-1 5 0,-1 2-24 15,1 0-15-15,-3 1-22 16,3 0-26-16,0 4-33 0,-1-7-23 15,2 5-19-15,-1 2-26 0,0 0-38 0,-2-4-50 0,2 4-24 16,0 0 0-16,-3 12-7 0,3-2-6 0,-4 6 0 16,3 1-5-16,-2 4 2 0,1 5 3 0,-2 2-15 15,3-4-32-15,-2 6-28 0,3-4-25 0,4 2-36 16,-4-3-41-16,5-3-45 0,-4-3-57 16,3-6-263-16,0-2-553 0,1-4 245 0</inkml:trace>
  <inkml:trace contextRef="#ctx0" brushRef="#br0" timeOffset="71792.8">22259 5964 292 0,'4'-3'375'0,"-2"0"-43"0,1 0-25 0,-3-3-48 16,0 6-34-16,0 0-28 0,0 0-19 0,0 0-19 16,0 0-15-16,5 19-16 0,-5-7-13 0,-2 6-8 0,2 8-11 0,0 3-10 15,-2 0-4-15,4 3-30 0,-4 1-27 16,6-3-36-16,-4 0-37 0,4 1-50 16,-4-1-59-16,0-1-79 0,0-5-200 0,0-7-470 0,0-5 208 0</inkml:trace>
  <inkml:trace contextRef="#ctx0" brushRef="#br0" timeOffset="72053.78">22094 6505 329 0,'-5'3'405'16,"-1"0"-23"-16,2-2-25 0,4-1-36 0,-5 3-29 15,5-3-29-15,0 0-31 0,0 0-26 0,33-11-19 16,-2 5-22-16,4-2-11 0,19-4-18 0,6 1-9 16,3 1-23-16,28-7-4 0,-29 7-13 0,4 1-1 15,-3 1-19-15,-6-2-37 0,0 2-13 0,-20 4-35 16,-2-3-21-16,-6 5-21 0,-10-1-26 0,-1 0-33 16,-6 3-47-16,-6-1-31 0,-1 3-27 0,-5-2-59 0,0 0-194 0,0 0-515 15,-31 5 229-15</inkml:trace>
  <inkml:trace contextRef="#ctx0" brushRef="#br0" timeOffset="72555.35">22382 6721 167 0,'-1'2'330'15,"-2"0"-36"-15,3-2-27 0,-1 5-29 0,1-5-22 16,0 0-25-16,8 4-22 0,-1-4-12 0,0 1-22 0,4 4-12 16,0 0-13-16,1-1-10 0,0 1-12 0,0 0-9 15,-4 2-8-15,1 1-20 0,-3-3-13 0,-1 2-5 16,1 1-18-16,-6 2-2 0,-2 3 0 15,-5 2-1-15,-5 2 3 0,1-5-5 0,-7 10-6 0,2-8 3 0,0-4 1 16,2 5-4-16,-3-1 1 0,3-2 0 0,0-3 0 16,5-1-2-16,0-1 1 0,-1-1-2 0,5-2-3 15,1 1-1-15,0 2 0 0,4-2-3 0,0 0 9 16,4-1-4-16,1 1-3 0,3 0 0 0,2 0 2 0,0 0 2 16,8 4-1-16,-3-3 3 0,1 3-6 0,-3-5 2 15,-1 2 5 1,0 2-7-16,-2-1 2 0,-1 0-1 0,-1 0-3 15,-2 2 3-15,-1 1 8 0,-1 0 7 0,-3-1-2 16,-3 3 8-16,-3-1-2 0,-3-2 1 0,-6 4-1 16,0-2-2-16,-5 3 0 0,-3-3-4 0,4-2-2 15,-2-4-8-15,0 3-11 0,1-4-21 0,0 0-22 16,1 0-36-16,-3 0-36 0,4-6-47 0,2 0-62 0,2-2-166 16,1 0-433-16,5-3 192 0</inkml:trace>
  <inkml:trace contextRef="#ctx0" brushRef="#br0" timeOffset="72855.97">22773 6682 140 0,'4'-3'338'0,"2"0"-37"0,-1 1-27 0,-1-1-31 15,3 2-23-15,-1-2-19 0,0 3-26 0,-6 0-18 16,16 4-11-16,-7-3-7 0,-1 6-12 0,3 0-4 16,-2 1-16-16,-3 2-5 0,2 1-4 0,-3 2-9 0,-3-1-12 0,-3 8-1 15,0-2-10-15,-3-1-5 0,-1 0-5 0,-3 3-4 16,3-6-8-16,0 1-2 0,0-3-2 0,1-2-7 16,-1-4 4-16,4 0-12 0,1-2 0 0,-1 0-2 15,-1 0 0-15,2-4 3 0,9 5-3 0,1-5 1 16,9-5-4-16,12 0-23 0,4-5-35 0,-1 2-58 15,16-6-81 1,0-3-90-16,-16 2-262 0,16-2-573 0,-4-4 254 16</inkml:trace>
  <inkml:trace contextRef="#ctx0" brushRef="#br0" timeOffset="73857.92">23633 6436 93 0,'-9'0'226'0,"9"0"-5"0,0 0-9 0,0 0-13 16,0 0-13-16,0 0-9 0,0 0-13 0,0 0-12 0,0 0-12 15,-8-1-7-15,8 1-8 0,0 0-11 0,0 0-2 16,0 0-13-16,0 0-5 0,0 0-4 0,0 0-8 15,0 0-2-15,0 0-9 0,0 0 3 0,0 0 7 16,0 0-17-16,0 0 0 0,0 0-8 0,0 0 2 16,0 0-7-16,0 0-3 0,0 0-5 0,0 0-5 15,0 0 0-15,0 0 0 16,0 0-3-16,0 0-10 0,0 0 1 0,0 0 1 16,0 0-4-16,0 0 4 0,0 0 3 0,0 0 6 15,0 0 6-15,0 0-12 0,0 0-5 0,0 0-7 16,0 0 3-16,19-2 0 0,-7 1-3 0,1 0-2 15,6-2-5-15,1 2 11 0,10-1-17 0,-2-1 6 16,1 1-6-16,-3-2 11 0,2 2-13 0,-6 1 3 16,-2-1 2-16,1-1-4 0,-2 1 1 0,-1 2 0 0,-8-1-7 0,1 0 4 15,-2 0 5-15,-4 1-8 0,2-2 1 0,-1 1 2 16,-6 1-2-16,7 0 5 0,-7 0-6 0,0 0 2 16,8 0 5-16,-8 0-5 0,0 0-4 0,8-1-18 0,-8 1-19 15,0 0-28-15,0 0-22 0,0 0-40 0,0 0-41 16,5 1-35-16,-5-1-31 0,0 0-263 15,0 0-542 1,9-3 241-16</inkml:trace>
  <inkml:trace contextRef="#ctx0" brushRef="#br0" timeOffset="74020.57">24631 6384 105 0,'0'0'164'0,"8"-5"-44"15,-3 3-39-15,2 0-43 0,7-3-83 0,-1 2-33 16,6-2-83-16,2 0 37 0</inkml:trace>
  <inkml:trace contextRef="#ctx0" brushRef="#br0" timeOffset="74199.89">25344 6367 61 0,'0'0'336'15,"10"-4"-32"-15,-6 1-29 16,2 0-35-16,3-1-18 0,0 0-23 0,8 0-26 16,0 0-43-16,2-1-43 0,10 1-53 0,2 0-65 0,3 0-62 0,2 0-79 15,-3 0-123-15,8-1-318 0,-4-2 141 0</inkml:trace>
  <inkml:trace contextRef="#ctx0" brushRef="#br0" timeOffset="74343.6">26200 6338 127 0,'4'3'303'16,"1"-3"-20"-16,-5 0-14 0,10-3-5 0,-5 3-18 16,-5 0-18-16,13-2-30 0,-3-2-16 0,-1 1-19 0,4 0-28 15,9-2-47-15,0 3-47 0,7-1-65 0,4 1-69 16,4-2-85-16,-1-2-194 0,15 0-403 0,-11 1 178 15</inkml:trace>
  <inkml:trace contextRef="#ctx0" brushRef="#br0" timeOffset="74491.09">27170 6320 258 0,'5'0'326'15,"-1"1"-21"-15,-4-1-7 0,9 0-12 0,-9 0-18 0,8-2-17 16,-1 0-39-16,2 0-20 0,4-1-33 0,0 1-42 0,7-4-56 15,8 4-59-15,0-3-58 0,-1 0-70 0,5 0-74 16,-3-1-193-16,1 0-424 0,-1-1 187 0</inkml:trace>
  <inkml:trace contextRef="#ctx0" brushRef="#br0" timeOffset="81453.89">4352 9658 242 0,'-1'-2'266'0,"1"2"1"0,-4-5 13 0,1 3-12 0,3 2-1 16,-1-6 3-16,1 6-24 0,-1-4-18 15,1 4-26-15,0 0-23 0,2-6-20 0,1 4-9 16,2-4-28-16,5 3-8 0,3 2-11 0,6-1-20 15,9-2-18-15,1 4-21 16,2 1-7-16,2 4-6 0,-1-2-11 0,1 6-6 16,-1-1-5-16,-1 4-1 0,-3 0-8 0,-1 0-9 15,1 3-4-15,-6 2-5 0,-3 2-5 0,-6-3-4 16,-3 9-6-16,-2-3 0 0,-7 4 4 0,-2 1-1 16,-7 5 0-16,-3-2 4 0,-5 0 4 0,0-1 2 15,-5-2 4-15,2-2-3 0,-4-2 3 0,1-1 3 16,-1 2 0-16,0-7 1 0,2-2 2 0,4-3 0 0,-1-3 1 0,5-4 4 15,2 3 10-15,2-3 19 0,1-1 19 0,3-1 36 16,1 0 20-16,-2-2 37 0,2 0 24 0,4-1-17 16,-2-8-26-16,5 1-21 0,6-4-11 0,4-2-10 15,5-7-3-15,1-8-9 16,5 3-25-16,1-1 2 0,1-3-6 0,6-6-13 0,-5 9-5 0,9-9-7 0,-12 10 0 16,2 3 0-16,-4 0 0 0,-1 3-6 0,-5 5 0 15,-5 1 2-15,-1 6 15 0,-2-1 2 0,-2 3-5 0,-1 0 2 16,-1 0-4-16,-1 1-18 0,1 2-12 0,-3 1-14 15,-1 1-5-15,0 0-6 0,0 0 8 0,-8 12 0 16,-1-6 4-16,-3 9 0 0,0 1 0 0,-4 4 5 16,7-1-5-16,-4 4 2 0,0 2 11 0,4 0-3 15,4 1 6 1,4-8 2-16,2 8-8 0,3-7-2 0,5 3-5 0,1-5-3 16,12 2-20-16,1-2-37 0,6-5-50 15,8-2-62-15,18 0-93 0,-15-4-290 0,13-8-628 16,1 2 278-16</inkml:trace>
  <inkml:trace contextRef="#ctx0" brushRef="#br0" timeOffset="81892.75">5641 9945 189 0,'-6'4'194'0,"-2"-3"-9"0,8-1-19 0,-9 1-17 15,4-1-12-15,5 0-5 0,-4 2 7 0,4-2-20 16,0 0-2-16,0 0-3 0,0 0-5 0,0 0-7 16,18 3-11-16,-5-3-7 0,5 0-8 0,5-5-9 0,7 3-4 0,1-2-7 15,2 0-6-15,-1 2-5 0,5-1-1 0,-2 0-14 16,-2-2-4-16,0-1 1 0,-1 3-6 0,-5-1-22 15,-8 1-23-15,-1 2-23 0,-5 0-14 0,-3 1-21 16,-5-3-47-16,-1 2-65 0,-4 1-139 0,0 0-360 16,-9-8 160-16</inkml:trace>
  <inkml:trace contextRef="#ctx0" brushRef="#br0" timeOffset="82092.77">5778 9791 233 0,'-1'-4'353'0,"-1"0"15"0,1-1-23 0,-1 1-16 16,2 4-29-16,0-3-18 0,0 3-39 0,0 0-30 0,-3-4-23 15,3 4-36-15,0 0-14 0,0 0-26 0,0 0-15 0,-5 10-15 16,5-1-9-16,-3 3-11 0,3 3-5 0,0 2-7 16,0 7-4-16,-4 3-5 0,4 3-3 0,-1-2-26 15,6 1-31-15,-2 0-33 0,1-3-32 0,-2-1-48 16,0 1-49-16,3-7-74 0,-4-2-270 0,0-7-564 15,1 0 250-15</inkml:trace>
  <inkml:trace contextRef="#ctx0" brushRef="#br0" timeOffset="82824.75">6435 9767 195 0,'0'-5'272'0,"0"5"-18"16,0-7-19-16,1 5-20 0,-1-3-22 0,3 1-17 16,3 0-21-16,-3 0-15 0,4 3-13 0,2-6-17 0,0 5-9 15,1 2-8-15,3 2-11 0,0-2-11 0,1 3-7 16,-1 1-5-16,4 1-8 0,-5 2-5 0,3 3-8 16,-4 2-6-16,2 0-4 0,-5-1 0 0,-1 7-6 15,-5-1-2-15,0 0-1 0,-2 10-2 0,-3-3 0 16,-2 3-4-1,-6 2 1-15,0-4-1 0,-2-1 2 0,2-2-8 16,-2-1 4-16,3-4-4 0,-2-3 2 0,2 1-3 0,1-8 1 16,3 3 1-16,1-6 2 0,-2 3 9 0,5-4 14 15,-2 0 19-15,0 1 29 0,0-1 39 0,4-3 45 16,-1 2 16-16,1-2-23 0,0 0-17 0,2-12-22 16,2 2-7-16,5-4-15 0,2 0-11 0,0-3-8 15,7-5-12-15,2-3-5 0,-1 0-1 0,1 0-11 16,0 0-4-16,0 4-10 0,-1 6 0 0,-6 2-7 0,-1 4-3 15,-6 0-3-15,3 2-6 0,-4 2-5 0,-1 2-9 0,3-1-16 16,-5 1-23-16,2 1-22 0,-4 2-5 0,8 0-4 16,-8 0-2-16,6 8 4 0,-1-3 5 0,-1 4 3 15,0 0 16-15,1 6-6 0,3 1 5 0,-2 3-6 16,0-3-16-16,2 0-22 0,-3 0-24 0,3 0-32 16,-2-2-25-16,-1-3-48 15,2-2-62-15,-3-4-244 0,1-1-565 16,0-1 250-16</inkml:trace>
  <inkml:trace contextRef="#ctx0" brushRef="#br0" timeOffset="83256.75">6814 9472 106 0,'0'-5'355'0,"3"-1"-9"0,-2-1-22 15,0 3-14-15,0-1-22 0,-1 0-35 16,0 5-17-16,3-3-32 0,0 1-17 0,-3 2-28 16,7-2-19-16,-7 2-11 0,0 0-14 0,16 5-14 0,-11 0-14 0,1 0-20 15,-1 1-9-15,0 4-9 0,3-2-6 0,-5 4-4 16,0 0-3-16,1 3-5 0,-4 1-7 0,-1 1 0 16,1 0-3-16,-4 0-1 0,0-1-1 0,3 0-4 15,-4-4-3-15,5-1 2 0,-3-1-4 0,2 0 1 16,-1-5 1-16,2 2-2 0,0-1 11 0,0-1-16 15,0 1-3-15,2-1 3 16,2 0 3-16,2-3 5 0,5 3 0 0,1-2-3 16,9-1 0-16,-1 0-2 0,10-1 0 0,-2 1 1 15,0-5-2-15,-8 3-1 0,2-1 5 0,0 1-6 16,-3 0 8-16,0-3 14 0,-6 3 0 0,2-1 14 16,-6 1 16-16,0-2 19 0,-4 2 15 0,3 0 19 15,-8 0 5-15,9-2 3 0,-5 2 6 0,-4 0-5 16,0 0-2-16,8 0-10 0,-8 0-14 0,0 0-10 0,7-3-17 0,-7 3-32 15,0 0-42-15,0 0-46 0,0 0-58 0,0 0-44 16,0 0-46-16,6 3-58 0,-6-3-46 16,0 0-83-16,0 0-266 0,6 0-709 0,-6 0 314 0</inkml:trace>
  <inkml:trace contextRef="#ctx0" brushRef="#br0" timeOffset="83758.06">7912 9835 56 0,'0'0'274'0,"-5"2"-9"16,5-2-4-16,0 0-3 0,0 0-15 0,0 0 0 16,0 0-17-16,0 0-4 0,0 0-24 0,0 0-15 15,0 0-15-15,0 0-20 0,0 0-11 0,0 0-9 16,21-2-19-16,-7 0-10 0,4 1-10 0,5-1-12 16,-1-2-2-16,6 0-12 0,0 2-7 0,-1 0-1 15,-5 1-11-15,6-1-3 0,-8 0-11 0,-3-1 2 16,-3 2 0-16,-1 0-2 0,-3-1-11 0,-2 2 7 0,-2-2-3 0,-2 2-5 15,-4 0-1-15,9-1-11 0,-9 1-13 0,0 0-11 16,0 0-31-16,0 0-27 0,0 0-40 0,0 0-39 16,-26 3-37-16,12-1-42 0,-2-1-284 0,3 1-560 15,0-2 248-15</inkml:trace>
  <inkml:trace contextRef="#ctx0" brushRef="#br0" timeOffset="84058.37">7899 10066 83 0,'-1'5'284'0,"1"-5"-23"16,4 3-12-16,3-3-17 0,5 0-18 0,6 0-19 0,2-2-15 15,12 2-14-15,3-6-14 0,-1 2-2 16,4 2-10-16,-1-2-9 0,1-2-12 0,1 3-6 15,-6 0-10-15,3 2-6 0,-8-2-9 0,-8 1-7 16,-7 0-5-16,0 1 6 0,1 1 5 0,-6-2 0 0,0 1-3 16,-2 1 3-16,-1-1-13 0,-5 1-22 0,9-3-16 0,-9 3-16 31,0 0-40-31,0 0-46 0,0 0-57 0,0 0-67 0,-32 3-79 0,18-3-241 0,0 0-551 0,4 0 244 16</inkml:trace>
  <inkml:trace contextRef="#ctx0" brushRef="#br0" timeOffset="85445.1">9618 9607 67 0,'1'-9'257'0,"-1"-3"-6"0,1 2-7 0,-1-2-10 0,-1 0-19 15,0 2-20-15,-2-1-17 0,-1 1-16 0,-1 2-17 16,0-1-13-16,-1 4-19 0,1-1-10 0,-3 1-13 15,-2 1-10-15,-2 2-10 0,-3 3-1 0,-3 2-19 16,0 3-4-16,-6 5-5 0,-2 4-1 0,2-1-8 0,0 5-8 0,0-1-4 16,3 3 0-16,2-1-3 0,-3 3 0 0,7-2-3 15,3-5-5-15,3 2 4 0,4-1-2 0,-3 1-6 16,4-2 2-16,1 0-4 0,3 1-3 16,3 0 0-16,0-5 4 0,1 2 4 0,1-6-3 0,0 1 2 15,3-3 6-15,-3 0 6 0,5-1 14 0,-1-3-2 16,5 1 6-16,-2-3 13 0,-1-3 16 0,3-1 6 0,-2-1 5 15,1-2 4-15,1-3-3 0,1 0 4 0,-1-4 3 16,0 2-5-16,0-1-1 0,-1-2-10 0,1-1 2 16,-5 2-6-16,5-2 3 0,-5 2-5 0,0-2 13 15,-1 6 6-15,-2 0 11 0,-2 4 1 0,-3 0-4 16,3 1-11-16,0-2-7 0,-3 5-11 0,3-3-2 0,-4 2-16 16,3 0-18-1,-3 3-24-15,3-6-16 0,-3 6-18 0,0 0-13 16,0 0 5-16,2 14-2 0,-2-9 12 0,-2 5 0 15,2 0 3-15,-1 2 4 0,1 4-6 0,-1 0 5 16,1 2 6-16,-1-2-1 0,1-1 6 0,1 0-2 16,-1-6 8-16,4 4-5 0,1-4 8 0,-2 0 7 15,3 0-1-15,-1-5 4 0,2 4 7 0,4-5 12 16,0 1-14-16,4-2 1 0,5-2-9 0,0-1-30 0,-1-2-39 0,3-4-39 16,-3 0-47-16,-1 1-67 0,1-3-87 0,-1-5-316 15,-4 3-675-15,-1-3 299 0</inkml:trace>
  <inkml:trace contextRef="#ctx0" brushRef="#br0" timeOffset="85845.31">10047 9755 268 0,'0'-3'341'0,"0"3"-17"0,0-7-19 0,0 7-28 15,0 0-23-15,-3-5-19 0,3 5-32 0,0 0-20 16,0 0-11-16,0 0-30 0,-2-3-20 0,2 3-27 16,0 0-13-16,0 0-8 0,-8 13-6 0,3-9-6 15,3 2-5-15,-2 3-7 0,-1 0-11 0,2-1 0 16,1 1-4-16,-1-1-5 0,3 0-6 0,0 1-5 0,0-2 0 15,4 1-7-15,-2-1 6 0,1 0 1 0,3-2-1 16,3 0 10-16,0-3-10 0,2-2-1 0,2 0 1 0,0 0-3 31,1-2 0-31,-3-2 2 0,0-1 2 0,0 2 14 16,-1-2 10-16,-3-2 5 0,1 0 0 0,-2 0-5 16,-2 1-4-16,0 0-15 0,-3-2-3 0,-1 3-9 0,0-2-11 15,-1 1-23-15,-3-1-21 0,-5 3-23 0,0 1-28 16,0-1-24-16,-6 1-24 0,-2 3-28 0,-2 0-32 15,0 3-37-15,-2 1-253 0,4-2-532 0,-1-1 235 16</inkml:trace>
  <inkml:trace contextRef="#ctx0" brushRef="#br0" timeOffset="86199.62">9380 10176 33 0,'-12'2'246'0,"2"2"-18"0,3-2-8 16,-1 0-12-16,3-2-21 0,-1 2-15 0,-1-1-8 15,7-1-1-15,-5 1-12 0,5-1-15 0,0 0-8 16,0 0-11-16,18-4-12 0,4 0-12 0,10 0-11 15,20-1-6-15,4-1-8 0,6 0-4 0,3-3-11 16,25-1-5-16,-27 3 3 0,1 2 6 0,2-2 4 0,2 2 7 0,-5-1-4 16,-7 2-6-16,-16 2-9 0,-6-1-2 0,-2 1-6 15,-10 2-1-15,-4-1-4 0,-4 1-7 0,-5-1 1 16,-2 1-6-16,0 0-6 0,-7 0-14 0,10-3-15 16,-10 3-13-16,4 3-14 0,-4-3-20 0,0 0-46 15,-22 11-46-15,9-9-45 0,-3 6-86 0,-5-3-146 16,5 1-462-16,-4-2 205 15</inkml:trace>
  <inkml:trace contextRef="#ctx0" brushRef="#br0" timeOffset="86531.68">9999 10309 143 0,'0'0'281'0,"-3"2"-28"0,3-2-25 0,0 0-24 16,8 5-19-16,-3-4-16 0,0 1-19 0,-1 1-18 15,2 1-11-15,2 1-13 0,-2 0-14 0,-2-1-8 16,1 5-8-16,-1 2-7 0,-1 1-4 0,-6-1-8 0,3 5-8 16,-3 0-1-16,-1 2-1 0,-2-1-8 0,-1 0-5 0,0-8-3 15,-2 1-4-15,4 1-1 0,0-3-5 0,0-3 0 16,1 1-3-16,0 0-1 0,3-2-3 0,0-1 6 31,1 2 6-31,0-5 9 0,5 6-1 0,4-6 4 16,9-1-6-16,10-4-4 0,2 2-5 0,6-4-21 0,0-3-38 15,15-1-58-15,0-2-69 0,-1-1-98 0,1-5-168 16,-4 1-461-16,-12 1 204 0</inkml:trace>
  <inkml:trace contextRef="#ctx0" brushRef="#br0" timeOffset="86863.01">10967 9941 225 0,'0'0'222'0,"-8"4"-10"0,8-4-7 15,0 0-11-15,-6 3-8 0,2-2-2 0,4-1-1 16,0 0-15-16,0 0-10 0,0 0-15 16,0 0-8-16,0 0-3 0,23 0-18 0,-1-5-5 0,7 2-13 15,2-1-14-15,6 1-7 0,4-4-4 0,14 2-9 0,0 0-6 16,-1-5-7-16,-15 7-5 0,1-4-16 0,-6 3-23 15,-6 0-22-15,-5-2-30 0,-6 5-35 0,-3-3-41 0,-4 2-62 16,-6 0-263-16,-4 0-484 0,0 2 214 0</inkml:trace>
  <inkml:trace contextRef="#ctx0" brushRef="#br0" timeOffset="87064.02">11174 9832 277 0,'0'0'381'0,"-1"-4"-17"0,1 4-36 0,0 0-34 0,0 0-34 16,0 0-37-1,0 0-32-15,0 0-16 0,0 0-22 0,-5 11-17 16,2 0-14-16,2 5-8 0,-2 8-14 0,1 7 9 16,0-1-58-16,-1 4-52 0,-1 12-58 0,-1-12-70 15,1 2-92-15,-4-2-257 0,2-5-519 0,0-9 230 16</inkml:trace>
  <inkml:trace contextRef="#ctx0" brushRef="#br0" timeOffset="89453.03">12663 9520 127 0,'0'0'195'0,"-7"0"2"0,7 0-9 15,0 0-10-15,0 0-11 0,-7 0-17 0,7 0-15 16,0 0-16-16,0 0-8 0,0 0-9 16,0 0-8-16,0 0-8 0,0 0-13 0,0 0 3 15,34-6-13-15,-6 0-6 0,6-1-5 0,5 2-2 0,14-3-9 16,1-3-2 0,-1 5-3-16,-2-1-6 0,-11 0-3 0,-2 3-13 15,-4-1-23-15,-4 0-20 0,-3 2-21 0,-11 1-28 16,-3 2-27-16,0-1-20 0,-9 1-31 0,-4 0-154 0,0 0-334 15,0 0 148-15</inkml:trace>
  <inkml:trace contextRef="#ctx0" brushRef="#br0" timeOffset="90007.52">12705 9573 231 0,'0'0'209'16,"-6"1"-16"-16,6-1-23 16,0 0-16-16,0 0-19 0,10 4-12 0,-4 0-16 15,3 1-9-15,0 1-6 0,6 6-7 0,-2 0-9 16,1 4-6-16,-5 0-6 0,4 0-7 0,-3 9-7 0,-3 1-6 16,-4 3-5-16,-1-2 0 0,-4 5-6 0,-4-1-3 15,1 0-4-15,-3 6 5 0,-6-4-8 0,0 13-3 16,-1-17 1-16,-2 3-6 0,1-4 0 0,0-3 0 15,0 2-4-15,-1-3 0 0,0-4-1 0,6-3 1 0,-2-3-5 16,2 0 1-16,-2 0 2 0,7-4-8 0,-1-2 2 16,1-1 0-16,2-2-1 0,-4 1 2 0,6-1-1 15,-1-2 3-15,-1 0-3 0,4 2 7 0,-4-4 4 0,3 3 3 16,1-4 0-16,-4 2 4 0,4-2-3 0,0 0 2 16,-1 4-1-16,1-4 1 0,0 0-4 0,0 0 4 15,-3 4-5-15,3-4 4 0,0 0 6 0,0 0 2 16,0 0 0-16,0 0 5 0,0 0 2 0,0 4 3 15,0-4 1-15,0 0 2 0,0 0 1 0,0 0-8 0,17-4-3 32,-3 0-1-32,7 0-5 0,8-3-1 0,6-1 1 15,16-1-6-15,-2 1-4 0,8-2 2 0,-1-1-7 16,5 3 8-16,4-4-8 0,2-1-1 0,22-2-1 16,-29 7-1-16,-4-2 7 0,-3 5-8 0,-15 1-1 0,-6-1-2 15,-4 2 3-15,-7 1 0 0,-1-1-1 0,-8 3 1 16,-1-1 0-16,-1-2 1 0,-3 2-2 0,-2 0 6 15,1 0 7-15,-6 1-4 0,8-2 1 0,-8 2-15 16,5 0-21-16,-5 0-52 0,0 0-60 0,0 0-58 0,0 0-281 16,-23 0-513-16,14 0 226 0</inkml:trace>
  <inkml:trace contextRef="#ctx0" brushRef="#br0" timeOffset="90840.65">14463 9603 221 0,'3'-13'221'0,"-3"5"-3"16,2-2-7-16,-2 2 0 0,0 0-14 0,-2 1-13 15,2 2-17-15,-3-1-18 0,2 0-16 0,-3 2-10 0,0 2-21 16,-1-1-9-16,-4 1-12 0,-5 2-7 0,-4 5-11 0,-9 1-8 16,2 5-6-16,-6 1-9 0,3 2-3 15,1 2-2-15,-1 1-5 0,1 2-2 0,1-1-8 16,2 2-2-16,0-1 1 0,3 0-4 0,0 2-1 15,7-7-4-15,2 2 1 0,1 1-1 0,3-4-1 0,3 0 0 16,3-3 0 0,-1 2-3-16,0-3-4 0,6 1 7 0,-2-3 5 15,1 1-2-15,4-3 3 0,-1-1 0 0,8-1 8 16,-3-3 1-16,3-2 2 0,1 1 10 0,-1-3 7 16,1-1 6-16,1-3 8 0,2-3-3 0,-2 1-3 0,0 0 4 15,2-3-1-15,-2-1-5 0,0-2-2 0,-2-1 5 16,-1 1 1-16,3 0 2 0,-6 1 3 15,0 3 9-15,-1 3 4 0,-2-1 9 0,1 3-13 0,-5 2-9 0,1 1-6 16,1 0-11-16,-2 2-21 0,1-2-20 0,-2 1-22 16,-1 3-21-16,0 0 1 0,0 0 1 0,0 0 4 15,4 12 3-15,0-4 0 0,-3 2 8 0,1 1 3 16,1 0 6-16,1 1 1 0,0 2-1 0,4 2 6 0,2 1 2 16,-1-3-25-16,3 1-12 0,4-1-20 15,-3-3-28-15,2 1-32 16,-2-2-41-16,3 0-41 0,-2-4-92 0,-1-1-162 15,-3-3-500-15,-2-2 222 0</inkml:trace>
  <inkml:trace contextRef="#ctx0" brushRef="#br0" timeOffset="91209.68">14645 9731 100 0,'-3'-5'347'0,"3"5"-31"16,0 0-35-16,0 0-27 0,0 0-26 0,0 0-28 16,0 0-22-16,0 0-26 0,0 0-14 0,0 0-13 0,0 0-15 15,0 0-10-15,-4 13-11 0,3-8-9 0,0 5-12 0,-2 2 0 16,2-2-13-16,-2 1-3 0,1 2-2 0,0 0-6 16,0-1 0-16,1-2-12 0,1-1 0 0,-2-1-3 15,2 0 2-15,-1-4-10 0,1 3 3 0,0-4 1 16,1 1 5-16,-1-4 9 0,0 3 24 0,0-3 12 15,0 0-16-15,0 0-4 0,16-8-3 0,-8 3 4 16,-1-2-3-16,3-2-2 16,1 1 0-16,3-1-18 0,-3 0 4 0,-2 1-8 15,3 0 1-15,-2 1-4 0,-1 2-4 0,-3-2-15 16,2 5 2-16,1-1-1 0,0 1 0 0,-2 2-6 16,4 0-10-16,1 3-5 0,0 1-6 0,5 3-6 15,-2-1-34-15,3 5-36 0,-3-1-52 0,0 0-65 16,2 2-89-16,-4-3-231 0,-2-1-576 0,-2-1 255 15</inkml:trace>
  <inkml:trace contextRef="#ctx0" brushRef="#br0" timeOffset="92227.11">15234 9565 231 0,'-5'-1'242'16,"5"1"-23"-16,0 0-20 0,0 0-20 0,0 0-19 16,0 0-18-16,-4-3-13 0,4 3-14 0,0 0-13 15,0 0-12-15,0 0-9 0,0 0-10 0,0 0-6 16,0 0-5-16,0 0-7 0,0 0-6 0,14 5 0 15,-6-5-5-15,4-1-1 0,1 0-6 0,5-2-5 0,-4 1-3 0,5-2 1 16,-3-2-4-16,4 0-6 0,-2-2 2 0,-3 0 1 16,2-1-8-16,-4-1 1 0,2 2 0 0,-5-1-3 15,-1 1-1-15,-2-1 3 0,-1 4 10 0,-1-2 4 16,-2 0 5-16,-1 4 2 0,1-2-1 0,-2 1-3 16,-1-1-8-16,0 5-1 0,-6-3-4 0,-1 1-1 15,-3 2-4-15,-2 2-3 16,-4 0-2-16,-1 4 0 0,-3 3-1 15,-7 4 1-15,2 1-2 0,-5 1-3 0,3 2-4 16,2 0 3-16,0 2-1 0,1 0-5 0,6 1 2 0,-1 1-3 16,5 1 4-16,5-3 1 0,1 0-4 0,3 3-1 15,5-2 7-15,4-3-7 0,2 0 2 16,12 5 3-16,9-3 0 0,5-3 1 0,4-5 0 16,15 4 0-16,4-6-3 0,5-2-2 0,4-6 0 0,25 0 1 0,-28-3-4 15,1-3-3-15,-1 0 0 0,-2-5 2 0,-3 1-2 16,-17 2-1-16,11-4 4 0,-16 3 4 0,-3-2-1 15,-4 2 1-15,-11 0 4 0,-3 2 21 0,-3-1 14 0,-1-1-1 16,-5 3-1-16,-2-2-3 0,1 2-6 16,-6-2-6-16,2 2 0 0,-4 0-1 0,-4 0-5 15,-5 1 0-15,0 1-5 0,-4 3 1 0,-2 0 1 0,-2 3-8 0,-5 5-2 16,0-2 3-16,6-1-3 0,0 5 2 0,3-1-3 16,3-1-1-16,1 2 0 0,1-3 0 0,4 4 0 15,3-1-11-15,2-2-4 0,1 2-1 0,3-3 0 16,7 0 5-16,2 1 3 0,1-2 6 0,9 2-2 15,3-5 1-15,7-2 4 0,2 0 3 0,-1-4-2 16,5-2-3-16,-3 0 2 16,0-4-1-16,-4 1 3 0,-6 2 1 0,-4 0 8 15,0-5 10-15,-2 2 8 0,-4 3 1 0,-1-4 4 16,-3 2 0-16,-2-3-4 0,2 0-5 0,-6 2-10 16,1-3-3-16,-3 2-3 0,-3 1-13 0,1-1-10 0,-2 0-13 15,-2 3-8-15,-4 0-14 0,3 2-10 0,-3 1-15 16,-3 1-17-16,0 0-22 0,1 3-18 0,-1 1-29 15,2 1-53-15,0-2-142 0,-1 0-387 0,2 2 171 16</inkml:trace>
  <inkml:trace contextRef="#ctx0" brushRef="#br0" timeOffset="92626.33">16591 9518 138 0,'0'0'213'0,"0"0"-26"16,-6-4-16-16,6 4-20 0,0 0-15 16,-13 3-19-16,7-2-10 0,-4 3-9 0,0 0-14 15,0 2-7-15,-1 1-8 0,0 1-10 0,-3 4-5 0,4-5-4 16,1 3-10-16,-3 2 3 0,5 0-9 0,-1-2-3 15,4 1-4-15,-1 0-1 0,1 0-5 16,4 0 0-16,4 3 1 0,0-4-1 0,2 1-7 16,5 2 4-16,0 0-5 0,2-2-7 0,2-2 7 0,1 0-2 15,0 0-3 1,-4-5 1-16,0 5-1 0,0-4-2 0,-3 0-1 16,0 0-2-16,-3 0-1 0,-1-4 2 0,0 3-11 15,-2-3 5-15,0 3 3 0,-1-1 1 0,-2-3 1 16,-5 7 3-16,-1-4-3 0,-6 3 1 0,-3-1 0 0,-1 2 0 15,0-1-3-15,-2 0 0 0,0-1 1 0,-1 2-2 16,1-2-11-16,0 0-18 0,-1 0-29 0,2 1-40 16,5-4-42-16,0 0-161 0,2-2-326 15,2 0 145-15</inkml:trace>
  <inkml:trace contextRef="#ctx0" brushRef="#br0" timeOffset="93012.57">16821 9593 278 0,'1'-3'320'0,"-1"3"-31"16,1-5-28-16,-1 5-27 0,2-3-23 0,-2 3-19 16,0 0-34-16,0 0-15 0,0 0-18 0,0 0-14 15,0 0-9-15,0 0-11 16,0 16-12-16,-2-7-7 0,1 0-6 15,1 0-9-15,-1 5-8 0,-2-2 7 0,1 5-16 0,-2 0-2 16,0-3 0-16,1 1-8 0,-1-3 2 0,2-1-9 16,0 0 0-16,-1-2-1 0,2 0-5 0,-2-4-11 15,2 0 4-15,1 0 1 0,0-2 4 16,0-3 7-16,-1 5 23 0,1-5 20 0,0 0 2 0,1 2 2 16,-1-2-2-16,0 0-5 0,15-8 2 0,-7 2-8 0,2 1-5 15,-1 0-6-15,1-2 0 0,-3 1-4 0,4 0-11 16,-1 1-6-16,2-1 2 0,-7 1-2 0,4 1-7 0,-4 2-2 15,0 0-1-15,0 1-15 0,-1-1-1 0,3 0-19 16,-7 2 3-16,14 0-29 0,-7 2-30 16,0-1-42-16,0 1-40 0,0 2-44 0,-1-1-53 15,-1-2-269-15,2 2-567 16,-2-1 251-16</inkml:trace>
  <inkml:trace contextRef="#ctx0" brushRef="#br0" timeOffset="93413.58">17084 9625 97 0,'1'-3'235'0,"4"2"-26"0,2-1-15 16,-2 0-21-16,4 1-20 16,1 1-18-16,-1 1-11 0,1 1-17 0,-1 1-9 0,3 4-7 15,-3 0-11-15,-3-2-9 0,3 5-3 0,-2-2-5 16,-4 3-10-16,1-1-3 0,-3 0-2 0,1 1-3 15,-5-1-7-15,-1 5-1 0,1-5-2 0,-1 1-7 0,-3-1 0 0,1 2 1 0,1-4-4 16,-3-1 0-16,7-2 4 0,-3 1-4 0,0-1 0 16,0-2 6-16,3 0 13 0,1-3 27 0,-4 4 32 15,4-4 28-15,0 5 30 0,0-5 8 0,0 0-20 16,0 0-14-16,0 0-17 0,12-14-10 0,-6 8-19 16,3-2 10-16,0-1-19 0,3 0-7 0,1-6-13 15,2 4-2-15,-3-1-8 16,-1 4-8-16,-4-1 7 0,2 4-7 0,-1-2-9 15,-2 2-2-15,-2 1-3 0,-1 1 1 0,-1 1-13 16,2 1-15-16,-4 1-21 0,4-4-4 0,-4 4-20 16,0 0 2-16,6 6-2 0,-5-1 7 0,2 2 1 15,0 3 1-15,0 1 8 0,4-1-22 0,3 5-25 16,0 0-34-16,8 5-40 0,3-2-61 0,4-3-90 16,-1-3-238-16,5-4-582 0,-3-3 257 0</inkml:trace>
  <inkml:trace contextRef="#ctx0" brushRef="#br0" timeOffset="93714.32">18000 9687 192 0,'0'0'210'0,"0"0"-15"0,-5 2-2 0,5-2 5 16,0 0-5-16,0 0-16 0,-4 1-15 0,4-1-10 0,0 0-17 0,0 0-13 15,26-1-8-15,-13 0-13 0,6-2-13 0,3 1-11 16,7-1 1-16,0-1-12 0,2 0-10 0,1 0-2 16,0 1-9-16,0-2-14 0,-5 1-21 0,-6 1-25 0,1 0-32 15,-6-1-29-15,-4 1-22 0,0-1-40 16,-6 1-68-16,-2-1-140 0,-3 0-373 0,-2-2 166 15</inkml:trace>
  <inkml:trace contextRef="#ctx0" brushRef="#br0" timeOffset="93892.81">18170 9565 214 0,'-5'-1'306'0,"1"-2"0"0,4 3 4 16,-3-2 1-16,3 2-9 0,-4-4-10 0,4 4-10 15,0 0-23-15,-3-3-30 16,3 3-25-16,0 0-26 0,0 0-28 0,0 0-19 15,0 0-29-15,0 0-13 0,-4 12-11 0,2-6-12 16,0 7-6-16,1 4-10 0,0 4-19 0,-1 6-11 16,-2 1-42-16,0 0-40 0,0 3-57 0,1 1-60 15,1-1-90-15,-7-2-285 0,0-2-599 0,5-10 266 16</inkml:trace>
  <inkml:trace contextRef="#ctx0" brushRef="#br0" timeOffset="94863.97">19701 9752 186 0,'0'0'250'15,"-4"2"-3"-15,4-2-1 16,0 0-3-16,0 0-33 0,0 0-21 0,0 0-20 16,13-14-17-16,2 6-12 0,2-2-18 0,9-6-13 15,-2-1-12-15,4-1-8 0,-1 0-10 0,0-4-8 16,1-5-5-16,-3 1-8 0,2 2-6 0,-4-3-4 15,9-11-8-15,-12 7-3 0,0 1-1 0,-1-1-10 16,-3-1-1-16,1 1-2 0,-8-1 1 0,2-1 2 16,-3 6 5-16,-4-2 1 0,0 9 10 0,-3 2 0 0,1 1 5 0,-2 8 7 15,0 2-12-15,0-2-5 0,-2 4-6 0,2-2-9 16,-4 5-15-16,0-1-7 0,4 3-2 0,-14 12-2 16,0-3 0-16,0 16 0 0,-4 2-2 15,2 5 2-15,-5 12 0 0,1 3 2 0,4 0-1 16,1-1-1-16,9-11 1 0,1-1-2 0,2 1-1 0,7-2-3 15,1-2 1 1,3-1 4-16,4-4-3 0,3-2 2 0,0-4 2 16,0 1 2-16,3-10 4 0,-2 0 5 0,3-1-1 15,0-1 2-15,-3-4-1 0,2-1 15 0,-5-1-2 0,-4-2 16 16,4 1 13-16,-3-2 26 0,0 0 3 0,-1-5 11 16,-5 3-8-16,2-1-9 0,1-2-8 15,-2-2-16-15,-3 3-20 0,1-4-20 0,-3-1-17 16,0 1-15-16,-4-1-22 0,-2 1-16 0,-2-1-18 0,0 1-15 0,-4 2-19 15,-1 1-9-15,-6 1-18 0,1 2-17 0,-3-2-23 16,3 4-19-16,1 0-50 0,-1-1-186 0,5 1-470 16,5 1 207-16</inkml:trace>
  <inkml:trace contextRef="#ctx0" brushRef="#br0" timeOffset="95249.31">20589 9590 159 0,'0'0'362'15,"0"0"-41"-15,0 0-35 16,0 0-35-16,0 0-25 0,10 0-24 0,-10 0-26 16,0 0-5-16,0 4-33 0,0-4-13 0,-6 10-11 15,5-3-15-15,-3 4-7 0,0 0-9 0,0 0-10 16,-1 1-16-16,1 0 4 0,-2 0-27 0,2-2-14 15,0-1-7-15,4-2-12 0,-1-2-7 0,-2 2-9 16,2-2 7-16,-1 0 8 0,0-2 13 0,2 1 17 16,0-4 22-16,0 0 15 0,2 4 2 15,-2-4-6-15,0 0 4 0,12-8 2 0,-2 1-9 16,1 1-2-16,-1-1 5 0,5-2-15 0,-2 4-8 0,4-4-3 16,-6 3-1-16,3 1 6 0,-1 0-13 0,0 1 4 15,-2 1-6-15,1 3-11 0,2-2 2 0,-4 2-5 16,5 2-6-16,-2 0-5 0,0-1-4 0,6 3-9 15,-1 0-15-15,-5 0-25 0,5 1-24 0,-3 0-36 16,-1-1-39-16,2 1-45 0,-1-2-53 0,-4-1-274 16,1-1-564-16,1-1 251 0</inkml:trace>
  <inkml:trace contextRef="#ctx0" brushRef="#br0" timeOffset="95865.78">21326 9101 221 0,'2'-2'280'0,"-2"2"-20"15,1-5-25-15,-1 5-21 0,0 0-25 0,0 0-25 16,0 0-15-16,0 0-17 0,0 0-17 0,-14 5-12 15,5 5-11-15,-6 0-13 0,-2 3-5 0,-7 7-2 16,-3 0-9-16,0 0-5 0,-1 2-9 0,0-1-5 16,4 0-5-16,2-1-2 0,2 2-5 0,4-8-5 15,5 1 1-15,-1 1-3 0,3 0-6 0,5-2 3 16,-2 1-9-16,6-2-2 0,0 0-6 0,4 1 0 0,2 1-1 0,7-1 2 16,-1-2 0-16,3 3 1 0,3-5 0 0,-2 2-1 15,9 0-1-15,-5-2-1 0,3 1 0 0,-4-3-2 16,-3 1 3-16,-4-4-5 0,0 2 0 0,-2-1 1 15,-1 2-9-15,-4-3 5 0,0 1-11 0,-1-1-2 16,-1 1-1-16,-6 0 5 0,-1 1 4 0,-2-2-4 16,-6 5 5-16,-2-1 3 0,-4 0-1 0,3-1 1 0,-2-1 1 0,3-2-1 15,3-2 2-15,-2 1 1 0,2 0-2 0,2 0 3 16,0-4-1-16,2 2 4 0,2 0-2 0,1-2 0 16,4 0-11-16,0 0-10 0,2-8-2 0,1 3 4 15,9-3 2-15,5-4 2 0,-1 2 0 0,11-7 3 16,1 2-1-1,0-4-1-15,2 5 6 0,-2-2 5 0,-1 0 8 16,-2 2 4-16,2 2 16 0,-8 3 11 0,0 1 14 16,-6 2 8-16,1 0 11 0,-5 3 6 0,0 0 14 0,-4 1-20 15,3-1-10-15,-3 2-5 0,-1-2-15 0,-4 3-1 16,5-2-7-16,-5 2-7 0,0 0-8 0,9 6 0 16,-8-3-3-16,0 2-3 0,2 0-2 0,-2 2 2 15,-1 3-5-15,3-2 3 0,-2 3 1 0,-1 0-1 16,1-2 2-16,1 0-19 0,-2 2-21 0,1-2-19 0,-2-3-21 15,1 1-21-15,-3 2-36 0,2-5-19 0,-2 4-29 16,-1-4-59-16,-2-4-198 0,6 0-466 0,-8 0 206 16</inkml:trace>
  <inkml:trace contextRef="#ctx0" brushRef="#br0" timeOffset="96019.34">21522 9261 264 0,'1'-5'277'0,"1"0"-16"0,0-2-30 16,-2 5-23-16,1-2-27 0,1 1-49 0,-2 3-33 16,0 0-21-16,0 0-16 0,0 0-39 0,0 0-37 15,0 17-52-15,2-8-80 0,-2 0-119 0,2 2-288 16,-1-4 128-16</inkml:trace>
  <inkml:trace contextRef="#ctx0" brushRef="#br0" timeOffset="96336.1">21718 9431 233 0,'0'0'265'0,"3"4"-25"15,-3-4-30-15,0 0-23 0,0 0-19 0,0 0-20 16,0 3-13-16,-2 2-15 0,2 0-16 0,-4 0-6 31,3 3-11-31,-2 2-9 0,-1-2-4 0,-1 2-10 0,1 1-6 16,2-2-9-16,-1 0-2 0,-2-1-5 0,5-2-3 15,-4 0 1-15,3-1-4 0,1-1 0 16,0-4 17-16,-1 5 11 0,1-2 10 0,0-3 14 0,0 5 16 0,0-5 4 16,0 0 4-16,0 0 0 0,2 1-12 0,-2-1-14 15,0 0-8-15,14-1-8 0,-6-2-1 0,-3 2-12 16,7 1-8-16,-5-2-5 0,5 2-13 0,0-2-11 16,0 1-15-16,1-1-41 0,1 2-38 0,0 0-44 15,1 0-51-15,-2 0-59 0,1-2-76 0,-4 2-189 16,4-3-532-16,-6 1 235 0</inkml:trace>
  <inkml:trace contextRef="#ctx0" brushRef="#br0" timeOffset="96736.95">22085 9363 181 0,'-2'-5'345'0,"7"3"-34"0,-5 2-33 0,0 0-23 16,0 0-38-16,0-3-28 0,0 3-17 0,0 0-22 16,0 0-13-16,0 0-15 0,-5 19-11 0,1-9-14 15,-1 7-10-15,1-1-6 0,-1 7-10 0,-5 4-9 16,-2-3-3-16,1 2-11 0,1-2-3 0,1-2-3 0,1-2-3 0,0-3-7 16,1-4-2-16,3-2 0 0,1 1-4 0,-1-5-4 15,2 1-2-15,-1-3 7 0,2 0-2 0,0-1 16 16,-1 0 33-16,2-4 28 0,0 4 37 0,0-4 20 15,-2 2 19-15,2-2-9 0,0 0-7 0,0 0-18 16,8-8-18-16,-5 1-12 0,5-1-9 0,1-3-16 16,6 0-3-16,-2-1-13 0,-1 0-10 0,1 1-3 0,-1 0-7 0,-5 2-8 31,0 2-6-31,1 2 1 0,-2 0-6 0,-2 1-6 16,-3 1-6-16,2 1-5 0,-3 2-5 0,5-4-7 15,-1 1-16-15,-4 3-20 0,5-2-20 0,-5 2-17 16,0 0-26-16,10 5-14 0,-6-4-29 0,1 4-26 15,3 0-27-15,-3 1-41 0,4 0-39 0,0 1-37 0,-4-2-332 16,2 0-691-16,-3-3 307 0</inkml:trace>
  <inkml:trace contextRef="#ctx0" brushRef="#br0" timeOffset="97138.07">22354 9397 56 0,'1'-3'311'0,"-1"3"-34"0,4-4-29 0,-4 4-28 16,0 0-26-16,8 0-22 0,-8 0-18 0,0 0-18 16,5 7-14-16,-1-1-14 0,-2 1-10 0,2 2-9 15,-1 0-7-15,-2 3-10 0,1 2-2 0,0 4-6 16,-4-1-9-16,0 2-5 0,-2-2-4 0,1 1-4 16,-2-1-3-1,0-1-2-15,0-2-8 0,0-1-1 0,0-5 0 16,1 2-3-16,0-6-5 0,3 3 6 0,-2-3-1 0,2 1 0 15,0-3 32-15,-2 3 34 0,3-5 45 16,0 3 39-16,0-3 19 0,0 0 6 0,0 0-23 16,0 0-11-16,9-10-27 0,-1 3-13 0,1-2-13 0,2-1-14 0,5-1-9 15,-1-5-15-15,4-3-1 0,0-1-9 0,0 2-9 16,-1 4 2-16,-5 0-10 0,-6 4-1 0,5 3-3 16,-4 2 1-16,-5-2-12 0,3 5-10 0,-5-1-17 15,3 0-23-15,-3 1-28 0,-1 2-28 0,0 0-9 0,0 0 8 16,0 0 9-16,9 8 7 0,-9 3 4 0,0-1 6 15,-1 3 6-15,2 2 10 0,4 2 1 16,2 1-35-16,2 4-28 16,2 3-49-16,6-6-68 0,7 0-96 0,0-4-334 15,3-4-694-15,1-6 307 0</inkml:trace>
  <inkml:trace contextRef="#ctx0" brushRef="#br0" timeOffset="97887.23">18919 9336 149 0,'0'0'236'0,"-4"2"-10"16,4-2-12-16,0 0-25 0,0 0-20 0,0 0-17 0,22-5-11 15,0 1-19-15,11-3-11 0,5 1-9 0,20-3-13 16,-3 2-8-16,-4 1-30 0,-10 0-44 16,-2 1-47-16,0-2-59 15,-6 2-218-15,-6-1-344 0,-8 1 153 0</inkml:trace>
  <inkml:trace contextRef="#ctx0" brushRef="#br0" timeOffset="98302.64">18933 9370 152 0,'1'6'167'0,"4"-2"-21"0,3 1 2 0,1 3-13 0,5 4-4 0,0 1-9 16,7 5-13-16,-1 3-9 0,-2 5-12 0,-3 1-4 15,-3 1-8-15,-1 3-6 0,-7 3-9 0,1-1-2 16,-5 1-9-16,-5 1-1 0,0 0-9 0,-8-3-6 15,-3 16-2-15,0-17 1 0,2 3-7 0,-6-4 0 16,2-1-2-16,0-3 0 0,0-3-5 0,0-2-7 16,4-4 1-16,3-1-2 15,-3-3-4-15,2-1 3 0,6-2-2 0,-2-3-2 16,-1-1 4-16,5 0-7 0,0-1 3 0,3-1 11 16,0 1 5-16,1-2 13 0,0-3 4 0,9 7 3 15,1-5 1-15,11 2-4 0,0-3-1 0,12-1-6 16,5 0-1-16,1-2-4 0,15-1 0 0,-2-1-4 15,2 1-1-15,-3-2 14 0,1 0 7 0,1 3 7 16,-14-3-5-16,0 3-3 0,0 0-7 0,-5-2 3 0,-4 3-6 16,-12 0-2-16,-4-1 0 0,-1 2-3 0,-3 0-4 0,-2-2-1 15,-3 2-4-15,-5 0-4 0,9 0-26 0,-9 0-24 16,6 0-7-16,-6 0-31 0,0 0-71 16,-18 12-306-16,7-7-488 0,-7-1 216 0</inkml:trace>
  <inkml:trace contextRef="#ctx0" brushRef="#br0" timeOffset="99626.02">12631 10701 206 0,'-1'-6'301'0,"1"0"-18"16,1 2-14-16,0-2-12 0,-2 1-18 0,2 3-17 16,-1 2-22-16,-1-7-20 0,1 7-23 0,0 0-19 15,1-5-20-15,-1 5-25 0,0 0-22 16,0 0-9-16,0 0-9 0,-2 12-4 0,2-2-8 0,-3 2-4 16,3 4-1-16,-3 4-5 0,0-1-3 0,-3 8-5 15,-2-1 0-15,3 1-4 0,-3 2 1 0,0-2-14 0,-2 2 0 16,2 0 8-16,-2-3-5 0,1-6-4 0,0-4 0 0,4-4-2 15,1 0 2-15,-1-4 1 0,0-1 3 0,5-1-1 16,-4 0 16-16,2-2 31 0,0 0 32 16,2-4 33-16,-1 3 19 0,1-3-12 0,0 0-17 15,0 0-9-15,7-20-16 0,0 3-6 0,2 5-9 0,0-5-11 16,1 1-10-16,8-8-24 0,-4 3-1 0,2 0-10 0,-1 8-4 16,-5-3-2-16,3 4-10 0,-3 1 6 0,-2 4 0 15,-2 0-10-15,1-1-11 0,-1 5-13 0,-1 0-10 16,0 0-7-16,2 2 0 0,0 2-9 0,3-1-8 15,3 4-10-15,-1 0-23 0,-1 1-29 0,8 2-56 16,-2 0-64-16,2 1-320 0,-1-1-612 0,1-5 271 16</inkml:trace>
  <inkml:trace contextRef="#ctx0" brushRef="#br0" timeOffset="99804.42">13194 10807 57 0,'-1'-2'385'0,"1"-2"-24"16,0 4-16-16,0-8-32 0,0 4-26 0,0-1-34 15,5 0-42-15,-1 0-57 0,9-1-45 0,5-1-56 16,-3 2-59-16,7-2-63 0,6 2-79 0,-9-1-237 16,-1 1-415-16,-1 1 184 0</inkml:trace>
  <inkml:trace contextRef="#ctx0" brushRef="#br0" timeOffset="99973.65">13262 10993 82 0,'-3'3'167'0,"1"2"9"0,1-1 4 16,-2-2 5-16,3-2-10 0,0 4-10 0,0-4-17 15,12 0-13-15,-2-3-14 0,10 1-16 0,1-1-28 0,-2-3-39 0,9 1-33 16,0-2-53-16,3-2-43 0,-3-2-179 0,-1 1-293 15,-8 2 129-15</inkml:trace>
  <inkml:trace contextRef="#ctx0" brushRef="#br0" timeOffset="100127.32">13720 10708 220 0,'2'-7'292'0,"1"1"-8"0,-1 3-14 16,0-3-25-16,0 1-27 0,-1 1-24 0,-1 4-26 15,2-3-24-15,-2 3-25 0,0 0-10 0,0 0-8 16,-5 21-13-16,1-4-7 0,-4 9-6 0,4 3 3 15,-1-2-13-15,-1 3-21 0,-2 2-40 0,4 4-59 16,-2-2-74-16,1 0-118 0,-3-4-148 0,4-2-428 16,3-9 190-16</inkml:trace>
  <inkml:trace contextRef="#ctx0" brushRef="#br0" timeOffset="101228.77">13272 8940 25 0,'0'0'125'0,"0"0"-12"16,0 0-13-16,0 0 4 0,0 0-9 0,0 0 1 16,0 0-6-16,0 0-4 0,0 0 0 0,-3 7 2 15,3-7 4-15,0 0 6 0,0 0 4 0,0 0 7 16,0 0 13-16,0 0 1 0,0 0 8 0,0 0 19 16,0 0 3-16,0 0 6 0,0 0 10 0,0 0 13 15,0 0 11-15,0 0-15 0,0 0-10 0,-3-15-20 0,-1 11-1 0,4-4-11 16,-1 1-10-16,-2-3-19 0,1-1-8 0,-1 0-9 15,-2 1-9-15,0-1-8 0,5 0-7 0,-4 2-6 16,0 1-10-16,2-3-4 0,-1 6-13 0,-1 0-7 16,2 0-14-16,-6 2-18 0,3 1-12 0,-7 2-12 15,-1 2-3-15,-7 6-3 0,-7 1 2 0,-3 7 8 16,-4 3-3-16,-9 6 3 16,1 1 5-16,-4 0-1 0,0 3 5 0,-4-2 0 15,4 2-6-15,0-4 0 0,0-2 2 0,1 2 0 16,15-5 1-16,-1-7 3 0,3 0 1 0,7-2 4 15,5-5 4-15,-2 1 10 0,9-1-7 0,-1-3 0 16,2-1 0-16,-2-4 7 0,0-1 4 0,2-3 7 16,2 1 7-16,-1-5 16 0,3 0 0 0,3-7-7 15,0 0 3-15,2-2 1 0,2 0-10 0,3-5-3 0,5-1-6 16,2 3-5-16,-1 6 13 0,-1 1-20 0,2 1 4 0,1 2-11 16,3 2 2-16,2 3 3 0,0 2-3 0,2 1-3 15,7 5 4-15,5 4-10 0,2 2-7 0,4 6-8 16,7 4-31-16,3 4-40 0,-5 3-49 0,-10-7-75 15,12 8-111-15,-13-6-220 0,-1-2-599 0,-5-5 265 16</inkml:trace>
  <inkml:trace contextRef="#ctx0" brushRef="#br0" timeOffset="102226.43">18959 10413 134 0,'0'-5'317'0,"-3"-2"-14"0,3 1-21 16,0 2-16-16,-1 2-20 0,1 2-28 0,0-7-24 15,-1 3-24 1,1 4-25-16,0 0-35 0,0 0-27 0,0 0-11 16,0 0-8-16,0 0-7 0,-4 16-6 0,3-5-5 15,-1 2-6-15,-2 4-5 0,2 0-3 0,-1 0-2 16,-1 3-6-16,-1 5-1 0,-1 0 0 0,1-7 0 16,-3-1-6-16,3 1-1 0,0-3 1 0,1-3 1 0,-1-1-3 15,4-1-1-15,-2-3 1 0,3-2-2 0,-1 0 1 16,0-2 16-16,-1 1 20 0,2-4 26 0,0 5 24 15,0-5 22-15,0 0 3 0,0 0-11 0,0 0-9 16,12-12-13-16,-6 5-18 0,2-3 1 0,0 3-9 16,1-5 4-16,3 0-21 0,0 0-6 0,0 0-3 15,-4 5-11-15,1-1 7 0,-1 0-12 0,-3 6-3 0,1-2-12 0,-3-1 5 16,1 3-14-16,0-1-19 0,-2 1-10 16,-2 2-11-16,10 1 7 0,-10-1-21 0,9 5-5 0,-2 1-10 15,-1-1-12-15,4 4-16 0,-5 0-25 0,4 0-30 16,0 0-31-16,4 5-48 0,-1-2-72 0,-1-5-201 15,3 3-545-15,-5-3 242 0</inkml:trace>
  <inkml:trace contextRef="#ctx0" brushRef="#br0" timeOffset="102394.07">19453 10527 196 0,'5'-5'356'0,"-1"-2"-12"15,1 2-24-15,0 0-30 0,0 1-31 0,1-2-26 0,1 1-20 16,5-1-26-16,-1 0-41 0,6 1-47 0,1 0-44 16,2 1-49-16,-1 1-57 0,-1 2-58 0,3-2-84 15,-3 2-200-15,-6-1-424 0,1-1 189 0</inkml:trace>
  <inkml:trace contextRef="#ctx0" brushRef="#br0" timeOffset="102562.93">19617 10640 36 0,'-3'4'262'0,"2"-3"8"0,1-1 2 16,-4 7-8-16,4-7-16 0,0 0-25 0,0 0-22 15,9 0-23-15,1-4-16 0,4 1-27 0,4 1-36 16,0-2-44-16,3 0-45 16,0-1-49-16,1 1-31 0,0-1-43 0,3-2-56 15,-8 0-169-15,1 0-365 0,-2 1 161 16</inkml:trace>
  <inkml:trace contextRef="#ctx0" brushRef="#br0" timeOffset="102725.96">20023 10421 220 0,'3'-6'286'15,"0"1"-3"-15,0 2-17 0,0-3-16 0,-1 4-28 0,-1-1-23 0,-1 3-22 16,4-2-25-16,-4 2-22 0,0 0-20 0,0 0-15 16,0 9-10-16,-1-2-9 0,1 3-9 0,-3 5-5 15,1 5-6-15,1 5-4 0,-1 2-4 0,2 1-2 16,2 2-37-16,0 2-50 0,1-3-78 0,2 5-89 15,-2-5-213-15,-2-8-456 0,1-4 203 0</inkml:trace>
  <inkml:trace contextRef="#ctx0" brushRef="#br0" timeOffset="104216.17">19198 8799 12 0,'0'0'221'0,"0"0"-16"0,0 0-14 0,0 0-12 16,0 0-11-16,0 0-13 0,0 0-7 0,0 0-10 15,0 0-9-15,0 0-6 0,0 0-6 0,0 0-2 16,0 0-2-16,0 0 3 0,0 0 5 0,0 0-2 15,5-5 0-15,-5 5-6 0,2-5-1 0,-2 1-10 0,1 0-1 0,2-2-6 16,0-1 7-16,-1-3-22 0,1-1 2 0,-1 0-8 16,4-1 4-16,-3 0-15 0,4-4-6 0,-2 1-10 15,1-2 1-15,-2 0-3 0,1-2-5 0,0 4-4 16,2-1 17-16,-5 5-20 0,3-1-3 0,-1 2 7 16,-3 1-15-16,2 1 8 0,-2 3-8 0,2 1-7 15,-2-3-8-15,-1 4-18 16,0 3-14-16,0-5-15 0,0 5-9 0,0 0-1 15,0 0 8-15,-18 12 11 0,2-1-3 0,-9 10 4 16,-7 1 0-16,-9 9 4 0,-3 2 4 0,-5 1 4 16,1 0-2-16,0-2 2 0,0 0-2 0,2-3 9 15,1-1-6-15,16-8 3 0,-2-2 0 0,2-2 3 16,1-2 2-16,1-1 3 0,10-4-3 0,-1-2 2 16,5-2 4-16,3 0 3 0,1-3 6 0,2 1 32 0,0-1 28 0,3-2-2 15,4 0 4-15,-6-7 2 0,2 1-8 0,2-1-8 16,4-2 2-16,-2-3-6 0,4-2-10 0,2-1-6 15,3-4-3-15,5-3-3 0,0-2-5 0,3 4 2 16,-4 4-6-16,-3 1-2 0,4 5-2 0,-6 1-7 16,-2 2-5-16,1 4-3 0,3-2 3 0,-4 3-6 0,2 2 1 15,2 2 1-15,3 2-7 0,2 2 0 0,4 4-3 0,-1-1-4 16,-2 4 2-16,9 0 1 0,-1 4-2 0,2 0 7 31,-3-2-7-31,3 0 6 0,0 1-14 0,-3-3-12 0,1-1-15 16,-5-2-18-16,-2-2-25 0,0 0-29 15,-4-2-47-15,0-2-57 0,-1-1-331 0,1-3-601 16,-1-3 265-16</inkml:trace>
  <inkml:trace contextRef="#ctx0" brushRef="#br0" timeOffset="111735.24">4950 12750 186 0,'-4'-4'180'0,"4"-1"-1"0,-4 0-12 0,2 0-12 16,-1 0-14-16,-2 0-17 0,1 0-6 0,0 0-12 16,3 1-9-16,-3 0-7 0,-1-1-12 0,-3 2-9 15,0 0-8-15,0 1-5 0,-3 1-11 0,-2 1-4 16,0 1 0-16,-8 4 3 0,2 2 4 0,-8 3-11 16,-1 4-8-16,4-1-3 0,-6 3-4 0,5 1-6 15,-2 3-2-15,2 2-2 0,1 2-4 0,-1-3 0 0,5 6 4 16,-2-2-9-16,4 3 0 0,0 4 0 0,4-6-4 15,3 0 2-15,4-3-2 0,2-3-4 0,1-2 5 16,4-1-3 0,-1-2-3-16,1-1-9 0,2 1 2 0,1-4 5 15,2-2-3-15,-4-2 4 0,5 0 4 0,-2 0 4 16,0-3 12-16,0-1 30 0,1-2 25 0,3-1 12 16,1 0 11-16,1-3 10 0,-1-2 15 0,4-2 0 15,-3 0 5-15,3-4-2 0,1-2 1 0,-1 0 2 16,-2-4 3-16,1 4-5 0,-2-3-2 0,3-2-2 15,-2-4-1-15,0 5-7 0,-3 0-8 0,0 0 1 0,-1 3 9 0,-2 2 3 16,0 0-8-16,-2 1-9 0,1 1-1 0,0 1-9 16,-3 1-1-16,2 2-3 0,-3 1-7 0,1-1-8 15,-1 2-6-15,3 1-8 0,-2-1-8 0,-1 4-5 16,1-5-6-16,-1 5-5 0,3-3-4 0,-3 3-8 16,0 0-12-16,0-4-21 0,0 4-17 0,0 0-13 15,0 0-27-15,0 0-19 0,0 0-2 0,0 0 13 0,0 0-6 16,1 14 3-16,-1-7 6 0,-1 2 5 0,1 1 12 15,0 5 8-15,0-1 1 0,0 3 9 0,0 4-3 0,0-4 10 16,0 1 2-16,0 1 0 0,0-1 5 0,1 0 5 16,-1-1 3-16,0 0 4 0,4 0-2 15,-4-4-1-15,1-1 4 0,-1-2 3 0,3 1 0 0,-2-4 2 16,-1 0 0 0,0-3 2-16,0 1 4 0,0 0-11 0,1-4 18 15,-1-1 2-15,0 6 8 0,3-4 5 0,-3-2 1 16,0 0 7-16,9 0-2 0,5-5-10 0,13-5 3 15,5-4-48-15,15-9-73 0,4-1-116 0,-1-7-415 16,4-3-689-16,-2-4 304 0</inkml:trace>
  <inkml:trace contextRef="#ctx0" brushRef="#br0" timeOffset="112305.21">5374 13028 237 0,'0'0'297'0,"0"0"-21"0,0-6-23 0,0 6-25 15,0 0-23-15,0 0-23 0,-3-5-22 0,3 5-18 0,0 0-15 0,0 0-20 16,0 0-11-16,-9 2-13 0,6 3-10 0,-5 3-8 15,-1 3-12-15,0 0-2 0,0 0-6 0,2 2-7 16,-1 2-6-16,0 0-7 0,1-1-1 0,2-3 18 16,3 1-5-16,0-1-4 0,-1-1-5 0,2 0-7 15,2 1 2-15,-1-2-2 0,1-1-3 0,2-1 1 16,0-1-2-16,-1-1 0 16,3 1 3-16,3-4-1 0,-1 0 3 0,5-2 1 15,1-2 7-15,0-1 5 0,0 1 3 0,-1-5 5 0,-3 0 10 16,1 1 7-16,-1-1 0 0,-1-1 2 0,-3-3 10 15,1 1 2-15,1 0-7 0,-3-1-7 0,-2 2 5 16,-2 0-5-16,3-3-15 0,-6 3-6 0,3-1-17 16,-2 0-7-16,-2 4-9 0,1-1-16 0,-2 2-14 15,-1 0-24-15,-2 1-21 0,4 2-21 0,-2 0-24 0,-1-1-32 16,7 3-41-16,-11 3-35 0,11-3-26 0,-9 4-237 16,6 0-525-16,3 0 233 0</inkml:trace>
  <inkml:trace contextRef="#ctx0" brushRef="#br0" timeOffset="112723.93">6029 12951 90 0,'0'0'256'0,"0"0"-8"16,0 0-10-16,0 0-16 0,0 0-11 0,0 0-11 15,0 0-12-15,0 0-11 0,0 0-13 0,0 0-17 16,0 0-16-16,0 0-13 0,0 0-17 0,0 0-12 16,13-8-7-16,-1 7-7 0,1-2-8 0,-2 1-6 0,10-2-6 0,-1 0-12 15,1 0-19-15,0 1-21 0,7 1-26 16,-7 0-33-16,-2 0-30 0,1-1-36 0,1 1-53 0,-3 0-61 15,-9 1-146-15,2 1-415 0,-4 0 184 0</inkml:trace>
  <inkml:trace contextRef="#ctx0" brushRef="#br0" timeOffset="113322.71">6099 13144 26 0,'-7'3'200'0,"7"-3"-15"16,-7 0-17-16,4 1-13 0,3-1-13 0,0 0-10 0,-9 0-4 16,9 0-8-16,-4 2 0 0,4-2-2 0,0 0 1 15,0 0-2-15,0 0-3 0,0 0 0 16,0 0-6-16,0 0-2 0,0 0-2 0,0 0-8 16,0 0-9-16,0 0-1 0,0 0-10 0,0 0-7 15,0 0-9-15,-6 0-4 16,6 0-9-16,0 0-1 0,0 0-2 0,0 0-7 15,0 0-4-15,0 0-1 0,0 0-4 0,0 0-4 16,0 0 1-16,0 0-3 0,0 0-2 0,0 0 2 16,0 0-3-16,0 0 0 0,0 0-3 0,0 0-4 15,0 0 0-15,0 0 1 0,0 0-2 0,0 0 0 0,0 0-1 0,0 0 3 0,0 0-6 16,0 0-1-16,0 0-5 0,0 0-1 16,0 0 2-16,0 0 0 0,18-2 1 0,-7 1-1 15,7-2 4-15,3-1-7 0,7-1 2 0,0 0-1 16,2-3 2-16,1 2 0 0,1-1-2 0,0-1 0 15,-3 4 4-15,-2-1-4 0,-8 0 0 0,3 1 2 16,-5-1 0-16,-6 5-1 0,2-3-2 0,-2 0 4 16,-3 3-1-16,0-1 0 0,-2 0 1 0,-1-1 1 15,-1 0 0-15,0 1-2 0,-4 1 1 0,9-2-1 0,-9 2-21 0,0 0-24 16,9-1-23-16,-9 1-25 0,0 0-33 0,0 0-44 16,0 0-42-16,0 0-56 0,5 4-135 0,-5-4-433 15,0 0 192-15</inkml:trace>
  <inkml:trace contextRef="#ctx0" brushRef="#br0" timeOffset="114564.08">7207 12544 157 0,'-2'-4'248'0,"2"4"-14"0,0 0-17 0,0 0-20 15,0 0-19-15,0-5-17 0,0 5-19 0,0 0-18 16,6-3-10-16,-6 3-14 0,11-2-16 0,-3 2-4 0,1-2-10 15,3 4-7-15,1 0-10 0,1 1-3 0,4 0-7 16,2 3-6-16,-1-2-2 0,2 5-4 16,-2-1-5-16,-3 2 0 0,7 3-6 0,-7-2-4 0,-3 0 1 0,0 4-11 15,-4 1-2-15,-2 1 0 0,-4 1-5 0,-3 1 1 16,-4 5-2-16,-9 1-1 0,-5-1 3 0,-1 0 0 16,-4-1 0-16,0 0-3 0,3-2 3 0,-1-4 4 15,-2 1-6-15,5-7 0 0,3 1-2 0,1-2 2 16,4-3 0-16,-1 1 1 0,3-3-1 0,3-1 0 15,-1 1 1-15,1-1 1 0,1-3 14 0,2 1-2 0,2-2-2 0,-4 5 4 16,4-5 11-16,0 0 13 0,13 3 0 0,-5-3-3 16,4 0 0-16,1 0-2 0,5-5-3 0,-1 4-3 15,4-1-3-15,-4 0-3 0,2-1-3 0,3 1-15 16,-4 1-34-16,3-3-47 0,0 3-50 0,-2-2-77 16,-5 0-204-16,3 1-441 0,-3 1 195 0</inkml:trace>
  <inkml:trace contextRef="#ctx0" brushRef="#br0" timeOffset="114984.4">7966 12712 273 0,'0'0'332'0,"3"-3"-31"15,-3 3-36-15,0 0-31 0,0 0-23 0,0 0-36 16,0 0-21-16,0 0-16 0,0 0-17 16,0 11-13-16,-6-5-8 0,2 5-13 0,-4 0-7 0,-2 4-8 0,-3 2-7 31,-2 7-8-31,-4-5-6 0,0 5-4 0,2-6-7 16,1 1-6-16,1-4 0 0,3-3-4 0,0-1 2 15,7-1-4-15,-3-3-3 0,2-3 0 0,2 0 2 16,3 0 0-16,-3 0 32 0,0 0 50 0,4-4 49 15,0 0 11-15,0 0-10 0,0 0-8 0,0 0-13 16,-1-12-1-16,2 6-37 0,4-5 6 0,2 3-11 16,-1-3-11-16,2 0-3 0,-2 0-14 0,2 3-8 0,1-2-5 0,-3 3-4 15,1-1-4-15,-2 2-8 0,-1 3-6 0,0-1-5 16,0 0-8-16,-1 2-5 0,1-1-7 0,-4 3-22 16,10-1 8-16,-3 1-10 0,1 1-5 0,-1 3-18 15,3 0-29-15,3 1-4 0,-3 0-18 0,0 2-28 16,2-1-28-16,-1 3-17 0,3 0-26 0,-3 4-36 15,-4-4-32-15,7 3-23 16,-6-4-289-16,-3 0-616 0,-1-2 274 0</inkml:trace>
  <inkml:trace contextRef="#ctx0" brushRef="#br0" timeOffset="115181.86">7766 12791 280 0,'0'0'305'0,"-4"-2"-12"0,4 2-30 16,0 0-25-16,0 0-23 0,2-6-23 0,4 3-19 15,7-1-21-15,5 0-16 0,10-1-13 0,2-2-18 16,5 2-28-16,1 1-51 0,3-1-58 0,-3-2-77 16,4 0-87-16,-6-3-178 0,-2 3-405 0,0 1 180 0</inkml:trace>
  <inkml:trace contextRef="#ctx0" brushRef="#br0" timeOffset="115713.99">8252 12416 76 0,'0'0'299'0,"1"-4"-9"16,-1 4-10-16,0 0-15 0,0 0-14 0,0 0-12 15,0-5-14-15,0 5-19 0,0 0-12 0,0 0-13 16,0 0-16-16,-1-4-15 0,1 4-15 0,0 0-14 15,0 0-11 1,0 0-11-16,-3-3-16 0,3 3-6 0,0 0-8 16,0 0-12-16,0 0-1 0,0 0-10 0,0 0-2 0,0 0-6 15,0 0-8-15,0 0-3 0,0 0 0 0,12 0-5 16,-12 0 0-16,0 0-10 0,15 1 3 0,-7 0-9 16,-1 1 0-16,2 1 0 0,5 1-5 15,-2-1-3-15,1 2 7 0,-2 0-11 0,1 1-2 0,-1 1-4 16,-2-1-5-16,0 4-9 0,1-3 2 0,-2 4-6 0,-3 0 5 15,-1 0-6-15,0 5-1 0,-4 0 8 0,-4-1 2 16,4 0 0-16,-7 0 0 0,1-1 7 0,0-5 3 0,-1 3-1 0,1-1-1 16,2-2 6-16,-1-3-5 0,1 0 3 0,1-1 0 15,0 0 3-15,1-1 5 0,1 0-1 0,-3-1 0 16,3 0 8-16,1-3-1 0,0 4 4 0,0-4 3 16,8 1-2-16,-1-1 2 0,8-1-3 0,6-3-2 15,6 2 1-15,4-2-23 0,1 0-46 0,0 4-56 16,-2-5-75-16,6 1-103 0,-7 4-189 0,1-3-524 15,-10 3 232-15</inkml:trace>
  <inkml:trace contextRef="#ctx0" brushRef="#br0" timeOffset="116384.74">7261 13208 19 0,'0'0'212'0,"-6"0"-10"0,6 0-16 0,0 0-13 16,0 0-14-16,0 0-5 0,0 0-18 0,0 0-9 0,0 0-10 15,-5 0-3-15,5 0-10 0,0 0-13 0,0 0-7 0,0 0-8 16,0 0-10-16,0 0-2 0,0 0-7 16,0 0-4-16,0 0-2 0,0 0-4 0,0 0-2 15,0 0 0-15,0 0-4 0,0 0-2 0,0 0-1 16,0 0-3-16,0 0-1 0,0 0-3 0,0 0-4 0,-3 3 0 16,3-3-1-16,0 0-4 0,0 0-2 0,0 0-6 0,0 0 0 31,0 0-2-31,0 0-3 0,0 0-4 0,0 0 0 15,0 0 5-15,0 0-5 0,0 0 2 0,0 0 0 16,0 0 3-16,17-3 1 0,-4 0 2 0,5-2 0 0,12-1-2 0,10-1 3 0,12-4 1 0,8 1 5 16,8 1 0-16,27-4 8 0,0-1 4 0,-3 2-3 15,-3 0 5-15,-23 5 6 16,-3-1-12-16,-5-3-4 0,1 3-1 0,-4 1-1 16,-1 0 10-16,-16 2-18 0,-5 1 3 0,-1 1-1 15,-1 0-1-15,-13-1-5 0,-4 2 1 0,0 2-1 16,-4-3-1-16,-2 3-1 0,-3-1-4 0,2 0-10 15,-7 1-20-15,7-1-16 0,-7 1-15 0,3 3-19 16,-3-3-35-16,-17 12-48 0,-1-5-64 0,-6 1-218 16,-3 3-477-16,0-5 211 0</inkml:trace>
  <inkml:trace contextRef="#ctx0" brushRef="#br0" timeOffset="116901.22">8001 13343 26 0,'0'0'247'0,"-5"3"-28"0,5-3-19 16,0 0-19-16,0 0-18 0,0 0-14 16,0 0-22-16,21-3-13 0,-7 3-12 0,-3 0-7 0,9 0-11 15,0 0-9-15,1 0-9 0,1 1-8 0,-4 1-6 16,1 2-11-16,-6-1-3 0,5 1 0 0,-8 0-9 16,0 0-10-1,-1-1-7-15,-2 4-9 0,-1-2-19 0,-3 2 1 16,-2 0 0-16,-1 4 1 0,-1 0-3 0,-4-1 5 0,-2-1-3 15,-2 3 8-15,-1-3-2 0,1 2 1 16,-4 1 0-16,3-2 0 0,-1 0 0 0,2-1 2 16,0-2 2-16,1 0-1 0,3-4-4 0,0 2 3 15,1-1 4-15,-1-1-4 0,2 1-3 0,2 1 5 0,1-1-3 16,4 0 5-16,2-3 1 0,3 6 0 0,1-5-3 0,7 2 4 16,-3 1-4-16,1 2 1 0,3-2-1 0,3 3 2 15,-5-1-2-15,4 0 2 0,-1 0 0 0,-4-2 1 16,-1 2-2-16,-5 1-2 0,-1-1 1 0,-1-2-2 15,-3-2 9-15,-3 3 0 0,-1-3 3 0,-2 1 8 16,-9 1 5-16,-5 0-4 0,-6 1-2 0,-11 0-4 16,0 0 3-16,-6 0-2 0,3-2-4 0,-3-3-14 0,0 2-45 0,0-3-60 15,-12-3-190-15,19 1-328 0,3-6 145 0</inkml:trace>
  <inkml:trace contextRef="#ctx0" brushRef="#br0" timeOffset="117987.42">10787 12692 193 0,'0'-7'231'0,"-3"2"-17"0,3 0-23 15,-1 1-14-15,-1-2-20 0,0 2-15 0,1-1-14 16,-3 3-16-16,-2-1-12 0,1 1-10 0,-4 2-13 0,-2 2-9 15,-2 2-3-15,-4 2-9 0,-9 8-10 0,-1 1-4 16,-2 2-2-16,-3 4-7 0,4-1-5 0,-3 4-3 16,5 0-2-16,-1 1-4 0,1 1-1 0,3-1-8 15,0 1-1-15,4-2-1 0,2 4 1 0,3-3 0 16,8-2-4-16,-1-5 3 0,4 0-2 0,3 1 2 16,2-2-3-16,2 0 4 15,0-7-1-15,6 4 7 0,-1-3 0 0,0-3 0 16,9-1 9-16,-1-4 2 0,3-1 12 0,-1-4 5 15,3 0 9-15,-2-6 9 0,6-1 3 0,-1-3 15 16,-3-4 0-16,-4 5 8 0,1 0 8 0,-1-5 5 16,-1 0-8-16,1-3-4 0,-7 4 8 0,3-6-4 15,-1 3-11-15,-4-1-1 0,2-3-4 0,-2 2-3 16,0 4 1-16,-4-1 7 0,1 2 14 0,-4 3 3 0,1 1-2 16,-1 2-2-16,3 2-2 0,-4 0-7 0,1 1-7 15,-1 1-9-15,0-1-10 0,1 4-19 0,-2-1 2 0,0 3-9 16,2-6-21-16,-2 6-39 0,0-4-12 0,0 4-31 15,0 0 4-15,0 0 3 0,4 10 4 0,-7-3 5 16,2 2 5-16,1 4 5 0,0-1 4 0,-2 5-1 16,2 0 21-1,2 1-12-15,-6 3 5 0,2 3 3 0,2-4 2 0,1 6 3 16,-1-9-1-16,0 0 1 0,1-1 2 16,1-5 3-16,0 1 5 0,-1-3 1 0,2 1 8 15,0-4 0-15,0-1-3 0,6 2 12 0,0-3-4 16,8 0 4-16,7-4-2 0,9-2-21 0,3 0-41 0,5-6-65 15,9-1-89-15,6-3-132 0,-5-3-225 0,-1-2-613 16,-3-2 272-16</inkml:trace>
  <inkml:trace contextRef="#ctx0" brushRef="#br0" timeOffset="118550.25">11322 13009 201 0,'3'-4'331'16,"-3"4"-22"-16,0 0-30 0,0 0-28 0,1-5-24 0,-1 5-27 16,0 0-21-16,0 0-19 0,0 0-21 0,0 0-28 15,0 0-25-15,0 0-31 0,0 0-7 0,0 0-5 0,-2 14-7 16,0-6-2-16,1 2-3 0,-3 4-5 0,-1 3 4 15,-1 3-6-15,-2-2-6 0,-1 7 0 16,3-6-1-16,-2-2-1 0,3 0-2 0,1-2-3 16,-1-4 1-16,5 0 0 15,-4-5-6-15,4 2-7 0,-1-1 6 0,-2-5-2 16,2 4 23-16,1-4 23 0,0-2 25 0,0 0 16 16,0 0-7-16,0 0-9 0,13-10-1 0,-4 2-10 15,2-4-4-15,2 0-2 0,1-2-4 0,2-1-11 16,3-4 0-16,-5 4-10 0,5-4-2 0,-4 5-4 15,-1 4-10-15,0-2 1 0,-4 5-3 0,-2 3-5 0,1-2-6 16,1 1-9-16,-6 2-6 0,4 2-3 0,-3 1-11 0,-5 0-3 16,15 5-3-16,-6 0 0 0,-1 2 3 0,0 2 1 15,0 3 1-15,1 0-16 0,1 4-18 16,-2-1-30-16,0 2-38 0,0-2-47 0,1 1-58 0,-2-1-249 16,-2-4-522-16,1-2 232 0</inkml:trace>
  <inkml:trace contextRef="#ctx0" brushRef="#br0" timeOffset="118967.17">12233 12844 101 0,'0'0'177'0,"-6"-1"-13"0,6 1-10 16,0 0-10-16,0 0-11 0,0 0-10 0,-6 1 0 15,6-1 0-15,0 0-16 0,0 0-8 0,0 0-4 16,0 0-7-16,0 0 1 0,0 0-13 0,32-1 5 16,-12 0 1-16,8-2 0 15,4 1-2-15,4-2 0 0,1 1-2 0,14-2-1 16,-11 2-8-16,-2-1 1 0,-1-1-4 0,2 3-13 16,-4-1-7-16,-2-1-1 0,-3 1-7 0,-10 0 2 15,2 2-5-15,-6 1-11 0,-4-1-25 0,-3 1-33 16,1 0-42-16,-6 0-33 0,-4 0-22 0,5 2-55 15,-5-2-199-15,0 0-415 0,-15 3 184 0</inkml:trace>
  <inkml:trace contextRef="#ctx0" brushRef="#br0" timeOffset="119289.74">12351 13092 34 0,'-4'1'268'0,"0"2"-7"0,-1-2 3 0,5-1-9 16,-2 3-8-1,2-3-28-15,0 0-25 0,0 0-22 0,20-7-18 16,-2 6-15-16,9-7-15 0,2 0-12 0,7 0-11 15,2 2-9-15,2-2-8 0,16-2-11 0,-5 0-6 0,-12 5-5 16,-1 0-11-16,0-2-3 0,-6 2-6 16,-2 2-2-16,-11 1-4 0,-5 0-5 0,-3 1-3 15,1-3-4-15,-5 4-7 0,0-2-15 0,-1 2-36 16,0-1-25-16,-6 1-27 0,0 0-54 0,0 0-62 0,0 0-252 0,-22 3-491 16,10-3 218-16</inkml:trace>
  <inkml:trace contextRef="#ctx0" brushRef="#br0" timeOffset="123342.9">14142 12226 182 0,'2'-4'192'16,"-2"0"-5"-16,0 4 0 0,2-5-11 0,-2 5-6 0,2-5-14 15,-1 2-12-15,-1 3-9 0,0 0-12 16,1-4-14-16,-1 4-15 0,0 0-13 0,0 0-11 16,0 0-13-16,0 0-19 0,0 0-3 0,0 0-1 0,-5 13-6 15,2-2-3-15,0-1-2 0,-3 9-5 0,-2-1 0 0,-1 6-6 16,-3 2-3-16,2 0-4 0,5-1 1 0,-7-1-1 15,6 0-2-15,-2-4-1 0,3 3-1 0,0-3 2 16,-1-3 2-16,0 0-7 0,2-2 7 0,1-3-7 0,-1-3 3 16,2 2-8-16,0-4 10 0,0 2 3 15,0-3-6-15,1-2 4 0,1 1-2 0,0-1 3 16,0 1 4-16,0-2-1 16,1 1 6-16,3-1 0 0,1-1 0 0,5 1-1 15,2-3 0-15,7 0-15 0,-2 0-19 0,1 0-23 16,0-4-28-16,-1 1-34 0,3 0-29 0,-1 1-35 15,-3-1-145-15,1-4-339 0,0 2 150 0</inkml:trace>
  <inkml:trace contextRef="#ctx0" brushRef="#br0" timeOffset="123543.07">14306 12472 111 0,'-4'-1'263'0,"4"1"-26"0,-2-3-22 16,2 3-22-16,0 0-24 0,0 0-25 0,-7-2-12 15,7 2-14-15,-1 6-15 0,-3 2-10 0,0 4-13 16,-1 4-11-16,2 2-3 16,1 1-7-16,-3 6-8 0,-1 1-3 15,3 0-3-15,0 3-6 0,-3-3 0 0,4 0-28 16,-1 2-24-16,1-1-27 0,0-1-35 0,0 0-45 0,0-2-220 16,-1-6-368-16,1-3 163 0</inkml:trace>
  <inkml:trace contextRef="#ctx0" brushRef="#br0" timeOffset="124097.63">13842 13046 11 0,'0'0'197'0,"-9"0"-12"0,9 0-3 0,-9 0-16 16,9 0-15-16,0 0-17 0,0 0-15 0,-9 0-10 15,9 0-6-15,0 0-17 0,-5 2-9 0,5-2-9 16,0 0-6-16,0 0-6 16,0 0-4-16,0 0 0 0,0 0-10 0,0 0-2 15,0 0-1-15,0 0-1 0,0 0-1 0,-5 1-5 16,5-1-1-16,0 0-4 0,0 0-3 0,0 0 4 15,0 0-9-15,0 0 4 0,0 0-4 0,0 0 0 16,0 0-1-16,0 0-2 0,0 0 2 0,0 0-1 16,0 0 1-16,0 0-2 0,0 0 3 0,0 0-1 15,0 0 0-15,0 0-3 0,0 0 2 0,0 0 1 0,0 0-2 0,0 0-5 16,0 0-1-16,0 0-3 0,0 0 2 0,0 0-3 16,0 0 5-16,0 0-6 0,0 0-1 0,0 0-7 15,0 0 8-15,0 0 0 0,0 0 0 0,0 0 3 16,0 0 5-16,36-3-2 0,-4 0 2 0,19-3 1 15,9-2-4-15,28-4 1 0,8 2-3 0,5-4 11 16,8 1 11-16,2-1 7 16,4 3-2-16,-3-2 2 0,-6 3-2 0,-5 0-1 15,-9 4-1-15,-32 2-5 0,2 0-6 16,-5-1-1-16,-6 1-3 0,-14 1-1 0,-1 0 9 16,-8 3-12-16,-10-2-4 0,1 0 0 0,-7 1-3 0,-6 0 2 15,3 1-3-15,-1-1-9 0,-3 1-5 0,-5 0-9 0,0 0-26 0,0 0-30 16,0 0-32-16,-32 8-43 0,10-3-45 15,-6 1-220-15,-4 1-446 0,-1-3 198 0</inkml:trace>
  <inkml:trace contextRef="#ctx0" brushRef="#br0" timeOffset="124698.82">14247 13434 267 0,'0'-6'310'15,"3"-1"-15"-15,-2 2-10 0,4 1-20 0,-5-3-24 0,0 3-35 0,1 2-9 16,-1 2-27-16,0 0-23 0,0-10-24 0,0 10-30 16,3 0-27-16,-3 0-17 0,0 0-14 0,0 0-4 15,0 16-3-15,0-5-4 0,0 6-4 0,-3 2-1 16,2 6-2-16,-4 3 2 0,1-1-9 0,-1-1 4 15,0 0-1-15,1 1-3 0,-2-2-2 0,3-6 5 16,-3-2-9 0,3 0 5-16,1-5 0 0,-1 0-2 0,2-4-2 15,0 1 1-15,-1-6 11 0,2 3 11 0,-1-1 20 0,1-2 23 16,0-3 33-16,1 3 40 0,-1-3 12 0,0 0-6 16,0 0-19-16,0 0-12 0,13-17-12 0,-5 7-14 15,2-2-11-15,0-2-10 0,3 0-4 0,-4-1-16 16,6 2-4-16,-3-1 0 0,-6 5-6 0,3 0-2 15,-1 3-7-15,-2 1-15 0,-2 2-3 0,1-2-4 0,-1 1-21 16,-1 4-18-16,2-3-16 0,0 1-2 0,-5 2 6 16,9 2-14-16,-3 1-2 0,-1-1 3 0,4 5-5 15,-2 1 6-15,0 1 2 0,1 1-4 0,1 0-11 0,-1 1-21 16,1 4-17-16,-1-3-25 0,-3 0-29 16,1-2-31-16,-1 2-22 0,-3 0-21 0,2-4-17 15,-4 4-211-15,-2-8-496 0,-1 1 219 0</inkml:trace>
  <inkml:trace contextRef="#ctx0" brushRef="#br0" timeOffset="124983.51">14633 13304 287 0,'4'-4'295'15,"-1"2"-26"-15,1 1-30 0,-4 1-27 0,4-4-26 16,-4 4-19-16,0 0-19 0,9 4-16 0,-5 1-15 16,0 2-13-16,-3 3-11 0,2 5-9 0,-2 2 13 15,-1 3-15-15,-4 0-4 0,1 5-12 0,0-6-4 0,-2 2-7 0,2-3-5 16,-4-2-5-16,4-6-2 0,1 2-6 0,-1-1-5 16,2-2-2-16,0-4-13 0,1 2-5 0,0-2 4 15,1 0 0-15,5-4 8 0,3 0-5 0,9-2-5 16,10-3-18-16,4 0-39 0,9-4-53 0,8-1-80 15,3-3-293-15,0-5-506 0,-2-3 224 0</inkml:trace>
  <inkml:trace contextRef="#ctx0" brushRef="#br0" timeOffset="125516.01">15883 12830 206 0,'0'0'205'0,"0"0"-16"0,0 0-11 0,-8 0-15 16,8 0-9-16,0 0-11 0,0 0-12 0,0 0-11 15,0 0-13-15,0 0-13 0,0 0-5 0,0 0-8 0,19-3-10 16,-7 2-6-16,2-2-6 0,4 1-5 0,2-1-6 16,8-2-4-16,3 0-5 0,-3-2-7 0,-1 3 2 15,1-1-3-15,-7 2-3 0,-2 1 0 0,-1-1-3 0,-2-1-1 16,-3 1 3-16,-3 1 2 0,0-1-1 15,-2 3-4-15,-3 0-4 0,2-2 0 0,-1 0 0 16,-6 2-15-16,6-2-19 16,-6 2-14-16,0 0-33 0,0 0-30 0,0 0-12 15,0 0-29-15,0 0-30 0,0 0-176 0,0 0-365 16,0 0 161-16</inkml:trace>
  <inkml:trace contextRef="#ctx0" brushRef="#br0" timeOffset="125948.16">16376 12649 281 0,'0'-5'301'0,"3"3"-9"0,-3 2-18 0,2-5-17 15,-2 1-25-15,0 4-25 16,0 0-18-16,3-4-20 0,-3 4-20 0,0 0-15 15,0 0-23-15,1-4-10 0,-1 4-13 16,0 0-15-16,0 0-14 0,0 0-9 0,5 14-9 0,-5-10-4 16,3 7-8-16,-3 1-3 0,1 0-1 0,-2 5-7 15,0 0 5-15,-1 2-6 0,2-1-2 0,-4 1-1 16,2 2-1-16,-1 3-2 0,1-5-1 0,-2-3-3 16,1 2 9-16,1-5-12 0,2-1 2 0,-4 0-2 0,3-3 1 15,1-1-2-15,0 1 1 0,-2-4 0 0,2 0-4 16,-1-1 5-16,1 0 2 0,0-4 1 0,-1 7 4 15,1-7 17-15,-1 5 9 0,1-5 4 0,0 0 8 16,0 2-7-16,0-2 6 0,0 0-2 0,1 4-5 0,-1-4-5 16,0 0-1-16,0 0-8 0,0 0-1 0,0 0-1 15,0 0 1-15,0 0-10 0,0 0-1 0,0 0-13 0,0 0-24 16,0 6-12-16,0-6-14 0,0 0-19 0,0 0-18 16,0 0-34-16,0 0-93 0,0 0-78 0,0 0-215 15,-4-16-545-15,4 11 242 0</inkml:trace>
  <inkml:trace contextRef="#ctx0" brushRef="#br0" timeOffset="126217.46">16615 12522 162 0,'4'0'172'16,"-4"0"-17"-16,11 5-8 0,-3 1-9 0,1 4-7 16,1 4-6-16,-1 3-6 0,0 7-10 0,4 3-5 15,-4 2-12-15,-4 1-9 0,-1 1-10 0,-3 0-2 16,-1 2-9-16,-2-1 1 0,-5 1-13 0,-3 1-5 16,-7-7-2-16,3 2-2 0,-9 1-2 0,-1 0-8 15,-4-4-12 1,0-2-16-16,-1-1-28 0,-2-3-25 0,-1 1-29 15,1-8-33-15,-1-1-191 0,2-1-326 0,1-7 144 0</inkml:trace>
  <inkml:trace contextRef="#ctx0" brushRef="#br0" timeOffset="126532.93">15980 12472 36 0,'-9'4'155'0,"1"5"-11"15,-1-2-9-15,-8 15-11 0,-1 2-9 0,-2 4-10 16,-9 11-4-16,4 2-14 0,-1 1-6 0,1-2-8 15,10-8-9-15,4 0-3 0,5 4 10 0,3 0 10 16,6-2 1 0,3-3 4-16,11 3-3 0,4-3 3 0,14 4-9 0,3-3-6 15,4-6-9-15,8-3-33 0,1-6-42 0,3-4-80 16,-16-6-225-16,14-2-343 0,-16-2 152 0</inkml:trace>
  <inkml:trace contextRef="#ctx0" brushRef="#br0" timeOffset="127851.82">16908 12221 54 0,'1'-3'207'0,"-1"3"-18"0,4-4-26 0,-4 4-12 16,0 0-24-16,0 0-5 0,0 0-18 0,4 11-6 16,-4-1-10-16,-3 0-9 0,6 3-11 0,-7 4-5 15,-1 1-5-15,1 1-6 0,0 6-3 0,-5 1-9 0,4-3-1 16,0-4-6-16,1 1-8 0,0-2-4 0,0-3 1 16,3-1 0-16,-3-6-7 0,4 1 3 15,-6-4 3-15,6 2 33 16,0-3 21-16,-3 1 24 0,2-2 26 0,1-3 24 0,0 0-2 15,0 0-13-15,0 0-4 0,14-9-17 16,-5-1-20-16,4 0-3 0,-2-3 4 0,5-3-11 16,3-5-7-16,-5 8-3 0,3-7-8 0,2 1 5 15,-8 6-1-15,0 4 1 0,-3 0-13 0,0 0-2 16,-3 6-13-16,0-4-2 0,0 2-15 0,-1 3 0 0,1 2-22 16,-5 0-6-16,0 0-11 0,14 7 3 0,-6 0-5 0,-2 2-4 15,3 7-4-15,0 0-19 0,0 2-32 0,4 8-49 16,-4-1-53-16,0 2-69 0,0 1-293 0,-5-9-583 15,2-2 258-15</inkml:trace>
  <inkml:trace contextRef="#ctx0" brushRef="#br0" timeOffset="128992.31">19913 12874 75 0,'0'0'195'0,"0"0"-11"15,-8-2-5-15,8 2-16 0,0 0-9 0,0 0-18 16,0 0-16-16,0 0-8 0,0 0-17 0,0 0 0 15,16-10-17-15,-10 5-5 16,4 0-6-16,2 0-13 0,2-2-1 0,-2 1-6 16,3-3-4-16,-1-2-6 0,1 1 2 0,2-3 0 15,-2-3-1-15,3-4-2 0,1 1-6 0,-1-2 3 16,1-2 2-16,-1-4 0 0,0-1 0 0,1-4-3 16,2-8-2-16,-6 10-2 0,-1-1-4 0,3-2-2 15,-2-12 2-15,-1 13-4 0,-4-1 2 0,0-2-3 16,-1 5-1-16,-1-2 0 0,1 1 2 0,-4 4 5 0,0 3 6 0,-3 6 7 15,0 2 3-15,-2 4 1 0,0-1-3 16,0 4 0-16,-2 3-5 0,2 0-8 0,0 1-7 0,0 0-23 16,0 5-2-16,0 0-1 0,0 0 0 0,-17 11-8 15,9 3 2-15,-1 5 9 0,-6 5-5 0,2 8-1 16,-3 11 2-16,0 2 1 0,-2 0 2 0,3 3-1 16,0 0-1-16,3-14 0 0,-2 15 2 0,9-13-1 0,-3-2-3 0,7-3 3 15,0 1 6-15,2-3-2 0,3-3 4 0,0-7 3 16,2-1 6-16,2-1 3 0,2-5 6 15,3 2 4-15,2-4 6 0,1-3-10 0,4-3 6 16,2 0-4-16,6-3 4 0,-8-2 9 0,-1 0 5 0,3-3 6 16,-5 1 2-16,-2-6 3 0,-2 4-1 0,0-4 1 15,-4 1-4 1,2-4-5-16,-2 2-2 0,-4 0-10 0,0-1-1 16,-2 0-14-16,-2 1-8 0,-3-1-1 0,-2 1-8 15,-1 2-13-15,-4-1-14 0,-2 4-13 0,0 0-7 0,-11 1-8 16,-1 3-3-16,-5 1-7 0,-1 1-17 0,11 1-4 15,-3 1-14-15,1 4-18 0,2-3-15 16,4-1-51-16,4 4-25 0,-2-4-162 0,6 1-405 16,2-1 179-16</inkml:trace>
  <inkml:trace contextRef="#ctx0" brushRef="#br0" timeOffset="129424.59">20685 12608 164 0,'0'0'289'0,"0"0"-33"0,0-5-27 0,0 5-24 15,0 0-22-15,0 0-24 0,0 0-19 0,0 0-14 16,0 0-14-16,0 0-11 0,0 0-12 0,1 12-11 0,-1-5-8 0,0-2-9 15,-1 7-4-15,0 0-5 0,0 0-1 0,-2 3-10 16,2 1-4-16,-2 1-6 0,-1 0-3 0,2-4 1 16,0 0-5-16,0-2-4 0,-1-1 2 0,2-3-2 15,0 0-3-15,-2-3 5 0,3 1-3 0,0 1 0 16,0-6 23-16,0 6 34 0,0-5 22 0,0-1 23 16,0 0-3-1,0 0-19-15,0 0-1 0,10-7-16 0,-6 0-7 0,4 1-6 16,2-5-18-16,-1 3 0 0,4-5-4 0,1 4-5 15,-1-3-3-15,-2 4-10 0,-1-1-3 16,2 3-9-16,-2 0 18 0,-5 1-24 0,-1 3-7 16,1-2-12-16,-1 3-20 0,1-1 1 0,-5 2-11 0,10 2 5 15,-3-1-2-15,-2 3-8 0,0 3-9 0,0-2-11 16,3 3-24-16,-2 1-18 0,-1 1-29 0,2-1-36 0,1 0-42 16,0 2-279-16,0-4-533 0,1 3 236 0</inkml:trace>
  <inkml:trace contextRef="#ctx0" brushRef="#br0" timeOffset="129856.8">21587 12358 21 0,'0'0'122'0,"-8"1"-8"15,8-1-8-15,-7 0 1 0,7 0-17 0,-6 1-6 16,6-1 7-16,-4 1-14 0,4-1 0 0,0 0 4 0,0 0 6 0,0 0-1 15,0 0 1-15,0 0 6 0,0 0 3 0,0 0-1 16,0 0-6-16,0 0-9 0,0 0-5 0,0 0-3 16,15-8-9-16,-2 6-2 0,5-1-11 15,8-3-3-15,2 3-5 0,3-2-6 0,1-3-1 0,4 4 1 16,-2-1 2-16,2-2 1 0,-2 2 0 0,-4 1-3 16,1-1-4-1,-9 2-3-15,-3 1-4 0,-1-2-1 0,-7 3-3 16,-1-2-2-16,-3 3-7 0,0-2-20 0,1 2-38 0,-8 0-22 15,6 1-2-15,-6 3-21 0,0-4-45 0,-10 5-214 16,0-3-378-16,-2 1 168 0</inkml:trace>
  <inkml:trace contextRef="#ctx0" brushRef="#br0" timeOffset="130158.07">21596 12608 117 0,'-4'2'238'0,"2"0"-5"0,2-2-15 16,-7 1-20-16,7-1-22 0,0 0-16 0,0 0-17 15,34-3-12-15,-13 1-14 0,11-1-10 0,0-2-12 16,0-2-14-16,5 3-4 0,-2-2-11 0,-1 3-2 15,3-2 0-15,-2-1-3 16,-3 2-4-16,-4 0 1 0,-8 2-5 0,-1-2-4 16,-5 3-4-16,-1-1-7 0,-6 0-1 0,0 0-2 15,0 2-6-15,-1-1-12 0,-6 1-31 0,9 0-19 16,-9 0-40-16,0 0-39 0,0 0-74 0,-19 6-205 16,5-5-425-16,14-1 188 0</inkml:trace>
  <inkml:trace contextRef="#ctx0" brushRef="#br0" timeOffset="137375.1">22840 12312 52 0,'-11'1'164'0,"5"-2"-6"0,1-1-19 0,5 2-9 15,-10 0-8-15,10 0-17 0,-8 0-4 0,8 0-10 16,-5 3-5-16,5-3-7 0,0 0-10 0,0 0-5 15,0 0-8-15,-7 0-2 0,7 0-7 0,0 0-1 16,0 0-4-16,0 0-2 0,0 0-5 0,-7-3-1 16,7 3-3-16,0 0-6 0,0 0 1 0,0 0 0 0,0 0-7 15,0 0-3-15,0 0 0 0,0 0-3 0,0 0-2 0,0 0 0 16,0 0 1-16,0 0-4 0,0 0-1 0,0 0 0 16,0 0 0-16,0 0 0 0,0 0-1 0,0 0-4 15,0 0 3-15,0 0-1 0,0 0-1 0,0 0 2 16,0 0-5-16,0 0 3 0,0 0 0 0,0 0-3 15,0 0 3-15,0 0-1 0,0 0 2 0,0 0-2 0,0 0 7 16,0 0 3-16,20 0 5 0,-7 0-5 0,6-2 4 0,10-1-1 16,1 3 0-16,3 0-3 0,4-4 0 0,0 0 6 15,4 0-3-15,-3 2-1 0,3-3-3 0,-4 5 0 32,-2 0-4-32,-6-5 0 0,-6 7 0 0,-4-3 2 0,-3 1 0 0,-3 0-3 0,-2 0-1 0,-3-1 3 15,-2 1-2 1,1 0-2-16,1 0-2 0,-8 0 1 0,7 0-2 15,-7 0-1-15,6-1-4 0,-6 1-3 0,0 0-9 0,0 0-22 16,0 0-23-16,0 0-32 0,0 0-30 0,0 0-53 16,0 0-115-16,0 0-314 0,-21-4 138 0</inkml:trace>
  <inkml:trace contextRef="#ctx0" brushRef="#br0" timeOffset="138233.99">23868 11918 166 0,'-1'-4'194'0,"1"4"-25"16,1-5-4-16,-1 5-12 0,0-6-16 0,4 1-12 15,0 3-14-15,-2-2-4 0,5 1-14 0,-2-2-8 16,1 0-8-16,4-2-10 0,-1 4-2 0,2 2-8 16,3-3-7-16,-2 2-5 0,1-2-6 0,1 4-3 15,5-3-4-15,-6 3-6 16,0 5-4-16,-2-2 3 0,2 2-11 0,-5-1-2 16,2 4-7-16,-1-1-1 0,-4 3-3 0,-1-1 1 15,1 4-6-15,-5 3 6 0,-5 2 1 0,-1 1-5 16,-7 7 5-16,-5-2 4 0,-4 2-4 0,0 2-2 15,-6-4-4-15,3-2 5 0,-1-1-1 0,1 3-1 16,4-4 1-16,-2-2 4 0,0-2-5 0,9-5 8 16,0-2-4-16,3-3-2 0,1-1-2 0,3-2-1 0,3 1 3 0,-2 1 3 15,1-4 3-15,2 1 16 0,3-2 9 0,-4 4 1 16,4-4-8-16,0 0 4 0,14-1-4 0,4-2-6 16,2 1 4-16,9-3-4 0,0 5-4 0,6-2 1 15,1-1-7-15,-1 2-1 0,2 0-2 0,0 0-16 16,3 3-19-16,-3-1-40 0,-2 2-53 0,-1 3-62 15,-3-5-154 1,-11-1-364-16,2 0 162 0</inkml:trace>
  <inkml:trace contextRef="#ctx0" brushRef="#br0" timeOffset="138763.18">23586 12561 14 0,'0'0'86'0,"0"0"-1"16,0 0 5-16,-5 1-12 0,5-1 7 0,0 0-3 16,0 0 3-16,0 0-7 0,0 0 2 0,0 0-3 15,0 0 0 1,0 0-4-16,0 0-5 0,0 0-1 0,0 0-4 0,0 0-10 16,0 0 1-16,0 0-6 0,0 0-4 0,0 0-7 15,0 0-13-15,0 0 6 0,0 0 0 0,0 0-5 16,0 0 1-16,0 0-6 0,0 0-4 15,0 0-9-15,-7 2 10 0,7-2 10 0,0 0 7 0,0 0 3 16,0 0 2-16,0 0 9 0,0 0-1 0,0 0-4 16,0 0-6-16,18-7 0 0,1 3-6 0,13-2 6 0,17-3-6 15,6 3 10-15,6-5 5 0,34-2 1 0,4-3 4 0,1 6 4 16,0-2 1-16,-6 0 1 0,0 0-5 0,-27 7-3 16,-3-2-3-16,-3 2-4 0,-2 1-9 15,-3 1-1-15,-6 0-1 0,-14 0-5 0,-2 2-5 0,-7 0 0 16,-9 1-15-16,-5 0-15 0,-2 0-7 0,-3 0-2 15,0 0-4 1,-8 0-1-16,0 0-15 0,0 0-20 0,0 0-9 16,-36 5-9-16,19 0-23 0,-12-3-21 0,1 5-24 15,1-3-43-15,-5 0-130 0,5-2-344 0,-1 3 152 16</inkml:trace>
  <inkml:trace contextRef="#ctx0" brushRef="#br0" timeOffset="139417.44">24218 12654 90 0,'0'0'237'0,"0"0"-21"0,1-3-24 0,-1 3-21 0,0-5-24 16,0 5-16-16,0 0-12 0,0 0-17 16,0 0-9-16,-1 13-9 0,1-6-10 0,-4 3-11 0,2 3-1 0,-3 2-13 15,0 3 1-15,-2 1-10 0,-1-2-2 0,1 8-3 16,-5-2-4-16,5-3-3 0,-2 2-3 0,-1-5-1 0,2 2-5 16,1-3 0-16,1 0-4 0,1-6 1 0,1 1-4 15,-1-2 0-15,4-4 1 0,-2 3 4 0,2-4 11 16,0 1 42-16,-1-2 29 0,2-3 14 0,0 0-12 15,0 0-10 1,12-7-9-16,-1 1-4 0,3-5-8 0,0-2-4 16,3 1-7-16,5-2 2 0,1-5-10 0,1 2-2 15,0-2 0-15,3 3-7 0,0 0 1 0,-4-1-5 16,-6 5-3-16,-1 2 1 0,-4 3-4 0,-1 0-3 16,-1 2-6-16,-3 1-5 0,-1 3-6 0,1-2-4 15,0 3-3-15,0 3-5 0,4-1 1 0,-2 4-4 0,-2 0-3 16,0 5-3-16,2-2 6 0,0 7 1 0,0-2-4 0,-4-1 6 15,0-1-3-15,3 3 2 0,-4-1-2 0,-2-4 3 16,2 2-4-16,1-2-10 0,-3 0-5 0,0 1-12 16,1-1-6-16,-1-3-16 0,0-2-15 0,0 3-16 15,-2-3-19-15,0-1-12 0,1 0-14 0,-1 0-19 16,0-4-24-16,3 4-35 0,-3-4-193 0,0 0-431 16,0 0 191-16</inkml:trace>
  <inkml:trace contextRef="#ctx0" brushRef="#br0" timeOffset="145306.51">25584 12235 144 0,'0'0'170'0,"0"0"-15"16,0 0-13-16,0 0-10 0,-5 0-14 0,5 0-15 15,0 0-9-15,0 0-4 0,0 0-11 0,0 0-3 16,0 0-5-16,0 0-5 0,-9-2 3 16,9 2-4-16,0 0-7 0,0 0-5 0,0 0-4 0,0 0-1 15,0 0-6-15,0 0-3 0,0 0-4 0,0 0-5 16,0 0-2 0,0 0-5-16,0 0-1 0,0 0 0 0,0 0-4 15,0 0-3-15,0 0-3 0,0 0 1 0,0 0 3 0,0 0-4 16,0 0-2-16,0 0 5 0,0 0-7 0,0 0 0 15,0 0-1-15,0 0 1 0,0 0-1 16,0 0-1-16,0 0 1 0,0 0-5 0,0 0 4 0,-9 2 0 16,9-2-1-16,0 0-4 0,-8 0 1 0,8 0 3 15,0 0-2-15,-6 0 0 0,6 0 0 0,0 0-1 0,0 0-1 16,-11 0 6-16,8 2 3 0,3-2 1 0,0 0 3 0,0 0 3 16,0 0-5-16,0 0 2 0,0 0 0 0,0 0-5 15,0 0 1-15,23-7-1 0,-3 4 1 16,11-2-3-16,0 1-2 0,2 0 1 0,3-2 0 0,2-1-1 15,-2 2-5-15,2 0-3 0,-2 0 3 0,-3 0 0 16,-5-1 2-16,-8 3 0 0,0 2 0 0,-5-2 1 0,-6 0-2 16,0 2 1-16,0-3-1 0,-4 4-1 0,0 0-2 0,2-2-7 15,-7 2-12-15,0 0-5 0,0 0-18 0,0 0-19 16,0 0-20-16,0 0-32 0,-21 4-5 16,11-1-27-16,1 0-148 0,-5-3-321 0,5 3 142 15</inkml:trace>
  <inkml:trace contextRef="#ctx0" brushRef="#br0" timeOffset="145699.26">26099 12054 60 0,'1'-6'272'16,"1"0"-8"-16,-1 1-19 0,0-1-7 0,-2 0-16 15,2 2-14-15,-1 0-20 0,2 0-24 0,-2 4-17 16,1-5-16-16,-1 5-18 0,1-4-13 0,-1 4-13 16,0 0-14-16,0 0-17 0,0 0-6 0,0 0-7 0,0 0-3 15,3 15-6-15,-2-7-5 0,0 4-1 0,-1 3-5 16,0-1-4 0,-2 3 2-16,2 0-4 0,0 2-3 0,-2-2 1 15,1 3-3-15,1-3-1 0,0 2-1 0,0-2 3 16,0-1-6-16,0-5-2 0,0 3 3 0,-1-2-1 15,1-4-2-15,0 2 0 0,0-4 1 0,0-1-1 16,0 1 2-16,-1 0-1 0,1-3 1 0,0-3-1 16,0 7 0-16,0-7 4 0,1 6-1 0,-1-6 1 15,-1 1 0-15,1-1-2 0,0 0 1 0,0 0-1 0,0 0 1 0,-2 4-1 16,2-4 0-16,0 0 1 0,0 0-31 0,0 0-35 16,0 0-25-16,0 0-34 0,0-13-27 0,2 5-22 15,-2-1-55-15,0-1-167 0,1-3-419 0,1-3 185 16</inkml:trace>
  <inkml:trace contextRef="#ctx0" brushRef="#br0" timeOffset="145945.65">26279 11869 53 0,'4'-4'185'0,"3"1"-16"0,-4-1-19 0,3 1-18 16,1 3-11-16,0 3-17 15,3 2-14-15,0 1-16 0,1 9-4 0,2-1-6 16,3 6-7-16,-5 5-4 0,-2 2-6 0,1 6-3 16,-5 1-7-16,-5 0-6 0,-1 0-2 0,-9 12 5 15,-2-11-4-15,-2 9 0 0,0-12-7 0,-2-1 3 16,-11 11-4-16,-1-6 0 0,-2-10-2 0,-7 6 1 16,-3-3-8-16,-3-2-27 0,9-8-26 0,-15 7-30 15,3-8-62-15,-6-2-118 0,15-6-269 0,1-4 119 0</inkml:trace>
  <inkml:trace contextRef="#ctx0" brushRef="#br0" timeOffset="146293.2">25574 11958 101 0,'-14'14'112'0,"-8"7"-5"16,0 5-6-16,-2 2-7 0,-4 10-1 0,0 3-9 15,0 1-10-15,6 0 1 0,9-11-10 0,3 0-9 16,4 2-2-16,3-1-7 0,7-3 5 0,6-1 12 0,3-3 7 16,13-1-4-16,7-5-10 0,19 3 5 0,12-5-7 31,28-3-17-31,3-7-35 0,3-7-54 0,3-6-62 16,-8-4-115-16,-3 0-247 0,0-4 109 0</inkml:trace>
  <inkml:trace contextRef="#ctx0" brushRef="#br0" timeOffset="146979.67">26706 11635 225 0,'0'0'231'0,"-1"-5"-24"16,1 5-22 0,0 0-21-16,1-5-19 0,-1 5-19 0,0 0-13 15,0 0-17-15,0 0-17 0,0 0-3 0,0 15-3 0,-1-5-9 16,1 0-4-16,-3 3-13 0,2 3-10 0,-3 3 6 16,-1 0-7-16,1 1-3 0,-1 4-4 0,1-4-2 15,3-2-6-15,-4-1-1 0,1-2 2 16,-1-1-8-16,3-4 0 0,0 0 1 0,1-4 2 0,1 0 0 0,-3-1 4 15,3 0 16-15,0-1 28 0,0-4 26 0,0 3 9 16,0-3-12-16,0 0-7 0,14-7-7 0,-1-3-10 16,1 0-10-16,4-3-4 0,-1 0-2 0,5-2-9 0,-2-3-2 15,-2 4 0-15,-3 2-6 0,0 0 0 16,0 3-3-16,-6-1-1 0,1 4 5 0,-3-1-10 16,1 3-4-16,-3 0-7 0,1 3-5 0,-2-1-1 15,-4 2-1-15,12 6 1 0,-6 2-3 0,3 2-1 0,0 4 1 0,0 3-22 16,4 9-22-16,-3 2-42 0,-1-2-48 0,2 3-65 15,-3-2-282-15,-3 0-519 0,-1-7 230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5:52:53.24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2287 2724 235 0,'0'0'263'16,"0"0"-14"-16,-3-3-11 0,3 3-16 0,0-3-10 16,0 3-21-16,0 0-20 0,0 0-19 0,2-7-19 15,5 5-12-15,-4-1-15 0,3 2-14 0,3-1-11 16,1 2-8-16,3-1-8 0,0 2-9 0,2-1-9 15,-3 2-4-15,7 3-11 16,-5 1-2-16,5 2-7 0,0 3-10 0,-2-1-4 16,6 5-6-16,-2 2 0 0,-2 2-3 0,-2 3-7 15,-1-1 0-15,-5 0-1 0,-2-1-1 16,-5 7-6-16,0 3-1 0,-4 3 3 0,-4-5-3 16,-4 1 2-16,2 1 1 0,-7-3 2 0,0-1 3 15,-2-2-1-15,1-3 4 0,1-6 0 0,2-2-2 16,2-2 9-16,0-5-7 0,1 5 5 0,0-6-2 0,3 1 4 0,1-2 20 15,1-1 18-15,3-3 25 0,-5 3 31 0,5-3 15 16,0 0-17-16,0 0-10 0,0-15-16 0,4 3-11 16,3-5-4-16,5-8 0 0,3-1-25 0,2-3-9 15,8-12-8-15,-2 12-3 0,-4-3 5 0,11-7-6 16,-10 14 3-16,0 0-1 0,-4 0 1 0,4 4 6 16,-7 5 8-1,0 3 3-15,-3-2 12 0,-1 8 8 0,-1 0 1 16,-3 0-1-16,-1 4-4 0,0-2-7 0,-1 3-7 15,0-2-20-15,2 1-27 0,-5 3-18 0,0 0-8 16,0 0 4-16,1 11 0 0,-2 2 9 0,-3 1 0 16,-1 5 5-16,-1 6 5 0,-2 6 2 0,2 4 3 15,-1-4 5-15,5 2-1 0,-1-1 5 0,2-2 1 16,3 0 5-16,4-5-7 0,4 1-3 0,1-5-10 0,7-1-7 0,4-3-30 16,2-3-33-16,7-4-44 0,2-8-81 0,4-1-284 15,14-8-539-15,-14-1 238 0</inkml:trace>
  <inkml:trace contextRef="#ctx0" brushRef="#br0" timeOffset="628.79">3198 3106 25 0,'-4'2'186'0,"-1"-1"0"0,5-1-9 16,-8 1 0-16,8-1-11 15,-5 3 4-15,5-3-10 0,0 0-11 0,-6 0-13 16,6 0-7-16,0 0-11 0,0 0-2 0,0 0-13 15,0 0-7-15,0 0-7 0,0 0-2 0,0 0-9 16,0 0 1-16,0 0-3 0,0 0 3 16,-9 0 0-16,9 0 1 0,0 0-6 0,-4 1-2 15,4-1-1-15,0 0-3 0,0 0-1 0,0 0 4 16,0 0-15-16,0 0-2 0,0 0-3 0,0 0-3 0,0 0 5 0,0 0-2 16,0 0-3-16,0 0 0 0,0 0-4 0,19-4-5 15,-3 0-7-15,1-1-9 0,13 0 2 0,-2 1-1 16,2-1-2-16,6-2 0 0,1 2-6 0,3 1-1 15,11-5 0-15,1 2-4 0,-13 0 2 0,-2 0-6 16,0 4 2-16,-4-3-3 0,-1 1 1 0,-5-1-2 16,-9 6-5-16,1-2-17 0,-7-1-21 0,-3 1-12 0,-1 1-21 15,-1 0-22-15,-2-1-34 0,-4 1-57 0,-1 1-27 16,0 0-24-16,-20 0-17 0,6-3-187 0,-7 3-475 16,2 0 211-16</inkml:trace>
  <inkml:trace contextRef="#ctx0" brushRef="#br0" timeOffset="860.2">3428 2900 77 0,'0'-5'362'0,"0"-2"-3"0,0 7-2 0,-3-8-9 0,6 2-17 16,-7 3-27-16,4 0-29 0,0 3-35 15,0 0-24-15,0 0-35 0,0 0-40 0,0 0-20 0,0 0-23 16,0 0-12-16,0 0-9 0,0 22-15 0,-4-4 2 0,4 0-8 15,-6 11-5-15,6-3 0 0,0 3-8 0,-4-1-4 16,4 3-5-16,-2-4 5 0,4 2-14 0,-2-3-36 16,0-6-27-16,1-3-23 0,4 2-18 0,-1-4-32 15,-4 0-36-15,1-6-35 0,2 3-56 0,1-7-60 16,1 0-181-16,-1-3-519 0,-4-2 230 0</inkml:trace>
  <inkml:trace contextRef="#ctx0" brushRef="#br0" timeOffset="1346.83">3981 2810 70 0,'4'-1'272'0,"-4"1"-23"0,0 0-30 0,13 1-22 15,-6 2-26-15,0-1-10 0,4 4-11 0,0 0-17 16,-2 2-10-16,2 1-6 0,-1 3-7 0,2 3-16 16,-2 2-8-16,-4 0-3 0,1 2-8 0,-2 0-6 0,-4 1-5 0,-1-2-12 15,-1 2-5-15,-3-1-2 0,-1 5-5 0,0-7-7 16,-3 1-2-16,2-3-2 0,-2 1 0 0,-1-5-4 31,-1 0-1-31,4-1 3 0,0-5-3 0,3 2 3 16,-3-5 10-16,5 4 30 0,-5-4 35 0,6-2 42 15,0 0 53-15,-6 4 20 0,6-4-5 0,0 0-24 16,0 0-21-16,8-21-16 0,-1 12-23 0,4-8-6 0,3-5-17 16,4-1-14-16,4-5-19 0,-3 1-18 0,3 2-12 15,0 1-6-15,-1 1-4 0,-1 1-1 0,-5 9-4 16,-2-1-2-16,-2 5-3 0,-5 2-5 0,2 0-4 16,-3 1-5-16,-1 5-19 0,1-3-25 0,-5 4-32 15,5-1-2-15,-5 1-13 0,8 6 4 0,-8 0 4 16,3 5 2-16,-1 0 11 0,-1 7 7 0,3 7 10 0,-1-2 2 0,-2 4 10 15,0-1-2-15,3-6 8 0,1-1 0 0,-1 0-38 16,1-1-18-16,3-2-23 0,1-1-30 0,-3-5-46 16,3-1-64-16,1-4-345 0,6 0-639 0,-5-8 282 15</inkml:trace>
  <inkml:trace contextRef="#ctx0" brushRef="#br0" timeOffset="1884.12">4450 2559 78 0,'0'0'366'0,"-1"-4"-35"0,1 4-27 0,0 0-34 16,2-4-29-16,-2 4-29 0,8 0-20 0,-8 0-27 15,12 2-15-15,-4 0-13 0,4 2-11 0,-7 0-17 16,4 3-13-16,0-1-12 0,0 6-9 0,-1-1-11 16,-3-2-4-16,4 8-9 15,-4-1-6-15,-1-1-3 0,-3 4-2 0,-2-2-5 16,-3-2-3-16,0 1-3 0,-1-2-4 0,0-3-3 16,0-1-3-16,-2-1 1 0,2-1 0 0,0 1 0 15,1-5-4-15,3 2 2 0,-4-2-3 0,2-2 21 16,2 1 21-16,1-3 19 0,-5 5 16 0,5-3 19 15,0-2 3-15,0 0 4 0,-3 3 1 16,3-3 0-16,0 0-6 0,0 0-2 0,0 0-7 0,0 0-7 0,-4 2-6 16,4-2-8-16,0 0-8 0,0 0-7 0,0 0-3 0,0 0-7 15,0 0-4-15,0 0-3 0,0 0-4 16,0 0 5-16,0 0-3 0,0 0-2 0,0 0-5 16,0 0-6-16,26-5-9 0,-8 3 3 0,10-5-5 15,3 2-5-15,3 1-1 0,6-2-2 0,-2 0-5 16,2 1-1-16,11-3 5 0,-13 1-8 0,-2 4 2 0,-4-2-1 15,-5 0 2-15,-4 1-3 0,-4 2 1 0,-9 1-4 16,2-1 3-16,-2 1 2 0,-2 1 1 0,-5 0 5 0,3-2 4 16,-6 2-1-16,10 0-2 0,-10 0-2 0,0 0-12 15,7 0-12-15,-7 0-25 0,6-3-45 0,-6 3-39 16,0 0-40-16,0 0-33 0,2 5-21 0,-2-5-27 16,0 0-40-1,-1 6-42-15,1-6-68 0,0 0-265 0,-7 7-708 16,7-7 314-16</inkml:trace>
  <inkml:trace contextRef="#ctx0" brushRef="#br0" timeOffset="3103.24">5598 3001 51 0,'0'0'212'0,"0"0"-6"0,0 0-13 16,0 0-8-16,0 0-10 0,0 0-10 0,0 0-3 15,0 0-14-15,0 0-6 0,0 0-10 0,0 0-8 16,0 0-8-16,0 0-7 0,0 0-5 0,0 0-3 0,0 0-2 16,0 0-4-16,0 0 7 0,0 0-12 0,0 0-6 15,0 0-8-15,0 0-2 0,0 0-11 16,0 0-3-16,0 0-2 0,0 0-9 0,29 0-3 0,-8-2-4 0,-1 1-3 16,1 0-8-16,9-2 1 0,-3 1-7 0,-4 2 2 15,5-3-9-15,-5 3-1 0,-4-2 2 0,2 0-5 16,-8 1 0-16,2 4 1 0,-4-5-4 0,1 1 0 15,-2-2 1-15,-10 3-5 0,12 1 5 0,-12-1-7 16,8-2-10-16,-8 2-21 0,0 0-23 0,11 0-16 16,-11 0-28-16,0 0-40 15,0 0-34-15,0 0-49 0,0 0-54 0,0 0-155 16,0 0-461-16,-37-3 205 0</inkml:trace>
  <inkml:trace contextRef="#ctx0" brushRef="#br0" timeOffset="3434.91">5559 3182 174 0,'0'0'263'0,"-3"3"-18"16,0 0-18-16,3-3-16 0,0 0-22 0,0 0-20 16,20-1-13-16,-2-2-18 0,0 3-15 0,5-2-9 15,8 1-15-15,-3-4-6 0,6 2-5 0,2 1 2 16,-4-1-1-16,0 1-1 0,-5-1-2 0,-6 0-2 16,-2 2-2-16,-4 1 2 0,-4-3 4 0,0 3-3 15,-3-1 0-15,-1 1-2 0,-2 0-4 0,0-3-8 0,-5 3-12 0,8-1-9 16,-3-1-20-16,-5 2-23 0,0 0-31 0,0 0-35 15,0 0-48-15,0 0-59 0,0 0-73 0,0 0-250 16,0 0-530-16,0 0 234 0</inkml:trace>
  <inkml:trace contextRef="#ctx0" brushRef="#br0" timeOffset="4791.52">6943 2659 160 0,'3'-3'273'0,"-3"3"-25"0,4-2-31 15,-4 2-18-15,0 0-24 0,0 0-19 0,0 0-16 16,0 0-13-16,1 9-14 0,-2-3-11 0,-2 5-9 16,-1 1-10-16,-1 5-7 0,-5 6-5 0,-3 2-5 15,-2 0-6-15,-1 3-3 0,1-1-6 0,0 0-6 0,-3-3-4 16,2-2 0-16,5-3-8 0,1-4 0 0,0-1-7 16,3-5 0-16,2-1 4 0,0-3-1 0,2-1 11 15,0 1 28-15,3-5 44 16,-4 3-3-16,4-3-20 0,0 0-2 0,4-19-16 15,1 9 7-15,4-4-18 0,3-3-3 0,1-6-6 16,4 2 3-16,0-1-12 0,0 2-1 0,0-1-2 0,-3 6-2 0,0 1-9 0,0 0 1 0,-1 3 0 16,-3 0-10-16,-5 6-3 0,4 0-1 0,-2 3-8 15,-1-1-9-15,3 3 1 0,-1 5-3 0,1 0 1 32,2 0-7-32,-2 4 2 0,3 2 6 0,-1 2-2 15,0 2-3-15,0-1-14 0,0 3-18 0,-1-3-20 16,-1 3-25-16,2 0-26 0,-2-4-25 0,-3 1-34 15,-1-3-17-15,0 1-53 0,0-5-239 0,-5 0-517 0,0-3 228 16</inkml:trace>
  <inkml:trace contextRef="#ctx0" brushRef="#br0" timeOffset="5092.01">6757 2774 106 0,'-8'1'219'0,"3"0"-10"0,5-1-6 0,-8 0-9 15,8 0-9-15,-5 4-12 0,5-4-12 0,0 0-12 16,0 0-11-16,0 0-16 16,38-4-10-16,-8 0-8 0,6 1-9 0,2 0-1 15,17-6-2-15,-1 2-4 0,-2 0-7 0,-3 4-8 16,-13 1-8-16,-1-4 0 0,-3 2-14 0,-4 0-1 15,-10 3-6-15,-4-1 0 0,-1 2-14 0,-7-1-11 16,2 2-16-16,-2-2-16 0,-6 1-17 0,7 0-16 16,-7 0-16-16,0 0-20 0,0 0-25 0,-26 3-28 15,13-2-36-15,-1 0-47 0,1 2-134 0,0-3-379 0,1 0 168 16</inkml:trace>
  <inkml:trace contextRef="#ctx0" brushRef="#br0" timeOffset="5508.89">7357 2442 302 0,'5'-2'290'0,"-1"0"-17"16,-4 2-27-16,9-3-20 0,-1 3-17 16,0 0-21-16,3 2-16 0,1-1-22 0,-2-1-10 15,0 4-12-15,-1 1-14 0,1 1-10 0,-1-1-14 0,-3 6-9 16,2-3-10-16,0 2-12 0,-6 1-8 0,3 5-4 15,-3 0-5-15,-6 1 0 0,1-1-7 0,-3 1 3 0,1-4-9 16,0 1 0-16,0-2-3 0,-1-2-1 0,3-1-5 16,-2-1 0-16,1-1 0 0,4-1-14 0,-2-2-5 15,1 0 5-15,4 1-5 0,-1-2 3 16,6-1 9-16,3 1-15 16,8-3-27-16,2 0-35 0,7 0-46 0,4-3-45 15,-1 3-54-15,0-2-247 0,-2-3-492 0,0 0 219 16</inkml:trace>
  <inkml:trace contextRef="#ctx0" brushRef="#br0" timeOffset="5998.33">6588 3183 216 0,'0'0'253'0,"-10"1"-14"16,10-1-9-16,-8 3-15 0,8-3-11 16,0 0-20-16,0 0-18 0,0 0-15 0,-8 1-18 0,8-1-10 15,0 0-16-15,-6 3-11 0,6-3-9 0,0 0-9 16,0 0-8-16,0 0-4 0,0 0-7 0,0 0 1 0,0 0-1 15,0 0-9-15,-5 1 2 0,5-1-8 0,0 0-5 16,0 0-2-16,0 0-3 16,0 0-3-16,0 0-5 0,0 0-2 0,0 0-4 0,0 0-6 15,0 0 2-15,0 0-1 0,0 0 3 0,0 0 3 16,0 0 3-16,0 0 6 0,0 0 2 0,0 0-2 16,0 0 1-16,25-4-2 0,5-1-6 0,2 2 4 15,19-4-4-15,9 0 7 0,32-3 8 0,4 2 20 0,-3-1-2 0,-4 0 3 0,3-4-4 16,-26 10-3-16,-1-1 2 0,-1-1-6 0,-5 1-3 15,-2-3 1-15,-20 6-11 0,-1-4 2 16,-4 1-4-16,-4 0 0 0,-10 3-2 0,-8-1-4 16,0 1 11-16,2 1-12 0,-6-1-5 0,-6 1 9 15,13-3-28-15,-13 3-28 0,6-1-33 0,-6 1-26 16,0 0-36 0,0 0-36-16,-27 9-50 0,11-2-49 0,-2-3-55 15,-1-1-209-15,2 6-563 0,1-6 249 0</inkml:trace>
  <inkml:trace contextRef="#ctx0" brushRef="#br0" timeOffset="6679.1">7278 3313 253 0,'0'0'249'0,"0"0"-20"0,0 0-19 16,0 0-22-16,0 0-17 0,0 0-14 0,0 0-12 16,10 6-12-16,-2-5-13 0,3 2-10 0,2-1-13 15,1 1-10-15,4 1-8 0,0 1-8 0,-1-1-6 16,1 2-6-16,-9-3-7 0,2 4-5 0,-2-3-7 16,0 1-2-16,-1 1-8 0,-2 1-4 0,-5-2-3 15,0 6-2-15,-6-3 0 0,-1 2-3 0,-2 0-3 0,-3 0 0 0,-7-1-2 16,5 3 0-16,-2-4-4 0,-2 1 2 0,2-3-2 15,2 0 2-15,0 0 0 0,3-1-3 0,1 0-2 16,2-2 0-16,1 0-3 0,1-1 2 0,1 2-5 16,3-2 0-16,1-2 6 0,1 7 0 15,5-6-2-15,1 4 4 0,7-4-1 0,3 1-2 16,11 0 0-16,-9-1 2 16,3 1-3-16,5 6-3 0,0-5 0 0,-7 0 3 15,2 0 0-15,-3 4 2 0,0-2 0 0,0 3-1 16,-9-2-2-16,2 0 6 0,-3 0-2 0,-4 2 3 15,-1 0 3-15,-7 1 4 0,-2 0 4 0,-9 2-1 16,-3 1-1-16,-9 1 2 0,-4-2 0 0,-4 3 13 16,-2-3 4-16,-5-3 13 0,-9 2 1 0,0-2 6 15,-2 3 7-15,12-6 18 0,3-3 17 0,5-2 20 0,3 3-9 0,9-3-1 16,5 1 1-16,1 1-12 0,5-2-13 0,2-2-7 16,7 2-4-16,-12 0-6 0,12 0-11 0,0 0-11 15,-6 3 4-15,6-3-11 0,0 0-12 0,0 0-20 16,37-4-36-16,-18 1-59 0,-1 1-70 0,0 2-77 15,5-3-104-15,-6-1-303 0,-1-1-694 16,0-3 307-16</inkml:trace>
  <inkml:trace contextRef="#ctx0" brushRef="#br0" timeOffset="9078.33">8425 3053 24 0,'-10'0'208'0,"10"0"-2"16,0 0-8-16,-9 0-9 0,9 0-9 0,0 0-11 15,-5-3-11-15,5 3-12 0,0 0-15 0,0 0-9 0,0 0-12 16,0 0-9-16,0 0-10 0,0 0-9 0,-5 0-5 16,5 0-7-16,0 0-10 0,0 0-6 0,0 0-2 0,0 0-7 15,0 0-6-15,0 0 8 0,0 0 6 16,0 0-11-16,0 0-2 0,0 0 2 0,-7 3-1 16,7-3-3-16,0 0-1 0,0 0-3 0,0 0-3 15,0 0-3-15,0 0-3 16,0 0-2-16,0 0-4 0,0 0 1 0,0 0-6 15,0 0 9-15,0 0-1 0,0 0-9 0,0 0 0 16,0 0 4-16,0 0-2 0,0 0 0 0,0 0 3 16,0 0-3-16,33-5-5 0,-14 1 3 0,9 3-2 15,8-7-4-15,2 4 0 0,13-4-3 0,-11 4 2 0,16-1 0 16,-5-3-2-16,-14 0 2 0,-1 4 0 0,-4 2-3 16,-1-1 11-16,-11 1-14 0,-1-1 3 0,-7 0-3 15,-2 2 3-15,-1 1-10 0,1 0-9 0,-5 0-15 0,-5 0-12 16,9 0-13-16,-9 0-10 0,0 0-14 15,0 0-24-15,0 0-12 0,-22 1-13 0,7 0-27 16,1 1 1-16,-2-1-34 0,-4 2-10 0,1-4-127 16,0 2-353-16,1-1 157 0</inkml:trace>
  <inkml:trace contextRef="#ctx0" brushRef="#br0" timeOffset="9300.7">8601 2905 180 0,'-2'-7'316'0,"2"1"2"0,-1 2-5 0,1-1-7 15,-2 3-22-15,2 2-46 0,-3-7-6 0,2 4-28 16,1 3-26-16,0 0-25 0,-2-2-27 0,2 2-22 16,0 0-15-16,-2 11-11 0,2-1-11 0,-3 7-11 0,-1 2 2 15,0 14-4-15,0 0-7 0,0 2-2 16,0 10-13-16,1-11 14 0,2-1-38 0,-2 1-38 15,1 0-43-15,-1 2-54 0,2-4-87 0,-7-2-301 0,6-12-558 0,1-6 248 16</inkml:trace>
  <inkml:trace contextRef="#ctx0" brushRef="#br0" timeOffset="12290.51">9609 2515 16 0,'0'0'153'0,"-7"-1"-10"0,7 1-12 0,0 0-6 16,0 0-8-16,0 0-6 0,0 0-4 0,0 0-10 16,0 0-2-16,0 0-5 0,0 0-4 0,0 0-3 0,0 0-16 15,0 0-2-15,0 0-9 0,0 0-3 0,35 4-4 16,-7-4-4-16,5-1 3 0,4-2-12 0,15 2-1 16,0-2-7-16,0-1-2 0,-15 1 0 0,3-2-5 15,-7 3-12-15,-3 2-8 0,-2-3-28 0,-7 2-16 16,-3-2-31-16,-4 2-38 0,0 0-30 0,-7 0-112 15,-1 1-275-15,-6 0 122 16</inkml:trace>
  <inkml:trace contextRef="#ctx0" brushRef="#br0" timeOffset="12890.84">9541 2654 67 0,'0'0'183'0,"0"0"-19"16,21 1-12-16,-10-1-7 0,3 3-9 15,4-2-8-15,1 0-13 0,1 4-5 0,0 3-12 16,5 3-8-16,2 1-5 0,-5 6-10 0,-3 3-8 0,-2-1-6 16,-4 2-7-1,-3 10-2-15,-5-2-8 0,-5 5-1 0,-4 16-6 16,-6-1 2-16,-7 0-7 0,-3 1-1 0,-6 0-1 15,-2-3-6-15,0 2-1 0,-2-5-2 0,1-3-2 16,1-4 5-16,5-9-8 0,0 0-2 0,6-3-1 16,-1-1-2-16,2-4 3 0,3-1-4 0,3-4 3 15,0-3 5-15,3-3-2 0,2-1 4 0,1-2 3 16,0 0-9-16,2-3 8 0,-2 1-2 0,0-1-3 0,4-4 3 0,-4 9-5 16,4-9 1-16,-1 5 4 0,1-5-3 0,-2 3 1 15,2-3-1-15,0 0-2 0,0 0-4 0,0 0 0 16,-4 4-2-16,4-4 4 0,0 0-6 15,0 0-1-15,0 0 3 0,0 0-4 0,-2 5 3 16,2-5-2-16,0 0-4 0,0 0 2 0,0 0-2 16,0 0 0-16,0 0 0 0,0 0 0 0,0 0-2 0,-2 4 2 0,2-4-1 15,0 0 1-15,0 0-4 0,0 0 4 0,0 0-5 16,0 0 3-16,0 0 6 0,0 0 16 0,0 0 9 16,19-1 6-16,-2-1-1 0,4 0-4 0,14-3 0 15,2 2-5-15,18-7-3 0,2 1 3 0,2-1 0 16,1 2 6-1,3-1 5-15,1 0 4 0,-3 1 12 0,-2 0-12 16,-8 4 2-16,-15 1-10 0,-4 1 6 0,-3-1-10 16,-11 1-3-16,-4 1-5 0,-1 0 3 0,-2 1-4 15,-3 0-2-15,-2-3-3 0,-6 3-1 0,11-2 12 16,-11 2-4-16,7 0 0 0,-7 0-9 0,0 0-19 16,0 0-29-16,0 0-30 0,0 0-37 0,0 0-44 15,-21-7-52-15,13 5-63 0,-1-4-193 0,3 3-489 16,-1-2 216-16</inkml:trace>
  <inkml:trace contextRef="#ctx0" brushRef="#br0" timeOffset="13808.54">10920 2590 39 0,'0'-3'286'0,"0"3"-24"0,0 0-28 15,0 0-26-15,-3-6-22 0,3 6-22 0,0 0-23 16,0 0-12-16,0 0-16 0,0 0-13 0,-6 21-7 0,2-10-7 0,-4 5-13 16,1 1-5-16,-6 7-6 0,4 3-5 0,-4-3-7 15,-1 2-4-15,0-1-5 0,1 1-2 0,3-1-1 16,-2-1-6-16,5-7-6 0,-1 0 1 0,3-1-3 15,0-5-5-15,1 2 2 0,-2 0-1 0,2-5-4 16,3 0-2-16,-2-2 0 0,3 1 13 0,-2-5 5 16,0 4 5-1,2-6 1-15,0 6 8 0,0-6 9 0,-1 8 9 16,1-8 3-16,-1 4-1 0,1-4 6 0,0 0 1 16,8 3 0-16,-8-3-11 0,19-3-1 0,-8 3-9 15,7-2-1-15,0-1-8 0,1 1-5 0,0 0-40 16,-6 2-7-16,6-3-35 0,-6 1-25 0,1 2-27 15,3-4-34-15,-3 3-30 0,-2-2-39 0,0-1-24 16,-1 4-37-16,-3-3-156 0,-3-1-450 0,0 2 199 0</inkml:trace>
  <inkml:trace contextRef="#ctx0" brushRef="#br0" timeOffset="13993.38">11023 2876 148 0,'0'-5'260'0,"0"5"-1"15,0-5 6-15,0 5-4 0,0-3-10 0,0 3-20 16,0 0-25-16,0 0-22 0,0 0-21 0,0 0-25 0,0 0-18 0,0 0-10 15,0 0-12-15,-3 14-13 0,0-3-8 16,-1 6-8-16,0 10-7 0,-2 4 0 0,2-2-6 16,0 4-7-16,0 0 1 0,1 1-5 0,-1-1-15 15,1 1-31-15,1-5-39 0,-5 4-49 0,5-1-62 16,0-8-90-16,-3-7-219 0,3-5-498 0,-1-2 220 16</inkml:trace>
  <inkml:trace contextRef="#ctx0" brushRef="#br0" timeOffset="14610.43">11703 2878 144 0,'-6'2'216'0,"6"-2"-9"0,-9 1-14 0,5-1-4 0,4 0-12 0,0 0-13 15,-8 1-12-15,8-1-6 0,0 0-7 0,-9 0-10 16,9 0-6-16,0 0-10 0,0 0-7 0,0 0-1 16,0 0-8-16,-6 1-4 0,6-1-2 0,0 0-6 15,0 0 5-15,0 0-15 0,0 0-1 0,0 0-11 16,0 0 3-16,0 0-8 0,0 0-5 0,0 0-3 16,0 0 1-1,0 0-10-15,17-5-3 0,-5 4-5 0,10-2-4 16,7-1 0-16,0 0-5 0,1 3-1 0,0-1 31 15,0-1-4-15,-3-1-11 0,0 2 1 0,-4 2-4 0,-4-1 1 16,-1-1-8-16,-3 0-2 0,-2 1-10 16,-1 1-17-16,-5 0-12 0,-2-1-12 0,1 0-17 15,-6 1-17-15,8 0-21 0,-8 0-24 0,0 0-29 16,0 0-24-16,0 0-24 0,0 0-26 0,0 0-25 0,-24 3-199 0,16-4-464 16,1 0 206-16</inkml:trace>
  <inkml:trace contextRef="#ctx0" brushRef="#br0" timeOffset="14942.17">12153 2699 28 0,'0'-5'385'0,"0"0"-10"0,0 0-2 15,0 1-10-15,0-1-21 0,0 2-29 0,0 3-32 0,0 0-27 16,0-7-36-16,0 7-17 0,0 0-29 0,0 0-25 15,0 0-21-15,0 0-23 0,0 0-10 0,3 15-5 16,-2-6-12-16,1 4-11 0,1 0-11 0,-2 3-2 0,4 3-9 16,-3 1 3-16,0-1-13 0,1 1 13 0,1-2-34 15,-1 2 26-15,0-1-6 0,3-1-6 0,-3-5 5 16,-1-2-8-16,0 6 0 0,-1-8-21 16,0 1-22-16,-1 0-7 0,3-1-17 0,-2-4-12 15,0 2-6-15,-1-2 0 0,0-5 3 0,2 5 6 16,-2-5-5-16,0 0-21 0,0 0-56 15,0 0-51-15,0 0-33 0,-7-14-37 16,6 6-44-16,-2-2-175 0,2-6-514 0,1-1 227 16</inkml:trace>
  <inkml:trace contextRef="#ctx0" brushRef="#br0" timeOffset="15157.91">12305 2590 194 0,'0'0'217'15,"0"0"-23"-15,6-2-17 0,-6 2-9 0,8 5-5 16,1 2-12-16,1 0-2 0,3 6-7 0,-3 1-8 0,4 3-6 16,2 9-7-16,-5-2-11 0,2 2-4 15,-3 2-7-15,0 1-6 0,-6 0-12 0,-4 2-2 0,-2-1-9 16,-6 3-1-16,-2-2-6 0,-7-2-7 0,1-2-5 0,-10 0-23 16,2 0-14-16,-13 4-22 0,5-7-31 0,-11-2-37 15,9-3-32-15,-3-7-59 0,1-3-68 0,-5-3-136 16,2-4-402-16,2-5 179 0</inkml:trace>
  <inkml:trace contextRef="#ctx0" brushRef="#br0" timeOffset="15426.84">11661 2626 136 0,'-9'4'197'0,"-4"2"-21"0,6 2-13 16,-9 6-19-16,-2 5-10 0,3 0-13 0,-2 5-9 0,3-2-17 16,-1 6-4-16,6-2-10 0,3 1-5 0,2 1 8 15,8 1-8-15,5-2-3 0,4 3-1 16,6-4-6-16,3 0-5 15,7-5 0-15,14 7-5 0,-7-13-23 0,12 1-35 16,-9-8-45-16,14-1-80 0,1-3-195 0,-1-5-350 16,-2-6 155-16</inkml:trace>
  <inkml:trace contextRef="#ctx0" brushRef="#br0" timeOffset="15877.01">12654 2413 210 0,'1'-6'346'0,"-1"6"-35"15,0-4-32-15,0 4-31 0,0 0-32 0,0 0-25 16,0 0-18-16,0 0-24 0,0 0-14 0,0 0-13 16,-6 16-11-1,3-9-18-15,-1 5-3 0,3 5-10 0,-1-2-5 16,-4 2-6-16,3-1-7 0,0 1-4 0,-1-1-5 16,3-4-7-16,-3-1-2 0,4-1-10 0,0-3 0 15,-1 2-8-15,-1-6-1 0,4 1-5 0,-4 3-1 16,2-7 14-16,0 4 15 0,0-4 25 0,-1 4 4 15,1-4 2-15,0 0-10 0,13-8-9 0,-8 1-8 16,4 3-3-16,0-3-7 0,-1 2-7 0,-2 0-1 0,1 3-6 0,0-2-11 16,-1 3-3-16,1 0-11 0,1 2-6 15,2 0-14-15,-1 5-12 0,1 1-9 0,5 5-8 16,-2 3-18-16,1 0-26 0,-5 1-33 0,0 2-53 16,1 5-58-16,-3-4-302 0,-5-1-579 0,-2 0 256 0</inkml:trace>
  <inkml:trace contextRef="#ctx0" brushRef="#br0" timeOffset="16358.51">11513 3306 49 0,'-12'3'222'0,"2"-3"-6"0,0 3-7 16,2-1-10-16,3-1-2 0,0-1-8 0,5 0-3 0,-9 2-9 0,5 0-12 15,4-2-7-15,0 0-13 0,-8 0-15 0,8 0-16 16,0 0-4-16,-5 2-11 0,5-2-9 0,0 0-6 16,0 0-12-16,-5 2-7 0,5-2-6 0,0 0-7 15,0 0-8-15,0 0-4 0,0 0-8 0,0 0-2 16,0 0-2-16,0 0-7 0,0 0-1 0,0 0-1 15,-5 2-4-15,5-2-1 0,0 0-9 0,0 0 6 16,0 0 2-16,0 0-1 0,0 0 7 0,0 0 2 16,27 1 1-1,-8-2 0-15,17-1-3 0,20-1-2 0,7-2-5 16,34-1 26-16,8-2 4 0,9-1 7 0,4-2 8 16,5 5 5-16,-3-2-1 0,-1 1 1 0,-3-3-5 15,-9 3-4-15,-7 2-18 0,-4-1 16 0,-36 0-4 16,0 4 4-16,-6-2-14 0,-18 1 25 0,-5-1 7 15,-1 2 0-15,-12 1-2 0,-7-1 4 0,2 1-7 16,-5 1 5-16,-2-4-10 0,3 4-4 0,-4-1-7 0,-5 1-19 0,5-2-16 16,-5 2-65-16,0 0-55 0,0 0-61 0,-10-6-51 15,1 6-71-15,-5 0-371 0,1-1-716 0,0-1 317 16</inkml:trace>
  <inkml:trace contextRef="#ctx0" brushRef="#br0" timeOffset="19968.8">12002 3681 33 0,'0'0'277'0,"0"-4"-15"16,2 1-22-16,-2 3-19 0,0 0-28 0,0-4-16 0,0 4-23 16,0 0-26-16,0 0-28 0,0 0-7 0,0 0-12 15,0 0-10-15,-3 22-7 0,0-6-3 0,0 1-6 0,-1 9-6 16,-1-1-3-16,1 5-6 0,-2-2-6 0,-2 1 1 16,0 1-3-1,2 0-1-15,-2-3-3 0,-1-3-3 0,3-3 6 16,2-4 3-16,0-7-3 0,0 1-1 0,4-2 5 0,-1 0 6 15,-3-4 17-15,0-1 25 0,3 2 37 0,1-4 50 16,0-2 18-16,0 0-20 0,0 0-27 16,10-18-8-16,-1 2-15 0,0-1-15 0,4-1-12 0,1-2-5 15,1-4-12-15,1-1-7 0,0 1-11 0,-1 1-3 16,2 0-4-16,-3 8-7 0,-4-1-2 0,-1 7-4 16,-4 0-3-16,3 3-4 0,-4-1-8 0,-1 3 0 15,1 1-24-15,0 0-17 0,0 0-5 0,-4 3-5 16,0 0-7-16,12 8 8 0,-10-2 2 0,6 5-4 15,-3-1 0-15,0 4 0 0,2 2 9 0,-1 1-3 0,0-1-18 16,-2 2-21-16,3-1-24 0,-5 0-21 0,2-3-21 0,-1 1-27 16,-2 0-32-16,0-3-28 0,-1-4-44 0,0 0-264 15,-2-2-567-15,-1-3 252 0</inkml:trace>
  <inkml:trace contextRef="#ctx0" brushRef="#br0" timeOffset="20335.14">12299 3615 22 0,'2'-2'310'15,"0"-2"-27"-15,0 1-31 0,-2 3-29 0,0 0-24 16,8 0-23-16,-8 0-7 16,7 0-16-16,-7 0-17 0,8 6-5 15,-3 0-10-15,-1 0-10 0,2 3-6 0,-2 2-14 0,-1 4-8 16,-2 3-5-16,0-2-7 0,2 8 2 0,-7 2-15 15,3-1-4-15,-2-5-8 0,-2-3-2 0,-4 0-4 16,5-1-5-16,-1-5-3 0,0 3-5 0,2-7-1 16,2 1-2-16,-3-2 2 0,3-1-4 15,-3 1 11-15,4-6 17 0,-1 6 15 0,1-6 18 0,0 0 3 0,10 3-9 16,3-6-7-16,6-1 4 0,12-4-15 0,1 2-3 16,1 1-9-16,2-5 16 0,0 5-12 0,1-4-9 15,1 4 0-15,-2 1 3 0,-2-3-11 0,-3 6-4 16,-9-4 2-16,-1 3 3 0,-6 2-18 0,-2-1-5 15,-3 0-5-15,1 1-7 0,-10 0-10 0,10 1-12 16,-10-1-19-16,12 0-29 16,-12 0 2-16,0 0-18 0,0 0-37 0,0 0-45 15,-17 12-68-15,8-8-77 0,-2-3-220 0,1-1-576 16,10 0 255-16</inkml:trace>
  <inkml:trace contextRef="#ctx0" brushRef="#br0" timeOffset="21436.29">13905 2851 223 0,'-4'-3'254'0,"4"3"-16"0,0 0-19 15,-5-2-20-15,5 2-20 0,0 0-16 0,0 0-17 16,0 0-19-16,0 0-9 0,-5-2-11 0,5 2-14 15,0 0-11-15,0 0-6 0,0 0-14 0,0 0-6 0,0 0-7 0,0 0-2 16,0 0-4-16,0 0-1 0,0 0-3 0,15 0-1 16,-6-2-6-16,1 2 2 0,3-3-8 0,1-1 2 15,3-4-6-15,-1 2 1 0,0-1-1 16,0-1-4-16,1 0 4 0,-2-1 6 0,-2 1 8 16,-3-2 8-16,-1 3 11 0,0 0 3 0,-2 0 11 15,-1 0-2-15,-2 2-2 16,-2 2 0-16,-2-4-13 0,0 2-9 0,-2 2-13 15,-6 1-5-15,-2 0-2 0,-6 4-5 0,-4 0-6 16,-7 5-2-16,-3 3-1 0,-1 0 4 0,-2 1-6 16,-2 7 1-16,3-2-1 0,1 2-5 0,2 3-1 15,-2 1 5-15,7 3-2 0,1 0 0 0,5-2-12 16,-2 5-4-16,7 0-9 0,4-1-1 0,7 2-1 16,4-4 1-16,10 0 4 0,3 0 2 0,8-8 4 0,5 1 1 15,9-3 5-15,15-3 0 0,5-3 3 0,-1-6-2 0,4-2 2 0,5-6 1 16,-11-1-3-16,5-2 4 0,-6-2 1 0,-2-1-1 15,-12 1-1-15,-5-3 1 0,-3-2-1 0,-3 1 2 16,-2-1 3-16,-5-2-8 0,-8 6 7 0,-4 1 10 16,1-3 7-16,-6 3 6 0,-3 2-21 0,-1 0 14 15,-5-2-1-15,-4 4 1 0,0 0-3 0,-3 1-4 16,-9 3-12-16,0 2 7 0,-6 2 2 0,0 1 1 16,-5 6 0-16,9-1-6 0,-4 5 2 0,4-2-6 15,8 0 1-15,-2 1-4 0,4-1-8 0,3-2-10 31,1 4 6-31,4-2 2 0,4 0 2 0,3-1 2 0,5-1 1 16,3-2 4-16,7 2 0 0,9-1 4 0,2-2-2 16,2-6 2-16,2-1 1 0,-2-2 2 0,4 1 1 15,-5-6-5-15,-1-1 0 0,-1 0 1 0,-9 2 4 16,1-2-7-16,-6-3-6 0,1 0-5 0,-4 0-7 16,-3 3-4-16,-3-3-13 0,0-3-6 0,-4 3-2 15,-1 0-2-15,-2 2-6 0,-4-3-1 0,1 5-3 16,-6-1-1-16,2 1-3 0,-3 1-7 0,-1 0-13 15,-3-1-17-15,6 4-20 0,-2 1-33 0,4 2-27 0,-3-1-186 0,5-1-397 16,1 2 175-16</inkml:trace>
  <inkml:trace contextRef="#ctx0" brushRef="#br0" timeOffset="21806.07">14917 2800 228 0,'-6'-4'242'16,"0"2"-23"-16,1 2-20 0,0-1-18 0,5 1-21 16,-19 3-16-16,9-1-15 0,0 1-12 0,-3 4-13 0,2-2-12 15,-4 4-7-15,5-1-10 0,-4 1-7 0,5 1-10 16,1 0-3-16,3 1-4 0,-2-1-7 0,0 4-4 15,5 1-4-15,-1 0-1 0,3-2-5 0,4-2-1 16,0 1-2-16,2 3 0 0,4-1-3 0,3 0-3 16,0-3-1-16,2-4 2 0,3 4-5 0,-4-3-2 15,3 2-2-15,-2-2 1 0,-1-3-6 0,-4 1 1 0,-1-1-4 0,0-2 1 16,-1 0-1-16,-6 1-3 0,2-1 2 0,0-1-1 16,-4 2 4-16,0-4 2 0,-9 8 0 0,0-3-3 15,-6 2 3-15,-5 0-1 0,0 0 2 0,0-2-11 16,0 2-12-16,0-2-21 0,0 2-22 0,-2-3-30 15,3 0-30-15,5-3-53 0,1 2-206 0,-2-3-406 16,3-1 181 0</inkml:trace>
  <inkml:trace contextRef="#ctx0" brushRef="#br0" timeOffset="22222.37">15194 2873 2560 0,'5'-8'158'0,"-1"2"-7"0,-1-1 26 0,1 1 7 0,-3 2-20 15,-1 4-29-15,1-7-31 0,-1 7-27 0,4-4-17 16,-4 4-13-16,3-4-9 0,-3 4-12 0,0 0-6 16,0 0-11-1,0 0 7-15,0 0-7 0,-2 20 0 0,2-11-9 16,-1 4 12-16,2 2-5 0,-6 4 5 0,3 0-5 15,-5 8 0-15,2-1-12 0,-4-2 10 0,4 0 1 16,1-6 3-16,-1-1 10 0,1 0-12 0,4-5-3 16,-1-6 1-16,-2 1 1 0,3-2-2 0,-1 0 10 15,1-1-1-15,0-4 28 0,0 7 31 0,0-7-9 16,0 0-5-16,0 0-4 0,18-15-8 0,-5 5-1 16,-7 2-18-16,8-4 9 0,4-7-9 0,-5 5-1 0,-2 2-7 0,5-1 3 15,-2 1 0-15,-3 0-2 0,0 3-3 0,-1 1 2 16,-1 3-4-16,-3 0 10 0,-3 1-19 0,1 0-1 15,3 1-1-15,-7 3-11 0,5-2-5 16,-5 2-9-16,0 0-16 0,10-1-3 0,-10 1-21 0,8 6-33 0,-2-1-26 16,2 2-37-16,0 3-41 0,-3-3-51 0,4-1-66 15,-4 1-258-15,0-2-620 0,0-1 275 0</inkml:trace>
  <inkml:trace contextRef="#ctx0" brushRef="#br0" timeOffset="22622.97">15571 2856 228 0,'0'-2'343'0,"1"-1"-33"0,-1 3-34 16,4-3-34-16,-4 3-25 0,8 0-25 0,-8 0-16 0,7 5-23 16,0-2-5-16,-2 3-17 0,0 1-11 15,2 1-10-15,0 3-14 0,-4 0-9 0,-2-1-8 16,2 7-15-16,-6-2 3 0,2 3-8 0,-7-2-2 15,3 1-8-15,-3 0-2 0,2-3-3 0,-3 1-4 0,0-5-3 0,4-1-5 16,1-2-2-16,0 0-1 0,-1-2-4 0,3-1 3 16,-3 0 29-16,5-4 26 0,-2 7 39 0,2-7 22 15,0 0 15-15,0 0-5 0,0 0-29 0,0 0-6 16,14-19-11-16,-1 6-16 0,-2-1-10 0,5 0-6 16,2-5-3-16,1-4-16 0,1 4 0 0,-1-7-9 15,-2 6-6 1,4-1-5-16,-10 5-2 0,2 2-1 0,-3 5 2 15,-5 0 6-15,-1 5 1 0,0-3-7 0,0 5-4 16,0-3-19-16,-2 2-26 0,2 0-20 0,-4 3-15 16,0 0 7-16,0 0 5 0,0 0-5 0,-8 18 6 15,2-7 4-15,2 3 9 0,2 4-16 0,2 2 2 16,6 7-9-16,2-7-11 0,8 6-18 0,10-2-61 16,13 2-50-16,9-4-109 0,5-5-417 0,3-11-768 0,6-6 340 0</inkml:trace>
  <inkml:trace contextRef="#ctx0" brushRef="#br0" timeOffset="23471.26">17100 2874 99 0,'0'0'205'0,"-7"0"-8"15,7 0-9-15,-8 0-14 16,8 0-10-16,-5 2-15 0,5-2-9 0,0 0-4 16,-6 1-3-16,6-1-8 0,0 0-8 0,0 0-7 15,0 0-9-15,-4 3-10 0,4-3-9 0,0 0-1 16,0 0-8-16,0 0-5 0,0 0-8 0,0 0-6 15,0 0-4-15,0 0-1 0,0 0-5 0,0 0 7 16,0 0-3-16,0 0 2 0,0 0-1 0,0 0 4 16,0 0-5-16,0 0 2 0,0 0 5 0,0 0-3 0,0 0-9 0,0 0-1 15,24-7-7-15,-5 5-2 0,8-3-3 0,5 2 0 16,4-1-8-16,4 0 0 0,15-2-4 0,2-1-2 16,3-3 2-16,-5 5-7 0,2-5 1 15,-17 6 2-15,14-5-4 0,-17 3 2 0,-3 1-4 16,-3 0 0-16,-8 1 0 0,-5 2 0 0,-5-3-4 15,0 4 6-15,-7 0-10 0,4 1-4 0,-5-3-16 0,-1 2-25 0,-4 1-35 16,3-2-16-16,-3 2-13 0,0 0-9 0,-23-2-17 16,11 2-18-16,-2 0-20 0,0 3-25 0,-5-2-22 15,2 2-149-15,-4-2-398 0,3 0 176 0</inkml:trace>
  <inkml:trace contextRef="#ctx0" brushRef="#br0" timeOffset="23740.7">17397 2704 101 0,'-2'-6'293'16,"-1"0"-19"-16,3 1-23 0,-1-1-11 0,1 2-15 0,0 0-19 0,-2 0-25 15,2 4-15-15,-1-5-22 0,1 5-10 0,0 0-20 16,-4-4-9-16,4 4-16 0,0 0-14 0,0 0-11 15,0 0-7-15,0 0-7 0,2 15-1 0,-5-5-10 16,2 3 0-16,-3 5-4 0,0 7-3 0,-1 4-3 16,1-1 0-16,3 5-4 0,2 2 0 0,-1 11 1 15,-2-10-19 1,2 0-45-16,0 0-52 0,1-1-67 0,-1-1-116 16,-1-6-152-16,1-8-459 0,1-9 203 0</inkml:trace>
  <inkml:trace contextRef="#ctx0" brushRef="#br0" timeOffset="26946.08">18500 2486 33 0,'-4'-2'110'0,"4"2"-9"0,0 0-11 16,0 0 3-16,-6-3-6 0,6 3-2 16,0 0 3-16,0 0-17 0,0 0-1 0,-8 0-1 0,8 0 2 0,0 0 0 15,0 0-4-15,0 0-12 0,-5 3 0 0,5-3-5 16,0 0-2-16,0 0-9 0,0 0 3 0,0 0 0 16,0 0-4-16,0 0-6 0,0 0 1 0,0 0-1 15,14 3-2-15,0-2-3 0,4 0-4 0,13-1 2 16,-1-1-5-16,6 1-9 0,2-1 12 0,-1 1-8 15,1-3-2 1,-3 3-21-16,-1 0-14 0,-4 0-24 0,-2 0-17 16,-7-3-30-16,-4 3-15 0,-5-1-20 0,-5 1-88 15,-2 0-233-15,-5 0 104 0</inkml:trace>
  <inkml:trace contextRef="#ctx0" brushRef="#br0" timeOffset="27516.31">18423 2587 113 0,'5'1'146'16,"9"-1"-10"-16,-2 5-11 15,2 3-8-15,5 1-11 0,8 7-8 0,-5 1-10 16,-2 3-4-16,1 2-11 0,-6 3-10 0,-1 3-1 15,-4 4-9-15,-1 1-3 0,-5 12-4 0,-4 4-1 16,-8-3-5-16,-1-1-4 0,-1-12-5 0,0 3-1 16,-9 7 3-16,4-9-10 0,-7 7-5 0,4-11 3 15,0-3-4-15,0 1 2 0,0-1-8 0,0-5 5 16,0 0-1-16,8-6-4 0,-4-1 0 0,5 0 1 0,0-3-5 16,-1-3 3-16,4 1-1 0,0-5 6 0,3 3 10 15,-1-4-5-15,1 1-3 0,-2-2 0 0,3 1 3 0,2-4-2 16,-3 5 0-16,2-4 2 0,1-1-1 0,-1 4 0 15,1-4-1-15,0 0-3 0,0 0-5 0,-4 4 3 16,4-4-5-16,0 0 0 0,0 0-6 16,-2 4 4-16,2-4-1 0,0 0-2 0,-2 4-1 0,2-4 6 0,0 0-3 15,0 0-2 1,-1 3 2-16,1-3-5 0,0 0 3 0,-2 3 0 16,2-3-2-16,0 0-1 0,-4 3 0 0,4-3 1 15,0 0-1-15,0 0 2 0,0 0-3 0,4 5 7 0,-4-5 15 16,7 2 16-16,0-2 8 0,6 0 1 0,6 0 0 15,12-4-2-15,1 0-2 0,7 0 1 16,13-3-3-16,3-3 3 0,3 3 8 0,2-2 3 0,0-1 2 16,3 0-1-16,-5 3-8 0,-2 0-4 0,-20 4-3 15,-2-1-3-15,-6 3-2 0,-9-3-2 16,-6 2-5-16,1 1-3 0,-5-1-2 0,-1 1-10 16,-3 1-6-16,1-1-32 0,-2-1-36 0,0-3-32 15,-4 5-32-15,0 0-32 0,-5-10-30 0,1 5-37 16,-5-2-142-16,4-2-395 0,-3 2 175 0</inkml:trace>
  <inkml:trace contextRef="#ctx0" brushRef="#br0" timeOffset="28148.83">19439 2725 120 0,'-7'2'144'0,"1"-2"-7"0,1 1-29 0,5-1 4 15,-6 3-9-15,6-3 2 0,0 0-8 0,-8 0-5 16,8 0-1-16,0 0 0 0,0 0-5 0,0 0 0 0,0 0 6 16,0 0 1-16,-10-1 0 0,10 1-1 0,0 0-1 15,0 0-6-15,0 0-6 0,0 0-9 0,0 0-2 16,0 0-8-16,0 0-9 0,0 0-3 0,0 0-4 16,0 0-7-16,0 0 2 0,0 0-12 0,0 0-1 0,0 0-3 15,0 0-3-15,0 0 0 0,-4 2-5 0,4-2 2 16,0 0 0-16,0 0 7 0,23-1 4 0,-11 0-5 0,9-2-4 15,-1 0-3-15,9 0-1 0,3 0 2 0,0-1-4 16,-3 0 3-16,3 1-1 0,1 0-2 0,-1 0 2 16,-5-2-3-16,-8 3 1 0,-1 0 0 0,-4 2-3 15,-2 0 1-15,-6-3 9 0,2 3-3 0,-3 0 1 16,1-2-1-16,-6 2-10 0,9-1-19 0,-9 1-11 16,0 0-19-1,0 0-26-15,0 0-25 0,0 0-25 0,0 0-38 0,0 0-34 16,-28 3-182-16,23-3-402 0,5 0 177 0</inkml:trace>
  <inkml:trace contextRef="#ctx0" brushRef="#br0" timeOffset="28734.9">19976 2498 132 0,'-1'-2'279'0,"1"2"-23"0,0-7-24 0,0 7-25 16,2-5-21-16,2 2-21 0,1 2-18 0,5 0-18 15,-1-2-13-15,3 2-9 0,0 2-14 0,3-1-8 16,-1 3-9-16,0-1-9 0,0 1-6 0,1 2-9 15,0 0-7-15,-2 3-6 0,1 3-7 0,-4 2-7 16,2 0-5-16,-7 2-1 0,3 1-2 0,-7 2-1 0,-2 2-4 16,-8 6 5-16,-3-1-4 0,-2 1-6 0,-5 0 4 15,-4 1-3-15,-2-1 1 0,1-2-8 0,-2 1 8 0,-1-6-4 16,3 2 1-16,-1-3 1 0,2-1-5 16,9-7 2-16,0-1 2 0,1-2 1 0,4-1-1 15,4-1 0-15,-4-4 20 0,4 3 27 0,0 0 26 16,5-4 29-16,-6 3 13 0,6-3 19 0,-5 2 15 0,5-2-21 0,0 0-12 15,0 0-15-15,15-17-14 0,-6 12-8 0,2-3-9 16,2 4-9-16,-3-4-16 0,3 1 5 0,-2 1-6 16,1 2-4-16,-3 1-13 0,3 0-5 15,-1 2-4-15,1 1-11 0,-1 1 7 0,3 3-6 0,-1-1 0 16,1 3-11-16,-2-2 3 0,0 2 1 0,0 0-4 16,-1-1-17-1,2 4-8-15,-3-2-9 0,4-4-2 0,-6 4 1 16,-3-4 1-16,4 1 17 0,-9-4-11 0,10 3 2 15,-2-3 10-15,-8 0-4 0,0 0 1 0,24-7 5 16,-15-1 4-16,3 1 1 0,2-5 2 0,-3 2-1 16,-2 1-3-16,-1 0 0 0,0-2 2 0,-5 2-1 15,7-1 3-15,-2 2-8 0,-3 1-27 0,2 0-35 16,-5 2-46-16,4 3-71 0,1 0-74 0,-7 2-308 0,10-4-620 0,-10 4 274 16</inkml:trace>
  <inkml:trace contextRef="#ctx0" brushRef="#br0" timeOffset="31341.46">20999 2786 86 0,'-10'2'192'0,"10"-2"-3"15,-5 0-13-15,5 0-7 0,0 0-12 16,0 0-12-16,0 0-5 15,0 0-6-15,-6 0-7 0,6 0-8 0,0 0-6 16,0 0-13-16,0 0-10 0,0 0-2 0,0 0-1 16,0 0 0-16,0 0 1 0,0 0-8 0,0 0-4 15,0 0-3-15,0 0-5 0,0 0-6 0,0 0-3 16,0 0-8-16,0 0 3 0,0 0-8 0,0 0-4 16,0 0-1-16,0 0-4 0,0 0-6 0,0 0 0 15,0 0-3-15,0 0-1 0,0 0 0 0,0 0-1 0,0 0-2 16,0 0-1-16,0 0-5 0,0 0 3 0,0 0 0 15,0 0-5-15,0 0 1 0,0 0 0 0,0 0-4 16,0 0-1-16,0 0 1 0,0 0-5 0,0 0 2 16,0 0-6-16,0 0 4 0,10-7 2 0,-4 6 0 15,1-2-3-15,5 2-3 0,9 0 1 0,-1-2-3 16,12 0 1 0,-1 0 3-16,2-4-6 0,4 5 3 0,-5-3-3 0,3 0-6 15,-2 0 7-15,-2 3 4 0,-2 0-5 0,-9 2 5 16,-3-1-5-16,-4-1-7 0,-2-1 10 0,-1 2-4 15,-2 0-11-15,-3-1 1 0,0 1-10 0,-5 1-16 16,9-2-13-16,-9 2-16 0,4-1-32 0,-4 1-20 16,0 0-18-16,0 0-19 0,0 0-24 0,-18-3-21 15,13 3-27-15,-1-1-126 0,6 1-380 0,-12-4 169 0</inkml:trace>
  <inkml:trace contextRef="#ctx0" brushRef="#br0" timeOffset="31657.22">21611 2605 294 0,'0'-5'347'0,"2"0"-2"0,0 1-11 0,-2 4-18 16,0-4-25-16,0 4-29 0,0-7-22 0,0 7-31 31,2-4-25-31,-2 4-33 0,0 0-10 0,0 0-21 16,0 0-36-16,0 0-21 0,0 0-6 0,0 0-9 0,2 14-2 0,-2-6-8 15,1 1-2-15,1 3-2 0,-2 0-4 0,0 1-1 16,0 3-4-16,0-1-5 0,2 2 3 0,-4-3-6 16,2 0-3-16,0 1 6 0,0-5-6 0,0 2 3 15,0-2-6-15,0-1 2 0,0 1-7 0,2-4-27 16,-4-2-12-16,4 3-9 0,-2-2-2 0,0-3-1 16,0 2-3-16,0-4-3 0,0 6 0 0,0-6-9 15,-2 3-5-15,2-3-4 0,0 0-7 0,0 0-17 0,0 0-42 0,0 0-86 16,0 0-251-16,0 0-509 0,-7-15 226 0</inkml:trace>
  <inkml:trace contextRef="#ctx0" brushRef="#br0" timeOffset="31904.6">21794 2453 7 0,'0'0'243'0,"5"-2"-31"0,-5 2-17 16,0 0-22-16,14 6-4 0,-5 1-15 0,4 6-5 16,1 2-10-16,0 6-6 0,0 5-10 0,-5 0-8 0,0 0-7 15,-4 4-9-15,-1 0-10 0,-4 1-8 0,-9 2-5 0,0-1-6 16,-4 2-9-16,-6-2-7 0,-9 7 0 0,3-10-11 16,-10 7-10-16,6-12-14 0,-11 6-20 0,8-12-15 15,-3 2-32-15,-14 1-35 0,14-8-43 0,2-1-68 16,0-4-162-16,-4-4-385 0,1-4 171 0</inkml:trace>
  <inkml:trace contextRef="#ctx0" brushRef="#br0" timeOffset="32227.74">21048 2471 28 0,'-21'17'160'0,"-2"5"-10"0,3 2-4 16,-2 5-14-16,-1-2-4 0,-4 14-11 15,10-12-7-15,1 3 2 0,4-4-7 0,4 0-5 16,4 0 0-16,5 0-11 0,7-1 3 0,7-3-6 16,5 1-4-1,9-2-9-15,18 0-3 0,5 1-22 0,7-10-38 16,1-5-56-16,4-7-75 0,0-7-175 16,1-1-320-16,0-2 142 0</inkml:trace>
  <inkml:trace contextRef="#ctx0" brushRef="#br0" timeOffset="32744.55">22139 2359 1 0,'0'0'375'0,"0"-6"-33"0,0 6-33 0,0-2-36 15,0 2-27-15,0 0-27 0,0 0-27 0,0 0-25 0,0 0-20 16,0 0-17-16,0 0-6 0,-5 9-17 0,4-1-8 16,-2 1-12-16,1 3-8 0,-5 3-9 0,2 1-8 15,0 1-10-15,1-2-24 0,0 0-3 0,3-5-12 16,0 1-4-16,-2-3-8 0,2-3 1 0,1 2-2 16,-3-2 5-16,2-1 5 0,2-1 11 0,-1-3 26 15,-1 6 30-15,1-6 6 0,0 0-8 0,0 0-14 0,18-12 3 0,-5 8-6 16,0-5 12-16,2 0-16 0,-1 1 4 0,1-1-16 15,-3 3 0-15,-1 0-4 0,1 1-2 16,-2 2-8-16,1 0-5 0,0 2-17 0,0 2-9 16,3 2-8-16,-3 0-12 0,0 6-8 0,-1-1-14 15,3 6-19-15,1 2-37 0,-5 4-29 0,-1 2-54 16,-2-4-70-16,-1 2-282 16,-1 0-580-16,-1-4 257 0</inkml:trace>
  <inkml:trace contextRef="#ctx0" brushRef="#br0" timeOffset="33292.82">20773 3226 103 0,'0'0'220'0,"-5"2"-11"0,5-2 2 0,0 0-18 15,-8 0-10-15,8 0-14 0,0 0-15 0,0 0-9 16,-5 2-15-16,5-2-7 0,0 0-7 0,0 0-11 15,0 0-10-15,0 0-8 0,0 0-10 0,0 0-6 0,0 0-9 0,-4 2-3 16,4-2-7-16,0 0-3 0,0 0-8 16,0 0-1-16,0 0 1 0,0 0-6 0,0 0-3 15,0 0-4-15,0 0-3 0,0 0-3 0,0 0-2 16,0 0-2-16,0 0-2 0,0 0-4 0,-5 5 4 0,5-5-3 16,0 0 2-16,0 0-4 0,0 0 12 0,0 0 2 15,27-6-1 1,-8 1-5-16,17 0 2 0,15-5-3 0,4 2-1 15,6 0 19-15,37-4 6 0,-6-1 9 0,6 2 3 16,11-4 3-16,-2 5 3 0,2-2-4 0,-2 3 1 16,-4 0-6-16,-7-2-3 0,-34 2-3 0,3 2-7 15,-4 2-1-15,-2 0-4 0,-21-3-2 0,0 4-1 16,-7-1-16-16,-12 5-6 0,-1-5 20 0,-5 4-4 16,0 0-1-16,-7-2 3 0,2 1 0 0,-4 2-9 0,2 0-9 0,-6 0-3 15,9 0-27-15,-9 0-37 0,0 0-48 0,0 0-33 16,0 0-44-16,0 0-50 0,-32 0-61 0,14 3-207 15,-1-1-544-15,2 0 242 0</inkml:trace>
  <inkml:trace contextRef="#ctx0" brushRef="#br0" timeOffset="33747.54">21531 3384 300 0,'-5'3'352'0,"5"-3"-27"15,0 0-27-15,-4 2-37 0,4-2-31 0,0 0-31 16,0 0-12-16,0 0-31 0,-5 6-15 15,5-2-16-15,-1 3-3 0,-1 0-21 0,-3 5-8 0,4 1-10 0,-5 1-10 16,-1 2-4-16,2 0-9 0,0 2-8 0,0 0-5 16,-3-1-5-16,2-3 3 0,-1 2-4 0,5-3-9 15,-2-4-14-15,0-1-3 0,0 0-5 0,3-3 4 16,1-1 20-16,0-4 22 0,-4 7 38 0,4-7 31 16,0 0-11-16,0 0-9 0,18-7-17 0,-1-3-6 15,2-2-6-15,4-3-9 16,2 0-12-16,-3-4-6 0,1 3 1 15,-4 5 0-15,-3 0-9 0,-4 5 5 0,0 0-8 0,-6 0 0 0,3 2-15 16,-4 1-1-16,0 1-5 0,3 2-6 0,-8 0-2 16,14 6-5-16,-2 1-2 0,-3 2-8 0,1 4-4 15,0 1 1-15,0 0-29 0,2 1-39 0,-2 1-52 16,-1 0-53-16,1 0-77 0,-3-4-142 0,0-2-212 16,-4-4-664-16,1-5 294 0</inkml:trace>
  <inkml:trace contextRef="#ctx0" brushRef="#br0" timeOffset="36236.99">23427 2603 11 0,'0'-4'218'0,"0"-3"-9"16,0 7-12-16,0-4-8 0,0 1-14 0,0 3-13 16,0 0-14-16,-1-9-16 0,1 9-19 0,0 0-17 0,0 0-20 0,-3-2-4 15,3 2-5-15,-14 7-10 0,0 0-10 0,-9 6-1 16,-5 2-7-16,-1-1 1 0,-3 2-10 0,1 1 2 16,3 0-5-16,0-1-2 0,-3-1-4 0,3 1 2 15,3 0-2-15,4-1-7 0,-1 2 2 0,7-5-8 16,1-1 3-16,4 1-8 0,1-1-2 0,4-2 1 15,1 3-2 1,3-2 6-16,3 1-4 0,2 0 1 0,6 3 2 16,3 0 4-16,7-2 1 0,5 3-3 0,4 0-3 15,4 1 1-15,-1-1-2 0,3 2 4 0,-2-6-2 16,-1 4 0-16,-4-1-4 0,-1 1 2 0,-6-1-1 16,-6-1-1-16,-5-6-4 0,0 4-4 0,-5 1-6 15,-3-2 5-15,-5 1 3 0,-10 2-3 0,-5 4 2 16,-7-2-6-16,-6-1 6 0,-1 0 4 0,-1-5-6 0,2 1 2 0,-7-3-2 15,6-2 1-15,3-2-8 0,1 2-11 0,1-5-12 16,4 0 1-16,5-6-4 0,0 4-12 16,5-1-8-16,4-1-9 0,5-2-13 0,4 6-8 15,4-11-11-15,4 1-3 0,7 0-4 0,8-4-1 16,4 3-3-16,1 0-97 0,3 1-226 0,2 1 101 0</inkml:trace>
  <inkml:trace contextRef="#ctx0" brushRef="#br0" timeOffset="36457.65">23386 3061 19 0,'36'-6'67'0,"-5"-5"14"0,-7 2 19 16,-5 4 14-16,-2-4 21 0,-3-2 7 0,-2 5 14 15,-1-2 8 1,-2 1 8-16,1 0 10 0,-4 0 8 0,0 3 16 16,-1-3-3-16,1 3 12 0,-5 2-24 0,-1 2-18 15,8-5-20-15,-8 5-15 0,5-3-17 0,-5 3-16 16,0 0-7-16,5-4-20 0,-5 4-15 0,0 0-16 0,4-2-24 16,-4 2-4-16,0 0-6 0,0 0 3 0,0 12-5 15,1-5 4-15,-1 0-4 0,0 3 3 0,0-1 0 16,3 1-3-16,-3 0-11 0,1 0-20 0,-1 1-22 15,3-3-15-15,-3 3-21 0,0-2-25 0,0-1-19 16,0 0-27-16,0-3-31 0,0 0-21 0,0-5-27 16,-3 5-152-16,3-5-412 0,0 0 182 0</inkml:trace>
  <inkml:trace contextRef="#ctx0" brushRef="#br0" timeOffset="36584.61">23611 2786 102 0,'0'-6'228'16,"1"1"-20"-16,2 1-23 0,-3 0-24 0,1 1-30 0,2-1-43 16,-3 4-37-16,0 0-20 0,0 0-25 0,0 0-43 15,0 0-34-15,0 0-110 0,0 0-196 16,6 14 88-16</inkml:trace>
  <inkml:trace contextRef="#ctx0" brushRef="#br0" timeOffset="36916.33">23828 2909 73 0,'4'5'217'0,"-4"-5"-18"0,0 0-28 0,3 5-15 16,-3-5-16-16,1 5-10 0,1-2-10 0,-2 4-16 0,0 1-2 15,0-2-14-15,-2 4-8 0,2-5-5 0,0 3-10 16,0-2-6-16,0-1-5 0,-4 1-7 0,4-2-4 15,0-4 2-15,0 7 0 0,0-7-1 0,0 0 24 16,-1 7 13-16,1-7-12 0,0 0-2 0,0 0-9 16,0 0-5-16,15-12-2 0,-10 7-3 0,2 1-9 15,-2 0-5-15,0 0-5 16,3 2-6-16,-2-2 1 0,-1 1-3 0,-5 3-5 16,11-4-9-16,-6 3-6 0,-5 1-6 0,14 2-8 15,-8 1-18-15,2-1-20 0,-1 1-22 16,0 1-32-16,-1 3-31 0,1-3-36 0,0 2-188 15,-2-3-390-15,0 1 172 0</inkml:trace>
  <inkml:trace contextRef="#ctx0" brushRef="#br0" timeOffset="37302.21">24138 2851 283 0,'1'-3'304'0,"-1"3"-34"16,0-6-28-16,0 6-30 0,1-3-31 16,-1 3-29-16,0 0-16 0,0 0-10 0,0 0-14 15,0 14-12-15,0-7-6 0,-1 4-14 0,0 6-6 16,-3 0-6-16,0-2-8 0,0 4-6 0,0 1-4 0,-2 5-4 16,2-7-5-16,-1 1-4 0,1-2-6 15,0 0-7-15,-1-8-3 0,5 2-9 0,-2-5 2 16,0 1-4-16,2-2 2 0,-1-2 16 0,1-3 24 0,-5 8 32 0,5-8 28 15,0 0-4-15,0 0-18 0,0 0-10 0,0 0-10 16,15-20-9-16,-8 11 1 0,1-4-12 0,2-1-4 16,0 0-6-16,0 0 0 0,3 0-8 0,-3 2-2 15,3-1-7-15,-7 7 0 0,1-2-4 0,-1 4-4 16,-1-1-4-16,-2 1-3 0,0 1-6 16,-3 3-16-16,8-3-8 0,-8 3 2 15,0 0-10-15,0 0-5 0,16 6-1 0,-9-1-14 16,-4 0-21-16,3 4-22 0,-1 0-26 15,0 3-34-15,2 3-35 0,-1-4-40 0,-2 0-252 16,-3-2-518-16,-1-1 230 0</inkml:trace>
  <inkml:trace contextRef="#ctx0" brushRef="#br0" timeOffset="37703.44">24439 2888 222 0,'4'-4'228'0,"1"2"-22"0,2 0-22 0,-7 2-15 16,12-2-19-16,-12 2-9 0,17 4-14 0,-11 2-7 16,2 0-12-16,0 0-9 0,-1 4-6 0,-4 2-12 0,2 3 1 15,-5 2-16-15,0 1-3 0,-4 2-3 0,0-2-11 16,-2 0-3-16,-2 2-3 0,2-5-1 0,-2 1-5 16,-2-2-4-16,2-4 0 0,5-3-4 0,-3 0 2 15,3-1 9-15,1-2 12 0,-3 0 20 0,3 2 44 16,2-6 16-16,-3 2 38 0,3-2-1 0,0 0-32 15,0 0-16-15,10-16-20 16,-5 7-1-16,4-5-14 0,4 1-5 0,0-5-10 16,5-2-11-16,1-2 0 0,0-1-3 0,3 1-15 15,-3 3-3-15,1 0 3 0,-5 4 0 0,-1 3 2 16,-5 2 10-16,-2 3 7 0,-3 1-4 16,2 0-16-16,-2 2 3 0,-3 2-12 0,-1 2-15 15,4-5-25-15,-4 5-24 0,0 0 4 0,0 0 3 16,0 0 5-16,0 0-6 0,-1 22 1 0,-3-12 3 0,4 7 4 0,-2 1 0 15,2 1 9-15,6 7 5 0,3-1 0 0,10-1 5 16,8-4-5-16,19 9-36 0,15-10-77 0,30 6-89 16,8-14-140-16,-10-5-277 0,-24-8-672 0,26-5 297 15</inkml:trace>
  <inkml:trace contextRef="#ctx0" brushRef="#br0" timeOffset="39506.85">4358 6821 230 0,'0'0'313'0,"-6"1"-19"0,6-1-15 0,0 0-24 16,-4 3-15-1,4-3-24-15,0 0-16 0,0 0-23 0,0 0-17 16,0 0-15-16,0 0-14 0,0 0-15 0,0 0-13 0,31-5-28 16,-11 0-39-16,11 0-41 0,2 0-52 0,4 3-61 15,-5-1-63-15,-1-1-255 0,-10 2-470 16,-2 2 208-16</inkml:trace>
  <inkml:trace contextRef="#ctx0" brushRef="#br0" timeOffset="39660.53">4412 7079 111 0,'-4'5'203'0,"3"1"-19"0,-2-2-18 16,1 0-18-16,0-2-12 0,2-2 5 0,6 6-1 15,-6-6-9-15,17 0-10 0,3-3-15 0,8-1-19 16,6-1-44-16,6-1-74 15,11-5-82-15,1 0-150 0,1-3-284 0,-5-3 126 16</inkml:trace>
  <inkml:trace contextRef="#ctx0" brushRef="#br0" timeOffset="40045.33">5667 6706 3155 0,'5'-2'319'0,"-4"0"-74"0,-1 2-107 0,4-3-66 16,-4 3-22-16,0 0-32 0,0 0-4 0,0 0-4 16,6 0-20-16,-6 0-15 0,0 0-10 15,0 0-2-15,2 6 6 0,-2-1-1 0,-3 1 2 16,0 2 8-16,1 5 1 0,-2 4 0 0,-2 0 3 0,-2 8 7 0,-2-1-1 16,1-1 1-16,-4 0 3 0,8-5 5 0,-3-4-9 15,3-5 4-15,0 3-1 0,0-7 1 0,1 2 3 16,3-2 4-16,-2-1 7 0,2 1 37 0,-2-2 48 15,3-3 33-15,-1 2 18 0,1-2-19 0,0 0-12 0,0 0-10 16,-1-11 0-16,2 4-11 0,-1-4-11 16,4 2-21-16,-3-1 12 15,2-2-10-15,-2 4-5 0,3 0-7 0,-4 4-9 16,1-1-4-16,3-1-20 0,-3 2 11 0,2 2-10 16,-3 2-33-16,0 0-17 0,5-3-2 0,-5 3 8 15,8 8-8-15,-2-1 2 0,3 1-22 0,0 3-1 0,0 3-13 16,1 0-17-16,2 1-26 0,-2-3-13 0,1 2-30 15,1 0-27-15,-1 1-39 0,1-3-38 0,-1-2-51 16,-5-3-232-16,1-2-589 0,-4 0 260 0</inkml:trace>
  <inkml:trace contextRef="#ctx0" brushRef="#br0" timeOffset="40223.43">5527 6867 288 0,'-3'-1'339'0,"0"0"-28"16,3 1-29-16,-5-4-31 0,5 4-23 16,-4-2-24-16,4 2-23 0,0 0-16 0,0 0-14 0,14-6-17 15,4 2-18-15,10 1-14 0,5-4-50 0,20 2-46 16,3-2-67-16,-1-3-87 0,1 4-286 0,-6-5-470 16,-14 4 208-16</inkml:trace>
  <inkml:trace contextRef="#ctx0" brushRef="#br0" timeOffset="40546.48">6028 6452 391 0,'0'-5'375'0,"0"5"-40"0,-5-4-30 0,5 4-37 0,-1-3-28 16,1 3-30-16,0 0-20 0,11 0-27 15,-11 0-15-15,17 5-17 0,-3 0-17 0,-2 2-14 16,2 3-15-16,-5 0-16 0,2 3-9 0,0 1-5 16,-3 2-20-16,-1 3-7 15,-1 6 3-15,-3-6-7 0,-2-2 3 0,-1 2-8 16,-1-2-1-16,-1-5-1 0,1 1-1 0,-1-3-2 16,0 1-2-16,1-5 0 0,1 1 0 0,0 0-3 15,1-3 1-15,1 1 1 0,0 0 0 0,4-1-3 16,5-1 2-16,2-2-4 0,8 0-25 0,9-1-54 15,4-1-67-15,3-3-86 0,-4-1-293 0,3-1-561 16,-1 1 248-16</inkml:trace>
  <inkml:trace contextRef="#ctx0" brushRef="#br0" timeOffset="41009.78">5501 7311 81 0,'-11'2'245'0,"5"1"-17"0,0-2-5 16,2 2 16-16,-3-2 0 0,4 1-2 0,3-2-6 0,-7 1-3 15,7-1-12-15,-5 1-8 0,5-1-16 0,0 0-23 16,0 0-3-16,0 0-27 0,-6 3-9 0,6-3-16 15,0 0-12-15,0 0-11 0,0 0-8 0,0 0-9 16,0 0-4-16,0 0-8 0,0 0-8 0,0 0-7 16,0 0-9-16,0 0-2 0,0 0-3 0,0 0-7 15,0 0 0-15,-8 0-7 0,8 0 0 0,0 0 1 16,0 0 6-16,0 0-17 0,0 0-2 0,0 0-4 0,0 0 4 0,0 0-3 16,0 0-1-16,0 0 3 0,0 0-3 0,35-6-4 15,-13 1 5-15,10-1 4 0,19-5-5 0,7 3-12 16,2-5 14-16,28-1 0 0,4-1-4 0,-1 1 0 15,5-1-4-15,-3 1 1 0,-5-3 4 0,-26 9-2 16,-1-1 13-16,-4 1-2 0,-7-1-10 0,-14 3 0 16,-3 2 5-1,-12 0-5-15,-2 0 1 0,-9 2-4 0,3 0-5 0,-4 0-19 16,-3 2-27-16,1 0-27 0,-7 0-14 0,0 0-27 16,0 0-25-16,0 0-29 0,-28 12-43 0,8-7-44 15,-8 2-241-15,8 0-546 0,-11-2 242 16</inkml:trace>
  <inkml:trace contextRef="#ctx0" brushRef="#br0" timeOffset="41448.81">6169 7442 140 0,'-3'3'351'0,"1"1"-37"16,2-4-28-16,-3 3-31 0,3-3-27 0,-1 3-26 15,1-3-20-15,4 3-20 0,0 2-12 0,2-4-13 16,2 1-19-16,3 0-14 0,-2 2-11 0,1 2-10 16,-2-2-8-16,1 2-7 0,-3 1-7 0,3 0-16 15,-5-2-12-15,0 6-8 0,0-5-10 0,-4 6-3 0,0-5 1 0,-3 2 1 16,2-1-7-16,-3 2 0 0,1-3 0 0,2-2-3 15,-3 0 1-15,3 2-3 0,-3-2 5 0,3-1-4 16,1 0 1-16,0 2 2 0,0-3-2 0,5 1 0 16,0-1 5-16,3 2 2 0,2 1-5 0,8 0-1 15,0 0 1-15,4 0-2 0,-2 3 0 0,-2-2 1 16,2 2-6-16,-3 0 2 16,-3 3-3-16,1-2 0 0,-2 4 4 0,-2-3-2 15,1 2-3-15,-7-2 1 0,-1-1-1 0,0 1 1 16,-4 0 8-16,-5 1 1 0,-7 2 5 0,-11 1 0 15,-1 2-2-15,-9-4-1 0,-2 0-1 0,-3-1-5 16,-12 0-23-16,13-6-37 0,-4-1-69 0,7-5-100 16,-2-1-258-16,4-6-524 0,8-1 232 0</inkml:trace>
  <inkml:trace contextRef="#ctx0" brushRef="#br0" timeOffset="45526.65">7395 7132 50 0,'-11'0'216'0,"11"0"-6"0,-5 0-12 16,5 0-4-16,0 0-9 0,-8 0-14 0,8 0-14 15,0 0-16-15,0 0-6 0,0 0-12 0,0 0-11 16,-6 0-11-16,6 0-11 0,0 0-5 0,0 0-11 16,0 0-5-16,0 0-3 0,0 0-9 0,0 0 0 15,0 0-7-15,0 0-4 16,0 0 0-16,0 0-1 0,0 0-6 0,0 0-3 15,0 0-3-15,0 0-2 0,0 0-2 16,0 0-6-16,0 0 1 0,0 0-4 0,0 0 3 0,0 0-6 16,0 0-2-16,0 0-3 0,0 0 2 0,0 0-4 15,-8 2-1-15,8-2-3 0,0 0-2 0,0 0 0 16,0 0 0-16,0 0 0 0,0 0-1 0,0 0 8 16,0 0-12-16,0 0 4 0,0 0-2 0,0 0-1 0,0 0 0 15,0 0 10-15,0 0-9 0,0 0-1 0,0 0 1 16,0 0-3-16,0 0 2 0,0 0-2 0,0 0 0 15,0 0 1-15,0 0 5 0,22-2-2 0,-4-1-2 16,9-2 5-16,3 1-3 0,6-1 0 0,1 0 0 0,13-2 6 16,3 0 12-16,-1 0-2 0,-12 2 3 0,0 2-4 15,0-1-1 1,-3-2 0-16,-2 4-7 0,-5-2 1 0,0 0 11 16,-10 0-11-16,-8 4-22 0,0-1-21 0,-4-1-26 0,-2 1-36 15,2 2-29-15,-8-1-31 0,0 0-25 0,0 0-46 16,0 0-167-16,-37 3-426 0,16 1 189 15</inkml:trace>
  <inkml:trace contextRef="#ctx0" brushRef="#br0" timeOffset="45758.14">7630 7033 195 0,'-3'-8'351'0,"3"3"-8"0,0 0-8 0,-1 0-14 15,-1 0-1-15,1 2-27 0,1 0-27 0,0 3-30 0,0-5-28 0,0 5-27 16,0 0-40-16,0 0-42 0,0 0-41 0,0 0-22 16,0 0-4-16,0 0-7 0,-4 23 1 15,-1-3-2-15,0 8-3 0,-1 5-2 0,-2-2-3 0,-1 3-37 16,5 4-25-16,-5-3-26 0,4 1-29 0,-4 9-5 16,-4-1-25-16,7-12-70 0,-3-3-277 0,0-5-519 15,5-12 230 1</inkml:trace>
  <inkml:trace contextRef="#ctx0" brushRef="#br0" timeOffset="46490.01">8860 6495 118 0,'0'-2'259'0,"0"2"-10"16,0-7-12-16,0 7-16 0,0 0-22 0,1-3-15 15,-1 3-21-15,3-4-17 16,-3 4-17-16,0 0-16 0,0 0-16 0,0 0-13 15,0 0-16-15,0 0-10 0,0 0-8 0,0 0-7 16,-3 15-3-16,2-6-4 0,-3 3-6 0,-1 2-5 16,-4 2-1-16,-2 7-2 0,-1 2-4 0,-2 1-2 15,0-2 2-15,0 0 1 0,1 0-7 0,0 1 3 16,2-1-4-16,3-8-1 0,1 5-2 0,0-4-1 16,2-6-1-16,1 1-1 0,-1 0 2 0,4-3-2 0,-2-4-1 0,1 2-1 15,-2-1 2-15,4-1 3 0,0 1 2 0,-1-2 4 16,1-4 5-16,-3 6 7 0,6-3 6 0,-3-3 1 15,5 3 5-15,-5-3-1 0,15 1-1 0,-2-3-7 16,6-2-1-16,3 3-5 0,6-3-3 0,1-1-8 16,-1 3-25-16,0-3-20 0,-2 0-26 0,-3 3-23 15,-1-2-32 1,-2 0-29-16,-1 1-28 0,-1-2-37 0,-6 1-177 16,-2-1-416-16,-2 3 185 0</inkml:trace>
  <inkml:trace contextRef="#ctx0" brushRef="#br0" timeOffset="46675.15">9049 6752 256 0,'0'0'291'0,"0"-7"3"0,0 7-2 0,0-5 0 0,0 5-11 0,-2-3-14 0,2 3-12 15,0 0-36-15,2-5-8 0,-2 5-41 16,0 0-23-16,0 0-24 0,0 0-49 0,0 0-17 16,0 0-3-16,-5 18-11 0,1-2-5 0,-2 11-4 15,-4 2 3-15,3 8-2 0,-2 8-6 0,0 4-6 0,2-3-12 16,0 3-28-16,1-2-35 0,-2-1-43 15,2-10-42-15,-1-2-66 0,-2-1-303 0,3-5-546 0,1-13 242 0</inkml:trace>
  <inkml:trace contextRef="#ctx0" brushRef="#br0" timeOffset="48508.47">9578 6246 9 0,'0'-7'214'15,"0"2"-15"-15,0 0-13 0,0 5-20 0,0-7-20 16,0 7-21-16,0-5-29 0,0 5-4 0,0 0-12 16,0 0-10-16,0 21-11 0,0 0-1 0,-4 10-5 15,-2 15-12-15,1 9-5 0,-4 3-2 0,-4 27-2 16,4-26-2-16,0 26-6 0,-5 2-8 0,6 2 6 15,-1-2 2 1,2-4-9-16,-6 3 1 0,4-26-1 0,-2 23 19 0,3-25 5 16,2-1-2-16,-2-2 2 0,0-4 0 0,6-1-2 15,-2-2 3-15,4-13-4 0,-1-2-2 16,-1 4-3-16,2-3-8 0,-1-4-1 0,0-2 2 16,-1-1-7-16,1-8 3 0,1-1-5 0,0-2 2 0,-1-4-8 15,1-1 7-15,0-1-3 0,0-3-1 0,0-1 0 16,-1-2 1-16,1 1 5 0,0-1 15 0,0-1 9 0,1 1 7 15,-1-4 7-15,-1 4-2 0,1-4-2 0,1 5-8 16,-1-5-1-16,0 0-5 0,0 0-6 0,-3 5-6 16,3-5-1-16,0 0 0 0,0 0-3 0,0 0 0 15,0 0-6-15,2 4 1 0,-2-4-3 0,0 0-5 16,0 0 0-16,0 0 3 0,0 0-2 0,0 0-1 16,0 0-1-16,0 0-2 0,0 0-5 0,0 0 4 0,0 0 1 0,0 0-1 15,0 0-1-15,0 0 0 0,0 0 2 0,0 0-1 31,0 0-4-31,0 0 3 0,0 0-1 0,0 0-1 16,0 0 0-16,2 2 1 0,-2-2 8 0,0 0-1 16,0 0 0-16,0 0 1 0,0 0-3 0,22-3 3 0,5-1 0 15,8-1-1-15,22-5-8 0,5-4-19 0,29-3-27 16,-26 5-36-16,25-9-27 0,-29 11-34 0,3-5-61 16,-9 2-244-16,-5-3-482 0,-16 0 213 0</inkml:trace>
  <inkml:trace contextRef="#ctx0" brushRef="#br0" timeOffset="49109.86">9720 6336 22 0,'0'0'176'0,"-3"-3"-9"0,3 3-9 0,-2-2-5 0,2 2-7 16,0 0-13-16,0 0-10 0,-4-4-10 0,4 4-11 15,0 0-13-15,0 0-6 0,0 0-9 0,0 0-6 16,0 0-11-16,0 0-6 0,0 0-5 16,0 0-6-16,0 0-2 0,0 0 4 0,0 0 2 0,23 4 2 0,-4-3-7 15,16-2-1-15,3 3-28 0,19-3-32 0,1 0-61 16,5-2-88-16,-6-1-126 0,-2-4-322 0,-19-1 142 16</inkml:trace>
  <inkml:trace contextRef="#ctx0" brushRef="#br0" timeOffset="50064.93">10312 6885 21 0,'-12'0'179'0,"6"-1"1"16,-1 2-3-16,1-2-11 0,6 1-8 0,-10 1-6 15,10-1-10-15,-7 2-12 0,7-2-11 0,-5-3-8 0,5 3-13 16,0 0-5-16,0 0-12 0,0 0-10 16,-9 0-6-16,9 0-4 0,0 0-4 0,0 0-10 15,0 0 0-15,0 0-4 0,0 0-5 0,0 0-2 16,0 0-3-16,17-4-1 0,-4 1-1 0,5 0-6 0,3-1 0 0,0-1 1 16,9 0-4-16,-2 1 0 0,3-2 1 0,-3 2-10 0,-1 0 5 15,-5 1-7-15,-2 0 3 0,-2 1-2 16,0 0-1-16,-5-1-5 0,-2 2 0 0,1 0-9 15,-6-1-13-15,3-1-18 0,-4 3-27 0,-1-1-17 0,-4 1-31 16,0 0-33-16,9 0 1 0,-9 0-22 0,0 0-147 16,0 0-334-16,0 0 148 0</inkml:trace>
  <inkml:trace contextRef="#ctx0" brushRef="#br0" timeOffset="50365.44">11026 6620 295 0,'0'-5'328'0,"0"-1"-21"15,0 0-15-15,0 2-19 0,1 0-22 0,-1 4-27 16,0-6-26-16,0 2-22 0,0 4-20 0,0 0-13 0,0 0-40 0,0 0-33 15,0 0-8-15,0 0-9 0,0 0-6 0,4 14-7 16,-4-3-3-16,1 1-1 0,-1 4-4 0,4 1-6 16,-3 2-19-16,-1 0-18 0,0 1-20 0,3 5-28 15,-6-4-33-15,2 3-25 0,-3 0-26 0,3 3-28 16,0-8-42-16,-7 5-174 0,3-6-418 0,1-10 184 16</inkml:trace>
  <inkml:trace contextRef="#ctx0" brushRef="#br0" timeOffset="51044.88">10734 7137 120 0,'-6'0'248'16,"2"1"-10"-16,4-1-17 0,-7 3-11 0,7-3-14 15,-4 1-16-15,4-1-8 0,0 0-16 0,-5 2-8 16,5-2-17-16,0 0-9 0,0 0-12 0,0 0-12 16,0 0-11-16,0 0-4 0,-6 1-11 0,6-1-9 0,0 0-5 31,0 0-7-31,0 0-4 0,0 0-2 0,0 0-8 16,0 0-6-16,0 0-3 0,0 0 1 0,0 0-2 15,0 0-5-15,0 0-3 0,0 0 1 0,0 0-6 0,0 0 3 0,0 0-3 0,0 0-3 0,0 0 7 16,0 0-8-16,0 0-1 0,0 0-5 0,0 0 3 31,0 0 1-31,0 0-3 0,0 0-1 0,0 0 1 0,0 0-2 0,0 0 1 16,0 0-2-16,0 0 2 0,-3 1-3 0,3-1 1 15,0 0-2-15,0 0 4 0,0 0-6 0,0 0 4 16,0 0 2-16,0 0-4 0,0 0 2 0,0 0 0 16,0 0-3-16,0 0 2 0,0 0 0 0,0 0-1 15,0 0 3-15,0 0-4 0,0 0 2 0,0 0-1 16,0 0 1-16,0 0-3 0,0 0 3 15,0 0 0-15,0 0-1 0,0 0-3 0,0 0 4 0,0 0-3 0,0 0 3 16,0 0-2-16,0 0 0 0,0 0 1 0,0 0-1 16,0 0 2-16,0 0-2 0,0 0 0 0,0 0-3 0,0 0 5 15,0 0-1-15,0 0-4 0,0 0 5 0,0 0-3 16,0 0 8-16,0 0-10 0,0 0 4 0,0 0-3 16,0 0 2-1,0 0 2-15,0 0-3 0,0 0 1 0,0 0 0 16,0 0 0-16,0 0-2 0,0 0 2 0,0 0 7 0,0 0-5 15,25 0-1-15,-6-2 2 0,8-4-2 0,9 0 1 16,14-3 3-16,4 1-2 0,6-1 0 0,6-3 2 16,26-1 7-16,-27 2-1 0,-1 2 3 15,3-1-2-15,-6-1 4 0,0 4-3 0,-6-4 9 0,-15 5-1 16,-7 0 2-16,-2 1-2 0,-2 0-3 0,-11 1 4 0,-5 3-3 16,-3 1-1-16,-4 0-2 0,1-3-5 0,-2 3-6 15,0-3-23-15,0 2-25 0,-5 1-39 0,0 0-13 16,0 0-1-16,0 0-16 0,-10 12-23 0,-3-2-34 0,-6 0-43 15,-8 3-206-15,2-3-453 0,0 1 201 0</inkml:trace>
  <inkml:trace contextRef="#ctx0" brushRef="#br0" timeOffset="51329.62">11089 7492 30 0,'-8'-6'382'16,"7"3"-27"-16,1 3-2 0,-3-5-1 0,3 0 4 15,0 0-9-15,0 5-11 0,0-5-24 0,0 5-24 0,0-5-32 16,0 5-28-16,0 0-25 0,0-4-28 31,0 4-27-31,0 0-43 0,0 0-35 0,0 0-31 16,0 0-19-16,0 0-19 0,0 0-13 0,0 18-2 0,4-7 1 0,-3 1-6 0,-1 0-9 0,3 5 1 15,-3 0-14-15,1 0-26 0,2 4-27 0,-3-4-26 16,0 2-46-16,-3 0-47 0,6 0-56 0,-2-1-277 16,0-7-591-16,2-3 262 0</inkml:trace>
  <inkml:trace contextRef="#ctx0" brushRef="#br0" timeOffset="52600.32">12080 6710 216 0,'0'0'218'0,"-4"-4"-19"0,4 4-19 15,-2-2-14-15,2 2-20 0,0 0-16 0,0 0-9 16,0 0-15-16,0 0-18 0,0 0-2 0,0 0-8 16,0 0-13-1,0 0-6-15,0 0-6 0,0 0-4 0,-3-4-4 0,3 4-7 16,0 0-1-16,0 0-3 0,0 0-4 0,13-1-3 16,-4 1-7-16,1 0 4 0,0-3-2 0,11 1-1 15,-3-1-5-15,2-2 3 0,0-2-4 0,0 3 1 16,-1-1-4-16,-4-3 0 0,3 0 1 0,-1 2-4 15,-6-1 7-15,0-1 7 0,1 1-1 0,-7 0 7 16,3-2 6-16,-3 2 3 0,-1 4 2 0,1-2 0 0,-4 0-11 16,-2 0-4-16,-4 3-10 0,-3 0-7 0,-2 2 5 15,-8 2-8-15,-5 3-3 0,-5 4-1 0,-5 3-4 0,1 1 6 16,-4 3-3-16,4 0 0 0,0 6 0 16,0-2-1-16,2 1 2 0,4 2-3 0,3 2-1 15,4 0 2-15,1 2 1 0,8 0-4 0,-3 0-6 16,8 0 1-16,5-3 2 0,5 3-3 0,5-4 1 0,10 1 1 0,2-4 5 15,7-2 0-15,6-4-1 0,18-1 0 0,0-5 5 16,1-6 1-16,-2-2-6 0,3-2 0 0,-15-2-1 16,11-4 0-16,-12 1 4 0,-3-4 4 0,0 0-4 15,-3 0-2-15,-3-3 7 0,-6-1 6 0,-7 6 16 16,-2 0 15-16,-3 1 12 0,-6-1 1 0,3 2 4 16,-4-1 1-16,-2-1-5 15,-1 4-8-15,-3 0-8 0,0-2-2 0,-5 2-10 16,0 2-7-16,-5 3 2 0,-4 2-5 0,-2 2-6 15,-5 2 0-15,4 0-1 0,-1 5-10 0,-1-1-14 16,3 0-6-16,2 0-8 0,2 2-8 0,4-3 4 16,1-2-8-16,3 1 4 0,1 1 1 0,3-2 4 15,2 0 8-15,3 3 0 0,4-4 8 0,4-2 1 16,1 1 3-16,6-1 0 0,4-5 2 0,-1-1 2 0,5-3 3 0,0 0 3 16,-7 0-1-16,-2-4-1 0,0 3 2 0,-2-2 4 15,-4 1 15-15,-3-1 3 0,4-5-5 0,-7 2 0 16,-1 1-2-16,-1-1-4 0,-3 0-5 0,-1-1-10 15,-1 0-8-15,-1-1-10 0,-4 1-10 0,0 5-7 16,-3-4-8-16,-5 0-21 0,-2 4-19 0,3 2-13 16,-4-1-13-1,0 2-15-15,4 2-30 0,1-1-182 0,2 1-370 16,1-1 164-16</inkml:trace>
  <inkml:trace contextRef="#ctx0" brushRef="#br0" timeOffset="52932.55">13017 6715 131 0,'0'-4'240'16,"0"4"-26"-16,0 0-25 0,-7-2-22 0,7 2-18 0,0 0-15 15,-15 4-13-15,6-1-15 0,-1 1-10 0,1 4-8 16,-4-2-13-1,3 0-2-15,-3 6-9 0,2 1-11 0,1-1-6 16,0-1-4-16,1 1-15 0,2 3-5 0,1-3-3 16,3 3-1-16,0-4-7 0,3 1 4 0,2 1-3 15,3-1 0-15,1 2-2 0,2-2 2 0,5 1-4 16,1-1-1-16,-2 0 1 0,6 0-3 0,-4-5 0 16,3 3-3-16,-4 0-6 0,-3-3 4 0,0-1 5 0,-3 2 0 15,-2-4-14-15,0 1 4 0,-1-2-3 0,1 0-2 0,-3 3 0 16,-3-3 3-16,-4 0 2 0,1 5 1 0,-5-3 4 15,-1 1-5-15,-8 3-7 0,-1-3-15 0,-6 3-32 16,5-4-38-16,0 0-49 0,-1-3-159 0,1 1-328 16,1-3 145-16</inkml:trace>
  <inkml:trace contextRef="#ctx0" brushRef="#br0" timeOffset="53371.34">13256 6760 74 0,'0'0'238'0,"6"-3"-29"16,-6 3-23-16,0 0-21 0,7 2-21 0,-7-2-12 16,5 2-17-16,-1 3-13 0,0 0-9 0,0 2-11 15,-2 1-15-15,1 5 0 0,0-4-4 16,-3 4-8-16,0 3-6 0,-1 2-3 0,-3-1-5 0,-1 1-1 0,-1 2-4 15,-1-3-2-15,-2-1-7 0,5-1-1 16,-6-2 0-16,5-2-1 0,1-4-7 0,3 0 1 0,-3 0 1 16,3-2 1-16,-2-2 4 0,3 2 28 0,-1-3 28 15,1-2 25-15,0 0-1 0,0 0-12 0,0 0-1 0,14-12-11 16,-4 5-5-16,4-5-6 0,-1 2-6 16,2-2 1-16,0-4-6 0,4-4-8 0,-6 5-4 15,0 0 10-15,-1 1-9 0,1 2 7 0,-6 5 3 16,1 0-3-16,-3 2-8 15,0 1-4-15,-1 0-13 0,0 1-3 0,-2 1-22 16,1-1-25-16,-3 3-21 0,0 0 2 0,0 0 4 16,4 8 5-16,-7 0 1 0,2 3 4 0,-2-1 4 15,2 5 1-15,1 2 2 0,0 0 2 0,1 3-20 0,3-3-16 0,4 1-24 16,3-1-28-16,10 4-50 0,5-4-70 16,5-6-239-16,4-4-500 0,4-3 221 0</inkml:trace>
  <inkml:trace contextRef="#ctx0" brushRef="#br0" timeOffset="53988.15">14260 6865 106 0,'-11'0'130'0,"4"1"-18"16,2 0-10-16,-1 2-9 0,-1-2-9 0,0-1-9 16,-1 2-5-16,0 0-9 0,-1 1 0 0,0 3-3 0,0-3-4 15,-1-3 0-15,3 2 3 0,0 1 0 16,1 0 1-16,2-3 8 0,0 3 1 0,4-3 5 0,0 0-3 16,-10 1-5-16,10-1 4 0,-5 2-3 0,5-2 5 0,0 0-2 15,0 0-4-15,-5 1 5 0,5-1-1 0,0 0 1 16,0 0-1-16,20-4-1 0,-1 1-5 0,12-4-4 15,4 2 0-15,20-6-8 0,1 0-4 0,4 3-6 0,1-1 0 16,-1 2-7-16,-1-1 0 0,-8 1-4 16,-14 5-16-16,0-3-10 0,-9 3-30 0,-6 1-31 15,-5 0-32-15,-6 0-44 0,-6-1-33 0,-1 2-206 16,-4 0-404-16,0 0 180 0</inkml:trace>
  <inkml:trace contextRef="#ctx0" brushRef="#br0" timeOffset="54203.78">14435 6745 293 0,'-2'-7'293'15,"-1"1"2"-15,2-1-3 0,1 3-7 0,-1 0-17 16,-1 0-25-16,2 4-27 0,0-5-28 0,0 5-25 16,-1-5-27-16,1 5-45 0,0 0-13 0,0 0-12 15,0 0-8-15,-1 21-3 0,-1-8-7 0,2 4-2 16,-2 11-10-16,2 2 1 0,1 4 1 0,-1 0-7 15,3 1-30-15,-1-4-35 0,1 2-35 0,3-2-36 16,-1-2-24-16,4 1-45 0,0-4-78 0,-4-10-164 0,4-6-451 0,-4-6 200 16</inkml:trace>
  <inkml:trace contextRef="#ctx0" brushRef="#br0" timeOffset="54638.16">15612 6350 286 0,'-1'-1'274'0,"1"-4"-9"0,0 5-28 16,0-6-22-16,0 6-24 0,-3-4-25 0,3 4-18 16,0 0-19-16,0 0-16 15,0 0-13-15,0 0-6 0,0 19-14 0,-4-2-9 16,3 0-5-16,0 4-9 0,-3 6-18 0,0 2-9 16,1-2-15-16,1 2-30 0,-3 0-25 0,2 0-32 15,2-3-32-15,0 1-42 0,-2-4-60 0,-2-5-127 16,3-1-359-16,-1-1 159 0</inkml:trace>
  <inkml:trace contextRef="#ctx0" brushRef="#br0" timeOffset="54950.49">15257 6967 284 0,'-6'3'281'0,"3"-2"-26"0,0 2-22 0,3-3-19 16,0 0-20-16,-5 3-22 0,5-3-17 0,0 0-26 15,0 0-17-15,35-10-16 0,-3 6-15 0,7-3-10 16,15-3-15-16,5 3-13 0,1-3-8 0,1 0-5 16,1 2 1-16,-1-1-6 0,-6 4 2 0,-6-3 0 15,-14 2-3-15,-7 0-7 0,0 0 4 0,-12 2-2 0,-4 3 0 0,-4 0-4 16,-2-3 0-16,1 4-2 0,0 0-4 0,-7 0-23 15,7 0-5-15,-7 0-22 0,0 0-18 0,0 0-23 16,-31 5-29-16,11 0-31 0,-2 1-55 16,-7 0-143-16,8-4-368 0,-7 3 163 0</inkml:trace>
  <inkml:trace contextRef="#ctx0" brushRef="#br0" timeOffset="55869.21">15400 7382 219 0,'0'-5'254'0,"0"5"-26"0,0 0-22 0,0 0-24 0,5-3-23 16,-5 3-14-16,9-3-15 0,-4 3-16 0,-5 0-14 0,16 1-9 16,-4 4-15-16,0-1-4 0,-1 1-9 0,3 2-10 15,0 6-5-15,-4-2-9 0,1 4-3 0,-2 2-8 16,-4 2-2-16,1 8-11 0,-10-1 9 0,0 1-5 16,-2 4 2-16,-5-2-2 0,-2 1-5 0,-4-4 3 15,3-1-4-15,-1-4 0 0,5-4-4 0,-2-4-1 16,5-4 0-16,0-1 3 15,3-2 0-15,-1-1-2 0,0 0 20 0,4-3 20 16,-3 1 17-16,4 1 10 0,0-4 16 0,0 0-7 16,0 0-13-16,0 0-7 0,23-4-3 0,-5-1-21 15,1-2-20-15,8-1-20 0,2 3-32 0,1-2-34 16,-1 0-38-16,3 0-47 0,-4 0-53 0,-6 2-229 16,3-5-467-16,-8 6 208 0</inkml:trace>
  <inkml:trace contextRef="#ctx0" brushRef="#br0" timeOffset="57076.12">15851 7210 9 0,'0'0'280'0,"0"0"-14"0,3-3-20 0,-3 3-21 15,0 0-24-15,0 0-12 0,0 0-25 0,0 0-23 16,0 0-18-16,2-4-13 0,-2 4-14 0,0 0-5 16,0 0-17-16,4 11-10 0,0-6-4 15,-2 0-6-15,1 4-7 16,-2-2-4-16,3 6-5 0,-3-3-2 16,3 1-9-16,0 1 0 0,-4-2-1 0,3 1-6 0,-3 0 0 15,1-1-2-15,-1-4-5 0,1 0 1 0,-1 1 0 16,0-2-1-16,0 0 0 0,0-2 0 0,0 3-1 0,4-4 3 15,-4-2 19-15,10 2-2 0,2-2-4 0,9-2 0 16,15-5-6-16,19 0-25 0,3 0-46 16,0-2-44-16,1 2-62 0,0-6-104 0,-8 0-140 15,-11 4-430-15,-5-4 190 0</inkml:trace>
  <inkml:trace contextRef="#ctx0" brushRef="#br0" timeOffset="58895.37">16564 6436 115 0,'0'0'203'0,"0"0"-15"0,-4-3-16 16,4 3-9-16,-2-3-14 0,2 3-18 0,0 0-11 16,0 0-16-16,0 0-4 0,-4-2-10 0,4 2-10 0,0 0-8 15,0 0-5-15,0 0-5 0,0 0-16 0,0 0 4 0,0 0-11 16,0 0-5-16,0 0-2 0,0 0-4 0,10-3 2 15,-5 0-2-15,5 1-5 0,2-2-3 0,-1 2-3 16,4-1-4-16,1-2 1 0,3-1-3 0,-5 1 1 16,4-3-1-16,-1 0-5 0,-1 0 0 0,-2-1 1 15,-2 1 4-15,1-2 3 0,-3 2 2 0,-3-1 8 16,0 2 7-16,-1 1 3 16,-2-1 5-16,0 2-5 0,-3 0-8 0,1 0-1 15,-2 0-10-15,-4 1-2 0,-1 2-5 0,-3 1-6 16,-6 2 2-16,-3 1 0 0,-4 5 5 0,-6 2-11 15,-3 2 2-15,1 5 1 0,0 2-5 0,-1 3-1 16,1 0 4-16,3 1-1 0,2 3-1 0,-2 2 4 16,6 1-2-16,3-1-1 0,2 0-15 0,3-1-6 15,7 1-1-15,5-1 1 0,2-7 5 0,9 6 1 0,8-6-1 0,7 0 5 16,7-2 2-16,16 0 3 0,3-4 0 0,0-3-1 16,5-8 3-16,3 1 1 0,1-6-2 0,-1 0 2 15,-1-4-6-15,-3 0 0 0,-5-3 5 0,-15 3-4 16,-4 0 0-16,0-4 0 0,-7 1 5 0,-5 2 5 15,-6-2 11-15,-2 3 6 0,-4-3 11 0,1 2 7 16,-4 1 11-16,-1 0 10 16,0 0-12-16,-4 0-4 0,-4 2-9 15,0-2-2-15,-1 2-8 0,-5 3-2 0,-2-1-3 0,0 3-3 16,-5 0 0-16,-1 2-2 0,-1 3-3 0,1 0-3 16,-4 0 2-16,7 2-1 0,2 0-19 0,4-2-9 15,-1 2 2-15,4 0-2 0,1-1 4 16,3 1 2-16,0-2 4 0,4-1-1 0,2 3 4 0,5-4-2 15,2 2 5-15,6-3-1 0,6 1-1 0,-4-3 4 0,3 0 0 16,0-5 0-16,-4 2-1 0,-2-2 6 0,-2 1-1 16,-2 0 3-16,-2-3 3 0,0 1 2 0,-1-1-5 15,-4-1 0-15,1 1 1 0,-4-2-4 0,-2-1-10 0,0 2-12 16,-2-4-6-16,-4 3-3 0,1 2-3 0,-1-1-6 16,-2 1-12-16,-1-1-15 0,-1 4-8 0,0-1-19 15,0 2-14 1,-1 0-14-16,2 2-29 0,1-3-136 0,1 3-308 15,2-1 136-15</inkml:trace>
  <inkml:trace contextRef="#ctx0" brushRef="#br0" timeOffset="59280.16">17687 6418 22 0,'1'-4'273'0,"-1"1"-25"16,2 0-20-16,-2 3-26 0,2-5-19 0,-2 5-24 16,0 0-15-16,0 0-16 0,0 0-16 0,-12 0-9 15,12 0-13-15,-12 8-9 0,3-3-8 0,-4 4-10 0,2 1-4 0,-3 2-7 16,1-2-8-16,3 2-6 0,-3 1-6 0,7-4-7 16,-1 3-6-16,-2-2-4 0,4 2-3 0,0-1-5 15,4 2-7-15,-2-4 2 0,3 1 2 0,0 2-1 16,4-3 3-16,1 1-3 0,3 1-4 0,1-1 2 15,1 2 1-15,0-4 5 0,3 2-6 0,-4-3 0 32,4 1-1-32,-3-2 1 0,-4 2 2 0,3-3-4 0,-2 3-10 0,-4-4-12 15,3 3 6-15,-4-1 4 0,1 0-2 0,-1-3-3 16,-2 2 2-16,-1 0-1 0,-1 1-8 16,-2-1 18-16,-4-1-7 0,0 2 5 0,-3-1-15 15,-2 1-10-15,-1-1-16 0,1 0-24 0,2-1-38 16,-3-1-23-16,1-3-170 0,-1 0-331 0,5-3 146 0</inkml:trace>
  <inkml:trace contextRef="#ctx0" brushRef="#br0" timeOffset="59680.67">17859 6461 153 0,'0'0'234'0,"0"0"-25"0,1-4-23 0,-1 4-19 15,9-1-17-15,-4 1-17 0,2 0-17 0,4 0-12 16,1 1-13-16,1 2-7 0,1 1-9 0,-3 2-9 15,0 0-10-15,4 4-2 0,-3-3-9 0,-1 4-3 16,1 2-6-16,-7-3-5 0,0 2-1 0,0 0-3 16,-5 1-3-16,-1 5-4 0,-4-2-5 0,-4 0-1 15,1-1 1-15,-3 0-2 0,3-2 1 0,-1-3-5 0,1-1 0 16,2 1-2-16,-2-3 2 0,3-1-1 0,3 0-4 16,-1-1-3-16,-1 0 8 0,0-4-4 0,3 1 4 0,1-2-2 15,-2 5 2-15,2-5 0 0,11 2-1 0,-1 1-11 16,4-6-25-16,8 2-34 0,5-2-42 15,5-1-40-15,-4 2-184 0,1-5-355 0,0-1 157 16</inkml:trace>
  <inkml:trace contextRef="#ctx0" brushRef="#br0" timeOffset="60059.64">18285 6529 84 0,'-1'-3'328'0,"1"3"-31"0,0 0-35 16,-1-4-24-16,1 4-26 0,0 0-28 0,0 0-19 16,0 0-18-16,0 0-18 0,18 7-13 0,-9 0-12 15,0-1-14-15,1 2-5 0,-3 1-12 0,2 2-8 16,-2 0-15-16,0 3-13 0,-2-2-9 0,-1 1-6 16,-2 3-9-16,-2 1-6 0,-3-3-7 0,2-2-9 15,-2 3 2-15,-3-4-5 16,3-1 2-16,-2-4-2 0,0 1 3 15,3-3 1-15,0 1 9 0,0-2 23 0,0 0 32 0,2-3 26 16,0 0 0-16,0 0-13 0,0 0-3 0,0 0-5 16,2-15-9-16,3 5-3 0,1 0-8 0,6-5-2 15,-1 0-4-15,8-3-3 0,-6 3-11 0,2 1 1 16,2 0-2-16,-3 0-3 0,2 4 4 0,-5 2 5 16,-2 1-3-16,-1 2 3 0,-3 0-8 0,1 1-8 0,-2 3-18 0,0-1-3 15,-4 2-10-15,0 0 2 0,11 3-3 16,-7 3 0-16,1 1 1 0,-1 1-3 0,0 4 2 15,1-2 0-15,1 7-2 0,3-3-6 0,3 2-22 0,-1 0-36 16,7-2-45-16,10 1-80 0,-2-1-259 0,1-6-511 16,6-1 226-16</inkml:trace>
  <inkml:trace contextRef="#ctx0" brushRef="#br0" timeOffset="60582.21">19400 6565 121 0,'-7'2'122'15,"7"-2"-13"-15,-5 1-9 0,5-1-2 0,0 0-18 0,0 0-3 0,0 0-8 16,0 0 0-16,-9 0-7 0,9 0 8 0,0 0 3 16,0 0 2-16,0 0 11 0,0 0 1 0,0 0-8 15,0 0 3-15,0 0-1 0,0 0-8 0,0 0 0 16,0 0-10-16,0 0 0 0,0 0-3 0,0 0-9 16,0 0-8-16,0 0 0 0,0 0-3 0,0 0-10 15,0 0 1-15,0 0-3 16,0 0-5-16,0 0 1 0,0 0-8 0,0 0 1 15,0 0-4-15,0 0 1 0,0 0 1 0,0 0-3 16,0 0-2-16,-5 3 2 0,5-3 2 0,0 0 11 16,0 0 1-16,0 0-1 0,0 0 2 0,0 0 1 15,0 0-1-15,0 0-2 0,0 0 0 0,0 0-1 16,0 0 1-16,0 0-3 0,0 0 8 0,0 0 2 16,0 0-2-16,0 0-4 0,24-4-3 0,-11 2-1 0,8 1 1 15,7-2-3-15,2 0-2 0,2-1 1 0,4 1-6 0,2 1 0 16,2-4 1-16,-2 1 0 0,3 3-3 0,-4-2-1 15,2 1-1-15,-8 0 1 0,-2-2-11 0,-8 1-16 16,-8 2-13-16,1-1-30 0,-5 2-14 16,-4-2-50-16,-1-1-76 0,-4 0-203 0,-9-1-438 0,-4 1 194 15</inkml:trace>
  <inkml:trace contextRef="#ctx0" brushRef="#br0" timeOffset="60782.54">19518 6433 194 0,'-1'-2'333'0,"1"2"-2"0,0-6-10 0,0 6-22 15,0-4-18-15,0 4-30 0,0 0-32 0,0 0-30 16,0 0-25-16,0 0-49 0,0 0-16 0,0 0-13 16,-4 14-9-16,7-1-9 0,-2 4-6 0,0 8-6 15,3 2-20-15,-4 0-16 0,4 1-42 0,0 2-40 16,-3 0-39-16,-1 1-60 0,5-2-67 0,0-4-211 15,-2-7-473-15,-2-6 210 0</inkml:trace>
  <inkml:trace contextRef="#ctx0" brushRef="#br0" timeOffset="62000.27">19832 6392 152 0,'-8'-1'138'0,"-4"-1"-17"0,-3 2-21 0,-4 6-3 16,-11 2-16-16,1 3 6 0,-7 3-15 0,0 3-11 15,3 2 1-15,-12 5-4 0,12-3-9 0,5-1-4 0,-4 2-4 16,5 0-6-16,4 0 0 0,4-2-8 0,6-4-8 16,2 1 3-16,3-3 4 0,4-2 3 0,3-2 2 15,2 0 5-15,5-1 0 0,5-3 7 0,7 0-3 0,13-6 1 16,3 0-1-16,3-6-2 0,0-1 9 0,2-4-8 31,-6-1 5-31,-1 0 5 0,-7-2 7 0,0-1 9 16,-13 3 5-16,2-2-2 0,-5 0-7 0,-5-3-1 0,-1 0-6 15,-3 2-9-15,-7-2 0 0,2 0-8 0,-5 1-1 16,-4 1-10-16,-3 2-2 0,-6-1-6 0,3 5-4 16,1 3-3-16,-2-1-3 0,0 5-2 0,-8 1-2 15,9 1-4-15,1 3-12 0,-3 3-20 0,5 0-20 16,2 3-17-16,0 0-17 0,7 2-19 0,2-1-25 16,7 0-30-16,2 1-158 0,5-3-343 0,9-1 152 0</inkml:trace>
  <inkml:trace contextRef="#ctx0" brushRef="#br0" timeOffset="62230.8">20252 6563 208 0,'0'0'281'0,"-4"1"-36"0,4-1-22 16,0 0-33-16,0 0-41 0,0 0-29 0,29-3-27 0,3-2-32 0,8 0-37 15,16-2-41-15,8-3-54 0,1 1-76 16,26-4-80-16,-32 4-245 0,-2-3 109 0</inkml:trace>
  <inkml:trace contextRef="#ctx0" brushRef="#br0" timeOffset="62515.63">21250 6084 94 0,'0'-5'362'0,"-3"-2"-21"0,3 2-22 0,0 0-18 16,0 0-45-16,0 5-24 0,0-4-33 0,0 4-28 16,0-5-39-16,0 5-52 0,0 0-22 0,0 0-5 15,0 0-7-15,3 22-2 0,-3-6-6 0,1 9-3 16,-2 2-17-16,1 0-18 0,-3 0-11 0,6 3-21 16,-3 1-19-16,1-1-29 0,-1 2-30 0,4-1-30 0,-3-1-30 0,-1-3-195 15,0-5-394-15,0-5 175 0</inkml:trace>
  <inkml:trace contextRef="#ctx0" brushRef="#br0" timeOffset="62800.32">21031 6636 182 0,'-5'2'187'15,"5"-2"4"-15,0 0-4 0,-6 0-5 0,6 0-11 16,0 0-3-16,-4 3-12 0,4-3-15 0,0 0-15 0,0 0-13 0,0 0-11 16,33-5-12-16,-6 2-12 0,6-3-6 0,20 0-7 15,0-1-10-15,1-3-10 0,5 1-3 0,3 1-4 16,-3-1 3-16,1-2-6 0,-2 0-5 0,-3 4-1 16,-16 0-3-16,-2 1-5 0,-7-1-2 0,-4 2-9 15,-9 1-12-15,-4 4-19 0,-4-3-27 0,-1 3-33 16,-5-2-28-16,-3 2-35 0,0 0-64 0,0 0-124 15,-30-2-359-15,10 4 159 0</inkml:trace>
  <inkml:trace contextRef="#ctx0" brushRef="#br0" timeOffset="63185.16">21472 6728 17 0,'-1'3'256'15,"1"-3"-27"-15,-4 3-25 0,4-3-23 0,0 0-21 16,1 5-11-16,3-1-19 0,4 0-12 0,1 1-13 16,-3 0-11-16,1 0-7 0,3 2-11 0,-3-2-19 0,0 3-23 15,-1 0-6-15,0 1-16 0,-3-3-15 0,-2 4 2 16,2 0-7-16,-4-1 3 0,-2 1 1 0,-2 1 4 15,1-1 1-15,-1-1-5 0,0 1 0 0,1-5-2 16,0 4 3-16,2-5-2 0,-2 1-4 0,2 2 8 16,-1-2-8-16,3-2 5 0,0 4 6 0,1-2-4 15,4 2-9-15,0 2 12 16,4-1 1-16,0 1 1 0,5 3 0 0,0 0-7 16,0 0 4-16,0 1-2 0,0-2 1 0,-1 1-1 15,-4 1 0-15,1 0-2 0,-2-4 2 0,-3 3 2 16,-3 1 1-16,-4-1 10 0,-2 1 0 0,-6 0 4 15,-13 6-1-15,-6-1 1 0,-16 3-1 0,-2-2-19 16,-6-4-49-16,2-4-54 0,0-5-187 0,0-3-319 16,11-4 141-16</inkml:trace>
  <inkml:trace contextRef="#ctx0" brushRef="#br0">21797 6759 159 0,'0'0'320'0,"-2"-7"-12"0,2 7-18 0,0-4-19 15,0 4-20-15,-1-3-27 0,1 3-23 16,0 0-14-16,0 0-29 0,-1-6-17 0,1 6-16 15,0 0-19-15,0 0-22 0,0 0-19 0,0 0-23 0,0 0-9 0,0 0-5 16,0 0 2-16,0 0-10 0,11 11-3 0,-5-7-3 16,-1 2 1-16,0-1 4 0,0 4-10 0,-3-2-1 15,4 1 3-15,-3 2-8 0,4-2-3 0,-5 2 0 16,-1 1 0-16,2-1-2 0,-2 2 1 0,-1-2 1 16,0 2-1-16,-1 0-2 0,-3-1-1 0,-1-3 4 15</inkml:trace>
  <inkml:trace contextRef="#ctx0" brushRef="#br0" timeOffset="67525.57">22606 6118 33 0,'0'0'209'0,"0"0"-15"16,0 0-8-16,0-4-12 0,0 4-15 0,0 0-11 0,0 0-11 15,0 0-11-15,0 0-10 0,0 0-13 16,0 0-10-16,0 0-12 0,0 0-7 0,0 0-8 16,0 0-5-16,0 0-10 15,0 0-2-15,0 0-4 0,0 0-8 0,0 0-2 16,0 0-10-16,0 0 0 0,0 0-2 0,0 0-4 15,0 0-4-15,0 0 3 0,12-3-6 0,-4 2-1 16,2-3-1-16,-1-3 1 0,-1 4-4 0,-2-1 5 16,4-2-2-16,-1 2-2 0,-1-1 4 0,0-2 0 15,-2 4 14-15,-1-4 8 0,-1 2 11 0,-1 0 24 16,-1 0 5-16,2 1-8 0,-4-1-3 0,0 0-15 0,0-1-6 0,-4 5-2 16,-1-4-19-16,-4 1-6 0,-2 1-7 0,-2 1-8 15,-7 2 2-15,-7 0 0 0,-4 5-4 0,-1 4-1 16,-1 0 1-16,0 4 0 0,-2 3-2 0,2 1 1 15,0 3-1-15,2 4 1 0,0-2-4 0,3 3 6 16,5 1-4-16,0 0-4 0,6 1-17 0,4 4-8 16,4-2-5-16,10 0 2 15,5 0 6-15,9-1 1 0,12-2 6 0,14 3 4 16,10-8-1-16,3-1 5 0,7-6 4 0,4-2-2 16,-2-7 0-16,4 0 5 0,-3-3-2 0,-2-5 1 15,1 1 0-15,-2-5-1 0,-6 1 0 0,-5 0-3 16,-16 0-4-16,0-2 2 0,-6 0 5 0,-12 2 3 15,2-1 9-15,-9 1 14 0,1 1 21 0,-1-2 7 16,-5 2-7-16,-3-1-5 0,-2 0-3 0,0 1-4 0,-7 0-5 0,-2-2-2 16,-3 3-6-16,-6 3 1 0,-2-1 0 15,-1 5-5-15,-5-1-4 0,6 0 1 0,1 2 2 16,-6 5-2-16,7-5-4 0,1 4 0 0,4-3-2 0,3 1-2 16,1 1-10-16,3 1 0 0,1-3-6 0,3 2 4 15,2 0 2-15,3 0 2 0,6-2 3 0,6 2 5 16,4-2-3-16,5-2 0 0,5-1 0 0,3-2 4 0,-1-2 1 15,0-1 1-15,-3-4 1 0,-6 5-4 0,1-5 4 0,-4-1 2 16,-4-2 0-16,-1 3 1 0,0-4 1 16,-7 1 1-16,2 0-1 0,-1-5 1 0,-3 3 2 15,-4-5-4-15,0 5-3 0,-1 0 0 0,-2 2-3 16,-2-2-2-16,-2 0-9 0,-2 3-4 0,-7-1-10 0,6 2-7 16,-7 1-12-1,3 3-10-15,0-1-23 0,-5 3-17 0,6 1-13 16,-2 0-29-16,4 1-38 0,2-1-134 0,1 1-337 15,8 0 150-15</inkml:trace>
  <inkml:trace contextRef="#ctx0" brushRef="#br0" timeOffset="67910.6">23674 6207 227 0,'-3'-4'268'0,"3"4"-28"0,-1-5-27 0,1 5-24 16,-9-3-20-16,7 1-20 0,2 2-21 0,-12 3-16 0,4 1-9 16,-6 1-9-16,-1 3-10 0,-3 0-12 0,0 2-7 15,-5 5-5-15,2 0-6 0,-1 2-4 16,6-3-8-16,0-2-8 0,3 4-1 0,-1-2-3 15,4 2-11-15,1-1-6 0,1-1-6 0,3 1-2 0,4 2-1 16,1-6 2-16,1 5-2 0,5-4 1 0,3 3-3 0,2-2 2 16,1 0 3-16,2-1-1 0,2 0-4 0,-1-3 3 15,3 1 0-15,-4-2-2 0,-3-1-2 0,2-1-1 16,-4 0 6-16,-1-3-6 0,-2 1-10 0,-2 0-11 0,1 1-1 16,-3-2 4-16,-2 0-5 0,0-3 5 15,-6 9 5-15,1-6-4 0,-7 1-14 0,-1-1-16 16,-1-1-25-16,-2 1-28 15,1-1-29-15,2-4-57 0,-5-1-117 0,7 1-327 16,2-2 146-16</inkml:trace>
  <inkml:trace contextRef="#ctx0" brushRef="#br0" timeOffset="68412.33">23889 6149 41 0,'0'0'286'0,"-3"-2"-16"16,3 2-30-16,0 0-23 0,0 0-21 0,-4-6-24 0,4 6-12 15,0 0-19-15,12-1-17 0,-6 1-15 0,4 1-11 16,0 0-11-16,0 2-8 0,2 0-7 0,-2 3-10 16,-1 0-17-1,3 1-12-15,-6 0-2 0,1 2-14 0,-1 0-5 16,0 2-5-16,-4-1-2 0,-2-1 1 0,-2 3-2 16,-1 0 2-16,-4 1-8 0,1-4 9 0,-3 5-9 15,-1-3 2-15,2-1 0 0,-4 1 1 0,2-4 0 16,3 0-6-16,0 1 7 0,1-2-4 0,1 2-4 15,0-4-1-15,2 2 1 0,1 1 2 0,0-2-1 0,2 0 3 16,3 2 0-16,1 0-1 0,1-2-1 0,2 4 5 0,1 0-3 16,2-1 1-16,2 1 0 0,1 2-2 0,-2-4-1 15,3 3 5-15,-5-3-4 0,1 1-2 0,-1 0-5 16,-2-2 0-16,-1 1-7 0,0-2-3 0,-4 0 3 16,0 1 0-16,-1-2 6 0,-2 1-1 0,-3 0-1 15,-4 2-4-15,-3-5-14 0,0 1-20 0,-3 1-27 16,0-1-24-16,1-1-36 15,-1-3-182-15,2 0-347 0,2-2 153 0</inkml:trace>
  <inkml:trace contextRef="#ctx0" brushRef="#br0" timeOffset="68860.22">24216 6203 238 0,'3'-3'226'0,"3"3"-23"16,-3-1-22-16,3 0-18 0,-6 1-25 15,12 2-7-15,-4-2-13 0,-3 4-11 0,0 2-11 0,4 4-7 16,-5-3-13-16,0 4-5 0,-2 0-8 0,1 4-10 0,-6 2-5 16,2 0 1-16,-4 1-7 0,-4-1-6 0,0 0-1 15,1 0 1-15,-2-2-7 0,-3-1-2 0,3 1-2 16,0-6-6-16,4-1-1 0,-1-1 5 0,3-2 2 0,-1 0-3 15,1-2 13-15,2-1 19 0,-2 2 25 0,2-1 21 16,2-3 17-16,-4 2 18 0,4-2-18 16,0 0-14-16,15-14-9 15,-5 5-8-15,3-2-14 0,2-3-5 0,8-3-9 16,-5-1-3-16,8-3-5 0,-6 0-13 0,3-1-2 16,0 2 0-16,-2 1-3 0,-5 5-1 0,-2 1 5 15,-6 4 8-15,1 1 1 0,-1 3-6 0,-3 1-6 16,-1 0-4-16,-1 0-24 0,1 0-23 0,1 3-31 15,-5 1-15-15,0 0 5 0,0 0 6 0,-3 13 5 0,-1-4 4 16,-1 4 6-16,1 4 1 0,1 1 7 0,-1 0-1 0,0 6 5 16,4 1 2-16,4-4 9 0,7 2-10 0,5 3-20 15,6-7-42-15,5 0-73 0,11-4-112 0,-1-5-210 16,18-4-520-16,-4-6 231 0</inkml:trace>
  <inkml:trace contextRef="#ctx0" brushRef="#br0" timeOffset="72898.35">25233 6321 56 0,'0'0'188'0,"0"0"-16"0,-1-4-10 16,1 4-5-16,0 0-11 0,0 0-12 0,0 0-6 15,-4-3-13-15,4 3-10 0,0 0-4 0,0 0-14 16,0 0-8-16,0 0-8 0,0 0-4 0,0 0-11 16,0 0-1-16,0 0-7 0,0 0 4 0,0 0-7 0,0 0 1 15,0 0 1-15,0 0-4 0,0 0 4 0,0 0-4 0,0 0 0 16,0 0-2-16,0 0-5 0,0 0 4 0,0 0-6 15,0 0 2-15,0 0-3 0,0 0-11 16,0 0 5-16,0 0-2 0,0 0-3 0,0 0-3 16,0 0-1-16,0 0-1 0,0 0-2 0,0 0-7 0,0 0 2 15,0 0 2-15,0 0-1 0,0 0-2 0,0 0-2 0,0 0 3 16,0 0-5-16,0 0-1 0,0 0 1 0,0 0 1 16,0 0-3-1,0 0 2-15,0 0-3 0,0 0 2 0,0 0-2 0,0 0 4 16,0 0 3-16,0 0-2 0,4-4 2 0,-4 4 0 15,6-3-1-15,3 3-1 0,4-4-2 0,6-1 0 16,0 2-4-16,10-2 6 0,2-2-4 16,1 2-1-16,4-2 2 0,-3 0-4 0,0 4-1 0,-1-3 1 15,1 0 1-15,-5 3 2 0,2-4 1 0,-11 4-3 16,-1-1 0-16,-5 1-5 0,-3 1-1 0,0-1-5 16,-3 1-5-16,-1 1-14 0,0 0-23 0,-2-2-36 15,-4 3-32-15,1-4-21 0,-1 4-12 0,0 0-13 16,-21-1-34-16,7-2-116 0,-4 1-340 0,0 2 151 15</inkml:trace>
  <inkml:trace contextRef="#ctx0" brushRef="#br0" timeOffset="73151.34">25414 6143 216 0,'0'-6'262'16,"3"0"-1"-16,-3 3-7 0,1-2-10 0,-1-2-13 0,0 7-20 15,1-5-18-15,-1 5-22 0,0-2-21 0,0 2-21 16,0 0-33-16,-1-6-33 0,1 6-15 0,0 0-6 16,0 0-6-16,-2 22-7 0,0-9 1 15,-3 3-4-15,1 11-2 0,-1-4-1 0,1 4-3 16,-2 1 0-16,2-4-1 0,3 3-2 0,-2-1-14 0,2-7-17 16,1 2-14-16,0-2-12 0,1 0-12 0,2-2-14 0,1-1-16 15,1-3-27-15,-3-2-24 0,5-3-47 0,-2-1-173 16,1-5-381-16,6 0 168 0</inkml:trace>
  <inkml:trace contextRef="#ctx0" brushRef="#br0" timeOffset="73367.42">26143 6145 155 0,'4'-2'271'0,"-3"-1"-25"0,1-1-23 16,3 1-23-16,-5 3-15 16,4-5-30-16,1 4-29 0,0-3-31 0,5 1-20 15,2-1-29-15,2 1-33 0,4-1-29 0,0-2-25 16,4 6-20-16,6-4-25 0,0 4-40 0,-1-2-118 16,-4 1-263-16,-3-1 116 0</inkml:trace>
  <inkml:trace contextRef="#ctx0" brushRef="#br0" timeOffset="73498.92">26571 6072 136 0,'0'0'208'0,"4"-2"-18"0,-1-1-17 16,-3 3-14-16,5-2-16 0,1 0-13 0,1-1-22 15,2 1-7-15,3-2-16 0,7 0-33 0,1-1-39 16,7 1-36-16,5-1-49 0,0-3-163 0,-1 1-252 16,-1-2 112-16</inkml:trace>
  <inkml:trace contextRef="#ctx0" brushRef="#br0" timeOffset="73637.34">27118 6019 226 0,'0'0'277'0,"0"0"-6"16,0 0-28-16,0 0-23 0,0 0-21 0,12-3-24 16,-12 3-35-16,11-5-45 0,-1 1-37 0,-1 0-33 0,2 1-37 15,7 0-44-15,-2-2-57 0,3 1-179 0,-4-2-315 16,2-1 139-16</inkml:trace>
  <inkml:trace contextRef="#ctx0" brushRef="#br0" timeOffset="74368.98">27680 5387 81 0,'-4'-5'196'0,"-1"-2"-12"0,0 5-11 0,2-1-3 0,1 1-18 16,2 2-15-16,-5-5-11 0,5 5-12 0,-3-4-15 15,3 4-11-15,0 0-10 0,0 0-12 16,0 0-4-16,0 0-6 0,0 0-3 0,14 7-5 16,-1-3-6-16,6 1-4 0,9 1 2 0,3 0-8 0,1-1-4 15,3-1-1 1,-1 0-3-16,-1-1-4 0,0 1-1 0,-1-7-3 15,0 3-2-15,-4 0 5 0,2-1-11 0,-4-3 0 16,-4 0 2-16,-5-1-1 0,-1-2 5 0,-3 2 9 16,2-3 24-16,-6 1 13 0,-1-2-3 0,1 1 10 15,0 2 4-15,-3-2 5 0,1 0 3 0,-2-2 11 16,-4 3-14-16,3 0 5 0,1 0 1 0,-4 5 0 16,3-4-2-16,-4 0-4 0,3 3-14 0,-3 3-4 0,4-5-8 0,-4 5-4 15,2-2-12-15,-2 2-5 0,3-3-36 0,-3 3-19 16,0 0-21-16,0 0 4 0,2 9 4 0,-3 2 3 15,0 8 3-15,-3 8 0 0,0 5 7 0,-4 17 1 16,-2 6 2-16,0 26 6 0,-2-22 2 0,-3 23-3 16,6-24 3-16,1 24 5 0,2-21 0 0,2 23-1 15,3-27 6-15,-2 3-2 0,6-2 1 0,-6-1 3 0,9-1 0 0,-3-3 2 16,2-6 0-16,-1-13 1 0,-4 0 5 16,2-3 2-16,0-5 1 0,-1-7 0 0,3-1 2 0,-2-6-3 15,-2 0 0-15,2-2 0 0,-2-1 1 16,0 0-5-16,1-5 1 0,-1 0 4 0,0 0 2 0,0 0 5 15,3 0 22-15,-3-4 4 0,0 5 7 0,0-5 0 16,0 0-5 0,0 5-1-16,0-5-5 0,0 0-7 0,-4 3 1 15,-4-2-6-15,-12 0-9 0,-20 1-28 0,-21-2-50 16,-41 5-74-16,-8-4-100 0,-8-4-294 0,6-4-573 16,5-8 253-16</inkml:trace>
  <inkml:trace contextRef="#ctx0" brushRef="#br0" timeOffset="92024.09">4455 9926 61 0,'0'0'126'0,"-9"2"2"0,9-2-5 0,0 0-10 16,-6 0-3-16,6 0 3 0,0 0-8 0,0 0-8 16,-5 1 4-16,5-1-8 0,0 0-8 0,0 0-1 15,0 0-4-15,0 0-5 0,0 0-9 0,0 0-3 16,0 0-5-16,0 0-6 0,0 0-4 0,0 0 1 15,0 0-7-15,0 0 3 0,0 0-3 0,0 0 0 0,0 0-2 0,0 0-1 16,0 0-2-16,0 0 1 0,0 0-3 0,0 0-4 16,0 0-1-16,0 0 1 0,0 0-1 0,0 0-5 15,0 0 1-15,0 0-1 0,0 0-3 0,0 0-2 16,0 0-3-16,0 0 1 0,0 0-5 0,0 0 2 16,0 0-6-16,0 0 2 0,0 0-3 0,0 0-1 15,0 0 3-15,0 0-2 0,0 0-4 0,0 0 2 16,0 0-1-16,0 0-3 0,0 0 1 0,0 0-2 0,0 0-6 0,0 0 10 15,0 0 0-15,0 0-2 0,0 0 1 0,0 0-3 16,0 0 1-16,0 0-2 0,0 0 3 0,0 0 1 16,0 0-3-16,0 0 0 0,0 0-1 0,0 0 2 15,0 0-1-15,-5-3 1 0,5 3-2 0,0 0 0 16,0 0 3-16,0 0-4 0,0 0 2 0,0 0-3 16,0 0 3-16,0 0-1 15,0 0 0-15,0 0-2 0,0 0 4 0,0 0-3 16,0 0 0-16,0 0 1 0,0 0-2 0,0 0 1 15,0 0 0-15,0 0 4 0,0 0-5 0,0 0 1 16,0 0 1-16,0 0-4 0,0 0 3 0,0 0 1 16,0 0-2-16,0 0 3 0,0 0-4 0,0 0 5 0,0 0-5 15,0 0 0-15,0 0 1 0,0 0 1 0,0 0-5 16,0 0 5-16,0 0-2 0,0 0 1 0,0 0 3 16,0 0-1-16,0 0 2 0,23 1-2 0,-10-2-2 0,6 1 2 15,10-4 2-15,3 4-1 0,0-1 0 0,4-1 3 16,1-2-4-16,1 3 0 0,0-3 0 15,15 0 0-15,-12 1 3 0,-4-1-1 0,-1 0 0 16,-4 2 0-16,2 2-2 0,-7-3 1 0,-4 2-2 0,-4 0 3 16,-2-1 1-1,-2 2-3-15,-6-1-3 0,-1 1 4 0,0-2-2 16,-1 2 2-16,-2-1 1 0,-5 1-2 0,8 1 1 16,-8-1-5-16,6-1-1 0,-6 1-18 0,0 0-7 15,0 0-3-15,0 0-19 0,-1 6-27 0,1-6-34 0,-10 5-47 16,3-3-189-16,1 1-376 0,-2 1 166 0</inkml:trace>
  <inkml:trace contextRef="#ctx0" brushRef="#br0" timeOffset="93646.9">5337 9656 115 0,'0'0'129'0,"0"0"-6"0,0 0-9 15,-1-3-4-15,1 3-6 0,0 0-3 16,0 0-11-16,0 0-2 0,0 0-9 0,-2-5-9 0,2 5-1 16,0 0-2-16,0 0-9 0,0 0-5 0,0 0-15 15,0 0-2-15,8-7-2 0,-5 7-5 0,3-2-5 0,5-1 1 16,1 1-2-16,1-1-4 0,6-3-1 0,0 3 4 15,0 3-8-15,3-3 0 0,0 3-1 0,7-2 4 0,-2 4-1 16,-6-2 0-16,1 2-4 0,0-1-6 16,-4 2 0-16,0 4 1 0,-5-2-7 0,-2 2 3 15,-1 2 0-15,-3-1-3 0,2 3-1 0,-4 2 1 16,-5 1-4-16,-4 5 8 0,-9 6-9 0,-3 1 8 0,-7 0-5 0,-3 0 4 16,-10 8-2-16,-1-1-4 0,9-9 3 0,-13 7-1 15,2-1 0-15,8-9 4 0,-1-1 2 0,1 4-8 16,3-6 7-1,0-2-4-15,3-1 5 0,7-3 0 0,0-3 3 16,8-2-8-16,-3-1 0 0,4-1 2 0,4-1 7 0,-2-1 22 16,5-1 17-16,-6 1 18 0,8-3 4 0,-5 2 2 15,5-2-11-15,0 0-3 0,10-9-10 0,2 0-5 16,2 2-6-16,5-2-5 0,0 2-2 0,0-3-3 16,7 0-5-16,-1 3 1 0,-3 1-5 0,0 2-8 15,5-1 5-15,-7 4-3 0,10 0-1 0,-2 2-2 16,1 0 0-16,2 2-4 0,-3 1 0 0,1 1 3 15,-8-2-7-15,8-1 8 0,-2 5-4 0,0-1 0 16,-7-4-2-16,-1 2 1 0,-1-1 0 0,-5 2 1 0,0-5-1 16,-3 2 4-16,1-1-3 0,-3-1 2 0,1-1 4 0,-1-2-6 15,2-1 0-15,-5-1 2 0,4 0-3 0,-4-2-1 0,4 2-4 16,-1-4-11-16,-3 1-8 0,0 0-15 16,2 2-16-16,0-1-18 0,-1-1-16 0,1 1-27 15,1-3-26-15,0 5-55 0,-2 0-119 0,1-2-339 0,0 5 151 16</inkml:trace>
  <inkml:trace contextRef="#ctx0" brushRef="#br0" timeOffset="96400.35">6335 9310 41 0,'0'-6'192'0,"0"1"-6"0,0 0-13 0,-1 1-11 16,1 4-13-16,0-5-15 0,0 1-17 0,0 4-11 15,0-7-15-15,0 7-12 0,0-4-30 0,0 4-28 16,0 0-5 0,0 0 2-16,0 0-6 0,0 20 0 0,0 0-5 15,-2 6-2-15,0 6 7 0,-4 15-6 0,2 4-4 16,-1-2-2-16,-2 1 4 0,6 4-7 0,-3-2 3 16,-2 3-1-16,1-3-1 0,-2 5-1 0,6-2 8 0,-4 6-1 0,1-3-2 15,0-2 0-15,-1 0-1 0,1-4 1 0,4-3 1 16,-1-3 1-16,1-15 4 0,0 3-3 0,-4-3-4 15,5 0 4-15,2-3-8 0,-2-4 6 0,-1-3-3 16,3-3 8-16,-3-1-3 0,0 2 0 0,1-8 2 16,-1 5-2-16,4-4 3 0,-4-2 3 0,1-1-1 15,-1-1-5-15,0 0-3 0,0-2 0 0,0-1 0 16,0 2-1-16,1-2-1 0,-1 0 0 0,-1-1-2 16,2-1 15-16,2 0-10 0,-3-3-2 0,0 6 0 15,0-6-1-15,-3 3 0 0,3-3 3 0,0 5-1 0,0-5-1 0,-1 4 7 16,1-4-8-16,0 0-2 0,0 0 4 0,0 0 2 15,0 5-2-15,0-5 1 0,0 3 0 0,0-3 0 16,0 0-1-16,0 4 1 0,0-4 0 0,0 0 0 16,0 0-3-16,0 0 3 0,0 0-1 0,0 0 4 15,0 0-6-15,0 0 3 0,0 0 15 0,0 0 6 16,0 0 6-16,0 0-4 16,0 0 2-16,0 0-2 0,17-2 2 15,2 0-3-15,13-5-6 0,2-1-4 0,19-2-1 0,4-2-38 16,1-6-35-16,29-7-43 0,-29 7-204 0,4-2-332 15,-2-6 147-15</inkml:trace>
  <inkml:trace contextRef="#ctx0" brushRef="#br0" timeOffset="96855.02">6356 9364 140 0,'0'0'223'0,"0"0"-32"0,-7-1-8 0,7 1-19 16,0 0-17-16,0 0-16 0,20-5-12 0,0 1-17 15,9-2-13-15,3 1-16 0,19 0-16 0,4 0-20 0,-3-1-26 16,1 3-45-16,-15 1-30 0,0-1-72 16,-3 3-104-16,-2-2-258 0,-2 1 115 0</inkml:trace>
  <inkml:trace contextRef="#ctx0" brushRef="#br0" timeOffset="97186.98">6941 9714 113 0,'-12'0'165'0,"12"0"-1"0,-5 1-7 0,5-1-10 0,0 0-12 15,0 0-19-15,-9-1-12 0,9 1-10 0,0 0-6 16,0 0-7-16,26 0-11 0,-7-3-7 0,10 2-14 15,2-2-30-15,4 2-3 0,0 0-24 0,2-2-28 0,-1 0-36 0,4 1-57 16,-4-3-94-16,-3 0-241 0,1-1 106 16</inkml:trace>
  <inkml:trace contextRef="#ctx0" brushRef="#br0" timeOffset="97434.76">7678 9387 275 0,'0'-5'252'0,"0"1"-24"0,0 4-26 16,0-5-28-16,0 5-20 0,1-3-8 0,-1 3-22 0,0 0-15 0,0 0-14 15,0 0-12-15,0 0-5 0,2 19-11 0,-2-9-5 16,0 7-8-16,1 3-30 0,0 8-21 0,-1-3-19 15,-1 4-26-15,0 0-21 0,-1 0-26 0,1-1-38 16,-3 0-173-16,0-4-323 0,2-5 144 0</inkml:trace>
  <inkml:trace contextRef="#ctx0" brushRef="#br0" timeOffset="97719.98">7384 10038 179 0,'-2'1'216'0,"2"-1"-12"16,0 0-19-16,-7 1-15 0,7-1-16 0,0 0-18 0,0 0-15 16,13-5-10-16,1 1-12 0,9-1-8 0,5-3-11 15,8 4-6-15,13-6-6 0,4 0-5 0,1 1-5 16,2 4-6-16,0-7-5 0,-2 3-3 0,0 1-4 15,-3-4-6-15,-17 9-2 0,-1-5 2 0,-3 2-4 0,-10 6-4 16,-3-1-3-16,-6-1-7 0,-3 2-21 0,0 0-21 16,-2 0-36-16,-6 0-10 0,0 0-5 0,0 0-16 15,0 0-34-15,-19 9-55 0,0-1-109 0,-8 0-314 0,0 4 138 16</inkml:trace>
  <inkml:trace contextRef="#ctx0" brushRef="#br0" timeOffset="97957.59">7678 10194 281 0,'0'0'287'0,"0"0"-22"0,0 0-24 0,0 0-23 0,0 0-21 0,0 0-25 15,0 0-23-15,0 0-24 0,0 6-9 0,0-6-14 16,-1 10-11-16,2 2-10 0,0-2-10 0,2 9-7 15,-2 7-5-15,2-2-8 0,-2 3-3 0,0 0-24 16,1-1-18-16,0 3-32 0,-1-1-40 0,-1-2-41 16,3 0-49-16,-7-6-227 0,3-1-414 0,-3 0 184 0</inkml:trace>
  <inkml:trace contextRef="#ctx0" brushRef="#br0" timeOffset="99474.76">8960 9450 157 0,'2'-3'201'16,"0"-1"-8"-16,0-1-12 0,-2 5-12 0,1-3-14 15,-1-1-20-15,0 4-16 0,-2-7-11 0,2 7-12 0,-7-3-12 16,7 3-7-16,-15 2-11 0,1-1-3 15,0 3-7-15,-4 3-6 0,-2-2-9 0,-5 7-7 16,1-2 4-16,-2 2-8 0,4 3-3 0,5-1-4 16,-2-4-2-16,1 2-2 0,5 0-3 0,0-2-5 0,3 4-3 0,1-3 0 15,4-1-2-15,1 1 0 0,0 0 2 0,2 2-1 16,4-2-2-16,2 0 1 0,4 4-3 0,5-1 3 16,7 5-3-16,2-2 1 0,3-3 2 0,1 0-6 15,2 1 5-15,0-2-4 0,-1-1-1 0,1 3-2 0,-5-1 8 16,-5-4-6-16,0 2 0 0,-3 0 2 0,-5 0-4 15,-2 0-2-15,-1-2 1 0,-4 2 0 0,0 0 2 0,-6-1 1 16,-2 2-4-16,-6 2 1 0,-3-2 5 0,-9 1-1 16,-3 2-4-16,-1-4 6 0,0 0 1 0,2-1-4 15,-6-4 3-15,8-2 0 0,3 1-1 0,-1-3 0 16,1-2-3-16,7 0 3 0,1 1 1 0,1-4 4 16,5 2 8-16,-1-1 2 0,5-3-12 0,-1 2-4 15,3 2-12 1,9-11-5-16,4 3-7 0,9 0 4 0,4-2 1 0,3 2-11 15,1-1 2-15,3 0 0 0,2-1 9 0,0 1-4 16,-2 1 6-16,1-2 6 0,3 3 3 0,-1-5 8 16,-3 7-7-16,-1-7 11 0,-1 5 3 15,-10 5 10-15,0-3 3 0,-4 0 9 0,-4 0 2 0,-2 3 3 16,-6-1 2-16,1 3-2 0,2-2-1 0,-3 0-3 16,0 1-3-16,-5 1-5 0,7-2-5 0,-5 0-2 0,-2 2-11 15,0 0 7-15,8 3-5 0,-8-3 2 0,0 0 0 0,0 6-4 16,-3 2-2-16,2-3 3 0,1 2-3 0,-2 0 2 15,0-1-1-15,0 4-1 0,2-3 5 16,-3 1-7-16,4 1 0 0,-1 0-12 0,-1-2-20 16,1 2-14-16,0 1-22 0,-2-2-20 0,0 1-21 0,2-4-32 15,-2-1-197 1,2 0-365-16,0-4 163 0</inkml:trace>
  <inkml:trace contextRef="#ctx0" brushRef="#br0" timeOffset="99636.96">9276 9648 236 0,'3'-7'226'0,"-3"7"-28"15,-3-4-19-15,6 3-20 0,-3 1-26 0,0 0-28 16,0 0-36-16,1-4-17 0,-1 4-7 0,0 0-22 16,0 0-21-16,-1 11-33 0,2-4-22 0,-1-1-39 15,0 1-117-15,0 0-226 0,-1-1 100 0</inkml:trace>
  <inkml:trace contextRef="#ctx0" brushRef="#br0" timeOffset="99937.15">9430 9827 60 0,'1'3'123'0,"-1"-3"-14"0,0 0-24 0,-1 8 16 15,-1-3-18-15,2-1-4 0,-1 3-13 0,-2 0 6 0,0 0-5 16,2 3-2-16,-2-5-7 0,2 2-9 0,0 0-5 16,-1-1-5-16,2-2 0 0,0 0 7 0,-1 0 19 15,1 0 27-15,0-4 27 0,0 0 5 0,0 0-7 16,0 0-13-16,0 0-10 0,16-9-10 0,-8 3-7 16,3-1-7-16,1 0-5 0,-3-1-7 0,0 2-6 0,1 1-7 15,3-2-3-15,-4 3-6 0,1-1-7 0,2 1-6 16,-3 0-3-16,1 4-2 0,0-3-11 0,-2 3-9 15,2 0-19-15,-1 0-20 0,0 3-11 0,1 1-27 0,-1 1-22 16,0 0-29-16,-2-2-59 0,-1 2-130 0,0-1-345 16,1-1 153-16</inkml:trace>
  <inkml:trace contextRef="#ctx0" brushRef="#br0" timeOffset="100360.12">9894 9754 105 0,'6'0'137'0,"1"1"-13"0,1 1-15 16,-2 1-8-16,0 2-9 0,0-1-12 0,1-1-13 16,-4 6-6-16,1-1-3 0,-1 2-2 0,-2-1-13 15,-1 1 7-15,-1 4-11 0,-3-4 0 0,-1 2-6 16,0-1 0-16,1 2-2 0,-1-1-7 0,1 0 0 15,-1-4 1-15,1 1 1 0,-1-4-1 0,1 3-8 0,3-4 0 16,-3-1 10-16,4-1 24 0,-4 2 23 0,2 0 28 0,2-4 14 16,0 0-4-16,0 0-9 0,0 0-12 0,6-10-10 15,-1 7-10-15,4-7-7 0,4-1-6 0,1 0-6 16,-1-3-7-16,7-3-3 0,-7 4-5 0,5 0-5 16,-4-1-3-16,1 2 0 0,-6 4 0 0,-1 1 4 15,1 1-5-15,-4 1-3 16,0 1 1-16,-1 0-10 0,0 3-8 0,-2-2-4 15,-2 3-4-15,0 0 0 0,0 0-3 0,0 0 1 16,3 8 0-16,-4 1 4 0,-2-1-4 0,3 2-1 16,0 2 2-16,1 0 0 0,3 6 1 0,3-2 1 15,9 6 1-15,0 1-13 0,9-3-29 0,3-2-49 16,21 3-66-16,-14-8-262 0,18-2-450 0,-2-8 199 16</inkml:trace>
  <inkml:trace contextRef="#ctx0" brushRef="#br0" timeOffset="102162.43">10962 9865 90 0,'0'0'118'0,"-9"-1"-6"0,9 1-1 15,0 0-12-15,-9 1-1 0,9-1-17 0,-9-1-6 16,9 1-3-16,0 0-11 0,0 0-2 0,-7 0-2 15,7 0-4-15,0 0 3 0,0 0-5 0,0 0-5 16,0 0-2-16,0 0-6 0,0 0-2 0,0 0-2 16,0 0-2-16,0 0 2 0,0 0 1 0,19-3-1 0,-7 2 7 15,8-2-7-15,8 0-3 0,1-2-3 0,3-1-2 16,5 1 0-16,0-1 2 0,14 0-8 0,-15 1 1 16,0 2-3-16,-3-2-4 0,-2 1-10 0,-4 1-14 15,-11 3-25-15,-4 0-41 0,-2-2-33 0,-3 4-24 16,-7-2-110-16,0 0-263 0,0 0 118 0</inkml:trace>
  <inkml:trace contextRef="#ctx0" brushRef="#br0" timeOffset="102393.93">11118 9777 154 0,'1'-6'249'0,"2"-3"5"0,-3 2-6 0,2 0-13 0,2 2-14 15,-4-1-15-15,1 1-8 0,1 1-29 0,-1 2-21 16,-1 2-20-16,0-5-16 0,0 5-17 0,0 0-30 16,0 0-8-16,0 0-6 0,0 0-7 0,0 14-4 15,0-5-3-15,-1 4-6 0,-1 2-3 0,2 4-9 16,-1-1-16-16,0 0-13 0,1-1-14 0,0 10-19 16,1-4-26-16,-1 2-26 0,1-5-19 0,1-3-20 0,0 2-35 15,1-4-187-15,-1-4-386 0,3-1 172 0</inkml:trace>
  <inkml:trace contextRef="#ctx0" brushRef="#br0" timeOffset="102641.78">11942 9469 197 0,'2'-5'254'0,"0"-2"-27"0,-1 4-26 16,-1 1-25-16,0 2-22 0,0 0-20 0,0 0-12 0,0 0-13 0,0 0-13 15,-5 17-6-15,4-5-12 0,-3 3-5 0,3 3-9 16,-2 0-26-16,1 2-20 0,-1 4-22 0,2 4-12 16,-2-1-30-16,-1-2-12 0,3 0-30 0,-4 0-34 15,0 0-162-15,1-6-305 0,0-2 135 0</inkml:trace>
  <inkml:trace contextRef="#ctx0" brushRef="#br0" timeOffset="102926.15">11676 9962 123 0,'0'0'276'0,"-6"1"-14"0,6-1-21 15,0 0-23-15,0 0-24 0,0 0-18 0,0 0-19 16,19-9-14-16,4 4-16 0,9-5-16 0,18 3-13 16,7-3-11-16,6 0-9 0,34-5-11 0,-4 3-6 15,-2 3-5-15,-28 2-5 0,3-1-9 0,-6 3-4 16,-6 0-4-16,-16 3-7 0,-1 0-4 0,-9-1-9 16,-6 2-4-16,-5 0-20 15,-6 1-26-15,1-2-19 0,-4 1-14 16,-2 2 5-16,-6-1 3 0,1 3-5 0,-1-3-24 15,-18 4-6-15,-1 1-30 0,0-1-30 0,-8 1-159 16,4-1-340-16,1 0 151 0</inkml:trace>
  <inkml:trace contextRef="#ctx0" brushRef="#br0" timeOffset="103327.06">12072 10207 87 0,'0'0'221'0,"0"0"-25"15,-1 3-18-15,1-3-19 0,0 0-16 0,0 0-15 16,0 0-19-16,22 1-10 0,-11-1-6 0,2 1-10 15,5 1-8-15,0 1-11 16,-1 2-7-16,-2-3-9 0,3 5-3 0,-7-2-4 16,2 2-4-16,0 1-6 0,-3 3-4 0,-4-1-14 15,1 6 7-15,-2 2-7 0,-6 0 2 0,-3 6 1 16,-6 4-1-16,-4-1-7 0,-4-1 6 0,-3-1 0 16,-3-1-5-16,1-4 1 0,5 0-3 0,4-6 2 15,0-2-3-15,0 0-4 0,5-6 3 0,3 3 4 16,0-3-1-16,1-3-3 0,-1 2 6 0,3-2 3 0,2-1 3 0,1-2-3 15,0 0 2-15,19 4-6 0,-2-8-9 0,12-1-4 16,2 2-14-16,5-2-28 0,-4-2-41 0,1-3-42 16,-1 1-193-16,-2 0-347 0,1-5 153 0</inkml:trace>
  <inkml:trace contextRef="#ctx0" brushRef="#br0" timeOffset="103611.86">12523 10135 2289 0,'0'0'202'16,"0"0"-32"-16,0 0-68 0,-6-5-41 0,6 5-16 0,0 0-14 0,0 0-16 16,0 0-5-16,0 0-7 0,0 0-2 0,0 0-2 15,0 0 4-15,14 7-4 0,-14-4 1 0,4 4-5 16,-3 1 1-16,3 1 2 0,-5 3 1 0,2 1-4 15,-5 1-6-15,3 2 0 0,-3-3 5 0,4-2-2 16,-4 0 2-16,3-2-4 0,1-1 4 0,-3-1 0 0,1-2-4 16,2 0 8-16,0 0-2 0,5-1 5 0,5-2-3 15,9-4 3-15,12 1-24 0,6-3-38 0,13-7-50 0,6 0-66 16,-2 1-234-16,0-6-444 0,-2-2 197 0</inkml:trace>
  <inkml:trace contextRef="#ctx0" brushRef="#br0" timeOffset="104898.4">13691 9331 67 0,'0'-7'209'0,"2"2"-14"0,-1 0-9 0,-1-1-10 0,0 2-12 15,0 0-17-15,0 4-11 0,-1-8-20 0,-1 6-14 16,2 2-9-16,-6-3-9 0,6 3-9 0,-18 3-9 0,4 2-9 16,-8 3-3-16,-2 3-8 0,-3 1-3 0,-1 5-7 0,-1 0-4 15,1 3-3-15,-2-1-1 0,3 2-6 0,3-1 0 16,-1 2-5-16,4-2 2 0,5-1-8 15,3-3 1-15,4-2 1 0,1-1-4 0,3 3-6 16,1-4 2-16,3 3-2 0,5 0 6 0,-2-2-3 0,6 1 0 16,2-2-4-1,4 3 0-15,3-3 4 0,11 3 1 0,-1-4-2 16,0 5-3-16,-2-5-4 0,2-1 7 0,0-1-2 16,0 4-1-16,-9-5 2 0,1 0-5 0,-3 1-3 15,1 2 5-15,-8-4 2 0,0 1-5 0,0 1-3 0,-4 0 5 16,-4-1-4-16,-1 1 2 0,-5 2-2 15,0-1 2-15,-8 3 1 0,0-3 2 0,-2 2-3 16,0-3 1-16,-2-2 2 0,2 3 4 0,-4-4-5 0,7 0 2 0,-1-2 0 16,3 0-1-16,1-1 1 0,0 1 4 0,4-2 3 15,0-2 11-15,5 0 18 0,-9-2-6 0,9 2-17 16,0 0-4-16,9-12-5 0,1 3 2 0,7-3-5 16,-3 1 0-16,12-3-2 0,-1 0 0 0,3 2-1 0,-1-2 1 15,1 2-3-15,0 0-2 0,-1 1 4 16,-1 0 1-16,-7 5 4 0,1-3 4 0,0 4 1 0,-4 2 6 0,-4-1-7 15,-1-1 2-15,-5 5-4 0,2-1-2 0,-3 1 1 16,0-2-6-16,-5 2 2 0,13 3-4 0,-8-3 2 16,-1 5-3-16,1 1 1 0,-1-2 0 0,1 1 6 15,-2 3-4-15,-2 1-1 0,0-1 0 0,2-2 3 16,-2 3-4-16,-1-2 4 0,0 1-3 0,0 2-24 16,0-3-13-16,0-2-13 15,0 2-19-15,0-2-10 0,-1 2-4 0,-2-2-22 16,1-4-37-16,-6 2-182 0,8-3-353 0,0 0 156 15</inkml:trace>
  <inkml:trace contextRef="#ctx0" brushRef="#br0" timeOffset="105045.79">13909 9629 95 0,'0'-7'261'0,"1"2"-22"0,-1-2-19 0,0 4-25 15,3 0-21-15,-3 3-19 0,1-6-17 0,-1 6-35 16,1-5-40-16,-1 5-45 0,0 0-4 0,0 0-37 15,0 0-33-15,8 11-31 0,-6-5-165 0,1-1-272 16,1-1 120-16</inkml:trace>
  <inkml:trace contextRef="#ctx0" brushRef="#br0" timeOffset="105346.48">14109 9740 31 0,'0'4'130'0,"0"-4"-13"16,0 9-16-16,0-7-9 0,0-2 1 0,-1 10-18 15,0-4-3-15,1-3-5 0,-3 4-5 0,2-2-5 16,-3 0-7-16,4 0 1 0,-1-1-10 0,1-1-10 16,0-3 6-16,-4 5 24 0,4-2 18 0,0-3 29 15,0 0 28-15,0 0-5 0,0 0-15 0,0 0-10 16,0 0-11-16,19-7-10 0,-10 3-9 0,2 0-10 0,-2-1-2 0,3 1-10 15,-1 0-4-15,0 2-9 0,-1-3-5 0,1 1-3 16,1 3-14-16,-2-3-10 0,4 3-15 0,-5 0-17 16,0 1-24-16,3-3-27 0,-5 3-39 0,1 0-22 0,2 0-211 15,-1 0-374-15,-4-1 165 0</inkml:trace>
  <inkml:trace contextRef="#ctx0" brushRef="#br0" timeOffset="105662.55">14440 9515 156 0,'7'-2'180'16,"0"-1"-11"-16,2 2-17 0,4 1-17 0,-3 0-18 15,4 2-9-15,-1 4-9 0,2-1-15 0,-2 5-6 16,0 1-11-16,-3-2-5 0,-1 5-8 0,0 2-9 15,-3 1-5-15,-2 1 2 0,-4 1-9 0,-1 5-3 16,-6-1-6-16,-3 1 5 0,1-5-4 0,-2 2-2 16,2-6 3-1,0 0-11-15,0-3 3 0,3-1-5 0,-2-5-1 16,4 1-4-16,-1-2 2 0,1 0 5 0,3 0-7 0,-4-1 0 16,5-1-1-16,-3 1 4 0,3-4 3 0,12 4-5 15,-2-3 5-15,4 2-23 0,7-3-20 0,7 2-32 16,1-4-46-16,-1-1-182 0,-6 2-314 15,2-4 139-15</inkml:trace>
  <inkml:trace contextRef="#ctx0" brushRef="#br0" timeOffset="106047.82">14872 9578 157 0,'5'-2'183'0,"-1"2"-14"16,1-2-19-16,-5 2-17 0,18 2-14 0,-8 0-7 16,0 5-14-16,2-2-12 0,-4 4-6 0,2-1-12 15,-4 4-9-15,1-3-3 0,-2 2-5 0,0 4-7 16,-2 2-3-16,-3 0-5 0,-3-1 0 0,-1 1-7 16,-1-2-7-16,1-3 7 0,-5 1-4 0,3-2 5 0,-2-1-10 15,0-3 9-15,3-1 4 0,0 0 5 16,0-3 11-16,1 1 24 0,3-2 36 0,-3 3 23 15,4-5 5-15,0 0-3 0,0 0-7 0,0 0-17 16,-4-11-10-16,8 6-14 0,4-5-9 0,-2-1-3 16,7-1-10-16,-3 0-11 0,7-2-5 0,-4 0-6 0,5 3-3 15,-6 1-6-15,1 2-5 0,-5 1-4 0,0 2-1 16,-1 1-5-16,-2-1-9 0,-1 2-14 16,0 1-11-16,0 1-8 0,-4 1-5 0,9 2 0 15,-3 2 1-15,-1 1 8 0,0 1-1 0,2 1-1 0,-1 3-7 16,5 2-4-16,2 3-9 0,3-2-12 0,7 4-31 15,1-1-51-15,7-2-60 0,-1-4-264 0,2 0-496 16,2-3 220-16</inkml:trace>
  <inkml:trace contextRef="#ctx0" brushRef="#br0" timeOffset="106538.38">15915 9705 74 0,'-9'1'195'0,"9"-1"1"0,-7 0-7 0,7 0-16 15,0 0-10-15,0 0-16 0,0 0-15 0,0 0-15 16,0 0-14-16,20-2-10 0,0-1-4 0,12 1-15 16,5 0 0-16,3-1-7 0,11-1-11 0,1 1-7 15,3-2 1-15,-15 3-6 0,11-2-4 0,-15 1-1 16,-4 0-4-16,-4 1-6 0,-8 1-2 0,-7-1 0 16,1 2-1-16,-8 0-3 0,2-4-3 0,-4 4-5 15,1-1-7-15,-5 1-16 0,0 0-19 0,0 0-22 16,-18-4-17-16,2 4-44 0,0 0-36 0,-3 0-182 15,6-2-356-15,1 1 158 0</inkml:trace>
  <inkml:trace contextRef="#ctx0" brushRef="#br0" timeOffset="107118.54">17071 9191 241 0,'0'-10'254'0,"0"1"-16"16,3 2-12-16,-3-4-16 0,0 7-19 0,0-1-20 15,0 0-20-15,0 1-18 0,0 4-20 0,0-5-36 16,0 5-32-16,0 0-4 0,0 0-5 0,0 0-5 0,-4 19-2 16,2-7-2-1,0 6-3-15,0 8 2 0,0 0-6 0,-1 2-18 16,1-2-20-16,0 4-17 0,-2 0-12 0,1 1-27 16,1-1-25-16,-3-1-30 0,1-1-52 0,0-4-104 15,0-8-307-15,2-2 137 0</inkml:trace>
  <inkml:trace contextRef="#ctx0" brushRef="#br0" timeOffset="107387.96">16887 9699 150 0,'-3'0'241'16,"3"0"-23"-16,0 0-20 15,0 0-20-15,0 0-15 0,16 0-20 0,6-2-12 16,15-3-12-16,14-2-12 0,10 0-13 0,7 1-8 16,32-5-9-16,2 3-9 0,-6-2-7 0,2-2-4 15,-8 3-7-15,-30 4-4 0,2-2-5 0,0 0-3 0,-12 3-8 16,-16 0-16-16,-5 2-13 0,-9 2-23 0,-8-3-36 16,1 3-33-16,-8 0-17 0,-5 0-24 0,0 0-185 15,0 0-344-15,-34 4 153 0</inkml:trace>
  <inkml:trace contextRef="#ctx0" brushRef="#br0" timeOffset="107850.93">17193 10022 19 0,'0'0'233'0,"0"0"-23"0,0 0-23 0,0 0-18 16,28 1-19-16,-15 0-16 0,-2 1-13 0,2 3-14 0,0-5-15 15,-2 4-17-15,-1 4-16 0,-1-3-19 16,-1 4-19-16,2 3-12 0,-9-4-18 0,3 6-10 15,-4 1 2-15,-4 2 4 0,-3 0 0 0,-5 2 6 16,-3 0-3-16,4-2-1 0,-5 3 6 0,2-7 3 0,3 0 5 0,-1 0-11 16,4-5-1-16,2 1 0 0,0-1 7 0,-2-2-2 15,3-1 2-15,2 1-1 0,1-3 0 0,0 2 3 16,2-2 3-16,3 1 14 0,2-1-3 0,3 1 2 16,2 1-4-16,2-2 2 0,0 2-2 0,6 0-1 15,-1-1 0-15,-2 1-2 0,-1-1-5 0,-4 2 0 16,3-1 2-16,0 2-3 15,-4-2-3-15,1 1-1 0,-2 1-1 0,-2 1-1 16,-2 0 4-16,0 1-6 0,-3-4 9 0,-1 5 3 16,-5-2-7-16,0 3 6 0,-3-5-4 0,-7 4 0 15,3-3 4-15,-4-1-2 0,-5 1-3 0,2-1-14 16,-2-2-49-16,1 0-50 0,-8-3-131 0,9-3-263 16,-1-1 118-16</inkml:trace>
  <inkml:trace contextRef="#ctx0" brushRef="#br0" timeOffset="108151.62">17603 9932 63 0,'0'0'272'0,"2"-5"-31"0,-2 5-24 0,3-3-26 15,-3 3-22-15,0 0-20 0,0 0-12 16,9 0-16-16,0 3-14 0,-1 3-10 0,2-2-14 0,1 3-5 16,1 5-12-16,-4-3-6 0,0 2-5 0,1 3-6 15,-2 1-8-15,-1-1-1 0,-2-2-7 0,2 0-2 0,-2 0-4 16,-3-3 5-16,3-1-10 0,-4-3 0 0,0 2-3 16,4-2 3-16,-4-3-3 0,1 3 1 0,3-1-2 15,4-3 1-15,6-2-3 0,6 0-7 0,11-7-29 16,3 3-33-16,4-5-51 0,13-4-38 0,-16 4-229 15,4-4-403-15,7-7 179 0</inkml:trace>
  <inkml:trace contextRef="#ctx0" brushRef="#br0" timeOffset="109222.39">18722 9078 19 0,'0'-3'230'0,"0"3"-25"0,1-7-20 16,-1 7-21-1,0-3-30-15,0 3-35 0,0 0-9 0,0 0-11 16,0 0-6-16,-13 8-10 0,5 1-4 0,-4 3-7 15,-3 4-7-15,-8 6 1 0,0-1-7 0,-4 0 0 0,4 1-6 16,0 0-2-16,-4-1-9 0,4 1-1 0,3 2-3 16,0-5-2-16,3 2-1 0,0 0-4 0,7-7-2 0,1 2-4 15,0-2 4-15,4-3-2 0,2 2-3 16,2-3 1-16,5 1 1 0,-3-1 3 0,8-1-3 16,5 2 1-16,3-2 0 0,2 3 0 0,10 0-1 15,0-4-3-15,0 4-3 0,0-3 2 0,3-1 1 0,-5 0 0 0,1 0-3 16,-1 2 4-16,-9-3-5 0,0 1-1 0,-3-1 4 15,-2 0-6-15,-3 1 2 0,-2-1-5 0,-2 4 2 16,-6-5 3-16,-1 3 2 0,-4 1-1 0,-4 0 0 16,-7 2 0-16,-4 3-7 0,-5-1 12 0,-2-2-7 15,1-2 5-15,-1 0-2 0,8-3 1 0,0-3-2 16,2 1 2-16,-1-1 1 16,6-1 0-16,-1-3 12 0,5 1 17 0,2-1 26 15,6 0 3-15,-12-3-2 0,10 1-20 0,3-5-6 16,4-1-8-16,5 1-4 0,5-4-10 0,9-5-3 15,1 2-5-15,2-1-2 0,5 0 1 0,-4 1 1 16,5-1-3-16,-1 1 7 0,3 2-3 0,-2 2 1 16,-1 1 5-16,-1-2 4 0,-6 5-6 0,-4 1 1 0,-5 0 4 15,-2 3-3-15,-3-1-1 0,-1 2-2 0,-1 0-4 0,-3 3-4 16,1-2 2-16,-1 3 1 0,-2 1-1 0,1 1 0 16,1 0-6-16,-4 2-3 0,-1 3 10 0,1-2 1 15,0 1 0-15,-4 3-5 0,2-2 6 0,0-2-3 16,-1 3-1-16,0-1 2 0,0-3-1 0,-1 1-1 15,2-1 4-15,-2 0-11 0,0 0-17 0,1-1-6 16,0-1-13-16,1-1-9 0,-1 1-3 0,1-5 12 0,-4 7 6 16,1-6-31-16,3-1-38 0,-10-1-66 0,5-3-103 0,0-2-298 15,-4 0 133-15</inkml:trace>
  <inkml:trace contextRef="#ctx0" brushRef="#br0" timeOffset="109360.57">18968 9365 214 0,'2'-5'216'0,"-1"1"-19"16,1 1-19-16,-1 0-21 0,-1 3-22 15,1-4-22-15,-1 4-37 0,0 0-22 0,0 0-5 0,0 0-44 0,0 0-31 16,16 7-34-16,-11-1-62 0,-1-1-76 0,-1 1-214 16,1-1 95-16</inkml:trace>
  <inkml:trace contextRef="#ctx0" brushRef="#br0" timeOffset="109676.33">19204 9518 48 0,'-1'4'130'0,"1"0"-8"0,-2 1-14 0,-1 2-11 16,0-1-6-16,-1 2-3 0,0 1-21 0,1 2-2 15,0-1-7-15,0-2-6 0,2 0-6 0,0-2-5 16,0 0 3-16,1-1-2 0,-2-1-3 0,2-4 10 16,0 5 25-16,0-5 19 0,4 1 4 0,-4-1-2 15,10-3-11-15,-2 3-5 0,2-5-7 0,2-1-8 0,-2-1-8 0,3 1-6 16,0 1-5-16,-1-2-4 0,1 3-2 16,-4-2-4-16,4 2-7 0,-3 0-2 0,3 0-4 15,-4 1-3-15,-2 1-1 0,3 0-4 0,-3 2-1 0,3 0-22 16,-3 2-10-16,4 0-28 0,-4 1-4 0,-2-1-39 15,5 2-36-15,-4 0-61 0,2-2-100 0,-2 0-312 16,0 1 139 0</inkml:trace>
  <inkml:trace contextRef="#ctx0" brushRef="#br0" timeOffset="110077.15">19594 9290 13 0,'6'-4'203'15,"0"3"-23"-15,0-3-24 0,1 4-16 0,1 0-12 16,0 0-13-16,-2 2-12 0,2 1-12 0,1 1-12 16,-2 5-8-16,-2-3-6 0,3 5-7 0,-4-2-3 15,-3 4-9-15,-1 3-4 0,-1 0-7 0,-3-1-2 0,0 1-2 0,-1-1-6 16,-3 2 1-16,3-7-5 0,-2 2-3 0,0-2 0 15,1-3-2-15,1 3 2 0,2-4-5 0,-2-1-6 16,4 0 3-16,-2-2 0 0,3 0-2 0,0 2-8 16,0 0 7-16,3-1-4 0,3 0 0 0,1 0 3 15,0 1-5-15,2-1 2 0,3 0 3 0,-1 1-2 16,0 0 8 0,1 1-12-16,1 0-1 0,-3-1-1 0,2 1 2 0,-3 0-1 15,-2 2 6-15,2-1-5 0,-5 3 5 0,3-3-10 16,-4 2 2-16,-1-4 4 0,-2 5-4 0,-3-3 3 15,-2 3 5-15,-1-2-7 0,-2 1 2 0,-5-1-12 16,-1 1-15-16,-4-2-33 0,4-2-22 0,-4 0-43 16,0-1-137-16,4-4-285 0,1 0 126 0</inkml:trace>
  <inkml:trace contextRef="#ctx0" brushRef="#br0" timeOffset="110494.5">19902 9424 128 0,'3'-5'215'0,"3"2"-24"16,0 1-17-16,1-1-18 0,0 2-19 16,-2 1-12-16,4 0-10 0,-1 1-18 0,-3 3-9 15,4 0-13-15,-1 3-5 0,-1 2-8 0,-3-1-7 16,1 2-6-16,-1 3-4 0,-4 0-6 0,0 2-5 0,-4 1-3 15,-1 0-7-15,0 0-4 0,-1-2-3 0,-1 2 3 0,2-5-5 16,-1 0-4-16,-1-1-3 0,5-4 1 0,-1 0 2 16,-1 0 1-16,4-3-1 0,-4 3 12 0,4-3 16 15,-1 0 26-15,1-3-6 0,0 0-5 0,0 0-3 16,13-6-8-16,-4-3-3 0,8 1-2 0,-2-2-3 16,-1-1 2-16,0-1-9 0,3-3-4 0,0 3 0 15,-1-2 0-15,-1 1 0 0,-1 1 4 0,-1 0 12 0,-3 3 10 0,-1 3 9 16,-4-1-5-16,1 2-8 0,1 1-5 0,-6 1-7 15,3 1-8-15,1 0-21 0,-5 2-13 0,0 0 1 32,0 0-1-32,8 7 2 0,-8-3 1 0,1 4 6 0,2 1-7 0,-2 2 0 0,4 5 2 0,3-1-3 15,2 1-12-15,7 5-25 0,2-3-44 0,6 2-70 16,6-8-287-16,4 2-483 16,4-9 214-16</inkml:trace>
  <inkml:trace contextRef="#ctx0" brushRef="#br0" timeOffset="111325.66">20735 9547 70 0,'-5'0'106'0,"5"0"3"0,0 0-6 0,0 0 1 16,0 0-1-16,0 0-4 0,0 0-5 0,0 0 0 16,0 0 2-16,0 0-5 0,0 0-2 0,0 0-7 0,0 0-4 15,0 0-3-15,38-4-6 0,-19 0-9 16,12 0-3-16,1 1-5 0,4-2-6 0,1 1 0 15,15-1-11-15,-2 0-1 0,-12 1-4 0,1 1-12 0,-4 0-20 0,-1-2-19 16,-13 3-29-16,2 0-3 0,-6 1-16 0,-2 1-28 16,-6-1-22-16,-2 0-120 0,-7 1-258 0,6-2 115 15</inkml:trace>
  <inkml:trace contextRef="#ctx0" brushRef="#br0" timeOffset="111557.19">21012 9376 42 0,'0'0'264'15,"0"-6"-21"-15,0 1-27 0,0 5-22 0,0 0-23 16,-4-2-23-16,4 2-16 0,0 0-16 0,0 0-15 16,0 0-13-16,-4 13-7 0,1-4-9 0,1 3-6 0,-2 5-10 15,3 2-1-15,-5 5-11 0,0 2 1 0,4-6-6 0,-3 4-5 16,5-4-6-16,-3-1-15 0,6 8-13 0,-2-9-17 15,3 2-24-15,-2-1-30 0,0-2-24 0,3-3-35 16,1-2-186-16,2-3-342 0,0 0 152 0</inkml:trace>
  <inkml:trace contextRef="#ctx0" brushRef="#br0" timeOffset="111726.45">21665 9498 192 0,'1'-5'238'15,"3"0"-33"-15,1 0-46 0,4-1-39 0,5 1-37 16,3 2-48-16,6-1-50 0,4 0-155 0,2-3-184 16,1 1 82-16</inkml:trace>
  <inkml:trace contextRef="#ctx0" brushRef="#br0" timeOffset="111879.87">22385 9440 107 0,'8'-3'245'0,"-5"1"-27"0,-3 2-31 0,9-4-29 16,-1 1-40-16,6 1-47 0,2 0-47 0,13-1-63 15,-1 1-143-15,2-3-197 16,1 1 88-16</inkml:trace>
  <inkml:trace contextRef="#ctx0" brushRef="#br0" timeOffset="112013.58">23118 9426 121 0,'6'-2'196'0,"1"-1"-22"0,1 1-26 15,4-1-47-15,6 1-54 0,4-5-69 0,5 1-106 16,3-1-138-16,2 1 61 0</inkml:trace>
  <inkml:trace contextRef="#ctx0" brushRef="#br0" timeOffset="112158.23">23733 9373 2 0,'3'2'265'0,"-3"-2"-12"0,8-3-20 16,-3 2-24-16,2-2-23 0,-2 0-28 0,1 2-46 0,2-2-44 15,3 0-58-15,0-2-65 0,0 0-186 16,-1-2-259-16,4 2 115 0</inkml:trace>
  <inkml:trace contextRef="#ctx0" brushRef="#br0" timeOffset="113011.43">24849 8674 107 0,'0'0'212'16,"-6"-5"-2"-16,6 5-13 0,-2-1-19 0,2 1-10 15,-3-3-19-15,3 3-16 0,0 0-15 0,0 0-13 0,0 0-15 0,0 0-6 16,0 0-7-16,19 3-10 0,-1 2-8 0,5-2-14 16,9 2-6-16,4-3-8 0,-1 3-10 0,3-1-9 15,-3-1-6-15,1-2-2 0,0 0-5 0,-4-2 2 16,-4 0 0-16,-4-1-4 0,-2-1 0 0,-4 0 4 15,2-2-2-15,-9 1 5 0,3 0 8 0,-3-4 8 16,-1 6 2-16,-1-5 10 16,-5 1 3-16,1 2-4 0,-1-2-4 0,2 0-3 15,-3 1 4-15,-2-1-8 0,2 0 1 16,-2 3 0-16,-1-2-1 0,0 1-1 0,1-1-5 16,-1 5 2-16,0-5-3 0,0 5-5 0,0-5 0 0,0 5 0 15,0 0-7-15,0-5-1 0,0 5-2 0,0 0-2 16,0 0-1-16,0 0-1 0,0 17-2 0,-5 0 5 15,0 10-2-15,-4 4 1 0,2 15 3 0,0 0-6 0,-3 8 5 0,0 2 1 16,1 3-4-16,-3 23 5 0,1-2 1 0,4-21-1 16,0-1-1-16,-1 0 2 0,6 2 4 15,-4-3-7-15,5-2 1 0,-1-3-1 0,-2-5 1 16,1 0 2-16,-1-10-2 0,-2-5 0 0,2-1-1 16,-1-2-1-16,0-4-2 0,1-1 2 0,0-4 2 0,-2-2-1 15,1 0 3 1,1-2-2-16,0-1 2 0,0-3 0 0,0-2-3 15,2 2 5-15,-1-3-1 0,-2-4 0 0,5 2-1 16,-2 0-3-16,-1-4 4 0,2 2-3 0,-2 0 3 16,3-2-1-16,-1 1 0 0,1-4 0 0,-1 4 0 15,-2 0 1-15,3-4 3 0,-1 2-2 0,-6 1 1 16,2-1 4-16,-9 0-3 0,-14-1 2 0,-4 2-1 16,-7-2 2-16,-16-2-22 0,-7-2-45 0,-5 3-70 0,-37-6-255 0,-3 2-415 15,1-8 184-15</inkml:trace>
  <inkml:trace contextRef="#ctx0" brushRef="#br0" timeOffset="-208113.94">12775 10043 53 0,'0'0'177'0,"-5"-4"-13"0,2 1-9 16,3 3-8-16,-1-4-12 0,1 4-15 0,0 0-9 15,-2-6-7-15,2 3-9 0,0 3-9 0,0 0-6 16,-4-4-10-16,4 4-10 0,0 0-1 0,0 0-9 15,0 0-7-15,0 0-4 0,-3-4-6 0,3 4-9 16,0 0-2-16,0 0-8 0,0 0-1 0,0 0-12 0,0 0-6 0,0 0 1 16,-14 8-4-16,9-5 1 0,0 3-2 0,-4 1 0 15,1-1 5-15,-1 4-5 0,-1-1 2 0,-1 3 1 16,0-1 4-16,-2 3 1 0,-2 0-7 0,3-2 3 16,-1 1 0-16,2 1-3 0,4-4-2 0,-2 4 2 15,4 1-2-15,-4-1 1 0,4 1-1 0,1-2 0 16,4-2-2-16,-1 1 6 0,-2-2-2 0,3 1 5 0,3-3-3 15,-3-2-2-15,1 1 8 0,3-1-3 0,1-2 3 0,4 0 6 16,0-4 0-16,1 3 0 0,3-4 6 0,-2-1-2 16,2-1 5-16,-1-1 3 0,-1-2 5 0,2-1 6 15,-4 1 5-15,-1-1 8 0,2-3 1 0,-4 0 1 16,3 0-2-16,-5 0 2 0,4 0-3 0,-2 1-1 16,-3-3 0-1,0 0-8-15,0 3-2 0,1 1-8 0,-3 0-4 16,-2 1-15-16,-3 1-12 0,0 1-7 0,-1 1-5 0,-9 0 2 15,1 1 5-15,-1 3-3 0,-3 0-2 0,0 6 2 16,0-1-5-16,0 1-6 0,2 5-1 0,1-2-12 16,1 3 16-16,3 0-5 0,1 0-4 15,1 4-3-15,3 0 7 0,-1 2 4 0,2-3 3 0,4 0-2 16,5 2 1-16,-1-3 3 0,1-2 2 0,4-3 1 0,4 3 5 16,0-4 1-16,3 0 1 0,2-4 6 0,0-2 1 15,-4-1-1-15,4-2-3 0,0-3 2 0,0-1 2 0,0-2 5 16,-3 1 19-16,0-2 4 0,-6-1 15 0,0 1 2 15,-1-2 1-15,2 0 1 0,-5 1 4 16,2 1 19-16,-5-1-13 0,2 1 1 0,-4-2-12 16,0 3-7-16,0 0-6 15,-4 0-3-15,-1 1-7 0,1 2-5 0,-2 0-3 16,-4-1-5-16,-2 4 2 0,-3-1-5 0,-2 2-3 16,3 3-3-16,0 0-11 0,4 2-19 0,-3-2-1 15,1 3-3-15,1 3-6 0,2-2-4 0,3 1 5 0,1 2-3 16,1-1 8-16,1 0 9 0,3-1 3 15,1 0 3-15,2-2-2 0,5 1 8 0,2-2 0 16,3-1-2-16,3 0 0 0,-2-4 1 0,6 0-4 0,-3-3 4 0,1 2 2 16,-5-2 6-16,0-2-5 0,-3 2 1 0,2-3-2 15,-3 0-2-15,1 0 3 0,-5 2-4 0,0-1 3 16,-2 1-4-16,-1 1 8 0,-2-1-14 0,0 4 7 16,-8-5 0-16,2 5 4 0,6 0 0 0,-19 2-2 0,9-1 1 15,-3 1 8-15,4 1 1 0,0 1-12 16,1-1 8-16,2-1-12 0,1 2-1 0,1 1-4 0,1 0 11 0,2 0-23 15,5 0 21-15,1-3 2 0,0 0 0 0,9 1 1 16,-2-3 1-16,-1-3 15 0,2 1 21 0,-1-2 41 16,-5 1 27-16,2-4 7 0,-1 2-4 0,-2-3 9 15,-2 3-15-15,-2-6-14 0,0 4-17 0,-4-3-22 16,-2 2-17-16,-3-1-25 0,-2 3-30 0,-1 2-29 16,-3-1-36-16,3 4-178 15,1-1-303-15,0 0 135 0</inkml:trace>
  <inkml:trace contextRef="#ctx0" brushRef="#br0" timeOffset="-207165.47">17517 10161 155 0,'-7'-2'177'0,"7"2"-11"16,0 0-18-16,0 0-9 0,-7 0-9 0,7 0-11 0,0 0-10 16,0 0-12-16,0 0-11 0,10-7-7 0,2 4-9 0,2-2-6 15,5 3-13-15,8-5-1 0,2 1-12 0,1-3 1 16,2 4-2-16,2-2-1 0,2-1-4 0,-3-1-3 16,-1 2 0-16,-1-1-4 0,-4 1-2 0,-2-1-1 15,-6 4-7-15,-5 2 2 0,-1-4 0 0,-4 2 0 16,1 2-3-16,-2-1-5 0,-3 1-2 0,0 2 0 0,-1-2-14 15,0-1-9-15,-4 3-11 0,0 0-15 0,0 0-8 16,0 0-20-16,0 0-11 0,0 0-15 0,0 0-11 0,-22 7-47 16,13-4-81-16,4-1-252 0,0 1 112 0</inkml:trace>
  <inkml:trace contextRef="#ctx0" brushRef="#br0" timeOffset="-206811.89">17639 10095 177 0,'0'0'247'0,"0"0"-18"15,0 0-18-15,-7-2-25 0,7 2-23 0,0 0-12 16,21-7-21-16,-5 2-11 0,5 0-14 0,11 1-9 0,2-2-12 16,5 0-7-16,12 1-13 0,2-3-10 0,-1 1-7 0,-12 3-9 15,-1-1-14-15,-5 2-7 0,-3 1-9 0,-4-2-15 16,-10 1-6-16,-4 2-15 0,0 0-26 0,-3-2-1 15,-5 0-16-15,2 3-19 0,-6-2-23 16,-1 2-11-16,0 0-19 0,0 0-113 0,-23-2-275 0,12 2 122 16</inkml:trace>
  <inkml:trace contextRef="#ctx0" brushRef="#br0" timeOffset="-206495.68">17724 10018 29 0,'0'0'138'0,"13"-7"-10"0,-2 6-15 16,2-3-18-16,5 0-2 0,3-1-11 0,6 2-9 0,1-2-11 15,0 1-11-15,1 4-6 0,-1-4-11 0,0-1-17 16,-9 4-22-16,-2-2-16 0,0 2-12 0,-6-2-44 0,1 3-61 16,-6-1-149-16,2-1 66 0</inkml:trace>
  <inkml:trace contextRef="#ctx0" brushRef="#br0" timeOffset="-206248.44">17600 10033 132 0,'-6'-1'217'0,"6"1"-14"15,0 0-23-15,0 0-21 0,0 0-17 0,0 0-18 16,19-6-15-16,2 4-21 0,8-3-28 0,4 3-27 16,4 0-39-16,5-2-58 0,-3 4-67 0,-1-4-77 15,-2 2-225-15,-3-3 100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6:14:31.26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4411 1429 60 0,'0'-6'232'0,"0"6"-15"0,-2-4-8 0,2 4-18 0,0 0-4 16,0 0-8-16,0 0-7 0,0 0-6 0,-1-6-9 15,1 6 22-15,0 0-11 0,-1-6-8 0,1 6-12 16,0 0-20-16,-4-2-4 0,4 2-7 0,0 0-15 15,0 0-17-15,0 0-10 0,0 0-19 0,0 0-26 16,0 0-39-16,0 0-24 0,0 0 8 0,-1 18-1 16,-2-1 3-16,-1 11 3 0,0 1 2 0,-2 17 5 0,-4-1-4 15,2 3 7-15,-1 1 1 0,2 0-1 0,3-13 10 16,0 11 0-16,0-12 1 0,3-2 6 0,1 1 3 16,-3-2 2-16,3-4 1 0,0-2 1 0,0-5-4 15,0-3 6-15,0-2-2 0,0-3 2 0,0-5-2 16,0 2 0-16,0-3 7 0,0-1 4 0,-1-3 9 15,1-3 11-15,1 11 15 16,-1-11 5-16,-1 3 13 0,1-3 6 0,0 0 0 16,0 0 11-16,0 0-5 0,1 8-3 0,-1-8-13 15,0 0-3-15,0 0 0 0,0 0-13 0,0 0-23 16,0 0-28-16,0 0-31 0,-1-22-38 16,2 17-45-16,-2-5-50 0,2-1-54 0,2-7-84 0,-6-1-255 15,10-6-595-15,-5-1 262 0</inkml:trace>
  <inkml:trace contextRef="#ctx0" brushRef="#br0" timeOffset="247.35">4361 1482 287 0,'0'0'305'0,"-7"-4"-17"16,7 4-19-16,-3-4-29 0,3 4-13 0,0 0-17 15,0 0-20-15,-4-4-15 0,4 4-18 0,0 0-16 16,0 0-18-16,0 0-14 0,19-7-15 0,-6 7-5 16,7 0-11-16,3 0-1 0,6-1-14 0,2-1-6 15,1-3-11-15,-1 1-11 0,-2 1-15 0,-1 0-13 16,0 2-9-16,-8-4-16 0,-1 2-18 0,-4 3-23 0,2 0-30 16,-6-1-23-16,-11 1-38 0,18 0-38 0,-12 3-2 15,1-2 3-15,-7-1-20 0,-3 9-135 0,3-9-370 16,-13 7 164-16</inkml:trace>
  <inkml:trace contextRef="#ctx0" brushRef="#br0" timeOffset="616.2">4334 2121 97 0,'-4'5'224'0,"-1"-1"-16"16,5-4-11-16,-5 3-11 0,5-3-5 0,0 0-2 15,0 0-2-15,11 5-3 0,5-8-9 0,5 3-37 16,10-4 9-16,2-1-22 0,6-1 6 0,0-5-1 0,11 3-2 0,4-4-7 15,-20 4-11-15,0 1-14 0,-4 0-3 0,-2 3-8 16,-6-1-9-16,-4 2-3 0,-8 0-9 0,-1 2-7 16,0-2 1-16,-1 1-6 0,-3 0-8 0,-5 2-15 15,0 0-17-15,0 0-28 0,0 0-28 0,0 0-28 16,0 0-22-16,0 0-28 0,-35 2-45 16,23-2-47-16,-9 0-203 15,3 0-462-15,-1 0 205 0</inkml:trace>
  <inkml:trace contextRef="#ctx0" brushRef="#br0" timeOffset="964.23">4541 1780 226 0,'0'0'345'15,"0"0"-24"-15,0 0-17 0,0 0-22 0,0 0-28 16,0 0-16-16,-10-3-23 0,10 3-18 0,0 0-20 16,0 0-26-1,0 0-9-15,0 0-21 0,0 0-13 0,0 0-12 16,0 0-14-16,37 3-2 0,-15-2-4 0,6-1-11 16,1 0-9-16,3-1-1 0,0-2-7 0,0 1-2 15,-4-1-1-15,0 1-11 0,1 0 3 0,-7 1-4 16,6-3-4-16,-6 4-3 0,-3-3-3 0,0 0 0 15,-6 2-8-15,1 0-12 0,-2-1 2 0,-6 1 6 16,2 0-13-16,-8 1 8 0,11 0-6 0,-11 0-9 0,8-3-1 0,-8 3-2 16,0 0-8-16,0 0-8 0,9 0-16 0,-9 0-33 15,0 0-53-15,0 0-36 0,0 0-39 0,0 0-26 16,-22 8-43-16,15-6-188 0,7-2-499 0,0 0 221 16</inkml:trace>
  <inkml:trace contextRef="#ctx0" brushRef="#br0" timeOffset="1418.74">5209 1724 41 0,'0'0'395'0,"0"0"-27"0,0 0-24 0,0 0-25 16,0 0-19-16,0 0-29 0,0 0-33 0,0 0-28 15,0 0-14-15,8 5-24 0,-8-5-18 0,0 0-22 16,0 0-11-16,0 0-29 0,1 5-15 0,-1-5-10 16,4 6-12-16,-1 0-6 0,-1 3-1 0,2-1-6 15,3 3-4-15,-1 4-4 0,-2-3-3 0,2 3 1 16,-2-2-10-16,1 1-2 0,1 2 2 0,-2-6-3 0,0 5 3 0,0-5-1 16,1 1-4-16,-2-1-1 0,0-1-4 0,1-1 1 15,-1-1 5-15,-2-2-7 0,1 0-5 16,-2-1 11-16,0-4-8 0,3 6 7 0,-2-2 33 15,-1-4 38-15,0 0 31 0,0 0 38 0,0 0 40 16,0 0 28-16,0 0 0 0,0 0-21 0,11-10-13 16,-9 2-9-16,3-2-6 15,0-1-17-15,0-5 2 0,3 2-22 0,-3-3-6 16,3 3-21-16,-2-1-5 0,-2 4-10 16,0 0-11-16,1 1-7 0,-1 2-2 0,-3 1-12 15,3 0-17-15,0 0 5 0,-4 2-38 0,5 1-27 16,-4 1-30-16,-1 3-41 0,4-5-56 0,-4 5-57 15,5-5-69-15,-1 4-65 0,-4 1-58 0,19 0-79 0,-19 0-412 16,18 1-952-16,-5 1 421 0</inkml:trace>
  <inkml:trace contextRef="#ctx0" brushRef="#br0" timeOffset="2082.17">5683 1945 215 0,'-2'4'217'0,"2"-4"-10"0,0 0-8 0,0 0-7 16,8 2-13-16,-8-2-17 0,16 0-21 0,-4-5-9 16,7 1-10-16,0-1-11 0,0-1-13 0,8-2-6 15,-8-1-8-15,8-4 0 0,-8 3-5 0,4-4-3 0,1 0 5 16,-7 3-4-16,1-3-12 0,-4 0 21 0,2 2 1 15,-4 1 1-15,2-3 25 0,-9 4-3 0,0-2 6 16,-1 3 4-16,0 1-2 0,-3 0-8 0,-1 2-4 16,-1-2-20-16,-2 3-10 0,-2-2-17 0,0 5 0 15,0-2-6-15,-8 1-9 0,4 0-8 0,-2 3-6 16,-3 0-10-16,1 5-10 0,-1-2-13 0,2 1-7 0,-4 5-3 0,0-1 0 16,3 4-22-16,0-2-22 0,0 2-6 0,0 4-3 15,8-6-8-15,0 2 2 0,1 5 4 0,4 0 5 16,0-6 1-16,5 1 9 0,8 3 6 15,1-4 1-15,9 4 12 0,1-6-1 0,3-2 1 16,4 0 8-16,2-6-1 0,-1 1-3 0,1-4 9 16,3-3-2-16,-4 0 7 15,-3-2 3-15,1 0 19 0,-10 0 28 0,-5-2 21 16,0 0 33-16,1 0 11 0,-3-3 31 0,-3 3 21 16,-2 1 13-16,-3 0 18 0,3 1 16 0,-6 3 14 15,2-2 4-15,1 2-8 0,-1-1-20 0,-3 2-21 16,-1 3-18-16,3-6-16 0,-3 6-15 0,0 0-22 15,0 0-26-15,4-4-28 0,-4 4-33 0,0 0-38 16,0 0-44-16,0 0-34 0,0 0-6 0,2 15 16 0,-3-8 15 16,1 0 3-16,-1 3 9 0,-2 2 2 0,6-2-1 15,-3 1 8-15,-3-2-9 0,3-1 6 0,0-3 5 16,0 0-1-16,0-5 23 0,0 8 16 0,0-8 30 16,0 4 22-16,0-4 33 0,0 0 25 0,0 0 2 0,0 0 4 15,0 0 0-15,22-6-4 0,-17 0-1 0,0 2-8 31,5-1-1-31,-5 0-5 0,3 1-11 0,-3-1-6 16,1 2-8-16,0 1-11 0,-6 2-7 0,14-2-21 0,-7 2-36 16,-7 0-21-16,23 4-31 0,-6 3-20 0,-1-2-43 15,1 3-76-15,-4-2-98 0,1 5-151 0,4-5-282 16,-7-3-808-16,2 0 357 0</inkml:trace>
  <inkml:trace contextRef="#ctx0" brushRef="#br0" timeOffset="3068.12">7379 1434 132 0,'0'-13'301'0,"-1"4"-3"0,2-2-4 16,-2 3 7-16,-2 3-23 0,3-5-11 0,0 5-8 16,0-1-24-16,0 6-15 15,-1-8-17-15,1 8-35 0,0-7-21 0,-3 5-35 16,3 2-43-16,0 0-45 0,0 0-39 0,0 0-7 16,0 0 1-16,-2 21-4 0,-5 5 8 0,2 7 2 15,-5 17 2-15,1 3 4 0,-4 5-1 0,0 1 4 16,3 3-1-16,0-6 6 0,1-3-3 15,4-5 4-15,0-3 9 0,0-11-1 0,0-4 4 16,2-3-2-16,2-6 3 0,1 4 0 0,-3-12-6 0,1 0 4 0,2-6-3 16,0 0 2-16,0 0-1 0,-2-3 29 0,1 0 40 15,1-4 38-15,0 7 34 0,0-7 26 0,1 6 15 16,-1-6 5-16,0 0-5 0,0 0-5 0,0 0-14 16,0 0-18-16,0 0-14 0,0 0-17 0,0 0-13 15,-19-10-11-15,19 10-12 0,-10-3-23 0,4 0-28 16,-2 1-33-1,2-1-30-15,-3-3-34 0,1 3-42 0,0 1-28 16,1-4-46-16,-1 6-36 0,0-4-44 0,3 1-54 16,-1-1-68-16,-3-1-272 0,5 0-705 0,3-2 312 15</inkml:trace>
  <inkml:trace contextRef="#ctx0" brushRef="#br0" timeOffset="3406.54">7085 1837 107 0,'0'0'265'0,"-5"1"-14"0,5-1-15 15,0 0 18-15,-9 0-22 0,9 0-25 0,-3 2-18 16,3-2-19-16,0 0-18 0,0 0-14 0,0 0-13 15,44-3-9-15,-21 0-13 0,10-3-15 0,3 2-4 16,3-1-11-16,1-3-7 0,-1 3-4 0,-1 0-8 16,-1-2-6-16,-4 2 1 0,-4-2-11 15,-8 6 0-15,-1-2-5 0,-2-1-6 0,-9 2 0 0,4 0 0 0,-7 2-3 16,-6 0 7-16,12-2-1 0,-12 2 0 0,9-1-2 16,-9 1-4-16,5-2-7 0,-5 2-3 0,0 0-24 15,0 0-19-15,0 0-23 0,0 0-25 0,0 0-24 16,-17 9-24-16,17-9-32 0,-9 3-28 0,9-3-50 15,-10 1-180-15,10-1-449 0,0 0 199 0</inkml:trace>
  <inkml:trace contextRef="#ctx0" brushRef="#br0" timeOffset="4107.88">7734 1727 336 0,'0'0'376'0,"0"0"-24"0,0 0-32 16,0 0-27-16,0 0-34 0,0 0-31 0,0 0-23 16,0 0-26-16,0 0-25 0,0 0-11 0,0 0-23 15,0 0-16-15,5 12-7 0,-6-8-10 16,1 4-7-16,0-1-12 0,0 3-7 0,1 2 1 16,-2-3-13-16,1 3-5 0,1 0 3 0,1 1-10 15,0-4-14-15,-1 1-4 0,2-3-10 0,-2-1 2 0,2 0 0 0,-2-1-6 16,0-2 0-1,-1-3 3-15,4 7 6 0,0-5 16 0,-4-2 12 0,0 0-3 16,13 0 16-16,-13 0-10 0,14-6 6 0,-9 2 2 16,0-3-10-16,0 3 5 0,3-4 5 0,2 2-1 15,-4 0-16-15,2 0 13 0,-4 2-1 0,0-2 0 16,2 2 0-16,-2 3-9 0,-4 1-4 16,6-6-2-16,-6 6-10 0,4-4-1 0,-4 4-17 15,0 0-20-15,4-3-16 0,-4 3-32 0,0 0-29 16,0 0 10-16,0 0 6 0,11 7-6 0,-5-3-2 15,3 0-13-15,-2 4-22 0,5-2-8 0,4 1-23 16,2-1-14-16,0-2-7 0,4 2-12 0,-2-1-11 16,7-1-13-16,-6-2-5 0,0-2 11 0,0 0 15 15,-3-2 29-15,1-2 23 0,-2-1 61 0,-5-1 46 0,-1 1 53 16,1-1 47-16,-4-2 34 0,-2 1 34 0,2-2 26 16,-2 1 16-16,-2 0 26 0,0 1 6 0,-3 2 15 0,3 0 2 15,0-1-3-15,-4 2-16 0,0 4-26 16,0-7-10-16,0 7-23 0,4-4-15 0,-4 4-19 15,0 0-36-15,0 0-21 0,0 0-30 0,0 0-29 16,4-3-37-16,-4 3 3 0,0 0 7 0,0 0 1 0,-3 20-1 0,2-9 3 16,0 0-13-16,-2 6-5 0,-1-2-6 0,0 1-5 15,3-3-6-15,0-1 0 0,-2-2 0 0,2 1 4 16,1-4 2-16,-3 0 0 0,3-2 12 16,0-5 10-1,0 9 23-15,0-9 18 0,0 0 32 0,-1 8 30 0,1-8 33 16,0 0-16-16,0 0 5 0,0 0-26 15,0 0 10-15,18-15-23 0,-13 8 9 0,3-1-13 0,-3 2 4 16,0-2-11-16,3 1-4 0,-2 1-12 0,2 0 9 16,-5 4-5-16,3-3-8 0,-2 1-5 0,-4 4 7 15,5-6-10-15,-5 6-19 0,7-4-36 0,-7 4-41 16,9-2-40-16,-9 2-44 0,13 1-63 0,-13-1-75 16,22 4-114-16,-12-3-235 0,3 2-700 0,0-6 310 15</inkml:trace>
  <inkml:trace contextRef="#ctx0" brushRef="#br0" timeOffset="5026.29">8626 1811 168 0,'0'0'245'0,"0"0"-21"0,0 0-25 15,0 0-19-15,0 0-18 0,0 0-17 0,0 0-14 16,28-8-10-16,-16 6-16 0,2-2-12 0,-4 2-5 16,7-2-8-16,-2-1-11 0,2 1-4 0,-5 2-9 0,1-3-7 15,0 2-4-15,1-4-4 0,-4 2-2 0,-1 2 1 0,-2-2 10 16,0 4 12-16,-2-2 11 0,0-1 11 0,-5 4 13 16,7-5 0-16,-5 1-11 0,-2 4-10 0,0 0-9 15,0 0-20-15,0 0-6 0,0 0-8 0,-10-4-6 16,10 4-4-16,-23 5-3 0,8 0-2 0,-4 2 0 15,2 0-4-15,-2 2-4 0,1 2 3 0,0-1-9 16,2 2-7-16,3 0 8 0,-1 0 0 0,2 0 0 0,2 1-2 31,1-4-16-31,4 0-3 0,1 2 1 0,4-2-3 16,1 3 4-16,3-3 3 0,9-1 2 0,1 2 2 0,4-3 2 0,10-3 2 0,4 1-10 0,0-5 5 16,4 0-1-16,-1-3 1 0,1-2-5 0,0-1 5 15,1-4 2-15,-4 0 2 0,0-1 0 0,-1-4-1 16,-4 0 16-16,-1 1 22 15,-5-8 12-15,-1 0 5 0,-4 1 15 0,-4-6 4 16,0 0 21-16,-3 1 1 0,-1-1 6 0,-2-1 32 16,-1 10 21-16,-4 1 22 0,1 3 4 15,-2-1 8-15,1 5 1 0,-2 1-12 0,1 1-15 16,-1 1-20-16,0 7-22 0,2-6-18 0,-2 6-28 0,0 0-39 0,0-6-50 16,0 6-55-16,0 0-18 0,0 0 7 0,0 0 7 15,-2 20 11-15,-1-8 9 0,2 6 7 0,0 9 2 16,-3 0 5-16,0 2 9 0,3-2 2 0,0 0 0 15,-2 1 5-15,3-2-5 0,0-8 7 0,1 2-6 16,2-5 0-16,-2 1 5 0,-1-4-7 16,0-3 10-16,2-1 3 0,0-3-4 0,-2 1 11 15,0-6 7-15,2 8-5 0,-2-8 34 0,0 7 22 16,0-7 24-16,0 0 12 16,0 0-7-16,0 0-13 0,0 0-11 0,0 0-12 15,-23-14-4-15,12 8-17 0,1 0-13 0,-4-4-17 16,-2 1 19-16,1 1-6 0,4 3-5 0,-1-2 4 15,3 2-5-15,-4-1 4 0,8 3 1 0,0-2-6 16,1 3-30-16,-1-3-8 0,5 5-5 0,-5-5-21 16,5 5-8-16,10-6 4 0,-1 4 6 0,4-3 2 15,6 1-3-15,14 1 2 0,-2 0 0 0,4 1 2 0,4-2 8 16,-2-2 5-16,3 2 6 0,11-3 5 0,-13 4 5 16,13-4 8-16,-14 2-2 0,-2 3 6 0,0-4 7 15,-9 1 17-15,-7 4 16 0,-1-2 23 0,-5 1 11 16,-3 0 16-16,-2 1 14 0,-8 1 1 0,13-2-2 15,-13 2-5-15,7 0-7 0,-7 0-8 0,0 0 2 16,12 2-10-16,-12-2-15 16,0 0-17-16,5 3-10 0,-2-1-2 0,-3-2 4 15,0 12 1-15,0-4 3 0,0-1-13 0,0 5 12 16,-2-1-7-16,2-1 0 0,2 2 3 0,-2-1-2 16,0 1-28-16,-2-1-11 0,2-2-11 0,0-3-24 15,0 2-12-15,-1-1-23 0,1-2-27 0,0 2-30 16,0-7-28-16,0 7-5 0,0-7-17 15,-7 3-77-15,7-3-223 0,0 0-553 0,-11-17 244 0</inkml:trace>
  <inkml:trace contextRef="#ctx0" brushRef="#br0" timeOffset="5159.22">9688 1567 371 0,'0'-4'384'0,"0"4"-22"0,0-8-35 0,0 8-29 15,0 0-30-15,0-9-34 0,0 9-37 0,0 0-40 31,0 0-55-31,0-4-68 0,0 4-46 0,0 0-37 16,0 0-62-16,0 0-83 0,0 0-201 0,23 13-428 16,-18-9 190-16</inkml:trace>
  <inkml:trace contextRef="#ctx0" brushRef="#br0" timeOffset="5527.36">10019 1680 110 0,'-14'8'203'0,"-4"1"-24"15,4 2-15-15,-3 0-16 0,4 1-12 0,2 1-9 0,2 3 8 0,1-6-11 16,2 1-8-16,1 4-2 0,2-2-4 0,2-3-2 16,1 0-1-16,4-1-1 0,6 0-3 0,-3 1-1 15,8 0-4-15,0-5-11 0,3 0-1 0,3-2-2 16,-1-2-10-16,-1-1-4 0,2-1-3 15,0-4-2-15,-3 1 9 0,1 0 8 0,-1-4-9 16,-5 4 24-16,0-9 12 16,-3 5-8-16,-1-2-8 0,-4-1 1 0,-1 1-6 15,2-1-12-15,-2 0 11 0,-4-1-2 0,0 3-20 16,-4-3-5-16,3 2-13 0,-5 2 1 0,-1-1-8 0,1 2-10 16,-7 0-13-16,3 2-11 0,-7-1-7 0,5 2-8 15,-1 3-15-15,-1 0-23 0,3-1-27 0,0 2-37 16,1 2-33-16,10-2-37 0,-23 5-31 0,18-3-35 15,0 2-46-15,5-4-183 0,-4 6-514 0,4-6 227 16</inkml:trace>
  <inkml:trace contextRef="#ctx0" brushRef="#br0" timeOffset="5843.85">10310 1705 241 0,'0'0'301'0,"0"0"-26"0,0 0-34 0,7 0-27 16,-7 0-20-16,0 0-26 0,1 7-14 0,-1-7-19 16,-1 7-14-16,-1 1-9 0,0 3-13 0,1-1-6 15,-3 6-7-15,-1-3-10 0,1-1-7 0,-1 3-10 16,1-5-3-16,1 0-4 0,2 0-5 0,-2-4-4 16,2 1 4-16,0-3 13 0,1-4 20 0,-1 6 42 0,1-6 44 15,0 0 21-15,0 0-4 0,0 0-3 0,14-2-4 0,-5-6-7 16,1 1-1-16,0-2-2 0,2-2-10 0,-1 3-7 15,-1-1-12-15,-1 2-6 0,0 2-11 0,0 0-15 16,-5 1-10-16,1 2-11 0,-1-1-11 16,2 0-15-16,-6 3-50 0,0 0-30 0,9 0-23 15,-9 0-7-15,17 8-15 0,-7-1-35 0,-1 0-53 0,0 1-55 0,4 5-72 16,-3-4-98-16,-5-1-344 0,1-4-784 0,-3 1 347 16</inkml:trace>
  <inkml:trace contextRef="#ctx0" brushRef="#br0" timeOffset="7537.5">11717 1676 127 0,'-1'-2'236'0,"-3"1"-28"16,0-2-25-16,4 3-18 0,-14 0-17 0,8 3-14 15,-6-2-18-15,-2 5-9 0,0 2-17 0,-9 6-5 16,3-2-9-16,-1 3-10 0,0 2-6 0,-1 0-7 16,9-3-10-16,-1 0-2 0,1-1-4 0,3 4 1 0,1-1-4 15,1-5-7-15,6 1-3 0,-2 0-5 16,4 0 2-16,0-5-3 0,0 3 8 0,5-4 2 15,4 0-3-15,1-1 3 0,3-4-2 0,0 0 6 0,6-2 1 0,-1-3 9 16,0 2 11-16,-4-3 14 0,1-2 4 0,2-1 9 16,-2-4 8-16,-1 2 8 0,-1-1-11 0,-4 2 10 15,1-4 2-15,-1 3 7 0,-1 2 14 16,-1-1 9-16,-3 4 2 0,0 0-1 0,1 0-15 16,-5 5-8-16,7-4-12 0,-7 4-13 0,5-5-15 15,-5 5-12-15,0 0-25 16,5-6-25-16,-5 6-33 0,0 0-25 0,1-1-35 15,-1 1-10-15,0 0 7 0,0 0 16 0,8 9 5 16,-7-2 7-16,3-2 3 0,1 3 6 0,3-1 3 16,1-2 3-16,1 4 7 0,1-2 4 0,2-3 6 15,-1 1 7-15,3-1-3 0,0-2 8 0,-1-2-1 16,4 0 5-16,0 3 18 0,-5-6 15 0,2 1 23 16,-3 0 23-16,-1-4 17 0,-3 1 17 0,1-2 13 0,0 1 21 15,-2 1 10-15,0 0 21 0,-2 0 5 0,-1 2-2 16,0 0-7-16,-4 3-10 0,7-2-15 0,-7 2-17 15,5-6-15-15,-5 6-11 0,0 0-11 0,5-3-21 16,-5 3-18-16,0 0-25 0,0 0-25 0,0 0-26 16,0 0-23-16,0 0 3 0,4 11 11 0,-2-5-4 15,-2 1 7-15,0 0 2 0,1 1-3 0,0 1-6 0,-1 1-1 0,1-2-4 16,1-2-2-16,-1 2 5 0,0-1-5 0,-1-2 5 16,3 0 6-16,-2-1 6 0,-1-4 9 0,5 5 22 31,-5-5 23-31,5 3 24 0,-5-3 14 0,0 0 12 15,0 0-2-15,23-5-1 0,-14-1 5 0,0 0-10 16,2-2 3-16,1 1-16 0,1-4-3 0,-3 1-3 16,3 0-4-16,-4 1-4 0,0 1 0 0,-1 1-3 0,-3 2-6 15,0 0-1-15,0 2-10 0,0 1-9 0,-5 2-1 16,6-7-18-16,-6 7-20 0,4-3-29 0,-4 3-35 16,0 0-24-16,0 0-17 0,0 0 17 15,11 7 14-15,-9-2 8 0,2 2 17 0,3 1 10 16,2 0 6-16,4 5 5 0,5-3 3 0,6 3 2 0,4 2 5 15,3-6 0-15,6 3 9 0,2-6 2 0,14 2 0 0,-14-3 3 16,14-3 1-16,0-1 2 0,-3-4 0 0,-12 1 4 16,0-1 6-16,-1-2 4 0,-5 1 6 0,-10-1 4 15,-2-3 10-15,-3 1 21 0,-1 1 19 0,-5-2 7 16,-3 3 10-16,0-2 5 0,-5 0-2 0,-1 1-4 16,-2-1-5-16,-3 0-14 0,-5-1 3 0,-1 2-16 15,-3 1-8 1,-7 0 12-16,-2 3-16 0,-7 1 5 0,-2 1-6 15,3-2-2-15,-1 4-2 0,0 3 0 0,0-2-3 16,9 2-2-16,1 0-1 0,0 2-7 0,6-2-8 16,1 1-6-16,1-1-19 0,2 1-11 0,-2 1 1 15,6 0 6-15,0-2-1 0,4 2 7 0,3-1 6 16,2-1 9-16,0 0 3 0,8 1 8 0,5-1 1 16,3-4 0-16,1-1 6 0,6 0 1 0,2-1 1 15,0-4 1-15,-9 0 11 0,6-2 16 0,-2-3 18 16,-7 0 20-16,-3-2 13 0,1-2 31 0,-2 0 11 15,2-6 6-15,-5 3 5 0,1-7 3 0,-4 1 5 16,-2-3 4-16,2 0-6 0,-4-4-3 16,0-1 3-16,-2-5 11 0,-1 4 1 0,2 1 20 15,-3 2-4-15,4 4-2 0,-4 3 3 0,1 4-10 16,-2 3 4-16,1 3-4 0,0 3-9 0,0 2-21 16,0 1-12-16,0 1-13 0,0 1-7 0,0 4-27 15,0-8-46-15,0 8-46 0,0 0-51 0,0 0-49 16,0 0 0-16,0 0 14 0,0 0 6 0,-4 34 16 15,-2-5 9-15,-1 3 3 0,2 1 17 0,0 2 3 16,-3 11 14-16,3-11 1 0,-1-2 8 0,1-2 7 16,1 1-3-16,1-4 3 0,1 0 10 0,2-8 4 15,-1-1 1-15,1-2 2 0,0-7 6 0,1-2 7 16,-1 0 0-16,0-2 9 0,0-1 14 0,0-5 12 16,1 7 20-16,-1-7 27 0,0 5 19 0,0-5 18 15,0 0 10-15,4 5-6 0,-4-5-6 0,10-2-13 16,-10 2-12-16,31-5-21 0,-5-3-59 0,4 1-75 15,5 0-91-15,5-1-90 0,17-8-123 0,-5 4-158 16,3-8-310-16,-3 0-908 0,3 4 402 0</inkml:trace>
  <inkml:trace contextRef="#ctx0" brushRef="#br0" timeOffset="8213.34">14637 1674 292 0,'-4'-6'272'15,"3"2"-24"-15,1 4-24 0,-4-5-24 0,4 5-22 16,-9-6-18-16,9 6-20 0,-11-3-13 0,3 3-15 16,8 0-13-16,-19 2-11 0,9 2-11 0,-2-1-11 15,-6 5-6-15,4 1-9 0,-1 0-3 0,-3 4-4 16,5-1-8-16,-10 7-2 0,10-5-5 0,-1 1-1 15,4 0-3-15,1-1-2 0,3 2-1 0,-1 0-4 16,5-5-3-16,2 1 6 0,-1-2 4 0,2 1-1 16,3-2 11-16,3-1 4 0,0-3 12 0,3 0 2 15,5-2 9-15,3 0-4 0,0-5 0 0,2-2 10 16,-2 2 6-16,3-5 13 0,-4 2 9 0,-1-4 15 16,1 1-1-16,-2-3 4 0,-2 0-5 0,-1-3-7 15,-1-1-10-15,-2 1-16 0,-2-3-5 16,0 0-8-16,-3-2-8 0,-2 4-13 0,-1-2-12 15,-1 5-1-15,-1 0-18 0,-3 1-4 0,2 1-14 16,-2 2-21-16,-1 2-22 0,-1 0-12 0,-1 1-17 16,-1 3-20-16,2 1-24 0,6 1-25 0,-15 3-28 0,7 0-13 15,2 1-18-15,2 3-13 0,2 1-15 0,4-1-38 16,3 3-160-16,4-3-467 0,7 4 207 0</inkml:trace>
  <inkml:trace contextRef="#ctx0" brushRef="#br0" timeOffset="8761.29">15321 1684 77 0,'-3'-10'245'15,"-2"0"-21"-15,-4 2-7 0,0 1-13 0,-6-5-26 0,2 7-18 16,-6 0-18-16,1 0-15 0,-4 3-10 0,2 0-15 16,-7 1-9-16,5 2-11 0,-6 1-10 0,6 2-8 15,2 2-3-15,2 1-10 0,-2 1-6 0,2 0-3 16,1 2-8-16,4 0-4 0,3-3-16 0,1 3-6 15,0 0-7-15,3-2-4 0,2 1 2 0,3 3-5 16,-2-5 1-16,7 3 5 16,2-1 3-16,2-1 4 0,4-3 1 15,0-1-4-15,8 1 5 0,0-4-4 0,0-4 5 16,2 2 5-16,-3-5 6 0,4 1 13 0,-5-3 14 0,6-6 9 16,-6 4 10-16,-1-4 15 0,-2 2 10 0,2-9 13 15,-1-1 9-15,-1 1 8 0,-1-5-2 16,-7 4 0-16,2-4 1 0,3-1 4 0,-6 0 4 15,-1-3 3-15,0 2 18 0,1 0 5 0,-4 3-4 0,-2 6-6 0,4 2 3 16,-3 0 0-16,-1 5 10 0,0 3-10 0,1-1-11 16,1 4-13-16,-4-1-20 0,4 3-10 0,-2 4-14 15,-2-8-31-15,2 8-34 0,0 0-36 0,2-5-41 16,-2 5-34 0,0 0 8-16,0 0 2 0,0 0 19 0,-7 26-2 15,4-10 5-15,-3 10 12 0,1 2 11 0,0 1 3 16,1-1 4-16,0 3-1 0,-3-3 17 0,3 1-12 0,3-3 12 15,-1-1 3-15,0-2 8 0,3 4-1 16,-1-11-11-16,1 2 13 0,-1-2-4 0,3-4-8 16,-2-2 2-16,-2 2 3 0,1-3 3 0,1-1-4 15,1-1 2-15,-1-2 2 0,1 0-6 0,-2-5 1 16,5 9-6-16,-2-3 1 0,1-2-17 0,2 2-11 16,1-1-21-16,4-2-31 0,7 1-26 0,-1 0-41 0,3-4-35 15,8 0-47-15,12 0-58 0,-6-3-257 0,5-1-609 16,14-4 271-16</inkml:trace>
  <inkml:trace contextRef="#ctx0" brushRef="#br0" timeOffset="9178.2">16090 1667 39 0,'3'-5'273'0,"-2"-3"-17"0,-1 3-15 0,-1-2-14 0,-3 0-30 16,-3 0-3-16,-3 1-17 0,1 1-27 0,-4 1-2 16,-3-3-15-16,-4 4-16 0,0 1-12 15,0 2-12-15,0 0-11 0,0 1-8 0,0 0-13 0,3 3-3 16,-1 2-9-16,-1 0-6 0,5 5-1 0,0-2-6 15,1 1-4-15,0 4-2 0,3-4-12 0,2 2 0 16,3 1-4 0,0-1-4-16,5 0-2 0,0 0-2 0,4 0-1 15,1-1 2-15,0-1 0 0,5 0-1 0,3-1 0 16,5-1 0-16,-1-5-5 0,1 1 5 0,-3-3-1 16,7-2 2-16,-6-4 6 0,2-2 20 0,-1-1 4 0,-2-3 32 15,-1 1 21-15,0-4 7 0,-3-1 7 0,1-2 0 16,-3-9 15-16,8 4-6 0,-8-7-12 0,0 2 2 15,1-6-10-15,-4 2 2 0,2-2 8 0,0-2 9 16,-1 1 11-16,-3 2 15 0,0 5 31 0,-3 3 4 16,3 7 2-16,-4 3-5 0,1 3-18 0,2 4-10 15,-3-2-21-15,0 4-15 0,1 0-19 0,-1 5-41 0,-1-8-46 16,1 8-53-16,0 0-48 0,0 0 12 0,0 0 8 16,0 0 6-16,-14 33 9 0,1-6 7 15,2 4 5-15,-6 12 7 16,7-7 6-16,-2-2 3 0,2 0 5 0,6-2 4 15,-4-1-2-15,7-2 1 0,-4 0-2 0,5-5-20 16,-3-7-31-16,6 0-49 0,-6 0-60 0,3-5-84 16,3-2-127-16,1-5-260 0,-2 0-719 0,-2-5 318 15</inkml:trace>
  <inkml:trace contextRef="#ctx0" brushRef="#br0" timeOffset="10149.62">17487 1175 239 0,'-2'-11'311'0,"4"5"-11"0,-2-1-21 0,0 1-23 16,2 4-27-16,-2 2-21 0,0-9-27 0,0 6-30 0,0 3-36 15,0 0-33-15,0 0-9 0,0 0-18 0,-8 14-2 16,3 3-6-16,-2 6-6 0,-3 6-3 0,-5 16-4 16,-2 4 0-16,0 6-3 0,-1 1 2 0,0 0-3 15,4 0-9-15,5-3 7 0,-5-2-5 0,6-3 4 0,3-14-4 16,0-5-6-16,0-2 3 0,0 1-6 15,2-10-4-15,2-4-6 16,-1-1 13-16,0-2-10 0,1-5 6 0,1 0 4 16,-4 1 16-16,4-3 17 0,0 0 16 15,0-4 18-15,0 0 12 0,-4 9-5 0,4-9-13 16,-12 3-2-16,12-3-14 0,-20-3-5 0,5 0-7 16,2 1-2-16,-3-2-1 0,-2-1-18 0,5 0-24 15,-5-5-19-15,4 4-16 0,-1-1-21 0,2 1-21 0,1-1-33 16,1-1-47-16,-1-2-60 0,6-1-66 0,0 3-226 15,-1-1-545-15,4-2 242 0</inkml:trace>
  <inkml:trace contextRef="#ctx0" brushRef="#br0" timeOffset="10434.34">17158 1598 195 0,'0'0'225'16,"0"0"-20"-16,-10 3-17 0,10-3-9 0,0 0-25 16,0 0-6-16,-1 4-15 0,1-4-9 0,0 0-7 15,20 2-10-15,-7-3-20 16,16 2 3-16,2-1-11 0,2-2-11 0,0 0-5 16,2 0-2-16,-2-1-14 0,-3 1 0 15,-7-1-4-15,-3 0-4 0,-1 1-4 0,-5 0-2 0,-5 1-2 16,0 0-4-16,-1 1 14 0,-8 0 3 0,10-3 0 15,-10 3 4-15,6 0-5 0,-6 0-9 0,0 0-22 16,0 0-33-16,0 0-21 0,0 0-26 0,0 0-19 16,0 0-34-16,0 0-32 0,-21-4-53 0,21 4-144 0,-14-1-377 15,14 1 168-15</inkml:trace>
  <inkml:trace contextRef="#ctx0" brushRef="#br0" timeOffset="11166.22">17692 1531 201 0,'0'0'350'16,"0"0"-29"-16,0 0-43 0,0 0-21 0,8-2-28 16,-8 2-32-16,0 0-17 0,0 0-22 0,0 0-18 15,0 0-13-15,-3 16-14 0,2-10-10 0,-3 6-14 16,2-1-8-16,-2 5-2 0,1 0-10 0,0 1-6 0,0-3-15 15,-1-1-9-15,4-1-7 0,-1-1 0 0,1-1-9 16,0-3-3-16,1-2 3 0,-1-5-2 0,0 10 2 16,0-10 5-16,0 7 6 0,0-7 18 0,0 0 22 15,3 5 9-15,-3-5 6 0,0 0 11 0,0 0-3 16,0 0-8-16,29-15-8 0,-19 8-3 0,-3 0-9 16,4-2-7-16,-3 0-1 0,3 1-15 0,-2-1-15 0,0 1-3 0,0 4-4 15,-4-3 0-15,-1 3-6 0,0 1-11 0,1-2-7 16,-5 5 5-16,9-7-21 0,-9 7-16 15,0 0-21-15,0 0-11 0,10-1 2 0,-10 1-2 16,0 0-11-16,11 9 4 0,-5-2-4 0,3-2-7 16,-1 2-19-16,2-2-12 0,1 4-8 0,5-2-19 15,1 3-18-15,1-3-18 16,0-2-15-16,3-2-10 0,-1 1-9 0,-1-1 12 16,2 0 11-16,-8-4 19 0,2 0 32 0,-2-3 41 15,-2 2 59-15,1-4 52 0,-2 1 31 16,-2-1 28-16,0-4 31 0,-1 3 21 0,-1-3 21 15,-1 0 14-15,-1 2 22 0,0 0 3 0,-2 1 16 16,2 2 2-16,-4 5-12 0,4-10-9 0,0 8-20 16,-4 2-18-16,3-8-16 0,-3 8-12 0,0 0-16 0,2-4-24 0,-2 4-16 15,0 0-28-15,0 0-37 0,0 0 0 0,0 0 0 16,0 0 5-16,0 0-6 0,0 21 1 0,-4-13-4 16,-1 9-1-16,3-5-5 0,-2 5-2 0,0-2-7 15,-2 1-9-15,2 1 3 0,1-5-5 0,1-1-5 16,0-2 0-16,0-2-2 0,1-1 6 0,-1 0 6 15,1-1 11 1,1-5 6-16,-1 7 46 0,1-7 31 0,0 0 27 16,-3 5 18-16,3-5-3 0,0 0-9 0,0 0-12 15,17-11-9-15,-9 4-7 0,2 1-9 0,-3-2-4 16,4 0-6-16,-3 2-6 0,1-4-2 0,0 4-4 16,-1-2-1-16,1 3-14 0,-4 0 2 0,3 2 0 15,-4 1-11-15,-4 2-6 0,10-5-20 0,-10 5-32 16,9-4-11-16,-4 4-23 0,-5 0-45 0,14 2-20 0,-6 0-36 15,-8-2-43-15,16 8-55 0,-4-3-83 0,-2-1-253 16,2-4-663-16,4 3 294 0</inkml:trace>
  <inkml:trace contextRef="#ctx0" brushRef="#br0" timeOffset="12082.59">18534 1635 38 0,'0'0'247'0,"0"0"-9"16,0 0-13-16,-3-5-18 0,3 5-20 0,0 0-20 16,0 0-15-16,0 0-17 0,0 0-11 0,0 0-13 15,25 0-13-15,-12-3-5 16,-2 3-10-16,3-4-12 0,-1 1-6 0,-1 3-3 16,0-2-6-16,5-3-8 0,1 2-1 0,-5-1-6 15,0-1 3-15,-3 0 6 0,1 0 13 0,1-1 7 16,-3 2 15-16,-3 2 10 0,0-3 6 0,-6 5-4 15,9-7-2-15,-9 7-1 0,7-4-22 16,-7 4-1-16,0 0-12 0,4-7-11 0,-4 7-17 16,0 0-17-16,0 0-6 0,0 0-5 0,0 0 3 0,0 0-4 0,-45 15 1 15,25-7-5-15,2-1 3 0,-7 5 2 0,6-2-7 16,1 1 4-16,-3 5-2 0,4-4-5 0,4 0 2 16,1 2-8-16,1-2-12 0,5-2-2 15,1 0-2-15,0 2 0 0,7-2 9 0,2 1 2 0,4-3 5 16,7 3 5-16,5-3-2 0,11-1 4 0,1-1 1 15,3-3-1 1,3-4 0-16,1-1 7 0,1-4-4 0,11-6 2 16,-14 5-1-16,0-3 30 0,-1-3 5 0,-1 0 8 15,-5-4 28-15,-2-2 13 0,-2 0 18 0,-3-6 3 16,-4 1 13-16,0-4 4 0,-5 2 5 0,0-3-5 16,-2-1 2-16,-3 0 11 0,0 1 3 0,0 5 0 15,-3-2-2-15,-1 9-4 0,-1 2 12 0,1 5-7 16,-5 0-9-16,2 1-10 0,0 6-17 0,-1-4-12 0,2 3-29 15,-3 4-36-15,2-4-46 0,-2 4-43 0,0 0-63 16,0 0-2-16,0 0 11 0,0 0 11 0,-8 18 8 16,2-2 9-16,1 9 10 0,-4 4 16 0,0 2 1 15,0 2 12-15,3 2 6 0,-2-3 12 0,1 0-1 16,2-1 0-16,-1-5 5 0,3 0 2 0,0-6 2 16,-1-3-1-16,3-2 1 0,0-3-8 0,-2-5 14 0,3-1 7 0,-2 2 6 15,2-8-4-15,-2 9 9 0,2-9 39 0,0 6 12 16,0-6 32-16,-1 5 12 0,1-5 12 0,0 0-9 15,0 0-11-15,0 0-7 0,-13-11-8 16,7 6-16-16,-3-3-11 0,-4-2-18 0,0-2-15 16,-2 3-7-16,0-2-6 0,1 2-1 0,3 1-3 15,1 1 8-15,1 0 1 16,2 2-4-16,0 2 0 0,7 3-22 0,-7-7-6 16,3 3 1-16,4 4 3 0,0 0-20 0,0-7-17 15,0 7-6-15,19-4 7 0,1-1 9 0,8 0 2 16,7 4 9-16,2-6 4 0,1 2 4 15,15 0-10-15,-1-2 10 0,-15 3 10 0,17 0 4 0,-6-3 0 16,-12 2 0-16,-3 0 7 0,-2 1 0 0,-8 0 18 16,-4 0 26-16,-7 3 22 0,-1 0 13 0,-3-1 13 0,-8 2 4 15,10-2 2-15,-10 2 0 0,11-3-3 0,-11 3-3 16,0 0-11-16,11-1-10 0,-11 1-11 0,0 0-19 16,0 0-12-16,0 0-26 0,0 0-2 0,11 5-3 15,-11-5 0-15,2 9 0 0,-4-2-3 0,2-7 7 16,0 14 4-16,-1-5 4 0,0 3 2 0,1 0-3 15,-1 0-9 1,-1-2-19-16,1 2-27 0,0-6-13 0,-1 6-6 16,2-4-24-16,0-2-12 0,0-1-22 0,-1 2-38 15,1-7-29-15,0 9-3 0,0-9-17 0,-1 5 1 16,1-5 7-16,0 0-43 0,0 0-235 0,0 0-537 16,0 0 237-16</inkml:trace>
  <inkml:trace contextRef="#ctx0" brushRef="#br0" timeOffset="12236.03">19640 1412 292 0,'1'-7'381'0,"0"2"-15"16,-1 5-26-16,3-12-21 0,-3 12-30 0,1-7-23 15,-1 7-47-15,1-5-14 0,-1 5-45 0,3-5-47 16,-3 5-26-16,0 0-53 0,0 0-36 0,0 0-48 16,10-2-43-16,-10 2-43 0,0 0-70 0,18 11-225 0,-8-8-467 0,-5-1 207 15</inkml:trace>
  <inkml:trace contextRef="#ctx0" brushRef="#br0" timeOffset="12600.27">19999 1477 40 0,'0'0'216'0,"0"0"-19"0,0 0-17 0,-32 5-17 16,19-1-21-16,3 4-11 0,-7 2-11 0,3-2-13 15,1 4-11-15,-8 5-7 0,7-3-16 0,3 0 0 16,1 2-11-16,1 0-7 0,4-4 5 0,1-1-1 16,3 0-3-16,0-1 5 0,2 1 9 0,2-3 5 0,1 1 3 15,4-4 6-15,4 0-3 0,1-3-3 0,7 1-11 16,-1-3 10-16,1 0 2 0,0-5 5 0,-2 2 9 16,-3-1 9-16,3-4 6 0,-8 1-1 0,1-1-10 15,0 1 14-15,-1-7-16 0,-1 0-4 0,0-2-13 16,-4 2-15-16,-1-2-7 0,-3 4-7 0,-1-5-6 15,0 0-13 1,-4 2-6-16,1 3 3 0,-4 0-24 0,-4-1-10 16,2 3-14-16,-6 1-17 0,-1 2-10 0,-2 3-18 15,0-2-16-15,-2 3-19 0,0 3-27 0,4 0-30 16,-4 3-21-16,7-2-44 0,1 1-48 0,2 2-164 0,4-1-471 16,1 1 208-16</inkml:trace>
  <inkml:trace contextRef="#ctx0" brushRef="#br0" timeOffset="12952.84">20224 1492 109 0,'0'0'410'0,"0"0"-31"0,0 0-38 16,10-3-41-1,-10 3-30-15,0 0-27 0,0 0-29 0,0 0-25 0,0 0-41 16,0 0-20-16,0 0-10 0,5 11-8 0,-6-3-8 15,-1 1-9-15,1 2-8 0,-4 1-10 0,1 4-7 16,-2 0-13-16,1 0-4 0,2-6-11 0,-1 2-13 16,3-3-9-16,-3-1 1 0,4-1-7 15,0 0-3-15,-3-4 1 0,3-3 10 0,0 0 21 0,0 10 31 16,0-10 30-16,0 0 32 0,-2 4 24 0,2-4 10 16,0 0-20-16,0 0-8 0,0 0-5 0,18-13-3 15,-14 9-5-15,4-2-9 0,2 1-10 0,-4 2-13 16,-1-1-2-16,-5 4-14 0,11-8-6 0,-11 8-7 15,6-3-5-15,-6 3-13 0,0 0-23 16,5-4-36-16,-5 4-29 0,0 0-20 0,0 0-21 0,0 0-23 16,24 7-38-16,-14 0-42 0,1 1-51 0,5 1-55 0,-2 1-91 15,-1-3-326-15,1 1-765 0,4-2 338 0</inkml:trace>
  <inkml:trace contextRef="#ctx0" brushRef="#br0" timeOffset="13099.94">20684 1700 141 0,'0'0'483'0,"0"0"-7"0,0 0-13 0,0 0-22 15,0 0-41-15,0 0-37 0,0 0-39 0,0 0-57 16,0 0-53-16,0 0-61 0,0 0-83 0,0 0-92 16,0 0-113-16,0 0-210 0,0 0-205 0,12-7-594 15,-12 7 263-15</inkml:trace>
  <inkml:trace contextRef="#ctx0" brushRef="#br0" timeOffset="14549.84">5104 2694 66 0,'0'0'184'0,"0"0"-15"0,0 0-12 0,0 0-13 15,-3 2-9-15,3-2-11 0,0 0-20 0,0 0-6 16,0 0-9-16,0 0-10 0,0 0-5 0,0 0-8 0,0 0-12 16,19-2-4-16,-6 2-2 0,7 0-8 0,9 0 5 15,6-2-14-15,5-1 2 0,18-2-5 0,5-2-5 16,29-1 2-16,-28 2-6 15,37-9 4-15,2 5-5 0,6-2 0 0,-3 0 0 16,5 3 3-16,-5-3-4 0,0 6 2 0,-5-7-5 16,-4 4 0-16,-1 0-5 0,1-3 1 0,-5 4-5 0,-27 2 15 0,27-4 8 0,-26 5 3 0,-4 0-5 15,0 1-1-15,-2 0 2 0,-7 0-2 0,-17 0-3 16,1 2-2-16,-4 2 2 0,-2-1-2 0,-3 1-8 16,-10-2 2-16,-5 1-3 0,-1 1 0 0,-5 0 0 15,1-1-3-15,-2 2 2 0,-6-1-8 0,10-1-9 16,-10 1-20-16,0 0-32 0,9-1-38 15,-9 1-49-15,0 0-44 16,0 0-125-16,12 2-342 0,-12-2 151 0</inkml:trace>
  <inkml:trace contextRef="#ctx0" brushRef="#br0" timeOffset="15119.32">9438 2472 161 0,'0'0'169'0,"0"0"-25"0,-10-1-10 0,10 1-12 16,0 0-13-16,0 0-4 0,0 0-11 0,0 0-9 16,0 0-5-1,24 4-7-15,-10-3-5 0,5 0-5 0,10 1-1 16,2-1-9-16,8-5-5 0,13 7-2 0,3-6-10 16,5 2 9-16,0 0 2 0,6-1-3 0,25-3 3 15,-22 2-1-15,24 1-5 0,-2-5-3 0,-27 7-1 16,2-4-6-16,-2 0-5 0,28 0 2 0,-31 1-7 15,-2-2 2-15,1-2-7 0,2 3 2 0,-4 1 4 16,-1 0 4-16,-18 1 1 0,12 0-4 0,-14 2-2 0,-5-3 3 0,2 1-7 16,-6 0 1-16,-7 1-6 0,-3 1 5 0,-4 0-6 15,-3 0-2-15,-3 0 2 0,-1 0-10 0,-1 0-16 16,-6 0-8-16,11 0-41 0,-11 0-26 16,8 0-35-16,-8 0-32 0,8 0 4 0,-8 0-21 15,4 3-93-15,-4-3-289 0,0 0 129 0</inkml:trace>
  <inkml:trace contextRef="#ctx0" brushRef="#br0" timeOffset="15626.28">12756 2501 15 0,'0'0'143'0,"0"0"-15"15,22-3 0-15,-9 3-3 0,3-2-8 0,7 2-10 16,8-4-8-16,1 3-2 0,6-3-13 0,13 1-4 16,3 0-1-16,5-1 7 0,2 1-1 0,7-4-6 15,24 3-4-15,-32 3-3 0,6-4-10 16,-1 3 2-16,27-3-13 0,-26 5 2 0,-4-3-4 15,2 2-5-15,0-2-4 0,0 3 1 0,-5 0-1 16,2 0-4-16,-7-1-2 0,-2 1-1 0,-16 4-3 0,2-3-6 0,-3-1-1 0,-5 2-2 16,-3-1-1-16,-5 0-4 0,-4 1 1 15,-5 0 0-15,-2-2-7 0,-5 0-12 0,2 0-8 16,-3 0-13-16,0 2-14 0,-5-2-15 0,0 0-24 16,13 1 0-16,-13-1-16 0,0 0-5 0,5 5-32 0,-5-5-17 15,2 1-118-15,-2-1-286 0,0 0 126 0</inkml:trace>
  <inkml:trace contextRef="#ctx0" brushRef="#br0" timeOffset="16105.22">16053 2523 39 0,'-8'2'162'0,"8"-2"-13"0,0 0-4 16,0 0-5-16,0 0-3 0,0 0-6 0,-5 1-6 16,5-1-2-16,0 0-16 15,0 0-3-15,0 0-14 0,0 0-10 0,23-3-10 16,-6-1-6-16,-1 4-2 0,6-2-10 0,7-2-4 16,5 1-7-16,4 2-1 0,16-3-4 0,1 0-3 15,2 1-6-15,4-2-2 0,2 3 1 0,4 0-2 16,-4-1-4-16,28 3-1 0,-31-2 5 0,0-1-2 15,4 3 3-15,1 0 1 0,-1 0 4 0,1 0 1 16,-2 0 1-16,-3-1-4 0,-5 2 1 0,0 2 0 0,-14-1-3 16,-3-2-3-16,-1 3-2 0,-4 0 0 0,-1 1-7 15,-1-2 3-15,-8 1-6 0,-4-1 3 0,0 1-12 16,-1 1-21-16,-6-4-27 0,-2 3-25 0,-2-2-31 16,-2 2-32-16,1-2-32 0,1-1-169 0,-8 0-362 15,9 1 160-15</inkml:trace>
  <inkml:trace contextRef="#ctx0" brushRef="#br0" timeOffset="16680.41">19241 2438 154 0,'0'0'149'16,"0"0"-8"-16,0 0-5 0,0 0-4 0,0 0-8 15,-6 0 8-15,6 0-2 0,0 0-5 0,0 0-5 16,0 0-4-16,0 0-11 0,0 0-14 0,0 0-4 0,24-3-9 0,-4 3-8 0,11 0-9 16,0-3-2-16,5-1-11 0,15 0-4 0,-13 4-1 15,14-3-6-15,2 3 6 0,0-1 0 0,-2-1 0 16,2 0-1-16,-3-3-2 0,-13 5 4 16,2-2 9-16,12-1 6 0,-16 3 1 0,0 0 2 15,-4-3-11-15,-3 2 1 0,-1 2 1 0,-9-2-3 0,-2 1 9 31,-3 0-10-31,-5-1-5 0,-2 1-3 0,1 0-5 16,-4 0-6-16,-4 0-20 0,12 0-43 0,-12 0-57 0,0 0-80 16,0 0-306-16,0 0-515 0,0 0 228 0</inkml:trace>
  <inkml:trace contextRef="#ctx0" brushRef="#br0" timeOffset="20121.14">4813 3838 176 0,'0'-13'252'0,"0"-2"-5"0,0-2-10 15,0 4-11-15,3-4-10 0,-3 5-9 0,0 0-3 16,-3 0-13-16,2 2-9 0,1 6-20 0,-3-5-16 0,3 4-17 15,0 1-21-15,-1 0-32 0,1 4-42 16,0 0-30-16,0 0 0 0,0 0-4 0,-9 19 3 16,4 9-3-16,-4 5 4 0,-5 12-2 0,1 5 2 15,-1 5-1-15,1 4 2 0,3 0-2 0,-4 0 1 0,5-1 2 0,-2-1-2 16,2-8 4-16,4-2-1 0,1-11-1 0,0 8 1 16,2-11 1-16,-2-2 1 0,2-2-2 0,0-5 2 0,-1-7-4 15,2 1 2-15,0-3 0 0,-1-4 2 0,1-6 5 16,0 0 19-16,-2 0 32 0,2-1 28 15,-3-3-17-15,4-1-5 0,-14-1-9 0,4-1-11 16,-1-5 0 0,-5 0-5-16,-3-5-6 0,2 4 1 0,-3-4-11 15,3 3-1-15,-9-4-3 0,9 3-1 0,1 3-4 0,0-3-3 16,2 4 2-16,0-2-8 0,3 3-2 0,2 1-10 0,-2-3-21 0,5 5-14 16,-3-2-28-16,2 0-32 0,1 1-30 0,2 3-46 15,0-3-49-15,4 3-42 0,-2-3-200 0,2 3-500 16,2-8 221-16</inkml:trace>
  <inkml:trace contextRef="#ctx0" brushRef="#br0" timeOffset="20427.91">4403 4299 115 0,'-5'1'189'0,"5"-1"-11"16,0 0-20-16,0 0-8 0,0 0-10 0,20 0-11 15,-1-4-4-15,12 1-17 0,2-2-7 16,8-1 0-16,-3-1-8 16,14-2-7-16,-14 3-6 0,0 1-10 0,-3 0-4 0,-3 1-10 15,-4 0-11-15,-6 3-3 0,-6-1-2 16,-2 2-14-16,-2-1-22 0,-3 1-20 0,1-3-17 15,-5 3-10-15,-5 0 4 0,3 3-12 0,-3-3-12 16,0 0-21-16,-13 7-27 0,1-2-18 0,1-2-127 16,-1-1-277-16,0-1 123 0</inkml:trace>
  <inkml:trace contextRef="#ctx0" brushRef="#br0" timeOffset="21537.04">5347 4088 85 0,'0'0'168'0,"14"-7"-13"0,-10 4-21 0,2 1-15 16,6 0-8-16,1 2-11 0,-3-3-12 0,4 5-8 0,0-2-9 16,4 0-6-16,-1 1-5 0,-3 1-10 0,1 1-2 15,-2 3-1 1,-2 0-5-16,0-1-2 0,0 4-3 0,-3-2-5 15,-2 3-6-15,1 0 1 0,-4 1-4 0,1 0-1 16,-4 2 2-16,0 0 0 0,-5 3-7 0,0-3-3 16,-1-4 0-16,-4 6-1 0,0-5 8 0,3-1-6 0,-4 0 7 15,0-2 8-15,-1 0 5 0,3 0-1 0,-1-1 5 16,4-3 11-16,0 1 7 0,0 0 10 16,2-3 9-16,-3 0 24 0,6 2 23 0,1-3 13 0,0 0-21 0,0 0-28 15,-3-9-9-15,11 0-7 0,-2 0-6 0,4-2-10 16,4-3-8-16,4-7-12 0,3 3-7 15,-2 0-5-15,-4 3-5 0,4-3-2 0,-2 2-3 0,-3 4 1 16,-1 2-2-16,-4 3-1 0,1 1-5 0,-2 0 3 16,-2 3 3-16,-2-3-2 0,0 4-5 0,1 0-6 15,-1-2-12-15,-4 4-15 0,0 0-1 0,0 0 2 0,6 5 1 16,-3 1 1-16,-3 1 4 0,0 3 3 0,0 2 0 16,-3-1 2-16,3 4 11 0,0-3-9 0,0 5 4 15,0 0 2-15,3-5 1 0,-3 1 0 0,1-3-15 16,3 3-19-16,1-3-18 0,0-1-20 0,0-2-27 15,1 1-36-15,3-2-46 0,3-4-206 0,-2 0-427 16,0-4 190-16</inkml:trace>
  <inkml:trace contextRef="#ctx0" brushRef="#br0" timeOffset="21784.04">5802 3970 210 0,'0'0'198'0,"0"0"-26"16,0 0-12-16,0 0-20 0,0 0-12 0,10 8-18 15,2-2-6-15,-2 2-14 0,7 5-8 16,-2 2 5-16,5 4-8 0,1 2-6 0,-4 3-9 0,-2-1-4 16,-1 2 2-16,-4-1-11 15,-1 0-1-15,-1 1-5 0,-6-5-4 0,-3 5 0 16,-3-1-19-16,-4 1-7 0,-3-1-12 0,-6-2-10 15,-4-3-21-15,-4 1-38 0,-1-4-77 0,-5 1-165 16,-4-9-333-16,0-1 148 0</inkml:trace>
  <inkml:trace contextRef="#ctx0" brushRef="#br0" timeOffset="22115.46">5414 3860 6 0,'-8'-1'204'0,"0"0"-17"0,-3 1-16 15,2 1-19-15,-3 2-13 0,-2 1-21 0,-2 5-6 16,-7 8-16-16,0 3-10 0,1 6-10 0,-1 2-5 15,-6 13-11-15,2 2-1 0,5 0-8 0,5-11-4 16,2 13 13 0,9-11-1-16,3 0 6 0,3-2-1 0,3-3-2 15,8-3-1-15,3 1-1 0,7-1-6 0,7-6-8 16,4-1-16-16,20-1-38 0,-3-4-66 0,4-5-95 16,0-6-156-16,-2-3-350 0,-14-3 155 0</inkml:trace>
  <inkml:trace contextRef="#ctx0" brushRef="#br0" timeOffset="23356.04">7112 4218 141 0,'0'0'263'0,"0"0"-34"0,10 0-23 0,-10 0-20 15,0 0-24-15,0 0-22 0,0 0-26 16,0 0-15-16,0 6-13 0,0-6-11 0,-5 11-3 0,1-5-5 16,-1 3-10-16,0-1-3 0,1 4-6 0,-4-3-14 15,0 2-12-15,1-2-16 0,-2 0-15 0,1 1-19 16,-2 0-34-16,1-4-38 16,0 5-50-16,-3-7-136 0,1-2-309 0,5-2 137 15</inkml:trace>
  <inkml:trace contextRef="#ctx0" brushRef="#br0" timeOffset="23533.88">7055 4016 2167 0,'-3'-12'163'0,"3"3"6"16,-1-2 15-16,-1 6-11 0,2-2-29 0,0 2-33 15,0 1-27-15,0 0-22 0,0 4-11 0,0-6-9 16,0 6-14-16,0-5-30 0,0 5-40 0,0 0-12 0,0 0-31 15,0 0-35-15,12 8-57 0,-5-2-69 0,1-1-196 16,-3-1-480-16,4-1 213 0</inkml:trace>
  <inkml:trace contextRef="#ctx0" brushRef="#br0" timeOffset="36693.81">8533 3984 8 0,'-5'11'117'0,"-2"6"-12"16,-1-1-4-16,-5 6-15 16,0-1-6-16,-1 4-11 0,-3 2 6 0,2-1-7 15,-3 3-10-15,0-5-1 0,-4 2-6 0,3-2 3 16,-3-4-10-16,3 0 5 0,1-1 7 0,3-5 12 15,1-4 0-15,0 1 3 0,4-3 6 0,-3-1 16 16,7-2 22-16,-1-3 27 0,1 1 25 0,-1 1 26 16,1-4 4-16,6 0-20 0,-9-4-9 0,1-1-10 15,3-2-3-15,-1-2-6 0,2-2-3 0,0 0-9 0,0-6-14 16,3 1-13-16,1 3-8 0,1 1-4 0,2 0-8 16,0 2-10-16,-1 1 9 0,-1 4-27 0,2-1-3 15,-3 2-23-15,4 1-3 0,-1 3-3 0,-3 0-16 0,17 4-13 16,-4 2-3-16,1 4-7 0,5 2-3 0,3 5-9 15,-2 2-17-15,1 1-17 0,-2 1-27 16,-1 0-27-16,2 4-39 16,-2-1-44-16,1-4-62 0,-6 3-307 0,4 1-608 15,-8-8 269-15</inkml:trace>
  <inkml:trace contextRef="#ctx0" brushRef="#br0" timeOffset="37897.18">9370 3837 238 0,'0'-5'277'0,"1"2"-17"0,-1 3-25 15,0 0-24-15,0 0-27 0,1-5-21 0,-1 5-33 16,0 0-17-16,0 0-13 0,0 0-12 16,-1 21-8-16,1-6-11 0,0 5-5 0,0 6-9 0,-3 6-3 15,1 0-6-15,-3 2-1 16,1 13-3-16,2-13-9 0,-1-1-1 15,-1-1-2-15,4 0-4 0,-1-2-1 0,0-4 0 16,-2-7-1-16,2-1-6 0,2-1 1 0,-1-5-6 16,0 0 3-16,0 0 1 0,0-7-2 0,0 3 1 15,-1-4-2-15,1 1 7 0,0-3 25 0,0-2 20 0,-3 7 18 16,3-4 17-16,0-3 8 0,0 0-3 16,-4 2-13-16,4-2-17 0,0 0-20 0,-19-10-19 0,10 6-10 0,-2-1-9 15,-5-3-12-15,-1 1 1 0,-2 0-7 0,3-3 9 16,-3 4-8-16,2-2 2 0,-1 4-1 0,3-3-2 15,1 3-1-15,4-1 2 0,1 1 2 0,0 1-3 16,1 1 2-16,3-1-3 0,1 0-13 0,-1 2-4 16,5 1-5-16,-5-2 4 0,5 2-20 0,0 0-4 15,9-5-5-15,1 4-2 0,8-2-5 0,3-1-5 0,9-1-6 0,6 0 4 16,-2 2 0-16,6-4-5 0,11 0 10 16,-1-1-2-16,2 0 7 0,2 0 9 0,-4 0-2 0,-11 2 11 15,0-2 0-15,1 0 3 0,-6 4 2 0,-1-5 6 16,-6 4 3-16,-8 1 10 0,-6 1 22 0,1 0 21 15,-6 2 11-15,-1-3 14 0,0 4 9 0,-1-2 3 16,-6 2-2 0,8 0-9-16,-6-2-8 0,-2 2-9 0,0 0-8 15,-12 10 1-15,0-4-7 0,-5 5-2 0,1-1-4 16,-6 6-2-16,7-2-4 0,-7 2-5 0,9-1-1 16,-2 1-1-16,6 1 0 0,-3-3-1 0,2 1 3 15,5-1-6-15,3-2 7 0,2 0 0 0,1-2 2 16,4 1 4-16,3-4 4 0,1 1 3 0,7-1 8 15,3-4-1-15,3-2 1 0,-4-1-2 0,13-4 9 0,-1 1-4 0,-1-4 3 16,-3-2 2-16,1 2-3 0,-9-5 11 0,0 3 0 16,1-2-4-16,-1-3 1 0,-8 0-2 0,-1 1-3 15,0-2-2-15,-4 1-7 0,-1 2-5 0,-5-1-7 16,-2-3-17-16,-3 6-9 0,-2 0-10 0,-1-1-18 16,-6 3-19-16,1-4-20 0,-4 7-27 0,-3 0-27 15,0 3-31 1,3 2-33-16,1 1-50 0,5 1-66 0,1 1-168 0,5-2-514 15,1 2 227-15</inkml:trace>
  <inkml:trace contextRef="#ctx0" brushRef="#br0" timeOffset="38566.65">11142 4016 303 0,'3'-3'294'0,"1"-2"-11"0,-3 4-22 0,2-2-26 15,-3 3-26-15,2-4-23 0,-2 4-36 0,0 0-24 16,0 0-17-16,0 0-11 0,-4 13-13 0,-2-4-8 16,-1 2-6-16,-7 7-5 0,-2 4-7 0,-10 1-6 15,2 3-8-15,-12 9 1 16,-2-3-4-16,-2 0 0 0,-2-3-7 15,4 0-3-15,8-9-2 0,0-2-1 0,1-1-5 16,5-1 1-16,9-5-3 0,2-4-3 0,3 0 5 16,2-2 30-16,1-2 33 0,0 0 50 0,2-1 53 15,0-2 40-15,5 0 30 0,0 0-41 0,-5-8-33 0,6-1-19 16,3 0-19-16,2-7-13 0,3 2-12 16,0-5-18-16,3 5-11 0,-1-3-5 0,2 1-12 0,-3 3-8 0,-1-1-11 15,0 6-3-15,-4 1-13 0,0 1-8 0,0 4-10 16,3-2-10-16,-3 3-12 0,8 2-13 0,-3 3-15 15,11 1-7-15,-1 4-17 0,3 3-26 0,-1 1-30 16,2 3-29-16,2 1-32 0,-1-2-38 0,-1 0-37 16,2 2-61-16,2-1-61 0,-2-1-297 0,3-3-714 15,-2-4 316-15</inkml:trace>
  <inkml:trace contextRef="#ctx0" brushRef="#br0" timeOffset="38898.75">11538 4227 147 0,'-5'1'168'0,"5"-1"-4"16,0 0-15-16,0 0 4 0,0 0-2 0,0 0-2 15,0 0 0-15,0 0 1 0,0 0 6 0,0 0 5 0,0 0-4 0,0 0-8 16,0 0-8-16,0 0-12 0,0 0-5 0,0 0-10 16,0 0-17-16,0 0-5 0,30-2-11 0,-18-1-5 15,9 1-11-15,2 2-2 0,10-7-6 0,-4 5-5 16,5-3-5-16,-1 0-6 0,-1 3-5 0,-1-2 4 16,-1-3-24-16,-3 2-12 0,-7 4-22 0,-7-2-16 15,0-2-18 1,0 4-15-16,-7-2-28 0,1 0-51 0,-3 1-51 15,-4-1-25-15,0 3-187 0,-11-6-441 0,6 3 196 0</inkml:trace>
  <inkml:trace contextRef="#ctx0" brushRef="#br0" timeOffset="39098.61">11671 4125 244 0,'-1'-4'299'15,"1"0"-1"-15,-3-1 4 0,2 0-4 0,1 3-1 16,0 2-11-16,-5-6-11 0,5 6-27 0,0-5-24 15,0 5-31-15,0 0-15 0,0 0-20 0,0 0-36 16,-4-2-33-16,4 2-17 0,0 0-9 0,-2 14-5 16,0-2-12-16,1 4-2 0,1 6-5 0,-4 5-1 15,0 2-4 1,2 0 6-16,-2 0-26 0,0-3-43 0,2 3-47 0,0 0-38 16,0 2-58-16,0-13-76 0,1-3-306 0,1-3-599 15,-2-2 265-15</inkml:trace>
  <inkml:trace contextRef="#ctx0" brushRef="#br0" timeOffset="39698.61">12212 3963 81 0,'0'0'351'0,"0"0"-15"0,0 0-6 0,-4-2-39 16,4 2-23-16,0 0-26 0,0 0-26 0,0 0-20 16,0 0-19-16,0 0-21 0,0 0-11 0,18-1-22 15,-11 1-12-15,5 0-11 0,1 1-6 0,3 1-18 16,0 1-5-16,-3 1-12 0,4 0-5 0,0 2-4 16,-3 1-10-16,0 1-3 0,-4-2-10 0,3 6-4 0,0 3-7 0,-6-4-6 15,0 6 0-15,-3-2-6 0,-4 5-1 0,-3-2-2 16,-2 0-4-16,-5 5-1 0,-7 1 1 0,-2-1 3 15,0-3 0-15,-3-2 1 0,-1 2-5 0,-2-7 4 16,3 1-3-16,3-3 3 0,0 0 0 0,4-2 1 16,3-4-1-16,2 2 0 0,2 0-3 0,0-6 7 15,2 1 1 1,2 1 25-16,0 0 1 0,-1-2 11 0,5-1 1 16,0 0 3-16,15 3-6 0,5-3-8 0,6-3 0 15,5 0-6-15,6 3 1 0,0 0-5 0,0-1 3 16,3 0-1-16,0-2 1 0,-2 2-3 0,-1 1-1 0,-3 0-6 15,-2-3 13-15,-1 1-11 0,-9 2-13 16,-7 0-2-16,-2-3-15 0,-3 3-5 0,-4-1-10 16,1-2-62-16,-1 0-47 0,-3 1-38 0,-3-3-21 0,-2 1-13 0,2 4-43 15,-6-8-50-15,0 0-169 0,2 2-509 16,0 0 225-16</inkml:trace>
  <inkml:trace contextRef="#ctx0" brushRef="#br0" timeOffset="40184.61">13119 3989 97 0,'0'0'257'0,"0"0"-20"0,0 0-21 0,0 0-21 15,0 0-22-15,-5-2-15 0,5 2-15 0,0 0-15 16,0 0-15-16,0 0-12 0,0 0-7 0,0 0-10 16,0 0-9-16,0 0-7 0,0 0-7 0,0 0 0 0,11 8-8 15,-2-8-4-15,-4 1-4 0,4-1-4 0,-1-1 4 16,6 1-11-16,-5 0-5 0,5-3 0 0,-5 1-6 0,1-1-1 15,2-2 5-15,-2 1 12 0,-1-1 14 0,-4 2 7 16,3-1 7-16,-5 0 6 0,0 2 12 0,1-2-8 16,-1 3-8-16,-2-5-12 0,-1 6-4 15,-8-6-14-15,-1 5-5 16,-2 0 1-16,-7 4-8 0,-4 1-5 0,-10 3-3 16,1 2-3-16,-1 2-5 0,0 4-4 0,3-1-4 15,1 7 1-15,1-1 2 0,0 1-4 0,7 1-1 16,3-1 11-16,5 2 3 0,5-5 0 0,6 2 11 15,4-1 4-15,12 6-1 0,4-1 1 0,13-5-2 0,18 6 3 16,5-6-40-16,5-4-47 0,6-1-81 0,25-3-132 16,-30-7-275-16,-1-4-589 0,-1-3 261 0</inkml:trace>
  <inkml:trace contextRef="#ctx0" brushRef="#br0" timeOffset="41171.1">4234 5704 130 0,'-1'-2'221'0,"1"-2"-21"0,0 4-21 0,-1-6-25 16,1 6-16-16,0 0-16 0,0 0-13 15,-3 15-15-15,3-5-9 0,0 7-8 16,-4 2-4-16,3 7-3 0,0 4-2 0,-1-1-5 16,1 0-5-16,0 1-6 0,-2 2-3 15,1 0-2-15,0-2-2 0,1-2-3 0,0-2-3 0,0-7-3 16,-1-1-5-16,1-1 0 0,0 0-2 15,-2-5-18-15,2 1-24 0,0-4-20 0,0-2-22 0,1 0-21 16,-2-1-19-16,1-2-44 0,0-3-168 0,1-1-334 16,0 0 148-16</inkml:trace>
  <inkml:trace contextRef="#ctx0" brushRef="#br0" timeOffset="41418.21">4132 6203 10 0,'0'0'171'0,"-4"4"5"0,3-2-4 16,1-2-3-16,0 0-6 0,0 0-11 0,1 6 0 15,-1-6-6-15,18 0-8 0,-5 0-8 16,8-3-12-16,9 0-10 0,1-2-3 0,4 0-1 0,5-2-2 16,-2 1-12-16,1 2-3 0,-2-4-13 0,-3 4-6 15,-3 0-5-15,1-2-5 0,-13 3-3 0,-1 0-8 16,0 1-15-16,-7-1-21 0,-1 2-21 0,-2 0-26 0,-3 2-18 15,-5-1-19-15,7 1-14 0,-7-1-34 0,0 0-25 0,0 0-31 16,0 0-157-16,0 0-360 0,-21 3 160 0</inkml:trace>
  <inkml:trace contextRef="#ctx0" brushRef="#br0" timeOffset="42019.51">4743 6196 87 0,'0'0'275'0,"0"4"-12"16,0-4-8-16,0 0-21 0,0 0-24 0,0 0-25 0,0 0-19 0,14-4-17 16,-5-1-22-16,1 2-19 0,1-3-19 0,5-1-19 15,-1 3-16-15,3-6-11 0,0 2-5 0,1 0-4 16,3-5-7-16,-3 6-1 0,-1-4-7 0,-3 3 2 15,3-2-2-15,-9 5 3 0,0-4-3 16,-1 3 5-16,-2 0 1 0,-2 1 5 0,0 0-3 0,-3 3-9 16,2-2-10-16,-3 4-8 15,0 0 2-15,-12-4-3 0,1 7-2 0,-2-2 2 0,-5 5-4 0,-3 4 3 0,-2 2 2 16,-2 2-1-16,1 1 1 0,1 2-2 0,0 2-2 16,6-6 2-16,4 1 1 0,-2 0-1 0,6-2-1 15,0 4 1-15,3-5-4 0,3 0-1 0,3 0 2 0,0 1 2 16,4-4-2-16,6 3 5 0,-1-4 1 0,9 1 0 15,10-3-2 1,4-2 8-16,2-3-10 0,2-4-11 0,4 0-6 16,11-6-5-16,-14 2 8 0,2-5-3 0,-3 0 7 15,0-4-2-15,8-5 9 0,-15 3 17 0,-1 0 25 16,-2-1 13-16,-5-1 19 0,-1-1 9 0,-4-5 5 16,-3 2 9-16,-2-1-7 0,-2-3 5 0,-2 3 0 15,-3-3 3-15,-3 4-4 0,-1-3 14 0,1 8 2 16,-2 3 17-16,1 5 11 0,0 1-3 0,0 2-9 0,0 1-17 0,0 2-15 15,0 1-9-15,-1 0-37 0,1 1-45 0,0 4-16 16,0 0-5-16,0 0 8 0,-8 15-5 0,3 2-2 16,-2 9 6-16,-3-1 0 0,3 3 4 0,-4 8-2 15,3-1 18-15,1-2-4 0,-2 11-21 0,5-10-5 16,0-1-12-16,2-4-4 0,-2 3-12 0,4-9-12 16,-1 2-7-1,1-8-17-15,1-4-22 0,-1 0-22 0,3-7-27 16,-3 2-8-16,0-4 0 0,0 1-11 0,0-5-67 15,0 0-187-15,0 0-470 0,0 0 207 0</inkml:trace>
  <inkml:trace contextRef="#ctx0" brushRef="#br0" timeOffset="42237.32">5182 6079 177 0,'-5'-2'220'0,"-1"2"-22"15,6 0-12-15,-5-1-6 0,5 1-16 0,-3-4-10 16,3 4-9-16,0 0-7 15,18 0-9-15,0-2-13 0,5-1-9 0,9-1-4 0,4 1-5 16,3-3 2-16,1 2 2 0,12-4-2 0,-12 4 5 16,14-2-7-16,-16 2-4 0,-4-3-11 0,1 2-8 0,-4 3-5 0,-11-1-8 0,-7 2-3 15,1-2-11-15,-3 3-14 0,1-3-20 0,-6 3-20 16,1 0-30-16,-7 0-4 0,6 0-11 0,-6 0-27 16,0 0-46-16,-15 8-61 0,2-5-256 0,1-2-476 31,0 2 212-31</inkml:trace>
  <inkml:trace contextRef="#ctx0" brushRef="#br0" timeOffset="43356.92">7411 5675 125 0,'3'-2'220'0,"-2"-2"-2"0,0-1 4 0,0 4-11 16,3-3-6-16,-4 4-8 0,3-5-16 0,-3 5-20 0,0 0-11 0,2-3-24 16,-2 3-22-16,0 0-25 0,0 0-12 15,0 0-11-15,0 0-5 0,-6 15-9 0,1-3-2 0,-2 2 2 16,-3 3-7-16,-6 7-2 0,-1 1-4 0,-6 3-2 15,0-1-1-15,-10 9-5 0,1 1 3 0,0 2-6 16,5-15-3-16,-6 15 1 0,3-12 0 16,4-4-5-16,0-2 4 15,5-3-3-15,5-7 0 0,4-3-1 0,2 1 3 16,3-3 4-16,-1-1 24 0,3-1 39 0,0 1 43 16,1-5 42-16,4 0-27 0,-5-7-24 0,3 2-11 15,5-5-11-15,0 0 1 0,0-6-27 0,5-2-4 16,1 0-1-16,1-4-11 0,7 0-8 0,-3 0-1 15,-1 8-10-15,-1-1-4 0,1 1-3 0,-4 6-3 0,0-1-1 16,0 2 10-16,1 2-17 0,-2 2-10 0,1 2-10 0,2-1-10 16,2 4 1-16,4 2 4 0,-2 3-2 0,3 3-13 15,-1 1-3-15,-1 2-7 0,7 6-23 0,-2-2-30 16,0 2-36-16,-2 2-44 0,2 0-55 0,1-4-77 16,-3 2-232-16,-5-5-576 0,5-9 255 0</inkml:trace>
  <inkml:trace contextRef="#ctx0" brushRef="#br0" timeOffset="43811.94">8137 5857 295 0,'0'0'312'0,"0"0"-10"0,0 0-13 0,0 0-4 0,0 0-17 15,0 0-21-15,0 0-30 0,0 0-18 0,0 0-25 16,0 0-31-16,0 0-26 0,11-7-31 0,-2 5-34 0,1-1-44 16,3 1-42-16,1 0-57 0,5-1-54 0,2 0-57 15,-2 0-219-15,-1-1-455 0,0 1 202 0</inkml:trace>
  <inkml:trace contextRef="#ctx0" brushRef="#br0" timeOffset="43993.75">8155 5997 40 0,'-7'3'167'0,"3"0"10"0,3 1 3 0,-1-2-7 15,2-2-6-15,0 0-6 0,3 5-9 0,5-3-15 16,4-2-13-16,7-1-13 0,1-2-34 0,10 0-52 16,3 1-57-16,1-5-76 0,1 2-151 0,-1-3-280 15,-1 1 124-15</inkml:trace>
  <inkml:trace contextRef="#ctx0" brushRef="#br0" timeOffset="44261.35">8972 5912 152 0,'0'0'261'15,"0"0"1"-15,-3 2 3 0,3-2-9 0,0 0-17 16,0 0-19-16,0 0-23 0,0 0-19 0,0 0-17 16,0 0-17-16,17-4-16 0,-6 2-16 0,4-1-23 15,7 1-38-15,7-5-42 0,3 3-52 0,3 0-59 16,2-3-70-16,0 0-230 0,1-1-434 0,-1-4 192 15</inkml:trace>
  <inkml:trace contextRef="#ctx0" brushRef="#br0" timeOffset="44710.3">9845 5732 191 0,'0'0'231'0,"0"0"-17"0,-2 2-9 0,2-2-13 0,0 0-13 0,0 0-11 16,0 0-11-16,0 0-16 0,0 0-12 0,0 0-7 15,0 0-13-15,0 0-8 0,8 2-3 0,-8-2-12 16,9 0-5-16,-9 0-10 0,15-3-8 0,-4 0-1 16,1 1-10-16,0-1-4 0,2 2-6 0,-1-3-2 15,0 0-4-15,-3-1 1 0,3 1 21 0,-4 1 6 16,-4 1 18-16,0-3 6 0,-1 0 2 0,1 4 1 0,-1-2-11 0,-4 3-5 16,1-5-15-16,-1 5-13 0,-14-2-8 0,4 3 6 15,-9 2-9-15,-3 2-14 0,-4 2-4 0,0 3-3 16,5-1 0-16,-3 4-8 0,6-1-2 15,0 0 0-15,4 0 0 0,0 2 0 0,5 3-5 16,0 1 0-16,8 1 5 0,2 0 3 0,11-2-4 0,12 2 4 16,7 1-19-1,16-1-56-15,7 0-88 0,8-14-139 0,2 0-258 16,1-6-596-16,0-7 265 0</inkml:trace>
  <inkml:trace contextRef="#ctx0" brushRef="#br0" timeOffset="48046.28">3903 7377 101 0,'0'0'147'15,"0"0"-12"-15,0-3-10 0,0 3-19 0,0 0-11 16,0 0-10-16,0 0-11 0,0 0-2 0,0 0-7 0,0 0-12 0,-11 15-5 16,2-11-6-16,1 5-4 0,-6 0 0 0,0 2-8 15,-5-1 2-15,3 3-5 0,0-2-2 0,0 1 1 16,1 1-3-16,1 1-6 0,1-5-1 0,2 6 5 16,2-6-9-16,0 2-1 0,4-1 1 0,0-1 1 15,1 1-5-15,4-3 5 0,0 4 10 0,0-2 0 16,4 0 2-16,1-2-4 15,3 2-4-15,2-1 2 0,4 0-4 0,2 1 3 16,1 0-6-16,1 0 0 0,-3 0-2 16,1-1-4-16,-1 2 3 0,-4-5-4 0,-2 6 0 0,0-5 10 15,3 4-12-15,-6-3 9 0,1 3-7 0,-5-3 3 16,1 0 1-16,-6 3 1 0,2-2 2 0,-8 2 0 16,1-1-1-16,-7 2 2 0,2-1-4 0,-5 0-3 15,1-1-1-15,-1 0 1 0,0-4 1 0,1 0 0 0,-2 3-5 0,9-7-4 16,-3 1-4-16,4-1-23 0,2 0-19 0,0-1-20 15,7 0-21-15,-5-4-20 0,6-1-36 0,3 0-86 16,3-3-251-16,6-2 111 0</inkml:trace>
  <inkml:trace contextRef="#ctx0" brushRef="#br0" timeOffset="48347.58">4205 7665 100 0,'4'-1'243'0,"-1"-1"-21"15,-3 2-20-15,0 0-15 0,3-2-18 0,-3 2-14 16,0 0-9-16,0 0-22 0,-15 4-11 0,10-1-12 16,-2 1-12-16,-2-1-11 0,-1 5-10 0,-1 0-5 0,-2 4-6 15,3-4-7-15,2 2-2 0,-2-2-5 0,1 3 2 0,1-4-14 16,3 3-2-16,1-2-5 0,0 1-3 0,3 0-3 16,1-2 0-16,1-1 1 0,4 0-2 0,2-1 0 15,3-1 1-15,0-1-2 0,7-3-1 0,2-1 0 16,-1 0-6-16,0-4 4 0,1 0-6 0,-4-1 4 15,3-1-2-15,-6-2 2 0,-1 1-3 0,-2 0-2 16,-4-2-3-16,0 2-5 16,-2-2 0-16,1-1-3 0,-4 2-2 0,-3-3-2 15,-1 3 14-15,1 1-19 0,-4-1-9 0,-1 3-7 16,2 2-10-16,-3 0-8 0,0 1-14 0,-2 0-11 16,3 3-29-16,8 0-24 0,-13-1-38 0,8 2-159 15,5-1-350-15,0 0 156 0</inkml:trace>
  <inkml:trace contextRef="#ctx0" brushRef="#br0" timeOffset="48817.21">5314 7302 284 0,'1'-10'288'0,"1"-3"-12"16,-2 4-17-16,2-4-15 0,-1 1-16 0,1 2-21 15,-1-3-17-15,2 5-14 0,-3-3-10 0,3 1-4 16,-3 5-10 0,1-1-11-16,1-1-17 0,-2 4-14 0,1 1-19 0,-1-3-26 15,0 5-24-15,1-4-35 0,-1 4-14 0,0 0-2 16,-4 10 2-16,0 0-3 0,-2 8 3 0,0 7 1 15,-3 8 0-15,-1 2 0 0,-3 13 0 0,0 2 4 16,-1 2-3-16,1 1 2 0,2-3 2 16,2 5 1-16,3-6 6 0,2-3-1 0,0-13-1 0,4 0-1 15,-4-5-1-15,4-2 3 0,5-6 4 0,-5-2-1 0,0-6-4 16,0 1-2-16,0-5 2 0,0 0 3 0,0-3 2 16,0 0 9-16,-1-1 38 0,2 1 27 0,-2-2 33 15,1-3-5-15,0 0-8 0,-9 0-15 0,9 0-11 16,-10-5-8-16,2 0-6 0,-2-2-17 0,1-1-21 15,0-1-28-15,0 1-25 0,0-4-25 0,0 6-26 16,0-6-23-16,-1 3-30 16,1 1-34-16,-1 0-45 0,2-1-45 0,1 2-240 15,-1-1-539-15,1-2 239 0</inkml:trace>
  <inkml:trace contextRef="#ctx0" brushRef="#br0" timeOffset="49117.67">4992 7611 102 0,'0'0'232'0,"0"0"-15"0,0 0-11 0,0 0-21 0,0 0-20 15,0 0-16-15,0 0-14 0,0 0-11 0,37-4-14 0,-18 3-12 16,11-2-7-16,0-1-3 0,4 1-15 0,1-2-10 0,1 0-6 15,-1 1-7-15,-4 0-3 0,-1 3-4 16,-3-4-4-16,-8 3-4 0,-5 2-5 0,-1-2-4 16,1-1 1-16,-8 3-4 0,-1-2-3 0,3 0-3 15,-8 2 0-15,9 2-2 0,-9-2-7 0,0 0-11 16,0 0-19-16,0 0-13 16,0 0-20-16,0 0-21 0,-31 7-18 0,21-7-22 15,5 2-26-15,-3-1-42 0,8-1-111 0,-11 0-318 16,11 0 141-16</inkml:trace>
  <inkml:trace contextRef="#ctx0" brushRef="#br0" timeOffset="49618.65">5745 7461 186 0,'6'-3'204'0,"4"3"-22"0,-2-3-20 0,4 2-7 16,0 2-23-16,1-1-13 0,1 3-9 0,-4 0-8 16,4 2-11-16,-1 0-9 0,0-1-12 0,0 4-5 15,-1 1-6-15,-1 1-7 0,-5-2-4 0,0 3-4 16,0-1-4-16,-4 0-1 0,-1 5-3 0,-2-4-4 15,-1 4 1-15,-2-2-3 0,-5 0 0 0,4 2 11 0,-4-4-8 0,0-2 1 16,1-1 0-16,-2 1 7 0,1-4 10 0,4 2 6 16,1-5 9-16,0 4 8 0,0-4 10 0,2 2 25 15,-2-1 22-15,4-3 29 0,-4 1 15 0,4-1 19 16,0 0-21-16,0 0-25 0,4-18-19 0,2 9-21 16,3-4-7-16,2-2-12 0,1 0-8 0,1 1-3 15,0-1-16-15,3 1-7 16,-1 2-11-16,-2 3-7 0,2-6-2 0,-4 9-1 15,-1-2-11-15,1 2-1 0,-3-2-8 0,0 5-10 16,-1 0-7-16,-1 2-9 0,0-2-16 16,-2 2-15-16,0 1-10 0,-4 0 2 0,9 1-1 15,-5 2-4-15,-3 1 4 0,3 0-2 0,-3 3 10 0,3-1 0 16,-3 6 2-16,2-2 5 0,-2-1-27 0,-1 3-18 16,3 0-16-16,-2 0-37 0,0 0-25 0,-1-3-40 0,4 1-25 15,-1-2-57-15,-2-2-187 0,3 0-506 0,0-2 224 16</inkml:trace>
  <inkml:trace contextRef="#ctx0" brushRef="#br0" timeOffset="49850.01">6315 7360 246 0,'1'-3'263'0,"-1"3"-31"0,0 0-23 16,10 0-19-16,-4 3-20 0,2 5-14 0,-1-2-15 15,0 3-14-15,3 6-10 0,-1-1-10 0,0 3-12 16,0 3-9 0,-1 5-5-16,-4 3-7 0,-3 3-8 0,-1 1-5 0,-6-1-10 15,-3-2-11-15,-2 0-10 0,-3-1-10 0,-2 1-20 16,-5-3-35-16,-3 0-38 0,-3-5-57 0,-1-2-82 16,-3-3-140-16,-2-5-382 0,0-2 169 0</inkml:trace>
  <inkml:trace contextRef="#ctx0" brushRef="#br0" timeOffset="50187.73">5793 7228 46 0,'-5'-1'179'0,"5"1"-19"0,-9 4-12 0,4 0-17 16,-4 0-14-16,-1 7-11 0,-3 2-12 0,2 2-10 16,-6 7-9-16,3 3-11 0,-1 3-3 0,0 2-2 15,-1 2-4-15,-2 9-9 0,5-7 14 0,4-2-17 16,4 3 3-16,0 0-4 0,0-2 27 0,6-4 3 15,3 2 4-15,5-4-1 0,-1-2-2 0,3-1-2 16,1-7-3-16,7 1-4 0,3-2-4 0,4-4-8 16,5-3-20-16,2-2-46 0,8-2-81 0,9-3-119 15,2-8-121-15,-13 4-362 0,-3-7 161 0</inkml:trace>
  <inkml:trace contextRef="#ctx0" brushRef="#br0" timeOffset="50488.68">6737 7575 37 0,'0'0'340'16,"-6"0"-22"-16,6 0-12 0,-4 3-20 0,4-3-19 15,0 0-25-15,0 0-27 0,0 0-26 0,0 0-40 16,0 0-29-16,0 0-36 0,22-5-39 0,-8 2-46 0,-1 3-51 16,6-3-67-16,-1 1-67 0,0-3-188 0,-5 2-404 15,-2 2 179 1</inkml:trace>
  <inkml:trace contextRef="#ctx0" brushRef="#br0" timeOffset="50620.44">6772 7674 85 0,'-3'3'157'0,"1"0"10"0,2-3-4 0,0 5-2 16,0-5 2-16,9 1-18 0,4-1-12 0,8-4-10 0,15 3-27 0,1-3-70 15,21-8-97-15,-6 3-154 0,3-4-244 0,-3-2 108 16</inkml:trace>
  <inkml:trace contextRef="#ctx0" brushRef="#br0" timeOffset="51289.59">8261 7157 118 0,'-3'-3'273'0,"2"-2"-17"0,0 2-23 0,-2-1-24 0,-1 0-21 16,3 2-21-16,1 2-19 0,-13-2-16 0,13 2-15 15,-14 5-15-15,5 2-9 0,-5 4-10 0,-4 2-12 16,4 1-8-16,-6 5-3 0,0 2-8 0,1 1-2 16,0 2-7-16,5-2-7 0,0 1-2 0,4-5-4 0,2 0-3 0,-1 1-2 15,3-3 0-15,2 1 0 0,0-5-2 0,4-2 1 16,0 0 0-16,0 0-1 0,0-3 7 0,3-1 2 15,1-1 9-15,2-3 14 0,-1 0 5 16,0-1 5-16,4-2 7 0,2 0 9 0,0-2 1 0,0-2 5 16,1-1 2-16,-2-1 5 0,2-1-7 0,-2 0 11 15,0-1-13-15,4-3 5 0,-5 4-17 0,0-2-1 0,-3 5-1 16,3-3 5-16,-5 3-11 0,1 2-5 0,-1 0-10 16,0-2-6-16,-3 4-12 0,3-2-17 0,-4 3-27 0,5-3-16 15,-5 3-6-15,0 0-5 0,10 3-9 16,-2 0-1-16,-4 4-27 0,5-2-28 0,-3 5-27 15,3-2-39-15,3 2-43 0,0-2-56 0,-3-1-280 16,4 1-593-16,-3-3 264 16</inkml:trace>
  <inkml:trace contextRef="#ctx0" brushRef="#br0" timeOffset="51621.58">8573 7305 258 0,'-2'-3'307'0,"2"3"-28"0,-1-3-25 0,1 3-30 16,0 0-23-16,-4-3-26 0,4 3-21 0,0 0-14 15,-5 9-7-15,0-3-21 0,-2 3-12 0,0 2-9 16,-1 1-11-16,-1 2-7 0,5 0-9 0,-1-3-5 0,-1 0-6 16,5 2-3-16,-2-2 2 0,3-1-9 15,0-2-6 1,0-1 2-16,3 0-4 0,-2-1 1 0,5 0 3 15,1-3-4-15,3-1 1 0,1-1-4 0,2-2-2 16,-3-1 6-16,4-1 15 0,-3 0 11 0,2-3-2 0,-3 0 4 16,1 2-11-16,-2-2 10 0,0-2-10 15,-4 0 0-15,0-1-3 0,-1 1-10 0,0-1-7 16,-3 4-19-16,-1-2-4 0,3-1-22 0,-6 4-37 16,1-4-28-16,-9 3-30 0,1 4-28 0,-9-2-32 0,-4 3-41 0,4 0-37 15,-12 4-233-15,11-1-516 0,-2 3 228 0</inkml:trace>
  <inkml:trace contextRef="#ctx0" brushRef="#br0" timeOffset="51953.4">7914 7746 42 0,'-8'3'210'0,"1"-2"-10"16,1 2-2-16,1-2-3 0,-1 2-1 0,2-2 5 0,4-1-4 0,-8 3-18 15,8-3-14-15,0 0-16 0,0 0-11 0,20-3-14 16,2 1-14-16,12-5-8 0,16-1-11 0,9-1-9 16,2-1-8-16,3-1-11 0,1 3 0 0,29-6 7 15,-32 6 1-15,2-2 1 0,-3 6-7 0,-2-2 10 16,-5-1-17-16,-21 5-3 0,-4 0-9 0,-8 1-4 15,-3-1-3-15,-7 0 0 0,1 2-6 0,-6 0-10 0,1 0-17 0,-2 0-20 16,-5 0-10-16,0 0-10 0,0 0-22 0,-12 6-40 16,-7-1-46-16,0 1-59 0,-8 0-270 15,0 0-511-15,0-2 226 0</inkml:trace>
  <inkml:trace contextRef="#ctx0" brushRef="#br0" timeOffset="52253.87">8455 7874 197 0,'0'4'264'0,"0"-4"-27"0,5 4-21 0,0-4-10 15,3 3-20-15,1 2-21 0,2 0-17 0,0-1-14 16,-2 4-14-16,-1 1-10 0,0 0-9 15,-2 2-9-15,1 6-8 0,-2 2-10 0,-3-1-4 0,-3 2-8 16,-3-1-6-16,-5 8-4 0,3-9-5 0,-2 0-3 16,0-3-6-16,1-4-5 0,2 0-2 0,0-4 2 15,1 0 5 1,0-1 15-16,3 1 18 0,-1-5 13 0,0 1 10 16,2-3-6-16,9 3-5 0,4-4-10 0,19-4-26 0,17-5-49 15,6 2-66-15,3-2-97 0,3-1-133 0,3-4-185 16,-10 1-524-16,1-1 232 0</inkml:trace>
  <inkml:trace contextRef="#ctx0" brushRef="#br0" timeOffset="54041.33">9829 7504 152 0,'0'0'138'0,"-11"0"-16"0,11 0-12 0,0 0-1 0,-7 0-14 15,7 0-15 1,0 0-2-16,-5 2-9 0,5-2-9 0,0 0-4 15,0 0-2-15,-6 1 5 0,6-1-7 0,0 0 3 16,0 0 4-16,0 0-7 0,0 0 4 0,0 0 0 0,0 0 0 16,0 0-5-16,0 0 8 0,0 0 11 15,0 0 2-15,0 0-3 0,-6-4-1 0,6 4-1 16,0 0-7-16,17-1-5 0,-3-1-1 0,5-3-6 16,13 0-9-16,6-2-1 0,12-3-4 0,2 3-2 0,2-1-5 15,2-1-6-15,1 1 4 0,-2-1-15 0,-2 1-2 16,-12 1-14-16,-4 3-22 0,0-1-23 0,-6 0-27 0,-4 1-35 15,-9-1-45-15,-6 1-183 0,-5 3-368 0,-5-2 163 16</inkml:trace>
  <inkml:trace contextRef="#ctx0" brushRef="#br0" timeOffset="54241.24">10171 7332 18 0,'-4'-4'294'0,"3"0"-6"0,-3 2-4 0,0 0-8 15,4 2-16-15,-1-4-24 0,1 4-26 0,0 0-27 16,-5-3-24-16,5 3-27 0,0 0-16 0,-4 9-14 16,2 1-12-16,0 1-7 0,1 7-10 0,-3 7 2 15,2 4-14-15,0 1-2 16,-3 0-7-16,2 6-9 0,2 1-37 16,1-2-29-16,4 13-37 0,-4-14-58 0,0 1-68 15,3-6-267-15,-3-1-489 0,-2-14 216 0</inkml:trace>
  <inkml:trace contextRef="#ctx0" brushRef="#br0" timeOffset="54926.7">11326 7003 55 0,'0'0'189'0,"0"0"-8"16,-9-1-24-16,9 1-13 0,0 0-12 0,0 0-15 16,0 0-5-16,0 0-7 0,0 0-9 0,0 0-7 15,0 0-3-15,0 0-16 0,44-3 1 0,-14 0-13 16,6-2 0-16,1 0-10 0,16-2-6 0,-14 0-9 15,12-2-11-15,-10 7-15 16,-4-3-29-16,2 2-18 0,-4-1-42 0,-3 0-51 16,-11 2-134-16,-3-1-287 0,-9 2 127 0</inkml:trace>
  <inkml:trace contextRef="#ctx0" brushRef="#br0" timeOffset="55357.99">11344 7074 216 0,'0'0'203'0,"0"3"-20"0,0-3-20 15,8 5-19-15,1-1-9 0,3 0-19 16,0 4-10-16,6 1-8 0,4 4-7 0,-2 5-11 0,-1 3-2 16,-1 2-11-16,-4-1-3 0,-1 6-6 0,-4 1-7 0,0 0-3 15,-8-1-7-15,-1 3 0 0,-3-2-4 0,-4 1-4 16,-2 3-3-16,0-3 1 0,-9 2-8 0,-1 0-1 0,-2-4 0 15,-1 1-2-15,-3-3-3 0,2 1 0 16,1-4-3-16,-2-2 1 0,4-2-4 0,3-4-1 16,3-2-1-16,1 0 1 0,3-1-2 0,0-5-2 15,2 0 0-15,3-3-1 16,1 2 2-16,2-1 2 0,2 0 5 0,0-1 7 16,6-2 5-16,4 1-4 0,11-4-1 0,8 0 4 15,10-2-5-15,0 0-1 0,16-4-4 0,1 0-1 16,6-1-1-16,-4-1-3 0,5 1 7 0,-3 0 5 15,3-1-1-15,-6-2 3 0,-5 6-4 16,-14 3-4-16,-6-2-4 0,-11 1 4 0,-1 0-7 16,-7 2 8-16,-2 0 5 0,-1-1 7 0,-2 2 10 0,-3 0 9 0,-5 0-2 0,7-2-4 15,-7 2-24-15,0 0-14 0,0 0-22 0,-12-6-20 16,4 0-30-16,-2 5-30 0,-1-2-46 0,1 2-56 16,-2-7-204-16,4 4-437 0,1-3 194 0</inkml:trace>
  <inkml:trace contextRef="#ctx0" brushRef="#br0" timeOffset="55812.71">12722 7002 255 0,'-6'-7'237'0,"1"1"-14"0,0 1-23 0,-2 0-17 16,0 4-21-16,-3-3-17 15,-3 2-16-15,-5 5-11 0,-2 1-13 0,-7 9-10 0,-1 0-8 16,1 3-15-16,-1 1-5 0,2 2-8 0,-1 2-8 0,2 1-7 0,-1 2-2 0,1 1-2 15,6-3-7-15,1 0-2 0,0 2-2 0,9-9-6 16,0-1 3-16,0 2-3 0,2-5-2 0,5-1-1 16,0 1 2-16,2-3 1 0,2-2 8 0,2-1 7 15,4-2 8-15,3-1 7 16,2-2-1-16,6-1 6 0,4-3 4 0,-1-2 0 16,-3-1 0-16,8-2 4 0,-6 1 9 0,-2 0-5 15,2 0-4-15,-3 1-6 0,1 0 0 0,-1 2-4 16,-1-3-2-16,-6 6-3 0,0 0-1 0,1-3-5 15,-2 2-8-15,1 2 0 0,3-2-11 0,-5 1-9 16,2 2-11-16,3 2-17 0,-1 1-24 0,2-2-27 16,2 3-38-16,-2 0-43 0,-3-2-69 0,0 0-30 0,0 2-258 0,1-2-542 15,-3 0 239-15</inkml:trace>
  <inkml:trace contextRef="#ctx0" brushRef="#br0" timeOffset="56175.88">12925 7211 390 0,'0'0'361'0,"0"0"-40"16,0 0-39-16,0 0-32 0,0 0-24 0,0 0-29 16,0 0-25-16,-15 8-18 0,15-8-16 0,-2 8-14 15,1-2-13-15,-2 2-10 0,2 4-11 0,0 0-7 0,-3 1-12 16,3-1-6-16,-1-2-9 0,1 3-19 0,-2-3-11 0,2 1-8 15,0-3-6-15,0-1-3 0,2-2-4 0,-1 1 4 16,-1 1 11-16,2-4 25 0,-1-3 31 0,0 4 27 16,0-4 1-16,0 0-4 0,11-6-11 0,-3-1-1 15,4 0 13-15,0-5-3 0,1 3-2 0,-3 0-10 16,5 0-6-16,-3 0-2 0,-3 2-14 0,0 2-8 16,1-2-7-1,-3 3-9-15,-1 0-9 0,-2 3 9 0,4-2-24 16,1 3-12-16,-2 0-15 0,1 3-14 0,5-2-16 15,-2 6-31-15,2-2-28 0,-2 0-45 0,5 5-48 0,-2 0-69 16,0-1-102-16,-1-2-230 0,-2-3-642 0,-2 0 284 16</inkml:trace>
  <inkml:trace contextRef="#ctx0" brushRef="#br0" timeOffset="57792.91">13789 6956 196 0,'-3'-2'212'0,"-1"1"-13"0,4 1-8 0,-8-4-17 0,6 3-15 16,2 1-17-16,-4-4-15 0,4 4-14 15,0 0-12-15,-6-3-11 0,6 3-10 0,0 0-12 16,0 0-4-16,0 0-9 0,0 0-5 0,0 0-2 0,0 0-6 15,0 0-3-15,0 0-1 0,0 0-5 0,0 0-4 16,0 0-2-16,14-2-1 0,-4 1-5 0,3-3 1 16,-2 1 0-16,7-1-3 0,0-4-2 0,0 1-6 0,-4-2 3 15,3 1-2-15,-6 0 4 0,3 3 6 0,-4-5 3 0,1 3 10 16,-1-2 6-16,-4 3 9 0,-2 0 15 0,0 1 5 16,0 0 2-16,0 3-5 0,-4-1-12 15,1-1-9-15,-1 4-5 0,0 0-9 0,-14-4-8 16,1 5 0-16,-5 2-3 0,-7 4-6 0,-2 5 1 0,-4 2-4 15,3 2-1 1,-4 0-3-16,0 5 1 0,3-1-3 0,-2 2-2 16,4 2 1-16,3-2 1 0,-2 3-2 0,5 1-1 15,4-2 3-15,4 2-6 0,3-2-11 0,0 1-4 16,7-7 2-16,6 2-2 0,3-4 1 0,13 2 1 16,6-1 3-16,8-5 2 0,17 0-1 0,2-4-1 15,8-5-2-15,4-3-5 0,1-3-1 0,27-5-3 16,-31 2-9-16,2-6-11 0,-3 0-2 0,-5-2 2 0,-4-2-6 0,-15 4 2 15,4-3-3-15,-8 1 2 0,-2-2 6 0,-8 0 7 16,-7 4 16-16,-2 1 16 0,-3 0 19 0,-6 0 7 16,-3 1-4-16,2 5 5 0,-7-3-4 0,3 0 0 15,-8 2 0-15,0 1-3 0,-3 2-1 0,-5 3-2 16,-4 1-6-16,1 6 2 0,-6 0-1 0,-2 5-1 16,0-1-2-16,1 2 0 15,9-3-5-15,0 3 4 0,4-2-5 0,2 1 1 16,5-2-3-16,-1 1-3 0,3 0-4 15,2-1 7-15,3 0 6 0,4-3-4 0,4 1 3 16,5-1 1-16,6 0 0 0,8-4-2 0,6-2-1 0,-2-2 5 16,2-2-3-16,-2-4-1 0,1-1-1 0,-3-1 0 15,2 0 2-15,-4-3-7 0,-8 3-1 0,-1-1 1 16,-2-1-7-16,-2-2 2 0,-1-1-2 0,-7 5 0 0,2-7-1 16,-4 4-3-16,-3 0-4 0,-1-1 6 0,-3 2-7 0,-3 3-5 15,-1-2-10-15,-3 2-6 0,-1 2-1 16,-2 0-19-16,-2 1-14 0,-4 2-14 0,4 2-23 15,-2 1-19-15,-1 0-24 0,5 0-200 0,3 1-380 16,-3-1 169-16</inkml:trace>
  <inkml:trace contextRef="#ctx0" brushRef="#br0" timeOffset="58146.87">14946 6901 174 0,'-1'-6'226'0,"1"6"-19"0,0 0-23 0,-5-5-17 16,-2 5-16-16,7 0-16 0,-12 2-14 0,0 4-11 16,1-1-15-16,-6 2-10 0,-1 4-9 0,0 0-4 0,-1 0-10 15,3 2-3-15,-2 1-12 0,4-2-2 0,-3 2-3 16,4 1-6-16,4-2-2 0,-1 3-6 0,5 0 0 0,1-1 1 15,4 0-2-15,4 2-3 0,1-3-3 0,3 1 0 16,6-1 1-16,0 1-2 0,9-1-2 0,0 1-6 16,0-3 1-16,-5-3 2 0,2 1-6 15,0-2-1-15,-4-1-7 0,-6-3-7 0,3 2-7 0,-3-2-21 16,-6-1-3-16,5 1-10 0,-5 0 5 0,-3-2 6 16,-2 2 1-1,1-4 8-15,-17 7 1 0,4-3 2 0,-4 0 5 16,-3-1-1-16,1-1 0 0,-4-1-8 0,-4 2-33 15,7-2-37-15,-7-2-46 0,4-2-141 0,4 1-308 0,2-2 136 16</inkml:trace>
  <inkml:trace contextRef="#ctx0" brushRef="#br0" timeOffset="58617.1">15277 6906 42 0,'0'0'300'0,"-1"-4"-33"0,1 4-27 16,0 0-27-16,0 0-26 0,1-4-21 0,-1 4-20 15,0 0-15-15,0 0-11 0,0 0-14 0,0 16-11 0,-1-9-12 0,-3 6-9 0,3-1-7 16,-2 5-8-16,-2-1-2 0,1 4-11 0,0 4-2 15,-4 3-4-15,1-5-2 16,1-1-5-16,1-3-4 0,2 0 0 0,-2-1-6 0,-1-2 2 0,2-3-3 16,0-1 1-16,0-3-6 0,4 1 0 0,-4-4 11 15,4-1 20 1,0 1 31-16,0 0 29 0,-2-4 41 0,2-1 33 0,0 0 24 16,0 0-14-16,0 0-20 0,0 0-18 0,10-11-11 15,-5 2-18-15,4-2-13 0,2-4-10 0,0 1-15 16,3-1 1-16,-3-2-19 0,2 5-3 0,-3 1-9 0,-1 1-11 0,-2 0 2 0,-1 5-6 15,-2-2-7-15,-2 3-5 0,2 0-8 16,-1-1-9-16,1 1-19 0,-2 3-29 0,-2 1-13 16,0 0-8-16,0 0-6 0,11 9 6 0,-8-3 4 0,2 4 2 15,-1-1-1-15,-3 1-2 0,3 3-22 0,0 3-25 16,0 0-26-16,-3-5-20 0,3 6-34 0,0-1-33 16,-3-3-36-1,4-1-63-15,-5-4-234 0,0-1-591 0,3-1 262 16</inkml:trace>
  <inkml:trace contextRef="#ctx0" brushRef="#br0" timeOffset="58979.83">15704 6979 153 0,'1'-1'336'15,"-1"1"-37"-15,5-3-35 0,-5 3-29 0,0 0-26 16,0 0-24-16,0 0-22 0,0 0-21 0,0 0-8 15,-2 13-18-15,-3-5-5 0,1 4-14 0,-2 1-13 16,-2 3-7-16,-1-1-8 0,0 3-7 0,1-2-3 16,-2 1-5-16,-1-3-5 15,2 1-6-15,1-1-3 0,2-5-1 0,-1-1-5 16,3-3-2-16,2 0-1 0,-1 0 14 0,-1-2 27 16,3 0 25-16,-2 0 28 0,3-3 36 0,0 0 28 15,0 0-6-15,0 0-16 0,0 0-23 0,8-12-15 16,0 5-17-16,0 0-7 0,2-2-12 0,-1 2-12 15,0-2-11-15,1 0-2 0,-4 2-12 0,2 0-7 16,-2 4-4-16,1-1-4 0,-4 1-8 0,4 0-7 0,-4 1-9 0,0-1-14 16,3 2-17-16,-6 1-8 0,11 0-16 0,-5 2-14 15,-1 0-14-15,2 0-20 0,-2 4-31 0,4-1-5 16,-3 1-40-16,1 0-32 0,-1 3-35 16,-1-3-42-16,0 1-39 0,-1-2-282 0,-3 0-639 0,2-3 283 15</inkml:trace>
  <inkml:trace contextRef="#ctx0" brushRef="#br0" timeOffset="59165.15">15531 7002 271 0,'-3'-2'310'0,"-2"1"-14"0,5 1-5 16,0 0-21-1,-9 0-10-15,9 0-27 0,-4-3-19 0,4 3-23 16,0 0-19-16,0 0-16 0,27-4-20 0,-6 3-11 15,11-2-15-15,3 2-45 0,2-2-43 0,0 1-55 16,0-2-59-16,1 0-72 0,-2 1-78 0,-5-1-191 16,-4 0-467-16,-7-1 207 0</inkml:trace>
  <inkml:trace contextRef="#ctx0" brushRef="#br0" timeOffset="59581.63">15985 6872 2 0,'0'0'307'16,"0"0"-36"-16,0 0-21 15,0 0-25-15,0 0-25 0,0 0-19 0,0 0-18 16,0 0-20-16,23-1-12 0,-14 8-12 16,0-1-16-16,0 2-9 0,0 2-10 0,-3-1-12 0,2 7 3 15,-3-7-12-15,-1 4-7 0,-4-1-5 0,3 6-6 16,-6-2-3-16,2-1-2 0,-7 2-7 0,4-2 1 15,-2-4-3-15,-2 2-3 0,2-5-3 0,-1 2 3 16,3-1 8-16,-1-4-10 0,1 0 0 0,2-1 9 0,-2 1 19 0,3-2 37 16,-3-1 37-16,4-2 48 0,-4 3 21 0,4-3-18 15,0 0-21-15,0 0-22 0,11-14-7 16,-7 7-15-16,4-3-16 0,1-5-5 0,5 3-14 16,-2 0-4-16,-2-4-9 0,5 2-7 0,-2-1-3 0,1 4-4 15,-2-1-4-15,-6 2-4 0,2 3 2 0,-3 3-13 16,-1-1-4-1,-1 2-6-15,0 0-18 0,0 1-14 0,-3 2-30 16,5-2-22-16,-5 2 3 0,0 0 7 0,6 10-7 0,-4-3 13 16,2 2 1-16,0 5 2 0,1 0 6 15,1 1-6-15,1 3-27 0,5-1-36 0,-5-1-40 16,2 1-45-16,4 0-61 0,-3-4-87 0,-2-3-263 16,2-4-651-16,-1-1 288 0</inkml:trace>
  <inkml:trace contextRef="#ctx0" brushRef="#br0" timeOffset="60110.62">15323 7413 163 0,'-14'2'180'0,"-2"3"-8"15,3-3-3-15,3-1-9 0,2 1-11 0,-1 0-13 16,1-1-14-16,2 0-11 0,1-1-14 0,1 3-8 16,4-3-10-16,-5 0 1 15,5 0 0-15,0 0 11 0,-8 3 6 0,8-3 2 16,0 0 9-16,0 0 1 0,0 0-2 0,-5 0-5 16,5 0-6-16,0 0-11 0,0 0-1 0,0 0-6 15,0 0-7-15,0 0-4 0,0 0-1 0,0 0-5 16,0 0 1-16,0 0-4 0,0 0 0 0,0 0-8 15,0 0 1-15,-5 2-4 0,5-2-3 0,0 0-4 16,0 0-7-16,0 0 5 0,0 0-6 0,0 0-2 0,0 0 16 0,0 0-3 16,0 0 3-16,0 0 2 0,0 0-6 15,0 0-2-15,19-5-6 0,-1 1-5 0,10-1-4 16,9-1 11-16,18-3-16 0,5 4 0 0,30-8-7 0,4 5-1 16,-2-3-4-16,4 0 1 0,2 0-2 0,-4 2 5 15,-2 1 4-15,-28 4-5 0,2-3 5 0,-1-1 1 16,-5 2 6-1,-5 1 4-15,-19 2 1 0,0 0 1 0,-9-1-10 16,-8 3 10-16,-9 0 7 0,4-1 3 0,-6 1 1 0,-2-1-2 16,-1 0-11-16,0 2-9 0,-5 0-15 15,9-1-15-15,-9 1-39 0,0 0-37 0,0 0-25 16,0 0-47-16,-27 1-32 0,12 2-47 0,0-1-62 16,-7 0-267-16,5 0-613 0,1 0 272 0</inkml:trace>
  <inkml:trace contextRef="#ctx0" brushRef="#br0" timeOffset="60668.4">15905 7608 18 0,'-2'3'257'0,"2"-3"-12"0,0 0-5 0,-4 2-9 16,4-2-13-16,0 0-17 0,0 0-20 0,0 0-20 0,17 0-16 15,-4-2-16-15,2-1-10 0,8 2-17 0,4-4-8 16,1-2-12-1,-6 2-4-15,-3 0-7 0,3-1-11 0,-5 0-3 16,0 0-4-16,-5 0-5 0,1 1-4 0,-4-1-9 16,-3 1 10-16,-2 0-14 0,-1 1-9 0,-1-1-2 0,-2 5-5 0,-12-4-3 15,0 1-4-15,-10 6 1 0,-10 3-5 0,-4 1 2 16,0 5-3-16,-13 4 1 0,14-1-1 0,-10 9 1 16,15-3-2-16,-1 1 1 0,4-1 3 0,0 3 8 15,4 3 15-15,7-3 9 0,3 3 6 0,5-3 5 16,6-3 2-16,5 0 9 0,10 0-6 0,9 1-4 15,10-5-15-15,18 1-37 0,7-7-51 0,8-5-81 16,30-6-103-16,-30-6-274 0,31-6-553 0,-4-2 244 16</inkml:trace>
  <inkml:trace contextRef="#ctx0" brushRef="#br0" timeOffset="61454.23">17252 7236 64 0,'-4'0'160'0,"-1"2"-17"16,5-2-9-16,-6 1-18 0,6-1 5 0,-5 1 2 15,5-1-3-15,0 5 2 0,0-5 6 0,0 0 1 16,18 0-9-16,0-4-10 0,6 1-15 0,7-2-8 15,2-4-7-15,22 2-1 0,-2-7-3 0,-1 1-6 16,4 4-2-16,-1-2-9 0,-2-2-2 0,-1 5-16 0,-20 1-21 0,0 2-16 16,-5 0-29-16,-8 2-39 0,-6 1-22 0,-2-1-33 15,-5 0-66-15,-3 2-124 0,-3 1-333 0,0 0 149 16</inkml:trace>
  <inkml:trace contextRef="#ctx0" brushRef="#br0" timeOffset="61656.6">17566 7057 65 0,'-3'-5'301'15,"2"1"-4"-15,-3-2 0 0,4 6-10 0,0-4-12 0,0 4-23 16,-1-4-32-16,1 4-18 0,-3-2-42 16,3 2-31-16,0 0-18 0,0 0-10 0,-2 15-18 15,-1-5-8-15,-1 11-1 0,3 8-10 0,-3 1-8 0,-1 3 0 0,0-1-5 16,5 4-3-16,-5-1-21 0,2-1-41 0,2-1-39 0,1 1-50 15,0-2-64-15,-4-2-120 0,6-10-148 0,-2-3-470 16,0-6 207-16</inkml:trace>
  <inkml:trace contextRef="#ctx0" brushRef="#br0" timeOffset="62187.64">18942 6710 160 0,'-10'0'266'0,"10"0"-20"15,-9-1-14-15,9 1-18 0,-5-1-20 0,5 1-21 0,0 0-18 16,0 0-10-16,18-4-23 0,-5 4-8 0,16-2-12 15,2-1-22-15,3 0-27 0,4 1-22 0,3 0-28 16,10-4-33-16,1 4-46 0,-17-3-45 0,-3 2-77 16,0-2-114-16,-5 1-336 0,-10-1 150 0</inkml:trace>
  <inkml:trace contextRef="#ctx0" brushRef="#br0" timeOffset="62656.11">18906 6761 190 0,'-5'3'192'15,"2"-2"-18"-15,3-1-13 0,-2 6-20 0,6 0-15 0,1 3-9 0,3-1-8 16,7 3-16-16,8 5-9 0,0 4-8 0,3-1-7 16,-1 4-7-16,-3-3-4 0,2 5-4 0,-2 3-8 15,-8 0-5-15,1 1-2 0,-4 1-4 0,-3 4-2 16,-3-1-8-16,-5 1 4 0,-2-1-4 0,-6 0 0 15,-3-3-3-15,-2 0-9 0,-5-4 8 0,-1 0-3 16,1-5-1 0,-5 2-6-16,3-6-3 0,4-4 5 0,-2-1 2 0,2 0 2 15,-2 0 2-15,5-3 1 0,0-1-3 0,3-2 5 16,4 0-5-16,-4 0-10 0,3-2 9 16,3-2-4-16,-1 3-3 0,1-4-9 0,3 2 27 15,1-3 7-15,-5 3 0 0,1-2 0 0,4-1-1 16,0 0 4-16,-5 3 2 0,5-3 7 0,0 0 9 0,0 0 2 15,0 0 3-15,0 0 3 0,19-3 3 0,3 1-9 0,7-1-3 16,7-4 1-16,20-1-2 0,4-2 5 0,32-2 12 16,0 0-1-16,-1-3 2 0,2 4 3 0,-2 4 0 15,0-2-6-15,-29 5-7 0,4 1-2 0,-6 1-15 16,-4-2-2-16,-18 1-4 0,-2 3-17 0,-9 0-12 16,-6 0-6-16,-8 0-31 0,0-2-8 0,-1 2-7 15,-6-1-2-15,-6 1-12 0,5-1-22 0,-5 1-26 0,0 0-23 0,-20-4-27 16,6-1-33-16,-1 4-34 0,-1-3-242 0,-1 0-500 15,-2-3 221-15</inkml:trace>
  <inkml:trace contextRef="#ctx0" brushRef="#br0" timeOffset="63257.25">20127 7184 88 0,'-3'3'236'0,"3"-3"-6"0,0 0-13 16,-4 2-7-16,4-2-15 16,0 0-17-16,0 0-17 0,0 0-13 0,13-8-18 15,-3 2-12-15,-1 1-13 0,3-2-5 0,4-4-8 16,-3-2-1-16,5 2 5 0,4-5-2 0,-3-3 13 16,1 0-9-16,-8 4 2 0,8-7 0 15,-4 2 2-15,0-1-1 0,-3-4-3 0,2 3-8 16,-3-7 17-16,2 1-20 0,-4 1-2 0,-1 0-4 0,0 1-1 15,-3 0 1-15,-2 0-13 0,0 6-4 0,-4 4 3 0,3 3 5 16,-2 2 9-16,0 2 0 0,-2 2-12 0,1 2-10 16,0-2-9-16,-1 2-22 0,2 3-20 0,-1 2-15 15,0 0-1-15,0 0 19 0,-18 9-20 0,8 1-1 0,-2 2 1 16,-2 7 3-16,0 1-7 0,5 10-2 16,-5 0-5-16,3 0-7 0,4 1-11 0,5 0 1 15,-3-1 1-15,7-2-2 0,8-1 19 0,-5-3-8 0,7 0 10 0,-1-7 0 16,5-2 7-16,-1-3 0 0,3-2 4 0,4-1 1 15,-3-6 4-15,-1 1-1 0,2-3 2 0,-1-1 13 16,-3-2 13-16,-5-1 8 0,1-2 3 0,-1-2 5 31,-3 2-4-31,-1-3-1 0,0-1-6 0,-3-1-16 0,-3 1-15 16,-1-4-8-16,-4 2-11 0,-1 4-16 0,-3-8-20 16,-3 3-16-16,-4 4-7 0,-3 1-30 0,-1 0-17 0,-1 2-16 15,-1 2-22-15,-2 2-20 0,2 1-28 0,2 0-39 16,1 1-235-16,4 0-523 0,5 1 232 0</inkml:trace>
  <inkml:trace contextRef="#ctx0" brushRef="#br0" timeOffset="63589.37">20782 6943 141 0,'4'2'320'0,"-4"-2"-32"0,0 0-33 15,5 3-32-15,-5-3-15 0,0 0-27 0,1 5-19 16,-2 0-19-16,1 2-11 16,0-1-15-16,-3 5-13 0,2 2-8 0,0-3-6 15,-2 2-5-15,2-1-15 0,-4 1-5 16,5 0-9-16,-4 0-12 0,3-5-13 0,1-1-3 16,-3 0-4-16,3-1 5 0,0 0 25 0,-1-2 26 0,1-3 8 15,0 0-8-15,0 0-3 0,23-10 5 16,-10 5 3-16,2-5-2 0,2 1 0 0,1-1-5 15,-1 0-3-15,0 3-5 0,-2 0-6 0,1 0-13 0,-6 1-1 0,0 2-6 16,-3 1-5-16,0 0-6 0,2 1-8 0,-4 2-10 0,3 0-8 16,1 1-21-16,-1 1-19 0,1 2-35 15,1-1-30-15,-5 1-43 0,5 2-53 0,-1-1-74 16,-1 0-289-16,2-3-603 0,-2 0 267 0</inkml:trace>
  <inkml:trace contextRef="#ctx0" brushRef="#br0" timeOffset="64490.52">21683 6481 145 0,'1'-3'235'15,"-1"3"-6"-15,4-4-24 0,-4 4-20 0,0 0-19 0,0 0-26 16,0 0-18-16,0 0-15 0,-4 12-5 0,-1-3-10 16,-4-1-9-16,-5 6-7 0,0-2-8 0,-9 8-5 15,-2 1-6-15,0-2-6 0,0 2-5 0,-2 1 2 16,3-4-10-16,-2 2-4 0,2-3-5 0,7-5-2 16,1 2-5-16,5-2-2 0,-3 2 2 0,9-3-2 15,-2-1 11-15,4-1-3 0,2 1 1 0,1-3-2 0,2 2 2 16,3-1 1-16,7 1-1 0,1-4-1 0,10 7-3 0,3-4-1 15,5 4-3-15,-3-3-3 0,1-2-1 0,-1 3-3 32,0-1-2-32,-3 2-3 0,-1 0-2 0,-6-1 1 0,-1 1 3 0,-2-2-5 0,-2 4-3 15,-4-4 0-15,-1 3-3 0,-6-3 1 0,2 6 1 16,-8 0 0-16,0-1 1 0,-6 0-2 16,-3 1 4-16,-10 1 2 0,-1-3 0 15,-1-1-1-15,-2-2 0 0,6-2 1 0,-7-2-2 16,3 2 1-16,3-5-1 0,5 1 2 0,-2-4 2 0,2 0 4 15,6 0 10-15,2-3 16 0,1 2 4 0,0-3-6 16,4 0-6-16,2-6-4 0,4-1-8 0,5 1-4 16,6-5-3-16,1 0 1 0,10-4-5 0,3 2 0 15,3 3-2-15,2-3 1 0,-2 4-3 0,3-1 1 0,-1 3 6 16,-1 3 5-16,0 0 3 0,-3 1 7 0,-1 0 4 16,-8 3 2-16,-6 1-3 0,1 1-6 0,-3 1-2 15,-2 1-6-15,-4 0 2 0,4 1-5 0,-4-1 4 16,0 1-5-16,1 2 0 0,-3-1 2 0,2 1 0 15,-3 4-2-15,0-2 2 0,2 2-2 0,-3 0-4 16,-1 0 4 0,3 3 0-16,-2 0 0 0,-1 0-4 0,0-1 0 15,0 0 6-15,0-1-1 0,1-3-3 0,2 2-6 0,-3 0-25 16,0-4-26-16,0 2-25 0,0-5-26 0,1 7-16 16,-1-7-11-16,-1 4-29 0,1-4-58 0,0 0-257 15,-13-9-510-15,8 2 226 0</inkml:trace>
  <inkml:trace contextRef="#ctx0" brushRef="#br0" timeOffset="64628.86">21827 6770 129 0,'0'-6'340'0,"0"-1"-13"0,0 2-6 15,-1 2-25-15,1 3-26 0,0-9-33 16,0 7-20-16,0 2-29 0,0-4-27 0,0 4-51 0,0 0-32 16,0 0-18-16,0 0-29 0,0 0-29 0,0 0-36 15,12 11-49 1,-7-7-46-16,-2 1-56 0,0 0-205 0,2 1-422 15,-1-2 187-15</inkml:trace>
  <inkml:trace contextRef="#ctx0" brushRef="#br0" timeOffset="64913.21">22025 6843 263 0,'0'0'299'0,"4"3"-35"0,-4-3-29 16,3 3-27-16,-3-3-21 0,2 4-20 0,0-2-17 15,-2-2-13-15,2 10-15 0,-2-4-12 0,-2 3-9 16,2-2-11-16,-2 4-8 0,2-2-8 0,0 3-4 16,2-3-8-16,-2 1-6 0,-2-2-3 0,2-1-4 15,0 0-7-15,-1-2-2 0,1 0-3 0,0-3 1 0,1 3 9 0,-1-5 7 16,0 5-4-16,0-5-4 0,8-3-6 0,-8 3-3 16,13-2-4-16,-7 0-5 0,3-2-2 0,-4 3 0 15,3-4-7-15,-2 3 0 0,3 0-5 16,-1-1 2-16,1 3-11 0,0-2-5 0,1 2-14 15,-1 0-21-15,5 2-29 0,-2-2-42 0,2 4-52 0,-2-4-65 16,1 1-243 0,0 1-506-16,0-2 224 0</inkml:trace>
  <inkml:trace contextRef="#ctx0" brushRef="#br0" timeOffset="65313.51">22545 6783 216 0,'-1'-4'422'0,"1"4"-34"0,0-5-32 0,0 5-34 15,0 0-33-15,-1-4-36 0,1 4-26 0,0 0-31 16,0 0-33-16,0 0-14 0,0 0-22 0,0 0-20 16,-9 13-3-16,5-3-3 0,0 0-16 0,1 4-8 15,-3 5-7 1,-1-1 0-16,-1 1-13 0,0 0 0 0,1-1-11 15,0-1-6-15,-1-1-13 0,2-5-4 0,2 0-14 0,-1-1 7 16,5-3-8-16,-4-2 2 0,2 0-5 0,-2-1 17 16,3 0 30-16,1-1 27 0,0-3 30 0,-1 5 30 15,1-5 9-15,0 0-14 0,0 0-19 16,12-12-12-16,-8 5-6 0,5-3-10 0,-2 2-10 0,5-3-11 16,1 0-5-16,1 0-9 0,-5 2-2 0,0 0-6 0,1 1-6 15,-1 2-4-15,-5 2-9 0,1 1 2 0,-1-1-3 16,2-1-15-16,-3 4-12 0,-2-1-20 0,-1 2-21 15,0 0-8-15,0 0-5 0,14 3-10 0,-11 2 4 0,1 1-42 16,-3-1-46-16,5 1-25 0,-1 3-44 16,-1 1-52-16,1-1-68 0,-2 0-334 0,2-2-729 15,0-2 323-15</inkml:trace>
  <inkml:trace contextRef="#ctx0" brushRef="#br0" timeOffset="65660.45">22958 6828 3243 0,'4'-7'305'16,"-1"3"-86"-16,-1-1-76 0,-2 3-48 0,4-1-30 15,-4 3-22-15,1-4-13 0,-1 1-17 0,0 3-10 0,0 0-5 16,0 0 9-16,0 0-7 0,0 0 1 0,-4 12-5 16,-2-4 4-16,1 1 0 0,-1 3 3 0,-1 2 1 15,-2 1-2-15,-1-1-1 0,0 1 1 16,3-4 4-16,-1 0-6 0,2-1-1 0,0-2 6 15,1-2-1-15,2-1 1 0,-1-1 4 0,2 2 16 0,0-4 39 0,-1 1 21 16,3-3 7-16,-3 2 42 0,3-2-10 0,0 0-16 16,0 0-8-16,9-13-18 0,-2 7-4 0,0-4-12 15,2 4-5-15,0-4-7 0,0 4-5 0,0 1-9 16,2-2-6-16,-3 4-3 0,-3-1-5 0,0 2-4 16,-1-3-1-16,3 4-8 0,-4-1-13 0,-3 2-11 15,12 0-8-15,-12 0-5 16,0 0-16-16,14 5-17 0,-9 0-26 0,3 0-36 15,-3-1-27-15,3 2-35 0,-4 1-34 0,3 1-41 16,-2-1-58-16,-1-2-60 0,0-1-239 0,0-1-662 16,-3 1 293-16</inkml:trace>
  <inkml:trace contextRef="#ctx0" brushRef="#br0" timeOffset="65845.57">22868 6778 264 0,'-4'-1'344'0,"1"-2"-22"0,3 3-16 0,-4-3-28 16,2 1-30-16,2 2-24 0,0 0-24 0,7-4-15 16,3 4-25-16,7-3-17 0,4 3-18 15,9 0-46-15,1 0-48 0,2 0-58 0,2 2-66 0,1-5-76 0,-2 1-268 16,-1 0-474-16,-1-1 211 0</inkml:trace>
  <inkml:trace contextRef="#ctx0" brushRef="#br0" timeOffset="66231.48">23347 6728 290 0,'-3'3'262'16,"3"-3"-29"-16,0 0-26 0,0 4-20 0,0-4-21 0,4 10-15 15,-3-7-17-15,1 3-12 0,0 1-13 0,0 1-11 16,-2 0-8-16,-2 5-12 0,2 0-5 0,-2 4-5 15,-4-3-8-15,1 1-4 0,0 1-7 0,-1-1-2 0,0-5-3 16,-1 2-5-16,2-4-1 0,-2 2 7 0,4-6 0 16,-1 1 4-16,3-1 8 0,-2 1 15 0,1-3 24 15,2-2 38-15,-3 5 38 0,3-5 19 0,0 0-4 16,0 0-21-16,0 0-20 0,8-13-15 0,-1 5-12 16,0 0-21-16,0-1 0 0,2 1-8 0,5-6-12 15,-1 3-12-15,-3-2-2 16,3 2-7-16,-4 2-1 0,1 0-2 0,-1 1-4 15,-1 1-9-15,-3 3 9 0,0-1-6 0,-1 1-5 16,0 0-9-16,-2 4-19 0,-2 0-14 0,4-4-24 16,-4 4-20-16,4-1-7 0,-4 1 12 0,0 0 6 15,-1 12-2-15,-2-4 19 0,3 2-17 0,0 2 13 16,3 3-8-16,-3 1-12 0,1 3-28 0,7-2-35 16,1 0-40-16,0 1-54 0,2-1-79 0,2-6-377 0,1 0-711 15,1-3 314-15</inkml:trace>
  <inkml:trace contextRef="#ctx0" brushRef="#br0" timeOffset="66794.89">22413 7195 31 0,'-13'5'167'0,"1"-4"-12"0,3 0-10 0,3 1-12 0,0 0-13 15,-1-1-11-15,2 2-11 0,5-3-8 0,-6 1-7 16,3 2-12-16,3-3 5 0,-5 1 3 0,5-1 3 16,0 0 10-16,0 0 7 0,-8 2 3 0,8-2 7 15,0 0 2-15,0 0 1 0,0 0 1 0,-5 1-3 16,5-1-4-16,0 0-6 0,0 0-5 0,0 0-9 15,0 0-12-15,0 0-1 0,0 0-11 0,-5 2-5 0,5-2-4 0,0 0-5 16,0 0-5-16,0 0-9 0,0 0 2 0,0 0-4 16,0 0-5-16,0 0-3 0,0 0-4 0,0 0 0 15,0 0-1-15,0 0-7 0,0 0 2 0,0 0-2 16,0 0 1-16,0 0 4 0,0 0 0 0,0 0 8 16,0 0 0-16,0 0 7 0,0 0 8 0,0 0 8 15,0 0 2-15,0 0 8 16,0 0 13-16,0 0-14 0,18-3-9 15,0-3-6-15,4 5-3 0,10-7-5 0,19-2-5 16,6 2-6-16,6-1 4 0,28-3 14 0,-25 4 5 0,34-6 10 16,-1 1 10-16,-2 2-5 0,-2 1-3 0,-3 3 2 15,-32 0 14-15,-4 2-6 0,-2 0 9 0,-17 1-3 16,-4-1 10-16,-2 2-3 0,-9 1 7 16,-6-1 2-16,-2 1 4 0,-2-1-7 0,-6 3-6 0,3-2-10 0,-4 0-6 0,2 2-8 15,-3-1-13-15,-4 1-27 0,7 0-34 16,-7 0-36-16,6-2-49 0,-6 2-27 0,0 0-28 15,0 0-23-15,0 0-36 0,-15 10-34 0,4-6-52 16,-1-1-78-16,3-2-251 0,-2-1-683 0,-3 2 302 0</inkml:trace>
  <inkml:trace contextRef="#ctx0" brushRef="#br0" timeOffset="67205.42">23039 7342 58 0,'-3'3'279'0,"-1"-2"-13"0,4-1-4 0,-5 3-15 15,5-3-11-15,-3 3-15 0,3-3-19 0,0 0-20 0,0 0-16 0,0 0-15 16,20 0-20-16,-10-1 3 0,4-3-28 0,0 2-5 16,4-1-11-16,-1 0-11 0,-5 0-8 0,0 1-7 15,1 0-2-15,-3-2 3 0,-4 1 7 0,3 1 1 16,-5 0-1-16,1-1-4 0,-1 1-2 0,-4 2-20 16,0 0-10-16,0 0-2 0,0 0-5 0,-34 5-7 15,13-2 3-15,-8 5-7 16,1 0-11-16,-2 4 5 0,1 2-2 0,-2-2-1 15,3 1-3-15,6 3 9 0,3-3-11 0,6-4 12 16,-1 4 3-16,8-2 3 0,2 1 15 16,7-2-6-16,6 5 2 0,16 1 0 0,11-2-14 0,23-3-54 15,35 2-74-15,7-5-99 0,2-7-124 0,-1-9-223 0,-1 2-599 0,-7-6 265 16</inkml:trace>
  <inkml:trace contextRef="#ctx0" brushRef="#br0" timeOffset="70185.07">4787 9890 137 0,'-7'-1'161'0,"1"0"-10"0,-2-1-21 16,0 2-12-16,-2 3-13 0,-3 1-10 0,3 1-20 0,-8 7 1 15,-5 0-10-15,0 9-12 0,1 1 3 0,1 1-10 0,-1 3 3 16,0 0-1-16,3 3 6 0,0-2 2 0,2 2 7 16,-1-3-3-16,5 1 3 0,3 1 4 0,1-10 16 15,4 2 0-15,1-3-5 0,2 0-4 0,1-6 1 16,-2-1-4-16,3-3-1 0,1 1 3 0,-1-3 14 15,4 0 3 1,0-3 7-16,2 0 2 0,-6-2 0 0,23-9-8 16,-5 1-1-16,0-3-2 0,4-4 5 0,1-5-8 15,-3 1-2-15,1 1-3 0,-2-3-3 0,0 3-10 16,-2-3-9-16,-4 7-1 0,-1-1-7 0,-2 2 3 16,-2 5-13-16,1 0 9 0,-5 1-2 0,-2 0-6 15,2 2-9-15,0 3-17 0,0-1-19 0,-3 1-29 16,-1 2-13-16,0 0 0 0,0 0 8 0,9 7-2 0,-4-2 5 0,-1 7 9 15,0 0-5-15,0 3 2 0,1 1-28 0,0 0-17 16,4-1-29-16,-4 2-40 0,1 1-50 0,1-3-61 16,3-1-233-16,-4-2-525 0,2-2 232 0</inkml:trace>
  <inkml:trace contextRef="#ctx0" brushRef="#br0" timeOffset="70555.13">5110 10181 85 0,'0'0'321'0,"0"0"-28"0,-3-5-30 16,3 5-27-16,0 0-25 0,0 0-28 0,0 0-19 0,0 0-17 15,-10 12-16-15,5-6-14 0,-3 5-10 16,2 3-12-16,1-2-5 0,-1 0-13 0,2 1-16 15,4-2-8-15,-1 0-9 0,2-1-3 0,2-1-3 16,2 0-4-16,3-4 2 0,2 1-4 0,2-2-5 0,7-2-2 16,0-3 0-16,1-2 1 0,1 0-2 0,-6-3-3 0,6-2 3 15,-9-1-4-15,0 1 3 0,-1-5 3 0,-2 3-1 16,-3-1-1-16,0-3-3 0,-2 3-4 0,-3 0-3 16,-2-1-2-16,-3-1-4 0,-2 1-7 0,-1 2-4 0,-3-2-8 15,2 3-18-15,-6-1-6 0,3 4-12 16,-3 2-7-16,-3 0-4 0,3 2-16 0,-1 2-17 15,3 0-20-15,-1 2-33 16,3 0-33-16,1 0-221 0,4 1-432 0,1-2 192 16</inkml:trace>
  <inkml:trace contextRef="#ctx0" brushRef="#br0" timeOffset="70755.12">5778 10115 79 0,'0'0'388'0,"-3"2"-22"0,3-2-23 16,0 0-3-16,0 0-63 0,0 0-54 0,0 0-52 16,19-7-41-16,-7 0-48 15,7 4-59-15,3-3-76 0,6-1-81 0,-8 6-239 16,0-6-404-16,-8 4 180 0</inkml:trace>
  <inkml:trace contextRef="#ctx0" brushRef="#br0" timeOffset="70890.03">5770 10263 94 0,'-6'5'192'0,"3"-1"-8"0,-2 1-2 0,2-1 1 16,1-2-4-16,2-2-11 0,17 4-12 0,0-4-16 15,14-2-21-15,5-5-61 0,14 0-84 0,5-4-129 16,-3-3-91-16,3 0-266 0,-4-2 118 0</inkml:trace>
  <inkml:trace contextRef="#ctx0" brushRef="#br0" timeOffset="83870.14">7231 9711 185 0,'0'-6'230'0,"0"2"2"0,0 0-7 16,1-1-1-16,2 0-3 0,-3-1 7 0,0 0-14 0,0-1 0 0,0-1-11 15,0 1-11-15,0 2 10 0,0-4 4 0,0 4-12 16,0-1-5-16,-2 0-15 0,2 1-18 0,0-1-14 16,0 6-15-16,0-6-14 0,0 6-17 0,-1-3-23 15,1 3-29-15,0-4-29 0,0 4-35 0,0 0-27 0,0 0-12 16,0 0-6-16,0 0 4 0,-5 19 6 15,2-8 7-15,-1 4 6 16,1 3 3-16,-1 2 5 0,0-2 3 0,2 2 5 16,-1 0 1-16,2-2 6 0,-3 2 10 0,4-2-10 15,-4-7 4-15,4 3-16 0,0-1-16 0,-1-3-10 16,-1 1-13-16,2-1-20 0,0-3-16 0,0 0-16 16,-1 3-20-16,1-5-12 0,1 1-14 0,1-1-22 15,-2 1-195-15,0-4-417 0,0-2 185 0</inkml:trace>
  <inkml:trace contextRef="#ctx0" brushRef="#br0" timeOffset="84202.51">6905 10099 105 0,'-4'2'180'0,"3"0"-10"0,1-2-26 16,0 0-3-16,-7 3-12 0,7-3-5 0,0 0-16 15,12 4-10 1,2-4-15-16,8-2-3 0,12-3-5 0,17 2-3 16,4-4-3-16,7 3 5 0,-1-4-3 0,4 3 6 0,26-2 2 15,-30-1-4-15,2 4-4 0,-7 2-6 16,-5-5-7-16,-15 3-8 0,0 3-4 0,-7 1-4 15,-7-3-5-15,-2 3-6 0,-7 0-3 0,-3 0-5 16,-3 0-10-16,-1 0-20 0,-6 0-9 0,9 0 3 0,-9 0-3 16,0 0-3-16,-12 9-16 0,2-3-29 0,-9 0-34 0,-3 2-37 15,-6 1-202-15,8-1-363 0,-7-3 161 0</inkml:trace>
  <inkml:trace contextRef="#ctx0" brushRef="#br0" timeOffset="87477.2">7346 10351 192 0,'0'0'265'15,"0"0"-12"-15,0 0-12 0,0 0-16 0,0 0-16 16,-4-4-17-16,4 4-11 0,0 0-18 0,0 0-16 16,0 0-15-16,0 0-15 0,0 0-9 15,0 0-11-15,0 0-9 0,0 0-12 0,0 0-10 16,0 0-6-16,0 0-9 0,0 0-5 0,0 0-2 0,0 0-7 15,0 0-7-15,0 0-1 0,0 0-9 0,0 0-1 16,0 0-4-16,0 0-1 0,0 0-1 0,0 0-1 0,0 0 0 16,0 0-1-16,6-4 0 0,-2 4 0 0,1-3 9 0,0 2-11 15,2-3-1-15,-2 2 0 0,-1-3-2 0,1 1-1 16,0 1 2-16,0-1-2 0,-3 1 4 16,1 0 1-16,1 1 1 0,-4 2-3 0,3-4-5 15,-3 4-2-15,0 0-5 0,0 0-2 0,0 0 0 16,0 0-3-16,-22 6 0 0,10 4-2 0,-3 0 0 0,1 3-2 0,-9 5 1 31,3 2 0-31,4-1 0 0,-4 1-2 0,8-3 3 16,2 0 0-16,-1 4 3 0,4-2-1 0,6 0-5 0,1 0 2 0,4-1-2 0,6-1 5 0,9 3 3 15,7-6 3-15,8 1-5 0,16-6-33 0,5 0-62 16,6-8-82-16,3-4-273 0,-1-2-495 0,2-5 219 31</inkml:trace>
  <inkml:trace contextRef="#ctx0" brushRef="#br0" timeOffset="88226.68">8601 9643 83 0,'0'-7'218'0,"-2"-5"-7"0,1 4-5 0,-1-3-4 16,-1 1-5-16,2 5-5 0,1-2-4 0,-3 2-10 15,3-1-11-15,-1 2-10 0,-1 0-14 0,1 0-14 0,1 4-11 16,0-8-13-16,-2 5-15 0,2 3-8 0,0 0-33 15,0 0-14-15,0 0 1 0,0 0-12 0,-17 17-2 16,8 2-6-16,-5 6-7 0,-1 8 6 0,-7 14-2 16,-1 3-4-16,1 8 1 0,-6 22 0 0,5-21-4 15,-4 19 4-15,13-21-4 0,-5 2-3 0,0-2 10 16,5-2-9-16,1-2 0 0,2-6 0 0,3-12 1 0,4-2-1 0,-2 0-2 16,1-3 2-16,-3-4 1 0,3 0 1 0,1-8-1 15,0-1 10-15,-2 1-10 0,2-7 1 0,-1 0 0 16,0 2 0-16,1-5 13 0,0-2 8 0,-1-1 7 15,1 0 3-15,-2-3 4 0,-1 2-1 0,1-3 3 16,-2 1-2-16,2-1-11 0,-3-1 15 0,1 0-17 16,8 0-4-16,-14-1 1 15,9 1-4-15,5 0-10 0,-11-2-2 0,11 2-41 16,-9 0-36-16,9 0-46 0,-10 3-46 0,7-1-53 16,-2-1-275-16,1 1-526 0,4-2 232 0</inkml:trace>
  <inkml:trace contextRef="#ctx0" brushRef="#br0" timeOffset="88611.63">7642 11175 98 0,'-9'4'190'16,"6"-4"-5"-16,-4 1-15 0,4 1-13 0,3-2-4 16,-7 1 3-16,7-1-12 0,-5 2-12 0,5-2-12 15,0 0-9-15,0 0-13 0,23-3-5 0,-3 0-11 0,11-3-7 16,6-2-8-16,14 0-9 0,3-2-2 0,-4 2-8 15,1-3-9-15,1 2 0 0,-15 3-7 0,-1 0-2 0,-3 1 0 16,-2 0 3-16,-11 1-8 0,1 0-4 0,-9 3-2 16,0-1 0-16,-2 1-5 0,-1 0-8 0,-5 1-9 15,1-1-10-15,-5 1-8 0,0 0 3 16,0 0-20-16,0 0-17 0,0 0-37 0,-18 10-22 0,5-6-16 0,3-1-42 16,-1 2-136-16,-1-3-332 0,-1 1 147 0</inkml:trace>
  <inkml:trace contextRef="#ctx0" brushRef="#br0" timeOffset="88981.54">8433 11103 211 0,'0'0'255'0,"0"4"-22"0,0-4-23 0,0 0-24 16,0 0-7-16,3 3-7 0,-3-3-10 0,0 0-8 0,0 0-16 0,0 0-11 16,0 0-11-16,5 2-13 0,-5-2-6 0,0 0-11 15,10-5-8-15,-5 3-7 0,0 0-3 0,2-1-13 16,-2-1 0-16,0 1-4 0,0 0-10 0,0-2 0 16,-1 0-5-16,0 3-2 0,0 0 15 0,-2-2-11 15,-2 4-2-15,2-5-9 0,-2 5-6 0,0 0-5 16,-10 0-4-16,10 0-6 15,-16 0 1-15,3 5-7 0,4-1 2 0,-1 3-2 16,0 0-3-16,-4 4 2 0,2-2-4 0,4-1 1 16,3 1 0-16,-1 0-7 0,6 0-1 0,1 1 8 15,9-2 2-15,7 1-1 0,19-2 2 0,2-1-25 16,21-4-49-16,6-2-80 0,28-5-99 0,-34-4-182 16,1-4-472-16,-2-3 209 0</inkml:trace>
  <inkml:trace contextRef="#ctx0" brushRef="#br0" timeOffset="90784.78">9085 9227 163 0,'0'0'224'0,"-3"-6"-5"0,3 6 1 0,-1-3-9 16,1 3-11-1,0 0-15-15,0-4-10 0,0 4-11 0,0 0-12 16,0 0-13-16,-1-5-9 0,1 5-12 0,0 0-4 16,0 0-20-16,-3-3-7 0,3 3-12 0,0 0-7 15,0 0-6-15,0 0-10 0,0 0-4 0,0 0-4 16,0 0-7-16,0 0-5 0,0 0-3 0,0 0-7 16,0 0-1-16,0 0-2 0,4-3-2 0,-4 3 0 0,8-6-2 15,2 1-3-15,-2 2-3 0,2 0-2 0,0-4-1 16,2 0-5-16,3-1-1 0,-5-2 2 15,-1 1-8-15,4 1 5 0,-6-1-3 0,1 0 5 0,-3 1-1 16,-1 0 5-16,0 2-1 0,-2 1 2 0,0-1-5 16,-2 2-4-16,-3 0 0 0,3 4 0 0,-7-2-4 0,-5 4 0 15,-2 2-2-15,-3 6 1 0,-7 7 2 0,-4 2-2 0,4 5-2 16,-1 1 0-16,-9 12-8 0,15-9-1 0,-2 1-3 16,6 3 6-16,2-1 2 0,6 0 3 0,3 3 2 15,5 0 4-15,8-2 0 0,7-5 2 0,10-1-7 16,15 0-37-16,9-5-79 0,7-4-114 0,6-13-190 15,-2-3-466-15,3-3 207 0</inkml:trace>
  <inkml:trace contextRef="#ctx0" brushRef="#br0" timeOffset="91501.66">9711 9760 73 0,'0'-8'243'0,"-3"-1"-7"0,3 2-7 15,-1 2 0-15,1-2-20 0,-2 2-21 0,0 0-17 16,2 2-19 0,0 3-18-16,-1-5-16 0,1 5-22 0,0 0-11 15,0 0-12-15,-11 9-5 0,4 2-12 0,-2 6-5 0,-3 7 1 0,1 5-15 16,0 2 0-16,-6 15-5 0,6 0-3 16,-2 5-2-16,3-4-2 0,-2 2-6 0,5 0 1 15,-2-4-1-15,5-11-3 0,1-1 1 0,-1 0-5 16,3-6-1-16,0-3 1 0,-3-4-4 0,4-2 3 0,-1-5 1 15,-2-1-3-15,3-2 2 0,-1-3 2 0,-2 1-2 16,3-2 7-16,-1-1 21 0,1-3 9 0,0 1 9 16,0-3-5-16,-5 5-5 0,-3-5-5 0,8 0-6 15,-19-5 0-15,7 3-20 0,-1-1-12 0,-6-2-15 16,2-1-23-16,-2 0 0 0,2 2-19 0,-1-4-19 16,0 3-14-16,4 1-16 0,0-1-13 0,3 2-18 15,0-1-24-15,5-1-33 0,-3-1-187 0,4 0-408 0,1 1 181 0</inkml:trace>
  <inkml:trace contextRef="#ctx0" brushRef="#br0" timeOffset="91802.24">9329 10174 198 0,'-4'2'210'0,"4"-2"-2"16,0 0-8-16,-5 2-12 0,5-2-18 0,0 0-18 16,0 0-15-16,0 0-11 0,22-2-15 0,-3-3-4 15,14 0-14-15,5-2-11 0,21-3-8 0,-1 0-10 0,-1 1-3 16,0-1-9-16,-4 2 0 0,-17 4-5 0,0 0-9 0,-7 1-7 16,1 1-5-16,-11 2-3 0,-6-3-7 0,-1 0-19 15,1 3-14-15,-8-2-13 0,4 2-7 0,-9 0 6 16,3 3 3-16,-3-3 0 0,0 0-6 0,-17 6-11 15,8-3-10-15,-3 0-11 0,0 1-16 0,1-3-9 16,0 3-34-16,1-2-53 16,0-2-92-16,3 0-292 0,1 0 130 0</inkml:trace>
  <inkml:trace contextRef="#ctx0" brushRef="#br0" timeOffset="92302.95">10212 9968 71 0,'5'-3'207'0,"0"0"-23"0,2-1-15 0,-1 2-12 16,7-1-19-16,-3 1-14 0,2 0-3 0,1 4-11 15,0-2-8-15,1 5-10 0,-1-2-10 0,-3 5-8 16,3-3-8-16,-3 4-1 0,-1 0-9 0,0 2-9 16,-1 3-2-16,-7-1-4 0,2 2-8 0,-3 2 4 15,-4 0 0-15,0 1-5 0,-5-1-3 0,-4 1-2 16,4-4-2-16,-3 2 0 16,0-3-2-16,1 0 2 0,-2-2-2 15,4-2 0-15,0-3 6 0,4-1-2 0,-1 0 3 16,0-1 4-16,2-1 14 0,1 1 28 0,0-1 24 0,3-3 15 15,-3 3 19-15,3-3-27 0,0 0-9 0,0 0-18 16,13-17-10-16,-1 10-2 0,1-5-7 0,2 2-11 16,2-5-6-16,4 1-7 0,-4 1-5 15,2 1 10-15,-5 0-18 0,3 2-3 0,-7 3-3 0,0 3 2 0,-4-1-4 0,2 0-7 16,-3 3-4-16,-2-1-9 0,2 1-11 16,0 2-14-16,-5 0-1 0,0 0 1 0,0 0-2 15,9 5 3-15,-9 1 0 0,0 0 3 0,0 0 6 16,0 4 1-16,0 1 4 0,1 0-23 0,-1 0-22 0,0 1-25 15,0-1-32-15,0 1-27 0,3-2-46 16,-2-3-76-16,2-2-156 16,-1-2-455-16,1-1 202 0</inkml:trace>
  <inkml:trace contextRef="#ctx0" brushRef="#br0" timeOffset="92503.2">10723 9883 222 0,'5'3'202'0,"3"1"-3"15,-2 3-20-15,3 2-13 0,-1 0-14 0,3 8-12 16,2 4-15-16,-3 2-10 0,-6 5-8 0,0 1-9 16,-7 3-13-16,-2 3-12 0,-4-3-33 0,-6 12-29 15,0-13-39-15,-2-2-51 16,-6-3-93-16,-1-1-101 0,-3-5-295 0,-1-4 130 15</inkml:trace>
  <inkml:trace contextRef="#ctx0" brushRef="#br0" timeOffset="92869.36">10248 9760 186 0,'0'0'236'0,"-5"-5"-21"0,2 4-28 0,3 1-19 16,0 0-17-16,-13 3-19 0,8 0-15 0,-5 6-10 15,-3 4-18-15,-6 8-11 0,-2 2-8 0,2 6-5 16,-7 15-7 0,-4 5-7-16,5-3-7 0,3 4 1 0,-1-3-7 15,5 1-3-15,5-3-1 0,4 0 10 0,8-12 7 0,2 2 3 16,8-6-1-16,4 0-1 0,10-6 2 0,6-1-6 16,19 0-27-16,4-5-50 0,11-9-70 0,30-3-100 15,-28-7-161-15,3-4-389 0,-4-3 172 16</inkml:trace>
  <inkml:trace contextRef="#ctx0" brushRef="#br0" timeOffset="94006.27">11441 9999 25 0,'0'0'127'16,"-8"1"-8"-16,8-1 2 0,0 0-11 0,-8 0-9 0,8 0-2 15,0 0-5-15,-3 4-3 0,3-4-1 0,0 0-3 16,0 0 2-16,0 0-1 0,-6 1 1 15,6-1-9-15,0 0-2 0,0 0-3 0,0 0 0 0,21-1 4 0,-8-3-9 0,10 3-5 16,5-4-8-16,5 4-4 0,2-2-4 16,1-2-5-16,3 3-2 0,1-4 2 0,11 1-3 15,-13 1-6-15,-2 1 4 0,0 3-6 0,-7-6-8 16,1 3 0-16,-11 3-3 0,-6 0-6 0,-2-2-17 16,-2 1-17-16,-1 2-21 0,-3-1-4 0,-2 2-7 0,-3-2-25 15,0 0-18 1,-16 6-28-16,6-3-34 0,-5-1-142 0,-6-1-322 15,3 1 142-15</inkml:trace>
  <inkml:trace contextRef="#ctx0" brushRef="#br0" timeOffset="94306.77">11544 10182 197 0,'-2'2'230'15,"2"-2"-21"-15,0 0-21 16,0 0-11-16,15-2-22 0,3 1-13 0,12-4-15 16,3 0-12-16,5-2-10 0,15-1-7 0,0 1-9 15,2-2-4-15,4 2-1 0,-4 0-6 0,2-1-4 16,-5 1-9-16,-13 2-8 0,-4 0-4 0,-6 0-2 15,-10 3-10-15,0-1 1 0,-7 1-7 0,-1-1-9 16,-3 3-18-16,-1-4-19 0,-5 3-50 0,-2 1-33 16,0 0-46-16,-15-2-232 0,0 2-401 0,-2-1 179 0</inkml:trace>
  <inkml:trace contextRef="#ctx0" brushRef="#br0" timeOffset="98869.33">11858 9911 85 0,'0'0'89'15,"-8"-1"-6"-15,4-2-11 0,4 3-4 0,0 0-8 16,-11 0-6-16,11 0-13 0,-14 4 1 0,6-1-7 0,-1 5 2 16,0-3-3-16,-5 5-1 0,3 3-10 0,-3 2-6 15,2-3 4-15,-2 4-3 0,1 5-7 0,-1 0 4 16,0 4-2-16,5-9-5 0,0 2 7 0,4-1-7 0,0 2-4 15,-3-2 2-15,7-3-3 0,1-2 4 0,0-3 0 16,0 2 2-16,3-4 0 0,3 0 4 0,0 1 21 16,7-1-2-16,4-7 11 0,3 0-3 0,10-6 10 15,-2 0 4-15,4-2-1 0,-4-4-4 0,1-2-4 16,-5 2 0-16,-7-1-3 0,6-3-7 0,-9 2-5 16,0-1-3-16,-2-2-2 15,-2 0 5-15,-2 0-7 0,-5 1 1 0,0 3-2 16,-2 1 5-16,-1 0-2 0,-4 2-3 0,1 0-4 15,-7 3 3-15,-1 2-7 0,-3 3-5 0,-4 1 0 16,-5 1-2-16,-7 6 0 0,0 6-2 0,-2 3 4 16,2-1-1-16,-1 3-2 0,3 2-4 0,0 2-1 15,3-1 1-15,2 0-2 0,6 0-6 0,6-4 8 16,3 1-20-16,1-3-4 0,6 2-1 0,-1-3 6 0,9 2 0 0,2-1 3 16,7-4 5-16,11 2 4 0,5-5 3 0,0-4-2 15,20-6 4-15,1-4-3 0,0-3 6 0,0-5 0 16,-6-3 3-16,-11 3-1 0,-5 0-8 0,-3-2 6 15,-4-1-2-15,-10 3 10 0,-4 1 4 0,-5-3 4 16,-1 4 3-16,-5-4-2 0,-7 3-4 0,-2-1-4 16,-4 3 4-16,-4 2-7 15,-3 1 5-15,-8 2-1 0,-3 2-9 0,-3 3 4 16,0 3-6-16,-1 4 0 0,-1 3-17 0,3 6-32 16,0 2-41-16,2 4-86 0,3 2-89 0,9-5-284 15,3-2 126-15</inkml:trace>
  <inkml:trace contextRef="#ctx0" brushRef="#br0" timeOffset="100804.67">5421 12762 123 0,'0'-7'208'16,"-1"2"-12"-16,-1-2-7 0,-1 1-7 0,-1 0-12 16,4-4-10-16,-4 4-9 0,3 0-7 0,0 1-10 15,-2-1-2-15,2 2-9 0,-2-2-1 0,2 0-11 16,-3 1-10-16,3-1-8 0,-4 1-5 0,1 0-9 15,0 0-7-15,-1 0-14 0,0 0-5 0,-3 2-6 16,-2 1-10-16,-4 0-6 0,-8 2-6 0,2 3-2 0,-6 2-6 0,-2 2 0 16,-1 0-2-16,-1 5-5 0,2 1 1 0,0 1-4 15,1 3 1-15,2 2-4 0,-2 0-3 0,3 3-1 16,1 2 2-16,0 0-4 0,2-2 0 0,3 3-1 16,3-1 0-16,6-5-3 0,0 0-1 0,2-2 3 15,3 4-3-15,1-4-12 0,0-1-3 16,3-1 1-16,3-3 0 15,1-1 3-15,1 0-2 0,3-2 6 0,-1 0 11 0,2-2-4 16,1-2 9-16,3-2 12 0,5-3 3 16,0 0 11-16,1-7 6 0,2-1 6 0,-2 1 15 15,-1-3 5-15,-3-1 13 0,2-1 12 0,-1 0 8 16,0-2 7-16,-4 0 2 0,2-2-3 0,-2 0-9 0,-2-2 24 16,3 2 0-16,-4 1-1 0,-1 0-1 15,-1 0-5-15,1 0-4 0,-3 5 4 0,-1-1-22 0,0 1 20 0,0 1 0 16,-3 4-10-16,2-3-6 0,-1 3-9 0,-1 1-11 15,0-2-7-15,1 2-6 0,-2 4-6 0,1-3-8 16,-1 3-7-16,3-4-11 0,-3 4-15 0,0 0-24 16,0 0-19-16,0 0-27 0,0 0 1 0,0 0-2 15,2 10 7-15,-2 1 8 0,-1-1 3 0,0 7 8 16,-2 1 4-16,3 3-4 0,-1-2 8 0,-2 5-12 0,3 1 20 16,0-1-5-16,0-5 17 0,1-2-6 0,-1 0-14 0,2-5 15 15,-1 0 0-15,2-1 5 0,-1 0-20 0,3-4 2 16,0 4 0-16,3-5-4 0,2 1-1 0,2-2 4 15,8-1-33-15,7-4-54 0,2-4-59 0,6 0-79 16,2-2-100-16,-1-7-238 0,11-10-638 0,-10 9 283 16</inkml:trace>
  <inkml:trace contextRef="#ctx0" brushRef="#br0" timeOffset="101384.19">5826 12921 126 0,'0'0'349'0,"-1"-8"-7"15,1 4-30-15,0 0-29 0,0 4-24 0,0 0-25 0,0-5-27 0,0 5-26 16,0 0-22-16,0 0-21 0,0 0-35 0,0 0-12 15,0 0-11 1,0 0-10-16,0 0-6 0,-1 20-6 0,1-8-9 16,-4 3-4-16,0 2-9 0,-1 1-2 0,1 9-4 0,3 0 0 0,-7-1-5 15,4 3-2-15,-1-6-4 0,4-5-1 0,-3 0 0 16,4-4-3-16,-3-2 1 16,6-5-5-16,-6 3 4 0,3-5-2 0,-2 0-1 15,2-3 8-15,-1 3 19 0,0-2 32 0,1-3 33 16,0 0 5-16,0 0-6 0,0 0-14 0,12-12-4 0,-4 2-5 15,-2-2-11-15,7-1-1 0,1-9-12 0,4 1-8 16,-2-1 0-16,-4 8-6 0,1-1-9 16,-1 1-17-16,0 2 14 0,-4 5-6 0,-2-1-5 15,0 3-18-15,0 2 11 0,-2-1-19 0,1 1-5 0,-1 2-8 0,2 1-8 16,-6 0-8-16,13 0-8 0,-7 4-4 0,3 1-2 16,-1 2-9-16,3 1-12 0,2 2-24 0,1 2-16 15,3-1-25-15,1 1-39 0,-3-2-37 0,8 4-61 16,-5-6-270-16,-1 1-588 0,2-4 262 0</inkml:trace>
  <inkml:trace contextRef="#ctx0" brushRef="#br0" timeOffset="101584.81">6541 12961 356 0,'0'0'361'0,"0"0"-23"16,0 0-19-16,0 0-27 0,0 0-30 0,-4-3-31 16,7 0-33-16,1-1-37 0,3 2-38 0,2-4-39 15,5 5-49-15,3-2-51 0,3-3-65 0,-3 3-70 16,3-2-76-16,-3 1-155 0,-1-1-412 0,-3 0 183 16</inkml:trace>
  <inkml:trace contextRef="#ctx0" brushRef="#br0" timeOffset="101737.95">6603 13111 53 0,'-3'5'215'0,"1"-3"12"0,2-2 1 15,-5 4-3-15,5-4-16 0,0 0-18 0,18-4-21 0,0-3-16 16,10-3-13 0,1 2-23-16,10-2-49 0,8-5-46 0,7 0-56 15,1-1-68-15,2-2-67 0,-2 3-120 0,3-4-310 16,-5-2 138-16</inkml:trace>
  <inkml:trace contextRef="#ctx0" brushRef="#br0" timeOffset="102054.4">8023 12518 195 0,'-1'-10'319'0,"2"1"-5"0,-1 2-13 0,0 0-20 16,3-1-25-16,-3 3-25 0,0 3-20 16,1-4-30-1,-1 6-19-15,0-4-25 0,0 4-42 0,0 0-16 16,0 0-9-16,0 0-10 0,0 12 1 0,4 0-10 15,-2 3-6-15,-2 5-6 0,0 5-4 0,0 1-16 0,0 2-11 16,0 1-29-16,0 0-34 0,0 0-45 0,-1 1-36 16,2-2-43-16,-3-3-83 0,-2-6-138 0,0-2-433 15,0-8 192-15</inkml:trace>
  <inkml:trace contextRef="#ctx0" brushRef="#br0" timeOffset="102369.92">7728 13012 129 0,'-6'2'231'0,"2"-1"-16"0,0 0-7 16,4-1-6 0,-5 3-13-16,5-3-19 0,0 0-17 0,0 0-9 15,0 0-12-15,29-3-15 0,0-1-11 0,10 3-10 0,17-8-12 16,7 0-5-16,-1 0-6 0,5-2-10 0,23-1-3 15,1-3-8-15,-29 6 1 0,3-3 7 16,1 4 2-16,-6-1-6 0,-6 2-5 0,-15 2-4 16,-3 0-8-16,-4 1-1 0,-13 3-4 0,-2-3-2 0,-3 3-5 15,-4-1 0-15,-1 2-7 0,-2-1-12 0,-1 1-10 0,-4-2-9 16,-2 2-15-16,0 0-28 0,-12 6-38 0,-1-1-55 16,-6 1-64-16,-2-1-208 0,-2 0-455 0,3 0 202 15</inkml:trace>
  <inkml:trace contextRef="#ctx0" brushRef="#br0" timeOffset="102808.22">8285 13251 160 0,'-3'3'225'0,"3"-3"-15"0,0 0-15 0,0 0-16 15,-1 4-15-15,1-4-16 0,0 0-14 0,0 0-10 0,0 0-13 16,0 0-6-16,0 0-13 0,0 0-6 0,0 0-4 15,0 0-8-15,16 0-4 0,-8-3-11 0,0 2-5 0,2-2-4 16,-2 3-5-16,3-4-1 0,0 3-7 0,-5 0-4 16,0-1 2-16,-1 1-3 0,-1-2-3 0,-4 3-3 15,6-2-7-15,-6 2 4 0,6-3-2 0,-6 3-7 16,0 0-5 0,0 0 0-16,0 0-4 0,-19 8 0 0,6-3-4 0,-4 6-1 15,1-1-9-15,-1 2 6 0,-5 5-1 0,6-3-6 0,2 1 4 16,-3 5-1-16,7-4 0 0,1 1 2 15,1 0-1-15,3 1 6 0,8 1 9 0,-2-2 4 16,12 2-1-16,1-4 7 0,10 2-2 0,11-2-19 0,2-6-46 16,18-2-71-16,2-10-307 0,8-1-461 0,-1-9 205 15</inkml:trace>
  <inkml:trace contextRef="#ctx0" brushRef="#br0" timeOffset="103858.23">10121 12230 140 0,'0'-5'172'16,"-1"-1"1"-16,1 3-12 0,0-3-5 0,-4 2-7 0,4-1-2 16,0 1-6-16,0 4-9 0,0-6-7 15,0 6-11-15,-2-5-13 0,2 5-10 0,-2-4-10 0,2 4-11 0,0 0-11 16,0 0-10-16,0 0-18 0,0 0-2 0,0 0-8 15,-5 12-4-15,0 4 0 16,-1 4-4-16,-3 9 0 0,-2 5 0 16,0 14-7-16,-2 6 3 0,3 1-3 0,-8 27 2 15,10-26 0-15,-2 27-3 0,0-32 7 0,1 3-5 0,4 0-3 16,4-3 0-16,-2 2 1 0,3 0 4 0,3-7-6 16,-2-11-1-16,0 2 1 0,3-4-1 0,-4 0 2 15,3-4 1-15,-2-1 0 0,-1-7-3 0,-1-4 0 16,-2 2 3-16,-2-2-1 0,1-5 9 0,-1-2 15 15,-4-1 3-15,0 1 3 0,-5-3-1 0,-3 1-1 16,0-4-2-16,-4 0 16 0,-7 0-4 0,6-3 1 16,-6-4 4-16,7 3-2 0,0-1-3 0,2 0-2 15,-2 0-8-15,11-1-1 0,-1 2-7 0,-1-1-2 0,3 1-22 0,4 1-40 16,-1-1-26-16,-2 3-33 0,3 2-59 0,2-1-58 16,1 0-180-16,2-4-428 0,5 4 190 0</inkml:trace>
  <inkml:trace contextRef="#ctx0" brushRef="#br0" timeOffset="105660.73">9519 13864 99 0,'0'0'137'0,"-10"0"-9"0,10 0-3 16,-5 2-21-16,5-2-6 0,-4-3-12 0,4 3-10 0,0 0-5 15,0 0-3-15,0 0-15 0,0 0 8 0,-8-1-10 0,8 1-8 16,0 0-4-16,0 0 3 0,0 0-2 0,0 0 10 16,0 0 9-16,31-1-1 0,-13-2-5 0,15-1-1 15,3-1-3-15,14-4-4 0,2-1 0 0,2 2 5 0,-4 2-8 16,2-2-4-16,-15 3-2 0,4 1-4 16,-4 1-3-16,-4-2 0 0,-3 0-4 0,-9 4-4 0,-3-1-1 15,-4 2-1 1,-2-2-17-16,-3 2-15 0,-3 0-11 0,-1 2 0 15,-5-2-4-15,4 3-7 0,-4-3-20 0,-15 7-18 16,5-1-20-16,-1 0-29 0,-5-1-146 0,-2 0-291 16,5-2 129-16</inkml:trace>
  <inkml:trace contextRef="#ctx0" brushRef="#br0" timeOffset="106045.46">10342 13854 11 0,'0'0'217'0,"-2"1"-14"0,2-1-12 0,0 0-12 0,0 0-9 16,0 0-14-16,0 0-15 0,0 0-14 0,0 0-13 15,0 0-10-15,0 0-9 0,0 0-10 0,0 0-9 16,24-4-9-16,-10 2-7 0,-1-1-5 15,-2-1-7-15,1 1-1 0,-2-2 0 0,0 1-8 0,-3-1-2 16,-1 3-7 0,-2-1-1-16,1 0-5 0,-1-1-1 0,-3 1-3 15,-1 3-5-15,0 0-1 0,-11-5-4 0,-1 7-6 16,-2-1 2-16,-5 6-4 0,-8 3-1 0,0 2 1 16,0 2-3-16,2 6-3 0,2-2-1 0,0 0-3 0,5 4 1 0,1-3-1 15,6-2-1-15,3 1 5 0,7 0 6 0,2 2 3 16,3-3 17-16,14 4 1 0,10 0 6 0,18 2-5 15,10-8-41-15,7-8-74 0,28-4-122 0,-2-11-152 16,-25-4-395-16,24-10 175 0</inkml:trace>
  <inkml:trace contextRef="#ctx0" brushRef="#br0" timeOffset="106947.35">10726 11818 213 0,'-3'-2'229'15,"3"2"-7"-15,0 0-14 0,-1-4-13 0,1 4-16 16,0 0-16-16,0 0-13 0,0 0-20 0,0 0-13 16,0 0-13-16,-3-4-10 0,3 4-10 0,0 0-9 0,0 0-8 15,0 0-7-15,0 0-8 0,0 0-7 0,0 0-4 0,0 0-5 16,0 0-5-16,0 0 1 0,0 0-3 0,0 0-6 15,0 0 1-15,0 0-4 0,17 4 1 0,-11-4-4 16,3 0-1-16,-1-2 2 0,5 0-5 16,2-2 5-16,-4 1-4 0,2-2-6 0,1 0 3 0,-1-1 0 15,0 1-3 1,-3-3 1-16,-2 1-2 0,-2 3 0 0,-2-2-4 16,2 2-1-16,-3-1-8 0,-3-2-4 0,-4 5-4 15,4 2 5-15,-18 0-2 0,8 3 2 0,-9 3-4 16,-8 3 2-16,0 4-1 0,-1 5 2 0,0 1 0 0,0 6 1 15,3 0-1-15,1 2 1 0,1-3 0 16,8 3 0-16,1-1 0 0,5 1 2 0,5 0-1 0,4-1 0 0,10 0 4 16,8-3 1-16,8 1-5 0,21-2-34 0,4-3-83 15,9-14-281-15,32 2-438 0,-27-8 194 0</inkml:trace>
  <inkml:trace contextRef="#ctx0" brushRef="#br0" timeOffset="107695.37">11735 12296 188 0,'-1'-9'211'0,"1"3"-11"0,-5 1-10 0,4 0-21 0,1 1-15 15,0 4-17-15,1-7-17 0,-1 7-20 0,0 0-9 16,0 0-10-16,0 0-7 0,-12 20-10 0,7-4-7 15,-4 10-5-15,0 3-9 0,0 5-4 0,-5 12-11 0,1 2-3 0,1 3-3 16,0 0 2-16,-1-1-9 0,1 1-2 0,0-4-2 16,3-4-1-16,0-7 3 0,3-2-3 0,-1-2-4 15,2-3 3-15,0 0 0 0,1-5 0 16,-2-4 2-16,4-3-4 0,-2-5 0 0,0-2-2 0,2 1 2 16,-1-3 13-16,0-1 7 0,2-2 15 0,-2-1 9 15,2-1 0 1,-5-2-1-16,1 0-7 0,-6-2-4 0,1 1-3 15,-4-4-2-15,-3-2-9 0,-2 1-11 0,0-2-12 16,1 3-12-16,2-4-21 0,0 2-18 0,0-2-12 0,1 4-18 16,3-1-11-16,0 0-25 0,2 0-15 15,1-2-12-15,3 4-47 0,-1-2-103 0,2 1-316 16,4-1 140-16</inkml:trace>
  <inkml:trace contextRef="#ctx0" brushRef="#br0" timeOffset="108017.6">11335 12787 192 0,'-4'2'177'0,"4"-2"-17"16,0 0-18-16,0 0-14 0,0 0-10 0,0 0-7 16,18 0-6-16,-5-2-9 0,10-1-5 0,8-1-9 0,3-1-10 15,2 2 2-15,5-6 2 0,9 0-8 0,1-1-7 0,-14 5 0 16,-4-1-8-16,-2 2-13 0,-3-1-2 0,-9 2-1 16,-1 1-3-16,-5 0-17 0,-4 0-12 0,-3 3-15 15,2-2-11-15,-8 1-3 0,0 0 0 0,0 0-21 16,0 0-11-16,-14 7-29 0,1-3-19 0,0-1-30 15,-5 0-123-15,5-2-276 0,-3 3 123 0</inkml:trace>
  <inkml:trace contextRef="#ctx0" brushRef="#br0" timeOffset="108496.64">12071 12605 81 0,'10'-4'174'0,"3"1"-12"16,5 1-17-16,-4 2-9 0,4 2-10 0,0 0-18 16,-4 3-6-16,4 0-10 0,-3 5-13 0,-1-3-9 0,-5 5-2 0,0 0-9 15,-2 5-7-15,-2-3-6 0,-3 2 1 0,-4 2-4 16,-3-1-3-16,-2 1-1 0,-1 1-9 0,-2-2-1 15,-1-3-5-15,-2 0 10 0,-1 1 1 0,1-2-1 16,3-3-6-16,-3-1 9 0,8-2 3 0,-4 0 1 16,5-4 4-16,-1 0 0 0,0-1 18 0,4 1 31 15,-2-1 26 1,3-2 17-16,0 0-4 0,0 0-10 0,0 0-21 16,4-11-13-16,6 2-6 0,-1-1-8 0,8-4-10 15,-2 1-9-15,5-8-5 0,2 2-6 0,-1-1-14 16,0-2-8-16,-3 4-5 0,-2 5-2 0,-1 1-4 0,-4 2 4 15,-2 2 0-15,-1 1-7 0,-3 2 3 0,3 1-7 16,-4 2-2-16,-2-1-19 0,1 1-6 16,-3 2-6-16,0 0 6 0,0 0-8 0,9 9 5 0,-8-4 2 0,2 4 1 15,-2 2 0-15,-1 1 7 0,4 0-3 0,-2 3 4 16,1 1-1-16,-2 1-16 0,4 0-33 0,-2-5-31 16,1 0-24-16,1 1-45 0,1-5-51 0,-3-2-207 15,0-1-456-15,3-3 202 0</inkml:trace>
  <inkml:trace contextRef="#ctx0" brushRef="#br0" timeOffset="108718.52">12523 12538 64 0,'0'0'215'0,"12"2"-17"0,-7 2-13 0,3-1-14 0,3 0-14 0,-2 4-6 15,8 2-9-15,-4 4-12 0,0 1-12 16,-1 2-8-16,4 8-11 0,-4 1-6 0,-3 0-11 0,-2 1-7 16,-3 2-9-16,-3-3-14 0,-6 2-14 0,-3-3-15 15,-6 2-18-15,-4-1-19 0,-5-3-34 0,-4 0-38 16,4-5-53-16,-10 0-176 0,2-5-340 16,-2-3 150-16</inkml:trace>
  <inkml:trace contextRef="#ctx0" brushRef="#br0" timeOffset="109013.02">12149 12415 67 0,'-10'5'150'0,"-8"6"-7"0,-4 4-13 0,1 9-9 0,-2-2-8 0,2 8-15 15,-3 12-6-15,6-10-8 0,-2 11-7 0,3 1-15 16,8-13-7-16,3-2 1 0,3 3 2 0,7-1-17 16,2-2 14-16,6 0 0 0,7-6-3 0,4-2-3 15,20 5 0-15,3-4-27 0,8-7-56 0,0-11-118 16,2-6-89-16,0 0-261 0,-6-8 117 0</inkml:trace>
  <inkml:trace contextRef="#ctx0" brushRef="#br0" timeOffset="110320.85">13423 12612 95 0,'0'0'203'16,"-5"-3"-17"-16,5 3-17 0,0 0-14 0,-8-1-17 15,8 1-23 1,0 0-4-16,-4-3-14 0,4 3-9 0,0 0-9 16,0 0-6-16,0 0-5 0,0 0-12 0,0 0-5 15,0 0-7-15,0 0-1 0,0 0-6 0,0 0 2 16,0 0-6-16,25 0-2 0,-14-5-6 0,1 1-2 0,-1-1 1 16,6-2-6-16,-1 2-1 0,-5-2-3 0,-1 0-1 15,1 1 2-15,0-3-6 0,-2 1-2 0,-1-1 4 16,0-1-1-16,-1 2 3 0,-2-1-3 0,-3 2 7 15,0 0 6-15,1 2-2 0,-6 0 0 0,-1 0-2 0,-1 3-8 16,-2-1 1-16,-7 6-3 0,-2-3 4 0,-6 4-3 16,-5 6-3-16,-1-1-1 0,2 3-4 0,-2 4-1 0,-3 0 2 15,3 2 0-15,0 3-1 0,0 1-2 0,0 0 0 16,1 4-4-16,3 0 5 0,1-3-1 0,5 3-3 16,2 1-1-16,1-1 3 0,8 1 1 0,2-1 4 15,3-8-10-15,11 1 5 0,-2-4-6 0,13 6 5 16,5-4 1-16,8-5-3 0,5 0-3 0,15-3 3 15,5-6-12-15,11-5 4 16,23-4 0-16,-25-2-2 0,26-5-11 0,-30 4-12 16,-1-6-14-16,-2 6-9 0,-7-5-4 0,-16 3 5 15,-4-1 3-15,0 0-2 0,-10-2 8 0,0 2 2 16,-9-3 12-16,-5 5 6 0,-1 3 17 0,-6-6 11 16,-3 4 14-16,-3-3 7 0,-2 5 7 0,-3 0 3 15,-4 0 1-15,-5 3 4 0,-1 0-9 0,-7 4 11 16,3 0-7-16,-6 4-5 0,1 3-6 0,-1 0 1 0,2 4 2 0,0 0-6 15,5 2-1-15,4-3-2 0,3-1-3 0,3 4-4 16,5-2-4-16,2 0 6 0,-2-1-2 16,6-1 5-16,2 0-4 0,6-1 3 0,2 1 1 15,6-3 1-15,5 1-2 0,11-2 1 0,0-3 2 0,2-1-3 16,-1-2-8-16,-1-3 4 0,-1-1-2 0,1-2-6 16,-11 1-9-16,2-1 4 0,-4-1-6 0,-3-1-1 0,-3 1 1 15,-3-1-10-15,0 0 4 0,-6-2-5 0,0 1-13 16,-2-1-7-16,-3 1-4 0,-2-2-4 0,-1 3 7 15,-4 0 3-15,-1 1-5 0,1 1-8 0,-4 0 0 16,0 3 5-16,-1-2-8 0,4 4-8 0,-3-1-9 16,3 0-26-16,-2 3-95 0,5-2-213 0,3 2 95 15</inkml:trace>
  <inkml:trace contextRef="#ctx0" brushRef="#br0" timeOffset="110684.16">14468 12600 97 0,'0'-7'191'0,"0"7"-15"16,0 0-18-16,0 0-22 0,0 0-10 0,-16 5-17 15,9-3-15-15,0 3-7 0,-3 3-6 0,-1 1-9 0,-3 0-9 16,1 2-6-16,-2 1-6 0,1 0-8 15,2 0-2 1,1-1-4-16,6 0-3 0,-4 3-11 0,4-2 2 16,1-2-6-16,0 2 1 0,3-2-1 0,1 2 2 15,6-2-4-15,-2 2-4 0,10 1 4 0,3-4-3 0,1 3 1 16,6-1 3-16,2-1-6 0,2-1 0 16,-9-1 3-16,0-5-4 0,0 2-6 0,-1 2 1 15,-5-4 2-15,-3-1-4 0,-2 1-11 0,-2-1-2 16,0 2-5-16,-3-4 2 0,-3 0 0 0,-4 7 0 0,-2-3 3 0,-7 0 3 15,-5 1-8-15,0 0 7 0,-2 2-9 0,-1-5-26 16,-9 5-17-16,2-4-14 0,-2-1-38 0,2 0-147 16,5-2-279-16,4-2 124 0</inkml:trace>
  <inkml:trace contextRef="#ctx0" brushRef="#br0" timeOffset="111153.64">14840 12603 107 0,'0'-4'249'0,"0"4"-25"0,1-3-23 16,-1 3-19-16,0 0-26 0,0 0-17 0,0 0-11 15,0 0-17-15,0 0-10 0,8 9-15 0,-6-4-6 16,-1 7-8-16,0-3-9 0,-1 3-7 16,0 4-1-16,0 0-7 0,-2 1-9 0,0 0-2 0,-2 0-3 0,2 3-6 15,-3-1 3-15,-1-1-6 0,-1-1-1 0,3 1-3 16,-2-4-5-16,3-4-4 0,-1-2 3 0,2 3-2 16,-1-6 2-16,2 0 1 0,-2 2-1 0,3-4 7 15,-2 0 39-15,1 1 24 0,1-4 24 0,0 5 25 16,0-5 8-16,0 0-23 0,0 0-12 0,11-14-7 15,-3 7-4-15,-1-3-16 16,7-2-9-16,-1-3-10 0,2 1-7 0,3-3-2 16,-2 2-5-16,-3 1-5 0,0 2-4 0,0 3 11 15,-5 1-23-15,1 1-1 0,-4 4-8 0,-1-1-8 16,1 1-7-16,-5 0-11 0,5 3-7 0,-5 0 1 16,0 0-6-16,13 4-6 0,-8-1 0 0,-1 3 1 15,1 1 4-15,0 2 4 0,-1 1-4 0,2 0 5 16,-1 4-19-16,-1-2-15 0,-1-2-29 0,-1 5-25 0,1-3-28 0,0-2-32 15,-1 1-41-15,1-3-42 0,-5-1-203 0,2-2-488 16,-1-3 216-16</inkml:trace>
  <inkml:trace contextRef="#ctx0" brushRef="#br0" timeOffset="111517">15388 12622 47 0,'0'0'265'0,"0"0"-32"0,7-2-26 16,-7 2-22-16,0 0-17 0,0 0-15 0,-3 7-16 15,3-7-13-15,-5 14-10 0,1-4-13 0,-1 0-12 16,-1 6-8-16,-2 1-9 0,-1 0-9 0,0-2-3 0,-1 2-5 16,1-2-8-16,1-1-2 0,2-3-5 0,0-2-4 0,2-3-2 15,1 2 2-15,1-4-4 0,-2 0 10 0,3 0 33 16,-1 0 29-16,2-4 27 0,-1 4 16 0,1-4 18 15,0 0-35-15,0 0-13 0,0 0-12 0,5-17-10 16,0 9-15-16,-1-1-4 0,3 0-11 0,0-2-14 0,1 4 1 16,-2-3-4-16,-1 4-10 0,1 0-1 0,-2 1-5 15,0 1-7-15,0 1-7 0,0 1-13 0,-3-1-13 16,-1 3-5-16,9 0-4 0,-9 0-8 0,13 3 0 16,-8-1-8-16,0 3-3 0,3 0-17 0,2 2-21 15,-2 0-24-15,0 3-31 0,-1-3-35 0,2 3-33 16,-1-3-54-16,-3-4-240 0,0 2-529 0,-1-1 234 15</inkml:trace>
  <inkml:trace contextRef="#ctx0" brushRef="#br0" timeOffset="111701.64">15234 12647 12 0,'-5'-1'256'0,"1"-1"-25"0,4 2-21 15,0 0-29-15,-8-1-10 0,8 1-21 0,0 0-18 16,0 0-10-16,0 0-11 0,28-1-12 0,-6 2-13 16,11 0-5-16,-1-3-29 0,4 2-37 0,0-1-60 15,2-1-68-15,-7-3-180 0,-2 0-315 0,-1-2 140 16</inkml:trace>
  <inkml:trace contextRef="#ctx0" brushRef="#br0" timeOffset="112125.03">15756 12514 33 0,'0'0'219'0,"8"-3"-19"0,-4 3-16 16,-4 0-13-16,15 2-14 0,-4-1-15 0,1 3-18 15,-3-1-3-15,3 2-20 0,-1 1-6 0,-2 2-8 16,3 5-10-16,-3-2-16 0,0 3 5 0,-4-1-10 15,0 4-7-15,-3 0-7 0,-2-1 2 0,-1-3-5 16,-1 4 3-16,-4 0-13 0,0-2 8 0,1-3-3 16,0-1-5-16,-2 1-1 15,1-4 1-15,2 0 3 0,-1-2-1 0,4 0 3 16,-3 0 1-16,1-3 9 0,3-2 18 0,-2 3 33 16,2-4 21-16,-4 4 34 0,4-4 18 0,0 0-5 15,0 0-13-15,0 0-21 0,6-12-11 0,-3 6-11 0,5-2-18 16,-2-4-3-16,3-2-12 0,1-2-7 0,6-3-8 15,-4 2-11-15,1 0-2 0,-3 1-5 0,2 2-4 16,-2 3-2-16,-2 1-3 0,-3 3-4 0,0 3-8 0,-3-1-11 16,6 2-24-16,-8 1-21 0,3-1-20 0,-3 3 5 15,0 0 5-15,4 8 5 0,-4 1 4 0,0 2-5 16,0 0 6-16,2 6-1 0,3 2 2 0,-5 1 5 16,5-3 3-16,2 3-2 0,4 3-16 0,3-7-26 15,3 5-41-15,2-3-63 0,5-2-88 16,-4-7-274-16,-1 0-580 0,0-6 256 0</inkml:trace>
  <inkml:trace contextRef="#ctx0" brushRef="#br0" timeOffset="112742.55">14689 13216 92 0,'0'0'191'0,"-9"0"-1"0,9 0-13 0,-6-1-2 16,6 1-12-16,-6-2-11 0,6 2-18 0,0 0-10 16,-5-2-12-16,5 2-14 15,0 0-9-15,0 0-8 0,0 0-5 0,0 0-6 16,0 0-2-16,0 0 2 0,0 0 2 0,0 0-5 16,0 0-1-16,0 0-2 0,-8 2-5 0,8-2-5 15,0 0-3-15,0 0-6 0,0 0 3 0,0 0-9 16,0 0-5-16,0 0-4 0,0 0-7 0,0 0 2 15,0 0-5-15,0 0 2 0,0 0-6 0,0 0 1 16,0 0 0-16,0 0-5 0,0 0 2 0,0 0 5 0,0 0 1 0,0 0 1 16,0 0-2-16,0 0-5 0,0 0 12 0,0 0-12 15,0 0 5-15,0 0-3 0,25-5 0 0,-7 1 0 16,13-4 5-16,9 1 2 0,13-6 3 16,9-1 8-16,31-3 6 0,4 0 0 0,4-3 8 0,0-1-2 15,9 5 15-15,0 0-20 0,-4 5 2 0,-8 0-9 16,-33 6 4-16,4-3-11 0,-9 3 2 0,2 2-3 0,-8-3-3 15,-14 0-1-15,-4 4-7 0,-4-1 4 0,-10 1-6 16,-6-1 4-16,-3 2-2 0,-3 0 19 0,-2-2 14 0,2 3 6 16,-6-3-9-16,1 1-15 0,-5 2-18 0,0-3-22 31,0 3-22-31,-16-1-19 0,7 0-14 0,-3 2-24 16,-7-1-19-16,1 2-30 0,0 0-28 0,-2 2-42 15,3-1-39-15,-3 0-232 0,7 0-516 0,-1-1 228 0</inkml:trace>
  <inkml:trace contextRef="#ctx0" brushRef="#br0" timeOffset="113174.57">15640 13295 24 0,'0'0'176'0,"0"0"-11"16,-2 2-12-16,2-2-9 0,0 0-10 0,0 0-9 16,0 0-13-16,0 0-8 0,0 0-11 0,0 0 0 0,0 0-5 15,0 0-9-15,17 0-9 0,-10 0-2 0,2-2-10 16,1 1-7-16,-1 0-7 0,1-3 1 0,0 3-10 15,-2-4 1-15,-2 2-6 0,1 3 1 0,-2-2-2 16,1 1-3-16,-6 1-1 0,8-4-17 0,-3 3 17 0,-5 1-7 16,4-1-7-16,-4 1 0 0,0 0-2 0,0 0-3 15,-15 5-1-15,5-1 1 0,-2 0-4 0,2 4-1 16,-4-2 1-16,-2 5-7 0,1 1 2 0,3 0-3 16,0 1 3-16,0 1-2 0,3 3 14 0,3-3-1 15,2-4 0-15,0 3 6 0,4 0 0 0,3-3 9 16,2 3-2-1,4-4 4-15,6-1 0 0,4-1-2 0,13 0 0 16,0-6-34-16,7-2-42 0,14-3-59 0,5-4-69 16,-3-5-145-16,3 0-354 0,1-8 157 0</inkml:trace>
  <inkml:trace contextRef="#ctx0" brushRef="#br0" timeOffset="113760.82">17138 12861 132 0,'-9'-5'196'0,"0"-1"-15"15,-3 3-18-15,1 0-17 0,-6-1-10 0,-2 4-11 16,-3 2-13-16,-6-2-13 0,-2 2-9 0,-1 2-5 16,5 3-11-16,-3-1-4 0,2 2-8 0,2 1-7 15,5 0-3-15,2 2-12 0,2-1 0 0,2 0-5 16,-1 1-4-16,3 2 0 0,3-4-4 0,4 1 1 15,0 1-3-15,0-1-4 0,6 1 1 0,-1-2 0 0,5 0 3 16,3-1 8-16,3-1 1 0,6-4 0 0,1 2 2 0,1-3-1 16,-1-1 5-16,11-4-4 0,-5-2 5 0,-2 0 6 15,3-5 4-15,-6 0 7 0,-2-2 3 16,0-2-1-16,0 1-1 0,0-6 2 0,-4 2-1 0,-4 0 1 16,4-7-3-16,-1 0 0 0,-6-3-12 0,-1-1-1 15,3-2-2-15,-4-1-1 0,-2-1 1 0,-1-1 1 16,2 1 5-1,-6-2 12-15,2 3 15 0,1 4 15 0,-2 8-8 16,-2 7-2-16,4 2-7 0,-3 0-4 0,2 3-17 0,1-1-15 16,0 4-36-16,-2 2-15 0,2 2 1 0,0 0-1 15,-11 12 1-15,6-1 0 0,-1 7 0 16,-6 6 3-16,6 5 1 0,-2-1-3 0,1 5-22 16,2-3-13-16,3 1-12 0,1 0-10 0,0 0-16 0,2-2-12 15,2 0-14-15,-1-2-8 0,4-3-35 0,-2-5-35 0,3-3-54 16,-5-3-207-16,5-2-486 0,-1-3 215 0</inkml:trace>
  <inkml:trace contextRef="#ctx0" brushRef="#br0" timeOffset="114180.37">17245 12724 183 0,'5'-3'190'0,"4"2"-20"16,-1-2-9-16,3 5-11 0,3-2-12 0,-1 3-12 31,1 1-7-31,4 3-17 0,-3 1-8 0,1 2-6 16,-2 1-7-16,-1 2-9 0,-4 1-5 0,-2 2-6 15,-3-3-5-15,-1 1-3 0,-5 4-3 0,0-1-10 0,-6 0 0 0,0 3-3 16,-3 1-3-16,-7 0 3 0,5-6-3 0,-1-3-4 16,4-1 3-16,1-1 1 0,-4-4 6 0,4 1 2 15,4-2 2-15,-1-2 13 0,2 1 15 0,-2-3 23 16,3 2 33-16,3-3 29 0,-4 3 36 0,4-3 1 15,0 0-22-15,0 0-16 0,2-12-12 0,3 4-22 16,2-1-9-16,6-6-19 0,1-1 0 0,5-3-12 0,4-2-8 16,-1 0-12-16,4-1-9 0,-3 3-7 0,-3 2-2 15,-5 2-13-15,1 1 17 0,-5 6-14 0,-2-1 2 0,-3 1-5 16,0 6 3-16,0-2-14 0,-5 0-6 0,3 0-22 16,0 1-24-16,-4 3-7 0,0 0-4 15,0 0 11-15,0 16-1 0,-3-7 1 0,0 3 4 16,0 5 4-16,-1 0 5 15,0 0 7-15,4 1-4 0,2 1 3 0,4 1-1 0,3 6 1 16,10-2-31-16,8-6-37 0,4 2-61 0,20 0-96 16,6-6-150-16,8-8-205 0,0-1-642 0,26-4 284 15</inkml:trace>
  <inkml:trace contextRef="#ctx0" brushRef="#br0" timeOffset="116127.79">20174 12958 76 0,'0'0'130'0,"0"0"-3"16,0 0-7-16,0 0-9 0,0 0-6 0,0 0-9 15,0 0-2-15,0 0-5 0,0 0-5 0,-8-3-3 16,8 3-6-16,0 0-7 0,0 0-3 0,14-9-3 16,-7 5-2-16,-1 1-6 0,2-3-1 0,2-2-1 15,-1 1 1-15,4-3 0 0,1-2 0 0,0-2-3 16,2 1 0-16,6-6 0 0,-1 1-1 0,0-4 2 0,-2 1 3 0,-2-5-1 15,2 4-8-15,-6-5 2 0,5-1-8 16,-4 1-10-16,0-3 3 0,-2 1 0 0,-1-2-6 0,-1 2-2 16,1 2-1-16,-3 1-6 0,1-3 0 0,-6 1-2 15,2 1 0 1,0 2-2-16,-2 7-2 0,-2-1 3 0,3 0 1 16,-2 5-2-16,-2 3 0 0,0 1-5 0,0 3 8 15,0-1-7-15,0 5-1 0,2-2-4 0,-2 0-9 0,0 5-12 16,-2-5 2-16,2 5 0 0,0 0-1 0,-12 10-1 15,5-2 4-15,-3 8 2 0,-1 9-3 0,-1 4 4 16,-2 2-2-16,-1 13 3 0,-2 3-2 16,2 4 2-16,-2-1 1 0,4 2-3 0,4-3 1 0,2 0 3 15,-1-2 2-15,0-12-3 0,7-2 3 0,2-2 0 16,3-4 0-16,1 0 5 0,2-8 0 0,0-3 5 0,1-2 7 16,0-2 0-16,-2-3 12 0,4 1 7 0,-1-5 11 0,1 1 12 15,3-3 11-15,-1-3 2 0,-1-2-2 0,2 0 3 16,2-6-9-16,-1 3-3 0,-1-5-5 0,2 0 2 15,-6 1-16-15,0 1-1 0,1-5-5 0,-3 1 0 16,-2 2-7-16,-1-2-10 0,-3 0-7 0,-2 0-9 16,-3 4-12-1,-1-4-9-15,-3 5-4 0,-2 0-5 0,-7-1-3 16,0 3-1-16,-1 2-3 0,-4 1 0 0,0 3-4 16,-5 0-8-16,1 2-12 0,1 5-14 0,5-3-19 15,2 1-19-15,1 0-19 0,0 1-31 0,7 0-205 16,1-2-400-16,3 0 176 0</inkml:trace>
  <inkml:trace contextRef="#ctx0" brushRef="#br0" timeOffset="116550.27">20762 12815 77 0,'2'-2'251'0,"-2"2"-32"0,0 0-25 0,0 0-17 16,0 0-26-16,0 0-15 0,0 0-14 0,0 0-11 15,4 10-11-15,-4-5-16 0,0 2-5 0,0 1-9 16,0 2-7-16,-2 2-4 0,0 5-7 16,0-1-4-16,-1-1-7 0,1 5-5 15,-2-3-2-15,0-1-6 0,0 2 2 16,4-5-5-16,-4-3-5 0,4-2 3 0,-2 3-6 15,0-6 1-15,2 1 0 0,0-2 15 0,-1 1 19 16,1-5 20-16,5 0 0 0,-5 0-5 0,0 0-5 0,14-9-8 16,-3 3-7-16,0-3-5 0,3-2-2 0,0-2-6 15,3-1-4-15,-2 2 6 0,2-1-13 0,-2 0-1 16,0 1-2-16,0 0-8 0,-4 6 2 0,-1-2-1 0,-1 3-4 16,3 0 0-16,-3 3-9 0,-2-1-4 0,1 3-1 15,-1 0-6-15,3 3 0 0,2 0-5 0,-3 3 2 16,0 1-1-16,1 2-4 0,3 2-16 0,0-1-20 15,-3 3-27-15,3-2-29 0,0 3-43 0,-1-4-54 0,-1-3-177 16,1-2-416-16,1 2 185 0</inkml:trace>
  <inkml:trace contextRef="#ctx0" brushRef="#br0" timeOffset="116797.74">21519 12767 183 0,'-3'1'273'0,"3"-1"-12"15,0 0-29-15,0 0-20 0,0 0-22 0,0 0-18 16,0 0-18-16,0 0-19 0,20-8-10 0,-2 3-25 0,1 4-30 15,-1-2-45-15,4 1-46 0,-2-1-42 0,-1-2-62 16,0 1-196-16,-2 1-347 0,2-1 153 0</inkml:trace>
  <inkml:trace contextRef="#ctx0" brushRef="#br0" timeOffset="116945.09">21578 12889 139 0,'-2'4'170'0,"2"-4"4"16,0 0-9-16,10 3-14 0,6-6-17 0,6 1-7 16,10-3-25-16,5-2-38 0,3 0-50 0,13-3-67 15,-3-2-146-15,0 0-213 0,1-3 95 0</inkml:trace>
  <inkml:trace contextRef="#ctx0" brushRef="#br0" timeOffset="117333.35">22774 12253 181 0,'3'-10'244'0,"-2"2"-4"16,2 0-12-16,-1 2-17 0,-2-1-18 16,3 3-22-16,-2-1-18 0,0 1-20 0,-1 4-18 0,0-4-11 15,0 4-13-15,0 0-14 0,0 0-10 0,0 13-6 16,0-4-9-16,-2 8-3 0,-1 9-5 0,-2 3-7 0,1-2-8 15,3 6-1-15,-3-1-3 0,3 2-2 0,-2 2-1 0,-2-4-16 16,5 1-39-16,-4-4-22 0,3 2-27 0,-4-4-40 16,1-10-42-16,-1 2-191 0,1-6-384 0,0-6 169 15</inkml:trace>
  <inkml:trace contextRef="#ctx0" brushRef="#br0" timeOffset="117614.21">22365 12765 34 0,'-5'2'225'0,"0"1"-20"0,5-3-12 0,-5 2-13 0,5-2-15 16,0 0-17-16,0 0-11 0,22 0-14 0,6 0-12 15,8-4-11-15,17-1-10 0,7 0-14 0,4 0-4 16,3-2-4-16,30-6-8 0,-5 2-3 0,-29 5-5 15,4-1-1-15,-4 1-2 0,-3 0-7 0,-9-1-3 0,-14 3-6 16,-4 2-1-16,-12 1-1 0,-2-2-5 16,-8 3-13-16,1-2-11 15,-4 2-17-15,-5-1-3 0,-3 1-15 0,0 0-16 16,0 0-15-16,-26 1-16 0,9 1-30 0,-5 1-7 16,-1 0-29-16,-2 0-151 0,4 1-322 0,-1 0 142 15</inkml:trace>
  <inkml:trace contextRef="#ctx0" brushRef="#br0" timeOffset="117970.7">22990 12925 87 0,'-1'2'197'0,"-3"1"-22"0,4-3-13 15,-5 4-20-15,5-4-9 0,-4 0-7 0,4 0-12 16,0 0-4-16,0 5-3 0,0-5-7 0,0 0-1 31,13 3-6-31,-4-3-1 0,-3-1-9 0,3-1-1 16,-2 0 1-16,0-1 12 0,1 3 3 0,-3-4-4 16,2 3-4-16,-4-2-3 0,4-1-8 0,-4 3-3 0,0-3-3 0,1 3-5 15,-4 1-12-15,4-4-7 0,-4 4-8 0,0 0-6 16,-8-4-3-16,8 4-8 0,-15 0-4 0,3 3 0 15,-4 1-7-15,0 2-3 0,-3 3-2 0,5 0-7 16,-3 1 2-16,5 1-1 0,-2 2-2 0,1 2 1 16,2-3-1-16,5 5 0 0,4-1 0 0,4 1-3 15,2 0 2-15,13 3 0 0,4 1-2 0,6-6-20 16,10-3-42-16,18 1-55 0,8-5-95 0,3-5-224 0,29-5-474 0,-31-5 210 16</inkml:trace>
  <inkml:trace contextRef="#ctx0" brushRef="#br0" timeOffset="119919.43">24839 11969 135 0,'3'-5'135'0,"-1"-1"0"0,1 1 7 0,-3-1-17 0,2-5 0 16,1 5-9-16,-2-1-6 0,-1 0-4 0,2 1-2 0,-2-1-14 16,1 1-1-16,-1-2-7 0,1 4 0 0,-1 0-9 15,0-1-5-15,1 1-6 0,-1 4-9 0,-1-5-7 16,1 5-9-16,0 0-10 0,0 0-2 0,0 0-4 16,-14 12-2-1,3 1-8-15,-4 8 1 0,-1 4 0 0,-1 7-8 16,-4 15 2-16,-1 2 3 0,0 7-4 0,-5 26 2 15,0-4 0-15,12-21 1 0,-4 23-5 0,9-24 2 0,1 4-4 16,2-2 1-16,2 0 1 0,2-2-1 0,0-4-4 16,3-2 6-16,0-14-2 0,-1 10-1 0,-1-12 4 15,1 1-2-15,-4-5-3 0,0-1 3 0,-3-2 1 16,1-10 4-16,-4 2 0 0,-1-2 6 0,0-3 1 16,-5-2 3-16,2-4 2 0,-7 3-3 0,3-5 4 15,-8 0-3-15,4-5-3 0,-5 1-1 0,-1-2 1 0,1 0-2 0,0-2-3 16,1 0 0-16,6-3 0 0,2 3-4 0,-1 1-17 15,7-2-27-15,0 1-20 0,0 0-35 16,6 1-44-16,0 1-200 0,2-1-365 0,5 1 163 0</inkml:trace>
  <inkml:trace contextRef="#ctx0" brushRef="#br0" timeOffset="120320.32">23941 13704 16 0,'0'0'195'0,"-6"2"-7"0,6-2 1 15,0 0-3-15,0 0-14 0,0 0-18 0,0 0-15 16,0 0-15-16,0 0-12 0,34-6-11 0,-10 0-8 16,12-1-14-16,-3-1-3 0,7 1-7 0,11 0-8 15,-13-1-10-15,1 0-7 0,-5 2-1 0,1 2-4 16,-7 0 0-16,-9 0-8 15,-6 2-7-15,0-1 4 0,-3 1-5 0,-2 2-4 16,-2-1-7-16,-1 1-16 0,1-1-2 0,-6 1 1 16,0 0-18-16,0 0-14 0,0 0-17 0,-30 2-29 15,17 1-20-15,-5-1-31 0,0 1-176 0,0 0-335 16,4-2 147-16</inkml:trace>
  <inkml:trace contextRef="#ctx0" brushRef="#br0" timeOffset="120690.73">24646 13675 90 0,'0'0'230'0,"-4"2"-27"0,4-2-17 0,0 0-20 16,-2 2-19-16,2-2-15 0,0 0-14 0,0 0-16 15,0 0-21-15,0 0-6 0,0 0-9 0,2 5-6 16,-2-5-7-16,9 0-8 0,-1 0-3 0,2 0-7 16,-1-1 3-16,2 0-4 0,0-1-9 0,-2 0 4 0,-3 1-7 15,2-1-4-15,-2-1-1 0,-2-1 4 0,1 1-4 0,-1 1-4 16,-1 0-9-16,-3 2 2 0,0 0-14 0,0 0-7 16,0 0 10-16,-16-4-1 0,5 5-1 0,-10 3-2 15,2 1 5-15,0 1-4 0,-1 3 3 0,-6 3-1 16,7-2-2-16,2 2-5 0,2 2 5 0,0-1 0 15,1 3-1-15,3-1-3 0,6 1 10 0,1-1 2 16,4-4 5-16,4 2 5 16,9-1 6-16,10 1-1 0,13-5 3 0,21 1-6 15,3-9-53-15,35-9-47 0,-2-2-228 0,1-7-340 16,-6-2 151-16</inkml:trace>
  <inkml:trace contextRef="#ctx0" brushRef="#br0" timeOffset="121508.46">25354 11563 129 0,'0'0'231'0,"0"0"-20"0,4-3-17 0,-4 3-17 15,0 0-18-15,0 0-16 0,0-5-14 0,0 5-15 0,0 0-16 16,0 0-5-16,0 0-13 0,0 0-6 0,0 0-8 16,0 0-10-16,0 0-4 0,0 0-6 0,0 0-1 15,0 0-4-15,14 3-4 0,-14-3-4 0,9-3-1 16,0 3-6-16,1-3-3 0,-1-1-1 0,3 2 1 16,0-2-3-16,-3-3 0 0,3 2-2 0,-2 1-2 15,2-5 1-15,-1 3 5 0,-3-3-6 0,-3 4 4 0,1 0 5 0,-2 0-7 16,1 3-2-16,-4-3-5 0,-1 5-5 0,-4-4 0 15,4 4-1-15,-21 3-2 0,-1 3-7 0,-5 1 5 16,-1 4 0-16,-4 4-4 0,-1 5 1 0,2 2 1 16,1 0-12-16,3 1 6 0,0 1-2 0,3 1-3 15,6 4 3-15,0-2 0 0,9 3-2 0,4-1 7 16,6 3-3-16,8-4 3 16,13-2 2-16,15 6 6 0,9-4-5 0,5-7-35 15,9-5-73-15,5-6-99 0,2-3-147 0,-2-4-384 16,-2-5 169-16</inkml:trace>
  <inkml:trace contextRef="#ctx0" brushRef="#br0" timeOffset="122343.05">25979 12267 19 0,'0'-5'124'16,"1"1"-10"-16,-1 4 9 0,0-8-2 0,0 3 0 16,0 0-4-16,2 0 6 0,-2-3 3 0,0 2-8 15,0 0 1-15,2-4-3 0,-4 2-4 0,2-2-2 0,0-1-1 16,0 3-4-16,-2-2-4 0,2 5-3 0,0-5-8 16,0 4 2-16,0-1-5 0,-1 3-11 0,1 0-8 15,0 4-12-15,-3-6-12 0,3 6-11 0,0 0-10 16,-5 0 1-16,-1 6-6 0,-4 4-6 0,-2 4 4 15,-3 12-4-15,0 0-1 0,-1 8-2 0,-4 7-4 16,3 8-2-16,-2-3 1 16,6 3-3-16,-1 0 0 0,4 3 1 0,1-4 1 15,0 1-3-15,4-13 4 0,3 10-3 0,0-13 2 16,2-1-5-16,0 0 3 0,0-1 0 0,0-4 3 16,0-8-2-16,0-1-2 0,2-6 6 0,-4-1-2 15,2-1-5-15,0 0-1 0,0-5 7 0,-1 0 5 16,-2 0 2-16,2-1 5 0,-5 0-3 0,-1-1-2 15,-5-3 1-15,1 0-2 0,-3 0 0 0,-5-3-2 0,-1-2 0 0,-2 2-1 16,3-1-2-16,-3 0-14 0,3-1-13 0,-2-2-13 16,2 2-25-16,-2 0-20 0,3 0-17 0,6 1-24 15,-1-1-30-15,8-2-42 0,-1 0-153 0,0 1-372 16,4 1 164-16</inkml:trace>
  <inkml:trace contextRef="#ctx0" brushRef="#br0" timeOffset="122595.7">25547 12697 30 0,'-9'1'203'0,"9"-1"-12"15,-5 2-8-15,5-2-19 0,0 0-16 0,0 0-12 16,0 0-12-16,0 0-12 0,0 0-11 0,37-5-10 15,-15 2-6-15,9-3-10 0,2 2-8 0,3-1-4 16,4 0-9-16,-4 1-6 0,-3-3-2 0,2 6-8 16,-4-1-1-16,-5-2-3 0,-6 1-12 0,-8 3-16 15,-1 0-18-15,-1-2-18 0,-4 2-13 0,-1 0-22 0,-5 0 6 0,0 0-21 16,0 0-28-16,0 0-36 0,0 0-110 0,0 0-273 16,-30 2 122-16</inkml:trace>
  <inkml:trace contextRef="#ctx0" brushRef="#br0" timeOffset="123096.86">26389 12455 8 0,'10'-2'169'16,"3"-2"-19"-16,-4 3-10 0,5 1-13 0,-1 1-14 16,-2 4-9-16,2-1-9 0,-1 0-10 15,3 6-9-15,-5-2-9 0,2 4-9 0,-4 2-5 16,-5-2 0-16,0 3-6 0,-2 0-4 0,-3 4-3 16,-2-2 1-16,-3 0-1 0,-7 4-4 0,4-4 3 0,0-1-1 15,-3 0 1 1,-4-4 0-16,5 0-10 0,-1-2-1 0,2-1 5 15,0-3 0-15,2 2 2 0,2-4 3 0,0 1 8 16,2-1 7-16,-1-2 15 0,1-1 20 0,1 1 28 0,4-2 11 16,0 0-3-16,0 0-13 0,-4-7-13 15,4 7-13-15,13-13-5 0,-2 1-5 0,3 0-9 16,-1-2-9-16,6-6-4 0,3 1-11 0,-3 0-3 16,3 2-6-16,-2 2-4 0,-4 1 1 0,-2 4-4 0,-2 0-4 0,-2 1 0 15,-2 4-5-15,-1 0 1 0,-2 2-6 0,1-2-10 16,-3 3-11-16,1 2-8 0,-4 0 2 0,0 0-3 15,7 2-1-15,-6 4 2 0,1-1 5 0,-2 6-2 16,0-1-3-16,0 2 0 0,2-2 3 0,-2 4 2 16,0 3 4-16,2-2-1 0,0-1-4 0,0 0-7 15,0-3-26-15,1-1-27 16,1 1-21-16,-1-3-30 0,4 1-27 0,-1-3-45 16,-1-2-224-16,0-2-455 0,-1-2 201 0</inkml:trace>
  <inkml:trace contextRef="#ctx0" brushRef="#br0" timeOffset="123313.48">26798 12375 157 0,'0'0'206'16,"0"0"-24"-16,0 0-18 0,18 7-9 0,-8-1-18 15,-1 4-7-15,0 4-10 0,5 0-10 16,-5 8-9-16,5 2-11 0,-5 3-6 0,-5 1-11 0,-3 2 1 15,3-1-10-15,-5 1-5 0,-3-3-1 0,-4 2-9 0,-3-3-4 0,-6 2-12 16,1-5-11-16,-4 0-8 0,-5-3-24 16,-1-2-36-16,-3-2-46 0,1-4-48 0,-4-3-167 15,1-4-332-15,3-2 147 0</inkml:trace>
  <inkml:trace contextRef="#ctx0" brushRef="#br0" timeOffset="123613.48">26302 12310 15 0,'-20'15'145'0,"-2"7"-15"0,3 2-8 16,-3 3-10-16,-5 12-2 0,8-6-11 0,-6 11-7 16,3-1-8-16,3-1-8 0,9-11-10 0,0 5-4 15,6-5 5-15,4-2 9 16,4-1-2-16,4 0 5 0,8-5 1 16,4 2 1-16,9-7-10 0,7-2-10 0,15-1-9 15,7-3-51-15,4-9-78 0,2-1-84 0,0-5-93 0,-1-4-273 16,-2 0 122-16</inkml:trace>
  <inkml:trace contextRef="#ctx0" brushRef="#br0" timeOffset="125285.83">27689 12175 137 0,'0'0'199'0,"0"-3"-21"16,0 3-11-16,0 0-15 0,0 0-19 0,0 0-14 16,0 0-8-16,0 0-20 0,0 0-7 0,-3-4-5 0,3 4-10 0,0 0-3 15,-19 8-10-15,5 2-8 0,-2-2-1 0,-8 4-7 16,5-3-6-16,-6 6-1 0,-1-2-1 0,4 2-1 15,-2-1-6-15,-1 1-8 0,9-1 3 0,2-3 0 16,-2-1-4-16,3 3 0 0,1-1-5 0,3-1 0 16,3-1-2-16,1 2-5 0,1-2 6 0,0 0-3 15,7 0 1-15,1 0 4 0,2 1-11 0,7-1 8 16,1 4-3-16,5-5 2 0,5 3-6 0,3 1 6 16,1-1-5-16,0 1 3 0,-1 0-2 0,-1 0 2 0,-7-3-5 0,-1 2 2 15,-3-2-7-15,-1 1 7 0,-1 2-2 0,-7-4-5 16,-1 2 2-16,-1-1 2 0,-4 3 2 0,-2-1 0 15,-3-3-2-15,-6 3 4 0,-1-1-1 0,-1 0-2 16,-5-3 0-16,-1 2 3 0,0-3-1 0,-2 0-7 16,4-3 4-16,1 2 7 0,3-5-4 0,-1 3 1 15,3-2 1-15,5-1 1 16,-2 1 9-16,1-2 27 0,7 0 14 0,-8-2-5 16,8 2-27-16,4-7-11 0,1 1 2 0,4-3-10 15,9-2 0-15,0 0-1 0,8-5 0 0,1 0-1 16,-1 2-4-16,5-1 2 0,-4 1-1 0,2 2 5 15,-5 4 3-15,-2-1 5 0,-5 1 10 0,-1 2 7 16,-3 2 2-16,-1 0 3 0,-2 0-2 0,-2 1-4 16,-3 2-7-16,0 0-2 0,1 0-9 0,-6 1 1 0,8 0-1 15,-8 0-2 1,6 0-1-16,-6 0 1 0,4 6-4 0,-3-2-1 0,1 0 1 16,-1 0 1-16,0 1-2 0,1 1 1 0,-2 0 2 15,1 0-4-15,1 1 4 0,1 2 0 0,-2-5-15 16,-1 2-22-16,0 2-22 0,1-3-18 0,-1 2-32 15,0-3-24-15,-2 0-15 0,1-2-42 0,-4 2-163 16,5-4-374-16,-7 0 166 0</inkml:trace>
  <inkml:trace contextRef="#ctx0" brushRef="#br0" timeOffset="125417.33">27855 12433 10 0,'2'-4'230'0,"0"0"-16"0,-2 0-21 0,0 4-24 0,2-5-15 15,-2 5-34-15,3-2-37 0,-3 2-39 0,0 0-30 16,8 0-35-16,-8 0-48 0,7 3-122 0,-2 0-206 16,-2-1 92-16</inkml:trace>
  <inkml:trace contextRef="#ctx0" brushRef="#br0" timeOffset="125717.89">28088 12523 87 0,'0'0'244'0,"2"3"-27"16,-2-3-21-16,1 4-24 0,-1-4-19 0,0 3-12 15,0-3-16 1,-1 5-13-16,1 1-11 0,-1-2-8 0,-2 2-10 0,-1 2-9 16,2-1-4-16,2-2-7 0,-3 0-5 0,3-1-9 15,-1 1-2-15,0-2-2 0,1-3-5 0,0 7-2 16,0-7 3-16,4 2 3 0,-4-2-10 15,0 0 1-15,11-7-4 0,-5 7-6 0,-1-4-1 0,2 2 0 16,-1-1-5-16,1 0 4 0,2 1-6 0,0-2 2 16,-2 0-3-16,1 3-4 0,0-2-2 0,-1 2-3 0,-2 0-7 15,-5 1-10-15,17 1-18 0,-12 0-27 0,0 1-34 16,0 1-38-16,-1 1-68 0,4-1-153 0,-6-2-376 16,-2-1 166-16</inkml:trace>
  <inkml:trace contextRef="#ctx0" brushRef="#br0" timeOffset="126118.26">28408 12417 39 0,'0'-3'315'15,"3"-1"-33"-15,-3 4-32 0,1-5-27 0,-1 5-27 16,1-3-20-16,-1 3-14 0,0 0-23 0,0 0-17 0,0 0-10 0,-1 18-11 15,-3-7-14-15,0 1-7 0,3 3-2 0,-5 2-13 16,-1 0-11-16,1 9-3 0,-2-8-4 0,-2 6-5 16,1-5-3-16,3-2-4 0,-5 8-5 0,3-9-2 15,2-6 1-15,3-1-6 0,1-4 1 0,-3 5-1 16,3-6-2-16,-1 1 6 0,2-2 25 0,-1 0 28 16,2-3 33-1,-3 4 22-15,3-4-13 0,0 0-13 0,0 0-19 16,16-15-8-16,-7 6-6 0,-1-1-13 0,5-4-5 0,2 1-3 15,0-1-6-15,3 0-11 0,-4 1 1 0,9-3-6 16,-10 6-2-16,2-2 0 0,-4 5 5 16,-1 0-19-16,-1 1 6 0,-2 1-11 0,-1 2-1 15,-1 0 0-15,1 2-7 0,0 1-8 0,-6 0 9 0,11 0-23 16,-6 3-3-16,1-1 6 0,-1 3-2 0,0 2 0 0,2 1-19 16,-1-1-17-16,-2 3-25 0,1 0-30 0,1 1-25 15,0 1-41-15,0 0-51 0,-1-2-60 0,-1 0-231 16,2-2-558-16,-2-2 248 0</inkml:trace>
  <inkml:trace contextRef="#ctx0" brushRef="#br0" timeOffset="126487.85">28928 12446 103 0,'3'-3'374'0,"-1"-1"-40"0,1 3-36 0,-3 1-31 16,4-5-34-16,-3 3-22 0,-1 2-32 0,0 0-15 15,0 0-14-15,0 0-17 16,5 10-14-16,-9-2-13 0,1 3-10 0,-3 0-7 16,1 3-9-16,-2 2-12 0,-2 1-4 0,1-2-14 15,-1 0-12-15,0 1-7 0,2-5-3 0,0 0-14 16,3-4-2-16,-1 0 1 0,1-2-5 0,3 0 5 16,-3 1 5-16,2-1 10 0,-1-4 29 15,3-1 22-15,0 0-6 0,0 0-5 0,0 0 0 16,6-12-18-16,1 5-5 0,-2-3-9 0,0 1-2 0,3 1-6 0,1-2 1 15,-2 3-1-15,2-2-1 0,-2 2-6 0,2 0-2 16,-3 3-4-16,-1 0-10 0,-1 1 4 0,1-1 1 0,0 2-8 16,0 1 3-16,-5 1-13 0,11 1-1 0,-5 2-9 15,0 1-10-15,1 0-5 0,0 3-13 0,2 1-26 16,-3 1-31-16,2 1-34 0,0 0-48 16,-3-3-49-16,0 3-292 15,0-2-571-15,0-2 253 0</inkml:trace>
  <inkml:trace contextRef="#ctx0" brushRef="#br0" timeOffset="126672.39">28891 12446 329 0,'-4'-3'312'0,"-2"1"-22"0,6 2-25 15,0 0-21-15,-2-3-23 0,2 3-27 0,0 0-14 16,6-5-22-16,3 5-18 0,4 0-26 0,6-1-27 15,9 1-40-15,2 0-49 0,1 1-60 0,-3-1-79 16,4-1-82-16,-4 0-137 16,-7 0-388-16,1-3 173 0</inkml:trace>
  <inkml:trace contextRef="#ctx0" brushRef="#br0" timeOffset="127089.58">29296 12342 45 0,'3'-3'301'16,"-3"3"-32"-16,4-4-27 0,0 3-25 0,3-1-26 15,0 1-12-15,0 1-24 0,2-2-12 16,3 7-15-16,-2-2-17 0,1 1-7 0,0 1-13 16,-2 2-10-16,-2 1-11 0,1 2-11 0,-2-1-5 0,-3 4-7 15,-1 2-4-15,-2 2-3 0,-1-1-6 0,-3 1-2 16,-2 0-2-16,-2 0-10 0,-1 0 14 0,0-1-2 0,0-4-5 15,1-1 0-15,1 0-3 0,-1-4-3 0,2 1-3 16,0-2 3-16,3-3 3 0,1 1 13 0,-2 0 18 0,1-2 30 16,3-2 43-16,-2 5 32 0,2-5-4 15,0 0-23-15,0 0-7 0,0 0-19 0,10-20-12 16,-4 9-8-16,3 4-7 0,3-6-23 0,2-2 7 16,-2 1-11-16,1 2 1 15,1-3 1-15,-1-1-17 0,0 1 0 0,-3 8 2 16,-3-3-7-16,1 3 2 0,-4 1-20 0,1 1 5 15,-1 1 1-15,0 0-19 0,0 2-23 0,-3 1-14 16,-1 1-23-16,0 0 1 0,0 0 11 0,9 7 4 16,-13-2 4-16,4 6 5 0,0 0 1 0,0 1-9 15,5 4 2-15,-2 0-3 0,-2 3-8 0,7 0-10 16,2 3-23-16,3-5-43 0,1 3-67 0,5-4-92 0,-6-1-284 0,0-6-614 16,-3-1 272-16</inkml:trace>
  <inkml:trace contextRef="#ctx0" brushRef="#br0" timeOffset="127714.9">28292 12865 58 0,'0'0'247'0,"0"0"-3"16,-4 1-6-16,4-1-14 0,0 0-14 0,0 0-15 0,0 0-10 15,0 0-17-15,0 0-15 0,0 0-12 0,0 0-14 16,0 0-15-16,0 0-10 0,0 0-10 0,0 0-9 0,0 0-9 15,0 0-7 1,0 0-11-16,0 0-5 0,0 0-2 0,0 0-8 16,0 0-7-16,0 0-1 0,0 0-2 0,0 0-6 0,0 0-2 15,0 0 0-15,0 0-2 0,0 0 0 0,0 0-1 16,0 0-1-16,0 0-2 0,0 0-4 16,0 0 1-16,0 0-3 0,0 0 2 0,0 0-3 15,0 0 0-15,0 0 5 0,0 0-1 0,0 0-3 0,-6 1 2 16,6-1-2-16,0 0 2 0,0 0 5 0,0 0-1 15,0 0 4-15,0 0-1 0,0 0 3 0,0 0-5 0,0 0 5 16,0 0-1-16,0 0-5 0,28-2 0 0,2-1 2 16,4 0 7-16,23-1-9 0,34-1 22 0,2 0-1 15,3 2 6-15,10-1 4 0,7-1 10 0,4 0 15 16,7 2-5-16,1-1 2 0,-7 1-3 0,-3-1-9 0,-8 1-3 16,-11 1-6-16,-31 1-4 0,-2-2-8 0,-4 2-2 15,-6-3 1-15,-14 1-10 0,-8 2-2 0,-10-1 5 16,-2 1-2-16,0 0 1 0,-10 1-7 0,0 0 2 15,-5 0-4-15,5-1 0 0,-4-1-34 0,-5 2 8 16,5 0-18-16,-5 0-23 0,0 0-37 0,0 0-31 16,0 0-27-1,-24 0-31-15,11 0-33 0,-5 2-32 0,0-1-43 16,-3 0-266-16,0 0-593 0,3 2 263 0</inkml:trace>
  <inkml:trace contextRef="#ctx0" brushRef="#br0" timeOffset="128208.72">29229 13034 33 0,'0'0'176'0,"0"0"-8"0,0 0-22 0,0 0-15 16,0 0-11-16,0 0-8 0,-4 3-15 0,4-3-8 0,0 0 9 15,0 0-4-15,0 0 2 0,0 0-4 0,0 0 2 16,0 0 4-16,0 0 6 0,11 2 0 0,-11-2-4 16,14 0-6-16,-9 0-12 0,4-1-6 0,-1 0-9 15,1 0-2-15,-3-1-1 0,2 2-5 0,-8 0 0 16,10-1-6-16,-10 1-9 0,8 0-1 0,-8 0-12 0,4-2-14 0,-4 2-1 16,0 0-4-16,0 0-5 0,0 0 3 0,-17 8-2 15,8-1-5-15,-5 1-1 0,0 1-1 16,1 3-4-16,-3-3-1 15,5 4 3-15,-3 0-5 0,3-1-1 0,4-1 2 0,1 3 0 0,1-4 2 16,4 4 7-16,2 1 2 0,7-1 6 0,3-1 7 16,12 2-1-16,5-4 1 15,9 0-1-15,22-2-20 0,4-5-31 0,27 1-42 16,4-5-69-16,0-5-87 0,1-3-160 0,-30 3-423 16,31-8 188-16</inkml:trace>
  <inkml:trace contextRef="#ctx0" brushRef="#br0" timeOffset="128856.21">31078 12741 62 0,'0'-8'261'0,"-2"1"-19"0,0 1-29 0,-1 0-16 16,0 1-24-16,-3-2-14 0,-1 0-19 0,-2 2-13 0,-3 0-15 15,2 2-11-15,-3 1-10 0,-1 0-8 0,1 1-7 16,-2 1-4-16,-4 1-8 0,1 1-2 0,1 2-11 16,1 1-10-16,-1 3 1 0,2-1-7 15,3 1-7-15,2 0 0 0,1 2-2 0,-5 1-1 16,8-2-5-16,-1 0-2 0,2 4 2 0,1-3-6 0,3 0-1 0,2 2 2 16,3-3 1-16,1 1-1 0,4 1 0 0,1-2 1 15,5-2-1-15,-3 0-1 0,1-3 0 0,5-1-2 16,-4-3 0-16,4 0 1 0,-1-5-1 0,-5 2 4 15,6-6 10-15,-4 0 2 0,-4-3 10 0,2-3 3 16,-2 0-1-16,0-2 6 0,2-7-3 0,-3 2 3 16,-3-4 7-16,-1-1 2 15,2-2-9-15,-5-1 1 0,2-4 0 0,0 0-6 16,-3-1 1-16,-1-12 3 0,0 12 8 0,0 0 13 16,1 3 20-16,-2 5 7 0,0 7 1 0,2 3-10 15,-2 0-10-15,2 5-5 0,-2 3-14 0,1 4-3 16,0-2-12-16,1 3-52 0,-1 1-40 0,0 3 11 15,0 0-3-15,-9 9 5 0,4 1 7 0,1 9 1 16,-3 5 2-16,-1 7 7 0,2 1 3 0,-1 2-1 0,6 0 5 16,-2 0-3-16,3 1 6 0,0 0 0 0,3-2-23 15,-2-3-26-15,2 1-19 0,-1-4-30 0,2-3-31 0,-4-5-34 16,3-2-31-16,-2-5-43 0,3 1-214 0,-2-5-501 16,0-1 221-16</inkml:trace>
  <inkml:trace contextRef="#ctx0" brushRef="#br0" timeOffset="129264.74">31301 12464 92 0,'4'-4'247'0,"0"2"-27"0,1-1-21 15,0 3-21-15,1 0-21 0,2 0-16 0,2 5-12 0,-1 5-14 16,2-5-11-16,-2 5-13 0,3 3-6 0,-3 2-12 0,0 2-10 15,0 0-2-15,-8 1-6 0,-1 1-5 0,0 2-6 16,-5 3-3-16,-5 1-4 0,0-2-5 0,1-5 2 16,-4-2-2-16,2-1-4 0,-3-3 5 0,2 0-6 15,4-4 4-15,1 1 1 0,-2-4 11 0,4 0 12 16,0 0 23-16,2 0 27 0,-1-3 28 0,2 0 34 0,2-2 34 0,0 0 26 16,0 0-1-16,0 0-26 0,0 0-17 0,0 0-20 15,10-16-22-15,-1 7-10 0,5-3-14 16,0-1-11-16,1-2-8 0,3-2-14 0,1-4-4 15,-1 1-4-15,5 1-2 0,-4-3 10 0,-7 10 9 16,-1 0 11-16,-2 2 8 0,-1 3-1 0,-4 0-9 0,0 2-15 16,-1 1-12-1,0 0-26-15,1 2-27 0,-4 2-28 0,4-2-31 16,-4 2-2-16,0 0-11 0,0 0 7 0,0 14-23 16,-3-4-11-16,2 2 16 0,1 5-17 0,4 7 4 15,3 2-23-15,7 1-30 0,7-3-46 0,18 10-79 16,7-5-139-16,8-3-341 0,5-6-792 0,5-6 351 15</inkml:trace>
  <inkml:trace contextRef="#ctx0" brushRef="#br0" timeOffset="161518.43">3005 15108 159 0,'0'0'193'0,"0"0"-9"0,0 0-24 0,0 0-10 16,-4-3-16-16,4 3-5 0,0 0-19 0,0 0-12 16,0 0-7-16,0 0-8 0,0 0 17 0,0 0-13 0,0 0-8 15,0 0-9-15,0 0-10 0,0 0-13 0,0 0-22 16,0 0-9-16,0 0-18 0,0 0-7 0,0 0-15 0,0 0-2 15,0 0 8-15,0 0 2 0,0 0 0 0,0 0-1 16,0 0 3-16,1 14 2 0,2-13 3 16,-3-1 4-16,5 4 2 0,-5-4 1 0,9 1-4 15,-1-1 5-15,-8 0-9 0,18-3-2 0,-7 0-10 0,-2 1 2 0,1 0 4 32,2-1 1-32,-5-1 4 0,0 1 8 0,4-2 4 15,-4 0 20-15,-1 2 19 0,-2-1 17 0,0-1 24 16,0 1 18-16,-2 0 3 0,0 0-2 0,0-1 2 0,-1 1 0 15,-1 0-10-15,1 0-9 0,-1 4-7 0,-1-7-7 16,-2 2-13-16,-3 3-8 0,1-1-6 16,-5 2-11-16,-3-1-8 0,-3 4-3 0,-11 2-3 0,-1 0-3 15,-3 4-1-15,-5 1-4 0,2 1 0 0,-15 10-6 16,12-4-3-16,-9 6 1 0,10-5 1 0,-5 12-4 16,-1-5-1-16,13-2-1 0,-12 9 0 0,18-7-4 15,1 4 0-15,3 0 2 0,1 1 1 0,4-2-4 16,4 2-20-16,1-1-10 0,5-1-6 0,4-4-3 15,0-3 1-15,5 1 2 0,9 2 7 0,6-5 1 0,1 0 8 0,10-5 2 16,6-1-23-16,14-6 3 0,5-3-4 0,3-5-5 16,-2-2-12-16,0-4-8 0,-1-2-14 0,-1-4-16 15,0-2 1-15,-5-2-8 0,-3-3 9 0,-15 1 6 16,0 3 19-16,-4-2 18 0,-1 1 28 0,-8 0 37 16,-5 7 58-16,-3-2 36 0,-3 5 18 15,-1-1 12-15,-4-2-6 16,0 5-7-16,-3 0-19 0,-3 1-13 0,1 0-8 15,-7 1-7-15,-5 4-12 0,-5 3-5 0,-9 1-6 16,-2 6-4-16,-2 2-6 0,0 2-4 0,-1 2-5 16,1 2-3-16,3 1-8 0,1 0 0 0,2 2-2 15,3-2-11-15,5 0-18 0,4-2-18 0,1-3-24 16,3 3-27-16,2-4-8 0,3-2-7 0,3-1-1 16,0-1 12-16,2-2 15 0,3-1 8 0,2-3 20 0,6-2 16 15,2-1 19-15,9-5 10 0,0-1-3 0,5-4 8 16,1-3 7-16,-1 0-6 0,1-1 11 0,-4-1-4 0,-2 1 8 15,-6 1 1-15,0 4 1 0,-5-3 13 0,-2 3 15 16,0 4 3-16,0 2 6 0,-4-4 4 0,-1 1-3 16,1 5-7-16,-1-2-5 0,-4 3-10 0,4-4 2 15,-4 4-23-15,0 0-17 0,9-3-19 0,-9 3-5 0,0 0 1 16,5 10 4-16,-5-5 2 0,2 1-17 0,0 1-15 31,-1-2-15-31,3 7-25 0,0-3 1 0,2 2-29 16,0-1-23-16,2-1-48 0,0-1-96 0,2-3-305 15,0-1 135-15</inkml:trace>
  <inkml:trace contextRef="#ctx0" brushRef="#br0" timeOffset="161886.26">3695 15375 140 0,'0'0'146'0,"0"0"-19"0,0 0-8 16,0 0-6-16,0 0-24 0,-19 11-7 15,10-4-7-15,-5 0-11 0,5 2-4 0,-4 2-4 0,-1-1-9 16,1 3-2-16,1-3-9 0,3-2 0 0,1 0-5 16,-1 2-8-16,4-3-5 0,0 0 4 0,1-1-6 15,3 2-4 1,-1-3 2-16,2 2-5 0,4 1 1 0,0-3-5 15,5 3 4-15,2-3-3 0,4 4 1 0,1-1 0 16,0-3-1-16,1 2-1 0,1-1 0 0,-4 1 0 16,-1-1-3-16,-2-1 4 0,1 2-6 15,-4-1 10-15,-2-2-15 0,2 4-4 0,-4-4 5 0,-3 3 6 16,-1 1 0-16,-1-2 4 0,-5 4-3 0,-5-3 2 16,-3 5 5-16,-4-3-8 0,3 3 7 0,-7-3-4 0,-1 1 0 0,2-1-3 15,1-1 6-15,1-1-26 0,2 1-4 16,3-4-81-16,1-2-125 0,3 1-245 0,3-5 110 15</inkml:trace>
  <inkml:trace contextRef="#ctx0" brushRef="#br0" timeOffset="162286.97">3871 15615 65 0,'0'0'168'0,"0"0"-18"0,0 0-13 16,0 0-15-16,0 0-15 0,0 0-6 15,0 0-8-15,0 0-9 0,0 0-14 0,22-7-4 16,-12 2-6-16,2-2-7 0,2 2 4 0,2-3-10 16,2 0 4-16,-2-2-4 0,-1 0-5 0,-1-3-4 15,3 1-2-15,-5-2 5 0,3 0 1 0,-3 3-3 16,1-5-4-16,0 2 10 0,-4 0 8 0,-4 5 18 15,0 1-3-15,0 3 5 0,-2-1-5 0,-3 6-12 0,0-11-9 0,0 11-9 16,-12-5 2-16,12 5-11 0,-19 2-3 0,1 5-5 16,-1 1 0-16,-9 5-8 0,2 3-4 0,2 1 0 15,0 1-4-15,0 0-3 0,3 4 5 16,3-1-6-16,0 0-2 0,4 1 0 0,9-5-1 16,-5 1-11-16,6-1-11 0,1 1 2 0,6-5 5 15,1-1 1-15,6 3 6 16,4-8 0-16,4 0 8 0,10 0-33 0,9-5-22 15,2-4-43-15,14-5-61 0,2-5-170 0,0 2-358 16,-6-2 159-16</inkml:trace>
  <inkml:trace contextRef="#ctx0" brushRef="#br0" timeOffset="162541.37">4412 15611 101 0,'0'0'174'0,"0"0"-22"0,10 2-22 0,3-3-34 0,6-3-51 16,10-1-79-16,6-2-77 0,1-1-120 16,15-1 53-16</inkml:trace>
  <inkml:trace contextRef="#ctx0" brushRef="#br0" timeOffset="162842.03">5168 15349 7 0,'0'0'286'16,"0"0"-29"-16,3-6-28 0,-3 6-24 0,0 0-27 15,0 0-20-15,0 0-25 16,0 0-21-16,0 0-8 0,0 0-14 15,0 0-8-15,-3 23-9 0,3-10-6 0,0 0-8 16,-1 2-5-16,0 2-5 0,-2 0-2 0,2 1-7 16,-3-1-6-16,2 1-24 0,-1 1-14 0,3 0-22 0,-3 1-24 15,2-3-27-15,-2-6-28 0,1 2-32 0,4-2-42 16,-4-3-104-16,2 0-306 0,0-3 135 0</inkml:trace>
  <inkml:trace contextRef="#ctx0" brushRef="#br0" timeOffset="163089.26">5425 15287 317 0,'0'-4'296'0,"0"4"-34"0,0 0-28 0,3-4-28 15,-3 4-24-15,0 0-25 0,0 0-16 16,0 0-19-16,0 0-12 0,4 21-14 0,-4-10-8 15,0 1-9-15,0 6-3 0,0 0-11 0,0 1-10 16,0-2 0-16,0 8-6 0,0 0-7 0,-3 0-6 0,3-5-26 16,-1-2-14-16,-2-2-27 0,-1 0-19 0,1-1-24 0,-4 0-17 15,2-1-17-15,1-2-23 0,-2-3-37 16,-3 1-170-16,0-2-364 0,-3-4 162 0</inkml:trace>
  <inkml:trace contextRef="#ctx0" brushRef="#br0" timeOffset="164008.41">5345 15379 194 0,'-5'-3'244'0,"5"3"-22"0,-7-3-23 0,7 3-22 15,-13-2-20-15,13 2-18 0,-18 5-11 0,6-1-14 16,-1 2-11-16,-2 0-11 0,1 0-13 0,-4 4-7 15,4 1-7-15,-3-1-9 0,8-1-6 0,-1 1-4 0,-2 1 2 0,6 3-15 32,0-4-1-32,0 0-11 0,5 1-6 0,-2-2-4 15,6 2-2-15,-3-2-2 0,1-2 0 0,3-2-2 16,4 0-1-16,2 0 1 0,4-1-2 0,-1-4 1 16,5 3-3-16,0-6 1 0,0-2 3 0,-1 1 4 0,-1-3 5 0,0 0 0 15,-1-3 0-15,-3-4-2 0,1 2-3 16,-8 4 0-16,3-4 0 0,-2 1 0 0,-5 0 6 15,2 0 2-15,-3 2-3 0,-3 0-2 0,2 2-1 0,-8 2-7 16,2 0 1-16,-4 2-3 0,-1 3 4 16,-1 0-4-16,-5 3-5 0,0 1 1 0,0 4-4 15,1 1 3-15,1 1-2 0,-2 2 0 0,8-1 4 16,-3 4-4-16,4-3-11 0,4-3-8 0,0 4 10 16,2-1-11-16,3-2 5 0,4 1 0 0,4-4-1 0,2 0 9 0,3-4 5 15,6 2 1-15,3-4 2 0,0-1-9 0,7-5 3 16,-7 1 8-16,-1 0 3 0,-1-4 6 0,-3-1 2 15,0-4 7-15,-2 1 11 0,-2 0 3 0,0 0 6 16,-3-4-1-16,-2 2-1 0,-4 3-1 0,1-3 6 16,-4 3 3-16,0 4-5 0,-2-3-4 0,-4 3-3 15,4 0-11 1,-7 0-9-16,2 5 0 0,-5-4-17 0,1 6-6 16,-3-1-15-16,2 2-18 0,-2 2-24 0,0 0-31 15,1 3-35-15,3-3-47 0,-1 2-180 0,6-1-393 0,1 0 174 16</inkml:trace>
  <inkml:trace contextRef="#ctx0" brushRef="#br0" timeOffset="164289.93">5743 15305 2266 0,'7'-9'213'0,"-2"1"-38"15,1-1-16-15,-3 5-19 0,-1-1-10 16,1 0-8-16,0 2-23 0,-1-1-13 0,-2 4-20 0,4-6-14 15,-4 6-6-15,3-4-16 0,-3 4-24 0,0 0-11 0,0 0-2 32,0 0 0-32,4 14-3 0,-4-5 2 0,0 4 0 0,0 4 2 15,0 2-6-15,-1 6 10 0,-2 1-4 0,-1 1 3 16,4-3-1-16,-3-3 0 0,1 2 5 0,-1-3-4 16,2 1 3-16,-1-4-1 0,-2 1 0 0,3-2-5 15,-1-4-22-15,-1-2-14 0,-2 1-15 0,4-2-12 16,0-1-6-16,-1-3-10 0,1 0-3 0,-2 0 1 0,2-2 9 15,1-3-41-15,-9 1-89 0,9-1-219 16,-15-5-464-16,8-2 206 0</inkml:trace>
  <inkml:trace contextRef="#ctx0" brushRef="#br0" timeOffset="164443.37">5618 15125 2024 0,'4'-8'95'0,"-3"3"-37"0,3 0-31 0,4 0-13 15,-2-2-6-15,7 3-8 0,-3 0 9 0,3 3-2 16,6 1-4-16,0 0-6 0,2 1-23 0,5 5-31 16,-4 1-58-16,-4 1-82 0,0 1-112 0,-1 3-333 15,-7-3 149 1</inkml:trace>
  <inkml:trace contextRef="#ctx0" brushRef="#br0" timeOffset="164590.51">5613 15709 225 0,'-4'6'407'16,"0"-4"-26"-16,4 0-31 0,0-2-32 0,0 0-34 0,0 0-36 0,18-4-24 15,3-2-36-15,7-1-59 0,5 0-69 0,4 0-84 16,14-3-112-16,-14-2-307 0,18 0-479 0,-16 3 212 16</inkml:trace>
  <inkml:trace contextRef="#ctx0" brushRef="#br0" timeOffset="165090.54">6582 15237 163 0,'-4'-1'349'16,"4"1"-31"-16,-9-3-31 0,9 3-33 0,-4-1-34 0,4 1-43 0,-5-2-55 15,5 2-71-15,0 0-71 0,0 0-83 0,0 0-200 16,22 3-329-16,-12 0 145 0</inkml:trace>
  <inkml:trace contextRef="#ctx0" brushRef="#br0" timeOffset="165237.65">6583 15666 84 0,'-3'3'266'0,"2"2"-5"0,0-1-14 16,1-4-27-16,-2 2-26 0,2-2-32 0,0 0-51 16,0 0-61-16,7 6-74 0,-1-6-91 0,5-3-128 15,1-1-263-15,1 1 116 0</inkml:trace>
  <inkml:trace contextRef="#ctx0" brushRef="#br0" timeOffset="165391.63">6905 15605 70 0,'5'3'295'0,"-5"-3"-26"0,19-4-32 15,3 0-22-15,6-1-44 0,7 1-72 0,0-3-94 16,6 2-233-16,9-3-245 0,-12 2 110 0</inkml:trace>
  <inkml:trace contextRef="#ctx0" brushRef="#br0" timeOffset="166123.75">8349 14873 178 0,'-1'-6'241'0,"-2"0"-22"16,3 0-27-16,-3 3-21 0,2-1-22 0,1 4-16 16,0 0-12-16,-14 7-14 0,6 6-14 0,2 3-13 15,0 11-7 1,-6 4-9-16,-5 12-7 0,4 8-9 0,1-1-5 0,-3 2-5 16,2 8-4-16,-6 21-3 0,6-24-1 0,3 0-3 0,2-6-22 15,2-1 0-15,-1-3-2 0,5-12 0 0,0-3 0 16,1-3-3-16,-3-4-3 0,3-6 5 15,-1-2 2-15,2-6-1 0,0 0-1 0,-2-2 1 16,2-1 22-16,-1-2 24 0,1-2 21 0,-1 0 26 16,-1 0 6-16,1-1 0 0,1-3-12 0,-9 0-7 0,9 0-6 15,-13 0-10-15,3-4-6 0,-1-3-18 0,-6 1-32 16,3 1-38-16,-3-5-39 0,-2 1-47 0,-1 1-44 16,-2-1-31-16,8 1-44 0,-4-1-144 0,4-1-406 15,3 0 179-15</inkml:trace>
  <inkml:trace contextRef="#ctx0" brushRef="#br0" timeOffset="166408.76">7921 15493 30 0,'0'0'221'0,"-5"0"-19"16,5 0-14-16,0 0-17 0,-6 1-13 0,6-1-20 16,0 0-12-16,0 0-11 0,26 0-9 0,-3-2-11 15,8-4-11-15,2 0-7 0,6 1-8 0,-1-5-9 16,12 0-4-16,-11 3-12 0,-2 2 2 0,-1 3-11 16,-5-5 4-16,-2 2-5 15,-9 1 3-15,-3 1-10 0,-3 1-9 0,-2-1-16 16,-6 2-18-16,2 0-11 0,-8 1-4 0,0 0-18 15,0 0-2-15,0 0-32 0,0 0-27 0,-27 5-12 16,14-1-12-16,0-2-126 0,-1 1-281 0,4-3 125 16</inkml:trace>
  <inkml:trace contextRef="#ctx0" brushRef="#br0" timeOffset="166925.84">8749 15282 5 0,'5'-2'167'0,"4"1"-9"0,1 1-11 0,-1 0-17 15,2 0-11 1,1 1-14-16,0 3-5 0,0-1-1 0,1 1-13 16,-3 0-12-16,2 3-6 0,-6 0-5 0,4 2-5 0,-2 2-3 0,-3 3 0 15,-2 3-7-15,-2-1-9 0,-2 1 6 0,-3 2 0 16,-1-2-2-16,-4-1-2 0,0 0-9 0,0 0 0 16,-4-1-2-16,4-3 1 0,2-3-3 0,0 2 0 15,0-5 6-15,2 0 8 0,1-2 11 0,0-1 13 16,1 2 21-16,-1-3 26 0,2 1 27 0,2-3 11 15,0 0-9-15,0 0-14 0,0 0-11 0,7-16-7 16,3 7-17-16,3-6-7 0,5-1-12 0,4-5-9 16,1 3-14-16,-1 1-2 0,0 2-8 0,-1-2-5 15,-3 6-4-15,-4 0-7 0,-1 2 1 0,-2 1-9 16,-3 1-1-16,-1 6-7 0,-1-2-13 0,0 1-6 16,-6 2-11-1,9-3-1-15,-9 3-2 0,8 8-1 0,-5 3 6 16,-1-1-2-16,-1 0 4 0,-1 4-3 0,-1 3-1 15,1 0-8-15,0 0-16 0,-4 0-26 0,3 1-23 0,-2-1-29 16,2-4-26-16,1 0-44 0,0-4-46 0,0 1-193 16,0-3-467-16,0-4 208 0</inkml:trace>
  <inkml:trace contextRef="#ctx0" brushRef="#br0" timeOffset="167148.76">9252 15213 186 0,'0'-1'233'16,"4"-2"-25"-16,-4 3-26 0,4-2-14 0,-4 2-13 0,9 5-12 0,-3-1-8 15,-2 6-14-15,2 1-14 0,5 5-8 16,-6 3-8-16,-4 7-8 0,7 5 2 0,-7 1-17 16,-5-1-4-16,3 1-6 0,-8-1-5 0,0 0-3 0,-4-1-22 15,-2-1-8-15,-3-3-14 0,-1 0-12 0,-4-3-23 16,-3-1-29-16,0-4-46 0,-1-4-57 0,-4-5-171 15,4 0-357 1,-2-6 158-16</inkml:trace>
  <inkml:trace contextRef="#ctx0" brushRef="#br0" timeOffset="167427.97">8745 15155 69 0,'-10'3'168'0,"-4"3"-8"0,0 5-20 0,-3 1-2 16,-1 8-19-1,-1 5-10-15,0 2-10 0,0 7-9 0,-2 6-10 16,10-4-8-16,1-2-7 0,2-1-9 0,7-3 0 15,1 1-8-15,6 0-2 0,7-4-2 0,6-2 1 16,9-2-2-16,4-4 3 0,22-1-17 0,-1-4-36 16,6-6-77-16,5-4-189 0,0-8-294 0,1 0 131 0</inkml:trace>
  <inkml:trace contextRef="#ctx0" brushRef="#br0" timeOffset="167936.29">9987 15311 300 0,'0'-3'322'0,"0"-1"-3"0,0 4-11 0,0 0-17 16,5-9-23-16,-5 8-19 0,0 1-38 0,0-3-24 15,0 3-21-15,0 0-22 0,0 0-26 0,0 0-19 16,0 0-10-16,0 0-9 0,0 0-10 0,-1 14-8 0,0-4 2 16,-2 6-3-1,3 0-20-15,-1 2 1 0,-2 0-4 0,3-1-6 16,-2 2-4-16,3-1-11 0,-1-2-22 0,-4 0-29 15,4-4-19-15,-4 0-23 0,3-1-23 0,-4 0-18 16,4-3-16-16,-2-2-12 0,-1 1-6 0,3-5-8 16,-3 1-43-16,4-3-204 0,0 0-439 0,-14-9 195 0</inkml:trace>
  <inkml:trace contextRef="#ctx0" brushRef="#br0" timeOffset="168066.48">9919 15198 178 0,'-1'-6'262'0,"2"0"-20"15,1-1-21-15,-2 3-21 0,0-2-24 0,2 2-16 16,-2 4-22-16,1-4-19 0,-1 4-38 0,8-2-36 16,-8 2-46-1,14 3-59-15,-5 0-73 0,-4 0-139 0,3-1-293 16,-2 3 129-16</inkml:trace>
  <inkml:trace contextRef="#ctx0" brushRef="#br0" timeOffset="168421.95">10352 15245 222 0,'0'0'220'0,"-6"2"-24"0,6-2-18 0,-3 1-20 15,3-1-15-15,-6 5-13 0,1 0-16 0,-1-1-11 0,1 1-6 16,-3 0-14-16,-1 2-7 0,3 1-10 0,-2-1-7 0,0 3-7 15,3-2-4-15,-2 3-8 0,1-3 1 0,2 4-4 16,2-1 1-16,1 0-12 0,2 2 3 0,1-3-5 16,2 2-3-16,3 0-1 0,2-2-2 0,2 2-1 15,2 0-4-15,1 0-1 0,1-2-1 0,3 2 0 16,-5-1-1-16,1-4-2 0,-1 2-2 0,-3-3 1 16,-5 2-2-1,3-2 0-15,-3-1-5 0,-1-1-3 0,1 1-1 0,-4-1-2 16,-1 1 10-16,-5-1-4 0,0 1 3 0,-4 1-4 0,-5-2-8 0,4 1-16 15,-11-2-34-15,5 2-46 0,-3-1-57 16,-1-3-168-16,1-1-357 0,4-1 159 0</inkml:trace>
  <inkml:trace contextRef="#ctx0" brushRef="#br0" timeOffset="168999.53">11054 15453 8 0,'0'0'217'0,"0"0"-8"0,0 0-8 0,0 0-11 16,0 0-9-16,0 0-14 0,0 0-12 0,-4 2-14 0,4-2-14 0,0 0-12 31,0 0-13-31,0 0 1 0,17-6-18 0,-7 3-11 16,-1 0-10-16,6 1-7 0,2-5-1 0,2-1-8 15,3 3 0-15,3-1-10 0,1-2-3 0,-2-4 0 16,3-3-5-16,-3 0 3 0,-7 4 3 0,1-2 3 0,-1-1 5 0,-2 1 8 0,-1 0 9 0,-1 0 2 16,-6 4 5-16,0 0 0 15,0 1-1-15,-6 1 2 0,1 2-10 16,-1-2-6-16,-2 1-10 0,-2 2-10 0,-3-1-2 15,-2 2-7-15,-2-1-3 0,-3 3-7 0,0 1 2 0,-6 1-4 16,3 3 0-16,-2 1-4 0,1 1-2 0,-1 1-3 16,4 2-1-16,-1 1 1 0,2 3-3 0,-1 0 2 15,1 0-4-15,3 1-8 0,2 4-9 16,2-2 8-16,3 1-14 0,3 0-5 0,4 0-9 0,3-4-14 0,3 3-21 16,4-4-30-16,2-2-54 0,9 0-65 0,-6-5-224 15,3-2-484-15,-3 0 214 0</inkml:trace>
  <inkml:trace contextRef="#ctx0" brushRef="#br0" timeOffset="169353.51">11544 15254 109 0,'2'-1'273'0,"-2"1"-15"0,3-6-20 0,-1 4-23 16,-2 2-24-16,3-3-23 0,-3 3-19 0,0 0-16 0,0 0-14 0,0 0-15 0,12 8-6 15,-8-3-11-15,1 2-7 16,2 3-9-16,-2 0-7 0,1 1-4 0,-1 4-5 16,2 2-5-16,-2 0-6 0,0 1-3 0,-3-3-5 0,1 5-6 15,2-6 2-15,-4 3-3 0,2-5-6 0,-2-1 2 16,3-2-4-16,-4 2-1 0,2-4-4 16,0-1 2-16,-2-1-1 0,0 1-1 0,0-5 14 15,0-1 43-15,1 6 42 0,-1-6 37 0,0 0 37 16,3 2 22-16,-3-2-1 15,0 0-20-15,0 0-21 0,10-10-17 0,-4 1-13 16,1 1-16-16,3-2-16 0,0-4-26 0,3 1-29 16,4-8-40-16,-2-3-30 0,4 1-35 0,0-2-26 15,2 5-27-15,-7 3-22 0,0 3-23 0,0 2-34 16,-4 2-28-16,-1 3-45 0,3 0-48 0,-1-1-261 16,-2 3-614-16,2 0 273 0</inkml:trace>
  <inkml:trace contextRef="#ctx0" brushRef="#br0" timeOffset="169989.78">11919 15352 106 0,'0'0'220'0,"0"0"-2"0,0 0-8 0,0 0-12 0,-5 2-18 0,5-2-20 16,0 0-15-16,0 0-17 0,14 3-9 0,-1-6-13 15,0 3-10-15,2-4-8 0,4 1-14 0,0 0-8 16,8 2-12-16,1-2-16 0,-1-3-11 0,-4 2-8 15,4-1-10-15,-7-1-15 0,0-4 6 0,-1 5 2 16,-1-5-5-16,-2 2 5 0,-2-2-3 0,-2 3 7 16,-3 0 11-16,-3-1 8 15,-1 2 7-15,0-1 4 0,-5 2 3 0,1-2-8 16,-2-1-6-16,-4 3-3 0,0 0-2 0,-5 1-3 16,0-1-1-16,-3 2-3 0,0 2 0 0,-5 1-6 15,1 0 1-15,0 1-5 0,1 4 2 0,1-2-1 16,2 1 0-16,-1-2-2 0,0 8 0 0,4-3-1 0,0 1 1 0,1 1 0 15,2 1-3-15,2-1 7 0,3 1-6 0,2 2 1 16,2 0 2-16,4 2-3 0,4 3-1 0,2-4 1 16,5 3-5-16,6-2-5 0,3-2 3 15,0-3-14-15,3-1-13 0,0-2 3 0,4-2 5 16,0-2 3-16,-2-1 2 0,1-4-1 0,-4 2 7 16,-8-3 14-16,0-1 17 0,-2-3 21 0,-2-1 28 0,-3-2 19 15,2-1 9-15,-2 3 17 0,-4-2 18 0,1 1 7 16,-2 2 2-1,-3-3 8-15,5 2 1 0,-5 1 6 0,-1 4-8 16,-3-1-6-16,3 1-18 0,0 0-16 0,-1 0-11 16,-2 3-12-16,-1 1-4 0,4-4-27 0,-4 4-34 15,0 0-20-15,0 0 2 0,0 0-7 0,0 0-1 16,1 13-4-16,-1-13-10 0,-6 16-14 0,2-5 0 16,-3 4-8-16,2 2-5 0,-1 1-8 0,-2-6-8 15,7-2-7-15,-2-1-6 0,1-3 6 0,-2 0 6 0,4-1 14 0,-4 1 27 16,4-2 35-16,0-4 19 0,0 0 2 0,0 0 2 15,0 0-2-15,18-10 12 0,-8 6 0 0,-1-3 0 16,8-3 7-16,-7 2-4 0,-1 1-1 0,10-1 3 16,-3 0-9-16,0 0 3 0,-4 3-11 0,0 4-8 15,0-1-8 1,-2 2-9-16,4 1-11 0,-4 1-26 0,3 2-41 0,0 8-56 0,-3-1-71 0,3 4-111 0,-8-3-279 31,-1-2-641-31,-3-5 283 0</inkml:trace>
  <inkml:trace contextRef="#ctx0" brushRef="#br0" timeOffset="173741.31">13887 15543 110 0,'-4'-2'182'0,"4"2"-13"16,0 0-10-16,0 0-13 0,-2-4-14 0,2 4-13 16,0 0-10-16,0 0-9 0,-3-1-8 0,3 1-11 15,0 0-7-15,0 0-7 0,4-7-10 0,0 5-7 0,2-2-2 16,2-4-8-16,1 3-2 0,2-5-1 0,3 2-3 16,-1-5-8-16,4-1-3 0,6-6 1 0,-2 1 3 15,1-3 5 1,1 1-4-16,0-2-5 0,-5-3 16 0,4 4 0 15,-2-2 4-15,-2-2 2 0,0 1-3 16,-1 0 0-16,-5 0-4 0,1-1 2 0,1-1-3 16,-4 0-5-16,1 0 0 0,-4 1-1 0,2-1 2 0,-4 8 6 15,1-1 10-15,-4 4-11 0,4 1-1 0,-3 3-3 16,-2 0-1-16,0 3-2 0,-1 3-6 0,3-1-4 16,-3 3-2-16,0-1-6 0,0 2-12 0,0-2-12 0,0 5-4 15,0 0 1-15,0 0 7 0,0 0-4 0,-18 17-4 16,7-4 2-16,2 4 1 0,-7 5 1 0,2 8 2 15,-1-1-4-15,-2 3 4 0,3 0 6 0,0 1-4 16,0 0-1-16,3 2-1 0,-2-2 7 0,7-1-8 16,2 0 12-16,1-1-9 0,3 1 2 0,3-3 2 15,1-10 2-15,-2-1 0 0,8-1-2 0,-2-3 8 0,0-4 4 0,1-2 1 16,7 0 3-16,-3-3 3 0,1-3-1 0,-1-2-1 16,7-1 0-16,-4 0-1 0,-2-2 0 0,1-6 0 15,3 1 4-15,-4-2 0 0,-4 2-2 0,-1 0 4 16,0 0 0-16,-1-1-1 0,-3-1 3 0,-1 0-6 15,-3 4 1-15,-1-5-7 0,-4 5-3 0,1-1-7 16,-4-1-6 0,-3 3-2-16,-3 0-11 0,-5 4 1 0,0 0-7 15,-5 0-9-15,3 3-10 0,-1-1-15 0,5 2-14 0,0 0-12 16,2 4-19-16,3-2-28 0,2 2-21 16,1-2-16-16,3 1-22 0,1 0-114 0,4-6-331 15,0 0 146-15</inkml:trace>
  <inkml:trace contextRef="#ctx0" brushRef="#br0" timeOffset="174157.26">14521 15297 30 0,'0'-6'272'0,"0"6"-19"0,0 0-22 0,0-3-22 16,0 3-25-16,0 0-23 0,0 0-18 0,0-5-16 16,0 5-14-16,0 0-15 0,0 0-9 0,0 0-11 15,0 0-5-15,-3 15-10 0,2-8-7 0,1 2-6 16,-3 2-5-16,2 6-2 0,-3 1-8 16,-1 1 2-16,1 5-6 0,-5-6 3 0,7 2-9 0,-5-6-5 0,6-1 0 15,-3-2-4-15,3 2-1 0,-2-7 3 0,2-2-1 0,1 5 2 16,-4-5-3-16,4-3 22 0,0 4 6 15,0-5 9-15,0 0-11 0,0 0-4 0,0 0-6 0,21-10-2 16,-14 3-1-16,6-2-4 0,-4 5-4 16,5-10 0-16,-1 3-1 0,0 3-2 0,-3 3-1 15,-1-3-6-15,-2 4 10 0,0 1-11 0,-1-1-4 0,0 3-2 0,-1 0-1 16,0-1-3-16,-5 2-4 0,11 2-1 0,-4 0-4 16,-2 1-3-16,3 3-7 0,2-1-14 0,-3 2-16 15,2 0-30-15,1 3-22 0,2-2-37 0,2 2-33 16,0-3-51-16,-1-2-155 0,5 2-409 15,0-4 180-15</inkml:trace>
  <inkml:trace contextRef="#ctx0" brushRef="#br0" timeOffset="175144.19">15279 15230 102 0,'0'0'136'0,"0"0"-8"0,0 0-10 0,-7-1-6 15,7 1-10-15,0 0-6 0,0 0-5 0,0 0-7 16,0 0-7-16,0 0-4 0,0 0-7 0,0 0-13 15,0 0 0-15,23-4-1 0,-10 3-12 0,7 0 0 0,11-2-2 16,2 2 2-16,3 1-10 0,19-3-6 16,-1-2 0-16,0 3-3 15,2 1-3-15,-17 1-1 0,1 0-1 0,-2 0-4 16,-1 0 4-16,-4 0-2 0,-3 1 0 0,-8 1-7 16,-3-2 6-16,-3 1-9 0,-4-1-12 0,-5 1-12 15,1-1-5-15,-3 0-8 0,-5 0-8 0,0 0-15 16,0 0-16-16,0 0-11 0,-16 7-8 0,5-6-12 15,-3-1-14-15,-1 2-64 0,-4-2-195 0,1 2 87 16</inkml:trace>
  <inkml:trace contextRef="#ctx0" brushRef="#br0" timeOffset="175518.87">15378 15432 79 0,'0'0'155'0,"-6"2"-14"0,3 1-6 0,3-3-8 15,0 0-7-15,18 0-10 16,-5 0-9-16,15-1-14 0,5-3-4 0,4 2-11 15,2-2-7-15,14-2-5 0,0-2-4 0,0-1-6 16,2 4 6-16,0-5-5 0,-5 2-4 16,-13 1 0-16,-4 0-4 0,1 1-5 0,-4 0 5 0,1 0-2 15,-13 2-4-15,-3 3-3 0,-2-1 3 0,0 1 6 16,-7-2 4-16,-1 3 4 0,0-3-1 0,-1 2 0 16,-4 1-8-16,5-2-16 0,-5 2-14 0,0 0-15 0,0 0-11 15,0 0-20 1,-24 0-14-16,14 0-26 0,1 1-16 0,4 0-26 15,-2-1-21-15,2 1-29 0,-4 1-93 0,9-2-282 0,0 0 125 16</inkml:trace>
  <inkml:trace contextRef="#ctx0" brushRef="#br0" timeOffset="175883.31">16808 15161 58 0,'-5'-3'196'0,"0"3"-17"0,-3-3-15 16,0 3-9-16,-3 0-18 0,0 3-15 0,-1 1-13 0,-6 0-7 16,3 5-13-16,-3-2-11 0,0 4-6 15,5 3-12-15,0-2-5 0,2 2-5 0,-2-2-5 16,5 2-7-16,2 3-2 0,4-5-6 0,4 4 4 15,1 0 13-15,6 0 3 0,3-2 3 0,6-2 4 0,9 1-3 0,1-5-1 16,4-1 1-16,-1-5-8 0,1-4-3 0,0-5-3 16,-2 0 5-16,-2-3 6 0,-3-2 4 0,-1 0 7 15,-7 0-4-15,-6 0 0 0,1-1 3 0,-5-4-17 16,-2 3-9-16,-5-3-13 0,-3 1-21 0,-3 0-12 16,-6 3-20-16,-5 0-36 0,-8 1-25 0,-2 1-57 15,-4 4-56 1,-5 2-170-16,-2 3-404 0,1 1 179 0</inkml:trace>
  <inkml:trace contextRef="#ctx0" brushRef="#br0" timeOffset="176600.43">18344 15313 54 0,'0'0'210'0,"0"-4"-18"0,0 4-28 16,0 0-16-16,0 0-13 0,0 0-24 0,0 0-6 16,0 0-15-16,0 0-4 0,-10 16-10 0,5-7-5 15,-2 2-7-15,-2 4-4 0,-1-1-8 0,2 3-1 16,-3-1-7-16,2-1-3 0,-3 1-36 0,1 1-20 0,-2-2-29 16,4-1-31-16,-1-4-35 0,1-2-143 0,0 0-274 15,0-6 122-15</inkml:trace>
  <inkml:trace contextRef="#ctx0" brushRef="#br0" timeOffset="176770">18349 15158 118 0,'0'-5'284'0,"0"-1"-18"0,3 3-34 16,-3 0-25-16,0-1-22 0,0 4-35 0,2-7-48 15,-2 7-31-15,0 0-19 0,0 0-39 0,0 0-41 16,0 0-42-16,7 15-55 0,-4-10-119 0,3 0-262 15,0-1 116-15</inkml:trace>
  <inkml:trace contextRef="#ctx0" brushRef="#br0" timeOffset="177719.65">19409 14913 4 0,'1'-2'205'0,"-1"2"-13"0,2-4-11 0,-2 4-9 16,0 0-13-16,4-5-11 0,-4 5-15 0,0 0-11 15,1-3-13 1,-1 3-15-16,0 0-10 0,0 0-12 0,0 0-4 0,0 0-7 16,0 0-3-16,-23 8-10 0,12-3-6 0,-6 3-1 15,-2 2-7-15,-5 3-4 0,-2 1-4 16,2 1-3-16,-3-1-4 0,0 5 1 0,2-4-4 15,3 2-1-15,0 0-7 0,7-2 5 0,0-2-2 16,2 0-3-16,3 0 0 0,3-1 0 0,2-2 1 0,4 3-4 16,-2-3-5-16,7 3 8 0,0-2-4 0,5 4 1 0,4-3 1 15,2 0-3-15,8 2 2 0,1 1-2 0,1-3-2 16,4-3 2-16,-3 0 0 0,3-1 2 0,-2 0 1 16,-7-5-1-16,0 4-5 0,-1-3 1 0,-7 0-1 15,0-1 2-15,-4-1-4 0,-1 2-9 0,-2-2-2 16,0 1 5-16,-3-1-2 0,-4 3-1 0,-3-1 6 15,-2 3 3-15,-5-4-1 16,-3 7 0-16,-2-5 1 0,-2-1 1 0,0 2-4 16,-3 0 5-16,0-3-1 0,2-1-3 0,2 4 4 15,-2-4 0-15,8 1-2 0,1-2 4 0,0 0 3 16,6 1-3-16,-1-2 6 0,6 0-4 0,-8 0-8 16,8 0-12-16,0 0-7 0,23-7 1 0,-4 2-12 15,9-2-6-15,-1 0-13 0,4 0-12 0,2 2-2 16,-1-4 10-16,4 2 2 0,0-3 12 0,2 4 7 0,3-3-15 15,-8 4 12-15,3-4 2 0,-3 3-2 0,-1-2-10 16,-4 4 18-16,-1-4 6 0,-8 3 1 0,-2-1-1 16,-2-1 21-16,-3 1 9 0,-5-1 21 0,2 3 12 15,-5-1 11-15,-1 1 3 0,-1-2 0 0,-2 1 4 16,0 3 2-16,-1-5-6 0,-3 6-7 0,1-3-3 16,1 1 1-16,-4-2-7 15,2 4-6-15,4 1 2 0,-13-4-5 0,5 4-7 16,-2-1 2-16,4 2-5 0,-6-1-2 0,0 3-6 15,1 1 0-15,-1-1 2 0,-1 4-3 0,-3-2-1 16,4 0 1-16,1 2-3 0,-5 1-1 0,0-1 0 0,2 3 0 16,0-1-2-16,4 1 1 0,2-2-5 15,2 3 4-15,1-4-4 0,1 3 3 0,0 0 1 16,4-1-3-16,0-2 6 0,4 2-5 0,1 0 3 0,3-2 1 16,2-4 1-16,4 4 0 0,5-6 2 0,1 0-4 15,0 1-1-15,0-5 4 0,0 2-1 0,-3-6 3 0,0 2-2 16,-2-3-6-16,-2 2 7 0,-3-4-5 0,-2 2-6 15,0-2-6-15,-6 3-12 0,0-5 0 0,-5 2-3 16,-1-1-3-16,-2-1-5 0,-3 4 2 16,-4-4-6-16,0 2 1 0,-5 3-6 0,4 0-3 0,-7 1-12 0,1 2-10 15,4 2 1-15,2-1-11 0,1 3-18 0,0 0-17 16,7 0-131-16,-1 0-262 0,7 0 115 0</inkml:trace>
  <inkml:trace contextRef="#ctx0" brushRef="#br0" timeOffset="179275.36">20668 15126 64 0,'0'0'170'0,"-1"-5"-12"15,1 5-10-15,-1-4-10 0,1 4-7 0,-3-4-17 16,3 4-7-16,-5-4-12 0,5 4-16 0,-7 0-3 15,7 0-8-15,-13 0-11 0,0 0-3 0,3 3-5 16,-2 1-10-16,-6 4-6 0,4-3-4 0,-5 4 2 16,0-1-10-16,2 4-2 0,1 0 4 0,0 0-8 15,2 1-1-15,-1 3 0 0,2-1-6 0,3-3 1 16,1 2-5-16,5-3 5 0,0 5 0 0,2-4 2 0,2-2 1 0,2 2 7 16,2 2 1-16,4-4 2 0,2 2 12 0,5-1 0 15,1-5-8-15,2 1 7 0,3-4 6 16,-3-1-2-16,5-2 8 0,-4-3 7 0,2-1 12 0,-2-1 5 15,-5-1 5-15,5 0 4 0,-5-5 2 0,2 2-7 16,-9 0-3-16,6-3-8 0,-5 3-5 0,-2-2-8 16,2-3-4-1,-4 2-6-15,-3 0-4 0,1 2-4 0,0-2-8 16,-4-2-6-16,-1 3-8 0,-2 0-12 0,-2 4-12 16,-1-3-3-16,-2 5-8 0,1-4-9 0,0 5-9 15,-3 1-12-15,0-1-12 0,2 4-16 0,-3 0-24 16,7 0-26-16,-2 0-21 0,0 3-27 0,2 1-171 15,1-2-383-15,1 2 170 0</inkml:trace>
  <inkml:trace contextRef="#ctx0" brushRef="#br0" timeOffset="179870.96">20905 15175 14 0,'0'0'264'0,"1"-6"-25"0,-1 6-22 16,4-3-28-16,-4 3-20 0,0 0-23 0,0 0-15 16,0 0-14-16,0 0-14 0,0 0-11 0,2 13-10 15,-3-5-5-15,0-2-8 0,-2 5-7 0,1 1-6 16,-1-2-5-16,0 2-8 0,-1 2-2 0,0 0-6 16,0 2-2-16,3-3-2 15,-2-3-3-15,0 1-3 0,2 0 2 0,-1-1-3 16,-1-3-5-16,3-1 1 0,0 1-1 0,0-3 3 15,0-4 27-15,0 8 22 0,0-8-4 0,4 0-2 16,-4 0-2-16,9-9 0 0,0 1 3 0,0-1-7 16,4-3 1-16,-2 0-9 0,1-2 2 0,-1 2-3 15,2-1-4-15,0 2-4 0,-2-1 2 0,-1 2-5 16,-2 3 1-16,-2-1-1 0,3 1-2 0,-4 2-6 0,-1 1-3 0,3 0-9 16,-5 3-4-16,2-1-8 0,1 0-3 0,-5 2 4 15,9 0-5-15,-4 2-13 0,2 1 1 16,-2 1 0-16,1 0-7 0,4 2 4 0,-1 1-7 0,0 2-8 15,4-1-8-15,-4 0-8 0,5 1-8 0,-4-1-8 16,1-3-1-16,1 2-3 0,1-3 3 0,-3-2 7 16,3-2 3-1,-3 0 1-15,-2-2-1 0,3-1 3 0,-3-1 12 16,0-4-5-16,2 1 11 0,-5-3 5 0,0-1 7 16,3-4 10-16,-3 1 17 0,3-3 5 0,-5-2 4 0,3 2 4 15,-4-3 4-15,3-5 6 0,0-1 4 16,2 1 3-16,-3 1 11 0,-3 4-3 0,4 3 13 15,-4 2 14-15,1 5-11 0,-1 2-4 0,0 2-3 16,0-1-17-16,1 3-8 0,-1-1-16 0,0 4-16 0,-1 1-1 0,0 0-1 16,-5 10-1-16,1 2 1 0,0-2 0 0,-1 9 0 15,-6 4 2-15,3 4-2 0,-2 2-16 0,1 0-22 16,3 0-21-16,-1-1-24 0,7 2-22 0,0-1-17 16,0-3-38-16,4-6-41 0,3-3-228 0,-5-4-467 15,8 1 207-15</inkml:trace>
  <inkml:trace contextRef="#ctx0" brushRef="#br0" timeOffset="180377.28">21506 15158 138 0,'0'-3'275'0,"0"-1"-21"0,0 0-31 0,0 4-23 16,2-4-23-1,-1-1-20-15,-1 5-17 0,0 0-16 0,0 0-12 0,0 0-12 16,0 0-15-16,0 15-19 0,3-9-23 0,-1 1-17 15,2 2-13-15,0-1-13 0,2 2-7 0,-2-5-4 16,2 1-4-16,2 1-7 0,-1-5-2 0,-2 4-6 16,1-4 4-16,2 1 1 0,-2-3 4 0,1 0 0 15,-1 0 7-15,3-1 0 0,-3-3 0 0,-1 1 6 16,3-1 1-16,-3 1 6 0,-1 1 4 0,2-3 8 0,0 0 4 0,0 1 5 16,-1 3 6-16,-1-4-2 0,2 4 1 15,-5-3-9-15,-1 4 0 0,8-1-5 0,-8 1-4 0,0 0 1 16,9 9 3-16,-5-5-3 0,1 6 2 15,0 2-2-15,0 5-3 0,2 2 1 0,-5 8 1 16,1-1 5-16,-2 6-2 0,-1 1 1 0,-2 2 0 16,-5-2-2-16,-2 13-1 15,-2-10-2-15,-2-2 2 0,-9 8 0 0,5-13-2 16,-2-4-4-16,-1 1-2 0,2-7 1 0,2-5 3 16,0-3-1-16,0-2 9 0,4-4 19 0,-2-1 16 15,5-4 16-15,-1-4 7 0,-2-1 9 0,7-3 7 16,0-4-7-16,5-3-9 0,1-13-7 0,11 5-6 15,6-4-9-15,5-2 4 0,14-8-17 0,1-3-9 16,8-4-11-16,0 4-6 0,7 4-5 0,-4 0 3 0,-3 2-1 16,2 2-2-16,-5 6 2 0,-12 7 5 0,1 4 12 0,-4-1 10 15,-5 2-1-15,-8 6 7 0,-3 1 1 16,-1 3-5-16,-6 0-7 0,3 4-5 0,-2-6-29 16,-2 5-43-16,-4 1-17 0,0 0-30 0,0 0-56 15,-27 9-90-15,6-3-214 0,-6 1-493 0,0-3 219 16</inkml:trace>
  <inkml:trace contextRef="#ctx0" brushRef="#br0" timeOffset="181611.41">23301 15116 177 0,'0'0'158'0,"0"0"-12"0,-4-3-19 0,4 3-15 16,0 0-6-16,0 0-16 0,0 0-10 0,0 0-18 0,0 0 6 0,0 0-4 16,0 0-12-16,0 0 1 0,0 0-5 0,11-1-6 15,-4-2-6-15,3 2 0 0,3 0 0 0,-2-3-3 16,3 1-8-16,4-2-3 0,-5 1 7 0,-3-1-3 15,3-2 7-15,-3 2 9 0,-1 0 5 0,0-2 7 16,0 2 6-16,-4-1 11 0,-1 1-6 0,0 0-3 16,-2 1-7-16,1 1-8 15,-3-1-7-15,0 4-13 0,-5-5-7 0,-3 5-4 16,-6 1 1-16,-1 3-4 0,-7 2-5 0,-9 2-1 16,-1 5-4-16,-1 0 3 0,0 3-3 15,0 0 0-15,-2 2-1 0,3 0 4 0,0 3-7 0,3 2-1 16,-12 8-1-16,14-6-1 0,4-1 4 0,3 2-1 15,3 0 3-15,7 2-2 0,5-4-3 0,6 2-6 16,4-9 5-16,8 4 0 0,13-4 1 0,6-1 3 0,19 0-4 16,6-4 0-16,7-8-3 0,26-1-4 0,-24-4-1 15,29-3-4-15,-1-5 5 0,-29 1-5 0,25-6 3 0,-31 3 0 16,-1 1-4-16,1-5 4 0,-5 1 1 16,-5-3 1-16,-14 2 6 0,-6 1-2 0,-3 0 1 15,-9 3-1-15,-5-3 9 0,-3 5 9 0,-5 0 3 0,-4 0-5 16,-2 2 1-1,-6 0 1-15,-7-3-4 0,-2 5 2 0,-5 0 2 16,-6 1-2-16,-4 1 1 0,0 3-2 0,2 3-2 16,-1 2 0-16,-1 2 1 0,5 1-5 0,0 1-6 15,8-2 4-15,5 3 4 0,4-4-4 0,2 5 1 16,2-2-5-16,3 1 6 0,3 5 1 0,4-5 3 16,7 1 0-16,6 0-1 0,7 0 1 0,7-4-6 15,6 1 5-15,2 0 2 0,0-7-1 0,-2 2-2 0,4-7-3 16,-4 0 5-16,-2-2-1 0,-5 0-3 0,-3 0-5 0,-8-2 8 15,-1 0-1-15,-4-4 1 0,-2 3 2 0,-2-3-2 16,-5 1-2-16,-4-2 2 0,-2 1-11 0,-1-1 1 16,-4 2-4-16,-1-3-1 0,-5 3-2 15,-1 0-2-15,0 1-1 0,-3 3-4 0,-2 2-12 16,2-1-1-16,0 4-8 0,3-1-23 0,0 2-31 0,1 1-28 0,2 1-31 16,-2 0-134-16,6-1-310 0,2 2 138 0</inkml:trace>
  <inkml:trace contextRef="#ctx0" brushRef="#br0" timeOffset="181943.34">24585 15169 132 0,'-5'-1'163'0,"5"1"-23"15,-12-3-9-15,6 3-20 0,6 0-12 0,-15 3-9 16,3 1-6-16,3 0-13 0,3 2-7 0,-7 2-9 0,4-4-9 16,1 4-1-16,-2-1-4 0,5 3-4 0,0 0-8 0,1-1-2 15,2 3 2-15,0-3-7 0,2 3-4 16,2-3 4-16,4 2-2 0,-1-1-5 0,5 0-5 16,-1 4 8-1,4-5-4-15,5 4-2 0,-4-1-6 0,3-5 9 16,-3 3-2-16,1 0-3 0,0-1-3 0,-2-2-1 15,-3 0-3-15,-2 0 1 0,1-1 2 0,-3 1 0 0,-3-4-3 16,-2 3 11-16,0 0-2 0,-3-1 7 0,-5 4 0 16,-4-2-9-16,-4 3-5 0,-4-2-30 0,-1 1-62 15,-8-1-71-15,1-1-82 0,3-4-258 16,5-2 115-16</inkml:trace>
  <inkml:trace contextRef="#ctx0" brushRef="#br0" timeOffset="183197.73">25763 15078 127 0,'-3'-4'181'0,"3"4"-19"16,0 0-13-16,0 0-21 0,0 0-11 0,0 0-9 15,0 0-15-15,0 0-12 0,-15 5-3 0,9-1-11 0,-1 1-5 0,-5 2-9 16,-1 2-3-16,-2 2-8 0,-2 0 6 0,-2 0-18 15,-4 5 4-15,1-1-6 0,4-3-8 0,-5 3 1 16,9-2 0-16,1 2-3 0,3-2-5 0,-3-1-3 16,3-1 2-16,4 1-3 0,1-3 1 0,3 2 2 15,2-2-10-15,0 2 2 0,5-3 2 0,1 2 4 16,6-2-5 0,2 2-1-16,0 0 2 0,3-4-5 0,2 2 1 0,-2 0 4 15,-2-1-4-15,1 0 0 0,-5-2-2 0,-1-1 5 16,-3-1-7-16,0 0-1 0,-2 1 3 0,-1-3 1 15,0 3 8-15,-4 0-4 0,0 0-5 0,-3 1-2 16,-2-1 6-16,-5 0-3 0,-1 2-2 16,-1 1-12-16,-2-3-11 0,0 3-30 0,1-3-30 15,-5 2-35-15,1-1-141 0,1-1-281 0,2-2 125 0</inkml:trace>
  <inkml:trace contextRef="#ctx0" brushRef="#br0" timeOffset="183560.99">25801 15437 163 0,'0'0'213'16,"0"0"-22"-16,-1-4-21 0,1 4-20 0,5-4-15 16,3 1-17-16,5-1-13 0,-2 1-16 0,7-1-11 15,1-2-17-15,2-1-6 0,4-3-11 0,3 1-7 16,-1 2 1-1,1-4-13-15,-2 0 2 0,-2 0-5 0,-3 0-6 0,0-3 3 16,-4 1-6-16,0 3 1 0,-2-2-3 0,-2-1 1 16,-4 2-2-16,-2 2 5 0,-1-1 3 15,2 2 5-15,-4-1 0 0,-3-2 4 0,-1 6-5 16,-1-1 0-16,1 0-6 0,-6 4-2 0,0-1 0 0,0 0-3 16,-7-1 1-16,1 4-3 0,-5 0 1 0,-2 4-2 0,0 2-1 15,-7 2 1-15,7-1-3 0,-1 1-5 0,-3 5 4 16,6-2-3-16,4-1-4 0,-1 3 2 0,1 3-4 15,3-2 5-15,0 1 1 0,5 2 0 0,2-1-5 16,3-5-8-16,2 2-13 0,3 0-21 0,4 0-30 16,3-6-48-16,1-1-175 0,5-2-323 0,-3-3 143 15</inkml:trace>
  <inkml:trace contextRef="#ctx0" brushRef="#br0" timeOffset="184015.16">26302 15169 101 0,'5'-4'219'0,"1"3"-25"15,0 0-21-15,2 1-21 0,3 1-7 0,-1-1-20 0,3 5-12 16,4 1-13-16,1 1-10 0,-2 1-5 0,-2 3-11 16,0-1-12-16,-1 2-5 0,0 1-10 0,-3 1-5 15,-2-1-12-15,-3 0 2 0,-1-1-4 0,-3 1-2 16,-2-2-4-16,-2 2-4 0,3-4-4 0,-4 1 3 15,1 0-1-15,0-4 8 0,-1-1-3 0,0-1 7 16,2 0 13-16,-2-3 18 0,4-1 10 0,-7 2 4 0,7-2 3 0,0 0-10 31,3-14-8-31,-2 9-7 0,7-5-5 0,1-4-8 16,1-1-2-16,6 1-5 0,1-4-2 0,-1 4-3 0,3-5-2 0,4 3-4 0,-3-1 6 16,-2 5-8-16,-5 1-4 0,2 1 1 0,-3 2-2 0,-2 1 6 15,-1 0 7-15,-4 3-1 0,3 1 0 0,-3-2-1 16,0 2-4-1,-1 0-5-15,-4 3-3 0,4-3-7 0,-4 3-4 16,6 0-1-16,-6 0-2 0,0 0-3 0,3 9 3 16,-6-3 1-16,3 1-2 0,0 2 3 0,-4 3-1 15,2-1 2-15,-2 3-1 0,0 4-3 0,-1-3 4 16,1-1-1-16,3-1 1 0,-2-2 0 0,2 0 2 16,-3-1-1-16,3-1-29 0,-2-3-13 0,2 0-12 0,1 1-12 15,-3 1-8-15,2-4-4 0,1 1 0 0,-1 0 2 0,1-5-17 16,0 0-77-16,0 0-217 0,0 0-417 0,-11-12 185 15</inkml:trace>
  <inkml:trace contextRef="#ctx0" brushRef="#br0" timeOffset="184162.09">26705 15015 17 0,'1'-3'253'0,"-1"-1"-28"16,3 1-28-16,-3 3-20 0,0 0-34 0,0 0-20 15,6 0-20-15,-6 0-38 0,9 4-33 0,-1 1-55 0,1 3-40 16,0 0-146-16,1-2-225 0,-1 0 100 0</inkml:trace>
  <inkml:trace contextRef="#ctx0" brushRef="#br0" timeOffset="184667.31">26963 15223 150 0,'0'5'182'0,"0"-5"-5"0,0 0-8 0,0 0-10 0,7 1 5 15,-7-1-13-15,17-4-14 0,-4 2-13 16,9-1-11-16,-1-1-12 0,1-3-9 0,-3 2-8 16,8-2-7-16,-5 0-9 0,5-3-10 0,-8 2-6 0,7-1-3 15,-7-1-4-15,-3 2-6 0,2-2-3 0,-9 1-1 16,1 2-3-16,-3 0-1 0,0 0 3 0,-1 2 11 15,-4 0-3-15,-1 0-3 0,2 1-10 0,-3 0-1 0,0 4-8 16,-6-6-1-16,-1 6-1 0,-1 0-4 0,-4 3-3 0,0 0 0 0,-4 2-5 16,3 0 1-16,-1 3-1 0,1 0-4 0,0 1 1 15,-1 3-4-15,5-3 3 0,0 0-2 0,2 2 0 16,0 1-5-16,3 0 5 0,2 0-3 16,2 1 3-16,0-1 1 0,5-1-2 0,-1 0 7 15,2-2-3-15,3-1 3 0,1-1-1 0,2-2 4 0,2-1 2 16,5-4 7-16,0 1 11 0,4-4 5 0,5 0 10 31,-6-1 0-31,-3-2 15 0,11-1-3 0,-5-4-3 16,2 0 6-16,-8 2 0 0,4-3-2 0,1-2 1 15,-1 0-1-15,0-1 0 0,-7 4-4 0,-1 0 8 0,-2 0-2 16,-3 4 1-16,-1 0 0 0,0 0-10 0,-3 3-4 16,0 0-5-16,0 0-10 0,-4 1-11 0,2 1 0 0,-4 2-5 15,8 0-3-15,-8 0-5 0,8 7-2 16,-6-2-11-16,1 0-9 0,2 4-12 0,-1 2-12 15,-1 0-14-15,3-2-43 0,-4 8-51 0,1 0-59 16,1-2-78-16,-4-4-224 0,-2 0-549 0,2-4 243 16</inkml:trace>
  <inkml:trace contextRef="#ctx0" brushRef="#br0" timeOffset="186820.13">2780 16564 139 0,'-4'-3'210'0,"4"3"-8"0,0 0-6 0,0 0-9 16,0 0-12-16,0 0-11 0,0 0-15 0,0 0-11 15,0 0-15-15,0 0-12 0,0 0-11 0,0 0-10 0,-1-4-9 0,1 4-11 16,0 0-6-16,0 0-7 0,0 0-8 0,0 0-4 16,0 0-8-16,0 0 0 0,0 0-1 15,0 0-4-15,0 0-10 0,0 0-1 0,0 0 0 16,0 0-10-16,0 0-4 0,10-3-4 0,-5 0-14 15,4-1-13-15,4 0 2 0,-1-2-14 0,-2 1 4 16,5-4-7-16,-3 2 7 16,-1-1 8-16,-1 0 1 0,-1 2 5 0,0-4 2 15,-1 3 10-15,-2-1 9 0,-1 1 3 16,-1-2 11-16,-1 4 5 0,-1-3 2 0,1 1 9 16,-3 2 12-16,-3-1 0 0,3 6-8 0,-2-8-4 15,-2 3-6-15,0 2-4 0,4 3-2 0,-17-1-3 16,6 3-4-16,-8 5-2 0,-3 0-3 0,-6 3-1 15,-4 4-3-15,0 3-1 0,3 2-12 0,-2 1 13 0,-1 1-5 0,3 1 0 16,3 2-2-16,-1-1 0 0,7 2 0 0,-1-3-6 16,2 2 3-16,5 1-2 0,3-2-1 0,4 0 1 15,3-5-8-15,4 0-3 0,4 2 2 0,3-3 0 16,3-1 2-16,5 4 5 0,7 2-1 0,2-5 2 16,8-3-1-16,4-1 3 0,15-2-4 0,2-6-13 15,-1-5-4 1,1-2-14-16,-1-5-5 0,3-1-10 0,-3 1-5 15,-1-3 0-15,-14 3 2 0,-1-3 8 0,-2 3 3 16,-3-3 6-16,-4 1 3 0,-9 0 19 0,-4 1 26 16,0 2 47-16,-5 0 38 0,0-1 15 0,-5 1 1 15,0 0-1-15,-2-2-4 0,-4 4-10 0,0-2-10 16,0-1-7-16,-2 3-11 0,-1 1-6 0,-4-2-9 16,-4 4-7-16,3 1-14 0,-8 0 2 0,0 5 1 0,-4-2-4 0,6 2-5 15,-4 4-2-15,1-1-5 0,4 2-4 16,0 0 2-16,3-4-12 0,3 1-25 0,0 2-27 15,2-2-13-15,3 2-17 0,0-4-9 0,0 1-1 16,4 0 7-16,0-1 8 0,0-5 6 0,3 6 10 16,-3-6 4-16,3 4 17 0,-3-4 13 0,9 0 13 15,-9 0 12-15,18-7 23 0,-7 2 7 0,-4 0 10 0,5-3 0 0,-1 1-9 16,-3 0 0-16,2 2-1 0,0-3-7 16,-2 2 0-16,0 1-8 0,-3 2-1 0,1-1 2 15,-2 1-6-15,1 0-1 0,-5 3-3 0,8-4-7 16,-8 4 2-16,6-2-8 0,-6 2-1 0,0 0 1 15,13 5-2-15,-5-3-3 0,-1 4-6 0,2-1-8 16,-1 1-26-16,1 0-29 16,4 2-22-16,-3 0-45 0,0-2-38 0,0 2-149 15,-1-3-363-15,3 0 162 0</inkml:trace>
  <inkml:trace contextRef="#ctx0" brushRef="#br0" timeOffset="187167.46">3605 16658 278 0,'0'0'286'0,"3"-3"-31"0,-3 3-33 0,0 0-12 16,0 0-28-16,0 0-33 0,0 0-38 0,0 0-21 16,0 0-7-16,0 0-10 0,0 0-11 0,0 0-4 15,-6 19-9 1,2-10-1-16,0-2-3 0,-1 5-8 0,2-3-6 15,1 3-1-15,-2 1-4 0,1-4-7 0,2 4-8 16,2-2-13-16,-2-1-3 0,2 0-12 0,-1 1 7 16,3 0-3-16,0-4 1 0,0 2-1 0,3-1 4 15,0-1 3-15,-1-2-4 0,1 2 1 0,-2-1 0 16,4-2-1-16,-5 1 4 0,4-2 3 0,-2 1 9 16,-1-1-12-16,0 1-4 0,-3 1 6 0,3-2-4 0,-4-3-4 15,0 10-1-15,0-5 1 0,-4 1 5 0,-1 2 0 0,-3 1 6 16,0-1-5-16,-1 3 4 0,-4-3 1 15,0 4-3-15,0-1-5 0,0-3-31 0,2-3-52 16,-1-1-58-16,1-1-158 0,1-3-333 0,3 0 148 16</inkml:trace>
  <inkml:trace contextRef="#ctx0" brushRef="#br0" timeOffset="187567.96">3808 16854 150 0,'0'0'181'0,"0"0"-12"0,0 0-18 16,0 0-20-16,0 0-8 0,4 3-16 0,-4-3-8 16,0 0-11-16,0 0-17 0,0 0 3 15,15-8 0-15,-5 5-12 0,0-5-8 0,4 0-3 16,1-2-9-16,-2 1 2 0,0 1-4 0,0-4-11 15,5 2 10-15,-9-1-2 0,1-2-1 0,0 1 6 0,-2-2-3 0,-3-1-2 16,3 0 3-16,-6 2 1 0,1 2 3 0,-2 0 8 16,0 0 8-16,-3 1-8 0,0 2 5 0,-1 3-9 15,-1-3-10-15,1 4-3 0,-6 1-6 0,-2 2-3 16,0 2-4-16,-1 1-5 0,-5 6-3 0,1 1 1 16,-1 0-7-1,-1 2-4-15,1 3-1 0,3 3-6 0,-4 0 4 16,6 0-3-16,1 5-2 0,4-4 4 0,1-2 3 15,2 6-6-15,4-5-5 0,4 1-6 0,2 2 0 16,1-5-5-16,11 5-4 0,-5-8-10 0,1-2-36 16,8-4-43-16,7-5-64 0,1-1-175 0,2-6-378 15,2-1 167-15</inkml:trace>
  <inkml:trace contextRef="#ctx0" brushRef="#br0" timeOffset="187871.12">4259 16790 47 0,'0'0'149'0,"0"0"-16"0,0 0-7 16,7 4-15-16,-7-4 1 0,19 0-16 0,2-3-15 16,2 2-4-16,2-3-11 0,10 0-35 0,-3-4-61 15,-2 4-137-15,5-4-180 0,-3 4 80 0</inkml:trace>
  <inkml:trace contextRef="#ctx0" brushRef="#br0" timeOffset="188191.49">5186 16617 120 0,'0'0'310'0,"0"-6"-27"0,0 6-32 0,0 0-17 16,0 0-27-16,0 0-24 0,0 0-20 0,0 0-19 16,0 0-19-16,0 0-24 0,0 0-15 0,0 0-18 0,0 0-8 0,0 0-4 15,0 0-7-15,-1 18-5 0,-2-10-5 0,2 4-3 16,1 0-3-16,0-1-3 0,0 1-4 0,0 1-16 15,-1 1-20-15,1-1-13 0,0-1-19 0,1 2-13 16,-1-2-24-16,0 0-24 0,1 1-39 0,3-4-30 16,-4 0-167-16,3-2-367 0,-3-1 162 15</inkml:trace>
  <inkml:trace contextRef="#ctx0" brushRef="#br0" timeOffset="188438.61">5475 16542 269 0,'0'0'351'0,"0"0"-35"0,5-7-35 0,-5 7-31 15,0 0-28-15,4-3-31 0,-4 3-26 0,0 0-34 16,0 0-18-16,0 0-8 0,6 12-13 0,-3-2-22 16,-2 2 4-16,2 0-10 0,1 8-7 0,1-1-5 15,-4 1-6-15,3 5-4 0,-3 1-3 0,-2-1-7 16,1-5 1-16,2-3-9 0,-2 2-22 0,0-2-6 15,0 1-20-15,0-7-5 0,-1-1-4 0,-3 2-10 0,3-3-13 16,0-1-5-16,-1-3 2 0,1 2 1 0,1-7-6 16,-6 7-26-16,1-4-59 0,5-3-244 0,-18 0-424 15,18 0 189-15</inkml:trace>
  <inkml:trace contextRef="#ctx0" brushRef="#br0" timeOffset="188623.51">5135 16452 129 0,'0'-7'260'16,"4"-2"-25"-16,-1 0-25 0,5 1-20 0,5-4-21 16,5 5-14-16,3-1-28 0,8-2-20 0,6 3-19 0,1 2-32 0,2 0-36 15,11 5-36-15,-9 0-67 0,-5 5-192 0,-2-3-297 16,-5 8 132-16</inkml:trace>
  <inkml:trace contextRef="#ctx0" brushRef="#br0" timeOffset="188793.06">5294 17043 149 0,'-2'2'315'16,"2"-2"-30"-16,0 0-29 0,0 0-25 0,23 0-19 15,4-5-28-15,6-2-17 0,20-5-30 0,0 2-52 16,7-2-51-16,-1-2-90 0,5-1-278 0,-3-4-360 16,-2 4 159-16</inkml:trace>
  <inkml:trace contextRef="#ctx0" brushRef="#br0" timeOffset="189525.51">6560 16581 70 0,'0'0'341'0,"0"0"-21"16,0 0-27-16,0 0-26 0,0 0-32 0,0-5-27 15,0 5-20-15,0 0-47 0,0 0-50 0,0 0-55 16,0 0-59-16,0 0-25 0,0 0-69 0,10 5-82 0,-10-5-102 15,6 5-326-15,-6-5 145 0</inkml:trace>
  <inkml:trace contextRef="#ctx0" brushRef="#br0" timeOffset="189657.23">6601 16893 40 0,'2'2'268'15,"-2"-2"-18"-15,-2 6-20 0,2-6-23 0,2 5-23 16,-2-5-38-16,0 0-44 0,8 2-62 0,-8-2-66 15,25-7-75-15,-9 1-123 0,4 2-241 0,-2-1 106 16</inkml:trace>
  <inkml:trace contextRef="#ctx0" brushRef="#br0" timeOffset="189842.21">7302 16779 3088 0,'0'0'283'16,"0"0"-152"-16,4 3-69 0,-4-3-32 0,9-1-18 0,0-6-17 0,10 3-6 15,0-1-23-15,14-3-36 0,1 1-59 0,14-7-104 16,-9 5-288-16,-1 1-565 0,-1-2 251 0</inkml:trace>
  <inkml:trace contextRef="#ctx0" brushRef="#br0" timeOffset="191397.57">8340 16379 105 0,'-1'-12'199'0,"2"1"-9"0,-4 0-20 0,1 3-9 15,2 2-10-15,1 0-19 0,-2 0-16 0,1 2-16 16,-3 0-10-16,3 4-8 0,0 0-13 0,0 0-3 0,0 0-14 16,-10 18-1-16,4-2-8 0,-1 9-4 0,-2 6-9 15,2-1-2-15,-1 18-5 0,4-12-8 0,0-2-2 0,-2 12 2 16,3-8-3-16,2 11 4 0,-4-15-3 15,5 0-3-15,-1-1 0 0,-2 0 2 0,6-2-4 16,-2-6-1-16,-1-2 8 0,0-6-13 0,0-5 0 16,0 1 3-16,-1-6-2 0,2 0 10 0,-1-2 19 0,0 1 14 0,0 0 14 15,0-2 9-15,0-4 0 0,-5 3-9 0,-3 0 1 16,3-3-10-16,-5 0-5 0,-3-3-4 0,0 1-5 16,1-1-4-16,-1-1-2 0,-4-1-5 0,4 0-7 15,1 2-12-15,-1-4-18 0,-1 2-15 0,2 1-20 16,1-1-29-16,1-3-38 0,1 4-37 0,1 1-47 15,-1-2-160 1,6-1-386-16,1 1 170 0</inkml:trace>
  <inkml:trace contextRef="#ctx0" brushRef="#br0" timeOffset="191660.87">8138 16757 123 0,'0'0'207'0,"-4"1"-10"0,4-1-17 0,0 0-18 15,0 0-15-15,0 0-16 0,0 0-11 0,19-3-16 16,-1 1-6-16,10-1-10 0,6-4-12 0,4 2-3 16,14-6-16-1,-15 6 2-15,4-1-6 0,-5 3-6 0,0-3-16 16,-5 4-16-16,-10 1-10 0,-2-1-13 0,-5 1-15 15,-2 1-20-15,-2 0-9 0,-4 0-5 0,-6 0 6 16,0 0-10-16,0 3-29 0,0-3-29 0,-15 5-127 16,4-3-265-16,-1 0 119 0</inkml:trace>
  <inkml:trace contextRef="#ctx0" brushRef="#br0" timeOffset="192114.71">8852 16624 1710 0,'8'-5'168'0,"1"1"-95"0,0-3-28 0,1 2-23 0,-2 1-5 15,1 0-13-15,1 3 1 0,0-3 6 16,0 3-6-16,2 0-2 0,-2 2 0 0,0 1 3 16,2 1-3-16,-2 2 1 0,0 3-3 0,2 0 2 0,-5 1-2 15,1 1-1-15,-4 1 3 0,2 0-6 0,-6 3 4 16,0-1-4-16,-2 3 6 0,-2-1-7 0,-5 0 7 15,1-4-4 1,2 0 1-16,-3-2 6 0,1 0 2 0,2-1 1 16,-1-2 7-16,4-2 15 0,-2 0 10 0,0 1 20 15,1-2 19-15,0-1 18 0,4-2 17 0,-5 2-9 16,5-2-6-16,0 0-13 0,1-12-16 0,4 3-7 16,3-1-7-16,4-4-8 0,1 0-4 0,6-4 1 15,-4 3-11-15,-1 1-7 0,1 1 0 0,1 1-7 16,-3 1 4-16,0 4-10 0,-5 1-4 0,-2 2-2 0,2-3-2 0,-2 7-7 15,2-3-10-15,-4 2-3 0,-4 1-7 16,7 1 1-16,-7-1-2 0,7 7 1 0,-5-2 3 16,1 3 0-16,-2 0 3 0,-1 2 2 0,1 2 2 15,-2 0 1-15,0-1 3 0,1 1-27 0,0 2-24 16,-3-3-29-16,3 1-26 0,3 1-22 0,-2-5-48 16,-1 2-25-16,0-1-186 15,1-2-424-15,1-4 187 0</inkml:trace>
  <inkml:trace contextRef="#ctx0" brushRef="#br0" timeOffset="192315.37">9343 16538 101 0,'3'-3'264'16,"-1"0"-28"-16,1 0-27 0,1-1-24 0,-1 3-20 15,-3 1-18-15,0 0-10 0,17 4-12 0,-11 2-11 16,3 3-10-16,0 2-8 0,0 4-8 0,-2 2-8 15,-2 2-8-15,-3 7-5 0,0 1-19 0,-9 3-13 16,-1-2-22-16,-2 1-22 0,-5-2-11 0,-2 1-14 16,-2-3-9-1,-4-1-16-15,-1-2-38 0,-2-2-46 0,-2-3-171 0,-1-2-340 16,-2-5 151-16</inkml:trace>
  <inkml:trace contextRef="#ctx0" brushRef="#br0" timeOffset="192599.68">8983 16422 69 0,'-4'-2'206'15,"4"2"-21"-15,-12 0-23 0,6 3-14 0,-4 2-15 16,-3 7-15-16,0 1-11 0,-2 11-13 0,-3 0-9 0,0 3-10 0,4 2-7 15,-4 0-9-15,4 2 3 0,0 0-17 0,5 1-3 16,1-5-4-16,4 4-3 0,2-4 1 0,4-2-1 16,6 0 7-16,-1-10-3 0,7 1 1 0,10 0 4 15,4-4-8-15,9-2-9 0,14-5-26 0,5-5-28 16,7-5-35-16,29-5-64 0,-28 4-177 0,27-11-328 16,-29 6 145-1</inkml:trace>
  <inkml:trace contextRef="#ctx0" brushRef="#br0" timeOffset="192931.34">10110 16570 149 0,'0'0'313'15,"0"-4"-19"-15,0 4-28 0,0 0-25 0,0 0-32 16,0 0-20-16,0 0-22 0,0 0-23 0,0 0-16 16,0 0-14-16,0 0-12 0,0 0-13 0,-3 12-9 15,3-4-7-15,-2-3-10 0,-1 6-3 0,3 2-2 16,-1-4-13-16,-1 4 0 0,2 0-7 0,0 3-11 15,0-4-32-15,0 0-15 0,-1-1-30 0,-1-1-19 16,0-2-21-16,2 4-25 0,0-7-46 0,0 2-18 0,2 0-23 16,-2-5-133-16,0-2-360 0,0 0 159 0</inkml:trace>
  <inkml:trace contextRef="#ctx0" brushRef="#br0" timeOffset="193100.42">10148 16414 140 0,'0'-7'351'0,"0"4"-32"0,0 3-34 16,4-9-29-16,-4 9-28 0,-3-5-31 0,3 5-50 16,0-3-60-16,0 3-53 0,0 0-12 0,0 0-39 15,0 0-43-15,0 0-60 0,18 10-192 0,-14-7-337 16,0 1 149-16</inkml:trace>
  <inkml:trace contextRef="#ctx0" brushRef="#br0" timeOffset="193432.39">10558 16460 107 0,'0'0'264'0,"4"2"-22"16,-4-2-22-16,0 0-26 0,0 0-24 0,0 0-13 15,-8 5-19-15,2 5-14 0,-2-4-16 0,-1 2-7 16,0 2-15-16,-2 2-6 0,-1 1-9 0,2 1-10 16,0 1-5-16,2-1-5 15,3 1-4-15,0-4-19 0,5 2 3 0,3-2-3 16,0 2-12-16,4-1 3 0,4-1-2 0,5 0 1 16,-2 1-2-16,2-3 0 0,1-1-5 0,3 1-2 15,-2-4 0-15,3 4 2 0,-6-3-4 0,-2 1-4 16,0-2 3-16,-3 0-5 0,-1-1-6 0,-3 1-4 15,-2-2-3-15,4 0-9 0,-7 1 7 0,-2 1 0 0,-2-1 3 16,-5 1 1-16,-6 7-16 0,-2-4-16 0,-3-1-50 16,-2-2-44-16,2 2-220 0,-8 0-385 0,7-4 171 0</inkml:trace>
  <inkml:trace contextRef="#ctx0" brushRef="#br0" timeOffset="193902.02">11585 16526 73 0,'-2'-3'234'15,"2"3"-20"-15,0 0-18 0,-6-3-23 0,6 3-15 16,-4-3-20-16,4 3-12 0,0 0-8 0,-14 3-25 16,7-3-4-16,-1 4-12 0,-3 1-7 0,0 0-7 15,-6 1-5-15,-1 3-9 0,3-1-5 0,-3 4-6 16,1 0-8-16,0 0-1 0,1 0-5 16,1 2-1-16,1 1-2 0,1-1-5 0,3 0 0 15,1-2-3-15,3 1 3 0,0-3-3 0,3 0 2 0,1-1 2 16,2-1 2-16,2-1-1 0,0-2 10 0,1 3 5 15,4-4 2-15,2 0 11 0,3-1-8 0,3-3 5 0,3 0-2 16,1-3-1-16,0 1 7 0,-2-3 5 0,-1 1 15 16,-4-1 2-16,-3 2-1 15,4-6-3-15,1 1-4 0,-5-1 3 0,-3-1-16 16,2 0-9-16,-4-5-14 0,0 4-10 0,-2-2-16 16,1-3-9-16,-1 3-5 0,-4 2-5 0,-1 2-6 15,1 1-11-15,-4 3-6 0,1-4-23 16,-4 4-2-16,2 3-5 0,-1 0-18 0,0 0-12 15,2 2-26-15,6 0-14 0,-13 2-12 0,12 0-15 16,1-2-173-16,0 0-371 0,0 0 164 0</inkml:trace>
  <inkml:trace contextRef="#ctx0" brushRef="#br0" timeOffset="194418.75">12208 16562 189 0,'3'-6'293'0,"-2"1"-28"15,-2 0-22-15,-1-3-26 0,-3 3-25 16,0 0-17-16,-4-1-21 0,-5 2-16 0,5 1-16 16,-5 1-13-16,-4 1-10 0,0 1-12 0,0 3-8 15,-1 0-3-15,-1 1-16 0,2 0-7 0,-3 3-2 16,2 0-10-16,4 2-3 0,-4-1-8 0,5 4-1 0,-3-2-6 16,7 1-2-1,-3 1-1-15,5 1-4 0,3-4-1 0,-4 5-15 16,4-1 0-16,1-3 0 0,4-1 0 0,0 1-3 15,4-2-2-15,0 1-4 0,1-1 14 0,0-3-10 16,4 1 2-16,5-3 5 0,-5-1-4 0,8 0 1 16,-4-2 0-16,4-4 2 0,1 1 12 0,-4-2-1 15,2-2 3-15,2-4 5 0,-3 0 5 16,4-1 1-16,-6-3 20 0,1-3-9 0,0-2 4 0,0-3 0 0,-5 0-1 16,4-4-3-16,-2 0-8 0,-3-3-4 0,1-1 2 15,-2-2-1-15,0 2 4 0,-1 2 4 0,0 0 17 16,-1 6 16-16,-2 3 9 0,-3 5 4 0,2 4 4 15,-1 1-10-15,0 3-6 0,-1 0-3 0,1 3-16 16,1-3-9-16,-2 7-18 0,0-7-33 0,0 7-14 16,0 0 2-16,0 0-2 15,0 0 11-15,-10 25 1 0,6-9-2 0,-4 8 3 16,-1 5-3-16,-1-1 1 0,4 2 10 16,-2 0-4-16,3 1-7 0,1 0-10 0,-1-2-10 15,7-2-14-15,1 1-2 0,1-2-10 0,1-8-10 16,5 6-4-16,4-3-15 0,4-3-10 0,0-6-20 0,7 2-28 15,3-3-19-15,7-2-38 0,1-4 1 0,1-4-17 0,5 2-146 16,8-7-397-16,1-1 176 0</inkml:trace>
  <inkml:trace contextRef="#ctx0" brushRef="#br0" timeOffset="194950.53">12851 16573 35 0,'0'-7'188'0,"-2"0"-11"0,1 2-12 0,-4-6-18 15,0 5-10-15,-3-2-12 0,-3 2-12 0,-2 0-9 16,-1 1-10-1,-3 4-10-15,-1-2-8 0,-1 1-8 0,0 4-7 16,-1 1-7-16,-1-2-4 0,2 3-7 0,-1 2-5 0,3 1-6 16,-1 1-2-16,4 1-2 0,0 0-5 0,1 2 0 15,4-4-4-15,0 3 2 0,3 0-12 16,2-1-2-16,0 1 4 0,4-3-13 0,1 1 5 16,3-2-1-16,1-1-2 0,3 2-1 0,2-2-11 15,3-1-2-15,1-2-13 0,0 0 10 0,3-2-4 0,-1-2-5 0,4 0 11 16,-9-3 1-16,7-4-2 0,-1 0 5 0,-1-2 19 15,-2-2 3-15,0 0 12 0,0-8 16 0,-1 5 6 16,-4-1 9-16,4-6-4 0,-3 0 4 16,-1-5-3-16,-3 0 8 0,1-1 2 0,-1-3 5 0,-2 0 19 15,1 2 7-15,-2-4 23 0,-2 7 29 0,4-1-1 16,-4 10-2-16,1-2-4 0,-1 4-6 0,-1 2-8 0,0 4-8 16,0-2-10-16,0 4-13 0,0 1-16 0,0 1-2 15,0 6-15-15,0-9-2 0,0 9-17 0,0 0-21 16,0-9-31-16,0 9-16 0,0 0-3 0,0 0 9 15,0 0-4-15,0 0 4 0,-5 25 16 0,4-11-12 16,-3 2-1-16,0 4 3 0,-1 7 9 0,-2-1-6 16,1 0-4-1,2 0 4-15,-1 2 1 0,0 0 2 0,0 0-1 0,-3-1 3 16,3 0-1-16,1-1 0 0,0 0 4 0,2-2 1 16,-1-4-2-16,2-3-4 0,1-1 5 0,0 1 0 15,0-1-2-15,0-4-1 0,0-1 4 16,0 0 0-16,1 0 2 0,-1-2-2 0,0-3 2 0,3 1 2 15,-3-2 9-15,1 0 10 0,0 2 10 0,3-5 13 16,0 1 6-16,0-2 4 0,6 0-3 0,7-2-4 0,4-1-33 16,8-5-63-16,5 2-104 0,4-4-172 0,15-6-250 15,-3-7-623-15,-2-2 276 0</inkml:trace>
  <inkml:trace contextRef="#ctx0" brushRef="#br0" timeOffset="196901.5">15073 16599 50 0,'0'0'167'0,"-3"-5"-4"0,7 1-2 0,-4 4-11 16,0-7-10-16,-1 2-9 0,1 5-13 0,-4-5-7 15,4 2-2-15,0 3-10 0,-3-4-15 16,0 0-10-16,3 4-15 0,-11-1-6 0,5 1-9 16,-5 1-3-16,-1 1-8 0,-6 3-2 0,0 0 1 0,-1 2-7 15,-5 5-4-15,1 0-4 0,-2 0 1 0,2 3-5 0,3 3-1 16,3-5-6-16,2 2 0 0,1-1 3 0,0 3-1 0,4-2-6 15,2 1 0-15,-2 2 2 0,6-2 0 0,0-3 0 16,3 4 2-16,2-5-3 0,2 0 4 0,2-3 5 16,4-1-2-16,0 1 3 0,1-4 1 0,8 2 1 15,-3-4 0-15,3-1 1 0,1-4 4 0,-1 1 2 32,-4-1 1-32,2-2 9 0,-3-3 6 0,-1 1 10 15,1 1 2-15,-2-6 2 0,1 2 1 0,-4-2-2 0,3-1-6 16,-6 1 1-16,5-5-4 0,-3 7-2 15,-1-6 6-15,-1 4-4 0,-2 1 5 0,-2 0 2 16,2 5 7-16,-1-3-5 0,0 4-2 0,0 1-1 16,-1-1-16-16,-1-1-2 0,2 2-10 0,-2 3-3 0,0 0-6 15,0 0-5-15,0 0-1 0,0 0-1 0,0 0-3 0,2 15-1 16,-4-7-1-16,2 1 2 0,2 3 8 0,-2-2-14 16,3 2 2-16,-1 1 4 0,3-2-1 0,4 3 5 15,-1-4-1-15,7 0-22 0,4-1-43 16,12 0-58-16,2-3-99 0,2-7-247 0,1 0-502 0,-2-4 223 15</inkml:trace>
  <inkml:trace contextRef="#ctx0" brushRef="#br0" timeOffset="199142.4">15510 16745 124 0,'1'-1'130'0,"-1"1"-2"0,0 0 2 0,0 0-5 16,0-6 4-16,0 6-4 0,0 0-2 0,0 0-8 15,0-4-6-15,0 4-7 0,0 0-10 16,0 0-10-16,0 0-8 16,-3-3-14-16,3 3-2 0,0 0-13 0,0 0-4 15,-10 5-4-15,3-1-11 0,0 4 0 0,-2-1-1 16,-1 0-5-16,2 4 3 0,1-1-10 0,-1-2 1 16,-1 2-4-16,3 1 2 0,2 1-5 0,0-1 3 15,4 1 0-15,-1-2 3 0,2 1-4 0,4-2-2 16,-1 0 0-16,5-1 2 0,0-2 4 0,1-1 1 15,4 0 2-15,-1-3-2 0,2-2-2 0,3 3 2 0,-5-6-1 0,0 1-2 16,-2-1 1-16,2-2 15 0,-4 3 9 16,-3-3 13-16,3 1-2 0,-5-4 1 0,1 2-1 15,-2 0-2-15,-2-2-9 0,-1 0-4 0,-1-1-9 16,-2 0-6-16,-2 0-6 0,0 3-7 0,-4-1-8 16,-4 0-5-16,4 2-10 0,-5 1-7 0,1 0-5 15,1 0-6-15,-1 3-7 0,3 0-26 0,1-1-21 0,4 2-27 0,0 0-37 16,5 0-19-16,0 0-132 0,0 0-331 0,0 0 147 15</inkml:trace>
  <inkml:trace contextRef="#ctx0" brushRef="#br0" timeOffset="199342.7">16008 16685 229 0,'0'0'224'0,"0"-6"-27"15,0 6-33-15,4-4-24 0,2 2-37 0,6-3-31 0,3 3-46 0,6-2-53 16,-2 3-77-16,-1-4-67 0,3 2-185 0,-3-2 82 16</inkml:trace>
  <inkml:trace contextRef="#ctx0" brushRef="#br0" timeOffset="199511.72">16067 16799 157 0,'0'0'197'16,"0"0"-14"-16,0 0-24 0,18 0-16 0,-3-4-23 15,6-1-29-15,7 2-43 0,2-5-68 0,6 2-59 0,0-1-88 0,2-3-180 0,2-1 80 16</inkml:trace>
  <inkml:trace contextRef="#ctx0" brushRef="#br0" timeOffset="199859.62">16785 16501 129 0,'-10'0'163'0,"-2"3"-14"0,2 1-15 16,-3 0-15-16,1 4-11 0,-4 2-12 0,2 2-17 16,0 0-5-16,0 2-1 0,1-1-14 0,-1 1-4 15,5 2-4-15,2-3-10 0,1-1 8 0,0 0-1 0,6-4 8 16,-2 4-4-16,4-2 8 0,2-3-3 16,6 0 5-16,-1 0 4 0,10-2-5 0,2-4-5 0,8-1-4 0,-2-1-2 15,4-2-8-15,-4-3 2 0,-1-2-5 0,-5 1 2 16,4-3 6-16,-7 1 2 0,0-1 3 0,-4-3-1 15,-4 2 3-15,1-1-8 0,-5 0-2 0,-1 0-4 16,-2 0-4-16,-3 2-5 0,0-3-3 0,-3 3-7 16,1-2-8-16,-5 2-8 0,1 1-11 0,-7 2-7 15,4 2-10-15,0 1-7 0,-5 1-20 0,2 3-22 0,2 2-26 0,-2 1-24 16,1 1-36-16,4 2-49 0,-1-2-111 16,4-2-343-16,2 3 152 0</inkml:trace>
  <inkml:trace contextRef="#ctx0" brushRef="#br0" timeOffset="200176.14">17436 16654 185 0,'-4'2'202'0,"4"-2"-17"16,0 0-18-16,0 0-15 0,0 0-16 0,0 0-15 15,0 0-14 1,0 0-14-16,-3 2-11 0,3-2-9 0,-4 7-7 15,0-2-10-15,-2 2 0 0,-3 0-6 0,-2 4-7 16,-1 0-22-16,-2 1-30 0,1 1-44 0,-2-3-39 16,2 4-71-16,1-3-84 0,5-3-267 0,-2-1 119 15</inkml:trace>
  <inkml:trace contextRef="#ctx0" brushRef="#br0" timeOffset="200730.12">18175 16431 45 0,'-1'-4'255'15,"-2"-2"-10"-15,-1 1-16 0,0 0-18 0,1 1-15 0,-1 1-26 16,-5 3-15-16,-1-2-17 0,-1 2-14 0,-2 2-13 15,-5 1-12-15,-1 2-14 0,2 5-7 0,-1-1-9 0,-5 5-8 16,5-2-8-16,2 1-4 0,0 3-3 0,1-3-7 16,2 1-1-16,-1 2-6 0,3 1-4 0,2-3-5 15,2 0-6-15,5-2-4 0,-1 0 1 0,-2-2-5 16,7 1 3-16,0-6-4 0,3 3 5 0,3-3-1 16,5-2 1-16,0 1-1 0,4-4-3 0,6-3-3 15,5 0 5-15,-7 1-2 16,4-3-4-16,-4-2 1 0,-2 2 2 0,0 1 0 15,0-4 9-15,-1 3 6 0,-6 1 3 0,-1 0 6 16,-1 0 6-16,-6 2-6 0,4 0-4 16,-3 0-1-16,4 1-6 0,-9 1-1 0,10 0-2 15,-2 1-4-15,3 1 3 0,-2 1-7 0,4 1-11 0,0 1-19 16,3-1-31-16,1 1-43 0,0 0-60 0,3-1-68 16,-3 0-203-16,-3-2-459 0,-1 0 204 0</inkml:trace>
  <inkml:trace contextRef="#ctx0" brushRef="#br0" timeOffset="205486.17">18542 16619 116 0,'0'-4'157'0,"0"-3"-5"16,1 4-3-16,1-3-1 0,-4 2-3 0,2 4-16 15,2-6-4-15,-2 6-16 0,0-6-9 0,0 6-15 16,0-2-3-16,0 2-17 0,0 0-6 0,0 0-6 16,0 0-4-1,0 0-12-15,0 0-4 0,-4 18-1 0,2-7-4 16,0-1-1-16,-4 6-4 0,1-1-4 0,1-1-3 15,1 3 1-15,-1 0 0 0,0 0-2 0,-1-2-2 16,0-1-3-16,0 3-2 0,1-2 0 0,2-2 3 16,-1-3-1-16,2-4-2 0,0 3 1 0,-1-4-4 15,2 0 3-15,-1 0 4 0,0-1 12 0,-1-1 11 16,2-3 14-16,0 0-5 0,0 0-3 0,0 0-1 0,22-10-8 0,-10 1-2 16,-3 2 2-16,5-5-7 0,-3 0 1 0,3-2-6 15,4 1 1-15,-5-2-1 0,6 3-2 0,-5 1-1 16,0-1-3-16,-5 4 1 0,4 1-5 0,-4 0-2 15,0 3 1-15,-3 0 0 0,-1 2-9 16,2 1-5-16,-7 1 5 0,9 2-6 0,-4 2 5 16,1 1-2-16,0 3 0 0,0 0 0 0,-1 2 1 0,-1 2-4 0,1-2 4 15,1 4 5-15,-1-3-5 0,0 1-18 0,-1 1-22 16,4 1-32-16,-3-3-45 0,1 0-32 0,-1-3-54 16,-1-1-127-16,0 0-359 0,0-4 160 0</inkml:trace>
  <inkml:trace contextRef="#ctx0" brushRef="#br0" timeOffset="205724.69">19274 16586 23 0,'-4'-5'269'0,"4"5"-19"16,0-4-21-16,0 4-23 0,3-6-26 0,-3 6-14 15,5-5-18-15,0 1-15 0,8 2-34 0,1-1-31 16,5 0-47-16,1 1-41 0,8-1-59 0,-7 1-57 16,-2 1-124-1,3-3-281-15,-3 0 125 0</inkml:trace>
  <inkml:trace contextRef="#ctx0" brushRef="#br0" timeOffset="205887.47">19337 16734 40 0,'-4'4'156'0,"3"-2"-8"16,1-2-3-16,0 0-14 0,10 3-5 0,1-3-21 15,6-2-12-15,4 1-27 0,8-3-21 16,2 1-44-16,-1-2-33 0,2 0-52 0,0 0-73 15,1-4-170-15,3 2 76 0</inkml:trace>
  <inkml:trace contextRef="#ctx0" brushRef="#br0" timeOffset="206219.28">20076 16484 113 0,'-15'3'185'0,"-1"1"-14"16,-1 5-15-16,-1-1-10 0,2 2-18 0,-2 2-8 15,-4 5-13-15,8-3-11 0,-4-1-13 0,9 3-10 16,0-3-6-16,0 3-6 0,8-6 8 0,1 1-6 16,5 2 0-16,0-3 4 0,8 0 0 0,6 0-1 15,9-3-7-15,4-2 1 0,7-4-11 0,0-4-1 16,-1-2-5-16,15-3-5 0,-22 0-4 0,-2-3-5 0,-2-1 2 15,-2 0-1-15,-8-1 7 0,-3 0-7 0,-5 0-1 16,1-4-3-16,-7 2-5 0,-1-5-3 0,-4 3-13 16,-3 0-8-16,-5 0-20 0,-3 4-4 0,-4 0-5 15,-1 2-37-15,-7 2-21 0,-4 3-47 0,0 4-36 16,1 5-150-16,5-3-349 0,4 4 154 0</inkml:trace>
  <inkml:trace contextRef="#ctx0" brushRef="#br0" timeOffset="207275.17">21158 16750 92 0,'0'0'189'0,"0"0"-18"0,0 0-11 0,0 0-16 16,0 0-14-16,0 0-15 15,11-10-11-15,-2 6-11 0,4 1-10 0,-1-3-7 0,5-2-3 16,1-2-5-16,0 0 1 0,5-6-25 0,0 1 1 16,-4-3 2-16,3 1 6 0,0-1-1 0,-3-3 0 15,1-1-3-15,0-1-3 0,-4-2 1 16,6 1 3-16,-4-2-1 0,-5 1 0 0,2 0 0 15,-6 3 1-15,-1 5 15 0,-2 0-5 0,-3 0 5 16,3 5 2-16,-2 2 0 0,-2 0-1 0,1 2-1 0,-4-1-10 16,2 5-9-16,-2-1-8 0,1 1-7 0,0 4-4 15,-8 0-8-15,-1 9 0 0,-4 0-3 0,-1 5 5 0,-5 10-13 16,-3 3 3-16,3 3-4 0,1 4 0 16,2-1-3-16,0 1-1 0,4 0 2 0,0-3-2 15,5-1 1-15,2-4-8 0,5 3 1 0,3-12-3 16,1 1 2-16,5-1 0 15,1-3-1-15,5 0 9 0,3-6 2 0,0 1 0 16,5-6 0-16,5 0 5 0,-6-2 0 0,-3-3 1 16,2-1 13-16,-9 1 6 0,6-5 4 0,0 0 2 15,-5-3 0-15,-3 3-1 0,-1-2-6 0,-3 0-3 16,0-2-4-16,-3 1 8 0,0 0-16 0,-3 1-13 16,-3-3-8-16,-2 1-12 0,0 2-17 0,0-1-8 15,-6 3-14-15,0 1-7 0,-3 0-13 0,1 4-3 0,-4-2-5 16,0 4-15-16,2 0-26 0,3 1-16 0,2-1-23 15,1 3-12-15,4-2-19 0,0 5-140 0,5-6-364 16,-3 6 161-16</inkml:trace>
  <inkml:trace contextRef="#ctx0" brushRef="#br0" timeOffset="208893.2">21596 16496 15 0,'0'-9'63'0,"-2"5"2"16,2-2 0-16,2-1 0 0,-2 2-1 15,0-3-6-15,3-1-2 0,-2 2 11 0,-1-1-3 0,1 2-3 0,-1-1 3 16,1 1 0-16,-2-1-3 0,1 2 5 0,0-2 1 15,0 2-2-15,0 5-6 0,-1-8 3 0,0 3-3 16,1 5-5-16,-3-7-10 0,3 7-7 0,-6-2-3 16,6 2-4-16,-14 0-3 0,2 2-6 0,-3 5-6 15,-3 4 8-15,-5 2-9 0,0 5 0 0,-4-1-3 16,4 4-2-16,0 1-5 0,3 2 2 0,2-2 1 0,1 0-4 16,3 1 6-16,5-7-10 0,3 1 4 0,1 0 5 15,5 0-5-15,3-5 13 0,4 0-5 0,4 0 9 16,6-1-3-16,10-2-2 0,2-1 1 0,4-5-1 15,-1-3-3-15,4-3 1 0,-3-3-6 0,-1-1-4 16,-2-2 7-16,0-2 4 0,-4-1-6 0,-8 2-8 16,-3-2 6-16,1-2 2 15,-4 2-1-15,-1-2 1 0,-4 1 3 16,-2-2-5-16,-4 3 3 0,-1-5 6 0,-1 4-3 0,-5 1 3 16,1 1-3-16,-3 4 1 0,-5-4-8 0,-6 5 3 15,0 0-1-15,-8 5-1 0,-1 1-7 0,-4 9 3 16,2-2-7-16,-1 1 7 0,2 4-1 0,-1 2-2 15,3-1-1-15,0 1 1 16,2 3 1-16,3-2-5 0,8-1-1 0,-1 0 7 0,4-2-9 0,6 1-1 0,-1-4 0 16,6 4-1-16,5-4 3 0,5 0 3 0,8-1 1 15,8-1 2-15,5-4 6 0,4 0-5 0,-2-4-4 16,6-4 14-16,-1 0-12 0,-1-4 4 0,-3 1 1 16,1-4-6-16,-7-3 3 0,-3 6 10 0,-6-3-8 15,-3 1 6-15,-2-1 3 0,-5 4 2 0,1 0 5 16,-4 0 5-1,-4 4-1-15,1-5-2 0,-5 6-4 0,0-2-1 16,-3 3-5-16,-4 1 0 0,-4 1-5 0,-5 3 1 0,-1 2-5 0,-8 2 8 16,-1 4-7-16,1 0 0 0,0 1 5 0,1-1-6 15,4 3 5-15,4-3-12 0,4-1 5 0,2-1 5 16,2 2-14-16,1-4-3 0,6 0-3 16,3 0 2-16,2-2 3 0,7 0 2 0,2-2 3 15,11-1-1-15,9-4-1 0,3-3 1 0,2-1-5 0,-3-1 7 16,6-4-1-16,-8-2-1 0,-1-2 3 0,-4 0-5 15,-3-2 6-15,-2 0 0 0,-8 1 4 0,-3 0 2 16,-2 1 3-16,-6 3 4 0,-2-1-4 0,-1 2 1 16,-3 1 3-16,-1 1-7 0,-5 3 1 0,-5-4-2 15,-2 6 2-15,-3 3-2 0,-7 4-1 0,-1-1 4 16,-3 6-1 0,0 0-2-16,-2 3-4 0,1 2 1 0,-1 1-12 15,6 1-7-15,0-1-19 0,4 2-11 0,8-5-27 16,1 3-27-16,6-3-2 0,4 0-34 0,3 1-100 0,2-4-259 15,7-1 114-15</inkml:trace>
  <inkml:trace contextRef="#ctx0" brushRef="#br0" timeOffset="209294.16">22385 16594 82 0,'0'0'191'15,"0"0"-19"-15,0 0-18 0,-3 9-10 0,0-4-17 0,-2 4-13 16,-1 3-15-16,-3 3-5 0,0-3-10 0,0 4-9 0,0-1-6 15,-4 2-19-15,3-2-33 0,-4 0-42 0,1 1-39 16,-4-5-70-16,1-2-75 0,0 0-225 0,4-2 100 16</inkml:trace>
  <inkml:trace contextRef="#ctx0" brushRef="#br0" timeOffset="209463.42">22317 16387 172 0,'0'-12'343'0,"0"5"-35"16,1 1-31-16,-5 0-32 0,4 6-33 15,4-8-60-15,-4 8-59 0,4-3-34 0,-4 3-49 0,0 0-57 0,19 10-97 16,-10-6-136-16,4 0-304 0,-3 1 135 0</inkml:trace>
  <inkml:trace contextRef="#ctx0" brushRef="#br0" timeOffset="210449.39">23816 16174 27 0,'2'-4'210'0,"-2"0"-10"0,0 4-25 16,1-4-19-16,-1 4-21 0,0 0-14 0,0 0-19 15,0 0-6-15,0 0-15 0,0 0-3 0,-19 15-13 16,8-4-3-16,-4 2-13 0,-7 4-1 0,0 2-6 16,-2 0-6-16,-2 2 29 0,-2 2-13 0,1-3-5 15,3 1-5-15,-2 0-5 0,3-1 1 0,3 0-9 0,6-7-29 0,0 3 0 16,2-4 2-16,5-3-2 0,0 4 1 0,4-4 3 15,1 3-2-15,2-3-1 0,2-3 3 0,5 4-2 16,2-3 4-16,5 1 3 0,5 0-4 16,8 0-3-16,1-1-1 0,4-1 5 0,-1 1-10 15,-2 0 8-15,1-3 1 0,-2 2-1 0,-12-1-3 16,2 2 1-16,-2-3 3 16,-5 3-8-16,-2-1-2 0,-8 1-1 0,5-3 3 15,-4 1-2-15,-2 4 2 0,-6-1 0 0,-6 4 3 16,-4-3-1-16,-2 2 7 0,-11-1-6 0,3 0 3 15,-2-1 2-15,-2-1-1 0,2 1 1 0,1-4-9 16,8 0-17-16,-1-1-16 0,1-3-13 0,7 1-22 16,1-2-30-16,4-2-20 0,3-1-27 0,4-2-100 15,0 5-270-15,22-13 120 0</inkml:trace>
  <inkml:trace contextRef="#ctx0" brushRef="#br0" timeOffset="210781.04">24230 16469 149 0,'-7'-3'218'0,"-4"2"-17"0,-3 1-20 0,0 0-21 15,-4 4-11-15,-1 0-25 0,1 4-10 0,-1-2-6 16,1 6-17-16,0 0-7 0,0-1-9 0,3 1-10 16,-1 1-8-16,6 0-3 0,2-3-14 15,1 1 0-15,0 1-4 0,6-2 0 0,4 3-3 16,0-5-4-16,4 4-1 15,4-4 0-15,7-2-5 0,10 0 4 0,0-4-1 16,4 1-1-16,-1-8-6 0,1 2-1 0,-3-1-5 16,-2-1 5-16,-5-2 1 0,-3-1-6 0,0-1 4 15,-6 1-2-15,-1 1 5 0,-2-3 3 0,-4 1-6 16,-1 0 1-16,-1-2-2 0,-4 0-11 0,-1 0 1 16,-3 1-11-16,-1 0 4 0,-4 1-10 0,-4 2-2 15,0-3-4-15,2 6-7 0,-6-2-10 0,-2 5-13 0,2 1 1 16,3 0-24-16,0 2-17 0,0 3-25 0,4-3-28 15,2 2-33-15,1 1-104 0,4-2-299 0,3-3 133 16</inkml:trace>
  <inkml:trace contextRef="#ctx0" brushRef="#br0" timeOffset="211250.71">25345 16426 31 0,'-4'-5'202'0,"3"3"-14"0,1 2-23 0,-9-1-14 15,9 1-16-15,-11 2-11 0,0 0-17 0,0 3-9 16,-2-1-16 0,-3 5-2-16,-2 0-13 0,-5 7-7 0,5-4-10 15,-4 0-5-15,4 3 0 0,5-1-11 0,-1 0 2 0,4-2-9 16,1 0 3-16,5 0-4 0,-2-3-1 16,3 0-4-16,3-1 3 0,4 1 6 0,1-2 3 15,4-2 4-15,0-1-3 0,9 0 6 0,0-3-3 16,1-1-1-16,3 0 0 0,-2-2-1 0,9-3 5 15,-9 3 3-15,0-6-2 0,-2 1 6 0,0 1 4 0,-1 0 3 0,-2-4-1 16,-6 2 6-16,0-1-6 0,-3 2-7 16,3-4-1-16,-5 2-6 0,1-2-8 0,-5 0-13 15,0 2-5-15,-2 0-7 0,-2 1-14 0,-4-1-15 0,-2 1-8 16,0 4-6-16,-3 1-10 0,-1-1-11 0,-3 3-6 16,3 0-19-16,1 2-16 0,0 0-20 0,1 3-38 15,4-4-34-15,-2 4-125 0,5-3-342 0,5-1 151 0</inkml:trace>
  <inkml:trace contextRef="#ctx0" brushRef="#br0" timeOffset="211835.83">25593 16426 267 0,'0'-6'276'0,"0"6"-25"0,0 0-29 0,0 0-25 0,0-5-26 15,0 5-21-15,0 0-10 0,0 0-16 0,0 0-14 16,-4 18-11-16,0-7-8 0,3-2-13 16,-3 7-7-16,0-1-6 0,-2 2-5 0,6 0-7 15,-4-1-12-15,3-1 3 0,-1-3-6 0,0 0-2 0,1-4-17 0,-2 2-5 16,2-2 1-16,1-1-4 0,1-2-2 0,2-1 3 16,-3 0 10-16,1-1 15 0,-1-3-2 0,0 0-1 15,0 0-5-15,19-7-5 0,-10 0-4 16,0-1 5-16,5-2-7 0,2-2 0 0,-4 2-3 15,4-3-4-15,-2 2 1 0,0 1-3 0,-5 2 6 16,6-1-1-16,-6 4 2 16,-1 1-2-16,-1-1-1 0,0 2 1 0,-1 1-7 15,-2-1 1-15,1 3-5 0,-5 0 0 0,14 3-3 16,-5 2 0-16,0 0-1 0,4 0 1 0,-4 4 2 16,0-1-2-16,5 4 6 0,-4 0-7 0,3 0 4 15,0-2-1-15,1 0-4 0,-3-1-1 0,1-1-7 16,-2 0 2-16,0-3-4 0,0-2-6 0,4-2-2 15,-5-1 2-15,2-1 0 0,0-3 1 0,-2 0 2 0,0-5 1 16,-1 1 1-16,-1-2 4 0,1-4-4 0,0-2 7 0,-5-1-2 16,4-2 8-16,-5-5 2 0,1 4 4 15,1-5 7-15,-3-2-1 0,2-2 7 0,-3 1 5 16,2 0 15-16,-2 2 17 0,3-2 20 0,-6 10 16 16,3 3 14-16,0-1 2 0,0 5-10 0,0 1-5 15,0 3-12-15,0 2-12 0,0 5-8 0,0-10-18 0,0 10-38 0,0-4-7 16,0 4-4-16,0 0 2 0,0 0 3 0,-5 22 1 15,1-6-9-15,4 1 9 0,-1 7 0 0,-2 5-18 16,-2-4-6-16,1 5-35 0,-2-3-20 0,6 1-25 16,-1-2-22-16,2 0-32 0,-1-4-36 0,0-6-41 15,0 0-244-15,0-5-518 0,3-4 229 0</inkml:trace>
  <inkml:trace contextRef="#ctx0" brushRef="#br0" timeOffset="212330.12">26224 16376 16 0,'3'-3'296'0,"-3"3"-28"15,0 0-32-15,-3-8-28 0,3 8-23 0,0-3-18 0,0 3-19 0,0 0-11 16,0 0-11-16,7 13-22 0,-6-6-13 16,-1-2-18-16,4 5-18 0,0-1-14 0,-3 1-18 0,5 0-8 15,-2 0-5-15,0-5-7 0,-3 2-1 0,3-3-5 16,0 2 1-16,1 1 1 0,0-6 4 0,0 0-1 15,-5-1-3-15,12-1 6 0,-4-3-5 0,2 0 10 16,-4 1 2 0,4-3 3-16,0 0 6 0,1-1 4 0,-2 2 2 15,1 0-1-15,-1 0-3 0,-3 2 1 0,1 0-6 16,2 2 1-16,-4-1-8 0,2 4 3 0,1-1-1 16,2 5-2-16,-2 1-2 0,-3 5-4 0,3 4 4 15,-2 2-4-15,4 7 1 0,-2-1 0 16,-3 4-7-16,0-1 9 0,0 1-5 0,-5 3 5 0,0 0-6 0,-3 3 1 15,-4-3 0-15,-3 3 5 0,2-2-5 0,-6-6-3 16,1 3 6-16,-1-7-3 0,4-5 3 0,0-4-3 16,0-7 10-16,3 2 23 0,-2-4 29 0,3-1 0 15,6-3 11-15,-11-8 15 0,8 0-2 0,4-9-13 16,4-3-10-16,13-7-2 0,14-9-8 0,-2-6-5 16,9 4-7-16,7-6-9 0,21-16-7 0,0 1-8 15,0 3-6-15,-17 21-6 0,21-18 12 0,-25 24 0 0,-5 2 4 0,-8 9 5 16,-3 1-3-16,-5 1-4 0,-8 9 3 0,-6-1-5 15,-2 1-1-15,1 2 4 0,-2 1-28 0,1-1-44 16,-8 5-32-16,-1 0-10 0,0 0-34 0,0 0-73 16,-21 17-92-16,3-10-187 0,-1 0-515 0,-1 0 228 15</inkml:trace>
  <inkml:trace contextRef="#ctx0" brushRef="#br0" timeOffset="-209331.48">28703 16070 61 0,'0'0'171'15,"2"-7"-6"-15,-1 3-8 0,-1 4-13 0,0-4-9 16,0 0-6-16,0 4-10 0,0 0-7 0,1-6-7 16,-1 6-7-1,1-2-8-15,-1 2-14 0,0 0-3 0,0 0 12 16,0 0-15-16,0 0-11 0,0 0-3 0,0 0-10 0,-12 10-7 15,0 0 0-15,-4 4-5 0,-6 4-5 0,-4 3-1 16,-2-1-3-16,0 5 0 0,3-5-5 0,-2-1-2 16,1 1 0-16,3 1-3 0,-1-5 7 15,1 6-10-15,1-6-5 0,4 1-1 0,4-2 0 16,1-3-2-16,4 2 3 0,1-5-4 0,2 1 8 0,1-2-10 0,5 2 4 16,0-3-34-16,0 2 8 0,5 0 5 0,7 2 6 15,3-1-1-15,10 3-3 0,5 0 5 0,2-2 1 16,4 2 0-16,-1-1-1 0,0 1 4 0,-3-4 0 15,5 4-5-15,-9-2 8 0,3 1-4 0,-13-2 0 16,1 0 1-16,-6 0 1 0,-2-1-4 0,-4 1-2 16,-2 0-1-1,-5-2 2-15,-3 2-3 0,-4-2 5 0,-9 5 0 16,0-4-3-16,-13 2 3 0,1 0 0 0,-4-4 3 16,4 2 2-16,-4-4-3 0,2-1 0 0,2 2 1 15,6-4-3-15,0-1 10 0,4-1-7 0,3 2 4 16,2-2-7-16,4 0-16 0,0 0-25 0,4-2-31 15,5 2-29-15,0 0-27 0,14-10-12 0,0 5-101 16,4 0-267-16,14-4 118 0</inkml:trace>
  <inkml:trace contextRef="#ctx0" brushRef="#br0" timeOffset="-209115.56">29029 16511 37 0,'5'-7'260'0,"3"1"2"0,-5 2 3 0,-1-3 2 16,3 4 0-16,-5 0-24 0,3-1-18 0,-2 1-23 0,-1 3-19 0,1-5-24 15,-1 5-13-15,4-2-23 0,-4 2-11 0,0 0-14 16,0 0-21-16,0 0-19 0,0 0-1 0,0 0-10 16,0 0-2-16,0 12-8 0,-1-7-3 0,-2 2-2 15,2 2-3-15,-3 2-3 0,3-4-2 0,-3 4-35 16,4-2-13-16,0 2-15 0,-4-3-18 0,3 3-19 16,-2-2-19-16,3-2-9 15,-5 2-24-15,4 0-14 0,1-4-33 16,-4 0-23-16,3-1-180 0,-5-1-409 0,6-3 181 15</inkml:trace>
  <inkml:trace contextRef="#ctx0" brushRef="#br0" timeOffset="-208946.49">28994 16348 166 0,'3'-12'243'0,"-1"1"-25"0,0 1-17 16,-2 2-19-16,0 1-15 0,5 5-21 15,-5-3-19-15,0 5-29 0,1-7-35 0,-1 7-16 0,0 0-12 16,0 0-24-16,0 0-17 0,0 0-23 0,0 0-24 15,13 14-35-15,-11-9-21 0,0 1-128 16,-2 0-256-16,4-1 113 0</inkml:trace>
  <inkml:trace contextRef="#ctx0" brushRef="#br0" timeOffset="-208614.75">29282 16477 140 0,'0'0'213'16,"5"0"-22"-16,-1 2-23 0,-4-2-10 0,3 5-20 15,-2-1-12-15,0 2-15 0,-1-1-5 0,0 7-10 16,4-3-12-16,-4 0-9 0,-1 2-11 0,-2 1-3 16,3 0-5-16,0 0-5 0,-1-2 1 0,0-1-5 15,1 1-11-15,-3-3 0 0,3-2-2 0,0 0-5 16,0 0 5-16,0-1 13 0,0-4 32 0,-4 5 20 0,4-5 11 0,0 0-15 15,0 0-11-15,0 0-9 0,13-16-8 16,-3 11-8-16,-3-4-5 0,-1-2-7 0,4 4-3 16,-1 0-5-16,0 0-5 0,-1 2-7 0,0-2-2 15,-2 4-1-15,0-1-6 0,1 3-5 0,-1-1-14 16,1 2-9-16,-7 0-6 0,15 3-17 0,-5 1-10 16,0 1-24-16,-1 1-24 15,0 0-35-15,1-1-44 0,-1 4-77 0,0-4-144 16,-1 2-423-16,-2-3 188 0</inkml:trace>
  <inkml:trace contextRef="#ctx0" brushRef="#br0" timeOffset="-207828.1">30326 16029 70 0,'0'-10'238'0,"2"2"-20"16,-2 2-20-16,0 1-18 0,0 3-25 0,0-2-22 16,0 4-16-16,0 0-20 15,0 0-14-15,0 0-8 0,-2 18-9 0,0 1-8 16,-1 5-9-16,-1 6-2 0,0 5-5 0,-2-1-4 16,-3 15-5-16,5-15-4 0,0 15-6 15,1-2 4-15,3-1-4 0,1-13-2 0,-1-1-1 0,1-2-4 16,0-3 0-16,-1-8 0 0,2-1-10 0,0-2-14 15,-2 0-4-15,0-5-19 0,0 1-11 0,0-6-25 16,-2 3-4-16,2-2-18 0,-4-3-20 0,1-3-43 0,-5-1-101 16,8 0-272-16,-16-5 120 0</inkml:trace>
  <inkml:trace contextRef="#ctx0" brushRef="#br0" timeOffset="-207649.83">29971 16452 92 0,'0'0'214'0,"0"0"-24"0,0 0-14 15,17-4-22-15,-5-1-18 0,17 0-9 0,1 0-17 16,3 3-45-16,8-2-39 0,9-1-47 0,-9 2-60 16,-7-2-117-16,4 0-215 0,-4-2 95 0</inkml:trace>
  <inkml:trace contextRef="#ctx0" brushRef="#br0" timeOffset="-207281.25">30501 16486 201 0,'-2'1'210'0,"2"-1"-18"0,0 0-15 0,0 0-21 0,0 0-18 0,14 0-14 0,-3-1-12 15,7-3-6-15,0 1-13 0,-3 1-9 0,6-5-5 16,-1 2-11-16,-2-2-4 0,0 1-13 0,0-1 2 16,0 0-7-1,-3-2-7-15,-1 1 0 0,-5 1-8 0,1-2-8 16,-3 3-1-16,0-1 1 0,-1-1-3 0,-4 1 4 16,2 2 0-16,-3 0-8 0,-1-1-1 0,0 6-3 15,-5-7-5-15,0 4 0 0,5 3-2 0,-17-1-5 16,7 2 4-16,-3 2-2 0,-1 1-3 0,3 0 1 15,-6 4 0-15,3-1 0 0,0 3-3 0,5-2-2 16,-1 6 2-16,2-3-1 0,1 0 6 0,0 1-6 0,5 5 8 16,-2-3-14-16,1-1-12 0,7 3-17 0,-4-4-17 15,5-1-16-15,-1 0-23 0,5-1-18 0,0-1-36 16,0-1-135-16,4-4-305 0,-4-1 135 0</inkml:trace>
  <inkml:trace contextRef="#ctx0" brushRef="#br0" timeOffset="-206964.92">30899 16312 163 0,'5'-1'164'16,"1"-3"-10"-16,2 3-16 0,-8 1-14 0,15 4-8 15,-8-2-20-15,3 5-12 0,-3 1-14 0,1 1-5 0,1 5-3 0,-3-3-12 16,2 7 0-16,-3-3-1 0,-1 3-5 0,-4 1-14 15,1-2 3-15,-2 2-5 0,-3 0-2 0,3-4 1 16,-5 1-9-16,0-5 3 0,0-1-2 0,1-1 5 16,1-2 3-16,0-1 5 0,-1 0 5 0,1-3 22 15,2-1 25-15,-2 0 18 0,4-2 9 0,0 0-5 16,0 0-11-16,-8-7-7 0,8 1-10 0,0-2-11 0,4-2-12 16,1-2-9-16,4-2-23 0,0-2-22 0,6-5-21 15,0-3-25-15,5 2-15 0,-2 1-31 0,2-1-33 16,1 7 2-16,-1-2-44 0,-4 4-37 0,-4 0-104 15,5 1-330-15,-4 3 146 0</inkml:trace>
  <inkml:trace contextRef="#ctx0" brushRef="#br0" timeOffset="-206426.18">31241 16346 270 0,'0'0'264'0,"0"0"-26"0,0 0-28 0,0 0-22 16,0 0-24-16,0 0-21 0,0 0-23 0,0 3-14 15,3 1-10-15,-2-1-15 0,-1 3-8 0,0 0-7 16,0 3-8-16,0 2-5 0,-4 0-7 0,4 0-1 16,-4 3-10-16,3-2-2 0,-3 1-2 15,0 0 0-15,3-4-9 0,1 2 2 0,-4-5-3 16,4 1 5-16,-5-1-7 15,5-1 4-15,0 0-2 0,-1-3 3 0,1-2 10 16,-3 7 30-16,3-7 28 0,-1 3 23 0,1-3 2 16,0 0-15-16,0 0-8 0,10-15-9 0,-2 6-11 15,-2-1-7-15,7 0-14 0,-3 0-1 0,1-3-6 16,1 5-8-16,-4-1-2 0,0 1 10 0,-1 3-20 16,1 0 2-16,-3 2-5 0,-1-1-4 0,0 1-6 15,-4 3-18-15,8-5-13 0,-5 4-18 0,-3 1-7 0,9 0 2 16,-9 0 0-16,5 4 0 0,-5-4 9 0,5 7-1 15,-5-2 0-15,4 5-4 16,-2-3-11-16,0-1-2 0,-1 3-4 0,1 0 1 0,0-2-1 0,-2 1 0 16,2-2 7-16,-2-2 4 0,0 0 6 0,3 0 5 15,-3-4 4-15,0 8 12 0,2-6 28 0,-2-2 28 16,0 0 24-16,-5 3 20 0,5-3 7 0,0 0-2 0,0 0-10 0,0 0-5 16,12-14-15-16,-5 6-2 0,2 1-7 0,-1-3-4 15,0 3-9-15,1 0-4 0,1 0-2 0,-1 0-6 16,-1 2-2-16,1 0-7 0,1 1 0 0,-2 0 1 15,1 0-15-15,-2 1-12 0,-2 1-15 0,3 0-8 16,0 0-21-16,0 2-23 0,2 0-29 16,1 0-23-16,1 1-33 15,-1-1-49-15,2 1-51 0,0 1-198 0,0-2-497 16,-1-3 220-16</inkml:trace>
  <inkml:trace contextRef="#ctx0" brushRef="#br0" timeOffset="-206062.91">31895 16233 42 0,'0'0'196'0,"-5"-5"-19"0,5 5-16 0,0 0-22 16,-11 2-9-16,4 0-20 0,1 1-7 15,-4 2-14-15,2 3-9 0,-1-2-9 0,-3 1-10 16,3 2-5-16,1 0-4 0,-1 0-10 15,0 3-1-15,3-1-4 0,0-2-6 16,1 3-2-16,1 0 0 0,2-1-4 0,2 1 2 16,1 1-11-16,2 2 5 0,-1-3-4 0,5 4-1 15,0-3-7-15,5 0 8 0,-3 3-9 0,-1-8 4 16,4 3-7-16,-3-1 3 0,0-3 32 0,-4 0-3 16,5 1-9-16,-6-4-3 0,1 0 2 0,-1 1-7 15,0-1-2-15,0-2-8 0,-4-2-2 0,1 7-2 0,-1-7-3 16,0 0 4-16,-9 7-2 0,0-2 2 0,-5-2 0 0,5 1-5 15,-10 1-20-15,-1-3-24 0,-1 1-35 0,3-2-74 16,0-1-153-16,5 0-328 0,1-2 145 16</inkml:trace>
  <inkml:trace contextRef="#ctx0" brushRef="#br0" timeOffset="-205909">32326 16569 99 0,'5'0'436'0,"-5"0"-41"0,9 3-41 0,-9-3-25 15,9 1-42-15,-9-1-23 0,6 1-72 0,-6-1-58 0,0 0-99 16,0 0-116-16,6 7-160 0,-6-7-127 0,0 0-398 16,0 0 177-16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6:26:34.23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3084 1535 195 0,'0'0'201'0,"0"0"-6"15,0 0-8-15,0 0 0 0,0 0-5 16,0 0 0-16,0 0-5 0,0 0-8 0,0 0-7 16,0-9-13-16,0 9-8 15,0 0-12-15,0 0-13 0,0 0-5 0,0-8-6 16,0 8-8-16,0 0-8 0,0 0-6 0,0 0-4 16,-4-5-6-16,4 5-10 0,0 0-2 0,0 0-10 15,0-5-6-15,0 5-5 0,0 0 0 0,0 0-5 16,0 0-11-16,0 0-17 0,0 0-21 0,0 0-27 15,0 0-27-15,0 0-2 0,-5 16 2 0,5-6 7 16,-2 6 35-16,-1 3 2 0,-2 6 2 0,-1 5 7 0,-1 5 1 16,1 11 2-16,-3 0 7 0,4-12-2 0,-3 11 7 15,-2 2 2-15,2-14 2 0,2 1 0 0,-1-2 0 16,2-6 0-16,3-9-1 0,-2 2 0 0,1 0-2 16,2-3-1-16,1-4 3 0,-4 0-2 0,4-2 1 15,-1-1 1-15,1-4 2 0,1 3 0 0,-2-2-4 16,1-6 2-16,1 10 2 15,-1-10-3-15,-1 5 4 0,1-5 3 16,0 5-7-16,0-5 5 0,0 5 0 0,0-5-3 16,0 0 6-16,0 0-3 0,0 0 1 0,0 0-2 15,0 0-3-15,0 7 0 0,0-7-17 0,0 0-17 16,0 0-19-16,0 0-16 0,0 0-20 0,0 0-19 16,0 0-19-16,0 0-307 0,5-25-464 0,3 12 205 15</inkml:trace>
  <inkml:trace contextRef="#ctx0" brushRef="#br0" timeOffset="316.95">3360 1589 312 0,'0'0'335'0,"1"-8"-29"0,-1 8-23 0,2-4-36 16,-2 4-33-16,1-1-19 0,-1 1-34 0,0 0-33 15,0 0-24-15,0 0-19 0,-1 17-8 0,1-2-4 16,-2 7-9-16,0 6-3 0,-1 4-3 0,0-3-8 16,0 5-1-1,2 2-7-15,-3-2-3 0,1-2 1 0,2-2-1 16,0 0-6-16,1-3-2 0,-2 0-2 0,2-8-3 16,-1 0-11-16,0-5 10 0,1-1 0 0,0-1-4 15,0-1 0-15,0-1 0 0,-1-2-15 0,1-2-1 16,0-1-3-16,0-5-4 0,-3 6-5 0,2 0-13 15,1-6-48-15,0 0-38 0,0 0-61 0,0 0-39 16,-18-9-235-16,12 2-478 0,-1 0 211 0</inkml:trace>
  <inkml:trace contextRef="#ctx0" brushRef="#br0" timeOffset="601.79">2967 1908 157 0,'-8'2'211'0,"3"-2"-11"16,-2 3-8-16,4-1-10 0,3-2-10 0,-4 2-11 15,4-2-15-15,0 0-8 0,0 0-5 16,24-3-15-16,-6-1-15 0,10 0-9 0,4-1-14 16,4-2-5-16,5 1 1 0,9-5-8 0,-10 6-3 15,-1 2-7-15,-1-3-8 0,-5 2 1 0,-2 0-14 0,-3 1 0 0,-10 2 0 16,0 1-4-16,-7-1-1 0,1-2-13 0,-7 3 7 15,4 0 0-15,-4-1-2 0,0 0 3 0,-5 1-4 16,0 0-3-16,8 0-7 0,-8 0 0 16,0 0-3-16,0 0-12 0,0 0-12 0,0 0-17 15,-14 10-29-15,6-8-29 0,3 0-43 0,0 2-43 16,-3 0-226-16,0-2-435 0,6 1 193 0</inkml:trace>
  <inkml:trace contextRef="#ctx0" brushRef="#br0" timeOffset="1381.24">3843 1881 373 0,'1'-6'375'0,"-1"6"-19"0,0 0-30 0,-1-8-32 16,1 8-14-16,-2-4-24 0,2 4-25 0,-7-4-21 0,7 4-33 16,-10-1-14-16,10 1-28 0,-13 4-11 0,2-2-17 15,-1 5-14-15,1-1-3 0,-3 2-4 0,-1 3-25 16,0 0-18-16,4 2-6 0,-3-2-14 0,3 3-16 16,-1-2-7-16,4 0-14 0,2-3-10 0,-2 1 3 15,4-2-4-15,-1-2-3 0,1-1 4 0,3 1 4 16,1-2 7-16,0-4 15 15,-3 4 15-15,3-4 9 0,0 0 11 16,13 1 3-16,-13-1-5 0,18-8 5 0,-9 2-1 16,4 0-3-16,-3-1 0 0,3 0-3 0,0-3 4 15,-3 2-6-15,0 1 6 0,-1 0 3 0,-1 2-5 16,-2 2-13-16,2-1 13 0,-3 1-10 0,-1-1-1 16,-4 4 1-16,6-3-13 0,-6 3-9 0,5-3-5 15,-5 3-4-15,0 0 0 0,14 1-10 0,-14-1 3 0,9 4-2 0,-4-1 1 16,2 2 4-16,0-1-2 0,1 1 1 0,1-1-3 15,1 2-5-15,-1 0 7 0,3-4 1 0,-2 3 1 16,0-5 3-16,-1 0-1 0,4 0-4 0,-3 0 11 16,2-5-2-16,-1 0 4 0,1-2-1 0,-5-1 5 15,7-4 9-15,-5 3 15 0,1-7 5 0,1 3 12 16,-2-4 9 0,-3-3 7-16,4-4 2 0,-3-2 1 0,-1-1 12 15,-1 0 8-15,-1 1 7 0,1 0 11 0,0 2 18 16,-5 7 34-16,4 0 3 0,-4 6-8 0,1-1 4 15,-1 2-2-15,3 0-4 0,-3 4-13 0,1 1-18 16,-2-2-13-16,1 7-18 0,-3-5-8 0,3 5-24 16,0-8-16-16,0 8-27 0,0 0-29 0,0 0-24 15,0 0-26-15,0 0-3 0,0 0 6 0,-4 22 10 0,2-6-3 0,-2 2 13 16,4 9 5-16,-5 2 10 0,0 0 2 0,-2-2 4 16,6 2 2-16,-3-1 2 0,3-3 3 15,1 0-2-15,0-7 6 0,-4 1 3 0,4-2 1 16,0-2-11-16,0-3 16 0,1-2 1 0,-1 0 2 15,3 0 0-15,-3-1 4 0,0-4 1 0,1 2 1 16,-1-7-1-16,2 8 3 0,-2-3 4 0,2-1 0 0,-2-4-1 0,0 0 2 16,0 5 0-16,0-5 5 0,0 0 0 0,5 4 1 15,-5-4-2-15,13 1-14 0,1-1-27 16,5-1-47-16,12-3-56 0,1-5-94 0,4 0-123 16,12-10-524-16,2-5-940 0,2-5 416 0</inkml:trace>
  <inkml:trace contextRef="#ctx0" brushRef="#br0" timeOffset="2152.33">4451 1533 137 0,'3'-10'331'0,"0"-1"-8"0,-2 5-7 0,1-5-17 15,0 7-20-15,-1-4-22 0,-1 5-32 0,3 0-25 16,-3-2-28-16,0 5-21 0,2-4-21 0,-2 4-28 16,0 0-12-16,1 12-14 0,-1 2-9 0,0 3-3 0,-5 12-4 15,0 5 20-15,-5 12-9 0,-5 7 0 16,2-3-11-16,-2-3-5 15,0 0 1-15,5-12-7 0,3-2-2 0,0-1-3 16,1-1-7-16,2-6 0 0,1-5-3 0,1-3-1 16,2 3-9-16,0-7 17 0,0-3 2 0,0 0 0 15,2 0-1-15,2-2 4 0,0-2 2 0,0-1 6 16,1-3 0-16,4 1-4 0,2-2 4 0,1-5-7 16,0 1-5-16,0-2 1 0,0 0-12 0,4-6 1 15,-2 1-2-15,0-2 2 0,-1-2-16 0,0-3-10 0,-7 0-13 16,2-7-18-16,-3 4-9 0,-5 3 0 0,-4 0-9 15,-1 0 10-15,-4 1-1 0,-6 1 0 0,-1 4 7 16,-5-4 0-16,-5 5-11 0,6 2 18 0,-5-2 6 16,8 6 4-16,1 1 3 0,5 1 3 0,-1 0 1 15,1 1-4-15,6-1-1 0,-3 0-4 0,8 2-4 16,0 0 1-16,0 0 10 16,0 0-1-16,51-2-18 0,0-3-38 0,9 0-63 15,2-1-72-15,28-7-108 0,-32 0-288 0,2-1-642 16,3-2 284-16</inkml:trace>
  <inkml:trace contextRef="#ctx0" brushRef="#br0" timeOffset="3103.89">5522 1492 120 0,'0'-7'301'0,"0"2"-16"0,-1 0-9 0,2 0-20 16,-1 2-13-16,0 3-24 0,2-5-28 0,-2 0-19 15,0 5-28-15,0 0-23 0,0 0-23 16,0 0-10-16,1 13-11 16,-5-1-7-16,0 7-4 0,-2 6-8 0,-2 4-4 15,0 0 29-15,1 1-12 0,-3 1-5 0,1 2-4 16,-2-2-9-16,0-4-3 0,8 1-8 0,-3-3-24 15,1-6 3-15,1-4-4 0,0-1-8 0,0-5-5 16,3 0 1-16,-1-1 0 0,2-4 3 0,0 1 13 16,0-5 23-16,-3 4 0 0,3-4-15 0,0 0-8 15,0 0-4-15,3-21 0 0,-1 8-8 0,-4-3 3 0,4-1-2 16,-2-3-6-16,1-6 6 0,2-6-6 0,-2 3-10 16,2-3-10-16,2-6-9 0,0-8 2 0,3 12-5 15,2-12 10-15,-5 14-1 0,4 2 10 0,-1 3 9 16,-3 8 15-16,0 2 3 0,1 2 5 0,-1-1 3 15,0 7-4-15,2-2-5 0,-1 1-2 0,1 4-2 16,0-1-1-16,1 1-19 16,5 0 14-16,-2 4-1 0,3-2-7 0,-1 4 3 15,6 5 1-15,-1-1-2 0,-1 1 1 16,-1 5 1-16,3 0-4 0,-3-1-1 0,2 9-2 16,-7 0-3-16,-1 5-13 0,-2 3 16 0,-5-3-2 15,-2 5 0-15,-2 3 3 0,-7-4 1 0,-1 2-1 16,-9 0 7-16,4-5-1 0,-5 0-2 0,0-2 1 15,-3-2-1-15,0-1 3 0,7-7 2 0,1-3-7 0,-3 1 23 0,7-3 15 16,-2-3 16-16,2 1 18 0,4-4 31 16,1 1 17-16,5-2 17 0,-9 3 18 0,4-3 2 15,5 0-1-15,0 0-9 0,0 0-16 0,0 0-10 0,-14-3-18 16,14 3-15-16,0 0-13 0,0 0-10 0,0 0-12 16,0 0-12-16,0 0-2 0,0 0-5 0,18 8-8 15,-8-1-4-15,0 2-18 0,4 2-5 0,0 3-10 0,8 3-6 16,-3 3-11-16,-1-1-15 0,5 2-8 0,-4-2-12 15,3 0-25-15,5 1-20 0,-6-1-18 0,2-3-25 16,4 0-21-16,-1-3-26 0,-2-2-24 0,3-4-23 31,-4-4-36-31,5-1-24 0,1-2-262 0,-1-2-614 16,-7-5 272-16</inkml:trace>
  <inkml:trace contextRef="#ctx0" brushRef="#br0" timeOffset="4286.63">6104 1942 670 0,'11'-15'66'0,"3"-7"20"15,-9 3 16-15,1 5 25 0,-3-1 25 0,0-1 2 16,-4-1 10-16,-1 6 14 0,1-1 7 0,-4 0-8 15,1 4-9-15,-1-1-25 0,-2 0 0 0,-3 3-17 0,1 0-10 16,-1 3-9-16,-4 1-19 0,3 2-6 16,-3 0-6-16,-2 2-11 0,6 2-6 0,-8 2-6 15,3 1-7-15,1 5-6 0,0-3-6 0,-2 4-1 0,2 0-2 0,0 1-7 16,3 1-2-16,1-1-2 0,1 0 2 0,2-3 2 16,2 0-4-16,4-1-2 0,-2-1 1 0,0-1-5 15,3-2 4-15,2 1 8 0,-1-3-9 0,-1-4 18 16,4 6 15-16,4-5-1 0,-8-1-4 15,19-3-3-15,-6-1 0 0,3-4-2 0,0 1-5 16,0 0-5-16,1-4 7 16,2 0-8-16,4-4 0 0,-9 3-13 0,4-1 5 15,-4 0-2-15,0 1-7 0,-5 5 13 0,0 0 6 16,-3-2-7-16,2 2 1 0,-3 3 9 0,0 1-9 16,-1-1-7-16,-1 0 1 0,-3 4-19 0,4-3-13 15,-4 3-22-15,0 0-6 0,0 0 2 0,0 0 8 16,16 7-1-16,-10-3-23 0,2 4 5 0,2-2-15 15,3 4-9-15,-3-3-16 0,7 1-6 0,-3 2-4 0,4-5-1 16,0 3-2-16,-3-2 12 0,3-4 5 0,-1-1 18 16,2 1 8-16,-6-5-2 0,-1 1 31 0,1-3 28 15,4 0 21-15,-8-2 37 0,2 1 25 0,-2-4 21 16,1-2 8-16,-1 2 28 0,-1 0 3 0,1 2 16 16,-4-2 10-16,0 0 17 0,-1 4 9 0,0-1 5 15,-3 2-7-15,4-1-10 0,-4 1-21 0,2 1-15 0,-3 4-23 16,4-2-15-16,-4 2-15 0,0 0-29 0,0 0-22 15,0 0-31-15,0 0-3 0,0 0 0 0,0 0 1 0,5 17-1 16,-6-6 0-16,-2 5-3 0,2 0 2 0,-3 4-3 16,0-1 8-16,-1-2-4 0,1 0-3 15,3-5-17-15,0-1-9 0,-2 0-1 0,2-4-6 16,-2 0 1-16,3-2-5 16,0 0 15-16,0-5 13 0,-1 7 13 0,1-7 18 15,0 4 27-15,0-4 12 0,0 0-1 0,0 0-10 16,13-11-3-16,-3 4-5 0,-1-3-7 0,3-2-4 15,-1-2-5-15,4-6-3 0,2-2-4 0,0 1-11 16,-1 1-5-16,-3 4-3 0,-2 2-1 0,-3 5 0 16,-1 0-2-16,-2 1-4 0,-1 1-7 15,0 3-12-15,0 0-17 0,0 2-21 0,-4 2-21 0,0 0 1 0,13 0 4 16,-8 5 4-16,1 0 1 0,2 3-7 0,5 4 4 16,-2 0-5-16,5 2-10 0,7 1-5 0,-2 1-5 15,1-3-6-15,3 0-2 0,1-1-12 0,-4-6 10 16,6 2 5-16,-9-4 0 0,3-1 4 0,6-3 8 15,-5-3 0-15,-5-2 21 0,1 1 13 0,-7-1 13 16,2-5 21-16,-5 0 14 16,-1 0 14-16,4-4 14 0,-9 3 10 0,-1 0 8 15,0-1 14-15,-2 0 4 0,0 3 4 16,-2-1-3-16,-2 3-19 0,3 0 3 0,-4 1-2 16,-1 2-4-16,-2 1-7 0,3 1-8 0,-3-1-7 15,-1 2-9-15,9 1-7 0,-14 4-24 0,6-2-13 16,0 5-13-16,1-4-7 0,0 4-6 0,1-3-4 15,3 1 0-15,0 3 2 0,2-4 7 0,-3 2 3 0,8-1 6 0,-3 0 10 16,4 0-6-16,-1-1 14 0,8-3 5 0,-2 1 5 16,1-2-1-16,1-2 6 0,2-1 2 0,-3 1 4 15,2-2-7-15,1 0 25 0,-5 2 7 0,1-3-8 16,-1 3 17-16,-1-2 1 0,-3 3-2 0,-5 1-3 16,13-3 2-16,-13 3-3 0,0 0-8 15,9 0-7-15,-9 0 2 0,5 9-2 0,-1-2 0 0,-2 3 3 0,1 2 2 16,-2 4-6-16,0 5 6 0,-1 6-2 0,-2-1 3 15,-3 1 0-15,1 5 2 0,-4-1-1 0,-1 0 1 32,-1 2 2-32,1 0-2 0,-2-5-1 0,-1 1 5 0,3-3 0 0,0-2-1 0,-2-8-1 0,3-1 2 15,2-3-17-15,-1-5 18 0,3 0 21 0,-1-2 23 16,0-1 15 0,5-4 1-16,0 0-1 0,0 0 22 0,-19-6 22 15,13 0 9-15,2-4 7 0,-1-1-8 0,3-6-6 0,0 1-7 16,2-3-18-16,1-8-5 0,4 1-15 15,2-3-13-15,1 1-8 0,3 0-5 0,3 3-6 16,-1 1-2-16,0 1-6 0,-1 7-1 0,1 1-7 16,1 3-1-16,-2-2-6 0,1 4-2 0,0 0-6 15,-2 3-1-15,0 0 1 0,1-1-16 0,-3 4-5 0,1 1-17 0,-5 1-20 16,3 0-21-16,-1 0-32 0,-7 2-19 16,13-1-18-16,-13 1-23 0,10 0-21 0,-10 0-19 15,11 1-22-15,-11-1-12 0,8 1-9 0,-8-1-31 0,8 0-52 16,-8 0-179-16,0 0-549 0,10-4 242 0</inkml:trace>
  <inkml:trace contextRef="#ctx0" brushRef="#br0" timeOffset="4702.82">7360 1851 180 0,'0'0'223'0,"0"6"5"0,0-6 11 0,0 0 3 16,0 0 9-16,0 0-2 0,0 0 3 0,0 0-5 15,0 0-21-15,0 0-8 0,0 0-17 0,28-5-12 0,-15 0-25 16,0 0-13-16,4 1-7 0,1-4-2 0,3-1-14 0,3-1-1 16,0 0-20-16,-2-4-7 0,2 2-10 0,-1 0-1 15,-7 1-5-15,1 0-6 0,-1 1-1 16,-6 2-3-16,-1-1 8 0,-1 4-3 0,-1-2 21 16,-2 2 4-16,-2 1-7 0,1 1-1 0,-4 3-15 15,2-5-11-15,-2 5-19 16,0 0-11-16,-20 0-5 0,7 5-4 0,-2 0-5 15,-7 2-4-15,3 1-4 0,1 1 2 0,0 3-7 16,0-2-5-16,4 2-16 0,1 3-14 0,7 1-7 16,0 1-4-16,3-2 5 0,3-2-1 0,1-1 7 15,7-1 3-15,6 1 14 0,2 0 4 0,10 0 3 16,5-4 5-16,1-2-5 0,9 0 11 0,-2-4 4 16,1 1 3-16,-3-2-3 0,0-1-5 0,-5 0 4 0,-3-1 6 15,-9 1 10-15,-4 0 2 0,-4 0 2 0,-1 0 9 16,-4 0 0-16,-1 0 3 0,-6 0 1 0,10-3-8 15,-10 3-15-15,0 0-35 0,10 0-36 0,-10 0-44 16,0 0-85-16,0 0-103 0,0 0-92 0,-24-3-431 16,10 1-867-16,5-2 384 0</inkml:trace>
  <inkml:trace contextRef="#ctx0" brushRef="#br0" timeOffset="5589.33">9384 1362 19 0,'0'0'272'0,"3"-4"-20"15,-3 4-11-15,0 0-9 0,3-8-8 0,-3 8-15 16,2-3-20-16,-2 3-9 16,0 0-20-16,0 0-18 0,0 0-19 0,0 0-15 15,0 0-31-15,0 0-6 0,0 0-8 0,-13 11-4 16,1-6-8-16,-4 5-5 0,-6 6-5 0,0 2-2 16,-5-1-5-16,4 0-3 0,-1 2-2 0,3-1-4 15,1-1-3-15,6-1 0 0,0-1-8 0,0-3 6 16,6-2-7-16,1 1-2 0,-1-1 4 0,2 0-4 15,1-1-1-15,2-1-1 0,3 2 3 0,0-3-3 0,4 3 3 16,2-3-3-16,3 4 9 0,4-2-10 0,5 0 1 16,-1 2-1-16,0-3-2 0,2 2-2 0,-2 0-2 0,2 1 1 15,-10-3-3-15,6 1 4 0,-6-1-5 0,2 1 2 16,-6-4-2-16,-4 3 1 0,4-1 2 16,-5-2 6-16,0 2 8 0,0 0 4 0,-5 2 4 15,-1-1 0-15,-6-1-2 16,3 1-1-16,-10-1 0 0,3 2-4 0,3-2-2 15,-4-1-2-15,-1-1 3 0,0 4 0 0,0-6-16 16,3 4-21-16,4-5-34 0,-1 4-34 0,3-5-51 16,0 0-36-16,9-1-61 0,-10 2-211 0,10-2-484 15,0 0 214-15</inkml:trace>
  <inkml:trace contextRef="#ctx0" brushRef="#br0" timeOffset="5943.59">9485 1795 226 0,'0'0'270'0,"0"0"-8"0,0 0-17 15,0 0-14-15,0 0-17 0,0 0-21 0,0 0-14 0,0 0-23 16,0 0-17-16,0 0-10 0,16-4-15 0,-4 2-15 0,-1-1-8 31,1 2-9-31,7-3-8 0,0-2-11 0,2 3-3 16,-1-4-7-16,-1 2-2 0,7-7-3 0,-6 8-6 0,2-5-8 0,-8 3-1 0,1-2-2 0,-3 1 0 15,-3 1-2-15,1-2-1 0,-1 1 14 16,-1 2 7-16,-3-3 14 16,0 4-10-16,0-2 6 0,-5 0 1 0,3 1-7 15,-3 0-4-15,0 5-7 0,-4-7-20 0,-1 4 15 16,5 3-17-16,-17-2-4 0,3 2-4 0,0 2 2 16,-4 1-12-16,1 2 5 0,-2 2-2 0,3 2-2 15,-2 1 1-15,0 0 3 0,3 4-3 0,-5 3-2 16,5-1 1-16,1 5-22 0,3-4-23 0,0 1-13 15,5 0-18-15,1-3-20 0,5 2-25 0,0-6-23 0,4 4-22 0,2-6-60 16,-1-1-63-16,4-2-151 0,1 0-474 0,3-6 209 16</inkml:trace>
  <inkml:trace contextRef="#ctx0" brushRef="#br0" timeOffset="6429.77">9849 1680 298 0,'8'-7'287'0,"-2"0"-18"16,1 3-17-16,0-2-28 0,1 2-19 0,2-1-23 16,-1 3-14-16,5 1-22 0,-2 1-15 0,-1 0-15 15,2 3-11-15,-3 0-10 0,0 3-12 0,7 2-1 16,-4 1-8-16,-2 2-9 0,1 0-6 0,-4 2-12 16,0 1-1-16,-4-2-10 0,0 5 6 0,-3-5-12 0,-1 0-1 15,0 2-6-15,-1-2-3 0,-2-2-4 0,1-1-7 16,-2 1 2-16,4-2-5 0,-3-3 3 0,1 0 0 15,0-1-2-15,2-4 1 0,0 0 14 0,-1 10 13 0,1-10 4 16,0 0-2-16,0 0-11 0,0 0-4 16,20-14-5-16,-9 8 0 0,3-5-2 0,1 0 4 15,1-1-5-15,0-2-5 16,1 1-1-16,6-3-3 0,-9 6 3 0,4-4-3 16,-4 3 2-16,-4 2 10 0,2 1 17 0,-3 0 10 15,-2 3 10-15,1-2 11 0,-4 4 0 0,0-2-2 16,0 4-5-16,-4 1-6 0,6-4-8 0,-6 4-3 15,0 0-17-15,5-2-7 0,-5 2-10 16,0 0 7-16,0 0-10 0,0 0 6 0,1 13-9 16,-1-6 7-16,-1 2-4 0,0 1-5 0,-1 3 3 0,1-2 4 0,0 5-1 15,-3 0 3-15,2-4-3 0,2-1 6 0,-2 1 3 16,2-3-12-16,-1 0 5 0,0-2 0 0,1-2 2 16,-2 0-1-16,1 0-3 0,1-5-11 0,0 7 1 15,0-7-3-15,-1 4-6 0,1-4-3 0,0 0-35 16,0 0-59-16,0 0-66 0,0 0-44 0,0 0-49 15,5-24-53-15,-5 12-178 0,3-7-543 0,-2-1 240 0</inkml:trace>
  <inkml:trace contextRef="#ctx0" brushRef="#br0" timeOffset="6561.6">10326 1508 189 0,'0'-8'301'0,"0"8"-14"0,0-5-23 0,0 5-24 0,-2-6-23 15,2 6-23 1,0 0-22-16,2-6-31 0,-2 6-21 0,0 0-24 15,0 0-37-15,0 0-47 0,20 6-56 0,-20-6-68 16,16 5-77-16,-9-5-136 0,-7 0-352 0,22 2 157 16</inkml:trace>
  <inkml:trace contextRef="#ctx0" brushRef="#br0" timeOffset="7147.39">10503 1714 54 0,'-4'3'189'0,"4"-3"-10"0,-3 4-4 0,3-4-15 15,-4 3-9-15,4-3 1 16,0 0 4-16,4 7-2 0,-4-7-9 0,12 3-1 16,1-3-20-16,-1 0-6 0,8-3-17 0,-1 1-4 15,9-5-11-15,-2 2-11 0,2-5-4 0,-5 4-6 16,-4-2-7-16,7-2-9 0,1 0-3 0,-10 0-7 15,0 0 8-15,-2 1 4 0,1-1 13 0,-1-1 7 16,-7 2 7-16,1 2 2 0,-4 1 7 0,1-1 3 16,-2 1 11-16,0 2-19 0,-4 4-9 0,1-7-9 0,-1 7-11 15,0 0-15-15,-10-5-1 0,10 5-5 0,-22 1-2 16,7 2-4-16,2 2-1 0,-6 2-10 0,2 3 3 16,0-2-6-16,2 3 1 0,0-1-3 0,2-1 5 15,-1 4-10-15,5 0-15 0,-1-2-7 0,5-3-2 16,-4 7 4-16,9-4-6 0,-3 1 8 0,2-2-3 15,2 1 8-15,1-3-1 16,3 4 5-16,2-3 5 0,0 2 1 0,3-5-3 16,1 0 4-16,0 1 2 0,0-2 11 0,3-1 5 15,4-3 2-15,-4-1 13 0,3 0 5 0,-3 0 16 16,4-1 21-16,-3-4 13 0,-3 3 8 0,3-7 10 16,2 1 4-16,-2-2 3 0,-1-1 0 15,-1-1-1-15,1-3 5 0,-1 3-7 0,1 1-13 0,0-2 8 16,-3-2-5-16,0 3 1 0,-5 2-4 0,4 1 2 0,-5 1-4 15,-1 4-10-15,0-2-11 0,0 0-6 0,-3 4-11 16,4-2-10-16,-5 4-11 0,4-4-14 0,-4 4-28 16,0 0-22-16,4-3-27 0,-4 3-11 0,0 0 4 15,0 0 6-15,9 11 5 0,-8-5 3 0,4 2-12 16,3 0 1-16,-7 1-3 0,4 2-10 0,2 0-14 0,-5-1-24 16,2-1-34-16,2 1-29 0,1-1-43 0,-5 1-45 15,1-4-78-15,-1 0-80 0,2-1-211 0,-1-5-678 0,-3 0 299 16</inkml:trace>
  <inkml:trace contextRef="#ctx0" brushRef="#br0" timeOffset="7310.11">11315 1709 274 0,'0'0'362'15,"0"0"-17"-15,0 0-23 0,0 0-35 0,0 0-22 16,9 0-37-16,-9 0-36 0,0 0-43 0,0 0-64 15,0 0-59-15,0 0-72 0,6 3-87 0,-6-3-260 16,0 0-426-16,0 0 189 0</inkml:trace>
  <inkml:trace contextRef="#ctx0" brushRef="#br0" timeOffset="8948.93">3328 2519 74 0,'0'0'187'0,"0"0"-18"0,0 0-11 0,0 0-8 15,0 0-10-15,0 0-8 0,0 0-13 0,0 0-7 16,0 0-13-16,0 0-9 0,12-1-4 0,-12 1-9 15,13-1-5-15,-3 1-8 0,1-2-5 0,4 2-5 16,2 0-4-16,5 0-2 0,-2 0-5 0,11 0 0 16,1-1-2-16,-1 1-2 0,1 1-2 0,2-3-5 15,4 2 6 1,1 0-6-16,12-3-5 0,-11 2 1 0,14 1 3 0,0-3 0 16,1 2 8-16,4-3-3 0,2 1-4 0,-2-1 4 15,2 1-8-15,3-1 2 0,-1-2-3 0,2 4-2 16,-1 2-3-16,1-3-3 0,-2-1 4 0,1 3 0 15,-2-3-2-15,3 1 4 0,2-1-4 16,-5-1-3-16,-3 3 5 0,5-1-2 0,-4-4-3 16,3 2-2-16,-2 4-3 0,-1-1-3 0,-2 0 5 0,-1-3-7 0,-2 3 0 15,-1-3 3-15,-1 4-2 0,-2-3 0 0,3-3-1 16,-1 9-1-16,-2-6 1 0,1 3-3 0,-1-4 3 16,2 0-4-16,0 3 1 0,2-3 3 15,-1 2 3-15,0 1 3 0,-1-2-2 0,2 0-2 16,-5-2-1-16,-10 4 2 0,16-2-3 0,-6 3-1 0,-12-2-2 15,17 3 3 1,-4-1-2-16,1 0 0 0,1-4-1 0,-15 5 0 16,16-2-1-16,1 2-2 0,-2-3 0 0,1 6 2 15,-4-6-1-15,1 3 10 0,1-2-4 0,-12-1 3 16,-3 1-1-16,17-5 5 0,-3 7-6 0,-2-4 3 16,-10-1-6-16,1 1 1 0,13 0 2 0,0 1 1 15,1 1 2-15,-5-5-6 0,5 4 5 0,-14-2-4 16,14 1 2-16,0-1 0 0,-1 5-2 0,-1-3 5 0,0-3-2 15,-2 3 3-15,4-2-3 0,-2 3 3 0,-13-2-1 16,14-2-1-16,-3 4 8 0,4-4 2 0,-3-1 1 0,1 5-3 16,-2-5 2-16,5 4-3 0,0-2 4 15,1 2-3-15,3-2 1 0,0 3-4 0,-2-2-1 16,-2 1 1-16,4-2-1 0,0 2-4 0,2 2 1 16,-2-2-1-16,-3 3 3 0,2-2-7 0,-1 2 1 0,-1 0-2 0,4 0-2 15,2 2 2-15,-5-2-3 0,7 3 3 0,-3-6-3 16,-2 6 3-16,1-6-4 0,-2 6-5 0,0-6 5 31,0 3 2-31,0 0-2 0,0-2-1 0,-1 2 0 0,0 0 3 0,-1 0-9 0,2 0 10 0,-1 0 1 16,-2 0 14-16,4 0-12 0,-1 0 4 0,-5 0-3 15,2 0 0 1,0 0-3-16,-4 0 2 0,0 0 5 0,-14-2-4 16,3 2 1-16,0-1-3 0,-3 1 4 0,16 0-1 15,-13 0 3-15,-2 1 6 0,16-2-9 0,-17 2 9 16,4 1-4-16,-5-4-1 0,2 2-11 0,-1 2 11 15,0 0-3-15,-2-2 7 0,-2 0-5 0,-3 0 3 16,1 0-7-16,-9 0 7 0,-3 0 0 0,0 3-1 16,2-3 14-16,-5 0 5 0,0 0-2 0,-5 0-2 0,1 0 0 0,0 0-7 15,-12 0 6-15,17-3-9 0,-17 3 5 0,13-2 5 16,-13 2-5-16,0 0 8 0,10 0 7 0,-10 0 2 16,0 0 3-16,0 0 3 0,13-3 0 0,-13 3-10 15,0 0 6-15,0 0-11 0,0 0-3 16,10 0-2-16,-10 0-5 0,0 0-21 0,0 0-16 0,0 0-36 15,0 0-40 1,0 0-35-16,0 0-45 0,0 0-64 0,0 0-88 16,0 0-342-16,0 0-718 0,-38-2 319 0</inkml:trace>
  <inkml:trace contextRef="#ctx0" brushRef="#br0" timeOffset="77625.84">13546 1456 95 0,'-3'-5'238'0,"2"-2"-4"0,0 2-11 16,-1 0-18-16,1 1-21 0,-1-2-17 0,2 6-18 0,-2-5-25 0,2 5-10 15,0-5-33-15,0 5-37 0,0 0-8 0,0 0-2 16,-8 16-6-16,0 2-1 0,-3 8-3 16,0 6-2-16,0 2-7 0,-5 19 2 0,-4 0-3 15,-2 3 4-15,0 2-5 0,-1-2 5 0,4 0-5 16,-2-4-3-16,1 0 8 0,2-3-10 0,3-4 1 16,1 4 1-16,4-4 2 15,1-13-5-15,0-5 4 0,1 1 6 16,2-6-3-16,-1-4 3 0,6-4-4 0,-3-2 7 15,-1 1-7-15,1-8-3 0,3 3 6 0,0-3-2 0,-2 0 4 16,2 1 23-16,-2-2 20 0,2-2 8 0,1-2 7 16,-4 4-3-16,4-4-11 0,-10 0 0 0,10 0-7 15,-13-6-11-15,4 2 1 0,-3-3-12 0,0 1-19 16,0-2-32-16,2 1-27 0,-3-3-32 0,-3-1-32 0,3-3-40 16,0 0-55-16,3-2-198 0,0 1-434 0,1-2 192 15</inkml:trace>
  <inkml:trace contextRef="#ctx0" brushRef="#br0" timeOffset="77926.48">12950 1980 139 0,'0'0'184'0,"-9"1"-23"16,9-1-10-16,0 0-13 0,0 0-14 0,0 0-16 16,37-3-5-16,-5 1-14 0,3-4-5 0,3 5-10 15,15-4-9-15,-14 3-5 0,12-4-9 0,-11 4-4 16,-4 0-5-16,0-1-4 0,-1 2-1 0,-5-1-6 16,0-2-1-16,-12 1-7 0,-4 3 1 0,-4-2-5 15,1 1-11-15,-5 0-13 0,-6 1-11 0,0 0-12 16,0 0 0-16,0 0-19 0,0 0-6 0,0 0-15 0,0 0-16 15,-33 6-18-15,20-3-19 0,0-2-92 0,-1 0-231 16,4-1 102-16</inkml:trace>
  <inkml:trace contextRef="#ctx0" brushRef="#br0" timeOffset="78427.38">13846 1852 50 0,'8'3'152'0,"-1"-3"-10"15,2 5-12-15,-1-1-15 0,1 3-7 0,1 1-10 16,-2-1-15-16,-3 3-6 0,1 1-9 0,-2 0-2 15,1 2-10-15,-5-2-2 0,0 6-3 0,-1 0-4 16,-3-2 4-16,-1-3-6 0,-1 4 4 0,-2-1 9 16,-1-3-7-16,-5 0 8 0,5-2 7 0,1-3-4 0,-2 0 5 0,3 0 1 15,1-4 14-15,1 3-3 0,0-3 10 16,0-1 20-16,5-2 18 0,-5 4 30 0,5-4 18 0,0 0-18 16,0 0-19-16,0 0-19 0,0 0-12 0,10-20-12 15,4 8-7-15,-1 0-17 0,2 0-15 16,10-5 0-16,-4 2-10 0,-1 3-7 0,-3 0-1 15,0 1-11-15,0 0 12 16,-2 2-13-16,-4 2-4 0,-2 2 3 0,-1 2-11 16,-1-1-3-16,0 1-6 0,-2 0-17 0,-1 3-17 15,-4 0-13-15,0 0 5 0,7 3 0 0,-5 1 4 16,-2 2-2-16,0-1 5 0,0 4 1 0,0 1 5 16,-4-1 3-16,4 3-12 0,-4-1-21 0,3 0-17 15,-2 1-24-15,3-1-20 0,0-2-28 0,0 3-24 16,3-3-30-16,-3-1-56 0,0-4-150 0,4-2-435 0,-4-2 193 0</inkml:trace>
  <inkml:trace contextRef="#ctx0" brushRef="#br0" timeOffset="78627.82">14187 1834 116 0,'5'-5'222'0,"-2"4"-23"0,-3 1-24 0,9-2-11 15,-3 2-6-15,5 3-10 0,1 2-10 0,-3 1-11 16,-1 4-3-16,7 2-13 0,-2 2-6 0,-3-1-11 16,4 8-2-16,-5-4-10 0,3 7-6 0,-10-4-6 15,5 5-7-15,-10-7-5 0,-1 2-23 0,-2 4-19 16,-8-1-19-16,-3 0-15 0,-1-3-21 0,-5-1-30 0,3-2-33 16,-7-2-50-16,1-4-180 0,0-5-360 0,4-4 160 15</inkml:trace>
  <inkml:trace contextRef="#ctx0" brushRef="#br0" timeOffset="78928.27">13654 1719 152 0,'-28'38'153'0,"-2"0"-16"0,12-7-12 16,4 1-11-16,2-1-10 0,6 2-14 0,3-2 6 15,6 0-10-15,3 2 2 0,8-4-8 0,7-1 0 16,13 4-11-16,10-3-7 0,5-4-24 0,8-1-14 0,4-10-50 15,3-2-69-15,1-4-135 0,2-7-249 0,-1 0 111 16</inkml:trace>
  <inkml:trace contextRef="#ctx0" brushRef="#br0" timeOffset="79197.39">15013 2051 126 0,'0'0'272'0,"0"0"-24"0,0 0-27 16,-8 0-20-16,8 0-31 0,0 0-16 0,0 0-16 15,-1 5-18-15,0-1-13 0,-2-1-8 0,3 3-11 16,-4 2-5-16,2 1-9 0,-5 2-19 0,2-2-24 15,-4 3-32-15,0-2-19 0,0 4-35 0,-2-1-35 16,-1 1-36-16,1-2-55 0,-5-4-105 0,6-4-309 16,-1-1 136-1</inkml:trace>
  <inkml:trace contextRef="#ctx0" brushRef="#br0" timeOffset="79359.89">14977 1869 42 0,'0'-5'264'0,"0"1"-21"16,3 1-34-16,-3 3-58 0,0-6-72 0,0 6-37 15,0 0-48-15,0 0-74 0,0 0-78 0,0 0-170 0,16 9 75 16</inkml:trace>
  <inkml:trace contextRef="#ctx0" brushRef="#br0" timeOffset="80300.78">16781 1801 39 0,'-2'-9'180'0,"-1"6"-18"16,0-1-12-16,0 1-15 0,3 3-11 0,-9-1-14 15,4 0-13-15,-3-1-6 0,-2 4-10 0,-3-1-6 16,-5 4-10-16,3 3-5 0,-6 0-7 0,-2 4-5 16,0 3-8-16,0 2-4 0,-1 0-2 0,0 1-2 15,5 2-8-15,-2-1 6 0,2 0-5 0,6 4-5 16,4-6 1-16,-1 1 13 0,5-2-3 0,1 2 10 0,4-3-3 0,0 2 4 31,5 1 6-31,3-8 4 0,2 5 5 0,3-2 11 16,5-6-4-16,0 2-2 0,10-4-3 0,0 1 1 15,-1-6-5-15,3 0-3 0,0-6-5 0,-1 1 2 16,-2-2-5-16,0-2 6 0,-3-6-1 0,-6 5 10 16,-1-3-9-16,-3-1 1 0,4-7-5 0,-7 5-5 15,3-9-4-15,-9 8-5 0,-1-9-6 0,-3 6-3 0,-1 1 0 16,-1 1-6-16,-4-1-3 0,-6-3-3 0,2 9-4 16,-2-1-3-16,1 5-4 0,-4 0-11 0,4 1 0 15,-8 1-14-15,6 4-10 0,-2 3-23 0,2 0-24 16,-2 2-28-16,2 3-22 0,3-1-22 0,-2 4-26 15,4 0-32-15,2 2-150 0,4 2-390 0,-2-4 173 16</inkml:trace>
  <inkml:trace contextRef="#ctx0" brushRef="#br0" timeOffset="80517.03">17068 2068 31 0,'0'0'222'0,"0"0"-22"0,-7 9-21 0,3-5-15 0,-4 1-20 16,-2 1-6-16,-4 4-20 0,-1 0-11 0,0-1-9 16,-2 5-7-16,-6-1-31 0,1 3-32 0,2 1-47 15,2 0-50-15,0-6-66 0,0-3-92 0,5-2-245 0,3-2 109 16</inkml:trace>
  <inkml:trace contextRef="#ctx0" brushRef="#br0" timeOffset="81017.86">17595 1879 126 0,'0'0'228'0,"0"0"-19"15,0 0-7-15,0 0-20 0,0 0-14 16,0 0-16-16,-5-3-16 0,5 3-13 0,0 0-12 0,0 0-12 0,0 0-5 0,0 0-10 16,0 0-4-16,0 0-11 0,0 0-7 15,8-2-4-15,-3 0-7 0,0 1-5 0,4-3-8 16,4 1 0-16,-2-1-6 0,6-1-7 0,-6 1-1 16,3-2-2-16,-5-1-1 0,4 0 0 0,1 2-5 15,-5-1 1-15,0-1-3 0,1 2 3 0,-5 0-4 16,1 1 1-16,-3 0 2 15,1 0-3-15,-1 2-6 0,-3 2-3 0,-3-5-4 16,3 5 2-16,-13 1-3 0,2 3-3 16,-6 3 2-16,-4 1-3 0,-4 7 2 0,2-4 2 0,-2 5-3 15,0 1 1-15,0 0-2 0,-2 1 2 0,9 2-1 0,-1-1 5 16,7-3-1-16,2 1 0 0,3-2 1 0,3 2-6 16,5-2 5-16,4 2-12 0,9-3-13 0,0-4-38 15,13 4-46-15,4-5-71 0,-1-5-189 0,4-3-398 16,0-3 177-16</inkml:trace>
  <inkml:trace contextRef="#ctx0" brushRef="#br0" timeOffset="81265.31">18050 1667 31 0,'8'6'174'16,"2"1"-10"-16,4 4-4 0,1 10-12 0,2 2-6 16,-2 2-4-16,-2 4-10 0,-1 3-5 0,-6 2-11 15,-1 1-1-15,-9 11-17 0,-1-11 1 0,-4 11-10 0,-7-12-9 0,0-4-2 16,-5 1-6-16,-10 12-18 0,-6-6-24 0,-4-5-28 16,-2-3-37-16,9-12-58 0,-17 3-81 0,3-7-103 15,7-7-304-15,-12-5 135 0</inkml:trace>
  <inkml:trace contextRef="#ctx0" brushRef="#br0" timeOffset="81719.17">16242 1586 115 0,'-51'76'152'0,"0"-7"8"0,5 2-7 0,15-21-10 15,3-1 4-15,7 4-5 0,4-2-4 0,5-1-3 0,8-14-7 16,9 15-5-16,12-5-3 0,2-15-10 0,21 9-3 16,11-11-11-16,34 10-11 0,9-15-50 0,4-5-76 15,2-12-107-15,-8-4-169 0,-27-6-344 0,3 2 153 16</inkml:trace>
  <inkml:trace contextRef="#ctx0" brushRef="#br0" timeOffset="87747.37">3827 5170 130 0,'1'-3'236'0,"-1"3"3"16,2-5-30-16,-2 5-7 0,3-4-8 0,-3 4-12 0,0 0-13 15,1-3-13 1,-1 3-11-16,0 0-14 0,0 0-13 0,3-2-11 16,-3 2-15-16,1-3-9 0,-1 3-10 0,0 0-22 15,0 0-19-15,0 0-14 0,0 0-5 0,0 0 0 16,-13 12-2-16,4-4 0 0,-6 6 1 0,-10 0-6 15,-1 2 7-15,-2 3-7 0,-3 1 3 0,3 1-2 16,-4 1 0-16,3 2 1 0,-1-4 0 0,5 3-2 16,2-3-1-16,1 1-1 0,3-4 1 0,5 0-5 0,1-2 0 0,0 0 4 15,7-2-8-15,-3 2-4 0,5-3 4 16,4 0-7-16,1-1 9 0,3 0 2 0,8 1-3 16,2 1 3-16,10 0 6 0,5-2-5 0,5 1 0 15,1-3 0-15,5 3-2 0,-4-5 2 0,15 4-1 0,-14-2 2 16,-4 1 1-16,-1 0-3 0,0 2 1 0,-1 0-2 15,-8 0 2 1,-5 0-2-16,-5-1-2 0,-1 1 5 0,-4-1-5 16,-4-1 4-16,-4 2-1 0,-3-3 2 0,-3 3 2 15,-9 3-1-15,-5-6 0 0,-9 3 2 0,-4 3-2 16,3-3 2-16,-5 0 4 0,1-2 4 0,1-3-2 16,1 1 2-16,-1-1-4 0,4-2 4 0,0 0 0 15,9-1-5-15,2-1 4 0,5-3 0 0,3 1-3 0,0 2 11 16,5-3-4-16,-2 0-7 0,7 0-12 0,0 0-20 0,0 0-9 15,22-15-12-15,-2 9-6 0,11-6-20 0,4 2-15 16,0-2-16-16,4 0-5 0,-1 2 19 0,11-5 3 16,-15 3 4-16,3 0 10 0,-4-2 4 0,-2-1 4 15,0 3 19-15,-1-2 23 0,-3 2 19 0,-7 4 27 16,-1-1 19-16,-4 2 27 0,-4 2 28 0,-2 0 19 16,0 1 16-16,-1 1 10 0,-3 0 6 0,0 1-7 0,2-1-17 15,-5 3-9-15,-2 0-13 0,9-2-15 0,-9 2-5 16,5-2-14-16,-5 2-15 0,0 0-7 0,0 0-7 0,0 0-4 15,4 7-5-15,-4-3-6 0,3 1 0 0,-6 0-9 16,6 5 6-16,-6-4-5 0,3 5 5 0,-1-5-6 16,1 5 0-16,0-1-30 0,-3-1-22 15,3 1-14-15,0-1-24 16,-1-3-20-16,0 3-25 0,-2-2-23 0,3-4-35 16,0 4-18-16,0-5-34 0,0-2-220 0,0 0-482 15,0 0 213-15</inkml:trace>
  <inkml:trace contextRef="#ctx0" brushRef="#br0" timeOffset="87916.95">4109 5498 75 0,'0'-11'309'0,"0"5"-12"15,0 0-4-15,0 1-19 0,0-2-25 0,0 3-23 16,0 4-21-16,0-5-14 0,0 5-33 0,-1-7-31 16,1 7-49-16,1-2-29 0,-1 2-14 0,0 0-31 15,0 0-29-15,0 0-38 0,3 15-46 0,-1-5-43 16,-2-1-61-16,0-1-122 0,3-1-363 0,-2 2 161 15</inkml:trace>
  <inkml:trace contextRef="#ctx0" brushRef="#br0" timeOffset="88290.12">4361 5586 25 0,'0'0'318'0,"0"0"-28"0,0 0-26 16,7 0-26-16,-7 0-22 0,0 0-22 0,0 0-25 16,3 5-16-16,-3-5-15 0,0 6-12 0,0-3-18 15,0 7-7-15,0 0-10 0,0 1-9 0,0 1-11 16,0-1-6-16,0 5-4 0,-3-3-7 0,2 3-7 16,1 0-3-16,0-5-8 0,0 1 2 0,1-2-5 0,-1 0-3 0,0-4 0 15,0 0-5-15,2-1 2 0,-4-1 4 0,4-1 8 16,-2 1 20-16,0-4 19 0,0 5 23 0,0-5 27 15,1 3 21-15,-1-3 10 0,0 0-16 0,0 0-13 16,14-13-16-16,-5 8-9 0,-1-4-15 16,2 1-8-16,1-1-14 0,0 1-17 0,-2 0-14 0,2 0-17 15,-3 3-8-15,-1-1-18 16,2 2-26-16,-4 0-20 0,3 1-4 16,-3 1-28-16,3 2-16 0,2 0-6 0,-2 2-22 15,1 1-18-15,-3 2-18 0,3 0-20 0,0 2-25 16,0 1-40-16,1-2-10 0,-1 2-224 15,-2-1-522-15,-1-1 230 0</inkml:trace>
  <inkml:trace contextRef="#ctx0" brushRef="#br0" timeOffset="88680.89">4703 5803 244 0,'0'0'260'16,"0"0"-5"-16,0 0-5 0,5 1-10 0,-5-1-7 16,0 0-23-16,0 0-14 0,0 0-18 0,8-5-19 15,-7 2-20-15,3 1-15 0,1 0-11 16,-1-4-11-1,5 1-13-15,0-1-10 0,1-2-8 0,-1 1-9 0,4 0-1 16,-3-1-9-16,3-3-7 0,-3 2-4 0,-2 1-7 16,2 0 3-16,-4-1-4 0,3 1-2 0,-4-1 4 15,-1 4 17-15,0 0 20 0,-1 0-5 0,-1 0-4 16,0 1-9-16,-2 4-10 0,-6-10 1 0,-1 9-12 16,-1-1-3-16,-5 2-8 0,-6 3-5 0,-1 2 0 0,-2 4-6 15,-5-1 1-15,8 2-3 0,-2 0-3 16,-1 3-2-16,5 0-2 0,3-1-4 0,2 0-8 0,1 1-8 0,6 3 9 15,3-5-8-15,5 5 6 0,3 0 1 0,6-2 5 16,5-4 2-16,9 2 5 0,10-2-3 0,1-3-1 16,14 1 1-16,0-6 6 0,3-3-2 0,-4 2-3 15,1-3 3-15,-13-1-2 0,-1 2-3 0,-3 0 0 16,-5-1 5-16,-10 0-5 0,-5 1 6 0,-1-1-6 0,0-1 5 16,-7 3 6-1,2 0-4-15,-3 0 2 0,-5 0-8 16,10 0-3-16,-10 0-8 0,0 0-26 0,0 0-35 15,0 0-43-15,-20 2-44 0,8 1-51 0,1-2-76 16,-1 0-210-16,12-1-538 0,-9-2 238 0</inkml:trace>
  <inkml:trace contextRef="#ctx0" brushRef="#br0" timeOffset="89435.32">6398 5280 202 0,'1'-4'234'0,"-1"4"-14"0,2-5-18 0,-2 5-20 0,0 0-15 16,0-2-20-16,0 2-13 0,0 0-15 0,0 0-16 16,0 0-11-16,0 0-11 0,0 0-5 0,0 0-11 15,-14 11-3-15,5-3-7 0,-3 2 3 0,-10 9-15 16,3-2-5-16,-3-2 13 0,0 5-3 0,2-2-6 0,-2 2-4 0,3-1-5 16,1 1-3-16,1-1-1 0,6 0-4 0,2-4-4 15,1 0-2-15,2-1-3 0,1 0 4 0,4-2-3 16,2 0-2-16,3 0 1 0,2 1 1 15,4-1-2-15,4 0-2 0,3 0 2 0,2-2-2 16,5 1-2-16,2 0 1 0,0-1-4 0,-10-2 0 0,3 0 0 16,-2-1 4-16,1 1-9 0,-8-1 5 0,-1 0-5 0,1-1-1 15,-3 2-2-15,-5-2 1 0,1 1-1 0,-1-1 0 16,-3 0 4-16,-3 3-2 0,-5 0 2 0,-1-1 9 16,-4 2-11-16,-5-3 0 0,1 1 4 0,-9 2 1 15,0 1-3-15,8-4-7 0,1-1-20 0,-4 3-26 16,5-2-30-16,0-2-41 0,4-3-49 0,4-1-75 15,1-1-124-15,8 0-399 16,-3-3 177-16</inkml:trace>
  <inkml:trace contextRef="#ctx0" brushRef="#br0" timeOffset="89798.47">6515 5736 71 0,'0'0'282'0,"0"0"-13"16,0 0-17-16,0 0-14 0,0 0-16 0,0 0-13 0,0 0-13 16,0 0-19-16,0 0-14 0,0 0-18 0,9-3-13 15,-5 2-19-15,4-2-12 0,0 0-16 0,3 1-11 16,0-2-8-16,8-2-10 0,0 1-5 16,0-2-9-16,0-3-5 15,0 4 0-15,-4-2-6 0,3-4-4 0,-4 3-1 16,-1-2-4-16,2 1-4 0,-7 1 2 0,1-1-1 15,1 2 1-15,-2 2 8 0,-2-2 7 0,-1 4 8 16,-1-3 9-16,-1 2 1 0,-2 1-5 0,-2 0-8 16,1 4-11-16,-5-6-8 0,1 4-4 0,-3 1 0 15,7 1-7-15,-20 3-1 0,11 2 0 0,-8 0-5 16,1 6-1-16,0-2-1 0,-4 5 0 0,2-1 3 0,3-1-1 0,2 0-4 16,1 5 10-16,-1-2-10 0,0-1 3 0,2 1-19 15,1-1-14-15,6 1-15 0,-2-3-11 0,5 0-10 16,-1 2-20-16,2-6-25 0,2 3-30 0,3-3-45 15,1 0-62-15,3-4-196 0,1-4-480 0,1 0 213 16</inkml:trace>
  <inkml:trace contextRef="#ctx0" brushRef="#br0" timeOffset="90282.93">6851 5576 183 0,'5'-5'261'0,"0"0"-25"0,1 0-22 0,0 1-22 15,2 1-21 1,-1 2-18-16,1 1-16 0,3 1-12 0,1 2-12 16,1 2-11-16,-2 0-7 0,5 3-8 0,-1 3-9 15,-1-2-10-15,-1 4-3 0,-3 0-2 0,-1 3-10 16,0-1-6-16,-3-4-3 0,-1 4-2 0,-2-2-4 16,-1-2-7-16,-2 1-2 0,0-2-3 0,-1 0-3 15,-1-3-4-15,0 0 0 0,2 2 0 0,-2-4-4 16,2 0 0-16,-2-1 1 0,1 0 20 0,0-2 28 0,1-2 13 0,0 0-11 15,0 0-3-15,0 0-11 0,8-10-5 0,-2 1-7 16,2 1-5-16,6-6-2 0,-3-1 0 0,3 1-8 16,7-7-5-16,-6 6 0 0,2-3 0 0,-3 2-4 15,0 4 2-15,0-3-5 0,-4 3 1 0,3 0 12 16,-6 5 3-16,-1 2 8 0,-1 1 1 0,-1 0-4 16,0-1-4-1,0 3 0-15,0-3-14 0,-1 5-5 0,-3 0-11 0,0 0 0 16,0 0 0-16,8 3-3 0,-7 1-3 15,-2 2 4-15,1 1 2 0,-2 5-1 0,2-2 1 16,-1 2-5-16,0 4 3 0,-2-5 0 0,2 5-1 16,0-3-1-16,-1 3 7 0,1-1-5 0,1-3 0 15,0-3 14-15,-1-1-9 0,1 0 2 0,0-2-1 0,-2-1-2 16,2 2 4-16,0-4-2 0,-1 2 5 0,1-5 5 0,0 4 4 16,0-4 7-16,0 0-9 0,0 0-40 0,0 0-49 15,0 0-23-15,0 0-16 0,-7-9-32 0,7-1-36 16,-2 1-41-16,1-1-62 0,-1-7-164 0,2-2-484 15,-2 0 216-15</inkml:trace>
  <inkml:trace contextRef="#ctx0" brushRef="#br0" timeOffset="90436.82">7226 5429 60 0,'-2'-3'283'0,"2"3"-14"0,-1-5-14 0,0 3-16 0,1 2-20 0,0 0-17 0,-3-5-21 15,3 5-15-15,0 0-22 0,0 0-17 0,0 0-19 16,0 0-17-16,0 0-25 0,0 0-35 0,12 0-42 15,-12 0-58-15,11 5-65 16,-6-3-238-16,0 1-402 0,-5-3 179 0</inkml:trace>
  <inkml:trace contextRef="#ctx0" brushRef="#br0" timeOffset="91003.03">7397 5634 143 0,'0'0'144'0,"0"3"0"0,0-3 13 15,0 6 3-15,0-6 1 0,4 3-1 0,1-3-11 16,-1 2-7-16,3-2-10 0,5 0-11 0,-2-2-11 16,4 2-6-1,-1-3-13-15,7-3-6 0,-4 0-4 0,1 2-2 0,0-3-3 16,1-4 4-16,-1 2-9 0,-2 0 0 0,-1-3-1 0,0 0-5 15,-1-1-6-15,-3 4 10 0,0-3-2 0,-2 3 6 16,-3-2 2-16,3 2 2 0,-3 3 4 0,-1 0 7 16,-2 0-7-16,1 1-5 0,-2 1-10 0,0 2-8 15,-1 2-2-15,-3-5-21 0,3 5-1 0,-9-2-11 16,9 2 0-16,-18 6-4 0,6-3-1 0,2 5-7 16,-2-3 0-16,2 4 3 0,-1-1-5 0,-2 5 0 15,0-2-4-15,3 3-2 0,5-5-3 0,-3 3-10 16,3 3-4-16,0-4-1 0,1 2-2 0,3-1 3 15,-2-2 2-15,6 0 1 0,-2-1 0 0,3 2 5 16,2-4 7-16,2 0 5 0,2-3-3 0,3-1 2 16,4 0 6-16,2-2-4 15,-1-2 2-15,2-2 1 0,1-1 12 0,-2-1 9 16,1-1 13-16,-1-4 4 0,-1 3 17 0,1-3-10 16,-2 0-9-16,1-1 1 0,0 0-9 0,-4 0 24 15,2 2 8-15,-1-1 7 0,-8 3 7 0,2 1 8 16,-4 2 3-16,0 0-5 0,1 0-6 0,-1 0-9 15,-1 1-8-15,-3 2-11 0,-1 1-4 0,6-3-19 16,-6 3 0-16,5-2-9 0,-5 2-15 0,0 0-10 0,0 0-8 16,0 0 0-16,9 6 2 0,-8-1-8 0,1 0 2 0,0 0-9 15,1 0 2-15,3 3-7 0,-5-2-5 0,2 2-23 16,0 0-26-16,-1 0-20 0,2 0-24 0,-3-2-28 16,3 2-29-16,-4-1-42 0,4-2-69 0,-3 2-325 15,4-5-670-15,0-2 296 0</inkml:trace>
  <inkml:trace contextRef="#ctx0" brushRef="#br0" timeOffset="91168.2">8190 5592 2726 0,'6'1'367'16,"-6"-1"-84"-16,0 0-54 0,6 2-29 0,-6-2-15 16,0 0-25-16,0 0-36 15,0 0-15-15,0 0-24 0,0 0-6 0,0 0-8 16,5 0-38-16,-5 0-30 0,0 0-65 0,0 0-57 15,0 0-66-15,0 0-78 0,0 0-71 0,0 0-282 16,0 0-666-16,0 0 295 0</inkml:trace>
  <inkml:trace contextRef="#ctx0" brushRef="#br0" timeOffset="92154.37">4331 6159 137 0,'0'0'158'0,"0"0"-16"0,0 0-10 15,0 0-12-15,0 0-10 0,0 0-7 0,0 0-17 16,0 0-10-16,0 0-6 0,0 0-5 0,0 0-3 16,0 0-8-16,0 0-7 0,0 0-1 0,0 0-8 15,0 0 1-15,0 0-3 0,0 0 1 0,0 0-2 16,0 0-7-16,0 0 2 0,21-2-3 0,-12 2-2 0,1 0-1 0,2 0-3 16,5-3 3-16,4 3-2 0,1 0-3 0,6 0 2 15,2-1-6-15,5 0 1 0,-1-1 1 0,5 1-7 16,0-1 0-16,12 0 0 0,3-1 1 0,2-2-5 15,-1 0 13-15,4 3-9 0,1-3-6 0,0 2 5 16,3-1-4-16,-1 0 0 0,5 1-1 0,-1 1 0 16,-1-4 1-16,27-1-3 15,-33 4 1-15,5 1 3 0,3-3 2 16,-1 0-3-16,-2 1 4 0,5 2 9 0,-4-3 6 16,27 0-2-16,-32 2 1 0,8 0 2 0,-3-1-3 15,-4 2 4-15,6-3 2 0,-5 0 1 0,6 0 4 0,-4 3-2 16,4-3 1-16,-3-1-2 0,0 1-1 15,2-1-4-15,-2 1 5 0,0 0-5 0,-3 0 4 16,2 1 2-16,-4 0 0 0,2 1-1 0,0-2 1 0,-3 0-4 0,0 2 1 16,-6-1-4-16,1-1 2 0,1 0 3 0,0 3 1 15,-4-6 5-15,2 3 1 0,-13 3-1 0,10 0 3 16,4-2-2-16,-2-2-6 0,-16 6-3 0,1-3 3 16,0 1-3-16,-5 1-3 0,-2 0 0 0,-9-3 1 15,0 3 1-15,-1-2-4 0,-7 3 8 0,-1 0 10 16,-1-2 8-16,-5 1 14 0,2 1 3 0,-8 0 8 0,10 0-1 0,-5-1-4 15,-5 1 3-15,8 0-3 0,-8 0-8 0,0 0-6 16,9-1-8-16,-9 1 2 0,4-2-9 0,-4 2-6 16,0 0-1-16,6-1-6 0,-6 1-3 0,0 0-6 15,0 0 1-15,0 0 17 0,0 0-26 0,0 0-1 16,0 0-9-16,8-1-20 0,-8 1-17 0,0 0-24 16,0 0-30-16,0 0-33 15,0 0-44-15,0 0-60 0,0 0-68 0,0 0-241 16,0 0-581-16,-24-4 258 0</inkml:trace>
  <inkml:trace contextRef="#ctx0" brushRef="#br0" timeOffset="97427.17">5497 7449 132 0,'0'-7'153'0,"0"2"-2"0,1-3-1 0,-1 3-4 16,1-2-4-16,-1 1-4 0,0 1 2 0,2-1-6 0,-4 0-6 0,4 2-14 15,-2 4-12-15,1-4-9 0,-1 4-12 0,0-5-16 16,0 5-9-16,0 0-20 0,0 0-6 0,0 0-5 16,0 0-2-16,-8 17-5 0,2-2-6 0,-2 4 5 15,-2 10-7-15,-2 0 0 0,-2 20-2 0,-1 2-2 16,1-1 6-16,1 1-4 0,3 3 3 0,0-2-3 16,-2 0 15-1,4-1-2-15,1 0-3 0,3-2-3 0,-1-13 1 16,2-2 0-16,0-4 2 0,1 1-5 0,0-4-1 0,2-3-2 15,-2-5 2-15,1-4-2 0,-2-3 3 16,2 0-2-16,0-4-4 0,-1 1 3 16,0-4 2-16,2 1 12 0,-1 0 14 0,-2-4 8 0,2 1-1 0,-5-2-2 15,-2-1-6-15,-3-1-5 0,-2-2-2 0,0 1-1 16,-1-2-4-16,0 1-5 0,-4-2 0 0,5 0 5 0,2 1-7 16,-1 1-5-16,-2-1 4 0,5 0-4 0,0 2-1 15,1 0-1-15,1-1 2 0,1 1-7 0,0 0-17 16,3-1-13-16,-1 3-26 0,4 0-29 0,-9-3-42 15,9 3-52-15,-1-5-237 0,-2 1-443 0,3 4 197 16</inkml:trace>
  <inkml:trace contextRef="#ctx0" brushRef="#br0" timeOffset="97796.86">5099 7964 20 0,'0'0'214'15,"0"0"-12"-15,-10-1-16 0,10 1-19 0,0 0-13 16,-6 0-7-16,6 0-14 15,0 0-12-15,0 0-15 0,0 0-7 0,0 0-9 16,25-3-11-16,-4-1-8 0,6-1-9 0,6 0-4 16,0-1-2-16,7-2-9 0,11-3-3 0,-12 5-4 15,1-1-3-15,-3 1-4 0,-5 1-6 0,-1 2-4 16,-3-1 2-16,-10 3-5 0,-4-1 0 0,-3 1-2 16,1 0-17-16,-5 1-14 0,1 1-16 0,-3-1-2 15,-1 1 0-15,-4-1 6 0,1 4 4 0,-1-4-6 0,-6 5-5 0,-1-2-10 16,1 1-6-16,-3 0-8 0,-2 0-19 0,2-2-14 15,-2-1-19-15,4 1-37 0,-2 1-110 0,2-1-276 16,2-2 122-16</inkml:trace>
  <inkml:trace contextRef="#ctx0" brushRef="#br0" timeOffset="98651.16">5945 7736 75 0,'0'0'178'16,"0"0"-12"-16,0 0-20 0,0 0-14 0,5-4-15 15,-1 0-12-15,3 4-6 0,1-3-8 0,1 0-11 0,3 3-11 0,-1 0-5 16,2-2-4-16,2 2-6 0,-2 3-9 0,8-1 0 15,-6 2-8-15,3 4 4 0,0 0-5 0,-1-1-4 16,-2 2-3-16,0 3-1 0,-2-1-3 0,-3 1 0 16,-1 3-8-16,0-2 0 0,-5 3 3 0,-3 2-5 15,-2 1 1-15,-2-1 6 0,-4 0-4 0,0 0 4 16,-3-3-8-16,-3 1 5 0,2 0 2 0,-3-4-2 0,0 4 3 0,-2-7 1 16,4 1 0-16,-5 0 7 0,7-4-7 0,-2 0-3 15,2-1 6-15,2-1 2 0,2-2 7 0,2 1 12 16,0 0 14-16,-2-1 15 0,2-1 23 0,4-1 10 15,0 0-7-15,0 0-20 0,-5-9-3 0,10 4-10 16,-1-3-10-16,6-2-5 0,-1-5-7 0,4 1-7 16,2-3 0-1,-2 2-7-15,7-6-4 0,-7 8-1 0,5-8-9 16,-5 8-1-16,1-2-1 0,-1 3 2 0,-1 1-2 0,-1 1-3 16,-1 1-3-16,0 0-3 0,-5 4 1 0,0-1 6 15,-1 1-1-15,0 2 1 0,1 0 0 0,-1 0-1 16,-3-1-7-16,3 0 0 0,-4 4-6 15,4-3-9-15,-4 3-13 0,0 0 3 0,0 0 0 16,0 0 3-16,0 0-4 0,-7 18 3 0,2-8 7 0,0 1-6 0,4 2 0 16,-4 3 0-16,1-2 2 0,2 3 2 0,0-2 3 15,2 1 0-15,4 0 1 0,0-1 3 0,1 0 0 16,4-1 2-16,-4-2 2 0,8 0-3 0,2-2-8 16,-6-1-14-16,9 0-33 0,-1-3-39 0,2-1-47 15,-1-4-67-15,-4 2-244 0,4-6-493 0,-6 2 219 16</inkml:trace>
  <inkml:trace contextRef="#ctx0" brushRef="#br0" timeOffset="98951.43">6419 7706 195 0,'0'0'199'0,"4"-3"-13"0,-4 3-28 15,0 0-15-15,0 0-10 0,12 3 1 0,-8-1-20 16,2 5-6-16,4 0-11 0,-1 0-5 0,0 5-7 0,1 1-3 0,-1 1-4 16,4 3-4-16,1 5-4 0,-1 0-8 0,-1 2-6 15,-5 1-7-15,-5 0-2 0,2 0-5 0,-4-2 0 16,-4 0-3-16,-2 2-10 0,0-4-3 0,-7 1-1 15,-5 0-15-15,-1 0-17 0,-8 0-38 0,-4-5-38 16,2-2-49 0,-6 3-220-16,0-8-380 0,-5-1 168 0</inkml:trace>
  <inkml:trace contextRef="#ctx0" brushRef="#br0" timeOffset="99345.35">5901 7645 57 0,'-12'11'149'0,"3"5"-12"15,-5 7-9-15,1 4-13 0,-2 0-9 0,2 2-7 0,-1 3-5 0,5 1-8 16,-2 1-11-16,1-3-9 0,6 1-1 0,1-4-8 15,4 0-3-15,2-4-5 0,7 0 10 0,-4-7-4 16,7 0-5-16,9 0-2 0,5-2-6 0,3-3-7 16,5-3-34-16,5-5-57 0,12 1-91 0,-12-5-91 15,-1 0-257-15,12-5 114 0</inkml:trace>
  <inkml:trace contextRef="#ctx0" brushRef="#br0" timeOffset="99969.16">7002 7836 24 0,'0'0'116'0,"-4"-1"-6"0,4 1 4 0,0 0-9 15,-6-3 1-15,6 3 3 0,0 0-2 0,0 0-6 16,0 0-8-16,0 0 1 0,0 0 3 0,-8-1-12 16,8 1-2-16,0 0-6 0,0 0 4 15,0 0 3-15,0 0-1 0,0 0-7 0,0 0-7 0,0 0-9 16,0 0-9 0,17-4-3-16,-7 4-4 0,8-5-6 0,0 2-1 15,5 2-4-15,4-4-7 0,2 2-4 0,-1 0 4 16,-1-1-7-16,0 3 1 0,-7-1-1 0,2 1-2 15,-5-1-2-15,2 0-1 0,-6 2-7 0,-1-2 0 0,-3 2-16 16,4 0-19-16,-8 0-16 0,3 0-13 16,-8 0-8-16,5 2 7 0,-5-2-16 0,0 0-19 15,0 0-28-15,-13 7-39 0,4-3-108 0,-1-3-291 0,2 3 129 0</inkml:trace>
  <inkml:trace contextRef="#ctx0" brushRef="#br0" timeOffset="100354.34">7004 8007 18 0,'0'0'170'0,"-5"1"3"0,5-1 5 0,0 0-7 16,-6 0-16-16,6 0-12 0,0 0-14 0,0 0-3 15,19 0-3-15,-6-2-10 0,7-4-10 0,2 3-14 0,8-1-7 0,3 0-7 16,-1-3-8-16,-2 4-8 0,1-2-6 0,-3 0-3 15,0 3-8-15,-5-2-4 0,-6 3-2 0,-1 0-4 16,-4-2-4-16,1 2-3 0,-4 0-3 0,-3 1-13 16,1-2-16-16,-7 2-32 0,9 0-33 0,-9 0-12 15,0 0-44-15,0 0-203 0,0 0-356 0,0 0 158 16</inkml:trace>
  <inkml:trace contextRef="#ctx0" brushRef="#br0" timeOffset="111027.31">8461 7408 54 0,'0'0'128'0,"0"0"-8"0,-5-2 4 0,5 2-9 0,0 0-9 15,0 0-11-15,-5-3 7 0,5 3-13 0,0 0-12 16,0 0 12-1,0-4-11-15,0 4-3 0,0 0-4 0,0 0-10 16,0 0 2-16,0 0-9 0,0 0-3 0,0 0-4 16,0 0 1-16,-6-1-19 0,6 1 2 0,0 0-1 0,0 0 1 15,0 0-7-15,0 0-6 0,-7-2 0 0,7 2-4 16,0 0 3-16,0 0-4 0,0 0-2 16,0 0-11-16,-6-2 13 0,6 2-7 0,0 0-1 15,0 0 3-15,0 0-3 0,-7-1 1 0,7 1-2 0,0 0 0 0,0 0 9 16,0 0-7-16,0 0-5 0,0 0 3 0,0 0-2 15,0 0 7-15,0 0 10 0,0 0 3 0,0 0-5 16,0 0-2-16,0 0-2 0,0 0 0 0,16-3-1 0,-6 3-1 16,4-1-2-16,4-2-1 0,4-1 0 15,7-1-1-15,-1 2-1 0,0-2 0 0,-1 3-2 0,-4-3 4 16,-2 3-7-16,-1 2 1 0,2-3 2 0,-4 3-2 0,-4-1 1 16,-1-1-17-1,-1 2-20-15,-4 0-29 0,0 0-33 0,-3 2-9 16,-5-2-11-16,0 4-44 0,0-4-103 0,-16 2-282 15,2 2 124-15</inkml:trace>
  <inkml:trace contextRef="#ctx0" brushRef="#br0" timeOffset="111555.65">8354 7456 84 0,'0'0'142'0,"0"0"-5"0,0 0-18 0,0 0-12 0,0 0-10 16,0 0-7-16,6 5-11 0,1-2-8 15,-2 0 1-15,0 2-13 0,4 1 0 0,1 0-6 0,-1 2-6 16,4 3-2-16,2 0-6 0,-2 2-2 0,0 1-5 16,1 10-2-16,1-3-5 0,-5 1 2 0,1 2-9 15,-3 1 8-15,0 3-8 0,-4-2 0 0,-3 2-4 16,-1-1 3-1,-2 2-4-15,-5 0-2 0,0 3-1 0,-3-3 2 0,-3 0-2 16,-4-1-4-16,3-1 4 0,-4 0 3 0,4-1-6 16,-4-3-3-16,-1-2 3 0,4 1 0 15,1-8 0-15,2 1 6 0,1-3-10 0,2 0-1 16,1-2-3-16,2-1 3 0,0-1 0 0,1 1 4 16,0-4-6-16,3 0 4 0,-1-1 0 0,1 0 2 0,0-2 14 15,2-2 11-15,-3 5 2 0,3-5 5 0,-3 4 2 0,3-4 3 16,0 0 3-16,0 0-1 0,-3 2 2 0,3-2-1 15,0 0-6-15,0 0-2 0,0 0-3 0,0 0-8 16,0 0-1-16,-1 3-4 0,1-3-8 0,0 0 9 16,0 0-3-16,0 0-6 0,0 0-3 0,0 0 4 15,0 0-3-15,0 0-3 0,0 0 1 0,0 0-10 16,3 5 8-16,-3-5-2 0,0 0-1 0,0 0 3 0,0 0-2 0,0 0-1 31,-4 3-1-31,4-3-9 0,0 0-13 0,0 0-10 16,0 0-10-16,0 0-6 0,0 0-18 0,0 0-28 15,0 0-26-15,14-3-50 0,-14 3-151 0,13-2-344 16,-7-1 153-16</inkml:trace>
  <inkml:trace contextRef="#ctx0" brushRef="#br0" timeOffset="112310.28">8298 8274 42 0,'0'0'113'16,"-5"1"-1"-16,5-1-11 15,0 0-5-15,0 0 0 0,-4 1-5 0,4-1-8 16,0 0 0-16,0 0-8 0,0 0-1 0,0 0-12 16,0 0-3-16,0 0-1 0,0 0-4 0,0 0-3 15,0 0 2-15,0 0-4 0,0 0 2 0,0 0-7 16,0 0 4-16,0 0-3 0,0 0 0 0,0 0-10 16,0 0-1-16,0 0-6 0,0 0-1 0,0 0-5 15,0 0 1-15,0 0-8 0,0 0 0 0,0 0 0 0,0 0-1 0,0 0 2 16,0 0-6-16,0 0 0 0,0 0 0 0,0 0-3 15,0 0 2-15,0 0-1 0,0 5 0 0,0-5-5 16,0 0 1-16,0 0 4 0,0 0 0 0,0 0 1 16,0 0 6-16,0 0-2 0,0 0 2 0,0 0 4 15,0 0-7-15,0 0 3 0,0 0-5 0,0 0-3 16,0 0 3-16,0 0-8 16,0 0-2-16,0 0 5 0,0 0 1 0,0 0 3 15,0 0-1-15,0 0-7 0,0 0 2 0,0 0 2 16,0 0-1-16,0 0-3 0,0 0-1 0,0 0 3 15,0 0 0-15,0 0-2 0,0 0 1 0,0 0-1 16,0 0 0-16,0 0 2 0,0 0-5 0,0 0 6 16,0 0 0-16,0 0 8 0,0 0-2 0,0 0 2 15,0 0-1-15,0 0 0 0,0 0 0 0,0 0 1 0,0 0 3 16,0 0-5-16,0 0 4 0,0 0-1 0,0 0 2 16,0 0-6-16,0 0 7 0,0 0 0 0,0 0-1 0,0 0-5 15,0 0 2-15,0 0-1 0,0 0-1 0,0 0 2 16,0 0-4-16,0 0 0 0,0 0-2 0,0 0 1 15,0 0-3-15,15-7 4 0,-2 7 3 16,7-5-3-16,7 0 1 0,5 1 0 0,0-3-3 0,5 4 6 0,3-2 4 0,12-5 7 16,0 3 3-16,2-1 1 0,0 1-2 15,-16 2 2-15,-1 0-9 0,-1 1 4 0,-4-1-7 16,-5 1-1-16,-8 1 3 0,1-2-4 0,-7 5 5 16,-1-1-3-16,-3-1 1 0,-3 1-1 0,2 1 2 0,-2-1-6 15,-6 1 5-15,9 0-2 0,-5-2-3 0,-4 2-3 16,0 0-13-1,9 0-9-15,-9 0-23 0,0 0-22 0,0 0-23 16,0 0-45-16,0 0-61 0,0 0-200 0,-18 7-421 16,11-7 186-16</inkml:trace>
  <inkml:trace contextRef="#ctx0" brushRef="#br0" timeOffset="115361.97">9297 7899 128 0,'0'0'125'0,"0"0"-11"0,0 0 5 0,0 0-3 31,0 0-9-31,0 0-6 0,0 0 1 0,0 0-12 16,0 0-6-16,0 0-8 0,0 0-6 0,1-7-8 16,-1 7-2-16,4-6-8 0,1 2-11 0,-1 0-2 0,4-1-5 0,-2 0-3 0,4-5-3 0,-2 5 0 31,1-5-4-31,0 2-3 0,7-3 0 0,-3-1-3 16,1 0-3-16,-2-2 3 0,6-6-1 0,-7 4 4 0,3 1-1 15,0-12-1-15,2 4-2 0,-4-2 7 0,5-2-1 0,-7 2-2 16,3 0 3-16,-3-1 5 0,1 4-1 0,-5 1 6 15,-1 2 6-15,0 2 3 0,0 0 1 0,-4 2 3 16,2 1 2-16,0-1-1 0,-2 4-3 0,0-2 4 16,-1 5 0-16,0 0-6 0,0 1-1 0,0-2-5 0,1 5-5 15,-1-1 0-15,0 0-6 0,0 1-6 0,0 4-9 16,-1-4-14-16,1 4-14 0,0 0-3 0,0 0 0 16,0 0 4-16,-14 12 1 0,7-3 2 0,-2 5-2 15,-8 10 4-15,4 0 3 0,0 0-2 0,3 4 0 16,1 0 2-16,0 3 3 0,0-3 1 0,6 1 0 15,1-1 2-15,2-1-2 0,2-8-8 0,0 7 2 16,4-8 3-16,2-1-2 16,1-2 2-16,0-2 2 0,5-2 2 0,-4-4 3 15,7 0 9-15,-3-2-2 0,5-3 5 0,-1-1 1 16,0-2 1-16,0-1 4 0,-2-2 0 0,-2 0 10 16,0-4-6-16,-2 2-1 0,-1 1 3 0,-2-5-3 15,0 4-1-15,0-5-3 0,-4 2 2 0,-2-1-3 16,1 2-4-16,-3-4-2 0,-1 2-2 0,-4 2-5 15,0 0-4-15,-2 1-2 0,-4 1-7 0,-2 0-2 0,-3 1-3 0,-2 4-1 16,-2 0-2-16,0 2-1 0,-1 0-10 0,-1 4-4 16,3-4-10-16,-1 3-17 0,5 2-14 0,-1 1-17 15,3 0-19-15,2-3-27 0,6 2-33 0,-4 3-146 16,7-5-341-16,1 3 151 0</inkml:trace>
  <inkml:trace contextRef="#ctx0" brushRef="#br0" timeOffset="115763">9941 7652 213 0,'0'0'224'0,"5"-3"-35"16,-5 3-12-16,0 0-22 0,0 0-21 0,0 0-13 15,0 0-18-15,0 0-4 0,0 0-16 0,4 11-4 16,-7-4-10-16,2 0-9 0,1 4-4 0,0-2-8 16,-5 5-2-16,5-2-4 0,-4 4-4 0,3-3-3 15,-2-1-4-15,2-2-2 0,-1 1-3 0,-1-3-5 0,3-1-2 0,-3 0 3 16,2-1-3-16,1-2 1 0,0 0 10 0,0-4 30 16,0 6 29-16,0-6 30 0,0 3 21 0,0-3 21 15,0 0 7-15,0 0-13 0,0 0-20 0,0 0-9 16,4-14-16-16,-3 8-11 0,3 0-15 0,-3 1-5 15,2-2-7-15,2 1-14 0,-5 1-6 0,5 0-5 16,-4 0-15-16,2 2 1 16,-2-1-6-16,-1 4-12 0,3-3-20 0,-3 3-23 15,0 0-2-15,5-1-1 0,-5 1-5 0,8 6-3 16,-2-2-8-16,-1 4 1 0,4-1-16 16,0 1-20-16,4 4-15 0,-3-1-28 0,5 0-31 0,-1 4-40 15,-1-9-52-15,-1 2-223 0,-1-3-509 0,2-3 226 16</inkml:trace>
  <inkml:trace contextRef="#ctx0" brushRef="#br0" timeOffset="117087.33">10801 7200 156 0,'0'-5'174'0,"0"5"-12"0,0 0-19 0,0 0-20 15,0 0-9-15,-3-5-15 0,3 5-9 0,0 0-8 0,-14 9-16 0,8-6 7 16,-4 1-15-16,-2 5-3 0,-4 0-9 0,-1 2-3 16,3 2-7-16,-4-3-4 0,-1 7 1 0,1-4-7 15,3 1-6-15,-2-1-1 0,3 0-5 0,0-1 5 16,1 2-3-16,3 0-1 0,1-5-6 0,5 3 5 15,-4-1-8-15,2 0 5 0,4 0-1 0,0-1-2 16,2 2-4-16,2-2 5 16,0 0 2-16,6-2-6 0,-1 3 4 0,5-4-1 15,3 5-3-15,3-3-2 0,0 1 5 0,9 5-11 16,-9-6 7-16,6 2 2 0,-2-2-1 0,-3 0 5 16,5 3-5-16,-6-2 3 0,0 0-6 0,-4-1 0 15,0 1 1-15,-4-3 1 0,-2 1-5 0,0 1 12 16,-3-1-8-16,0 2 1 0,-4-3-3 15,-1 5 4-15,0-5 3 0,-6 3-2 0,1-2 2 0,-3 3 1 0,-1-4 0 16,-6 4-5-16,-1-2 6 0,2-5-5 0,4 1 9 16,-4 1-9-16,3-3 2 0,0 1 5 0,-1-4 8 15,3 3 14-15,1-3 14 0,0 0 8 0,1-3 3 16,2-1 2-16,-2 0 1 0,2-1-7 0,4-3-11 0,2 0-7 16,3-2-2-16,0-2-9 0,6-1 2 0,3-3-7 15,-2 6-4 1,3-1 0-16,2 1-6 0,0-1 3 0,2 1-1 15,-4 0-4-15,4 4-2 0,-3-2-1 0,2 4-1 16,1 0-1-16,-5-1 3 0,2 5-6 0,-5 0 3 16,3-2 0-16,-1 2 2 0,-2 2-3 0,1 0 0 15,-1 2 5-15,-2 2-5 0,2 0-1 0,-3-1 1 16,-1 4-1-16,3-3 2 0,-5 3-4 0,2-2 0 16,-2-1 3-16,0 3 0 0,-1-3 3 0,0 3-5 0,0-4-2 0,-2 2 0 15,2-2 3-15,-2-1-11 0,-1-1-5 0,0 2-4 0,1-2 0 16,-1-3-3-16,0 5 3 0,4-3-2 0,-4-2 1 15,0 0-8-15,0 0-63 0,0 0-39 0,0 0-30 16,-19-7-50-16,9-3-125 0,2 5-362 0,3-5 161 16</inkml:trace>
  <inkml:trace contextRef="#ctx0" brushRef="#br0" timeOffset="117218.81">10918 7458 51 0,'2'-6'179'0,"-2"6"-7"16,2-6-21-16,-2 6-15 0,3-2-14 0,-3 2-13 16,4-4-13-16,0 3-9 0,-4 1-11 0,6 0-22 0,-6 0-20 15,11 2-28-15,-5 1-41 0,-4-1-51 0,2 1-106 0,-4-3-208 16,6 6 92-16</inkml:trace>
  <inkml:trace contextRef="#ctx0" brushRef="#br0" timeOffset="117588.19">11138 7536 3 0,'2'4'148'0,"-2"0"-13"0,1 1-17 0,0-1-2 0,-1 1-16 15,-1 2-9 1,1 5-11-16,-1 0-9 0,1-2-4 0,-3 4-8 15,2-2-4-15,-1-1-3 0,2-1-7 0,-2-2-2 16,2 0-11-16,0 0 0 0,-1-4-7 0,-1 0 6 16,2 0 3-16,0 0 26 0,0-4 26 0,-1 4 25 15,1-4 20-15,0 0 10 0,0 0-11 0,0 0-12 16,0 0-12-16,9-9-13 0,-5 5-13 0,1-3-4 16,0 0-11-16,3-2-3 0,-2 2-6 0,-1 3-10 0,2-1-4 15,-3 0-7-15,-1 0-3 0,4 2-8 0,-3 1-3 0,2 0-6 16,-1 1-2-16,2-1-13 0,0 2-6 0,-7 0-9 15,14 3-15-15,-5-1-22 0,1 3-22 0,-2-2-28 16,2 2-31-16,3-1-26 0,-4 1-52 0,0 0-139 16,4 1-379-16,-3-5 167 0</inkml:trace>
  <inkml:trace contextRef="#ctx0" brushRef="#br0" timeOffset="118004.26">11639 7422 50 0,'0'0'245'0,"0"0"-25"0,5-5-23 0,-5 5-26 16,0 0-22-16,0 0-16 0,0 0-12 0,0 0-14 15,4 12-10-15,-6-5-9 0,2 1-13 0,-3 2-2 16,-1 1-12-16,3-1-2 0,-3 10-12 0,-2-5 0 15,1 2-8-15,-1 0 1 0,3 0-6 0,-4 0-1 0,5-5-4 0,-3-2-3 16,2-3-2-16,2 0-2 0,0-1-2 0,-2 2-3 16,2-4 0-16,1-1 8 0,-3 0 40 0,3-3 39 15,-1 5 26-15,1-5 26 0,0 0 28 0,-2 3 13 16,2-3-3-16,0 0-24 0,0 0-23 0,3-14-15 16,0 7-10-16,1-2-14 0,1 1-10 0,-1 2-10 15,1-2-14-15,-2 1-7 16,1 2-8-16,0 0-4 0,-1 0-6 0,0 1-13 15,-1 1-2-15,0-2-18 0,2 2-13 0,-4 3-27 16,4-1-9-16,-4 1-7 0,6-3 13 16,-6 3-12-16,8 5-2 0,-3 0-10 0,-1 0-6 15,2 1-7-15,3-1-4 0,-4 5-14 0,3 0-11 0,6 2-10 16,-5-3-23-16,-1-1-28 0,0 3-26 0,-1-1-29 16,1-2-40-16,-2 2-237 0,-3-5-526 0,-2 1 233 0</inkml:trace>
  <inkml:trace contextRef="#ctx0" brushRef="#br0" timeOffset="118467.16">12024 7449 44 0,'1'-3'307'0,"-1"3"-29"0,3-5-27 16,-3 5-26-16,2-2-21 0,-2 2-26 0,0 0-14 15,0 0-31-15,0 0-20 0,0 0-12 0,0 0-10 16,0 0-11-16,3 10-8 0,-4-3-7 16,1 1-9-16,-6 0-5 0,3 3-6 0,-4 3-3 15,1 2-5-15,-2 0-1 0,-1 3-6 0,-1-2-1 0,1-3-3 16,1 1-1-16,2-5-5 0,1-1-1 0,1-1 3 15,0-1-6-15,1-3 2 0,-1 0-1 0,1 0 5 0,2 1 6 16,-2-4 32-16,3-1 28 0,0 0 27 0,0 0-4 16,0 0-12-16,0 0-19 0,0 0-6 0,0-17-9 15,4 10-7-15,0-1-8 0,2 0-7 0,-2-2-5 16,1 3-5-16,3 0-3 0,-3-2-4 0,-1 4-1 16,1 0 11-16,-1 0-24 0,-2 3-6 0,2-1 0 15,-1 2-10-15,-3 1-10 16,9-3-7-16,-9 3-5 0,11 4-4 0,-5-4-4 15,3 5-4-15,2 2-2 0,-4 0-15 0,4 0-12 16,-4 1-22-16,7 4-27 0,-5-3-21 0,-1 0-37 16,2 2-37-16,-4-4-61 0,2 1-157 0,-4-4-465 15,-3 0 206-15</inkml:trace>
  <inkml:trace contextRef="#ctx0" brushRef="#br0" timeOffset="118651.83">11933 7471 92 0,'0'0'260'16,"-9"-1"-7"-16,9 1-25 0,0 0-21 0,0 0-20 16,0 0-21-16,0 0-16 0,12-6-16 0,-1 3-15 15,10 0-26-15,0 1-35 0,10 0-40 0,2-3-47 0,-3 5-54 16,3-5-69-16,-6 1-132 0,1-3-307 15,-8 3 136-15</inkml:trace>
  <inkml:trace contextRef="#ctx0" brushRef="#br0" timeOffset="119083.19">12356 7381 89 0,'0'0'204'0,"0"0"-13"0,13-4-14 0,-7 4-19 0,2 1-12 0,-3 3-16 16,4-1-14-16,1 1-13 0,0 0-8 0,-3 2-6 16,3 1-6-16,-2-1-9 0,-3 2-9 0,0 1-9 15,-1 3-4-15,-3-1-5 0,0 1-5 0,-2-2-3 16,0 1-3-16,-2 1-4 0,-1 1-4 0,1-2-3 16,-1-3-3-16,-1 3-2 0,1-3-1 0,-2 0 0 15,3-4 2 1,2 1 0-16,-2 0 4 0,2-2 12 0,1-3 20 15,-4 5 23-15,1-4 33 0,3-1 28 0,0 0 28 0,0 0-7 16,0 0-14-16,0 0-19 0,0 0-15 0,9-16 1 16,-3 9-20-16,1-5-13 0,3 1-13 0,1-3-2 15,1-3-18-15,1 1-6 0,1 2-8 16,-2 0-4-16,-1 1-4 0,-2 4 0 0,0 1-3 0,-4 0 2 16,-1 3-10-16,1 1 0 0,0 1-16 0,-4 1-19 0,3-1-16 15,-4 3-3-15,4-1-9 0,-4 1 1 0,5 5-2 16,-1 0 2-16,-1 0 3 0,3 7 2 0,-1-2 3 15,4 6-2-15,-1 0-6 0,3-1-21 0,-2 3-26 0,1-1-37 16,7 3-46-16,-7-3-57 0,-3-5-252 16,1-3-526-16,-1 2 232 0</inkml:trace>
  <inkml:trace contextRef="#ctx0" brushRef="#br0" timeOffset="119790.62">11477 7989 36 0,'-12'1'108'0,"1"3"-4"0,2-1-12 15,3-1 3-15,-1-1 2 0,1 1-8 0,2-1 5 0,4-1 3 16,-8 4 8-16,4-4 9 0,4 0-1 0,0 0 7 16,-6 1-3-16,6-1 2 0,0 0-3 0,-3 2-6 0,3-2-1 15,0 0-7-15,0 0-4 0,0 0-8 0,0 0-7 16,0 0-5-16,0 0-8 0,0 0-2 16,0 0-9-16,0 0 0 0,0 0-7 0,0 0-5 15,0 0-5-15,0 0-4 16,0 0-4-16,0 0-10 0,0 0 4 0,0 0-3 15,0 0-6-15,0 0 2 0,0 0-5 0,0 0 1 16,0 0 2-16,0 0-7 0,0 0-2 0,0 0-2 16,0 0 0-16,0 0 1 0,0 0-1 0,0 0 0 15,0 0 3-15,0 0 4 0,0 0-2 0,0 0-1 0,0 0-1 16,0 0 0-16,0 0-2 0,0 0 2 16,0 0-4-16,0 0 1 0,0 0 8 0,0 0-13 0,0 0 0 0,0 0-1 15,0 0 1-15,0 0 3 0,0 0-2 0,0 0-1 16,0 0-1-16,0 0 1 0,0 0-2 0,0 0-5 15,0 0 8-15,0 0-4 0,0 0 4 0,0 0-3 16,0 0 0-16,0 0 2 0,0 0-1 0,0 0-1 16,0 0 1-16,0 0-1 0,0 0 0 0,0 0 1 15,0 0-1-15,0 0 2 16,0 0-4-16,13-4 2 0,-2 0-1 0,6 1 1 16,13-3 0-16,2 2-3 0,6-4 1 0,20-3 2 15,4 3 5-15,33-8 6 0,-2 4 7 0,-3 2 2 16,2-3-2-16,1 2 3 0,-4 1-4 0,-26 5 2 15,3-3 0-15,-7 1-1 0,4-5-2 0,-9 7-3 16,-15 0-1-16,-6 0-1 0,2 2 2 0,-8-1 3 16,-9 1 14-16,-6 0 16 0,0 2 5 0,-1-1 10 0,-2-1 6 15,-4 3 1-15,0-2-1 0,1 1-1 0,1 1-6 16,-7 0 1-16,5-2-18 0,-5 2-6 0,8 0-21 0,-8 0-27 16,0 0-31-16,4-2-28 0,-4 2-32 0,0 0-34 15,0 0-22-15,0 0-21 0,0 0-47 16,-12 7-48-16,5-4-215 0,-1 0-528 0,0-1 234 15</inkml:trace>
  <inkml:trace contextRef="#ctx0" brushRef="#br0" timeOffset="120237.92">12265 8119 87 0,'-3'3'170'0,"3"-3"2"0,0 0-13 15,-3 2 3-15,3-2-7 0,0 0-8 0,0 0-13 16,0 0-6-16,0 0-15 0,0 0-4 0,0 0-7 15,0 0-10-15,14 1-9 0,-9-1-8 0,-5 0-7 16,18-1-6-16,-8-1-6 0,3 2-3 0,-3-2-6 16,-1-1-2-16,0 1-3 0,-1 1 13 0,-3 0 8 15,0 0 6-15,-1-1 5 16,-4 2 0-16,9-2-7 0,-5 1-8 0,-4 1-8 16,0 0-9-16,0 0-9 0,0 0-8 15,0 0-5-15,-36 4-5 0,14 2 2 0,-10 3-4 0,0 1-2 16,0 3 0-16,-2 1-6 0,-1 1-2 15,2 1 2-15,6-2-3 0,2 3-6 0,3-2 5 0,7-3-1 16,1 0 2-16,2 3-2 0,3-1 3 0,7-4 0 16,4 2 5-16,10 3 2 0,8 0 2 0,13-4-1 0,21-2-22 15,6-3-49-15,32-1-64 0,-29-6-92 0,3-5-219 16,26-7-472-16,-28 2 209 0</inkml:trace>
  <inkml:trace contextRef="#ctx0" brushRef="#br0" timeOffset="122712.59">21697 4710 205 0,'0'0'207'0,"-4"-5"-7"0,4 5-8 16,0-3-12-16,0 3-15 0,0 0-14 0,0 0-18 0,0 0-10 16,-5-4-10-16,5 4-12 0,0 0-16 0,0 0-9 15,0 0-8-15,-1-3-8 0,1 3-8 0,0 0-7 16,0 0-2-16,0 0-7 0,0 0-11 0,0 0-4 15,0 0-2-15,0 0 0 0,0 0-1 0,0 0-3 16,0 0 1-16,0 0-1 0,-4-4 1 0,4 4-2 16,0 0 5-16,0 0-2 0,0 0-1 0,0 0-2 0,9-3-3 0,-9 3-1 15,5-5 1-15,0 1-2 0,-2-1 3 0,1 2-3 16,1-1-2-16,-4 0 4 0,5-2-4 0,-4 3 3 16,0 0 7-16,1 1 6 0,-2-2 3 0,-1 4 5 15,4-4-5-15,-4 4-5 0,0-6-3 0,0 6-6 16,0 0-11-16,-15-1-2 0,4 2-5 0,-4 5-1 15,-7-2 1-15,-6 5 1 16,-3 3 0-16,1 0 0 0,-2 5 1 0,-1-2-2 16,-1 7 3-16,-8 4 1 0,3 4 0 0,0 3-3 15,5 1 1-15,7-5 0 0,-8 5 3 0,11-7-2 16,1 2 1-16,4-1-1 0,4-1-1 0,4-2 0 16,1 0-5-16,6-5-7 0,4 1-2 0,2-3 3 15,4-1 5-15,5-2 5 0,10 1 0 0,7-3 4 16,4-3 1-16,9 0-1 0,14-6 1 0,1-3 1 0,4-2-2 15,2-3 2-15,-4-4-1 0,2 1 0 0,-1 1 0 0,-7-5 0 16,-14 3-1-16,-4-1 2 0,3-2 0 0,-9 2 1 16,2-3-2-16,-6 0 3 0,-8 7-2 0,-4-3 1 15,-2 4 7-15,-1-1 22 0,-2 1 0 16,-4 0-4-16,-1 0-4 0,-2 0-3 0,0 4-1 16,-7-5-6-16,0 4-1 0,-7 1-3 15,-2 1-1-15,-4 3 1 0,-3 1-6 16,2 0 1-16,-6 2-3 0,7 1 3 0,0 1-2 15,4-2-1-15,0 3-1 0,5-5 1 0,2 4 0 16,2-3-12-16,1 3-5 0,3-4 0 0,3 0 5 16,5 3 0-16,3-2 2 0,3-1 2 0,7-2 5 0,3-3 0 15,9-1 2-15,2 1 1 0,-1-4-5 16,-2-3 7-16,1 2 0 0,-1-3-5 0,-9 1 1 0,3-1 1 0,-6 1-3 16,0-3 3-16,-2 3-2 0,-5-2 3 0,-1 1 0 15,-1-1-6-15,-4-1-9 16,-2 1-9-16,1-2-7 0,-6 3-2 0,-2-2 0 0,1 2 2 15,-5 1-2-15,-2 0-3 0,-1 3 1 0,-1 0-9 16,2 0-4-16,-4 1-12 0,1 2-12 16,-3 0-16-16,4 1-17 0,3 0-11 0,2 0-17 15,-3 1-34-15,2 1-109 0,1 0-298 0,4 0 133 16</inkml:trace>
  <inkml:trace contextRef="#ctx0" brushRef="#br0" timeOffset="123113.38">22369 4937 186 0,'0'0'202'0,"4"-4"-25"0,-4 4-15 15,0 0-25-15,0 0-16 0,0 0-9 0,0 0-11 16,0 0-13-16,-18 7-6 0,12-2-11 0,-6 1-4 0,-2 2-10 15,-2 2-7 1,0-1-5-16,2 4-2 0,-5-2-4 0,2 0-6 16,2-1-4-16,1 1 0 0,0 1 2 0,0-2-7 15,4 0-1-15,2-2-8 0,-1 0-5 0,5 2-12 0,2-2-2 16,-1-1 2-16,3-1-1 0,4 2 2 16,1-1-2-16,4 3-1 0,8-5 3 0,1 2 2 15,2-2-3-15,0-2 9 0,2 4-10 0,-1-5 4 0,9 3 4 16,-11-1-4-16,2-3-3 0,-1 4-4 0,-2-3 6 15,-5 0-2-15,-3 1-9 0,-1-2-14 0,-1 0 2 16,-3 4-7-16,-2-3 16 0,-3-2-7 0,-4 4 3 16,-3 0-3-16,-3-1 4 0,-5-1 9 0,-1 5-7 15,-5-2 1-15,0-3-5 0,1 4-13 0,-1-1-19 16,2-4-20-16,-2 3-21 0,2-3-31 0,2 2-96 0,4-3-236 0,0 0 105 16</inkml:trace>
  <inkml:trace contextRef="#ctx0" brushRef="#br0" timeOffset="123385.18">22668 5000 90 0,'0'0'261'0,"0"-7"-20"0,0 7-26 0,0 0-26 0,0-2-20 15,0 2-22-15,0 0-19 0,0 0-10 0,0 0-13 16,0 0-13-16,0 0-7 0,0 14-10 0,-1-9-8 0,1 3-2 16,1 3-11-16,-2-3-1 0,1 4-2 0,-1 0-10 15,1-2-1-15,0 2-6 0,-2 0-16 0,1 0-17 16,1 1-12-16,-4-4-16 0,3 3-17 0,-1-1-20 16,-1-4-12-16,0 4-20 0,2-5-14 0,-2-1-59 15,0-2-122-15,-3-3-315 16,6 0 141-16</inkml:trace>
  <inkml:trace contextRef="#ctx0" brushRef="#br0" timeOffset="123529.82">22666 4838 46 0,'2'-7'181'0,"-2"1"-21"16,1 2-15-16,1 1-41 15,0 1-13-15,-2 2-15 0,0 0-14 0,0 0-22 16,0 0-52-16,-4 12-29 0,3-5-101 0,-1-3-155 0,0 5 69 15</inkml:trace>
  <inkml:trace contextRef="#ctx0" brushRef="#br0" timeOffset="124151.65">22836 4951 95 0,'0'0'215'0,"0"0"-20"0,2 3-25 16,-2-3-16-16,3 5-18 0,-3-1-8 0,0 4-11 16,0-3-17-16,0 7-4 15,1 0-10-15,-1-3-10 0,4 7-10 0,-3-4-3 16,-2 2-5-16,2-4-5 0,2 3-7 0,-2-4-3 16,1 0-3-16,1 2-4 0,-2-5-5 0,3-2 1 15,-1 4 1-15,-2-5-2 0,0-2-1 16,2 2 7-16,-3-3-10 0,0 0-1 0,0 0 0 0,14-7-3 15,-10 6-2-15,1-7-5 0,1 0-10 0,2 0 0 16,0 0-14-16,-1-1-8 0,-2 1-15 0,4-2-11 0,-4 3-5 16,4 1-2-16,-1-1-3 0,2 1-12 0,-5 3-8 15,4 0 3-15,0 1-7 0,4 0-2 0,-4 2 7 0,-1 2-10 16,3 0 8-16,-2 3 6 0,-1 1 1 0,-2-2 10 16,0 2 6-16,-2 0 5 0,3 1 2 15,-3-1 11-15,1 3 0 0,-3-4 5 0,3 2 3 16,-2-1 1-16,-1 1 23 15,2-3-12-15,-2 1 20 0,1 1-14 0,0-3 24 16,0 0 17-16,-1 1 10 0,3-1 15 0,1-3 1 16,2 3-5-16,-1-3-2 0,5-4-5 0,1 3 3 15,6-3-7-15,-2 0 2 0,2-1-1 0,9-2-6 16,-7 0-1-16,6-4 0 0,-3-1 7 0,1 3-5 0,-7 0-2 16,0-1-4-16,1-1 1 0,-5 0 4 0,4-1-2 15,-5 0 0-15,-4-1 1 0,1 6 9 0,-3-3 6 0,-1 4 12 16,-2-1-4-16,-2 2-7 0,-2-1-7 0,-2 1-4 15,-2 1-10-15,-2 2-4 0,-3 2-3 0,-4 0-5 16,-1 2-5-16,-7 1 0 0,3 3-3 0,-1 2-5 16,2 2-1-16,2-1 0 0,-2 4 4 15,4-1-7-15,2 2-1 0,5-2 1 0,4-1-5 0,3 6 1 16,4-5 1-16,9 1-2 0,9 4 0 0,8-3-17 0,3-3-26 16,16 3-41-16,6-6-53 0,0-4-78 0,6-4-143 15,0-7-389-15,-2 2 172 0</inkml:trace>
  <inkml:trace contextRef="#ctx0" brushRef="#br0" timeOffset="124747.52">25018 4630 92 0,'0'0'147'0,"-10"3"-18"0,2-2-6 0,-2 2-15 15,1 2-3-15,0 0-18 0,-5 2-6 0,5-2-10 16,-5 7-6-16,1-2-2 0,3 2-13 0,0-3-3 16,0 6 2-16,1-1-9 0,1 0-2 0,4 0-2 15,0 2-6-15,2 0 17 0,3 0 0 0,4-2-6 16,-1 0-3-16,7 1 1 0,2-2-5 0,3-3-1 0,0 2-1 0,2-1-6 16,0-1-4-16,3 0 1 0,-4-2-1 15,0 0-2-15,-4 0-7 0,-3-3 4 0,-1 3-5 16,0-4-2-16,-3 2-3 0,-3 0-6 0,1-1 4 0,-6 0 0 15,1 2 6-15,-3-2-6 0,-5 1 2 0,-2 1 2 16,-6-1-4-16,-1 1 9 0,-1 0-5 0,1 0-2 16,2-1 0-1,0 1-2-15,2-3-22 0,0-1-25 0,5 0-31 16,-1 1-32-16,2-1-42 0,1-3-112 0,-1 2-280 0,8-2 125 16</inkml:trace>
  <inkml:trace contextRef="#ctx0" brushRef="#br0" timeOffset="125081.75">25178 5032 26 0,'0'0'296'0,"5"2"-13"0,-5-2-16 0,0 0-21 16,0 0-10-16,0 0-15 0,0 0-23 0,0 0-23 15,0 0-15-15,10-3-21 0,-3 1-21 0,-1 2-15 16,8-4-14-16,-1 3-17 15,7-3-10-15,1 2-11 0,-3-1-9 0,3-3-11 16,0 2-8-16,3-3-4 0,-5 1-1 0,4 0-2 16,-7-2-2-16,0 1 0 0,1-1-3 0,-2-1 0 15,-5 4-2-15,-2-2 3 0,1 1 3 0,-1 0 1 16,-5 1 0-16,1 0-2 0,0 1-5 0,-4 1 0 16,-2-2-1-16,-2 1-4 0,-3 2-2 0,1 1-1 15,-7 1-1-15,0 0-4 0,-2 1 4 0,-2 3-7 0,-2 1 3 16,1 0 1-16,2 2 0 0,-1 0 3 0,-1 3 1 15,-1-1-3-15,4 1 0 0,2 2 1 0,3-4-35 0,1 5-16 16,2-1-20-16,1-1-30 0,2 1-24 0,4-3-42 16,2 1-58-16,-1 0-150 0,4-5-405 0,1 0 180 15</inkml:trace>
  <inkml:trace contextRef="#ctx0" brushRef="#br0" timeOffset="125564.78">25606 4892 145 0,'6'-6'251'0,"1"4"-26"15,-2-4-22-15,1 3-20 0,3 1-22 0,-2 2-15 0,-7 0-15 16,12 4-12-16,0-1-11 0,-3 3-13 0,0 2-10 16,1 1-7-16,-2-1-9 0,-1 4-7 0,0 2-6 15,-2 0-5-15,-2-2-10 0,-1 0-9 0,0 4-10 16,-4-5-5-16,-2 0-8 15,3-2-7-15,-2 1 0 0,-1-2 0 0,3-2-1 0,-1 0 1 0,0-1 9 16,0-1 4-16,0 1 19 0,1-2 20 0,1-3 25 0,0 0 7 16,0 0-8-16,0 0-15 15,0 0-11-15,16-11-8 0,-6 5-3 0,1-2-5 16,7-2-2-16,-4-4-5 0,10-1-4 0,1 1-5 16,-1-3-1-16,-1 2-8 0,0-2-17 0,-1 3-1 15,-7 2 1-15,0 0 0 0,-2 2 1 0,-3 2 1 16,-2 3 1-16,-3 1 1 0,0-1 5 0,-1 1 0 15,1 3-1-15,0-2-7 0,-5 3-5 0,4-1-6 16,-4 1 2-16,0 0 0 0,0 0 0 0,1 10 3 16,-2-3 2-16,-3-1-4 0,-1 4 1 0,4 2 4 15,-3-2-6-15,0-3 7 0,3 5 0 0,-3-2 4 16,2 0-3-16,0 1 0 0,1-4 1 0,-2 2 1 16,3-2-1-16,0-5 5 0,0 5-2 0,-1-2 1 15,1-3 2-15,0 5 1 0,0-7-3 0,-2 6-10 0,2-6-2 0,0 3-1 16,0-3 1-16,-2 4 0 0,2-4-4 0,0 4-14 15,0-4 2-15,0 0-69 0,0 0-53 0,0 0-82 16,-10-14-133-16,6 10-395 0,2-4 175 0</inkml:trace>
  <inkml:trace contextRef="#ctx0" brushRef="#br0" timeOffset="125733.93">26035 4681 239 0,'0'0'293'0,"0"-8"-7"0,0 6-33 16,0 2-30-16,3-5-22 0,-3 5-19 0,1-5-38 0,-1 5-42 15,4-4-39-15,-4 4-47 0,10 0-45 0,-3 2-44 0,4 0-68 16,-6 0-153-16,0-1-317 0,3 1 140 0</inkml:trace>
  <inkml:trace contextRef="#ctx0" brushRef="#br0" timeOffset="126319.58">26240 4903 56 0,'-3'5'118'0,"3"-5"9"0,4 3-6 0,-4-3 14 16,4 2-11-1,-2 1-7-15,-2-3-6 0,9 3-15 0,2-2-4 16,-1-1-9-16,3-1-8 0,-1 1-5 0,1-3-10 16,1 0-4-16,3-3-8 0,-2 0-6 0,2 0-8 0,-2-3 9 15,-3 4-8-15,3-4 5 0,-4 1 8 0,-2 1-11 16,-1 0 5-16,1-2 10 0,-3 3 0 0,1-3 7 16,-5 4 8-16,2 0-7 0,-1-2-5 0,-3 0-7 15,0 2-9-15,-3 3-4 0,-2-2-4 0,-3 1-5 0,-2 1-1 16,1 0-4-16,-4 2-1 0,-4 0-5 0,4 4-4 15,-1 0-1-15,-4 0 1 0,-1 4-3 0,2 2 5 16,0 0-6-16,3 1 4 0,0 0-3 0,3 0-2 16,-2 2-3-16,5 2-8 0,-1-1 4 0,7 0 4 15,-3 3-1-15,5-5 2 0,0 0-1 0,1 1 3 16,4-4-3 0,0 3 1-16,4-3 4 0,3-1 1 0,3 1 0 0,0-3 2 15,5-3-3-15,-3 1 0 0,3-2 4 0,-1-2-6 16,1-2 5-16,3-2-4 0,-4 1 4 0,8-7 4 15,-4 5 10-15,2-5 6 0,-5 3 5 0,-1-3 9 16,-1 1-4-16,0-3 6 0,-3 2 2 0,-1 3 8 16,-3-1 8-16,-1 4 7 0,0-3 4 0,-5 4 2 15,0-2-6-15,0 3-2 0,0-1-5 0,-1 1-9 0,-3-1-8 16,-1 3-10-16,7-2-7 0,-7 2-7 0,0 0-2 16,0 0-9-16,9 3-7 0,-8 0-2 0,3 1-6 15,1 1-3-15,-1 2-1 0,-3-2-3 0,3 2-6 0,0 3-20 16,1-2-21-16,0 0-16 0,0 2-33 15,0 0-41-15,2-3-51 0,2 0-103 0,-3-2-160 16,5-2-499-16,0-2 221 0</inkml:trace>
  <inkml:trace contextRef="#ctx0" brushRef="#br0" timeOffset="126466.64">27042 4938 253 0,'0'0'316'0,"0"0"-30"0,0 0-35 0,0 0-39 16,0 0-39-16,0 0-55 0,0 0-77 0,0 4-81 0,0-4-83 15,0 0-126-15,0 0-268 0,0 0 120 0</inkml:trace>
  <inkml:trace contextRef="#ctx0" brushRef="#br0" timeOffset="127653.18">22020 5604 57 0,'0'0'128'0,"0"0"-18"0,0 0-11 0,0 0-7 15,0 0-7-15,0 0-8 0,22-4-6 0,-15 4-9 16,1 0-4-16,3 0-3 0,0-2-1 0,1 2-6 0,4-2-5 16,6-1-1-16,-2 1 1 0,10 2 1 15,2-5-3-15,0 0 0 0,2 2 1 0,2-1 0 16,1 1-9-16,15-1 0 16,-13 3-3-16,13-3-9 0,0 1 6 0,1 1-8 15,-14-1 4-15,13 3-1 0,1-2-4 0,1-1-1 16,1 1 0-16,4-3 5 0,3 0 1 0,-2-1-4 0,0 0 0 15,4 5 1-15,0-4 0 0,1 0-5 0,-1 1 1 16,0 1 0-16,-4-1-1 0,0 3-2 0,-3 0 1 16,1-1 1-16,-4-1-1 0,-16 3-3 0,15 0-5 15,-2-2 3-15,-14 2-3 0,0-1 2 0,1 1-10 0,1-1 11 16,0-2-5-16,11 1 3 0,-9 0-1 0,9 1-4 16,-11-4 1-16,1 3-3 0,11 0 5 0,-16-1-1 15,-1-2 0-15,1 2 2 0,-1 2-5 0,2-3 5 16,-7 2 0-16,7-1 0 0,-4-1 3 0,1 1 8 15,4-2-6-15,-3 4-5 0,1-2 1 0,-1 1 3 16,0-3-1-16,-2 2-2 16,0-1-1-16,2 1 0 0,-2 2 2 0,0-3 1 15,0 0-4-15,4 1 1 0,-3 1 1 0,2-2-5 16,-2 0 4-16,0 1-4 0,4 2 6 0,-4-6-3 16,-1 5 4-16,2-3 0 0,0 4 2 0,2-4-2 15,-3-1 1-15,2 1 2 0,-1 2 2 0,1-1 5 16,0-1 0-16,3 1 1 0,-4-1 1 0,3-1 0 15,0 3-3-15,0 1 2 0,0-3-1 0,-1 0-1 0,2 0 1 16,-2 1-1-16,-3 0-2 0,-1 2 1 0,0-2 0 16,-5-1-2-16,-4 4-2 0,-4 0-1 0,3 0-2 0,-5-1-1 15,-3 1-1-15,-3 1 0 0,2-1-1 16,-3 1 1-16,-1-3 3 0,1 3 1 0,-2-2 2 16,0 1 2-16,-2 1 1 0,2-2 4 0,-3 0 0 15,1 1 2-15,-6 1 2 0,9-1-5 0,-9 1 2 0,10-1-3 0,-10 1-4 16,0 0 0-16,9 1-1 0,-9-1-2 0,4-1 0 15,-4 1-3-15,0 0-1 0,0 0-4 0,0 0-1 16,0 0 2-16,9 0 1 0,-9 0-1 0,0 0-2 16,0 0 0-16,0 0 3 0,0 0-10 0,0 0-1 0,0 0-5 15,0 0-11-15,0 0 2 0,0 0-1 16,0 0-5-16,6 2-9 16,-6-2-11-16,0 0-14 0,0 0-15 0,0 0-9 15,0 0-14-15,0 5-13 0,0-5-8 0,0 0-27 16,0 0-45-16,-8 3-110 0,8-3-324 0,0 0 144 15</inkml:trace>
  <inkml:trace contextRef="#ctx0" brushRef="#br0" timeOffset="145414.37">20842 6628 19 0,'0'-4'130'0,"-1"0"-4"0,-3 0 5 0,4 4-17 16,0-9-9-16,0 6 0 0,0 3-4 0,0-4-12 0,0 4-4 16,0 0-16-16,0-5 0 0,0 5-3 0,0 0-14 15,-2-3-7 1,2 3 0-16,0 0-11 0,0 0-3 0,0 0-8 15,0 0 8-15,-11 10-6 0,6 0-8 0,-4 6-6 16,-6 6-2-16,-2 4 2 0,3 7-6 0,-5 12-2 16,0 5 1-16,0 5 5 0,2 0 5 0,2-2-8 0,1 4-2 15,0-2 1-15,2-2 0 0,2-3 0 0,1-1 2 16,1-15 0-16,3 1-2 0,0-2-3 16,-4 1 4-16,4-7-3 0,1 1 2 0,-1-4 1 0,1-6 2 0,0-3-4 15,-1-4-1-15,4 1 4 0,-3-4-1 0,0-2 19 16,3-1 27-16,-1-2 22 0,0 4 16 0,2-2 15 15,0-5 5-15,-5 3-14 0,5-3-9 0,-10 0-9 16,10 0-4-16,-13-6-10 0,4 0-6 0,-1 0-8 16,0 1-4-16,-2-1-5 0,1-2-3 0,1 1-5 15,-6-2-7-15,6 2 1 16,1 2-6-16,-5-1 0 0,4 3-4 0,-2-4-2 16,2 4-12-16,0 0-6 0,-2 0-16 0,2 0-18 15,1 3-16-15,3-1-21 0,-2 1-17 0,1 0-37 0,-1 0-19 0,8 0-32 0,-12 0-187 16,7-1-396-16,5 1 176 0</inkml:trace>
  <inkml:trace contextRef="#ctx0" brushRef="#br0" timeOffset="145857.6">20432 7239 25 0,'-6'0'104'0,"6"0"-11"0,-7 1-7 16,7-1-9-16,0 0-9 0,-6 4-7 0,5-2-3 0,1-2-6 16,0 0-10-16,-4 3 8 0,4-3-9 15,-3 4-8-15,3-4 14 0,0 0 17 0,0 0 1 0,0 0 0 0,0 0 2 16,12 0-6-16,-12 0 1 0,20-3-12 0,1-2 2 16,7-4-10-16,4 2 3 0,6-1 3 0,12-6 6 15,-3 2 0-15,4 2-7 0,-14 2 0 0,-1 1-7 16,-3 2 0-16,-6-1-4 0,-6 3-5 0,-5 2-6 15,-3 0-10-15,-3 1-10 0,-1 0-7 0,-3 0-11 16,-6 0-2-16,8 1 3 0,-8-1-6 0,-2 6-1 0,-5-2-13 16,-2 1-18-16,-3 0-17 0,-4 1-19 15,-3 1-15-15,1-3-139 16,0-1-259-16,0 4 114 0</inkml:trace>
  <inkml:trace contextRef="#ctx0" brushRef="#br0" timeOffset="146643.07">21232 7082 121 0,'0'0'135'16,"9"-5"-17"-16,-4 2-9 0,-5 3-12 0,14 0-16 15,-5-2-2-15,1 4-9 0,3-2 2 0,1 0-22 16,0 4 0-16,-1-1-9 0,0 2 0 0,-1-1-5 16,4 5-9-16,-6-2 3 0,3 4-3 0,-3 4-6 15,0-2-1-15,-5 3-1 16,-3-2 1-16,0 1-6 0,-2 2 4 0,-4 0-3 16,2-1-4-16,-6 0-1 0,3 0 8 0,-3-3 7 15,-1 1-6-15,1-5-1 0,0 1 6 0,-1 0-2 16,1-4 6-16,-1 2 1 0,2-3 4 0,1 0-1 15,1-1 7-15,-1 0 3 0,3-3 11 0,0 4 12 0,0-3 26 16,3-2 15-16,0 0-5 0,0 0-11 0,0 0-12 16,0-15-4-16,4 8-3 0,3-4-12 0,4-2-11 0,2-2-4 15,4-5-3-15,0 0-6 0,0 1-5 0,2-1-5 16,-4 7 1-16,-6 0-3 0,5-1-4 0,-5 5 0 16,4 1-5-16,-7 2 0 0,2-2-3 0,-3 4-1 15,-1 0-1-15,-1 1-7 0,0 2-8 0,1-2-10 16,-4 3-5-16,0 0-4 0,0 0 2 0,9 7 5 15,-9-3-7-15,0 4 6 16,0-1-1-16,0 4 3 0,-3 0 3 0,3 3-2 16,-2 3 1-16,2-2 6 0,-1 2 1 0,1-5-4 15,1 1 5-15,0 0 0 0,0-1 0 16,1-2 2-16,0 0 1 0,3 0 3 0,1-3-14 0,1 4-24 16,2-6-27-16,-1-1-39 0,4-2-38 0,0 2-217 15,2-4-389-15,-2-6 172 0</inkml:trace>
  <inkml:trace contextRef="#ctx0" brushRef="#br0" timeOffset="146890.21">21763 7047 83 0,'4'-2'209'0,"-4"2"-26"0,11 3-14 0,-4 0-14 16,2-1-14-16,0 4-6 0,6 5-10 0,-2 0-11 16,1 2-7-16,-1 3-12 0,2 3-7 0,-2 5-12 15,-1 0-10-15,-2 1-1 0,-5 1-10 0,-1 2-12 16,-4-2 1-16,-3 0-10 0,-6 0-8 0,-6-3-3 0,-2 5-21 0,-7-5-34 16,-7 1-32-16,-12-1-30 0,9-6-40 0,-15 1-152 15,-3-6-309-15,13-7 136 0</inkml:trace>
  <inkml:trace contextRef="#ctx0" brushRef="#br0" timeOffset="147407.18">21217 6919 53 0,'-9'0'163'0,"9"0"-16"0,-12 2-14 16,4 5-15-16,1 3-12 0,-7 5-7 0,-3 7-15 15,1 7-1-15,-4 1-10 0,-1 14-11 0,-2 2-18 0,2-2 7 16,3 2-8-16,4-12-3 0,4 0-1 0,2-3-3 16,3 1-8-1,5 0 3-15,-2-3-9 0,4-3 17 0,5-3 7 16,-1-5 3-16,3-1 4 0,2-3 3 0,2 2 7 0,5-5 0 15,0-1 3-15,2 1-7 0,9-3-4 16,-3-1-4-16,1-1-9 0,-5-1 4 0,-2-1-7 16,-2-3-6-16,-5 2-2 0,2-3-7 0,-4 1 3 15,-5 1-2-15,1-2-5 0,0 2 8 0,-3-1 7 0,-4-1 12 16,8 0 4-16,-8 0 3 0,5 2 2 0,-5-2 3 0,0 0-11 16,6 0-6-16,-6 0-11 0,0 0-15 0,0 0-20 15,0 0-25-15,0 0-39 0,0 0-66 0,0 0-82 16,0 0-177-16,6-4-426 0,-6 4 188 0</inkml:trace>
  <inkml:trace contextRef="#ctx0" brushRef="#br0" timeOffset="151251.31">9158 4983 90 0,'1'-7'177'0,"0"2"-5"15,0 1-5-15,1-2 1 0,-1 2-6 0,0-2 1 16,1 2-6-16,-2 4-11 0,0-5-22 0,0 5-11 16,0-4-12-16,0 4-25 0,0 0-13 0,0 0-10 15,0 0-5-15,-11 19-6 0,-3 2-7 0,-5 6-1 16,-9 13-3-1,-3 7-2-15,-3 2-4 0,-15 28-5 0,7-3 4 0,0 0-5 16,14-23 0-16,5-1 1 0,5 2-1 0,0-4-2 16,5-2 2-16,8-10-3 0,0-2-3 0,5 2-3 15,5-5 5-15,0-4-8 0,8-2-5 16,1-4-11-16,4-2-5 0,5-4-30 0,5-3-40 16,5-7-44-16,2-3-78 0,1-4-113 0,2-2-345 0,0-4 153 15</inkml:trace>
  <inkml:trace contextRef="#ctx0" brushRef="#br0" timeOffset="151914.64">9499 5141 23 0,'-3'0'192'0,"3"0"-17"0,0 0-22 16,0 0-22-16,0 0-11 0,0 0-16 0,0 0-7 15,0 0-8-15,-5 17-14 0,3-7-8 0,-2 6-7 16,0 2-2-16,-2 8-10 15,3 0-1-15,-3 3 0 0,-1 0-6 0,0 2-6 16,2 0 2-16,-1-1-5 0,1 2-1 0,3-4-4 16,-2-8-2-16,1 6-5 0,0-8 6 0,0-4-10 15,0 5 0-15,2-9-1 0,0-1-1 0,0-1 1 16,1-3 1-16,-2 2-2 0,2-2 6 0,0-2 33 16,-1 1 30-16,1-4 3 0,0 0-11 0,0 0-16 15,-9-9-9-15,6 1-8 0,0-3-6 0,-4-4-3 0,4-1-4 16,0-2-3-16,-1-6-4 0,1-3-2 0,0 0-3 15,3-2-3-15,-2-1-3 0,1 1 1 0,1-1 7 16,1 3 4-16,-1 3 6 0,0 3-3 0,3 1 7 0,-1 2 0 16,1 3-2-16,1 0-1 0,-3 3 0 15,3 2-1-15,0 1-7 0,0-1-1 0,-1 5-2 16,4-2-6-16,1 2-2 0,1-1-1 0,6-3-2 0,-2 4-4 0,4 2-15 16,1-2-18-16,0 5-16 0,0 0-5 0,0 3-33 15,3 2-33-15,-2 0-21 0,-3 4-27 0,1-2-32 16,-6 6-157-16,-3-3-381 0,2 4 168 0</inkml:trace>
  <inkml:trace contextRef="#ctx0" brushRef="#br0" timeOffset="152083.94">9447 5678 90 0,'-2'4'141'0,"2"-4"6"0,4 5 4 15,0-4-10-15,5 1-6 0,-2-2-14 0,6 0-13 16,5-2-11-16,5 2-8 0,-2-2-20 0,-1-1-29 0,3 1-38 16,6-1-52-16,-2-2-66 0,-9-2-79 0,1 2-210 0,-2-2 94 15</inkml:trace>
  <inkml:trace contextRef="#ctx0" brushRef="#br0" timeOffset="152269.01">9457 5575 3 0,'0'0'274'16,"0"0"-25"-16,0 0-25 0,-8-1-25 0,8 1-22 16,0 0-17-16,10-11-19 0,0 7-17 0,6-1-29 15,3 0-35-15,9-3-47 0,2 2-59 0,-1-1-58 0,-2 2-158 0,-4 0-284 16,1-2 127-16</inkml:trace>
  <inkml:trace contextRef="#ctx0" brushRef="#br0" timeOffset="152553.84">10096 5341 30 0,'0'0'276'16,"0"0"-26"-16,-2-5-27 0,2 5-25 0,0 0-23 16,0 0-21-16,0 0-27 0,0 0-14 0,0 0-10 15,-9 12-11-15,7-4-9 0,-3 2-8 0,1 5-8 0,-4 2-6 16,-2-1-2-16,2 4-7 0,-1-1-3 0,-2 4-4 16,2 0-6-16,-1 1 1 0,0-5-9 0,1-4-9 15,2 2-12-15,-2 0-13 0,-1 0-14 0,2-1-15 16,3-8-27-16,-3 4-12 0,1-5-29 0,3-2-22 15,-4-2-22-15,5-2-32 0,-3-1-99 0,6 0-299 16,-11-8 133-16</inkml:trace>
  <inkml:trace contextRef="#ctx0" brushRef="#br0" timeOffset="152732.07">9886 5575 77 0,'0'-18'66'0,"-1"-3"2"15,3-4 11 1,-2 0 11-16,2 4 19 0,1 3 8 0,0 2 12 0,0 4 20 16,-1 0 12-16,-2 4 4 0,1 1-7 0,2 1-17 15,-3 1-15-15,3-1-17 0,-3 4-14 0,0 2-11 0,2-3-10 16,-2 3-5-16,0 0-10 0,9 8 0 15,-4-1-8-15,0 0-5 0,3 5-4 0,2 1-2 16,3 1 1-16,-3 3-6 0,7 5-2 0,1-2-8 16,1 1 6-16,1-2-11 0,2-2-18 0,-2-2-22 15,2 1-30-15,-8-3-33 0,4-4-38 0,-4 0-38 16,4-1-195-16,-9-3-382 0,4-2 170 0</inkml:trace>
  <inkml:trace contextRef="#ctx0" brushRef="#br0" timeOffset="153048.44">10330 5261 19 0,'-2'-7'270'0,"2"0"1"0,-1 2-12 15,0 1-13-15,1 1-22 0,0 3-25 16,-2-7-18-16,4 3-24 0,-2 4-21 0,0-5-23 15,0 5-19-15,0 0-11 0,0 0-4 0,0 0-15 0,0 22-7 16,1-10-5-16,2 6-6 0,-3 6-4 0,0 5-3 16,0 0-6-16,2 4-3 0,-2 0-2 0,-4 2 0 15,4 0-3-15,0-1-4 0,0 0-1 0,0-5-2 0,-1 2 0 16,2-2 2-16,-2-1-7 0,1-10 4 0,0 2-4 16,0-3 0-16,-1 0-2 0,-1-5-20 0,2 1-16 15,0-3-18-15,-1-2-12 0,1-1-18 0,-2-1-2 16,2 0-3-16,-2-1 2 0,1-4-14 0,1-1-52 15,0 0-46-15,0 0-160 0,-14-6-376 0,10-5 166 16</inkml:trace>
  <inkml:trace contextRef="#ctx0" brushRef="#br0" timeOffset="154474.07">10273 5428 8 0,'3'-9'218'0,"-2"2"-22"0,0 2-20 15,1 0-15-15,0-1-18 0,1 2-10 0,2 2-3 16,3 0-12-1,4 0-2-15,-3 2-6 0,4 0-9 0,1 2-5 16,2 2-9-16,1 3-5 0,2-2-10 0,-2 4-5 16,1 2-8-16,-3 1-5 0,2-2-10 0,-4 4-5 0,1 1-3 15,-4-1-4-15,-1 0-7 0,-4 1-6 0,0-5-15 0,-2 2-2 0,-5 0-2 16,-3-1 0-16,0 1 1 0,-5 4 1 16,-2-7 4-16,-3 1-5 0,0 0 3 0,-3-1-2 15,-1-1 0-15,2-1-3 0,-2-3 6 0,6 0-1 16,-2-2 0-16,5 1 0 0,3-1-2 0,-3-2 7 15,4 0 4-15,1-3-17 0,5 3-15 0,-2-10-19 16,7 7 0-16,9-11-3 0,3 5 2 0,7-3-9 16,3 1 5-16,2 0 4 0,3-4 2 0,0 3 0 15,2 0 3-15,0 1 2 0,-2-1 6 0,0 1 3 16,-1-1 8-16,-3 1-6 16,-3 0 12-16,-6 2 4 0,0 1 12 0,-3 1 17 15,-4 2 19-15,-5 0 17 0,2 2 20 0,-5-1 19 16,2 2 2-16,-3-3-13 0,1 2-13 0,-4 3-5 15,-4-7-7-15,4 7-8 0,-6-1-6 0,-1 0-5 16,-3 1-3-16,-2 0-5 0,2 2-4 0,-2 1-6 16,-4 3 0-16,3 2-5 0,-2-1-1 0,0 2-3 15,-2-1-4-15,3 4-2 0,1-1-1 0,1 0 2 0,0 1-1 16,4-1-3-16,3-2-2 0,0 1-14 0,0 0-9 16,2-4 2-16,3 1-1 0,-1-1 3 0,1-2 2 15,1 1 2-15,2-1 6 0,2-1 0 0,1-2 5 0,5-1 0 16,-5-1 1-16,8-2-1 0,-2-1 3 15,-1-1-1-15,2-1-1 0,-2 0-1 0,6-5 1 16,-4 1 2-16,-2 2-2 16,1-3 0-16,-2 3 3 0,0-2 3 0,-5 3 10 15,0 2 11-15,1 1 5 0,-3-2-3 0,1 4-3 16,1 0-1-16,-4-3-4 0,2 2-3 0,1 0-4 16,-4 3-8-16,0 0-19 0,5-1-23 0,-5 1 0 15,0 0 1-15,0 0 1 0,4 7-7 0,-3-3-6 16,2-1-10-16,-2-1-1 0,3 4-3 0,1-2 5 15,-1 1-8-15,1-1 5 0,0 0 6 0,0 1 1 0,2-2-4 0,0 0 1 16,0-2 6-16,-1 1 6 0,2-2 7 0,-1 0 0 16,1-2 9-16,0 1 4 0,-3-4 13 0,1 1 17 15,0 1 10-15,2-4 14 0,-3 2 12 0,1 0 16 16,-1-2 11-16,2 4 6 0,-4-3 9 0,2 1 6 16,-3 1 9-16,1 3-5 0,0-2 2 0,-1-2-10 15,-2 5-19-15,3-3-5 0,-3 3-11 0,2-2-9 0,-2 2-8 0,0 0-7 16,0 0-18-16,0 0-12 0,0 0 3 15,0 0-2-15,0 0 1 0,5 12-3 0,-7-6 3 16,2 1-3-16,-3 0-3 0,2 3 4 0,-2 2-2 16,3 0 4-16,-1 0 1 0,-3 0-3 0,3-2-3 0,-2-1 2 15,2 2-1-15,2-5 1 0,-2-1 1 0,2 2 0 16,-2-4 4 0,1 2-2-16,0-5 8 0,0 5 19 0,0-5 19 15,1 4 23-15,-1-4-10 0,0 0-11 0,8-9-8 16,0 2 1-16,-2-1 10 0,1 1-23 0,0-3-3 0,3-2 6 15,-2 1-6-15,1 0-7 0,-1 2 3 16,-2 0-19-16,3 1-3 0,-4 2 2 0,-1 0-2 16,0 3-4-16,-3-2-10 0,3 3-10 0,0 0-20 15,-3-3-21-15,-1 5 3 0,0 0-1 0,0 0 9 0,9 6 4 0,-5-3 6 16,0 3 5-16,0 1 3 0,3 0 5 0,3 1-7 16,-1 1 2-16,3-2-5 0,4 3 0 0,2-1 0 15,8 2-2-15,2-3-3 0,-1-2-3 0,2-2 0 16,2 1-14-16,-4-1-1 0,1-3 6 0,0 1-3 15,0-4 10-15,-5-1-7 0,4-4 6 0,-9 2 5 16,1-2 5 0,-2 1 5-16,-2-2 12 0,-5 0 9 0,0 2 13 0,-1-1 12 15,-2-1 17-15,-1 0 7 0,-2 2 7 0,1-2 7 16,-4 1-5-16,0 1-2 0,-2 1-9 0,-4-3-5 16,0 0-4-16,-3 3-8 0,-1 0-2 15,-3 3-3-15,-6-1-6 0,-1 1 3 0,-3 1-1 16,0 1-4-16,0 3 2 0,-4 2-2 0,7-1 0 0,2 0-3 15,-2 2 0-15,3 2 1 0,4-3-1 0,0 2-1 0,3 1 1 16,2-1-17-16,0 1-6 0,2 1-10 0,5-2 13 16,0-2-5-16,5 3 2 0,3-2 4 0,4-3-1 15,0 1 3-15,7-1 0 0,3-2 1 0,-2-2 2 0,2-1-3 16,1-1-1-16,-4-2 3 0,3-2 2 0,-3-3 1 16,-2 3 5-16,-2-4-2 0,-1 0 12 0,-1-4 6 15,-3 1 10-15,-1-3 4 0,1-2 8 0,-3-8 3 0,2 3-1 31,-5 5-1-31,-1-8 0 0,2 0-1 0,-3-4 8 16,-1 2 2-16,3 3 0 0,-6 1 14 0,4-1 18 0,-4 8 19 0,0 1 18 0,3 3 4 0,-1 4-3 31,-1 1-4-31,0 2-11 0,1 2-17 0,0 0-6 16,-2 0-22-16,2 5-39 0,0-5-33 0,0 5 2 16,0 0-10-16,0 0 2 0,-7 17 3 0,2 0 2 0,1 3 3 0,-4 9 0 15,-2 4 17-15,1 16-16 0,-1-1 8 0,2-2 1 16,2-10-1-16,2-2-1 0,4 0 8 0,0-4 0 15,1 0-6-15,2-12 10 16,-1 2-1-16,3-4 0 0,-1-5 2 0,-1 0 1 16,3-4 4-16,1 3 4 0,-2-9-9 0,5 3-5 15,1-5-31-15,5-1-42 0,-1-3-64 0,8-4-71 0,5-1-78 0,-4-5-224 0,2-3-554 16,0-2 245-16</inkml:trace>
  <inkml:trace contextRef="#ctx0" brushRef="#br0" timeOffset="155137.78">12420 5080 8 0,'-1'-10'239'0,"-1"-1"-3"0,1 2-2 15,0-1-12-15,1 1-4 0,-1-2-7 0,-1 8-1 16,2-5-14-16,0 4-16 0,0 1-22 16,-1-1-18-16,1 4-18 0,-1-7-27 0,1 7-22 0,0 0-8 15,0 0-11-15,-5 11-5 0,1-4-6 0,-1 6-2 0,0 13-8 16,-3-1-3-16,0 5-2 0,-2 5-5 0,1 11 0 16,3 6-1-16,-6 3 0 0,7-6-2 0,0 2-3 15,2-1 3-15,1-4-5 0,2 0 2 0,0-12-5 16,1-1 1-16,-1-2-1 0,1-3 1 0,6-4-5 15,-7-5 1-15,0-4 1 0,1-2-2 0,2-2 1 16,-2-2-2-16,-2-1-1 16,1-3 2-16,1 2 2 0,-1-3 3 0,0-1 1 15,0-3 10-15,0 5 8 0,0-5 11 0,-1 6-2 16,1-6-7-16,0 0-19 0,-17-7-25 0,8 5-18 16,-5-3-27-16,-1-4-31 0,-3 2-28 0,-1-3-29 15,2 3-41-15,1-4-49 0,-1 0-193 0,2-4-461 16,3 3 204-16</inkml:trace>
  <inkml:trace contextRef="#ctx0" brushRef="#br0" timeOffset="155460.44">12084 5467 25 0,'-4'1'191'0,"4"-1"-12"0,0 0-7 0,0 0-8 15,0 0-10-15,0 0-12 0,0 0-12 0,0 0-12 16,0 0-11-16,0 0-16 0,23-4 0 0,-5-1-16 16,4 4 0-16,7-9-18 0,0 4-4 0,5-3-5 0,-1 0-3 0,4 5-8 15,-5-3-4-15,-1 3-4 0,-3-2 7 0,-8 3-12 16,-2-1 5-16,-8 3-10 0,-2-2-1 0,0 3-1 15,-1 0-3-15,-2 0 2 0,-5 0-5 0,9 0-6 16,-9 0 3-16,7-1-3 0,-7 1-21 0,0 0-19 16,0 0-24-16,0 0-29 0,-18 4-43 0,11-4-44 15,-1 3-111-15,8-3-309 0,-12-2 136 0</inkml:trace>
  <inkml:trace contextRef="#ctx0" brushRef="#br0" timeOffset="156061.23">12742 5254 190 0,'3'-2'188'16,"-3"2"-15"-16,7-5-20 0,-2 4-14 0,-5 1-16 15,14 1-11-15,-6 2-14 0,0-1-9 0,-2 0-10 16,6 3-1-16,-2 2-5 0,-5 1-8 0,5-1-4 16,-3 3-4-16,-2 2-1 0,0 2-11 0,-3-2 2 15,-2 5 2-15,0-2-13 0,-1-1-2 0,-1-1-2 16,-2-2-2-16,1-1 1 0,-2 1-3 0,1-3-5 16,2-2 8-16,-2 1 3 0,0-3 2 0,3-1 5 0,-1 2 13 0,1-1 17 15,1-4 23-15,-5 2 32 0,5-2 37 0,0 0 6 16,0 0-30-16,0 0-24 0,0-12-6 0,3 7-9 15,-1-3-14-15,2-2-9 0,4-1-16 0,-2 2-4 16,3-3-6-16,0 3-1 16,0 1-13-16,-3-1 1 0,1 2-11 0,-1 0-1 15,-2 4 4-15,1 0-7 0,-3-2-12 0,2 4 4 0,-4 1-33 0,0 0-2 0,12 3-9 0,-8 2 0 16,0-1 3-16,-1 3-3 0,-1 3 4 0,0 1 0 16,1 1-6-16,-1-1-17 0,-2 0-20 0,4 1-19 15,-4 3-15-15,3-3-21 0,-1-2-25 16,0 2-34-16,1-3-35 0,0-4-52 0,-2 2-145 15,4-4-449-15,-4-3 198 0</inkml:trace>
  <inkml:trace contextRef="#ctx0" brushRef="#br0" timeOffset="156292.81">13096 5202 60 0,'0'0'199'0,"5"-3"-19"0,-5 3-17 0,6 0-15 0,-6 0-5 16,11 7-12-16,-6 0-6 0,2 1-10 0,1 2-7 16,1 4-6-16,-2 3-5 0,3 9-7 0,-4-7-3 15,1 6-9-15,-1 2-7 0,-5 2-3 0,3 2-5 16,-4-3-9-16,-4 2-3 0,4-3-2 0,-7-1-4 16,0-3-23-16,-2-5-4 0,-2 2-13 0,-2-2-11 15,-2-1-28-15,-6-1-45 16,2-6-47-16,-5 2-66 0,-3-3-115 15,6-5-330-15,-2-4 146 0</inkml:trace>
  <inkml:trace contextRef="#ctx0" brushRef="#br0" timeOffset="156593.67">12703 5152 97 0,'-12'0'153'16,"5"2"-10"-16,-2 2-14 0,-1 3-5 0,0 1-10 15,-5 5-9-15,-1 7-2 0,0 5-12 0,2 3-2 0,-4 4-8 16,5 1-1-16,3-1-8 0,-3 0-4 0,4-3-9 15,4-1-2-15,0 2-6 0,5-6-3 0,5 2 10 16,-2-1 4-16,7-1-2 0,0-7 3 0,13 1-2 16,0 0-11-16,9-4-21 0,1-3-39 0,6-2-57 0,18-7-69 0,-16-2-170 15,13-2-331-15,-2-5 146 0</inkml:trace>
  <inkml:trace contextRef="#ctx0" brushRef="#br0" timeOffset="157441.34">13730 5229 142 0,'0'0'184'0,"-3"-5"-16"15,-1 4-9-15,4 1-21 0,-12 1-10 0,1 3-15 0,1-1-11 0,-1 4-8 32,-6 1-5-32,3 0-13 0,-3 5-8 0,3-1-6 0,-1 1-9 0,2 3-5 15,-1 0-3-15,5-3-1 0,-1 2-7 0,4-3-1 16,2-1-4-16,1 1-1 0,-1-3 1 0,3 2 2 16,0-6-2-16,1 2 3 0,1-2 4 0,2-3 6 0,3 2-3 15,-1-3 10-15,4 1-4 0,-1-2 1 16,2-2-1-16,1 1 5 0,1 0-3 0,-3-2 6 15,2 1 2-15,-2-2-9 0,3 0-3 0,-6 0-7 0,6 1-1 0,-6 1-5 16,1 2-6-16,0-4-4 0,1 3-1 0,-3 1-5 16,1 0-1-16,-6 0-4 0,13-2-2 0,-6 2-1 15,-2 2-1-15,1 0-2 0,0 1-5 0,-1-1 1 16,1 2 9-16,-1 0-4 0,1 0-3 0,-1-1-3 16,2-1 21-16,-4 1-2 0,1 1-1 0,-1-3-4 15,1 3 0-15,0-1-3 16,-4-3 0-16,4 1-1 0,-2 0 5 0,-2-1-4 15,0 0 4-15,8 3 26 0,-8-3 38 0,0 0 17 16,7-4-18-16,-3 3-6 0,3-6-9 0,0 1 10 16,2-1-15-16,0-1 3 0,5-2-18 15,-4-3 1-15,6 1-2 0,-2 0-3 0,0 2-4 0,-3 2-5 16,0-1-2-16,-4 4-8 0,1-2 0 0,-1 2-4 16,0 0-4-16,-4 1-7 0,2 3-9 0,-3-1-8 0,-2 2-4 15,0 0-4-15,15 4-4 0,-9 0 3 0,1 4-1 16,1-2 0-16,-2 2-4 0,1 1-14 0,-1 1-25 15,3 0-30-15,-3 1-41 0,2 0-54 0,1-4-68 16,-4 2-263-16,0-5-561 0,0-1 249 0</inkml:trace>
  <inkml:trace contextRef="#ctx0" brushRef="#br0" timeOffset="158097.72">14688 5182 82 0,'-2'-1'226'0,"2"1"-13"0,0 0-14 16,-4-4-19-16,4 4-16 0,0 0-19 0,0 0-17 15,-8-1-15-15,8 1-14 0,-11 3-7 0,3 2-11 0,-2 0-10 16,-2 2-4-16,-1 8-12 0,-2-3-3 16,1 0-6-16,-1 2-4 0,2 0-4 0,-1 3-1 0,1 5-9 0,3-4 1 15,1-1-4-15,1 0-5 0,-1 2 0 0,3-2-3 16,3-5 9-16,2 3 2 0,1-4 4 0,1 2 3 0,7-4 3 15,-4 0 4-15,2-1 5 0,6-1 2 16,-1-4-4-16,2-1 2 0,6-2-2 0,-1 0-1 16,4-2-2-16,-3-3 10 0,0-3 2 0,0 2 1 15,0-4 2-15,-2 0-1 16,-2-2-2-16,1 0-4 0,-2 1-4 16,-4-2-4-16,2-3-4 0,-5 5 2 0,2-4-8 0,-2-1-7 15,-2 1-3-15,-4 3-11 0,-1 0 5 0,0 0-12 16,-4 2-3-16,2 5-7 0,-2-2-16 0,-5 1-7 15,0 0-10-15,-4 1-7 0,3 4-14 0,-4 0-9 16,-2-1-8-16,2 2-21 0,2 3-18 0,0 1-18 16,-1-2-26-16,6 3-29 0,-1 0-51 0,4-3-121 0,2 3-389 15,2-5 173-15</inkml:trace>
  <inkml:trace contextRef="#ctx0" brushRef="#br0" timeOffset="159196.07">15308 5291 66 0,'-1'-3'218'16,"-1"-2"-12"-16,0 1-18 0,2 4-15 0,-5-5-17 16,0 2-16-16,1 3-12 0,4 0-15 0,-14-2-7 15,7-1-14-15,0 0-3 16,7 3-18-16,-22 3-1 0,9-3-13 15,3 5-3-15,-3-2-2 0,2-2-10 0,-1 3-5 16,-1 2-2-16,2 0-7 0,-2 1-1 0,4 3-2 16,-5-1-5-16,1 1-3 0,3 0 0 0,1 1-3 0,3-1-3 15,-1 0 3-15,2 0-3 0,0-2-1 0,3 1 4 16,2 0-2-16,0-4 1 0,1 3 2 16,0-4 5-16,2 3 6 0,2-4-3 0,0 2 6 0,1-3 9 0,1-2 8 15,2 0 12-15,3-4 8 0,-3-1 7 0,0 0 10 16,4-3-2-16,0-4 7 0,-2 0 6 0,2-2-8 15,-4 0 3-15,5-1-2 0,-6-2-3 0,2-2-2 16,1-3-16-16,1-5-9 0,-3 3-4 0,-1-2-6 16,-1 2 8-16,0 1-12 0,-2 2-4 0,1 4 0 15,-3 1 19-15,-1 5-11 16,1 0 0-16,-2 2 18 0,0 2-3 16,-1 2-11-16,4 1-12 0,-4-1-19 0,2 2-25 0,-2-1-31 15,0 4-23-15,0 0 2 0,0 0 5 0,0 0 6 16,-7 12 5-16,2-3 10 0,0 2-3 0,0-1 4 15,-3 7 5-15,3 0 0 0,0 3-12 0,0 3-7 16,0-4 2-16,5 0-6 0,-1 7-2 16,2-6 0-16,8 3 2 0,-3 2-3 0,4-6 0 0,2-2 3 0,4 3 1 15,0-8-7-15,-1 0-2 0,12-1-9 0,-8-3-5 16,8-1-9-16,-1-1-8 0,2-4 2 0,0 0 2 16,1-6 4-16,-1 0 7 0,0-2 8 0,-5 1 0 15,-6-2 10-15,5-3 11 0,-6-1 14 0,1 0 13 0,-3 0 11 16,-4 3 19-16,-1-1 30 0,1 1-3 0,-3-2 12 15,-2 1 3-15,0-1 12 0,-4 3-6 0,2 2-7 0,-3-1-9 32,-1 0-3-32,-2 1-9 0,0-2-8 0,-3 4-6 15,-3 1-1-15,-2-1-4 0,-1 2-1 0,-2 1-4 16,5 1 1-16,-5-1-3 0,-4 3-4 0,0-1 0 0,5 3-4 0,3 2-7 0,-3-4-8 0,3 3-4 31,1 0-8-31,-1 3-5 0,4-4-3 0,-1 2-7 16,3-2-3-16,2 1-2 0,-1 1 6 0,4-3 5 0,1 1 5 0,2 0 2 15,1-1 4-15,5-1 2 0,0 0 2 0,3-1 2 16,2-4-1-16,-3 2 5 0,1 0 0 0,3-3 4 16,0-4-1-16,-4 2 0 0,4-4 13 0,-2-2 17 15,-3 1 17-15,-3-1 4 0,5-1 8 0,-4 0 2 16,1-3 3-16,-1-1 1 0,-3 1-1 0,1-2-4 16,-1-3-5-16,0 1-2 0,3-7-2 0,-4 6 6 0,-1-6 0 0,5 4-3 15,-8 3 3-15,2 1 6 0,-2 2 11 16,-1 3-2-16,1 1-5 0,-1 1 9 0,-1-2-9 15,1 4-1-15,1 4 3 0,-1-3-14 0,0 4 11 16,0 0-21-16,0 0-3 0,3 0-8 0,-3 4-19 16,0-5-13-16,0 5-19 0,0 0-17 0,0 0-4 0,0 0-1 15,0 0 9 1,0 0 4-16,0 0 5 0,-9 12 0 0,5-6 7 16,1 2 3-16,1 5 0 0,1-4 2 0,-3 6 3 15,2-3-1-15,0 2 2 0,1 3 4 0,-2-1 0 0,2 0-2 16,1 0 4-16,0 1 1 0,0 0-1 15,0-2 5-15,0 4-2 0,-2-5 5 0,0-1 1 0,2-1 1 16,0-2-5-16,0 0 2 0,-2 1-3 0,2-3 2 16,-3 4 2-16,2-6 5 0,-2 5-5 0,3-6 2 0,-1 4 2 15,1-4 0-15,0 2 1 0,-2-2-2 16,0-1 1-16,2 0 7 0,0 2-9 0,-1-1 0 0,1-2-1 16,-1 1 5-16,1-4 4 0,0 6 2 0,0-6 5 15,1 5 2-15,0-3 6 0,3 0 10 0,4 1 3 16,2-3-9-16,2 0-3 0,9 0 0 0,6-5-9 15,1 0-42-15,4 0-52 0,0-3-70 0,19-5-80 0,-19 3-249 32,1-5-518-32,1-2 229 0</inkml:trace>
  <inkml:trace contextRef="#ctx0" brushRef="#br0" timeOffset="159559.21">16153 4652 135 0,'2'-2'202'0,"-2"2"-22"0,0 0-15 16,19 7-4-16,-8 3-12 0,6 8-10 0,4 3-11 15,-1 7-2-15,10 9-10 16,-4 10-7-16,-1-1-6 0,-5 6-6 0,-1-1-6 16,-3 0-5-16,-5 4-10 0,-4-2-8 0,-5 5 1 15,-4-5-4-15,-5 1-6 0,-4-5-3 0,-6-3-5 16,-3-3-3-16,-8-2-2 0,-7-3-6 0,-1-1-5 15,-1-3-19-15,-9-5-37 0,-1-1-68 0,-4-4-93 16,-4-6-206-16,-1-6-419 0,3-5 185 0</inkml:trace>
  <inkml:trace contextRef="#ctx0" brushRef="#br0" timeOffset="162988.25">27498 4321 8 0,'2'-10'193'0,"-2"-1"-1"16,2 4-9-16,-2-2-4 0,2 2-10 0,0 2-4 15,-2 0-8-15,0 0-11 0,0 1-12 0,0 1-19 16,0 3-13-16,0-5-13 0,0 5-32 0,0 0-12 16,0 0-8-16,-8 8-3 0,-4 5-4 0,-8 8-2 15,-1 7-3-15,-15 13-8 16,-1 3 3-16,-18 19-3 0,19-13 3 15,-19 23-6-15,19-23 3 0,3 4-3 0,-9 17 3 16,15-16 5-16,4-4-1 0,3 0 1 0,5-3 0 16,4 1-3-16,9-1-3 0,6-16 3 0,6 2-4 0,6-3-2 15,7 0-5-15,13 5-9 0,8-6-29 0,8-9-52 16,5-4-70-16,1-5-204 0,2-6-386 16,-5-4 170-16</inkml:trace>
  <inkml:trace contextRef="#ctx0" brushRef="#br0" timeOffset="163511.18">27768 4616 70 0,'0'-5'258'0,"0"-2"-7"16,0 4-14-16,0-2-17 0,-3 1-20 0,3 4-23 0,0 0-24 15,3-6-14-15,-3 6-20 0,0 0-18 0,0 0-13 16,0 0-11-16,-3 20-8 0,1-9-7 0,-3 7-6 15,-2 6-8-15,5 5-3 0,-6-3-3 0,3 2-2 0,1 0-6 16,-2 3-4-16,2-4 0 0,0 2-3 0,2-2-2 16,0-9-1-16,2 3-2 0,0-3-4 0,0-2-2 15,-1-4-2-15,2-2 2 0,-2 2-2 0,-2-8-1 16,3 3 1-16,0-3 4 0,-1 0 27 0,1 1 31 16,0-5 21-16,0 0-8 0,0 0-8 0,0 0-12 15,0 0-2-15,-8-17-9 16,6 7-9-16,-2-4-5 0,-1-3-6 0,1-2-4 15,0-6-5-15,1-3 0 0,1-2-5 0,2-1-8 16,2-1 7-16,1-1-6 0,1 2-4 0,1-1 0 16,-1 2 0-16,2 4 7 0,0 2 2 0,-3 7-2 15,1 4-8-15,0 2 0 0,0 1-3 0,0 1-8 16,2 3-33-16,3-2-21 0,0 4-22 0,5 1-24 16,3 3-22-16,5 3-32 0,-6 1-37 0,5 4-38 0,-4 2-245 0,-1 1-513 15,0 0 228 1</inkml:trace>
  <inkml:trace contextRef="#ctx0" brushRef="#br0" timeOffset="163690.31">27713 5114 98 0,'-4'4'279'0,"2"-2"-31"0,2-2-28 0,0 0-22 0,0 0-21 15,26-8-22-15,-9 5-38 0,6 1-44 0,8-1-49 16,-3-1-65-16,5-1-57 0,-11 1-144 16,7-2-262-16,-1-1 116 0</inkml:trace>
  <inkml:trace contextRef="#ctx0" brushRef="#br0" timeOffset="163868.84">27732 4936 1929 0,'-10'0'94'0,"-2"0"-9"0,5 0 8 16,1-1-18-16,0-1-11 0,6 2-17 0,-5-1-14 15,5 1-9-15,0 0-7 0,0 0-2 0,27-4-11 16,-11 1-22-16,5 3-30 0,7 0-46 0,4 0-47 16,-2 3-67-16,-4-6-121 0,1 3-356 0,-6-1 158 15</inkml:trace>
  <inkml:trace contextRef="#ctx0" brushRef="#br0" timeOffset="164137.97">28348 4796 129 0,'0'-4'261'15,"0"4"-24"-15,0 0-23 0,0 0-27 0,1-4-18 16,-1 4-22-16,0 0-13 0,0 0-16 0,0 0-10 15,-7 14-12-15,1-2-10 0,-2 0-8 0,-3 4-5 16,-4 6-9-16,1-2-7 0,-1 3-3 0,1-2-6 16,-3 0-1-16,3 1-3 0,0-1-16 0,4-4-17 15,-2-1-20-15,1-1-16 16,-1 1-10-16,3-4-14 0,-1-5-17 0,1 3-15 16,0-3-27-16,-1 0-4 0,2-3-12 0,-1-3-10 15,3-1-27-15,-2-2-87 0,3-4-269 0,-1-2 120 16</inkml:trace>
  <inkml:trace contextRef="#ctx0" brushRef="#br0" timeOffset="164306.81">28072 5069 707 0,'-2'-11'2'0,"0"-1"12"15,1-5 3-15,1-2 12 0,3 0 12 0,0-1 7 16,1-6 9-16,1 6 5 0,-1 3 16 0,0 0 16 0,-1 1 19 16,3 5 8-16,-2 2 6 0,-2 0-4 0,0 1-16 15,-1 4-10-15,0-2-11 0,0 2-10 0,1 1-12 0,-2 3-6 16,0 0-7-16,0 0-5 0,11 7-7 0,-4 0-3 16,0 0-3-16,1 4-3 0,3 1-2 15,2 1-2-15,0 1-16 0,1 1-15 0,4 2-20 16,1 1-14-16,-2-3-26 0,-2-1-31 0,2-2-35 15,-3-3-41-15,-4 1-143 16,3-5-340-16,-2 2 150 0</inkml:trace>
  <inkml:trace contextRef="#ctx0" brushRef="#br0" timeOffset="166025.84">28426 4659 78 0,'5'-17'259'15,"-2"5"-4"-15,-1 2-8 0,1-1-8 0,-2 5-19 16,2-1-25-16,-2 2-18 0,0 1-20 0,1 2-26 16,-2 2-26-16,1-3-14 0,-1 3-8 15,0 0-7-15,0 13-11 0,-1-2-8 0,1 0-3 0,0 7-7 16,-2 10-7-16,1-2-3 0,0 5-1 0,-6 2-26 16,6 1 1-16,-4 3-4 0,0-1 0 0,0 10-1 0,-2-12-1 15,2-3 4-15,1 4 0 0,-1-4-2 0,0 1-2 16,0-5 4-16,1 1-2 0,3-10-3 0,-2 2 1 15,2 0 0-15,-1-6 4 0,0-1-4 0,2-1 1 16,-2-4 0-16,2 0 0 0,-2-3 1 0,2 0 1 16,0 1 13-16,0-2 13 0,0-4 29 0,0 5 6 15,0-5 5-15,0 0-20 16,0 0-25-16,0 0-13 0,-10-20-6 0,8 9-12 16,-1-4-12-16,3-5-17 0,3-6-15 0,-1-1-3 15,7 2-2-15,-2-5 7 0,0 3 2 0,2 1 1 16,1 0 7-16,2 3 4 0,-6 6 9 0,3 1 1 15,0 0 4-15,-2 4 7 0,-1 3 3 0,3 1-2 16,-1 1 2-16,2 1-3 0,1 1 3 0,3 4 6 16,-1-2-5-16,2 4 2 0,5 2 1 0,0 3 1 0,-1-1-2 0,0 2 2 15,-1 3 1-15,0 0-3 0,-2 2-6 0,-1-1 4 16,-2 1-7-16,-2 0 0 0,-2 4-1 0,-4-7-5 16,-2 1-7-16,-2 0-4 0,-2-1 5 15,-3-1 3-15,-3 0 3 0,-4 0 2 0,-3-2 0 16,-6 1-2-16,-1-3 8 0,-6 0 2 0,-4-4 0 0,10-1 0 15,-1-1 1 1,2-1-1-16,-1-2 0 0,2 0 10 0,2 0-8 16,1-2 4-16,4 2 3 0,6-1-4 0,-2 0-10 15,6-1-5-15,3 0-8 0,4-2 2 0,5 1-5 16,3 1-5-16,9-3-8 0,5 0 5 0,2 0 2 16,2 0-13-16,-1 1 4 0,5 2 5 0,-2-3 6 15,3 4 3-15,-2 0 6 0,-2 2-3 0,-1-2 6 16,-8 4 2-16,-3-4 9 0,2 1 12 0,-5 1 19 0,-3 2 22 0,-4 0 16 15,-2 1 8-15,-2 0 12 0,0-2 0 0,-2 1-6 16,0 1-8-16,-4 1-8 0,4-3-5 0,-4 3-10 0,0 0-5 0,0 0-5 16,-18 0-2-16,9 2-2 0,-2 0-4 0,-1 1-2 15,-6 4-4-15,3-1-5 0,-2 3 1 16,-1-1 0-16,4 2-2 0,0 0-1 0,-2 2-1 16,0-1-2-1,7-3-4-15,-2 7 3 0,5-5 1 0,-1-2-12 16,2 2-6-16,1-5 1 0,4 3 3 0,-2-3 3 15,0-1-3-15,4 1 5 0,0-2 5 0,3-1 1 16,0-1 0-16,3-1-1 0,5 0 0 0,-2-1 1 16,3-4 0-16,-3 0 1 0,4-1-1 0,-4-2 0 15,2 3-1-15,0-2-1 0,1 0 0 0,-5-3 0 16,1 3-1-16,-1 0-2 0,0-1 3 0,-1 3 5 0,-3 0 12 0,-1 1 2 16,0 0-2-16,1 1-4 0,-1 0-3 0,0 0-1 15,0 1-5-15,-4 2-4 0,0 0-22 16,0 0-10-16,6 0 7 0,-6 0-1 0,0 0 2 15,3 5-3-15,-1-2-7 0,2 1 2 0,-2-1-3 16,3 3-4-16,3-3 0 0,-3 2 5 0,3 3-2 0,-1-4-1 16,2 4-2-16,0-3 4 0,2 2-3 0,-4-7 2 0,3 4 4 15,1-2 2-15,-2-1 1 0,-1 1 5 0,4-4 7 16,-6 1 4-16,7-1 13 0,-4-2 13 0,0 1 8 16,0 1 16-16,0-3 8 0,-4 0 11 0,1 3-5 15,0-3 5-15,1 0 10 0,-2 2 5 0,-1-1-6 16,1 1-7-16,-2 2-6 0,-1-1-8 0,1-2-5 15,-3 4-8-15,6-2-5 16,-6 2-4-16,0 0-3 0,7 0-4 0,-7 0-5 16,0 0-2-16,4 6 1 0,-4-3-4 0,1 4 2 15,-2 0-3-15,1-1-4 0,-2 3 7 0,0-1-6 16,0 1 2-16,0-2-2 0,2 3-5 0,-3 0-5 16,1-3-3-16,2-1 0 0,-1 0 0 0,-1 0-3 15,2-1 7-15,0-5 3 0,0 6 9 0,0-6 21 16,0 0 21-16,2 3 3 0,-2-3-12 0,0 0-3 0,12-7-3 15,-8 4-1-15,3-2-3 0,-1-2-6 0,3 0-9 0,-2 1-1 16,1-3 1-16,2 2-9 0,-1-2 8 0,0 1-6 16,-1 1-2-16,-1-3 5 0,1 3-3 15,-3 4 3-15,-1-4-2 0,0 2-6 0,0 3-3 16,1-1-11-16,-4 0-12 0,2 1-19 0,-3 2-13 16,0 0-7-16,0 0 7 15,0 0 5-15,0 0-2 0,9 5-3 0,-8 0 2 16,0 0-7-16,3 2 2 0,3-3-1 0,0 4 0 0,2 0 1 15,8-1 4-15,-1 1-4 0,3 0-10 0,1-2-8 16,9 3-6-16,-1-3-4 0,0 0 1 0,2-1-7 16,-2-1 6-16,0-3 2 0,-1 0 6 0,-6-1 7 15,1-2 9-15,-3-2 13 0,-2 2 3 0,-2-3 19 16,-6 0 16-16,4 0 15 0,-7-1 12 0,1 1 17 0,-2 0 10 16,-1-1 1-16,-3 1-4 0,-1-2-5 0,0 3 4 15,-4-2-6-15,-1 0-2 0,-4 1-5 0,-3 2 2 16,0-1-6-16,-6 0 2 0,-1 3-8 0,0 1 1 15,-1 1 0-15,1 3-3 0,0-2-1 0,1 3 1 16,2 0-2-16,-1 1-2 0,4 0-4 0,0-2 1 16,3 3-2-16,1-2 3 0,3 3-1 0,2-3-6 0,0 2-5 15,4 0 9-15,1-2-7 0,3 0 5 0,5 1-3 16,-1-2-1-16,3 0 1 0,2-1-4 0,1-3 3 0,4 0 1 16,-4 0 0-16,3-5 2 0,1 0 1 0,-7 0-6 15,6-5 11-15,-4 1 7 0,1-3 9 16,-1 0 3-16,-2-3 10 0,3-2 5 0,0-7 8 15,-4 2 1-15,3-2 0 16,-8-3-4-16,4 0 4 0,-4-2-6 0,3-2-1 16,-3 1 3-16,3-2 1 0,1-4 0 0,-4 6 6 15,0 1 9-15,0 3 8 0,-4 8-3 0,2 3 2 16,1 2-2-16,-3 5 0 0,0-4-8 0,0 9-10 16,1-2-11-16,-1-2-20 0,0 5-37 0,-1 2-16 15,0 0 2-15,0 0 6 0,-2 15 0 0,-3-1 1 16,0 10 6-16,-4 5-1 0,-2 2 3 0,-4 15 6 0,6-11 1 0,-5 9 1 15,5-11 1-15,0 3-2 0,4 0 7 0,1-5-6 16,-1-1 3-16,4-4 0 0,-2-6 5 0,3 0 1 16,0-11 2-16,0 1 3 0,0 0 4 0,0-3 8 15,0 0 3 1,3-4 26-16,-3 1 0 0,0 0 16 0,3-1-7 0,5-3-10 0,1-2-2 0,4 0-14 0,5-1-29 16,1-3-32-1,2 2-43-15,4-7-40 0,5 4-60 16,2-3-64-16,-1-1-259 0,4 3-538 0,-1-5 239 15</inkml:trace>
  <inkml:trace contextRef="#ctx0" brushRef="#br0" timeOffset="167374.75">30860 4405 45 0,'3'-11'194'0,"-2"5"-8"0,2-1 2 15,-2 1-9-15,0-1-17 0,-1 2-18 0,2 1-12 16,-1 0-17-16,-1 4-11 0,2-4-14 0,-2 4-10 15,0 0-13-15,0-4-10 0,0 4-6 0,0 0-7 16,-1 12-9-16,0-3 2 0,-3 8-7 0,0 3-7 16,-2 5-1-1,-3 8 1-15,1 4-3 0,-3 13 1 0,-1-4-7 16,-1 3 2-16,3-3 2 0,1 2 0 0,4-3-5 0,-3-10-2 16,7-1 1-16,-3 2-3 0,3-6 4 15,1-2-3-15,-4-1-1 0,8-1 0 0,-4-9 6 16,1 0-6-16,-1-3-5 0,0-3 3 0,0-1-3 15,0-1 3-15,0-2-2 0,0-1 3 0,0-2-5 16,0 0 9-16,0 1-4 0,0-2-2 0,0-3-1 0,-5 5 6 0,0-4-5 16,0 2 6-16,-7-1-6 0,2 0 4 0,-1-2-8 15,0 0-11-15,1 0-16 0,-2-2-20 0,-1-2-20 16,4 2-32-16,-3-1-29 0,2-2-29 0,0 1-149 16,2-4-328-16,-1 3 145 0</inkml:trace>
  <inkml:trace contextRef="#ctx0" brushRef="#br0" timeOffset="167559.75">30632 4821 144 0,'0'0'187'0,"0"0"-18"15,20-5-16-15,-7 3-29 0,5 0-31 0,2 2-42 16,8 0-51-16,3-1-63 0,-3-3-80 0,-1 2-156 16,-5-2 70-16</inkml:trace>
  <inkml:trace contextRef="#ctx0" brushRef="#br0" timeOffset="167991.72">31120 4710 89 0,'0'0'169'0,"9"0"-15"0,-2 1-23 0,0 3-6 16,2-1-12-16,1 2-10 0,0 4-21 0,-1-1-4 15,0 3-7-15,-3-1-4 0,3 3-6 0,-1 1-7 16,-3 2-6-16,0-2-5 0,-1 2-2 0,-7-2-1 15,3 0-3-15,-1-3-9 0,-4 1 3 0,4 1-11 16,-3-5 6-16,0-3 1 0,0 3 1 0,3-3 9 0,-1-1 8 0,0 1 15 16,2-1 20-16,-2 0 17 0,2-4 35 0,-2 4 31 15,2-4 4-15,0 0-17 0,0 0-22 0,0 0-21 16,6-13-9-16,1 6-7 0,-2-2-9 0,9-1-9 16,-2-2-3-16,-3 2-14 0,2-1-5 15,2-2 0-15,4 3-12 0,-10-1-2 0,4 3-7 16,-3 1-1-16,0 1-5 0,-1 0-3 0,-2 3-1 0,0-1-7 0,0 1-3 15,0 2-5-15,-5 1-14 0,8 0-13 0,-2 0-7 16,-1 3-10-16,0 0-9 0,-2 2-4 0,1 2-21 16,0-2-18-16,1 5-18 0,-3-2-27 0,3 5-25 15,4-5-52-15,-4 0-46 0,-3-2-140 0,2-1-431 16,-2-1 190-16</inkml:trace>
  <inkml:trace contextRef="#ctx0" brushRef="#br0" timeOffset="168198.57">31554 4707 125 0,'4'-4'269'0,"-3"1"-20"0,1 0-23 16,-2 3-26-16,3-4-22 0,-3 4-23 0,4-2-17 0,-4 2-14 0,0 0-12 16,9 9-13-16,-5-3-11 0,2 5-10 15,-2-1-8-15,1 5-9 0,-3 4-5 0,0 0-7 16,-2 2-6-16,-2 3-12 0,-2 3-15 0,-1-4-12 15,-4 1-17-15,-1-2-21 0,-1-3-18 0,-7 0-25 16,-2-2-26-16,6-2-29 0,-4-4-33 0,-5-3-135 16,4-1-324-16,-1-4 144 15</inkml:trace>
  <inkml:trace contextRef="#ctx0" brushRef="#br0" timeOffset="168493.03">31273 4478 39 0,'-17'0'134'0,"-2"4"-15"0,0-1-14 0,1 7-9 0,-7 7-15 16,-3 4 0-16,-7 11-13 0,2 2-7 0,9-5-1 0,-6 11-8 31,2 3-5-31,5-1 1 0,10-9-13 0,4 0 0 0,1 0 19 0,6-1 13 0,4-3-1 0,6 0 6 16,6 0-7-16,8 3 0 0,11 0-3 0,10-4-34 31,-10-8-59-31,15 1-79 0,-1-1-124 0,-11-10-252 16,0-3 111-16</inkml:trace>
  <inkml:trace contextRef="#ctx0" brushRef="#br0" timeOffset="169817.04">28715 5850 83 0,'4'-3'184'0,"0"-1"2"16,-2-1-5-16,1 2 9 0,-1-1 16 0,1 1-3 15,-1 0-15-15,-2 3-16 0,2-4-17 0,-2 4-20 16,0 0-17-16,0 0-17 15,-9-3-12-15,9 3-10 0,-20 3-10 0,3 3-9 16,-4-1-8-16,-6 5-6 0,3 0-4 0,-3 0-2 16,0 2-6-16,8-3-6 0,3 1-3 0,-2 0-2 0,4 1-1 15,0 0-5-15,2 0-14 0,4-3-7 0,1-1-7 16,2 3-6-16,2-2 3 0,2-2 1 0,0-1 3 0,2 1 8 16,4-1 4-16,0-1-2 0,5-2 7 0,2-1 1 15,0-2 4-15,3 1 2 0,4-4 2 0,-4 1-1 16,4-2 3-16,-3 0 5 0,-2 0 4 0,-1 0 2 15,4-2-4-15,-4 3-2 0,-3 1-4 0,3-2-3 16,-4 1-2-16,1 3 3 0,-5-1-6 0,2 1-3 16,-2 0-3-16,-5 1-7 0,6-3-1 0,-6 3-2 15,9 2-1-15,-4 1 3 0,0-1 0 0,-1 1 1 16,3 4-2-16,-1-2 2 0,-1 2-1 0,2 2 1 0,0-3-2 0,-2 4 2 16,4-1 2-16,-2-2 0 0,0 0 0 0,-1-2 2 15,-1 2 1-15,0-2-3 0,-2-2 1 16,1 2 1-16,0-1 1 0,1-3 6 0,-1-1 2 15,6 0 15-15,-1-3 8 0,0-2 2 0,1 3 4 16,1-6 2-16,0 1 2 0,3-3 1 0,3 1-2 0,-2-2-7 16,1-2-2-1,-1 1-3-15,-1 1-2 0,1-1-5 0,-1 1-4 16,-4 5 3-16,-1-3-5 0,0 2-1 0,-3 2-3 16,2 3-4-16,-4-4-5 0,0 4-2 0,1-1-8 15,-2 2-15-15,-3 1-3 0,5 0 4 0,-5 0-5 16,5 4-2-16,0 0 1 0,-4 0 1 0,3 1 0 15,-4 1 3-15,0 1 1 0,3 1-19 0,-2 1-28 16,-1 0-20-16,-1 3-32 0,1-5-42 0,-3 0-37 0,3-2-241 0,0 2-475 16,0-2 210-16</inkml:trace>
  <inkml:trace contextRef="#ctx0" brushRef="#br0" timeOffset="170264.14">29760 5934 159 0,'0'0'208'15,"0"0"-18"-15,0 0-15 0,0 0-20 0,0 0-12 16,0 0-16-16,14 0-14 0,-7-2-14 0,2-1-4 16,3 3-11-16,1-2-9 0,4-4-7 0,-4 2-10 15,4-1-5-15,1-3-4 0,0 1 0 0,1-2 3 16,-2-1-2-16,-2 2 3 0,2-5-1 0,-2 3-3 0,-1-5-9 0,2 1 0 16,-5 0-4-16,-2 3 0 0,-1-3-3 0,-2 5 11 15,-1-2 2-15,-2 2-1 0,-1 2-4 0,-2 0-7 16,-2 0-6-16,-1 2-3 0,-3 2-7 0,-6-2-2 15,2 4 7 1,-4 1-10-16,-6 4-4 0,-1-2 6 16,-7 5-10-16,8-1 0 0,-5 5-2 0,6 1-1 15,2-2-1-15,-5 5 1 0,5-1-1 0,2 4-1 0,1-1 4 16,5-1-20-16,2-1-2 0,1 2-6 0,6 1-4 16,4-3-9-16,3 2-23 0,6-2-40 0,5-3-48 0,6 1-234 15,-4-5-413-15,1-3 182 0</inkml:trace>
  <inkml:trace contextRef="#ctx0" brushRef="#br0" timeOffset="170637.1">30303 5757 242 0,'0'0'298'0,"2"-7"-31"16,0 5-32-16,-2 2-27 0,0-3-20 15,0 3-37-15,0 0-20 0,0 0-10 0,0 0-10 0,6 13-14 16,-2-6-4-16,1 4-17 0,-1-1-3 0,0 0-11 16,1 7-4-16,-1-2-8 0,1 2-5 0,-4-3-3 15,3 2-3-15,0 1-6 0,0-1-3 0,0-4-1 16,-3 0-4-16,3 0 0 0,-3 0-4 0,2-4-5 16,-1-1 3-16,-2 0-3 0,1-2 3 0,2 0-2 15,-3-1 5-15,1-1 27 0,-1-3 29 0,0 5 35 0,3-2 29 0,-3-3 18 16,0 0 29-16,0 0 14 0,0 0-9 0,0 0-26 15,6-8-17-15,-2 3-20 0,0-2-12 16,1-1-12-16,4-3-18 0,3-4-22 0,-2 4-17 0,0-3-14 16,0-2-20-16,3 0-24 0,-3 0-14 0,2 2-8 15,0 0-36-15,-1-1-28 0,-2 6-32 16,-1-1-27-16,0 4-37 16,1-3-40-16,0 4-47 0,4 0-45 0,-3 0-246 15,-5 2-614-15,8-1 272 0</inkml:trace>
  <inkml:trace contextRef="#ctx0" brushRef="#br0" timeOffset="171282.33">30779 5874 8 0,'0'0'268'0,"0"0"-14"0,0 0-19 0,-7 0-21 16,7 0-23-16,0 0-31 0,0 0-31 0,0 0-23 15,0 0-24-15,27-3-20 0,-17 2-21 0,3-2-12 16,1 2-5-16,0-1-2 0,4-3-18 0,-1 0-4 0,-3 0-2 0,-3-1 5 16,2 0-1-16,-1-1-1 0,-3 0-4 0,3-2 11 15,-7 4 1-15,3-3 6 0,-3 1 12 0,1 2 19 16,-4-2-4-16,0 2-3 0,0 2-6 0,0-4-2 31,-4 3-4-31,0 0-7 0,-3 2 1 0,-4-2-5 16,4 1-10-16,-4 3 6 0,-2-3-1 0,-1 3-3 0,1 1-1 15,-3 1-1-15,2 1 0 0,-1 2-7 16,3-1 6-16,0 1-2 0,0 3 7 0,1-4-7 16,1 8 1-16,2-6-7 0,1 6-6 0,1-2-5 15,1 1 4-15,6 0-1 0,-2 2 2 0,9 0-8 16,-2-4 2-16,5 3-6 0,1 0-8 0,2-3-4 16,4 2 7-16,-1-4-8 0,-1-2 3 0,11 1 0 15,-9-5 2-15,2-1 4 0,-3-1 9 0,-1-5 18 0,-1 3 18 0,1-2 8 0,-4-5 15 16,1 4 13-16,-1-3 11 0,-2 1 7 0,-3 0 12 15,-2-1 2-15,5 1 18 0,-5-1-4 0,1 4 9 16,-3-2 12-16,-1 4 0 0,2-2-17 0,-4 1-7 16,2 2-14-16,-1-1-13 0,-3 0-9 0,4 1-14 15,-4 2-16-15,4-3-26 0,-4 3-20 0,0 0-21 16,0 0 4-16,0 0 4 16,0 0 1-16,0 10 5 0,0-4 3 15,0 0 1-15,-4 1 10 0,4 1-9 0,-1-1-3 16,-2 0-8-16,3-2-4 0,-1 2 0 0,-1-2-3 15,2-2 0-15,-2 1 10 0,2 0 1 0,0-4 20 0,0 5 22 16,0-5 22-16,0 0-6 0,0 0-4 0,13-4-4 0,-8 3-4 0,5-3 1 0,-3 0-5 16,-1 1-4-16,3-2 2 15,1 1 0-15,2 1-2 0,-6 1-2 0,2 2-3 16,-2-3-2-16,-2 1-2 0,1 0-3 0,-5 2-3 16,9-2 0-16,0 2-4 0,-3 1-9 0,0 0-22 15,1 2-23-15,1-2-36 0,0 2-33 0,-1-2-48 16,2 2-56-16,-1-2-207 0,0 1-472 0,-8-2 209 15</inkml:trace>
  <inkml:trace contextRef="#ctx0" brushRef="#br0" timeOffset="171536.68">31548 5477 54 0,'3'-1'218'0,"-3"1"-23"0,0 0-16 0,13 8-23 16,-5-3-15-16,2 9-17 0,6 8-16 0,-1 5-5 15,0 2-5-15,8 16 1 0,-6-1-15 0,1 2 2 16,-8 1-8-16,-3 3-10 0,-5-4-3 0,-3 3-5 16,-3 1-3-16,-6-4-2 0,-3 3-4 0,-4-16-5 15,-15 11-12-15,0-3-24 0,-13-7-23 0,-6-2-59 0,-5-6-75 16,-29 2-177-16,26-16-349 0,-4-8 156 0</inkml:trace>
  <inkml:trace contextRef="#ctx0" brushRef="#br0" timeOffset="175325.18">20562 7325 12 0,'-3'-1'131'0,"3"1"-10"15,-7-2-1-15,7 2-2 0,-4-4-20 0,-1 3 3 16,5 1-8-16,0 0-9 0,0 0-8 15,-6-2-8-15,6 2-6 0,0 0-7 0,0 0-10 16,0 0 9-16,0 0-17 0,0 0 5 0,0 0-6 0,0 0 7 16,0 0-2-16,28 0 5 0,5 0-10 0,17-7 10 15,11 2-2-15,38-6 2 0,0-4-1 0,5-2 6 0,12-2 8 16,8 2 11-16,5-3 2 0,3 5 1 0,-10-2-4 16,-5 4-1-16,-10 3-3 0,-17 3-13 0,-32 3-3 0,1 0 1 15,-8 2-9-15,-19 4-3 0,-3-2-12 16,-11 2-17-16,0-1-29 0,-6 0-15 0,-2 2-8 15,-4 1-16-15,-2-3 0 0,-4 5 10 0,-2-2-10 16,-6 3-26-16,-1 1-33 16,-2-2-36-16,-6 1-149 0,-4-2-326 0,1-1 144 15</inkml:trace>
  <inkml:trace contextRef="#ctx0" brushRef="#br0" timeOffset="176089.8">20502 8187 72 0,'-1'-6'186'0,"-1"2"-15"0,-1-1-20 0,-1 1-16 15,4 4-17-15,-9 2-16 0,3 2-5 0,-4 3-13 0,-2 7-8 16,-5 7-9-16,-2 6-9 0,-1 2 1 0,-2 14-10 15,2 5-8-15,-1 1-3 0,5 3-7 0,1 0 2 0,5 4-6 16,-1-5-1-16,3 1 0 0,3-1-4 0,2-5-3 16,2-12-1-16,0 2-3 0,1-2 0 0,2-1 6 0,1 0-10 15,0 0-5-15,-2-1-1 0,0-3 1 0,-1-6 7 16,1-5-4-16,1-2 0 0,-4-5-3 16,1-1 5-16,1-4 10 0,0 2 9 0,-1-3 11 15,2-1 11-15,-1 1 17 16,0-2 7-16,0-3-1 0,-2 4-5 0,-4-3-6 15,6-1-5-15,-12-3-9 0,4 1-7 0,-4-3-16 16,0 2-21-16,0 1-18 0,-7-5-23 0,6 3-27 16,-3 0-23-16,-1-1-36 0,-1 1-39 0,3 0-181 15,2-2-368-15,0-1 163 0</inkml:trace>
  <inkml:trace contextRef="#ctx0" brushRef="#br0" timeOffset="176405.55">20077 8831 221 0,'-9'0'230'15,"9"0"-26"-15,-7-3-23 0,7 3-18 0,0 0-16 16,-7 0-20-16,7 0-10 0,0 0-14 0,0 0-14 15,0 0-7-15,0 0-7 0,29-7-7 0,0 1-5 16,6-1-8-16,14-7-7 0,6 2-3 0,2-2-7 16,2 5 0-16,-7-1-7 0,-13 4-2 0,-4 2-6 0,1-1-1 15,-6 2 0-15,-9-1-2 0,-2 3-10 0,-6 1-15 16,-1-1-14-16,-3 1-21 0,-3-1-6 0,-1 1-3 0,-5 0 3 16,5 2 1-16,-5-2 15 0,0 0-14 0,-19 10-8 15,5-6-19-15,-3 0-16 0,2 0-11 0,2-1-31 16,-1-1-120-16,1-2-269 0,-1 3 119 15</inkml:trace>
  <inkml:trace contextRef="#ctx0" brushRef="#br0" timeOffset="176874.99">20988 8586 223 0,'0'0'209'0,"0"0"-21"0,0 0-21 16,10 3-17-16,-7 0-16 0,3 2-17 0,-1-1-10 16,-1 5-10-16,2-1-17 0,-2 4-2 0,0 0-10 0,0 7-6 15,0-2-11-15,-3 2-2 0,-1 3-13 0,-1-3-7 0,-2-1-5 16,-1 1-9-16,-1-3 1 0,1 1-1 0,-5-1-1 15,4-5 2-15,0-2-1 0,1 1 6 0,-1-4 0 16,0-1-1-16,1 1 10 0,1-2 11 0,-1 0 17 16,2-1 18-16,1 1 23 0,1-4 24 0,-4 2 7 15,4-2-23-15,0 0-26 16,0-12-12-16,4 7-14 0,1-6-11 16,3-3-7-16,3-1-8 0,6-5-2 0,-3 3-7 15,4-4-2-15,-3 7 0 0,-2-1-5 0,1 2 0 16,-1 2-2-16,1 1-3 0,-5 3-3 0,-1 1 4 0,-2 2-5 15,1-1-7-15,-1 2-2 0,-1 0-10 0,-1 2-5 16,2 1-4-16,-6 0-3 0,11 4 3 16,-7-1 2-16,0 4-1 0,0 0-5 0,-3 1 3 0,3 2 2 0,-2 1 6 15,0 1-1-15,-1 1 2 0,4-1-20 0,-3 1-20 16,0 0-22-16,3-3-22 0,-5 1-34 0,4 0-20 16,0-4-55-16,-4 0-140 0,1-3-377 0,-1-2 167 15</inkml:trace>
  <inkml:trace contextRef="#ctx0" brushRef="#br0" timeOffset="177106.43">21385 8485 87 0,'5'-3'290'15,"-3"2"-31"-15,-2 1-30 0,7-3-25 0,-7 3-26 16,9 3-14-16,0 1-20 0,-2 5-19 0,2-2-8 0,2 7-15 15,3 4-10-15,-4 6-9 0,4 1-10 0,-3 4-5 16,-5 2-6-16,4 2-7 0,-6 0-10 0,-4 1-1 16,0-1-13-16,-4 1-8 0,-6-3-9 0,2 0-9 15,-7-3-8-15,-4-1-19 0,-5-2-28 0,-3-5-40 16,-4 2-73-16,-15-2-198 0,7-11-392 0,0-2 174 16</inkml:trace>
  <inkml:trace contextRef="#ctx0" brushRef="#br0" timeOffset="177413.05">20893 8397 56 0,'-6'1'186'0,"-3"3"-20"16,-2 2-19-16,-5 5-14 0,2 3-19 0,-4 6-8 0,-3 5-14 15,5 5-3-15,-4 0-13 0,-3 11-8 0,3 3-11 16,4-1-10-16,3-7 3 0,3-3-5 0,4 0-6 0,2-2 0 16,2 1-1-16,6-5-3 0,0 1 3 15,5-5-4-15,5-2-5 0,4-2-2 0,6-3-8 16,4 0-14-16,8-9-24 0,4-1-52 0,14-2-67 15,-1-7-114-15,3-2-272 0,-1 0 121 0</inkml:trace>
  <inkml:trace contextRef="#ctx0" brushRef="#br0" timeOffset="177791.58">21949 8736 271 0,'0'0'287'0,"0"0"-11"0,0 0-32 16,0 0-14-16,0 0-14 0,0 0-24 0,0 0-11 0,0 0-21 15,0 0-17-15,0 0-26 0,0 0-21 0,14-5-20 16,0 1-29-16,5 1-38 0,2-2-37 0,7-2-45 15,1 2-35-15,-1-4-45 0,-9 6-212 0,2-2-393 16,-3 0 175-16</inkml:trace>
  <inkml:trace contextRef="#ctx0" brushRef="#br0" timeOffset="177961.22">22057 8801 33 0,'-6'2'138'0,"4"1"-3"15,0 0 15-15,-3-1 6 0,5-2-2 16,-2 3-4-16,2-3-11 0,0 0-7 0,9 1-8 15,7-1-11-15,7-1-13 0,10-4-9 0,7-1-17 0,16 0-47 0,-2 0-64 16,6-3-74-16,-9-3-151 0,-10 6-283 0,-4-5 126 16</inkml:trace>
  <inkml:trace contextRef="#ctx0" brushRef="#br0" timeOffset="181269.59">23573 8475 101 0,'6'-10'162'0,"-1"1"-7"0,1 1 2 0,0-1-6 16,-3 3-1-16,4-2-11 0,-2-2-3 0,-1 2-6 0,1-1 0 16,-1 1-4-16,-3 3 3 0,2-2-4 0,-2 0-7 15,-1 1-7-15,4 2-3 0,-4 0-12 0,-4 0-6 16,4-2-22-16,-4 4-6 0,-1-2-9 0,0 0-8 0,-3 2-9 16,-2-1-2-16,-4 2-3 0,0 1-7 0,-1 1-7 15,-4 2 4-15,1 4-7 0,-1 0-2 0,-2 2 3 16,-1 6-8-16,-1 0-1 0,8-1 5 0,-5 4-5 0,4 1-2 15,-2 1 0-15,8-1-2 0,1-3 5 0,1-2-6 16,5 4-3-16,-1-2-3 0,1-4 2 0,2-1-3 16,1 0-1-16,4-1 4 0,-2 0 1 0,1-3 3 15,1-1 1-15,0-1 5 0,1-1 3 0,4 0 3 0,-2-3 9 16,4 0 10-16,0-2 3 0,-1 0 7 16,2-3 1-16,-2 0-1 15,3-2 2-15,0-4 6 0,-2 3-11 0,2-5 0 16,-2 1 0-16,2 0 7 0,-1 0-2 0,-5 3-2 15,3-2 6-15,-3 3-3 0,-3 1 2 0,2-1 1 16,-1 1-8-16,0 3 2 0,-2 1-10 0,-1-1-14 16,-2 3-9-16,6-4-14 0,-4 1-18 0,-2 3-1 15,0 0-1-15,0 0 4 0,9 10-3 0,-8-6-2 16,4 3-5-16,-1 0-14 0,-2 4-19 0,1 0-27 0,5 2-27 0,-4 0-24 16,1-2-40-16,1 1-40 0,-1-2-219 0,3 0-478 15,-3-3 212-15</inkml:trace>
  <inkml:trace contextRef="#ctx0" brushRef="#br0" timeOffset="181608.63">23919 8447 73 0,'0'0'263'0,"0"0"-35"0,0-4-22 0,0 4-25 15,0 0-18-15,0 0-16 0,-15 10-19 0,7-3-7 16,1 3-13-16,-5 1-15 0,-1 2-12 0,3 1-8 0,-3 2-4 0,4 0-7 16,3-2-9-16,-1-3-1 0,6 0-6 0,-4-1-4 15,5 1-2-15,0-2-3 0,3-4-1 0,3 2-5 16,0-1 4-16,6-2-4 0,-1-2-1 16,6-1-1-16,4-4-2 0,-2-2-4 0,0 0-2 0,-1 0 11 15,-2-2-1-15,0-2 8 0,-5 3 4 0,1-4-1 16,-3 1 1-16,-2-1-3 0,-1 1-4 0,1-1-8 0,-4 0-15 15,-1 0-1 1,-2-2-6-16,-2 7-12 0,-5-4-18 0,0 2-13 16,-4-1-18-16,-6 4-11 0,-3 4-13 0,-1 0-14 15,-8 2-25-15,3 3-35 0,-1 4-31 0,0-4-163 0,5 3-375 16,3 0 166-16</inkml:trace>
  <inkml:trace contextRef="#ctx0" brushRef="#br0" timeOffset="181955.18">23243 8932 23 0,'-10'3'208'15,"4"-2"-16"-15,-2 0-20 0,0 1-10 0,3-1-16 16,0 1-9-16,5-2-19 0,-8 2-13 0,8-2-10 15,-5 0-9-15,5 0 4 0,0 0 1 0,0 0-6 16,-7 3-8-16,7-3-5 0,0 0 0 0,0 0-1 16,0 0 0-16,0 0-4 15,25-5-1-15,5-1-8 0,3 2 3 0,4-2 1 16,12-2 6-16,5-1 7 0,4 1 0 0,1 0-2 16,-2 1-1-16,3-3-4 0,-4 5-9 0,-4-1-3 15,-13 3-8-15,-3 1-2 0,-4-1-6 0,-12 3-5 16,0-2-2-16,-7 2-12 0,-1 0-13 0,-4 0-10 15,1-1-10-15,-4 1-10 0,-5 0-16 0,10-1-16 16,-10 1-3-16,4 2-9 0,-4-2-11 0,0 0-28 0,-14 5-36 16,4-1-42-16,-2 1-219 0,0-3-434 0,0 1 192 15</inkml:trace>
  <inkml:trace contextRef="#ctx0" brushRef="#br0" timeOffset="182402.16">23704 9048 84 0,'0'0'232'0,"0"0"-30"0,-3 5-17 0,3-5-22 16,0 0-20-16,0 3-14 0,0-3-10 0,5 5-14 15,-1-1-12-15,-2-1-10 0,2 4-9 0,0-1-6 16,2 2-10-16,-3 2-7 0,2 1-2 0,-3 7-7 16,-2-1-3-16,0 3-3 0,-1-1-2 0,-1 5-5 15,-5-5-2-15,2 1 2 0,0-2-12 0,-1-1 4 16,-3 0-1-16,-1-2-1 0,1-2 3 0,1-1 1 0,3-3 1 0,-3-1-3 16,3-1-4-16,0-2 4 0,2 0 28 0,1-2 9 15,-1 1 9-15,2-2 22 0,1 1 0 0,0-3-10 16,6 2-4-16,6-2-8 0,6-2-4 0,2-1-8 15,1-1-3-15,7 1-11 0,0-4 0 0,-8 4 3 16,3 1 8-16,5-3 1 0,-7 1 8 0,-1 1 1 16,-1 0-6-16,-7 1-6 15,0 0-2-15,-1 2-8 0,-5-1-3 0,1 0-3 16,-2 0-5-16,-5 1 4 0,10-2-8 0,-7 1-2 16,-3 1-13-16,6-2-3 0,-6 2-28 0,5 0-23 15,-5 0-31-15,0 0-31 0,0 0-35 0,0 0-50 16,0 0-70-16,0 0-228 0,0 0-528 0,-10-10 233 15</inkml:trace>
  <inkml:trace contextRef="#ctx0" brushRef="#br0" timeOffset="185924.02">24839 8735 3 0,'-4'-1'133'0,"4"1"4"16,-6-2-6-16,6 2-16 0,-5-2-7 0,5 2-12 15,-5-1-3-15,5 1-10 0,0 0-17 0,0 0-6 0,0 0-7 0,0 0-3 16,-8-2-11-16,8 2 4 0,0 0-10 0,0 0-5 15,0 0-2-15,0 0 0 0,0 0 5 0,0 0-3 16,-5-1-4-16,5 1 5 0,0 0-7 0,0 0 8 16,0 0 19-16,0 0 2 0,0 0-1 0,0 0-2 15,0 0-5-15,0 0-3 0,0 0-5 0,18-2 2 16,0-2-6-16,11-2-5 0,2 2 2 0,6 1-10 16,1-2 0-16,12-2-10 0,-10 2-7 0,-1 0-16 15,-2 2-10-15,-1-1-23 0,-1 1-23 0,-6-3-26 16,-8 2-52-16,-4 3-113 0,0-2-282 0,-6-4 125 15</inkml:trace>
  <inkml:trace contextRef="#ctx0" brushRef="#br0" timeOffset="186131.15">25129 8531 262 0,'-4'-3'281'0,"3"0"-26"16,1 3-31-16,0 0-23 0,0 0-25 0,0-5-47 16,0 5-19-16,0 0-12 0,0 0-13 0,-9 17-9 0,8-2-5 15,-5 4-5-15,0 6-6 0,1 2-7 16,-2 7-3-16,-1-1-15 0,0 1-32 0,3 1-28 16,1-4-33-16,-1 3-25 0,5-5-34 0,-2-2-209 15,4-8-352-15,3-3 156 0</inkml:trace>
  <inkml:trace contextRef="#ctx0" brushRef="#br0" timeOffset="187496.41">26632 8418 76 0,'1'-10'168'16,"4"0"-6"-16,-3 2-3 0,-2 0 3 0,2 2 0 15,-2-1-5-15,-2 2-10 0,0-2-16 0,0-1-13 16,-2 6-17-16,0-6-11 16,-3 4-9-16,-3 0-8 0,-3 1-7 0,-5 3-11 15,-9 4-5-15,-4 1-9 0,-1 5 0 0,0 1-8 16,-5 1-3-16,3 4-4 0,1 2-2 15,2-2-2-15,4 3-4 0,3 1-1 0,3-1-6 16,1 0 0-16,8-3 4 0,2-1-4 0,1 2-6 16,5-5 4-16,-1-1-3 0,3 1 2 0,0 0-6 15,2-3 4-15,2-2 5 0,1 0 0 0,1-2 3 0,4 2 12 0,3-4 5 0,1-2 5 16,6-2 3-16,-3-1-1 0,7-4 7 0,-5-1 11 16,2 1-2-16,1-2-4 0,-2-2-1 0,0 0 10 15,-1 3-8-15,-1-4 0 0,-2 3-1 0,-1 0-1 16,-4 3 0-16,0 0-1 0,-3-1 2 0,-1 3-7 15,2 1-7-15,-5 0-7 0,2-2-1 0,0 2-18 16,-4 2-9-16,6-3-4 16,-6 3-2-16,0 0-4 0,13 5-5 15,-9-1-1-15,2 0-1 0,3 3-8 0,-1 1-8 0,1 2-16 16,5 1-22-16,-1 1-33 0,0 2-28 0,2-1-38 16,0-2-51-16,-5-3-189 0,3 1-441 0,-1-4 195 15</inkml:trace>
  <inkml:trace contextRef="#ctx0" brushRef="#br0" timeOffset="187850.3">26780 8506 183 0,'0'0'323'0,"2"-4"-36"15,-2 4-30 1,0 0-21-16,0 0-39 0,0 0-35 0,0 0-25 15,0 0-19-15,0 0-11 0,0 0-11 0,0 0-12 16,-2 16-8-16,2-8-7 0,-1 2-6 0,0 1-6 16,-1 2-6-16,1 2-3 0,1 1-4 0,0-1-5 15,1-3-19-15,-1 0-5 0,0-6-4 0,0 3 3 0,0-5-3 0,0 4 6 0,0-4 6 16,0 0 17-16,0-1 27 0,2 0 18 16,-2-3 6-16,0 0-11 0,0 0-6 0,0 0-6 15,19-12-2-15,-10 5-15 0,0 2-1 0,2-6-7 16,0 3-8-16,0 0-4 0,-1 1-5 0,-1 0 0 15,-1 2-4-15,-1 1-9 0,0 0 2 0,-1 2-1 16,-2 0-15-16,1-1-6 0,3 3-5 0,-8 0 2 16,13 5-16-16,-7 0-7 0,2 0-9 0,3 0-19 15,-1 3-32-15,-2 1-30 0,5 3-37 0,0 0-48 0,-3-2-270 0,-1-3-517 16,2 0 228-16</inkml:trace>
  <inkml:trace contextRef="#ctx0" brushRef="#br0" timeOffset="188890.4">27592 8320 111 0,'0'0'201'0,"0"0"-26"16,0 0-17-16,-5 2-13 0,5-2-13 0,0 0-22 16,0 0-8-16,-4 2-8 0,4-2-11 15,0 0-4-15,0 0-14 0,0 0-4 0,0 0-8 0,0 0-6 0,0 0 1 0,0 0-8 16,0 0-2-16,0 0-3 0,0 0 2 0,0 0-1 16,0 0 1-16,0 0 1 0,13-9 0 0,-7 7-5 0,0-3 12 15,2 3 6-15,-3-3 3 0,2 1-1 16,-2-1-2-16,0-1 5 0,0 1-1 0,-1 0 7 15,-2 1 1-15,1 0 1 0,-1 0 0 0,0 1 2 16,-1-1-7-16,-1 4-5 16,0-6-6-16,0 6-9 0,-3-5-10 0,-1 4-2 15,-2-1-8-15,-5 2-5 0,-2 0-2 0,-6 3-3 16,-1 2-1-16,0 1-3 0,-7 2-1 0,-1 1-1 16,1 2-1-16,-1 2-3 0,5-1 1 0,-1 3 0 0,1 4 0 15,0 2-2-15,2 1 1 0,5 1-3 0,-1 0 5 16,3 3-13-16,5 0-14 0,0 0-4 0,7-1-1 15,4-1-3-15,0-5 5 0,12 1 6 0,2-1 2 0,7-2 3 16,7-1 2-16,3-3-1 0,19-1 5 0,4-3-2 16,-1-4 3-16,4-5 2 0,2 0 3 0,-7-3-1 15,1-2-2-15,-15 1-1 0,-2-5 7 0,-3 1 0 16,-1-1-3-16,-5-1 3 0,2-4 0 0,-5 0 1 16,-11 1 4-16,3-2 5 0,-5 4 7 0,-4 0 9 15,-3 4 9-15,0-5 13 16,0 3-3-16,-5-1-5 0,0 4 0 0,-1 0-4 15,-1 0-2-15,-4 0-6 0,-4 1-6 0,-3 2-6 16,1 0-2-16,-2 4 3 0,-6 2-7 0,0-1-4 16,-1 3 4-16,1 4-3 0,1-2-4 0,3 3 4 15,0 2-1-15,1 0-4 0,5-4-13 0,3 3-1 16,-1-2-11-16,4 1 2 0,2-1 5 0,2 2 2 16,3-3 5-16,6 1 1 0,1-4 4 0,6 0-5 0,2 0 11 15,2-2-5-15,10-3 0 0,-2-3 2 0,-1-2 4 0,-7 3-2 0,-1-3 1 16,-3-3 2-16,0 1 2 0,0-2 6 15,-4 0-2-15,-3 2 4 0,-1-1 2 0,-1 0-2 16,-2-4 2-16,-1 0-7 0,-1 2-4 0,0-2-4 16,-3-1-1-16,-2 4-3 0,-3 0-11 0,-1-2-8 0,-4 3-11 15,2-2-12 1,-2 5-12-16,-2 1-8 0,1 1-8 0,-3-2-14 16,-1 5-19-16,3 0-15 0,-2 0-20 0,3 0-33 0,3 2-153 15,1-2-357-15,6 0 158 0</inkml:trace>
  <inkml:trace contextRef="#ctx0" brushRef="#br0" timeOffset="189268.72">28485 8357 177 0,'0'0'231'0,"3"-4"-14"0,-3 4-29 0,0 0-14 0,0 0-20 16,2-4-18-16,-2 4-15 0,0 0-14 0,0 0-13 16,0 0-10-16,-18 7-4 0,10-2-13 0,-3 2-6 15,2-1-7-15,-4 6-4 0,2-2-10 0,-2 1 1 0,-1 0-9 16,5-3-2-16,-1 2-3 0,2 0-2 16,-1 0-1-16,5 2-5 0,-3-2-3 0,3 3 0 15,2-2-2-15,0 2-6 16,2 0 5-16,0-1 1 0,4 1-3 0,2-3-1 15,-1 2-1-15,4-1-5 0,5 2 4 0,-3-2 1 16,-1-3-4-16,1 1 0 0,-2-4 3 0,4 2-3 16,-4-1-6-16,-4-2 2 0,0-1 4 0,0 2 1 15,-1-3-6-15,1 0-2 0,-2 1-8 0,-3-3 0 16,1 1 1-16,-1-1 1 0,0 0-4 0,-15 6-4 16,3-4-18-16,-2-1-18 0,-1-1-22 0,-2 0-23 0,4 0-34 0,-4-1-193 15,1-6-351-15,2 5 155 0</inkml:trace>
  <inkml:trace contextRef="#ctx0" brushRef="#br0" timeOffset="189801.02">28768 8325 12 0,'0'0'264'0,"4"-3"-23"0,-4 3-25 16,0-4-23-16,0 4-21 0,0 0-22 0,0 0-17 16,0 0-16-16,0 0-11 0,0 0-14 0,6 10-9 0,-6-6-10 15,1 4-1-15,1-1-12 0,-2 7-6 0,0-2-8 16,-2 3-1-16,-1 2-5 0,3 2-7 0,-2-1 0 15,0-1-5-15,0 2 1 0,-2 0-6 0,1-2-4 0,-2 0-1 16,2-2-4-16,1-3 2 0,-2-1-2 0,3-3 0 16,0-1 0-16,0-1-5 0,-1 0 7 0,2-3-3 15,0 1 32-15,-1 1 32 0,1-2 28 0,0-3 38 16,0 4 7 0,0-4 22-16,0 0 8 0,0 0-10 0,0 0-20 0,0 0-16 15,13-16-16-15,-4 7-12 0,2-5-13 0,2-1-11 16,4-4-3-16,-2 5-11 0,-4-1-10 0,6-7-5 15,-3 9-4-15,-5 5-9 0,-1 1 1 0,1 0-6 16,-7 2-7-16,5 0-4 0,-4 1-5 0,1 1-5 16,-1 0-4-16,0 2-21 0,-3 1-27 0,0 0 0 15,11 1 1-15,-7 4-6 0,0 0-2 0,1 2-5 16,1 3 8-16,0-1-2 0,0 1 5 0,0 5-5 16,-2-1 7-16,-2-2-2 0,4 0 8 0,-4-1-13 0,4 3-2 0,-4-5-12 15,1 2-15-15,1-2-3 0,-4-2-21 0,2-2-11 16,0 0-22-16,-2 2-10 0,2-2-17 0,-2-3-18 15,0 2-7-15,0 0-3 0,0-4-19 0,0 0-212 16,0 0-449-16,0 0 198 0</inkml:trace>
  <inkml:trace contextRef="#ctx0" brushRef="#br0" timeOffset="190204.29">29314 8346 218 0,'4'-1'299'0,"-4"1"-30"0,4-4-26 0,-4 4-28 15,4-2-19-15,-4 2-28 0,4-2-17 0,-4 2-17 16,0 0-24-16,0 0-12 0,0 0-6 16,3 7-17-16,-3-4-6 0,0 3-10 0,-1-1-9 15,1 2 1-15,-2 4-10 0,-2 0-4 0,0 4-2 0,0-3-5 16,-1 3-4-16,-1-5-3 0,-1 0-3 0,3 0-6 15,-1-1 0-15,1-2 2 0,3-1-3 0,-3-2 0 0,3 1 3 16,1 0 1-16,-4-3 20 0,4-2 28 0,-1 5 13 16,1-5 24-16,0 6 15 0,0-6-4 0,0 0-11 0,0 0-10 15,0 0 6-15,11-11-30 0,-7 5-5 16,1 0-13-16,2 3-1 0,-2-1-7 0,0 1-1 16,-1 2-11-16,0-3-4 0,-2 2-7 0,3-1 3 15,-5 3-13-15,8-2 1 16,-8 2-11-16,9 0-16 0,-9 0-2 0,10 2-11 15,-5 1 0-15,2-1-11 0,-1 3-14 0,2-2-8 16,-1 4-19-16,0 0-19 0,2-2-22 0,-2 4-26 16,2-4-35-16,-4 0-27 0,2 0-59 0,0-1-176 15,-5-1-481-15,-2-3 214 0</inkml:trace>
  <inkml:trace contextRef="#ctx0" brushRef="#br0" timeOffset="190401.81">29250 8368 156 0,'0'0'300'0,"-6"-3"-12"15,2 2-22 1,4 1-7-16,0 0-22 0,-6-3-15 0,6 3-26 0,0 0-20 16,0 0-22-16,0 0-18 0,21-4-16 0,0 3-20 15,7-1-30-15,8-1-32 0,-1 3-34 0,1-4-41 16,0 3-45-16,1 0-56 0,1-3-61 15,-7 0-179-15,-5 2-409 0,-5-3 181 0</inkml:trace>
  <inkml:trace contextRef="#ctx0" brushRef="#br0" timeOffset="190886.95">29700 8262 47 0,'0'0'275'15,"0"0"-32"-15,0 0-30 0,0 0-21 0,0 0-19 16,18-2-20-16,-13 2-17 0,8 3-15 0,0 1-13 16,-2 3-12-16,4 0-10 0,-3 4-10 0,1 0-8 0,-2 1-7 15,0 1-5-15,-3 3-11 0,-5 1-3 16,1-2-6-16,0 1-4 0,-4 2-5 0,-2-6-8 15,0 2-4-15,-3 3-1 0,-4-2-5 0,0-1 4 0,1-2-3 0,-1-5 0 0,0 0 1 16,2 1 0-16,0-1 3 0,3-4 3 0,-1 0 6 16,0 3 7-16,0-4 14 0,3 1 20 15,-1 0 27-15,0-1 30 0,3-2 12 0,0 0-13 16,0 0-17-16,0 0-6 0,4-14-18 0,0 7-4 16,3-3-10-16,0 0-9 0,5-7-5 0,-1 2-5 0,3-1-5 0,-1 1-1 15,0 0-14-15,0 3 7 0,-4 3-7 0,-1 0 9 16,1 1-3-16,-3-1-5 0,-1 5-1 15,-3 0 0-15,3 1-6 0,-1-1-10 0,-1 1-14 0,-1 0-15 16,-2 3-23-16,0 0-8 0,0 0 0 0,0 0 7 16,5 7 0-16,-6-1 2 0,2 1 5 0,-1 2 1 15,0 4-1 1,0-1 8-16,2 1 20 0,4 4-16 0,-2 0 5 16,6-1 11-16,0 0-22 0,7-1-30 0,2 3-37 0,5-4-57 15,4-2-69-15,-7-5-264 0,4-2-527 0,-7-2 233 16</inkml:trace>
  <inkml:trace contextRef="#ctx0" brushRef="#br0" timeOffset="191488.02">28720 8824 17 0,'0'0'191'0,"-5"1"-5"0,5-1-12 0,0 0-9 16,0 0-9-16,0 0-1 0,0 0-6 0,-8 0 5 0,8 0 0 0,0 0-8 15,0 0-5-15,0 0-11 0,0 0-8 0,0 0-9 16,0 0-11-16,0 0-6 0,0 0-12 0,0 0-6 16,0 0-4-16,0 0 4 0,0 0-15 0,0 0-6 15,0 0-3-15,0 0-7 0,0 0-3 0,0 0-4 16,0 0 0-16,0 0-7 0,0 0 1 0,-4 3 6 16,4-3-4-16,0 0 0 0,0 0-4 0,0 0-1 0,0 0-6 0,0 0 3 15,0 0-7-15,0 0-1 0,0 0 4 0,0 0-5 16,0 0-4-16,0 0 4 0,0 0 1 0,0 0-6 15,0 0 0-15,0 0 6 0,0 0 2 0,0 0 24 16,0 0-24-16,0 0-2 0,21-3-3 0,-1-2-2 16,8 1 2-16,8 2-4 0,18-6-2 0,3 1-3 15,7 2 3-15,36-3-2 16,-4 0 0-16,6 0 1 0,-6 2 11 0,2-2 4 16,-3-1 3-16,-29 3-2 0,-2 0 0 0,-5 0 4 15,-5 4-1-15,-17-1 0 0,-7-4 0 16,-7 3 1-16,-1 1-7 0,-8 1 9 0,-4 1 6 0,2-2 2 15,-6 1 6-15,2 0 5 0,-2 0-10 0,-6 2 7 0,9-1-13 16,-5 0-15-16,-4 1-22 0,5-1-19 0,-5 1-16 16,4-2-56-16,-4 2-44 0,0 0-28 0,0 0-29 15,-18 7-49-15,8-4-47 0,-3 1-241 0,0-3-576 0,-6 4 255 16</inkml:trace>
  <inkml:trace contextRef="#ctx0" brushRef="#br0" timeOffset="191857.56">29534 8961 19 0,'-3'3'234'0,"3"-3"-7"0,-5 1-6 0,5-1-6 0,0 0-8 15,-1 4-14-15,1-4-19 0,0 0-13 0,0 0-13 16,0 0-21-16,10 2-11 0,-3-2-12 0,4-1-8 16,1-1-13-16,-3 0-4 0,2 1-5 0,-1 0 0 15,-3-2 6-15,1-1 8 0,-2 1-2 0,0 2 2 16,-1-1-5-16,-1 0 0 0,-4 2-6 0,5-2-10 16,-5 2-10-16,4-3-7 0,-4 3-16 0,0 0-11 0,0 0-6 0,-13-2-4 15,13 2-8-15,-20 5 1 0,3 0-3 0,-2 4-2 16,1-4-1-16,-1 7-1 0,-5-2-2 0,3 2-2 15,8-2 3-15,-1 4 0 0,0-2-1 0,5 0-7 16,2 0-4-16,4 3 4 0,3 2 3 0,10-2 2 16,15 6 4-16,5-5-7 0,20 5-36 0,5-5-61 15,7-4-93 1,28-2-302-16,0-9-541 0,-29-2 240 0</inkml:trace>
  <inkml:trace contextRef="#ctx0" brushRef="#br0" timeOffset="192759.52">25486 8322 155 0,'0'0'244'0,"0"0"-14"0,0 0-12 0,0 0-15 16,0 0-23-16,0 0-17 0,0 0-17 0,0 0-18 15,0 0-10-15,18-14-16 0,0 12-9 0,2-3-11 0,12-2-23 16,4 2-15-16,-2 1-19 0,1-2-23 16,-1 2-34-16,0 1-31 15,0-1-38-15,-7 0-36 0,-8 2-174 0,-7 0-334 16,-1 0 147-16</inkml:trace>
  <inkml:trace contextRef="#ctx0" brushRef="#br0" timeOffset="193323.29">25481 8385 98 0,'0'10'118'15,"5"0"-12"-15,2 4-3 0,6 2-8 0,6 5-11 16,8 0 9-16,1-1-17 0,12 11 7 0,1-2-9 15,0 0-7-15,0 0-6 0,-3 3-13 0,-10-6 3 16,-2 1-2-16,-5 2-1 0,-1 0-9 0,-6 2-1 16,-5 1-6-16,-6 1-2 0,-3-1 1 0,-3-3-5 0,-8 3-4 0,-4-1-2 15,-2-2-5-15,-4-4 3 0,-2 3-3 0,-3-2 6 16,3-2-9-16,-4-6 0 0,4 2-1 0,-1-4 3 31,5-1-5-31,0-3 2 0,4 0-13 0,0-4 4 16,1 3 6-16,4-3 1 0,1 0-5 0,0-2 2 15,0 2-12-15,2-1 3 0,1-1 4 0,2 0-1 16,-1-1 4-16,0 2 1 0,2-3-2 0,1 3 14 0,-2-2 3 0,3-1-9 16,-1-2 3-16,2 3 1 0,-2-1-2 0,2-4 1 15,-4 5-8-15,4-5 5 0,-1 3 0 16,1-3-2-16,-1 2 2 0,1-2-2 0,0 0-3 0,0 0-1 16,-1 5 0-16,1-5 1 0,0 0 0 0,-2 4 5 15,2-4-3-15,-7 3-7 0,4-1 8 0,-1-1 6 16,0 3-4-16,4-4-7 0,-5 3 3 0,5-3 0 0,-6 4-1 15,6-4 4-15,-3 1 2 0,3-1 5 0,0 0 10 16,-6 3 7-16,6-3 4 0,0 0-1 0,0 0 6 16,22-1-5-16,-3-2-3 0,10-3-4 0,3 1 0 15,7 0 1-15,13-4-1 0,-2 0 0 0,7-3 3 16,2 3 5-16,-1 0 4 0,0 1 3 0,-3 3-2 0,-15 0-4 16,-4 2-1-1,-2-1-5-15,-13 2-5 0,0-1-4 0,-8 1 0 16,1 2-4-16,-5-1-1 0,-2 0-6 0,0 1-11 15,-7 0-10-15,10 0-22 0,-10 0-19 0,8 0-9 16,-8 0-7-16,0 0-10 0,0 0-44 0,0 0-54 16,-18 7-206-16,9-6-408 0,-4 0 180 0</inkml:trace>
  <inkml:trace contextRef="#ctx0" brushRef="#br0" timeOffset="193878.37">25651 9693 61 0,'0'0'304'0,"0"-4"-40"0,0 4-24 15,0 0-30-15,0 0-37 0,0 0-26 0,0 0-20 16,0 0-16-16,0 0-10 0,-8 10-12 0,5-3-7 0,-3 1-8 15,2 1-8-15,-2 3-7 0,1-2-5 0,-2 2-6 0,2 3-6 16,0 2-5-16,1-6 2 0,-1-1-8 0,5 1 0 16,-4 0-6-16,4-5 1 0,-1 0-4 15,1 0 1-15,-4-1-6 0,4-1 9 0,0-4 8 16,-1 5 15-16,-2-3 22 0,3-2 30 0,0 5 15 16,0-5 2-16,0 0-14 15,0 0-12-15,8-14-1 0,-3 6-15 0,0-1-11 16,3-1-9-16,-2 1-2 0,1-1-9 0,-1 2 8 15,1 1-14-15,-3 0-2 0,2 4-13 0,-2-2 9 16,-2 0-12-16,1 1-8 0,-1 1-2 0,1 1 3 16,-3 2-31-16,5-5-17 0,-5 5 1 0,0 0 1 15,0 0 1-15,10 9 5 0,-6-6-11 0,0 4-9 16,1 1-10-16,0 2-11 0,4 0-20 0,-1-1-16 0,1 1-12 0,1 4-22 16,3-5-18-16,1 1-32 0,2 0-51 0,-5-5-170 15,6 0-441-15,-4-5 195 0</inkml:trace>
  <inkml:trace contextRef="#ctx0" brushRef="#br0" timeOffset="194047.37">26085 9724 14 0,'4'-3'312'0,"2"-3"-28"0,-1 2-23 0,3-1-29 15,-3-2-21-15,2 5-20 0,0-2-21 0,-2 0-20 16,6 0-14-16,1 2-21 0,-3-1-27 0,4-1-39 15,1 3-48-15,2 1-37 0,-2 0-53 0,2 0-51 16,-2 1-186-16,-2-1-351 0,-1 0 156 0</inkml:trace>
  <inkml:trace contextRef="#ctx0" brushRef="#br0" timeOffset="194225.74">26224 9851 85 0,'0'0'161'0,"-1"5"-6"15,1-5 2-15,0 0-13 0,8 0-11 0,-8 0-12 16,16-1-12-16,-4 1-8 0,8-1-25 0,8-3-24 16,0 3-44-16,3-4-49 0,-1 3-170 0,0-5-227 15,-12 4 101-15</inkml:trace>
  <inkml:trace contextRef="#ctx0" brushRef="#br0" timeOffset="194410.59">26848 9543 97 0,'1'-4'295'16,"-1"4"-30"-16,4-4-37 0,-4 4-30 0,0 0-23 0,0 0-19 0,-9 12-17 16,4-4-14-16,1 1-9 0,-4 5-16 0,1 3-10 15,-3 7-8-15,2 0-7 0,0 1-34 0,4 1-30 16,-2 1-31-16,2-3-41 0,6-2-54 0,-1-3-219 15,1-4-360-15,3-5 160 0</inkml:trace>
  <inkml:trace contextRef="#ctx0" brushRef="#br0" timeOffset="195481.5">25764 7940 106 0,'0'0'175'0,"0"0"-12"16,0 0-13-16,-15-5-6 0,15 5-12 0,0 0-15 15,0 0-16-15,0 0-5 0,0 0-2 0,0 0-3 16,0 0 0-16,0 0-2 15,0 0-3-15,0-4-10 0,0 4-5 0,0-6-9 16,0 0-3-16,0 6 0 0,0-8 3 0,1 1-1 16,-1-2-4-16,4 0 1 0,-4 0 1 0,0-3 0 15,0 3-1-15,0-6-2 0,0 5-2 0,0-2 0 16,0-1-1-16,0 2-5 0,-2-1-6 0,0 2 0 0,1 0-5 16,1 4-1-16,-4-2 5 0,4 1-14 0,-4 2-4 15,2 0-6-15,-3 0-5 0,-1 1-9 0,-5 3-1 0,-3 1-2 16,-8 3-1-16,-7 4-1 0,-7 3-1 0,-11 6 5 15,0 4-4-15,-1-2 1 0,1 4 2 0,-7 0-4 16,3 1 2-16,-4 3 1 0,2-2-5 0,0 1 0 16,2 0 4-16,2-3 2 0,15-7 1 0,7-1-4 15,0-4 2-15,11-5-4 0,4 2 8 0,1-3-1 16,3-2 25-16,3 1 25 0,-3-3 10 0,8 0 1 0,-10-5-5 0,9 1-10 16,2-5-5-16,4-3-6 0,0-4-10 0,8-1-6 15,5-3 0-15,4-2-6 0,1 5-9 0,2 0 1 16,-7 5-5-16,0 3-2 0,1-1-7 0,-1 5-1 15,0-2-7-15,-1 6-8 0,3 4-5 0,-1 4 1 16,9 3-6-16,-1 5 1 0,2 3 0 0,2 2-2 16,10 12-8-16,-4-1-10 15,3 3-21-15,1 1-25 0,1 0-40 0,5 2-57 16,-8-3-238-16,0-3-468 0,-13-10 207 16</inkml:trace>
  <inkml:trace contextRef="#ctx0" brushRef="#br0" timeOffset="197701.49">4908 12008 39 0,'2'-4'70'0,"2"-2"-8"0,1-1-11 16,-1 2-6-16,5-2-15 0,1 1-10 0,-2 2-19 16,1-3-54-16,-2 2-58 0,4 0 25 15</inkml:trace>
  <inkml:trace contextRef="#ctx0" brushRef="#br0" timeOffset="198302.62">5061 11864 140 0,'0'-6'180'0,"1"-1"-6"0,0-1-12 0,-1 2-13 15,0-1 5-15,-1 0-4 0,0 0-12 0,0 1-10 16,-2 0-17-16,-2 0-10 0,3 1-13 0,-4 1-11 15,1 0-3-15,-2-3-11 0,0 3-7 0,-6-1-3 16,3 4-7-16,-1 1-7 0,-2-3-7 0,0 3-2 16,-1 0-2-16,-5 6-3 0,1-2-5 0,-2 4-3 15,0 0-8-15,-3 6-1 0,-1 1 1 0,0 4-2 0,5 2-2 0,-3 4-3 16,4-1-1-16,1 0-2 0,1 0 1 0,6 0 2 16,-2 3-1-16,5-1-2 0,3-1 1 0,0-6 1 15,4 0 0-15,0-2-4 0,2-1 1 0,2 2 3 16,0-4 1-16,0-1-1 0,2-2 3 0,-1-5 0 15,0 3 0-15,2-1 3 0,-1-4 4 0,3-1 11 16,-1-1 28 0,-2-2 7-16,7-3 9 0,-3-1 10 0,2-1 3 0,0-3 9 15,-1 1-7-15,0-4 4 0,1-1-7 0,-2-1 6 16,0-3-10-16,0 3-4 0,1-4-11 0,0 1-8 16,-1 1 5-16,-2-2-3 0,-1 2-2 15,1-1-6-15,-3 5 5 0,3 0 7 0,-4 3-3 0,-3-1 2 16,2 4-6-16,-2-2-2 0,3 3-8 0,-4 0-3 15,0 4-15-15,5-6-6 0,-5 3-31 0,0 3-22 0,0 0-20 16,0 0 4-16,0 0 6 0,5 10 4 0,-4-3-1 16,2 5 6-16,-3 2 3 0,1 2 6 0,2 2 3 0,-3 2 0 15,0-2 4-15,2 2 6 0,1-3-2 0,-2-1 1 16,3 2 2-16,0-2-1 0,-3-5 17 0,4 0-10 16,-1-1 3-16,0-2 4 0,4 2-2 0,-2-3 5 0,7-3 4 15,5-2-2-15,3-2-5 0,10-2-25 0,2-2-40 16,1-2-50-16,1 0-50 0,15-6-65 0,-19 1-233 15,0-3-503-15,-1 0 223 0</inkml:trace>
  <inkml:trace contextRef="#ctx0" brushRef="#br0" timeOffset="198756.84">5558 12102 253 0,'0'0'248'15,"0"0"-17"-15,0 0-20 0,0-4-17 0,0 4-25 16,0 0-19-16,0 0-19 0,0 0-23 0,0 0-12 15,0 0-15 1,-9 9-2-16,4-2-12 0,-3-1-8 0,2 3-6 16,-3 5-7-16,0-2-4 0,0 5-7 0,1-7-4 0,3 6-1 15,0-4-5-15,3 0-3 0,-3-1-3 16,2 0 0-16,3-1-5 0,0 1 0 0,0-3 5 16,1-1-5-16,4 0 2 0,-2-3-3 0,2 1 2 0,3-2-2 15,1 1-1-15,5-8 4 0,-3 2-5 0,4-2 6 16,2-1-5-16,1-2 3 0,-5-1-2 15,2-1-4-15,-3 0 4 0,-1 1-3 0,-2-4-3 0,-1 2 1 0,-3-1-1 16,-1 0-4-16,-2-1-8 0,-2 0-5 0,0 0 1 16,0 0-5-16,-3 0-6 0,-4 3-5 0,1-2-3 15,-2 3-10-15,-1 1-3 0,-4 2-9 0,3 0-13 16,-3 4 2-16,3-3-18 0,-3 3-17 0,3 1-20 16,2 1-18-16,2 0-33 0,-2 2-119 0,3-3-309 0,5 0 136 15</inkml:trace>
  <inkml:trace contextRef="#ctx0" brushRef="#br0" timeOffset="198957.21">6042 12072 149 0,'0'0'257'0,"0"0"-19"0,0 0-25 0,11-4-26 16,-11 4-14-16,10-2-24 0,-1 0-26 0,1 1-38 16,9-2-39-16,-1 2-47 0,3 0-76 0,-1-1-69 15,-6 1-87-15,0-1-253 0,-4 0 113 0</inkml:trace>
  <inkml:trace contextRef="#ctx0" brushRef="#br0" timeOffset="199119.76">5991 12252 104 0,'0'0'163'0,"0"0"-19"0,0 0-9 0,37-7-21 16,-16 2-25-16,8-2-39 0,7 0-60 0,1-1-122 16,0-1-142-16,0-3 62 0</inkml:trace>
  <inkml:trace contextRef="#ctx0" brushRef="#br0" timeOffset="199858.16">7119 11538 29 0,'0'-5'216'0,"3"-2"-14"16,-2-1-12-16,3 4-5 0,0-5-17 16,0 4-13-16,0 1-18 0,2-3-14 0,3-2-14 15,0 5-14-15,-1 1-5 0,3-1-14 0,-1 3-7 0,2-2-7 0,-1 3-10 16,1 3-6-16,0 1-9 0,0 0 0 0,-2 5-9 16,3 3-1-16,-1 0-3 0,-2 5-2 0,0 0-11 15,-4 3 9-15,1 6-3 0,-2 3-4 0,-7-1-1 16,-4 5-1-16,1 1-2 0,-11 11 2 0,4-11-8 0,-10 10 8 15,4-13-5-15,-8 7-1 0,4-8-4 16,-1-6 1-16,-1 1-6 16,2-4 14-16,0-1-6 0,8-6-1 0,-2-2 1 15,5-3-1-15,3-3 1 0,-2 0 2 0,5-1 18 16,-1-2 32-16,2 2 34 0,-1-5 3 0,5 0 11 16,-6 0 3-16,6 0-10 0,-2-7-14 0,4 1-4 15,2-2-9-15,-1-2-11 0,5-1-1 0,1-3-10 16,1-1-6-16,4 4-7 0,-1-4-9 0,0 3-2 15,-3 6-1-15,0 0-9 0,3 0-2 0,-4 1-9 0,0 3-7 0,2 2-10 16,1 0 0-16,-1 3-1 0,1 3 3 0,2 3-2 16,1 1 0-16,-2 0-3 0,0 5 4 0,0-2-4 15,-2 1-9-15,1 2 3 0,-1-2-9 0,-1-1-3 16,-3-2 1-16,-1-3-9 0,1 1-1 0,-4-3-1 16,0 0 6-16,3-3 6 0,-5 1 13 0,2 0 26 15,-2 0 11-15,-1-4 17 0,4 0-8 0,-4 0 1 0,0 0-5 16,9-9-2-16,-5 4-4 0,-3-1 2 0,2 0 5 15,3-3-11-15,-1 1-8 0,-1 0-10 0,0-1-15 0,1 4-11 16,-2-3-17-16,3 3-33 0,-2 0-29 0,0 1-44 16,5-3-38-16,-2 3-233 0,3-2-462 0,-2 3 204 15</inkml:trace>
  <inkml:trace contextRef="#ctx0" brushRef="#br0" timeOffset="200221.45">6984 12343 41 0,'-5'0'160'16,"5"0"6"-16,0 0-11 0,-5 3-4 0,5-3-2 15,0 0-13-15,-5 2-16 0,5-2-10 0,0 0-6 16,0 0-9 0,0 0-3-16,0 0-6 0,0 0-3 0,-5 0-11 15,5 0-6-15,0 0-8 0,19-2-8 0,-6-2-5 16,7 3-5-16,11-3-1 0,3-4-5 0,4 4-1 16,2 0-1-16,15-5 0 0,3 2 7 0,-6-5 8 15,6 6 3-15,-20 1 0 0,1-2-1 0,-1 1 2 16,-7 2 3-16,0 1-1 0,-8-1 1 0,-5 0-3 15,-4 5-6-15,-2-3-2 0,-6 2-5 0,3-2 1 0,-1-1-11 0,-3 3-2 16,0-1-6-16,-5 1-28 0,0 0-22 0,10 0-17 16,-10 0-14-16,-1 5-21 0,1-5-23 15,-12 6-44-15,1 0-252 0,-7 1-435 0,0-2 193 0</inkml:trace>
  <inkml:trace contextRef="#ctx0" brushRef="#br0" timeOffset="200653.03">7334 12593 31 0,'0'0'149'0,"-5"3"-8"0,5-3-8 0,0 0-6 16,0 0-11-16,0 0-6 0,0 0-15 0,0 0 3 15,0 0-4-15,14 3-9 0,-5-4-6 0,1-1-4 0,3-1-8 0,5-1-10 16,-5 1-5-16,0-1-4 0,-2 0-1 0,1-2-8 16,0 1-6-16,-1 0 2 0,-4 0 13 0,0 1 4 15,0 1-6-15,-4 0 0 0,-1-1-7 0,-2 4-5 16,3-3-11-16,-3 3 4 0,0 0-9 0,0 0-3 15,-28 7-2-15,9-2-2 0,1 4-5 0,-9 5-4 0,4 2 0 16,1 2-2 0,-1 4-6-16,0 1-3 0,2-1 3 0,0 0 0 15,4 1 2-15,2-1-6 0,8-5 5 0,-1 2 5 16,5-2 5-16,4 1 5 0,6 0 4 16,1-3 2-16,8 0 1 0,8 1-1 0,10-3 2 0,4-5-28 15,17 1-51-15,8-8-83 0,-6-2-178 0,2-7-348 16,0-5 155-16</inkml:trace>
  <inkml:trace contextRef="#ctx0" brushRef="#br0" timeOffset="201422.9">8580 11418 149 0,'-3'-11'177'0,"0"1"-8"0,2-1-3 16,-2 4-17-16,2-4 1 0,-2 5-11 0,2 1-11 16,0-1-17-16,-1 2-7 0,1 1-15 0,0-1-12 15,1 4-30-15,0 0-10 0,0 0-3 0,0 0-8 16,-9 14-4-16,1 3-3 0,0 13-10 0,-3 16 7 16,-6 7 1-16,-3 27 1 0,2-21-6 0,-1 32 1 15,-2-5 1-15,2-4 1 16,6-25-2-16,3 3-3 0,1-2 0 0,0 24-6 15,4-26 3-15,0-1 0 0,8 1-2 0,-1 0-4 16,-1-3-3-16,1-2 8 0,1-1 1 0,-4-4-4 16,1-12-10-16,-2-2 15 0,-5 0-2 0,2-3 3 15,-2-2 1-15,-1-4 4 0,-6-1 4 0,5-6-1 16,-3 0 4-16,0-4 2 0,-4 0 1 0,-3-3 0 16,4-1-3-16,-7-2-4 0,3 0 4 0,-4-4 1 0,4-1-7 0,0-1 2 15,1 0-3-15,-2-1-7 0,3-2-9 0,4 1-36 16,1 2-42-16,0-4-51 0,-1 2-207 0,3-1-367 15,2 1 163-15</inkml:trace>
  <inkml:trace contextRef="#ctx0" brushRef="#br0">8464 13058 5 0,'-4'10'122'0,"0"1"-18"0,-1 3-7 15</inkml:trace>
  <inkml:trace contextRef="#ctx0" brushRef="#br0" timeOffset="202462.77">9238 11147 15 0,'0'0'160'0,"-5"-2"-20"0,5 2-11 16,0 0-5-16,0 0-18 0,0 0-10 0,0 0-9 15,0 0-7 1,0 0-7-16,0 0-8 0,-6 6-6 0,6-6-11 15,0 0-6-15,0 0 2 0,1 6-7 0,-1-6-2 16,0 0 2-16,6 3-7 0,-3-2 11 0,-3-1 1 16,15-1-6-16,-6-2 1 0,5 1 1 0,-5-2-6 0,3 0 7 15,-1-1 2-15,-3-2-4 0,1 0 0 16,-1 1 2-16,-2 1-3 0,-5-2 1 0,3 2-3 16,-4 0-8-16,0 1-4 0,-4 1-1 0,-6 3-5 0,0 0-3 0,-8 3-2 15,-8 6-1-15,-5 1-5 0,2 7 1 0,-2 2 3 16,1 1-13-16,3 3 6 0,0 1-3 0,3 4-2 15,1-2 3-15,4 3 2 0,2 2-6 0,4 4 3 16,3 10 7-16,8-9 0 0,7 9-6 0,6-12 0 0,15 9-6 16,4-4-26-16,9-5-51 0,7-5-93 15,5-11-121-15,-1-5-321 16,2-7 142-16</inkml:trace>
  <inkml:trace contextRef="#ctx0" brushRef="#br0" timeOffset="203144.65">9803 11629 74 0,'0'-3'164'0,"0"3"-20"0,0 0-17 15,0 0-13-15,-10 11-11 16,1-1-10-16,4 7-7 0,-4 0-3 0,-4 10-4 16,4 5-3-16,-1 1-1 0,-7 12-8 0,7 1-2 15,-3 0-2-15,6-12 0 0,0 13-4 0,-2 1-4 16,4-14 2-16,0 2-7 0,0 13-2 0,4-16-3 0,1-1-6 15,-2 0-3-15,2-1-8 0,0-5 7 16,0-4-10-16,0-5-2 0,-1 0-2 0,1-5-2 16,-2 0-2-16,0-1 5 0,0 0 0 0,-2-3 1 0,0 1 2 0,-4 1 0 15,-2-5-1-15,0 3-3 0,-8-4 0 0,0 2 0 16,-1-2-5-16,-4-1-5 0,1-2-15 0,3-1-25 16,-1 0-25-16,2-1-24 0,4-2-42 0,-2-3-65 15,5-1-114-15,3 2-325 0,3-2 144 0</inkml:trace>
  <inkml:trace contextRef="#ctx0" brushRef="#br0" timeOffset="203611.79">9394 12198 47 0,'0'0'214'0,"0"0"-15"0,0 0-18 16,0 0-23-16,0 0-9 0,0 0-18 0,32-6-14 15,-6 3-9-15,4-1-11 0,7-2-9 0,3 2-11 16,12-3-6-16,-2-1-5 0,-14 3-8 0,2 3-8 16,-3-3-2-16,-6 3-9 0,-7-1-3 0,-7 1-10 0,-2 0-14 0,-2 1-21 15,-1 0-17-15,-4 1-18 0,-3 2-4 0,-3-2-18 16,0 0-31-16,-19 7-60 0,2-3-98 0,-3 1-275 16,-3-2 123-16</inkml:trace>
  <inkml:trace contextRef="#ctx0" brushRef="#br0" timeOffset="204829.54">8418 13084 208 0,'0'0'203'0,"0"0"-9"0,-3-2-14 0,3 2-10 16,0 0-17-16,0 0-18 0,0 0-13 0,-5-2-18 15,5 2-9-15,0 0-18 0,-11 7-5 0,8-3-12 16,-6-1-6-16,4 4-4 0,-4 3-7 0,3 1-4 15,-1-3-4-15,0 4-5 16,2-2-6-16,-1 2-3 0,3-3 2 0,1 0-8 16,0-1 2-16,-1-2 5 0,6 1-3 0,1-2 6 15,1 0 8-15,4 0-4 0,3-1-1 0,5-4 0 16,3-1-5-16,3-2 4 0,-2-5 5 0,-2 1 10 16,-3 0 15-16,0-3 13 0,-3 0 8 0,0-2-3 15,-7 2-3-15,2-6-7 0,-4 5-8 0,-3-3-7 16,0-2-5-16,-3 6-7 0,-4-2-4 0,1 2-7 0,-4 0-10 0,-3 1-3 15,1 2-8-15,0 1-13 0,-2 2-17 0,-1 3-22 16,-4-1-28-16,1 2-36 0,2 2-35 0,4-1-45 16,-2 1-234-16,7 0-459 0,6-2 203 0</inkml:trace>
  <inkml:trace contextRef="#ctx0" brushRef="#br0" timeOffset="205615.59">10208 11983 88 0,'-2'-4'269'0,"2"4"-13"0,0 0-22 0,0-6-24 16,0 6-23-16,0 0-22 0,0 0-15 0,0 0-19 15,2-4-15-15,-2 4-13 0,0 0-14 0,11 2 0 16,-11-2-17-16,13 5-13 0,-5 0-11 0,3 1-3 16,-3 0-5-16,0 4-7 15,-2-1-3-15,2 1-4 0,-3-1 0 0,-1 2-4 16,-2 1-3-16,0 2-4 0,-1-2 0 0,-2-1 5 15,-1 5-6-15,1-4-2 0,-3-2 0 0,0 0-1 16,-1 1-5-16,0-6-1 0,3 0 6 0,-1 3 4 16,1-4 6-16,0-1 12 0,1 1 16 0,1-4 28 15,-1 5 24-15,1-5 24 0,0 0 2 0,0 0-7 16,0 0-18-16,0 0-12 0,2-16-5 0,2 6-11 0,5 2-9 0,-1-4-9 16,3-3-2-16,3 1-7 0,0 2-8 0,0-3-3 15,0 1-5-15,3 1-5 0,-3 2 10 0,-5 3-15 16,4 1-8-16,-7 0 3 0,5 0-9 0,-5 2 1 15,-1 3-12-15,-1-1-9 0,0 3-6 0,0-2-7 16,-4 2-5-16,9 2-3 0,-6-2 1 0,4 3 1 16,-4 3-3-16,3 1 3 0,-3 1-7 0,3 2-1 0,-3 2-9 15,4 0-18-15,-3-2-13 0,-1 2-22 0,1 3-31 16,-1 0-22-16,-1-4-37 0,2-1-21 0,-1 0-250 0,-1-5-500 16,2-1 221-16</inkml:trace>
  <inkml:trace contextRef="#ctx0" brushRef="#br0" timeOffset="205869.34">10608 11834 59 0,'0'-5'222'0,"4"-2"-22"0,-3 4-23 15,-1 0-18-15,4-1-16 0,0 2-19 0,-4 2-13 0,10 4-10 16,-2 0-10-16,3 3-11 0,-2 1-2 0,3 5-4 0,-1-1-9 15,-1 6-9-15,2-1 0 0,-1 6 0 0,-4 1-5 16,-1 1-7-16,-1 1-2 0,-5 1-5 0,-1-1-3 0,-4-6-3 16,0 7-3-16,-3-1-16 0,-2-2-16 0,-4-1 2 15,0-2-9-15,-4-1-14 0,4-6-20 16,-8 3-28-16,3-6-44 0,1-3-62 0,-4-1-101 16,3-4-302-16,1-2 134 15</inkml:trace>
  <inkml:trace contextRef="#ctx0" brushRef="#br0" timeOffset="206147.3">10230 11787 19 0,'-8'2'131'16,"-2"-1"-17"-16,4 3-4 0,-6 4-11 0,1 4-2 15,-2 4-2-15,-5 5-11 0,3 3-4 0,-1 4-10 16,2-1-5-16,1 2-5 0,2 0-1 16,4 0 4-16,4 0-7 0,-1-1-3 0,6-1-8 15,2-2-7-15,5 4 0 0,4-4 0 0,4-1-4 0,4-2 1 16,2 2-1-16,4-8-8 0,4 1-1 0,3-4 0 16,3 1 0-16,-1-2-23 0,16-2-31 0,1-3-53 15,-15-4-170-15,1-2-272 0,-1-2 120 16</inkml:trace>
  <inkml:trace contextRef="#ctx0" brushRef="#br0" timeOffset="206651.05">11460 11969 88 0,'-6'-3'135'0,"-2"1"-13"15,-2-2-17-15,-3 3-1 0,0 0-7 0,-6 1-11 16,1 1-18-16,-3 0 8 0,-1 3-9 0,1 0-2 16,1 1-10-16,0 1 2 15,0 2-6-15,0-2 1 0,2 5-6 0,4-2-8 16,0-1-4-16,4 0-4 0,1 0 1 0,0 1-9 15,3-1 1-15,0 1-1 0,4-3-5 0,1 3 11 16,2-2-13-16,1-2 1 0,6 3 5 0,1-2-2 16,3-1 7-16,5 0-2 0,1-4-1 0,1-1 4 15,1-1 2-15,0-3-5 0,-1-2 1 0,2 2 0 16,-1-5 23-16,-2 0 8 0,-3-2 11 0,1-2 1 0,-3-1 0 0,-1-1 9 16,-3-1-2-16,0-1-7 0,-1-8-4 0,-2 1 1 15,-1-1-6-15,-1-4-3 0,0 1 1 0,-4-1 0 16,1 0 7-16,2 0 11 0,-6 4 9 0,3 6 2 15,-1 2-4-15,1 1 11 0,-3 4-23 0,2 2-11 16,1 2-5-16,-2 4-8 0,0-1-12 0,2 1-22 16,0 4-9-16,-5-1 1 0,5 1-4 0,-14 11 11 0,6 1-9 0,1 4-9 15,-3 7-7-15,1 2-14 0,0 3-7 16,-1 3-18-16,3 0-14 0,2-1-18 0,0 0-28 16,2 0-17-16,2-1-33 0,1-3-23 0,3-5-244 0,0-3-465 15,0-5 206-15</inkml:trace>
  <inkml:trace contextRef="#ctx0" brushRef="#br0" timeOffset="207050.69">11607 11836 171 0,'3'-2'173'0,"-3"2"-21"16,7 0-15-16,-7 0-19 0,0 0-13 0,9 7-6 0,-6 0-18 15,2 3-8-15,-1 0-2 0,-3 2-10 0,3 2 1 16,-1 5-14-16,-3-4-2 0,-3 4-9 0,2-2-2 16,-5-2 0-16,2 3-5 0,-2 0-1 0,3-2-2 15,0-4-3-15,-1-2-2 0,0 0-4 0,2-4-2 16,1 1 2-16,-2-3 2 0,2 1 18 0,1 0 17 16,-1-3 22-16,1-2 22 15,-2 5 27-15,2-5 28 0,0 0-15 0,0 0-13 16,0 0-13-16,19-12-13 0,-6 5-11 0,1-5-13 15,0 0 9-15,9-3-20 0,-1-2-13 0,-1-1-3 0,0-2-8 16,2-2-11-16,-1 1-7 0,-3-2-3 0,0 1-2 16,-5-2-1-16,0 10 8 0,-6 2 9 0,-2 2 14 15,2 0 8-15,-7 5 0 0,4 0-11 0,-1 1 0 16,0 0-17-16,-4 4-3 0,0 0-7 0,0 0-8 16,0 0 6-16,-14 17-4 0,5-4-7 0,0 4 4 0,0 0-7 15,-4 7-13-15,6 1-6 0,3 1-3 0,3-1-4 16,3 1-6-16,7-2-15 0,5 1-31 0,2-3-45 15,9 0-69-15,7-5-111 0,18 1-183 0,-2-8-523 16,6-7 232-16</inkml:trace>
  <inkml:trace contextRef="#ctx0" brushRef="#br0" timeOffset="208719.2">5080 14669 115 0,'3'-7'163'16,"0"-1"-1"-16,-1 1-12 0,-2-3 3 0,1-1-10 15,0 1-13-15,-2 3-3 0,1 0-6 0,-3 1-6 0,1 0-5 16,1 0-14-16,-2 0-12 0,-1 1-18 0,-2 4-16 15,-2-1-4-15,-4 1-10 0,-3 2-3 0,-5 1-6 16,-5 8-3-16,0 2-2 0,-2 2-4 0,0 1-2 16,4 3-2-16,1 3-11 0,1 3 5 15,1-3 1-15,1 5 0 0,0-1-5 0,3 3-2 0,3-5 2 16,3 2-3-16,2-2 1 0,3-5 1 0,1-1-5 0,3 0 5 16,1 0-4-16,1-3 4 0,2-4 1 0,2-1 0 15,0 2-3-15,4-5 6 0,0 1 4 0,4-5-8 16,2-1 5-16,2-2-3 0,1-1 8 0,2-5 7 15,-1 1-3-15,-1-2 9 0,-2-2 6 0,0-5 6 16,-3 3 8-16,0-2 0 0,-2-5 2 0,-2 6 0 16,4-4 0-16,-7 1 3 15,2-4-6-15,1 3-6 0,-3-6-2 0,1-2-6 16,-4 9 6-16,0 7-2 0,1-4 14 0,-4 7 2 16,2-3-4-16,0 5-7 0,0 0-9 0,-2-3-6 15,0 4-6-15,1-1-27 0,-1 4-5 0,0 0-4 16,0 0 9-16,0 0-7 0,0 17 4 0,2-7-3 0,-2 0 0 15,1 8 2-15,2-1-4 0,0 0-9 0,3 1-7 16,0 1-13-16,3 5-9 0,-2-7-16 0,3 0-37 16,-1 0-19-16,3 0-22 0,1-3-25 0,2 1-182 15,-4-8-382-15,0 0 169 0</inkml:trace>
  <inkml:trace contextRef="#ctx0" brushRef="#br0" timeOffset="209052.71">5336 14829 132 0,'0'0'172'0,"9"0"-18"0,-9 0-19 0,10 0-14 15,-4 1-14-15,-1 1-11 0,3 2-14 16,-3 1-6-16,3 0-16 0,2 4-1 0,-5 3-10 16,0-4-8-16,2 8-2 0,-6 1-3 0,4 1-2 0,-7 1-8 15,-2 6-3-15,-3 1 1 0,1-2-6 0,-2-4 0 16,2-3-4-16,-3-1 6 0,2-2-6 0,5-4-11 0,-2 1 2 16,0-6 3-16,4 2 2 0,-2-2-3 0,-2-1-4 15,4 0 9-15,0 0-6 0,0-4 0 0,4 4 3 16,-1-2-1-16,9-2-2 0,1-2-21 0,10-1-44 15,5-2-39-15,4-2-146 0,-1 1-264 0,1-2 117 16</inkml:trace>
  <inkml:trace contextRef="#ctx0" brushRef="#br0" timeOffset="210005.22">5402 14836 166 0,'0'-2'207'0,"0"-3"-16"0,0 5-6 0,0-5-13 16,0 5-9-16,3-6-15 0,-3 6-16 15,0 0-18-15,-3-4-8 0,3 4-17 0,0 0-10 16,0 0-16-16,0 0-14 0,0 0-7 0,0 0-8 0,0 0-1 0,3 18-7 16,-2-7 0-16,-1 7-4 0,-1 3 0 0,1 5-5 15,0 2-4-15,-3-2 0 0,-1 3 0 0,3 0-1 16,0 1-4-16,-2-2 3 0,-1-1-7 0,2-6 3 16,-1-2-1-16,2-1 1 0,1-2-1 0,0-5-2 15,-1-3 3-15,1 1-3 0,1-4 5 0,-2 2 0 16,-2-5 7-16,3 3 35 0,0-5 38 0,0 6 41 0,0-6 25 0,3 1 26 15,-3-1-11-15,0 0-19 0,0 0-17 0,2-14-14 16,3 3-10-16,-1 0-15 0,0 0-11 0,5-7-11 16,-1 1 2-16,-1-1-22 0,5-3 1 15,-3 2-13-15,1 4-1 0,-1-1-8 0,-4 5-6 16,2 0 0-16,-2 2 10 0,1 1-21 0,-2 4-9 16,0-2-15-16,-3 4-21 15,4-1-17-15,-1 0 2 0,-4 3-1 0,10 3-1 16,-5 0 2-16,0 0-7 0,3 5-2 0,-2 0 0 15,2 2 3-15,-2 1-1 0,5 3 3 0,-5-1-7 16,4 2-2-16,-5 0 0 0,3-1 0 0,-3 2-8 16,4-6-4-16,-4 3-7 0,-1-4-13 0,-3 1 2 15,3 0-7-15,-1-5-16 0,-2 2-11 0,-1-1-2 0,1-2-14 16,3 3-1-16,-1-5-6 0,-1 3 1 0,2-2-31 0,0-2-124 16,-4-1-321-16,0 0 142 0</inkml:trace>
  <inkml:trace contextRef="#ctx0" brushRef="#br0" timeOffset="210255.51">6100 14929 55 0,'0'0'299'0,"0"0"-30"0,0 0-28 0,0 0-28 15,0 0-23-15,0 0-21 0,14-13-20 0,0 9-34 16,1-4-43-16,3 4-47 0,0-2-43 0,0 4-54 16,1 0-45-16,-9-1-148 0,3 2-288 0,-3-1 128 15</inkml:trace>
  <inkml:trace contextRef="#ctx0" brushRef="#br0" timeOffset="210405.84">6140 15073 134 0,'0'0'174'0,"11"2"-8"16,3-4-20-16,14-2-14 0,2-3-12 0,8 2-42 15,-1-6-57-15,18-4-63 0,-4 0-114 0,6 0-167 0,0-4 75 16</inkml:trace>
  <inkml:trace contextRef="#ctx0" brushRef="#br0" timeOffset="211153.77">7439 14185 81 0,'4'-7'203'0,"-2"-1"-20"16,2 2-13-16,4-1-22 0,0 1-13 0,-2 2-18 16,0 2-11-16,4-1-13 0,-2 3-13 15,-8 0-6-15,17 7-12 0,-7 0-4 0,-4 3-9 16,4 4-4-16,-3 6-3 0,-2-3-5 0,-4 7 0 0,-2 5-6 0,-8 2-1 16,3 1-10-1,-7 1 5-15,-9 8-4 0,2-9-4 0,-2 9 4 16,3-12-3-16,0-2-5 0,1-2 1 0,3-4-2 15,3-7-1-15,3-1 0 0,3-4-1 0,-2-1-2 16,4-4 20-16,2 0 23 0,-2 2 26 16,0-3 29-16,1-1 18 0,3-2-2 0,0 0-14 0,0 0-17 15,0 0-9-15,12-12-8 0,-4 5-5 0,3 1-15 0,2 2-5 16,6-4-8-16,-2 2-9 0,2 1-14 0,1 0-13 16,1 4-13-16,7 0-14 0,-8 1-22 0,2 4-27 15,0 1-37-15,-2 3-54 0,7-2-58 0,-10 4-193 16,1-3-448-16,-3-1 198 0</inkml:trace>
  <inkml:trace contextRef="#ctx0" brushRef="#br0" timeOffset="211438.84">7119 15037 121 0,'0'0'215'15,"0"0"-26"-15,0 0-23 0,35-10-10 0,-14 6-19 16,11-4-18-16,19-2-10 0,0-2-24 0,5 1-14 16,5 0-1-16,3-2-10 0,1 2-11 0,-2 0-4 15,-2 4-4-15,-6 1-11 0,-18 1-8 0,-1 2-10 0,-7-3-23 0,-8 5-11 16,-4 0-29-16,-3 1-11 0,-4 0-13 0,-4 0 1 15,-6 0 9-15,0 0-27 0,0 0-116 0,-20 4-225 16,1-3 100-16</inkml:trace>
  <inkml:trace contextRef="#ctx0" brushRef="#br0" timeOffset="211824.16">7567 15109 89 0,'-4'3'213'15,"4"-3"-15"-15,0 0-23 0,0 0-15 0,0 0-16 16,0 0-17-16,0 0-11 0,0 0-14 0,0 0-8 15,19-3-15-15,-7 3-5 0,-3 0-10 0,2 0-9 16,2 0-8-16,0 0-1 0,-1 0-8 0,0 3-4 0,1-2-5 16,-2 3-7-16,1-1 1 0,1 2-7 0,-2 0 1 0,-1 2-7 15,-3 0 0-15,0 1-3 0,-2 4 2 0,0 3-1 16,-2 3-4-16,-7 1-3 0,-2 7 3 0,-6-3-5 16,1 3 3-16,-2-4 0 0,3-5-2 15,1 1 0-15,-3-4 2 0,3-1-2 0,2-2 4 16,0-4-4-16,4 0 0 15,-1-3 4-15,0 1 7 0,3-2 3 0,1 1-2 16,0-4 5-16,10 3-3 0,9-6 0 0,8-1 0 16,6-3-29-16,4 0-42 0,17-8-64 0,-7 5-202 15,4-3-347-15,-12 2 153 0</inkml:trace>
  <inkml:trace contextRef="#ctx0" brushRef="#br0" timeOffset="212693.55">7658 15201 109 0,'0'0'183'0,"0"0"-21"0,0 0-17 0,-7 0-18 0,7 0-12 16,0 0-13-16,-1 6-21 0,1-4 2 15,0-2-13-15,2 7 6 0,0-3-15 0,0 0-10 16,2 0-7-16,2 1-1 16,1-2-1-16,3-1 1 0,4-2-9 0,4 2 3 15,5-5-6-15,-3 2-4 0,6-3-6 0,-3 0-1 16,-1-3-1-16,-3 2-1 0,-1-3-1 0,1 1 6 15,-5-1 11-15,-1 2 11 0,-3-2 6 0,-2 1 7 16,1-1-9-16,-4-1 12 0,1 4 2 0,-5-1 2 16,-1 0-2-16,0 1-5 0,0 1-5 0,-3 1-10 15,-3 2-7-15,-5 0-13 0,-3 3 2 0,-5 2-5 0,-8 7-2 16,-5 3-2-16,4 0-2 0,0 7-4 0,-2-2-3 0,6 5-5 16,-2 2 3-16,4 1-7 0,1 2 3 0,7 4 0 15,1-5-3-15,6 3 2 0,3-5 0 0,4-1 2 16,5-6 3-16,10 3 2 0,4-2 4 0,12-3 3 15,9-8-16-15,17 1-28 0,7-6-45 16,2-8-75-16,25-6-248 0,-3-8-430 0,-28 3 191 0</inkml:trace>
  <inkml:trace contextRef="#ctx0" brushRef="#br0" timeOffset="213156.45">9218 14275 42 0,'-2'-5'166'0,"2"5"-21"0,0 0-17 0,0 0-13 16,0 0-12 0,-12 12-12-16,4 0-7 0,-1 3-18 0,-2 10 0 15,-1 5-3-15,-1 4 1 0,-2 15 0 0,2 4-8 16,-2 2 0-16,2 3-3 0,-1 24-4 0,6-25-5 15,7 0-3-15,-3 3-4 0,4-3-7 0,0-1 1 16,1-2-6-16,2-4-3 0,2-3 1 0,0-1-9 16,-2-12 0-16,-2 12 0 0,7-10-2 0,-7-4 2 15,-1 3 5-15,0-6-4 0,-5 0 8 0,4-11 0 0,-7 2-12 0,0-3 1 16,-1 1 0-16,-2-3 3 0,-2-3-6 0,-1-2 4 16,-3 2-4-16,-2-2-10 0,1-3-24 0,-3-1-29 15,-1-2-56-15,-6-1-175 0,1-3-307 0,9-1 137 16</inkml:trace>
  <inkml:trace contextRef="#ctx0" brushRef="#br0" timeOffset="213510.9">9257 15746 89 0,'-5'8'167'16,"-5"1"-20"-16,1 3-14 0,-2 0-8 0,-1 1-17 16,2 2-11-16,2 1-6 0,-2-2-12 0,2 3-11 15,6-3-4-15,-1-2 2 0,1 0 7 0,2-3-12 0,1 2 6 16,3-3 1-16,0-2 5 0,7 0-2 0,1-4 2 0,5-1-3 15,3-3 1-15,1-2 8 0,5-7 13 0,-8 3-3 16,-3-2 13-16,1-3 6 0,-1 0-8 0,-5 1-5 16,0-3 0-16,-6 5-6 0,0-6-5 15,-2 3-4-15,-2-1-10 0,-2 3-16 0,-2 0-2 16,-6 1-9-16,1-1-8 16,0 3-13-16,-6 0-20 0,-2-1-25 0,-5 4-40 15,2 0-38-15,-1 0-46 0,-2 1-68 0,3-4-220 16,7 3-469-16,-1-5 208 0</inkml:trace>
  <inkml:trace contextRef="#ctx0" brushRef="#br0" timeOffset="214128.28">9898 13825 56 0,'0'0'133'0,"0"0"-10"16,-4 2-7-16,4-2-15 0,0 0-11 0,0 0-7 16,0 0-11-16,0 0-5 0,0 0-3 0,7 7 2 15,1-4-2-15,1-3 4 0,0-3-2 0,4 3-8 0,3-6 1 16,2 1-5 0,-1 0-7-16,-2-1 4 0,-3 2 4 0,-2-1-4 15,1-2 5-15,0 2 1 0,-5 3 8 0,-1-3-5 16,0 0-2-16,-1 2-11 0,-3-1-6 0,-1 4-6 15,0 0-10-15,-19 4 4 0,4 3-8 0,-12 4-8 16,0 7 2-16,-2 4 0 0,-2 1-7 0,-6 10 2 16,0 4-1-16,5 1-9 0,3-2 6 0,3 5-6 15,4 3 9-15,7-11 2 0,1-1 1 0,8 2-2 0,4 3 2 0,6-4 0 16,9 1-2-16,6-5 0 0,8 0-3 0,16 3-33 16,6-6-61-16,2-9-74 0,8-3-162 0,2-6-349 15,-1-5 155-15</inkml:trace>
  <inkml:trace contextRef="#ctx0" brushRef="#br0" timeOffset="214628.52">10658 14230 88 0,'-1'-6'204'0,"-2"3"-18"15,3-1-26-15,0 4-21 0,0 0-15 0,0 0-11 0,-15 13-14 16,7-3-13 0,-5 12-7-16,3 5-13 0,-3 2-3 0,-1 17-8 15,-5 1 2-15,3 1-2 0,0 7 4 0,1 1-6 16,3 4 3-16,5-4-11 0,1-1-4 0,0-1 4 15,2-4-3-15,2-3 0 0,2-10-2 0,0-3-19 16,1-1-2-16,0-3-1 0,1-2 2 0,-1-9-4 16,-1-1-1-16,-1-2 4 0,-2-4-4 0,2-2 5 15,-1-1-8-15,0 0 4 0,-3-1 6 0,0-2 0 0,-4-1 1 0,-1-1-1 16,-3 1-8-16,-8-8-14 0,2 3-20 0,-9-3-29 16,-1-1-33-16,4-2-45 0,4 0-53 0,-9-6-126 15,11 1-331-15,4-3 147 0</inkml:trace>
  <inkml:trace contextRef="#ctx0" brushRef="#br0" timeOffset="-214598.96">10193 14795 131 0,'0'0'223'0,"-3"2"-12"15,3-2-18-15,0 0-15 0,0 0-24 0,0 0-11 0,31-9-15 16,-3 1-16-16,8 1-10 0,14-4-12 0,2 0-5 16,2 2-9-16,-17 4-7 0,-4 1-7 0,0-4-10 15,-6 3-14-15,-7 2-10 0,-3-2-5 0,-4 1-6 16,-3 3-5-16,-3-1-8 0,0 1-10 0,-3 0-22 16,-4 1-25-16,0 0-8 0,0 0-19 0,0 0-13 15,0 0-18-15,-31 2-16 0,16-2-21 0,-2 3-90 0,3-4-257 0,4 1 114 16</inkml:trace>
  <inkml:trace contextRef="#ctx0" brushRef="#br0" timeOffset="-214166.54">10999 14518 168 0,'6'-4'180'0,"-2"4"-18"16,1-2-20-16,-5 2-14 0,12 2-6 0,-7 2-14 15,0 3-13-15,3 1-13 0,-3 0-11 0,0 8-4 0,-1 0-4 16,-3 0-7-16,-1 3-5 0,-5 2-6 0,1 4-3 16,-5 0-4-16,-1 1 1 0,1-1-5 0,0-8-6 15,3-1 1-15,-6 0-4 0,3-3-2 0,4-4 1 16,-1-1 1-16,2-1-8 0,0-2 9 0,2 0 24 15,-1 1 23-15,2-2 28 0,-1-3 14 0,2-1-10 16,0 0-7 0,0 0-13-16,9-12-9 0,0 1-9 0,4 0-5 0,2-1-8 15,6-9-5-15,-1 5-5 0,3-4-5 0,0-1-3 0,-3 11-4 16,4-7-1-16,-7 6-5 0,-1 0-3 0,-2 2 2 16,-4 4-4-16,-2 0-7 0,-2 1-1 0,2 0-5 15,-3 1-9-15,0 2 4 0,-5 1-16 0,9 1 3 16,-5 3 5-16,0 1-4 0,0 2-2 0,-2 0 0 15,2 3 5-15,-3 2-12 0,2 0-17 0,-2 4-24 16,3-3-32-16,-4 3-35 0,1-3-35 0,3-1-39 16,-4-2-198-16,4 2-430 0,-4-7 190 0</inkml:trace>
  <inkml:trace contextRef="#ctx0" brushRef="#br0" timeOffset="-213943.51">11486 14495 67 0,'9'0'144'0,"-3"2"-14"15,5 3-1-15,-5 2-10 0,7 2-6 0,-2 7-7 0,2 7-6 16,-4 1-5 0,-1 4-6-16,-3 3-5 0,-3 1-17 0,-3 1-1 15,-4 3 1-15,-5 10-8 0,-6-1-10 0,2-13 0 16,-5 2-8-16,0-6-25 0,-4 1-13 0,-4-2-36 0,-2-5-41 0,-2-4-47 15,-2-6-107-15,-1 0-246 0,4-6 108 0</inkml:trace>
  <inkml:trace contextRef="#ctx0" brushRef="#br0" timeOffset="-213680.93">10975 14321 76 0,'-23'13'180'0,"-1"5"-9"0,1 4-16 16,-3 5-17-16,-6 9-12 0,4 6-11 0,2 5-12 0,5 2-10 15,2 0-9-15,6 2 0 0,3-1-10 0,7 0-9 16,9 0-5-16,3-5-4 0,8 0-8 15,2-13-4-15,9 5-15 0,0-12-41 0,17 3-66 0,-8-13-191 0,14 2-291 16,0-11 129-16</inkml:trace>
  <inkml:trace contextRef="#ctx0" brushRef="#br0" timeOffset="-212347.59">11963 14495 50 0,'0'0'170'16,"-3"-4"-17"-16,3 4-14 0,-4-3-10 0,4 3-18 31,0 0-13-31,0 0-8 0,0 0-11 0,-5-3-10 16,5 3-3-16,0 0-10 0,0 0 2 0,0 0-7 0,0 0-8 15,9-5-4-15,-1 5-1 0,4-4-8 0,4 2 4 16,4-2-8-16,-3 0-4 0,3 0-2 16,-1-1 6-16,-2-3 1 0,2 1-2 0,-5 1-6 0,4-2 4 15,-5 0-5-15,-3 1 5 0,-2-2 2 0,0 2 11 16,-2-2 7-16,-1 3-2 0,-3-2 2 0,0 2 3 0,-2 0-8 16,-2 0-7-16,-1 0-4 0,-4 3-5 0,1 1-4 15,-7 0-3-15,-6 1-3 0,-3 2 1 16,4 3-1-16,-8 4-4 0,-1 3-2 0,-1-1 0 15,1 5-4-15,0 1-2 0,0 2 0 0,3 3-3 0,-2-1 0 0,3 1 2 16,4 1-1-16,4 3 1 0,-2-1-1 0,6 2 1 16,3 2 3-16,4 0 0 0,4-4-1 0,8 1 1 15,2-2-2-15,8 1 1 0,7-6 3 0,10-3 1 16,14-1-1-16,2-2-4 0,7-4-2 0,5-6 0 0,1 1 0 16,-1-7-2-16,-1-3 1 0,-7 0-3 0,0-3 1 15,-4-1-6 1,-16 3-1-16,-1-3-1 0,-2-2 3 0,-4-1 2 15,-4-1 5-15,-8 7 8 0,-2-6 4 0,-5-1 3 16,-3 3 4-16,-3 5 4 0,-1-2 5 0,-2-1 2 16,-2 2-3-16,-3 2 1 0,-3-1-4 0,-3 2-2 15,-5-2-4-15,-3 4 1 0,1 5-1 0,-5-1 3 16,1 3-8-16,-4 1 1 0,0 6-1 0,7-2-3 16,-2-2-2-16,6 2 0 0,4 1-3 0,2-1 2 0,0 2-1 15,2-1-2-15,4-2 3 0,3 3-1 0,2-2 4 0,3 0-5 16,5 0 0-16,7-3 0 0,3-1-6 0,9 0-5 15,-3-3-7-15,5-2-5 0,-2-1-6 0,2-2 0 16,-3-3-6-16,-1-2 3 0,-6 0 1 0,-4 2 0 16,1-4 4-16,-5 0 4 0,-3 3-1 15,-1-3 1-15,-4 1-10 0,-1 0-1 0,-4-3-3 0,-2 2-6 0,-1-1-1 16,-3 0-2-16,-2 0-10 0,-2 4-2 0,-2 1-12 16,-2-2-4-16,-1 0-3 0,-2 3-25 0,4 2-16 15,-2 3-112-15,4-2-247 0,-2 1 109 0</inkml:trace>
  <inkml:trace contextRef="#ctx0" brushRef="#br0" timeOffset="-211978.2">13096 14451 153 0,'0'0'139'16,"-9"-1"-14"-16,9 1-16 0,-13 7-11 0,3-3-10 15,-1 1-9-15,-6 4-3 0,3-1-17 0,-4 4-1 16,5-2-5-16,-2 3-8 0,0-2-7 0,2 3-3 16,-1 0-2-16,5-1-2 0,2 3-3 0,-1-2 19 15,4-3-23 1,0 1-11-16,4-1-2 0,0 2 0 0,2 4 5 15,2-5-6-15,6 3-4 0,1-1 5 0,0 1 0 0,4-3-2 16,2-2 2-16,2 2-5 0,-2 0 7 0,-2-2-4 16,-3 0-2-16,-1-4-2 0,-2-1 4 15,0 2-2-15,-3-2-6 0,-2 0 0 0,-1 0 3 16,-2 1-1-16,-4-1 3 0,0 1 2 0,-10 1-2 0,4-2-6 0,-9 4-4 16,0-2-9-16,-1-1-10 0,0-1-13 0,-2 0-29 15,2-1-29-15,1-1-120 0,-1-3-230 0,5 0 102 16</inkml:trace>
  <inkml:trace contextRef="#ctx0" brushRef="#br0" timeOffset="-211561.53">13386 14523 32 0,'1'-2'220'16,"1"-1"-25"-16,-2 3-20 0,0 0-16 0,2-4-24 0,-2 4-10 15,0 0-13-15,-4 12-15 0,3-4-14 0,-3-1-2 16,0 5-12-16,-1 5-9 0,-1-1-1 0,0-1-7 0,0 3-9 16,1-1-2-16,-5 1-7 0,4-1 2 0,-1-1-2 15,1 0-7-15,1-2-5 0,1-6-2 16,0 0 3-16,2-2-2 0,-1 0 0 0,2-1 10 15,-2-1 24-15,3 0 32 0,-1-1 16 0,1-3 6 0,0 0-18 0,0 0-2 16,10-11-17-16,-2 3-8 0,-1-1-4 0,1-2-5 16,3-3-5-16,0 1-7 0,2 1-4 0,-1-2-5 15,1 2-2-15,-1-2-7 0,-2 4 6 0,-5 5-4 16,3-3-7-16,-3 4-2 0,1 0 2 0,-1 0-9 16,-1 3-3-1,1 1-5-15,2 0 0 0,0 1-3 0,-3 0-5 0,5 6-2 16,-1 0-6-16,-2-1-8 0,2 2-12 0,-1 0-21 15,1 2-27-15,-1-1-31 0,4 6-38 0,-3-5-44 16,-1 1-221-16,2-4-449 0,1 3 199 0</inkml:trace>
  <inkml:trace contextRef="#ctx0" brushRef="#br0" timeOffset="-211192.11">13869 14504 1 0,'0'0'208'0,"1"-4"-26"0,-1 4-18 0,0 0-18 16,0 0-15-16,0 0-12 0,0 0-18 0,-5 19-11 15,1-9-10 1,-1-3-7-16,0 9-6 0,0 2-10 0,-3-2-2 16,3 0-5-16,-4 3-12 0,3-2 3 0,-2 0-2 15,1-1-3-15,3-4-5 0,-2-4-6 0,0 3 0 0,4-5 4 16,0-1-6-16,0 0 7 0,1-1 34 0,-1-3 21 15,2-1 19-15,-4 7 14 0,4-7-8 0,0 0-15 16,0 0-6-16,11-10-12 0,-5 3-8 16,4 1-6-16,-2-4-10 0,1 2-6 0,6-5-1 0,-2 1-6 0,-3 2-9 15,3 3 9-15,-4 0-17 0,4 0-3 0,-3 2 1 16,-1 0-5-16,-3 2 3 0,3 1-18 0,-1 0-2 16,2 4-4-16,-2-2-4 0,-1 1-7 0,3 4-9 15,-1 1-4-15,-1 1-28 0,0-1-26 0,-2 2-30 16,2 3-34-16,-2-4-35 0,0 3-55 0,-3-3-125 15,1 0-391-15,-2-3 173 0</inkml:trace>
  <inkml:trace contextRef="#ctx0" brushRef="#br0" timeOffset="-211007.55">13725 14553 249 0,'-4'-1'238'0,"0"-1"-19"0,1-2-20 0,3 4-18 16,0 0-23-16,8-6-14 0,4 5-15 0,6-2-25 15,12 1-38-15,2-2-39 0,4 3-48 0,5-2-61 16,-4 3-77-16,0 0-83 0,-3-1-263 0,2-3 117 16</inkml:trace>
  <inkml:trace contextRef="#ctx0" brushRef="#br0" timeOffset="-210559.66">14288 14480 106 0,'0'0'144'0,"13"0"-9"0,-8 3-14 0,8-2-14 16,-3 2-2-16,-1 2-18 0,2 3 0 0,-3-1-11 15,0 0-10-15,-2 2-6 0,2 2-12 16,-3 0 3-16,-1-1-9 0,-2 7 3 0,-3 0-7 16,0-2 1-16,-3 1-3 0,0 1-8 0,-2 0 1 0,-3-4 2 0,1 0 1 15,2-3 5-15,-3 0 1 0,5-5 12 0,-1 2 4 16,1-1 11-16,0-2 15 0,-1-3 17 0,5 3 18 16,-4 0 21-16,4-4 7 0,0 0-8 0,0 0-9 15,0 0-18-15,0-13-9 0,4 2-11 0,1 1-10 16,3-1-8-16,1-4-6 0,1 2-13 0,2 0 4 15,0-3-9-15,0 0-4 16,1 3-10-16,1-1 3 0,-3 1-11 0,3 3 5 16,-5 2-4-16,-6 3-6 0,3-2-5 0,-2 3-2 15,2 1-15-15,-4 1-15 0,0-2-18 0,-2 4 4 16,0 0-1-16,0 0 3 0,7 6 0 0,-9 1 4 16,1 2 3-16,1 2-1 0,0-1-2 0,0 4-1 15,1 1-9-15,4 2-3 0,2 0-12 0,4-1-11 16,1 1-7-16,8 4-17 0,7-4-21 0,4-1-18 0,4 0-32 0,14-1-25 15,2-3-32-15,-12-4-127 0,13-2-370 16,-12-3 165-16</inkml:trace>
  <inkml:trace contextRef="#ctx0" brushRef="#br0" timeOffset="-210143.55">15286 14715 64 0,'14'-13'155'0,"-3"0"7"0,-4 0 6 0,-1 3-2 16,-3-4-11-16,-3 4-16 0,-3 1-17 0,0-3-9 0,-5 3-9 15,-5-2-10-15,-2 1-8 0,-4 2-4 0,-2 0-6 16,-7 3-7-16,0 2-6 0,1 1-5 0,2 4-9 15,-4-1-6-15,7 1-5 0,0 1 0 0,-4 6-8 16,7-4-2-16,0 5-3 0,2 0-4 0,2-1 2 16,2 1-9-16,2 2 1 0,3 0-4 0,0-3 2 15,3 3-2-15,3-1 4 16,-1 0-5-16,3-1-2 0,5-1 2 0,-1-1-1 16,5-1-2-16,1 2 1 0,11-3-2 0,-5 0-6 15,4-4-1-15,-1-1 2 0,2-2-4 0,-4-1 1 16,5-4 1-16,-4 1 0 0,-2-2 14 0,-2-3 2 15,0-5 7-15,3 3 4 0,-7-2 3 0,3-1 0 16,-5-4 2-16,3-3 4 0,-4 3 0 0,-1-7 4 16,0 2-7-16,2-4 5 0,-3 2-5 0,0-3 4 0,-4 0 5 0,1 1-1 15,0-3 6-15,0 0 17 0,-1 3 26 0,0 1-5 16,2 3 0-16,-3 6-3 0,0 4-10 16,-1 6-6-16,1-3-7 0,0 5-10 0,0-1-12 15,0 2-17-15,-2 1-40 0,2 4-11 0,0 0 2 0,0 0 1 16,-8 14-1-16,3-3 4 0,0 5 3 0,-1 11 2 15,-2-3-6 1,2 5-8-16,-3 0-12 0,5 3-16 0,-2-3-8 16,3 2-22-16,3 0-26 0,3 0-13 0,-1-1-18 15,2-6-28-15,1 4-49 0,-1-7-138 0,1-5-393 16,0-2 175-16</inkml:trace>
  <inkml:trace contextRef="#ctx0" brushRef="#br0" timeOffset="-209742.22">15496 14428 90 0,'7'4'123'16,"2"1"-16"-16,-1 0-8 0,3 4-8 0,-3 1-2 0,-3 2-16 0,3 3-8 31,-2 1-4-31,-4 1 0 0,0 0-11 0,-4 0 2 0,0 1 11 15,-7 3 7-15,2-4-16 0,-1 0 10 0,-3-2-14 16,-1 1 1-16,2 0 1 0,0-2-1 0,2-6 7 16,2 2 5-16,-1-4 6 0,1 0 10 0,2-2 12 15,0-2 23-15,2 3 24 0,-1-3 30 0,3-2 21 16,-4 1 0-16,4-1-12 0,0 0-24 0,0 0-15 16,8-18-24-16,2 5-7 0,4-3-13 0,5-4-5 15,1 1-19-15,2 0-20 0,5-2-12 0,-3 0-4 16,1 2-8-16,-1-3-4 0,-7 10-3 0,-3 0 20 15,0 0-3-15,-6 5 8 0,-2 2-16 0,-1 1 3 16,1 1-17-16,-2-2-8 0,0 4-29 0,-4 1-5 16,0 0 9-16,0 0 0 0,0 9 0 0,-3 0 2 0,-2 1-5 0,0 7 1 15,0-1-12-15,3 2-7 0,0 1-8 0,4 6-19 16,3 1-28-16,5 0-32 0,3 1-53 0,8-5-82 16,6 2-219-16,1-7-521 0,4-4 232 0</inkml:trace>
  <inkml:trace contextRef="#ctx0" brushRef="#br0" timeOffset="-206530.84">18370 14389 72 0,'0'0'107'0,"0"0"-23"0,0 0 7 16,0 0-17-16,0 0 0 15,0 0 2-15,0 0-4 0,0 0-2 0,0 0-2 16,0 0 8-16,0 0 2 0,0 0 6 15,0 0 5-15,0 0 3 0,0 0 6 0,0 0 6 16,0 0 1-16,-3-3-10 0,3 3-10 0,1-7-11 0,1 2-5 16,0 0-9-16,0 0-2 0,1-5-9 0,2-1-2 15,3-4-6-15,-3-1-5 0,3-2-5 0,-3-7-4 16,5-3-1-16,0 3-4 0,-2-6-6 0,2 0 1 0,-1-3-1 16,3 2-7-16,0-16-7 0,-3 14 4 0,2-11-1 15,-4 10-3 1,0 1-1-16,-1 1 0 0,-3 2 4 0,1 2-2 0,-1 1-4 15,1 4 10-15,-3 7 5 0,-1 0-3 0,-1 5 6 16,2 0-5-16,-2 1-3 0,2 5 4 0,1-1-4 16,-2 0-4-16,0 4 0 0,-2-3-7 0,2 3-15 15,0 3-12-15,-1-5-1 0,1 5 2 0,0 0 5 16,-10 12-2-16,5-2 5 0,-2 7-2 0,0 7 5 16,-5 2 0-16,3 10 2 0,0-1 0 0,-2 10 3 15,1 2 1-15,-1-1-1 0,5-1 4 0,1-8 0 16,0-4-3-16,2 2 2 0,3-2 0 0,4-1 4 15,-3-3 1-15,7-3-4 0,-2 0 6 0,5-4-1 16,-5-4 0-16,6-6 1 0,0 2 4 0,1-3-3 0,4-3 0 0,-1 0 8 16,6-6 1-16,-3 1 8 0,0-3 4 0,-1-3 6 15,1-1 0-15,-2-1 8 0,1 0 7 0,-8-2 8 16,2-1-6-16,-2-1-1 0,-2 1-2 0,-1-4-4 16,-2-5-6-16,-1 3-2 0,-3 3-10 0,-3-7-7 15,-4 6-10-15,0-3-2 0,-3 0 2 0,-3 2-2 16,-5 3-1-16,-1 0-3 15,0 3-2-15,-1 4-3 0,-4 1-2 16,-4-1 2-16,8 3-12 0,-1 1-4 0,-1 3-9 16,3 1-12-16,-1 0-14 0,1 0-26 0,7 2-25 0,-1-2-29 15,3 3-20-15,0-2-138 0,7 2-323 0,2-4 143 0</inkml:trace>
  <inkml:trace contextRef="#ctx0" brushRef="#br0" timeOffset="-206127.88">18951 14119 160 0,'0'0'225'0,"-4"-4"-30"0,4 4-18 15,0 0-22-15,0 0-14 0,0 0-16 0,0 0-18 16,-6 12-10-16,4-5-12 0,0 1-7 0,-1 4-4 15,-1 2-10-15,-2 1-9 0,4 2 0 0,-3 0-11 16,2 1-1-16,-1-1-5 0,0-1-3 0,-1 0-2 16,4-6-5-16,-3 0-1 15,3-1-7-15,1-4-6 0,-4 1 2 0,4 0 2 16,0-3 22-16,3 1 19 0,-3-4 18 16,0 5 6-16,0-5-2 0,0 0-7 0,0 0-7 15,10-12 1-15,-4 5-13 0,1 0-8 0,-1-2-5 16,3-3-4-16,0-1-4 0,1 1-5 0,-1 2 5 0,0 2-15 15,-1-3 6-15,-3 6-8 0,2 0-4 0,-3-1-3 16,1 2-2-16,-2 1-16 0,1 2-11 16,0 0-2-16,-4 1 0 0,0 0-8 0,16 5-4 15,-10-2-9-15,4 4-15 0,0 0-24 16,5 2-19-16,0-1-46 0,3 2-37 0,0 0-199 16,0-5-414-16,1 1 184 0</inkml:trace>
  <inkml:trace contextRef="#ctx0" brushRef="#br0" timeOffset="-205949.15">19567 14163 219 0,'0'0'294'0,"1"-6"-31"15,2 3-31-15,2-1-43 0,0-1-33 0,5 1-37 0,2 0-36 16,1 1-47-16,6 1-42 0,-3 0-59 0,3 2-41 15,-6-1-130-15,1 1-256 0,-1-2 114 0</inkml:trace>
  <inkml:trace contextRef="#ctx0" brushRef="#br0" timeOffset="-205817.39">19529 14278 70 0,'0'0'134'0,"0"0"14"0,0 0-5 0,15 6-13 16,3-8-9-16,13 2-20 0,3-4-21 0,4 1-44 15,17-3-53-15,-1-2-141 0,4-2-171 0,-9-2 75 16</inkml:trace>
  <inkml:trace contextRef="#ctx0" brushRef="#br0" timeOffset="-205246.68">20666 13435 19 0,'6'-2'169'0,"2"2"-25"0,2-3-1 16,0 3-22-16,2 3-10 0,6-1-16 15,-3 7-7-15,0-1-13 0,0 4-6 0,1 3-3 16,-7 2-5-16,1 7-13 0,-5 1-5 0,-2 2-4 0,-6 1 1 0,-4 4-9 16,-5-1 0-16,-1 2-4 0,-4 1 0 0,-3-3 0 15,2-2-11-15,-1-3 5 0,5-2-6 0,-2-3 2 16,4-7-5-16,1-2-1 0,3-3-4 0,3-4 11 15,1 1 8-15,0 1 15 0,0-4 20 0,2 1 11 16,-2 1 10-16,4-5-4 0,0 0-11 0,9 0-3 16,2 0-7-16,7-5-6 15,3 2-7-15,10 1-5 0,-1 0-15 0,3-3-26 16,0 3-31-16,2 1-29 0,-4 0-40 0,1-2-40 16,-6 5-184-16,-4-1-354 0,-4-2 157 0</inkml:trace>
  <inkml:trace contextRef="#ctx0" brushRef="#br0" timeOffset="-204931.52">20368 14236 34 0,'-4'3'143'0,"-1"-2"-13"0,1 0-5 0,4-1 0 16,0 0 4-16,0 0-8 0,21 5-5 16,-1-10 0-16,13 3-12 0,5-1-6 0,18-4-10 15,1-1 2-15,10-1 2 0,25-3 1 0,-31 0 0 0,-1 4-7 16,3-1-6-16,-8 1-8 0,-2 2-5 16,-17 0-5-16,0 5-7 0,-13-2-5 0,-4 1-4 0,-6-1-5 15,-2 2-4-15,1-1 7 0,-6 0-13 0,-1 2-3 0,1-1-6 16,-6 1-2-16,0 0-7 0,0 0-10 0,0 0-16 15,0 0-23-15,-22 4-23 0,6 0-24 0,0 1-35 16,-2 0-36-16,-4-1-179 0,5 2-359 0,-3-2 160 16</inkml:trace>
  <inkml:trace contextRef="#ctx0" brushRef="#br0" timeOffset="-204493.44">20877 14420 14 0,'0'0'213'0,"-4"0"-14"0,4 0-14 0,0 0-19 15,0 0-14-15,0 0-16 0,0 0-12 0,0 0-17 16,0 0-7-16,0 0-11 0,0 0-9 0,0 0-10 15,0 0-5-15,0 0-6 0,0 0-5 0,15-3-6 16,-12 0-5-16,-3 3-3 0,6-1-4 0,-2-4-2 0,-4 5-7 16,0 0 1-16,6-1 2 0,-6 1-8 0,4-2-1 0,-4 2-2 15,0 0-1-15,4-2 3 0,-4 2 3 0,0 0 4 16,0 0-4-16,4-3 4 0,-4 3-3 16,0 0 0-16,0 0-5 0,0 0 4 0,0 0-6 15,0 0-2-15,0 0-7 0,0 0 0 0,0 0-4 16,0 0-4-16,-14 5 2 15,5 1-2-15,0 0-3 0,-4 0 1 0,-1 5-4 16,4-4 1-16,-4 6 5 0,1-3-10 0,0 2 1 16,1 0 2-16,5 0-2 0,2-3 3 0,1 3 1 15,-1-3 2-15,6 4 2 0,7-3 7 0,6 6 1 16,9-1 4-16,9-4-5 0,18 2-30 0,7-5-47 16,6-8-74-16,-3 0-224 0,31-4-397 0,-34-4 175 15</inkml:trace>
  <inkml:trace contextRef="#ctx0" brushRef="#br0" timeOffset="-203976.9">22239 13416 101 0,'-2'-12'200'0,"0"0"-8"16,1 3-10-16,0 1-11 0,-1 3-20 0,1-2-11 15,0 2-16-15,-1 1-17 0,1 1-13 0,1 3-16 0,0 0-8 16,0 0-5-16,-17 11-6 0,7 4-18 0,-4 7 2 16,-1 5-4-16,-2 6-2 0,-3 11-7 0,-2 4-2 0,0 2-6 15,3 6-1-15,0 21-6 0,6-20 2 0,3 3 0 16,6 1-4-16,2 19-4 0,0-22 3 0,6 0-3 16,-1 0-2-16,1-5 0 0,1 3-3 0,2-7-4 15,-1-1 3-15,-3 2 2 0,2-4-1 0,-3 0-2 16,-2-10 1-1,0 0-1-15,-7-6 2 0,4 1-1 0,-4 1 5 16,-1-6 18-16,2-8-2 0,-2 0 5 0,-1-2 5 16,2-5 8-16,-6 1 8 0,3-4 0 0,-1-1 3 15,0-2 6-15,1-2-3 0,-2-1 1 0,-2 0-2 0,0-4-7 16,3 1-3-16,-2-3-2 0,1 1-5 16,1 1-3-16,3-1-16 0,-1 2-32 0,2-2-57 15,0 3-69-15,2-1-83 0,5 1-188 0,-8-1-444 0,8 1 196 0</inkml:trace>
  <inkml:trace contextRef="#ctx0" brushRef="#br0" timeOffset="-203297.53">21990 15302 120 0,'-1'-4'234'0,"1"4"-20"0,0 0-22 0,0 0-22 0,0 0-21 0,-15 7-13 16,8-3-17-16,-3 6-9 0,1-2-4 0,-3 8-21 15,2-2-7-15,-2 2-13 0,3-1-8 0,-1 1-23 16,5 1 4-16,1-1-9 0,0-4 0 0,7 3 3 16,-2-4 3-16,3 4 3 0,4-8 6 0,2 3 10 15,-1-5 5-15,4-1 6 0,7 0 6 0,-2-3 15 16,-3-2 24 0,3-3-3-16,-5 0 8 0,2-6-2 0,-4 3-5 0,-2-1-5 15,1-2-1-15,-1-4-21 0,-3 0-19 0,-3 3-14 16,-1 2-10-16,-4-4-13 0,-1 2-33 0,-5-2-29 15,-7 1-29-15,0 1-36 0,-11 1-33 0,-2 0-36 16,-4 4-60-16,3-1-222 0,-2 0-489 16,4 1 218-16</inkml:trace>
  <inkml:trace contextRef="#ctx0" brushRef="#br0" timeOffset="-202611.52">22831 12954 29 0,'-2'-3'193'0,"2"3"-23"16,0 0-19-16,0 0-18 0,0 0-10 0,0 0-20 15,0 0-12-15,0 0-6 0,0 0-7 0,-8 10-10 0,7-8-6 16,1-2-9-16,0 5-7 0,0-5 1 0,3 7-8 16,-2-5-4-16,3 1-3 0,0-1-2 0,0 1 4 15,1 0-6-15,1-2 5 0,0-1 7 0,5 1 6 0,1-2 9 16,-3 0 7-16,-1 0-3 0,3 1 3 0,-3-3 7 0,-1-1 1 16,-1 4 2-16,-1-2-8 0,0 0-1 15,-5 2-11-15,7-4-7 0,-7 4-14 0,0 0-9 16,0 0-6-16,0 0-1 0,-23 3-3 0,2 2-4 15,-7 7 0-15,0 2-5 0,1 4 2 0,-5 4-5 0,5-2 3 16,-1 5-6 0,3 0 0-16,0-1 1 0,9 1 0 0,-2 3-5 15,6-1 1-15,5 2 5 0,6 2-3 0,4 1 4 16,9-1-1-16,7-2-9 0,17 4-34 0,3-4-36 0,11-4-58 16,3-5-236-16,3-3-406 0,1-8 180 15</inkml:trace>
  <inkml:trace contextRef="#ctx0" brushRef="#br0" timeOffset="-201771.08">23331 13820 194 0,'0'-13'200'16,"4"2"5"-16,-3 0-6 0,3 2-4 0,-4 1-9 15,2 4-1-15,0-4-30 0,-2 4-17 0,0 2-18 16,0 2-16-16,0-6-27 0,0 6-11 0,0 0-8 16,-11 11-6-16,1 5-6 0,-5 9-6 0,-4 2-3 15,-4 14-8-15,3 2-2 0,-2 3-4 0,3 0-3 16,2 2 13-16,3-1-3 0,1 1-3 0,3-2-1 16,0 1-9-16,6-12 2 0,-2-1-2 0,3 2-3 0,3-5 2 0,-2 3 5 15,0 0-10-15,2-5 0 0,2-10-3 0,-4 1 4 16,4-4 1-16,-2-3-3 0,-2-1 4 0,0-2-4 15,0 1-1-15,2-7 0 0,-2 4 4 0,-2-2-1 16,0-2 5-16,-2-1-3 0,1-1 3 0,-7-2-3 16,-2-2-11-16,-6-3-16 0,1 2-19 0,-2-2-34 15,-7-6-40-15,8 5-51 0,-1-3-56 0,-2-3-152 0,6 2-394 0,2-5 174 16</inkml:trace>
  <inkml:trace contextRef="#ctx0" brushRef="#br0" timeOffset="-201485.4">22900 14290 31 0,'0'0'235'0,"-6"1"-22"16,6-1-19-16,0 0-20 0,0 0-20 0,0 0-16 15,18-4-12-15,-7 4-10 0,11-3-14 0,9-3-9 0,5 3-10 0,0 0-5 16,3 1-8-16,13-1-5 0,-18-1-3 0,-1 3-9 16,0-3-6-16,-12 3-1 0,-2-1-8 0,-7 1-3 15,0 0-1-15,-1 1-2 0,-4-1-7 0,1 1-8 16,-4-1-13-16,-4 1-22 0,0 0-30 0,0 0-20 16,0 0-28-16,-19-3-25 0,7 3-26 0,-1 0-148 15,0 0-319-15,2-1 141 16</inkml:trace>
  <inkml:trace contextRef="#ctx0" brushRef="#br0" timeOffset="-201036.81">23790 14050 44 0,'9'0'198'0,"-9"0"-23"0,9 1-17 0,-4 3-16 15,1 0-15-15,1 3-12 16,-5 0-11-16,5 5-7 0,-4-1-12 0,-1 1-5 16,-1 5-9-16,2 0-12 0,-6-1-2 0,2 2-7 15,-4-1-8-15,-2-1 2 0,1 1-4 0,-3-2-4 16,-2-1-6-16,0 1-5 0,1-6-1 0,3 1 0 15,-1-3-6-15,3-1 4 0,0-1 7 0,0 0 10 16,2-1 19-16,-1-2 17 0,3 1 23 0,1-3 18 16,0 0-10-16,0 0-11 0,0 0-13 0,0 0-5 0,13-13-8 0,-3 5-10 15,5-3-6-15,-1-1-3 0,-1-2-3 0,6 3-6 16,-5-3-7-16,9-2-4 0,-5 3 1 0,-1 1 1 16,-1 0 2-16,-1 3-2 0,-4 1 4 0,-2 3-4 15,-1-1-1-15,-3 3-11 0,1-2-3 0,-1 2-7 16,-1 2-8-16,1 0-4 0,-5 1-4 0,8 3-2 15,-4 1-2-15,1 3 1 0,-2 1-1 0,1 2 6 0,0 1-4 0,0 2-9 16,1-4-8-16,-1 6-23 0,2 1-33 0,-2-3-30 16,1 2-37-16,-1-4-46 0,4 0-244 0,-3-1-473 15,0-3 211-15</inkml:trace>
  <inkml:trace contextRef="#ctx0" brushRef="#br0" timeOffset="-200800.85">24219 14004 73 0,'4'0'214'16,"-4"0"-32"-16,9 0-21 0,-3 3-6 0,2 3-17 16,-3 2-9-16,4 4-11 0,-1 5 2 0,1 0-16 15,1 9-8-15,-3 1-11 0,-5 0-7 16,-2 2-4-16,-2 0-10 0,-5 2-4 0,1-2-3 0,-7 0-10 15,0-5-19-15,-1 3-10 0,-4-4-17 16,-3-1-8-16,-1-4-27 0,-2 1-34 0,-2-5-49 0,-1-1-179 16,-1-4-321-16,-3-6 141 0</inkml:trace>
  <inkml:trace contextRef="#ctx0" brushRef="#br0" timeOffset="-200531.67">23639 13871 171 0,'-46'29'179'0,"4"2"-16"15,1 4-14-15,7 0-12 0,-3 9-14 0,6-3-6 16,4 2-16-16,4-1-10 0,10-7-10 0,6-1 6 15,5 1-11-15,6-1-3 0,9 0-3 0,6-1-1 16,17 4-5-16,4-5 2 0,13-4-6 0,5-4-25 16,3-3-49-16,33-6-75 0,-29-3-213 0,28-11-327 15,-28-1 145-15</inkml:trace>
  <inkml:trace contextRef="#ctx0" brushRef="#br0" timeOffset="-199567.04">25040 13750 65 0,'0'0'130'0,"0"0"-6"0,0 0-4 0,0 0-15 16,-22 5-2-16,9 6-10 0,-3-5-4 0,-8 8-6 15,-2 2-15-15,0-1-1 0,-2 1-3 0,1 1-11 16,1-1-1-16,-1-2-5 0,1 3-8 0,4-2-3 0,3-5-6 15,4 2-5-15,1-3-1 0,2 6 0 0,-2-3-1 16,7-3-9-16,1 1 0 0,3 1 3 16,1-2-4-16,2 3 4 0,4-3 1 0,3 1 2 0,4 2 7 0,3 2-1 15,3-5-4-15,7 6-2 0,2 0 12 0,-1-2-4 16,-1-2-1-16,2 2-4 0,-3 2-6 0,-4-6 0 16,-5 1 0-16,2 2-3 0,-5-3-6 0,-3 1 7 15,-2 1-9-15,-2 0-1 0,-4-1 3 0,-4 1 0 16,-1-1 0-16,-5 2-1 0,-7 0 4 0,1-2-6 15,-9 3 4-15,1-4-5 16,0 0 3-16,3-1 1 0,1-4-6 0,2 2 8 16,-4-2-5-16,3-1 1 0,2-1 1 0,7 0-8 15,0-1-7-15,1 0-10 0,5 1-12 0,4-2-20 16,-9-3-27-16,9 3-18 0,0 0 2 0,18-12 5 16,0 4 3-16,-3 1 9 0,7-1 5 0,-4 0 4 15,10-4 8-15,-2-1 11 0,2 1 7 0,-1 0 15 16,-1 1 22-16,1-2 22 0,0 0 15 0,-9 4 18 0,1-2 17 0,-2 0 22 15,1 3 16-15,-5 0 31 0,-1 0-6 0,-3 3 1 16,-1-2 7-16,-1 4 10 0,-1 1-5 0,-1-2-8 16,-1 1-11-16,0 0-10 0,-2 1-14 0,3 0-17 15,-5 2-13-15,0 0-10 0,6-1-9 0,-6 1-16 16,0 0-5-16,4 5-2 0,-4-5-4 0,0 10 2 16,0-5-8-16,-2 2-2 0,2 3 0 0,-2-1-3 0,1 1-1 0,-1 1-3 15,-1 1 2-15,1-1 0 0,2-2-22 0,-2 4-13 16,1-6-31-16,1 3-27 0,0-5-28 0,-1 2-37 15,1 0-32-15,0-2-36 0,-1-1-193 16,1 1-440-16,0-5 195 0</inkml:trace>
  <inkml:trace contextRef="#ctx0" brushRef="#br0" timeOffset="-199412.82">25142 13972 240 0,'0'-4'218'0,"0"1"-28"0,0 3-34 16,1-4-41-16,-1 4-32 0,0 0-19 16,0 0-23-16,0 0-43 0,0 0-36 0,0 0-55 0,0 17-70 0,0-12-176 15,3-1 79-15</inkml:trace>
  <inkml:trace contextRef="#ctx0" brushRef="#br0" timeOffset="-199061.64">25377 14093 27 0,'0'0'181'0,"3"5"-15"0,-2-1-15 0,-1-1-17 0,4 4-7 16,-4 0-10-16,0 2-9 0,-3 0-8 0,3 3-9 15,-1-2-8-15,0 2-7 0,-2 0-7 0,-2 5-5 16,1-5-5-16,0 1-11 0,-2 0-5 0,2-1-4 0,-1-4-4 0,1 2 4 15,3-5 0-15,-3 1-8 0,4-1 0 0,-2-2 29 16,0 1 43-16,2-4 30 0,0 4 23 16,0-4-5-16,0 0-8 0,0 0-16 0,0 0-12 15,13-9-11-15,-5 2-13 0,-1 3-10 0,2-2-3 0,-1-1-7 16,0 2-18-16,-1 1-4 0,0 1-11 0,2-1-1 0,-2-1-4 31,1 2-3-31,0 0-9 0,-3 2-10 0,0-2-15 16,4 3-15-16,-3 0-31 0,2 0-36 0,0 3-39 0,-2-2-50 15,4 2-47-15,-1 0-255 0,0 2-517 0,3-3 228 16</inkml:trace>
  <inkml:trace contextRef="#ctx0" brushRef="#br0" timeOffset="-198679.75">26075 14137 324 0,'1'-1'298'16,"-1"1"-35"-16,4-4-31 0,-4 4-27 0,0 0-21 0,4-2-24 0,-4 2-16 0,0 0-13 15,-7 12-16-15,4-3-10 0,-4 2-12 0,-3 5-8 0,1-2-9 16,0 1-8-16,-5 1-4 0,1 0-8 0,-1 0-4 16,4-1-5-16,-3-1-5 0,1-1-2 0,4-3-6 15,1-4-2-15,3-1 1 0,1 1-3 16,-2-1 1-16,2-1 37 0,1-2 30 0,-1 0 31 0,3-2 33 15,0 0-4 1,0 0-12-16,0 0-26 0,0 0-9 0,10-16-17 16,0 9-7-16,-3 0-9 0,3-3-7 0,0 3-9 15,4-3-6-15,-1 2 3 0,-3 1-23 0,-1-1-1 16,1 4 2-16,-1-1-10 0,-2 1-2 0,-2 1-6 16,0 0-8-16,1 1-4 0,-2 1-13 0,4 1-10 15,-4-1 1-15,-4 1-1 0,10 4-13 0,-4-2-2 16,1 4-8-16,-2-1-7 0,1 1-15 0,3 2-21 0,-2-1-28 0,0 3-38 15,2-1-42-15,1 0-58 0,1 2-78 0,-2-4-221 16,3 0-591-16,-3-2 262 0</inkml:trace>
  <inkml:trace contextRef="#ctx0" brushRef="#br0" timeOffset="-198126.06">26592 14164 57 0,'0'0'253'0,"0"0"-29"0,0 0-23 0,4-3-27 16,-4 3-19-16,0 0-17 0,0 0-19 0,0 0-9 15,0 0-14-15,-9 15-6 0,7-8-11 0,-5 1-10 16,0 1-3-16,0 0-5 0,0 3-10 0,-5 0-2 15,2 1-4-15,2-4-7 16,-1 3-2-16,0-4-1 0,3 1-2 0,0-3-4 16,-1 0-5-16,6-2 3 0,-4 0-2 0,2 0 28 15,-2-1 32-15,5-3 29 0,-1 3 30 16,1-3 17-16,0 0-3 0,0 0-22 0,0 0-15 0,0 0-7 16,8-12-11-16,-2 6-12 0,2 0-15 0,1 0-5 15,0-1-1-15,1 0-16 0,-1 2-7 0,0 0-2 16,1 0-7-16,-4 3-1 0,1-1-7 0,0 0-11 0,2 2 4 15,-2-1-11-15,0 2-4 0,0 0-12 0,1 2-4 0,0-1-18 16,-3 2-12-16,3 0-13 0,2 1-25 16,-1 1-26-16,-1 1-24 0,2-1-30 0,-4 1-35 15,2-1-46-15,-3-2-47 0,2 1-183 0,0-1-503 16,-3-1 222-16</inkml:trace>
  <inkml:trace contextRef="#ctx0" brushRef="#br0" timeOffset="-197963.29">26463 14164 18 0,'-4'-3'322'16,"4"3"-18"-16,-6-5-15 0,6 5-34 0,-1-5-30 0,1 5-21 0,6-5-22 0,3 4-21 16,4-2-21-16,5 1-36 0,3 1-41 0,8 2-41 15,3-1-48-15,-2 1-47 0,3-1-68 0,-1 1-201 16,-1-2-370-16,0-1 164 0</inkml:trace>
  <inkml:trace contextRef="#ctx0" brushRef="#br0" timeOffset="-196210.13">26994 14039 281 0,'0'0'253'15,"0"-5"-24"-15,0 5-22 0,0 0-26 0,0 0-21 16,0 0-19-16,0 0-14 0,0 0-11 0,11 13-15 0,-8-9-11 0,-1 7-8 16,1-2-12-16,-3 4-2 0,1 4-7 0,-3 0-8 15,-2-1-4-15,-2 4-4 0,-1-3-4 0,-1 1-6 16,-1 0-2-16,-2-1-4 0,-1-1-4 0,3-1 1 16,1-3-2-16,1-4-5 0,1 1 0 0,-1-3 1 15,3-1 0-15,-2 0 3 0,5-1 32 0,-2 1 33 16,2-2 42-16,1-3 43 0,-4 4 5 0,4-4-18 0,0 0-8 15,0 0-19-15,17-12-21 0,-8 5-2 0,1-1-11 0,5-1-11 16,1-2-13-16,-1-1-3 0,6-5-10 0,0 2-16 16,-4 2 6-16,3-2-3 0,-2 2-3 0,-9 5 2 15,2 0-4-15,-3 2-4 0,-3 1-2 16,2-1-6-16,-1 4-6 0,0-1-12 0,-2-1-14 0,0 2-26 16,-1 1-30-1,-3 1-17-15,0 0 2 0,0 0 9 0,0 0 1 16,2 11 2-16,-4-5 7 0,-2 0-6 0,1 3 1 15,2 0-1-15,0 3 6 0,3-2 6 0,1 2-3 16,1-1 9-16,2 3-4 0,11 0-2 0,-1 0 5 16,9 1-2-16,5-2-8 0,3-1-9 0,3-3-8 15,5 3-3-15,-3-6-3 0,15 2-13 0,-3-3 5 16,-10-2 12-16,14-1 1 0,-16-3 7 0,1 0 9 0,-3-2 6 0,0-1 7 16,-1-2 14-16,-7-1 13 0,-1-2 16 0,-8 1 16 15,-1-3 15-15,-2 0 3 0,-3 0 7 16,-5-1 2-16,-3-1 12 0,1-1-11 0,-3 4-7 0,-1-3-5 15,-4 2-2-15,-1-1-5 0,-3 1-5 0,-3 2 1 16,-3 0-8-16,-4-1 0 0,0 4-4 0,-4 1-3 16,0 2-2-16,0 2 0 0,-1 4-3 0,-2-3-6 0,4 3-10 15,2 4-1-15,-2 0-2 0,1 0-2 0,3 3-2 32,0 0-1-32,2 2-5 0,3 0-2 0,1-3-2 0,2 1 2 0,4 0 5 0,0 2 3 0,2-3 3 15,1 1 1-15,2 0 2 0,2-2 3 0,3-1 2 31,1 0 3-31,3-2 1 0,0-1-2 0,3-1 8 16,0-3 1-16,-1 0-3 0,4-2-6 0,-3 0 3 0,2-3 14 0,-2-1 12 16,-2 0 1-16,2-3 15 0,-4-2-1 0,4-1-3 15,-2-1 4-15,-2-3-2 0,0-1 1 0,3-5 2 16,-7 3 5-16,2-6-6 0,1 1-7 0,-4-2 7 16,0 0 3-16,2 1-3 0,-4 0-7 0,7-1 1 15,-3 0-6-15,-4-1-4 0,0 2 6 0,-1 4 5 16,2-4 1-16,-2 8 6 0,-1 3-3 0,1 3 5 0,0 1-9 0,-2 3-5 15,0 1-10-15,0 1 1 0,0 1-18 16,0 4-26-16,3-10-25 0,-3 10-10 0,0 0 5 16,0 0 1-16,0 0 8 0,0 0 4 0,-8 22 9 15,6-10 1-15,0 0 4 0,-2 0 2 0,4-2 1 16,-5 2 2-16,4 0 4 0,-2-3-3 0,1 0 6 16,0-1-3-16,1-1 2 15,1-2 3-15,-1 0 1 0,-1-2 6 0,2-3 2 16,0 7 2-16,0-7 0 0,-2 5 7 0,2-5 7 15,0 0 20-15,0 0 15 0,0 0 0 0,-1 7 13 16,1-7 7-16,0 0 1 0,0 0-9 0,0 0 3 16,0 0-5-16,0 0-8 0,0 0-3 0,0 0-8 15,0 0-3-15,6 3-1 0,-6-3-4 0,0 0-11 16,0 0 2-16,0 0 2 0,0 0-3 0,0 0-3 0,0 0-7 0,0 0 2 16,0 0 3-16,0 0-7 0,0 0-3 15,0 0-1-15,0 0-9 0,0 0 0 0,0 0 13 16,0 0-5-16,0 0 6 0,0 0-3 0,0 0-2 15,0 0-3-15,0 0 5 0,0 0-4 0,0 0-1 0,0 0-4 16,0 0 4-16,0 0-5 0,0 0 4 0,0 0-8 16,0 0 9-16,0 0-1 0,0 0 1 0,0 0-3 0,0 0 3 15,0 0-2-15,0 0 3 0,0 0 3 0,0 0-1 16,0 0-2-16,0 0-7 0,0 0-1 0,0 0 12 31,0 0-24-31,0 0 16 0,0 0-13 0,0 0 0 0,0 0 0 0,0 0-1 0,0 0-1 0,0 0 9 16,0 0-1-16,0 0 3 0,0 0-5 0,0 0 8 31,0 0 9-31,0 0-18 0,0 0 10 0,0 0-2 0,0 0-2 0,0 0 2 16,0 0 0-16,0 0-1 0,0 0 0 15,0 0 7-15,0 0-2 0,0 0 3 0,0 0-13 0,0 0-1 16,0 0-3-16,0 0-2 0,0 0 1 0,0 0-1 16,0 0-1-16,0 0 0 0,0 0 1 0,0 0 4 15,0 0 2-15,0 0 2 0,0 0 0 0,0 0-1 16,0 0 5-16,0 0-2 0,0 0 3 0,0 0 0 0,0 0 1 15,0 0-1-15,0 0-2 0,0 0 1 0,0 0 4 0,0 0 0 16,0 0 3-16,0 0 0 0,0 0-8 16,0 0 8-16,0 0-2 0,0 0-5 0,0 0 3 15,0 0 1-15,0 0 3 0,14-10 4 0,-10 5-8 16,-4 5-5-16,2-5 6 0,0 1-2 0,-1-1 1 16,-1 5 1-16,9-5-5 15,-8-1 2-15,3 0-8 0,-2 1 5 0,1 1-5 16,0-4 0-16,-2 3 2 0,-1 5 1 0,4-15-3 15,-4 10 3-15,2-4 1 0,-2 2 4 0,3-3-8 16,-3 5 2-16,3-2 4 0,-3-1-4 0,2 2 1 16,0-3 1-16,0-2 6 0,-2 4-8 0,0 0 9 15,1-2 2-15,3 3-3 0,-4-2 3 0,2 1-5 16,0-1 2-16,-1-1 0 0,2 1 5 0,-2 2-3 0,3-1 6 0,-4-1-11 16,4 2 3-16,-3 1 0 0,-1-2 4 0,0 2 4 15,0-1 0-15,4 1-5 0,-3 0 1 0,-1 0 7 16,0 5 14-16,0-8-11 0,0 8 2 0,3-6-3 15,-3 6-6-15,1-4 5 0,-1 4 2 0,1-5-1 16,-1 5 3-16,0 0-3 0,4-5-2 0,-4 5 0 16,0 0 1-1,0 0 3-15,3-5 1 0,-3 5 2 0,0 0-4 16,0 0-4-16,0 0 2 0,0 0-4 0,0 0-5 16,0 0 1-16,0 0-17 0,0 0-4 0,0 0-27 15,0 0 12-15,0 0-1 0,0 0 3 0,0 22 2 16,-3-10 3-16,2 3 2 0,-3 4 1 0,0 5 1 15,-5 7-1-15,7-2 4 0,-1 3 2 0,-2 1 3 16,3-1-1-16,0 1 0 0,1-1 0 0,-3-2 5 0,4 1 1 0,1-1 2 16,2-2-2-16,-2 1 0 0,1-10 4 0,0-1 0 15,-1-1 0-15,-1-6 4 0,3 4 1 16,-2-5-3-16,2-1 3 0,-2 1 5 0,-1-3 2 16,4 0-1-16,-3 0-6 0,-1-2-11 0,5-1-15 0,-5 2-22 15,4-2-27-15,-3-3-27 0,2 3-33 0,1-3-45 16,1-1-49-16,0 3-256 0,-5-3-524 0,0 0 232 0</inkml:trace>
  <inkml:trace contextRef="#ctx0" brushRef="#br0" timeOffset="-195408.37">25944 14526 33 0,'0'0'158'0,"0"0"2"15,0 0-2-15,0 0 0 0,0 0-8 0,0 0-8 16,0 0-3-16,0 0-10 0,0 0-3 0,0 0-5 16,0 0-8-16,0 0-11 0,0 0-10 0,0 0-7 15,0 0-9-15,-8 0-5 0,8 0-6 0,0 0-8 16,0 0 0-16,0 0-6 0,0 0 1 0,0 0-2 16,0 0 1-16,0 0-1 15,0 0-5-15,0 0 2 0,0 0-5 0,0 0-2 16,0 0-1-16,0 0 1 0,0 0 0 0,0 0 3 15,0 0-10-15,0 0-6 0,0 0 0 16,0 0-10-16,27-4 2 0,-6 3-1 0,7-1-4 0,8 1-3 16,1-3 0-16,4 4-6 0,20 0 4 0,-1-5 2 15,-1 4-5-15,6 1 2 0,26-1 13 0,-28 1 1 16,1-2 8-16,-2-1-1 0,-2 2 4 0,-5 0-3 0,-18-2 2 16,-3 3 8-1,-4 0 20-15,-11-2-4 0,-6 0 14 0,1 1 7 16,-4 0 9-16,-2-2-5 0,0 2-4 0,1-1-1 0,-9 2-14 15,9-2-1-15,-9 2-7 0,6 0-11 0,-6 0-18 16,5-3-36-16,-1 2-31 0,-4 1-41 0,0 0-40 16,0 0-49-16,0 0-53 0,0 0-69 15,0 0-226-15,0 0-561 0,0 0 249 0</inkml:trace>
  <inkml:trace contextRef="#ctx0" brushRef="#br0" timeOffset="-194891.14">26475 14736 97 0,'0'0'118'0,"0"0"-15"0,0 0 12 15,0 0 1-15,0 0-7 0,0 0-3 0,0 0 0 16,0 0-11-16,0 0 14 0,0 0 3 0,0 0-13 16,0 0 2-16,0 0-4 0,0 0-6 15,22-3 1-15,-15 1-2 0,2-2 3 0,-1 2 7 16,0 0 4-16,-2-1-3 0,-1 2-6 0,0-3-5 0,1 1-4 0,-2-1-12 16,1 1-8-16,-3 1-19 0,-2 2-9 0,4-6-8 15,-4 6-7-15,-3-4-4 0,3 4-5 0,-10 0-2 16,10 0-1-16,-22 7-5 0,4-2-1 0,2 2-5 15,-2 4-7-15,-4 2 3 0,4 0 1 0,0 1-1 0,4 1-3 16,4-1 0-16,-2 3 1 0,7-4-3 16,-1 2 3-16,6 2 2 15,4-1 5-15,7 1 2 0,14 3 3 0,9-6-4 16,16 6-37-16,9-6-65 0,31-4-82 0,-23-5-220 16,27-1-435-16,1-3 193 0</inkml:trace>
  <inkml:trace contextRef="#ctx0" brushRef="#br0" timeOffset="-194073.84">28197 14141 92 0,'0'0'153'0,"4"-2"-9"0,-4 2-24 16,0 0-14-16,0 0-10 0,5 8-8 0,-5-1-8 0,-1 3-2 16,0 0 0-16,-2 1-5 0,-1 5 3 0,-2 0-10 0,-3 2-6 15,-2-2 1-15,-4 5-8 0,5-6 0 0,-1 0-6 16,-3 1-6-16,3-1 0 0,0-1-6 0,3-5-2 16,1-1-1-16,2-1-7 0,1-2-4 0,0 2 4 15,-1-4 2-15,0 1 27 0,2-3 30 0,1 4 32 16,-1-3 33-1,3-2-5-15,0 0-17 0,0 0-10 0,23-9-14 16,-11 5-8-16,5-5-6 0,0 1 0 0,2-2 0 16,0 2-4-16,-1-2-8 0,5-5-2 0,-4 6 4 15,-2-3-8-15,-2 4 7 0,-4 2-1 0,-2 2-6 0,-1 0-10 16,-3 0 2-16,1 1-37 0,-1 0-30 0,-5 3-37 16,0 0 10-16,6 7 3 0,-6 0-4 0,-1 2-4 15,0 3 6-15,-2 6 2 0,1-1 2 0,0 3 1 0,4 6-4 16,-1 3 1-16,4-1-5 0,2 1-34 0,4-2-39 15,2 2-53-15,4-2-71 0,0-3-252 0,2-5-522 16,-1-7 231-16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4T06:30:40.0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3328 3027 340 0,'-1'-7'390'0,"2"1"-14"0,-1-2 4 16,0 1-31 0,0 0-19-16,-1 0-16 0,1 2-26 0,1-2-26 0,-2 2-23 0,1 0-27 0,0 5-21 15,-1-5-27-15,1 5-42 0,0 0-25 0,0-7-57 16,0 7-69-16,0 0-57 0,0 0-29 0,0 0-14 15,-4 16 2-15,1-1 11 0,5 12 11 0,-5 2 16 16,2 8 9-16,-4 13 6 0,2 0 16 0,2 1 4 16,-2 0 7-16,1-3 9 15,0-12 2-15,0-1 7 0,0 1 11 0,0-2 3 16,2-4 4-16,-8 2 0 0,10 0 2 0,-4-4-1 16,2-2 6-16,-1-8 1 0,1-2-5 0,1-7 2 15,-1-2 3-15,-1 0 3 0,1 1 2 0,-1-3 6 16,3-2 5-16,-2-3 16 0,-3 8 16 0,3-8 5 15,0 0-17-15,0 0-58 0,0 0-52 0,-8-21-15 16,4 8-15-16,0-4-11 0,3-1-20 0,-4-9-44 0,5-6-38 0,0-13-115 16,0-3-362-16,5-2 161 0</inkml:trace>
  <inkml:trace contextRef="#ctx0" brushRef="#br0" timeOffset="138.06">3314 2985 105 0,'2'-29'208'0,"0"10"21"0,-3 1 1 15,1 4 2-15,0 1-1 0,1 4-14 0,-1 2-14 0,1-3-26 16,-1 4-15-1,0 1-21-15,0 2-13 0,2-1-16 0,3 0-15 16,1 2-9-16,4-1-25 0,4 6-23 0,4-1-22 16,3 1-25-16,8 5-43 0,-11 1-46 0,9 5-62 0,-2 3-27 0,-7 5-180 15,-4 4-394-15,-2-1 175 0</inkml:trace>
  <inkml:trace contextRef="#ctx0" brushRef="#br0" timeOffset="300.95">3248 3837 52 0,'5'4'190'16,"4"-2"-18"-16,5-2-12 16,5-5-14-16,0 5-19 0,9-6-23 0,-6 4-38 15,7-3-66-15,-8 0-98 0,-2 1-56 0,0-5-165 16,-2 2 73-16</inkml:trace>
  <inkml:trace contextRef="#ctx0" brushRef="#br0" timeOffset="469.62">3257 3691 55 0,'-8'1'277'0,"8"-1"-19"0,-9 0-20 15,9 0-19-15,0 0-23 0,0 0-20 0,0 0-14 16,0 0-15-16,0 0-16 0,0 0-19 0,28 3-28 15,-10-3-43-15,4-2-52 0,6 0-60 0,3-5-91 16,-3 2-147 0,1-1-335-16,3 0 148 0</inkml:trace>
  <inkml:trace contextRef="#ctx0" brushRef="#br0" timeOffset="1002.81">4000 3439 366 0,'8'-1'369'0,"-8"1"-32"0,0 0-26 0,4-4-28 15,-4 4-40-15,0 0-32 0,0 0-31 0,0 0-39 16,0 0-38-16,0 0-20 0,1 8-10 0,-3-2 0 16,-4 5-14-16,0-3 0 0,-4 7-7 15,-2 1-11-15,-1 3-2 0,-6 6 0 0,-1-4-8 0,-2 5-1 0,3-1-8 0,-3-1-14 16,3-3-9-16,4-7-7 0,-7 5 0 15,12-11 5-15,1 2-6 0,2-4 4 0,1 0 5 16,1-3 5-16,1 2 26 0,-1-5 10 0,5 0-3 16,0 0 0-16,-14-9 6 0,9 1 16 0,0-1 9 15,1 0 9-15,0-8-2 0,2 0-18 0,-1-2 1 16,3 0-7-16,0-8 0 16,4 1-5-16,-2-1-3 0,2 1-4 0,-1 7 14 15,-1 2 17-15,0 4 3 0,-1 4 3 0,-1 2-17 16,1 0-2-16,1 1-6 0,-2 1-11 0,1 1-28 15,2 1-25-15,-3 3-18 0,0 0-6 0,0 0 2 16,10 7 0-16,-4 1 0 0,3 6 0 0,2 1 11 16,0 2-4-16,6 7 5 0,-2-2 5 0,1 6 4 15,2-3-2-15,-3 0 3 0,2-2 4 0,1 2-3 0,-1-3 11 16,-2 0-8-16,-4-5 8 0,2-4 2 0,-5-1-1 16,0-3 2-16,-3-4-1 0,0 2 0 0,-2-3 4 15,1 0 6-15,0 1 8 0,-4-5 13 0,4 5 15 16,-4-5 9-16,0 0 12 0,5 3-9 0,-5-3-5 15,0 0-11-15,0 0-14 0,0 0-23 0,0 0-31 16,3-17-38-16,-2 12-33 16,-1-2-33-16,0 7-44 0,-1-12-68 0,2 3-72 15,-3-2-272-15,3 0-632 0,0-1 280 0</inkml:trace>
  <inkml:trace contextRef="#ctx0" brushRef="#br0" timeOffset="2553.44">4422 3466 154 0,'-13'0'220'16,"2"1"-14"-16,-3 0-14 0,-3 4-13 0,-2 2-21 16,0 0-13-16,-2 1-17 0,-3 4-11 0,7-2-14 0,0 3-8 15,-1 0-7-15,2 0-16 0,0-2-2 0,2 5-10 16,3-4-4-16,3-2 3 0,1-1-4 0,2 0 1 15,1-1-3-15,2-1-5 0,2-2-5 0,-3 0 6 16,3-5 10-16,0 5 15 0,0-5 11 0,9 3 9 0,-9-3-2 16,17-6-2-16,-6 1 1 0,1 1 3 0,4-5-3 15,-2 1 4-15,4-1-2 0,-5 0-4 0,-2 2-6 16,4-3-10 0,-4 5-7-16,-1-2 0 0,-2 2-18 0,-3 0 9 15,-1 4-7-15,1-2-3 0,1 0-11 0,-2 1-9 16,-4 2-18-16,4-2-12 0,-4 2 1 0,0 0-10 15,13 3-1-15,-8 1 2 0,-1-1 0 0,1 4-2 16,0 0-6-16,1 0-11 0,2 1-8 0,1 1-8 16,-1-4-8-16,1 2-3 0,2 1-17 15,1-1-7-15,-1 0-8 0,4-2-3 0,-2 0-7 0,5-3 3 0,-5-2 2 0,1 2 6 16,-1-4 5-16,1 1 16 0,-4-3 5 16,3 0 17-16,-1-3 16 0,-1-1 18 0,0 0 36 15,-3 0 9-15,1 0 14 0,-1-2 15 0,0 1 9 16,-1 1 22-16,-1-1 13 0,-1 3 11 0,-2 1 3 15,2-1-7-15,-3 3-11 0,1 0-18 0,-3 3-6 16,5-6-18-16,-5 6-13 16,5-3-27-16,-5 3-10 0,0 0-2 0,0 0 10 15,3 12-9-15,-2-8-2 0,-1 8-1 0,0-2 1 16,-2 2-2-16,2-1-23 0,-2 4-10 0,0-1-10 0,1-3-3 16,1 2-10-16,-3-2-2 0,2 0-7 0,1-3 4 15,0-2-3-15,0 2 8 0,-2-4 6 0,2 1 10 16,2 2 28-16,-2-7 31 0,1 5 33 0,-1-5 7 15,0 0-8-15,0 0-3 0,9-13-7 0,-1 8-2 16,0-6 15-16,4-3-16 0,2 1 8 0,0-2-13 16,-5 1-1-16,9-5-9 0,-4 6 2 0,-1 0 3 15,-4 5 5-15,-1-1-16 0,-1 6-2 0,-2-2-1 16,-1-2-7-16,0 5-10 0,-4 2-11 0,8-4-4 16,-8 4-7-16,0 0 1 0,0 0-7 0,14 10 5 15,-11-3 3-15,0-3 3 16,1 5-3-16,-2 1 8 0,2 0-2 0,0 1 2 15,-1 1 0-15,-1 0 2 0,-1-1-12 16,1-2-14-16,-1 0 6 0,0-4-4 0,0 2 6 16,-1-7 1-16,3 9 11 0,-3-9 14 0,3 7 28 15,-3-7 24-15,3 5 39 0,-3-5 3 0,0 0-21 0,0 0-4 16,12-11-9-16,-7 7 2 0,0-3-5 0,0-1-4 16,3-1 6-16,-2 1-15 0,3-2-6 0,-1 2-7 0,1-1-4 15,0 1-1-15,-3 4-3 0,2-3-11 0,-4 0 6 16,1 4-12-16,-1-1-8 0,1 2-17 0,-5 2-2 15,9-3-16-15,-3 0-4 0,-6 3-2 0,12 3-16 16,-12-3-12-16,15 4-9 0,-6 0-13 0,2 0-12 16,-2 0-21-16,2 1-13 0,1 0-16 0,-1-2-18 15,-1 1-11-15,3-2-4 0,-4-1-19 0,0-1-4 0,2 0-1 0,-5-2 17 16,2-2 15-16,2 0 28 0,-6-3 30 0,1 0 31 16,-1-3 33-16,0 1 25 0,1-2 27 0,-1-2 32 15,2-2 15-15,-2-2 19 0,1-1 5 0,5-5 6 16,-4 3 4-16,2-4 0 0,0-4 6 15,1 2 8-15,0 0-2 0,-1 1 26 0,-3 8 8 16,0 1 9-16,-1 6 3 16,-2 1-12-16,5 0-13 0,-6 3-12 0,0 1-32 0,2 1-39 15,-2 3-24-15,-1 1-3 0,0 0-1 16,0 18 1-16,-5 2 0 0,0 5-4 0,-3 5 5 16,2 4-1-16,-7 11 2 0,3-11 2 0,0 13-1 15,-4-1 4-15,2 1-2 0,3-12 5 0,4 0-18 16,-1-2-20-16,-1 1-20 0,5-7-4 0,-1-2-14 0,-1-5-16 0,3-5-17 15,-2-4-18-15,2-4 3 0,1 0 21 0,0-3 10 16,0-4-43-16,0 0-49 0,0 0-13 0,0 0 14 16,13-27 20-16,-8 15 13 0,-1-6 8 0,5-6 17 15,-3-1 18-15,3-1 0 0,2-3 1 0,0 1 10 16,-1-1 12-16,1 0 23 0,1 2 35 0,-2 2 36 16,-1 6 34-16,-2 4 16 0,0-1 16 0,-2 8 4 15,-1-3 5 1,0 3-3-16,-2 2-8 0,1 2-15 0,0 0-5 15,1 1-3-15,-1 3-1 0,-3 0-4 0,13 3 0 16,-4 0-10-16,-3 3 3 0,6 1-6 0,-2 0-4 16,-1 2-2-16,4 0 0 0,-4 2-6 0,0-2-3 15,0 3-4-15,-4 1-2 0,2-3-2 0,-3 1-4 16,-1 3 1-16,0-5-3 0,-6 2-4 0,2-2 1 16,-5 0 2-16,-1-2 1 0,-2 0 3 0,0-1-3 0,0-1 6 0,-9 1-6 15,5-3-1-15,-5 1 1 0,3-3 0 16,2 2-1-16,3-2-3 0,-3 0 1 0,4-1 1 15,3 1 0-15,6-1 3 0,-13-2 7 0,11 1-11 16,2 1-6-16,1-10-8 0,3 6 0 0,5-3-1 16,6-2-4-16,2-3-5 0,2 3-3 0,9-11-5 15,-5 6-2-15,4-6-2 0,-2-1 2 0,2-2 3 0,-1 1-3 0,-6-5 6 16,12-13 6-16,-9 11-3 0,0-2-1 0,3-8 11 16,-7 10 10-16,-1 1 21 0,-4 3 34 0,0 1 34 15,-8 10 35-15,-1 4 25 0,1-1 14 0,0 2 16 16,-4 5-26-16,1-1-23 0,0 0-23 0,-1 2-20 15,-2 3-27-15,0 0-13 0,0 0-10 0,0 0-8 16,3 14-4 0,-6-2-1-16,2 5-2 0,-2 9 3 0,-1 2-5 15,-1 1-3-15,0 3 1 0,1 1-5 0,-1-1 6 0,1 2-22 16,2-5-27-16,1 0-14 0,2-2-21 0,0-4-26 16,0-3-29-16,-1-5-31 0,0 1-42 15,3-5-46-15,1-1-264 0,-4-3-540 0,2-3 239 16</inkml:trace>
  <inkml:trace contextRef="#ctx0" brushRef="#br0" timeOffset="2853.91">5789 3582 84 0,'0'0'203'0,"-5"2"-10"0,5-2-15 0,-7 3-6 0,7-3 0 16,0 0 8-16,0 0 3 0,0 0-3 0,0 0-3 15,0 0-1 1,0 0-3-16,0 0-1 0,0 0-11 0,33-5-17 15,-14 0-6-15,3 1-16 0,7-3-8 0,-1 1-6 16,-2-4-2-16,-6 5 0 0,-1-3-3 0,-2-1-4 16,0 1-10-16,-2-2-7 0,-5 0-14 0,0 4-4 15,-2-4 1-15,1 2-20 0,-5-1-10 0,-3 4-14 16,-1-1-10-16,-4 1-3 0,-2 0 3 0,-6 2-4 16,-3 3-7-16,-5 3 8 0,-2 3-13 0,-6 2-2 0,2 5 0 0,3-1-6 15,4 1 5-15,3 0-2 0,0 3 1 0,6-1-4 16,1 1-1-16,1 1-2 0,11 0-4 0,1 0 0 15,11 4-18-15,8-2-41 0,10-5-84 0,22 1-144 16,5-11-232-16,9-5-583 0,26-6 259 16</inkml:trace>
  <inkml:trace contextRef="#ctx0" brushRef="#br0" timeOffset="3539.75">8672 3137 92 0,'5'-32'226'0,"-1"2"5"16,0-1-5-16,-1 6-3 0,-1 7-11 0,-2 6-7 15,3 0-15-15,-3 3-18 0,1 0-24 0,-1 3-27 16,0 1-31-16,0 5-13 0,0 0-10 0,-9 15-8 16,-4 9-4-16,3 8-5 0,-11 21-6 0,-8 34-4 15,-4 0 27-15,2 5-4 16,6-3-4-16,0-2-6 0,1 5-10 0,6-5 1 16,0-3 2-16,12-27-1 0,2 1-3 0,-2-2-5 15,3-3 5-15,3-3 0 0,3-16-3 16,-2-3-5-16,4-4 0 0,-5-2-3 0,0-8-10 0,0-3 9 15,0-4-5-15,0-1 3 0,0-2 2 0,0-1 25 0,0-6 19 16,1 7 20-16,-1-7 9 0,0 0-5 16,-10 1-36-16,10-1-12 0,0 0-23 0,-30-15-9 0,15 8-35 15,-9-8-26-15,6 8-26 0,-4-8-35 0,-3-2-44 16,1 4-51-16,-2-3-62 0,3 0-260 0,-4-2-564 16,4 1 250-16</inkml:trace>
  <inkml:trace contextRef="#ctx0" brushRef="#br0" timeOffset="3839.86">8143 3742 115 0,'0'0'198'0,"0"0"-16"0,-5 5-6 15,5-5 11-15,0 0 8 0,9 8-4 0,5-7-8 16,18-1-15-16,1 0-14 0,22-2-8 0,1-2-3 16,3 1-2-16,4-1-13 0,-8 0-11 0,0 2-11 15,-16-1-15-15,-7 2-15 0,0 1 1 0,-11-1-8 16,-4-1-5-16,-4 2-7 0,-3 0-7 0,-2-3 2 16,-8 3 0-16,13 0-3 0,-13 0-4 0,9 0-7 0,-9 0-1 15,0 0-23-15,0 0-16 0,-26 6-20 0,12-5-17 16,-2 2-23-16,2-1-19 0,1-2-30 0,1 3-35 15,2-2-51-15,10-1-60 0,-18 0-141 0,18 0-430 0,-10-4 190 16</inkml:trace>
  <inkml:trace contextRef="#ctx0" brushRef="#br0" timeOffset="4294.95">9018 3563 2346 0,'6'-4'143'16,"0"1"-50"-16,0-2-32 0,2 2-19 0,-3 1 4 0,4 1 4 0,2-2 1 0,1 2-3 15,1-1-14-15,-3 5 6 0,3-2-5 16,1 2 1-16,0 2 4 0,-1 3-4 0,-4-1 4 16,4 4-10-16,-2 1 0 0,-2 3 1 0,-4-4-1 15,-1 5-5-15,-1 1 3 0,-3-1-8 0,-2 2 6 16,-2 0-2-16,-3 9-1 0,-1-11 1 0,-5 3-1 15,4-1-1-15,0-4-2 0,-1 1 1 0,2-7 0 0,2 0 5 16,2-2 1-16,2 0 4 0,-2-2 14 0,1 1 37 0,3-5 36 31,0 0 36-31,0 0-4 0,0 0-17 0,0 0-18 16,0 0-13-16,7-23-9 0,2 10-7 0,1-2-12 16,6-5-9-16,1 0-7 0,1-2-4 0,1 2-8 15,0 2-2-15,-1-3-16 0,-5 7 4 0,1 0 1 16,-5 6-7-16,-3 0-4 0,3 1 1 0,-5 2-4 0,1 0-7 15,-1 1-11-15,-3 1-8 0,-1 3-15 0,7-4-12 0,-7 4 8 16,0 0-5-16,0 0-2 0,1 16 2 16,-1-7 3-16,0 2 1 0,0 0 9 0,-1 4 3 15,2 2-1-15,-1 1-15 0,0-1-31 0,0 0-25 16,0 1-28-16,3-1-26 0,0-2-32 0,1-3-39 16,0 0-45-16,1-6-66 0,-1 1-269 0,1-5-641 0,-5-2 284 0</inkml:trace>
  <inkml:trace contextRef="#ctx0" brushRef="#br0" timeOffset="4510.83">9536 3471 101 0,'4'-3'229'16,"1"2"-13"-16,-5 1-11 0,13 6-14 0,-4-2-8 15,2 4-13-15,2 5-12 0,1 2-9 0,1 6-14 16,-2 5-7-16,-2 1-9 0,-3 2-7 0,-3 3-15 0,-3 1-3 15,-4 16-9-15,-3-13-6 0,-5 10-4 0,0-12-5 16,-4 0-16-16,-2-4-21 0,1-2-19 0,-4-3-19 16,-4-1-27-16,0-4-35 0,-3-2-51 0,2-8-82 0,-4 0-180 15,6-8-411-15,-7-2 183 0</inkml:trace>
  <inkml:trace contextRef="#ctx0" brushRef="#br0" timeOffset="4795.68">9109 3288 45 0,'-24'11'245'16,"-3"3"-15"-16,-1 4-11 0,-3 4-20 0,-2 14-11 0,-4 2-11 15,5 2-16-15,-5 5-6 0,5 6-4 0,3 0-7 16,2-2-11-16,5 4 1 0,8-7-7 0,4 2 6 16,7-13-20-16,6 0-8 0,7-3-5 0,3-1-8 15,6-2-9-15,9-2-5 0,17 2-4 0,2-8-31 16,8-3-14-16,6-7-48 0,3-1-54 0,28-7-57 0,-28-6-90 16,0 0-233-16,29-7-491 0,-29-1 217 0</inkml:trace>
  <inkml:trace contextRef="#ctx0" brushRef="#br0" timeOffset="5043.31">10227 3732 11 0,'0'0'340'0,"-2"-2"-30"0,2 2-21 0,1-8-33 15,3 2-29-15,0 3-24 0,5-1-21 0,3-1-35 16,4 4-46-16,5-3-62 0,8-2-63 0,1 5-76 16,-3-4-231-16,-3 2-357 0,3 3 158 0</inkml:trace>
  <inkml:trace contextRef="#ctx0" brushRef="#br0" timeOffset="5196.55">10263 3992 122 0,'-3'4'285'16,"0"-1"6"-16,1-2-18 0,2-1-31 0,0 0-25 15,0 0-25-15,35-8-28 0,-8 0-45 0,5 1-52 0,2 0-57 0,5-1-71 16,13-2-70-16,-15 0-168 0,14-5-323 0,-14 2 143 15</inkml:trace>
  <inkml:trace contextRef="#ctx0" brushRef="#br0" timeOffset="5581.29">11059 3546 2284 0,'0'0'94'16,"-6"-3"3"-16,2 2-21 0,4 1-1 0,-4-5-2 0,4 5-7 15,-4-5-6 1,4 5-15-16,0 0-8 0,5-5-10 0,-5 5-4 16,12 1 2-16,-2 1-9 0,3 2 6 0,2 5-4 15,2 2 1-15,1-2-4 0,-4 8-1 0,6 3 2 16,-6 3-3-16,0-2 1 0,-7 6-2 0,-3 5 1 15,-4 2 11-15,-6 0-12 0,-5-5-5 0,-4 5 3 16,-11 12-6-16,4-17-3 0,0 0 2 0,1-6 0 16,-1-2 1-16,4-2-2 0,3-7 0 15,7-3-1-15,-1-1 3 0,0-3 11 0,4 2 37 16,1-4 41-16,1 1 47 0,0-2 21 0,3-2-25 0,0 0-14 0,15-6-15 0,-1 0-17 16,4 1-11-16,9 1-27 0,4-1-22 15,0 0-22-15,2 3-31 0,4 1-44 0,-2 2-54 0,1 2-76 16,3-2-119-16,-6 2-283 0,4-7-649 0,-8 0 288 15</inkml:trace>
  <inkml:trace contextRef="#ctx0" brushRef="#br0" timeOffset="6459.42">13936 3389 81 0,'2'-8'298'0,"-1"2"6"0,2-2-13 15,-2 4-20-15,1 0-24 0,-2-2-30 16,1 3-41-16,-1 3-15 0,0 0-22 0,-18 11-14 16,0 3-15-16,-5 7-7 0,-14 15-13 0,1 3-12 15,2-1-5-15,-1 1-7 16,3 6-6-16,4-3-4 0,5 7-3 0,4 0-9 16,7-4-1-16,6 1-8 0,6-10-6 0,5-1-8 15,8-3-9-15,14 8-10 0,5-6-15 0,0-10-34 16,19 0-44-16,6-6-67 0,2-7-107 0,1-5-171 15,3-5-471-15,-2-5 209 0</inkml:trace>
  <inkml:trace contextRef="#ctx0" brushRef="#br0" timeOffset="8278.02">10972 3602 92 0,'5'-3'138'0,"-1"-3"-21"15,1 2-8-15,0 3 0 0,3-3-11 0,0 2-13 16,-1 0-11-16,1 2-7 0,6 0 7 0,-1 0 2 16,-3 7-2-16,8-1-4 0,-4 3-6 0,1 4-2 15,3 5-5-15,-4-2-4 0,2 8-5 0,-4 2 0 16,-1 2 0-16,0 4-9 0,-2-2-1 0,-2 3-1 0,-2 0-10 16,-1 1-2-16,-4 0 2 0,2-2-3 0,-4 0 6 15,-4-2-5-15,3 2-6 0,-4-5-2 0,-1-1 6 16,-3-3-4-16,1 1 1 0,1-7-5 0,-3 0-3 15,2-1 1-15,2-6 4 0,-3 2-1 0,5-3 9 16,-4-1-2-16,2-2 0 0,3 0 2 0,-2-3 15 16,5 0 7-16,-1 1 22 0,2-2 10 0,-3 2 19 0,4-4 13 0,-4 2 7 15,4-2-4-15,0 0-6 0,0 0-10 0,0 0-13 16,4-15-9-16,1 4-6 0,4-5-10 0,1-1-8 16,6-5-6-16,-1-2-3 0,3-1-5 0,1-4-1 15,0-2-9-15,8-10-5 0,1 0 2 0,-9 12-9 16,9-13-4-16,-8 12 0 0,-1-2-1 0,1-1 2 15,-3 3-5 1,-2 4 2-16,-2 2-4 0,1 1 2 0,-7 8 0 16,1-2 12-16,-3 2 6 0,-1 5 2 0,1 2 2 0,-1 1-1 15,-3 1-5-15,1 0-3 0,0 2-2 0,-2 0-11 16,4 1-13-16,-4 3-15 0,0 0 4 0,0 0-4 16,-9 10-3-16,-2 3 9 0,0 2-1 15,-2 8 4-15,-2 2-1 0,1 4 3 0,-1 2 1 16,2 1 1-16,-1 3 0 0,4 0 0 0,2-2 2 0,2 0 1 0,2 0 1 15,7-2-3-15,3-3 10 0,1 0-1 0,4-6-1 16,7 1 4-16,2-4 2 0,7-4 7 0,5-2-4 16,6-5-18-16,16-2-39 0,0 0-50 0,0-4-78 15,5-4-91-15,-20-2-260 0,13-2-567 0,-15 1 251 16</inkml:trace>
  <inkml:trace contextRef="#ctx0" brushRef="#br0" timeOffset="9479.03">11086 3643 95 0,'6'1'86'0,"3"1"-2"0,-2 2-4 16,2 2-7-16,1 2-2 15,0 5 7-15,0 1-23 0,2 3 18 0,1 5-3 16,-4 3-9-16,-1 0 5 0,-2 5-3 0,-3 0-2 16,1 3-9-16,-4-1-5 0,0 1-2 0,-4-1 0 15,-1 1-5-15,-4 1-2 0,2-3-7 0,-2-1 12 16,-2-3-12-16,0-3 3 0,-1-1 0 0,5-6-1 15,-2-2 1-15,1-2 7 0,0-4-6 0,2 0 6 16,-1-1-13-16,3-1 11 0,0-2 3 0,0-2 11 0,0 1 15 16,3-2 12-16,-3 2 14 0,4-4 7 0,-5 4 11 0,5-4 4 15,0 0-12-15,0 0-12 0,0 0-11 0,0 0-11 16,9-17-4-16,-4 8-6 0,3 1-10 16,-3-5 0-16,4-1-12 0,1-5-3 0,3-3-7 0,2-2-13 15,-1-2-3-15,4-1-10 0,1 0-12 16,-1-4-7-16,1-1-8 0,2 2 3 0,3-9-6 0,-6 9 5 0,-4 1 3 15,0 0 0-15,-1 3 3 0,-1 5 2 0,-4 3 12 16,-3 1 3-16,-1 5 6 0,3-3 8 0,-2 3 10 16,-4 0-1-16,1-1 4 0,1 5-4 0,-2 0 1 15,1 3-3-15,-2-1-3 0,1 0 0 0,-1 3-4 16,1-1-3-16,-1 0-3 0,0 4-7 0,0 0-14 16,1-6-10-1,-1 6 3-15,0 0 2 0,0 0 2 0,0 0 2 0,-10 12 0 16,4-7 4-16,1 5-3 0,0-5 2 0,-1 4 2 15,1-1-2-15,-1 5 1 0,-2 2 4 16,2 0-1-16,-1 3-1 0,0 5 2 0,-2 3 1 16,4-1-6-16,-3 3 7 0,4-1 2 0,2 0-2 15,-1 0-1-15,-2 2 3 0,5-1 1 0,0 0 0 16,0 0-2-16,4-3 4 0,0-4 3 0,1-2 2 0,3 3 7 0,-2-6 6 16,4 0 4-16,3-3 9 0,3-1 5 0,1-3-4 15,10 0 3-15,1 0-3 0,4-2-4 0,0-3 4 16,3-3-37-16,-1 2-35 0,2-3-41 0,-4-1-63 15,2-2-80-15,-2 0-223 0,-1-4-482 0,-3 0 214 16</inkml:trace>
  <inkml:trace contextRef="#ctx0" brushRef="#br0" timeOffset="10250.17">14565 3543 29 0,'0'0'266'0,"0"0"-12"0,0 0-24 0,0 0-19 0,0-4-23 16,0 4-23-16,0 0-23 0,0 0-28 0,0 0-11 16,0 0-2-16,-11 7-18 0,2 2-13 0,0-1-3 15,-5 4-8-15,-4 5-7 0,-1 3-8 0,2-1-1 16,-2 0-9-16,-1 2 0 0,4 3-6 0,1-3 8 15,2 5-8-15,4-9 4 0,1-1-1 0,0 0 1 16,4-5 3-16,0 3-1 0,3-3 1 0,-1 0 5 0,4-3 6 16,-1-1 7-16,7 0 1 0,0-1 3 15,3-4 0-15,2 0 0 0,6-2-7 0,1-2 3 16,2 0-6-16,1-4 4 0,-5-3 8 0,5 3 9 16,-4-5 2-16,-2 0 13 0,-2-2 12 0,1-2-15 15,-3 0-6-15,2-6 1 0,-5 4-16 0,-3 2-1 16,0-3-10-16,-3 1-9 0,0-4-13 0,-4 3-9 0,-2 3-11 0,0-2-12 0,-3 2-5 15,-1-2-19-15,0 8-5 0,-4-1-17 0,-2-1-13 16,-2 1-16-16,0 6-20 0,0 2-22 0,-4 0-26 16,5 3-22-16,-1 0-40 0,4 1-37 0,-3 2-206 15,11-2-490-15,-5 3 217 0</inkml:trace>
  <inkml:trace contextRef="#ctx0" brushRef="#br0" timeOffset="10487.95">15016 3792 160 0,'2'2'240'0,"-2"-2"-21"0,0 0-22 0,2 4-22 16,-2-4-17-16,-4 7-16 0,1-2-16 0,-6 1-12 15,1 2-11-15,-2 2-7 0,-3 2-9 0,3 1-23 16,-2-1-40-16,-2 0-44 0,1 1-44 0,3-3-65 16,-2 0-153-1,5-3-306-15,-2-4 135 0</inkml:trace>
  <inkml:trace contextRef="#ctx0" brushRef="#br0" timeOffset="10920.59">15428 3529 216 0,'0'0'274'0,"0"0"-25"16,0 0-18-16,-4-2-25 15,4 2-21-15,0 0-9 0,0 0-16 0,-2-6-15 16,2 6-14-16,0 0-12 0,0 0-13 0,0 0-6 16,0 0-8-16,0 0-13 0,11-1-2 0,-3-2-11 15,-2 3 4-15,1-3-16 0,2 1-3 0,1-1 27 16,0-1-7-16,-1-1-12 0,1 1-5 0,-1 1-3 16,-1-2-6-16,1 1 0 0,-4 2 8 0,1-2 3 15,-3 1 1-15,-1 1 1 0,2 0-4 0,-4 2-11 0,1-5-15 0,-1 5-13 16,0 0-2-16,-16 1 1 0,3 3-2 0,-4 1-3 15,-2 3-4-15,-5 3 0 0,1 3-4 0,0 3 1 16,0-4-10-16,5-2 10 0,1 5-2 16,0 2 0-16,5-2-4 0,3-1 2 0,2 1 0 15,3 1 2-15,1-5-6 0,6 5 3 0,1-7-4 16,8 4-12-16,6 3-25 0,1-5-40 0,12-3-52 0,1-3-69 0,5-4-73 16,-4-4-193-16,5-4-508 0,-2-3 225 0</inkml:trace>
  <inkml:trace contextRef="#ctx0" brushRef="#br0" timeOffset="11161.25">15889 3178 59 0,'4'-2'260'15,"-4"2"-30"-15,0 0-22 0,9 8-21 0,-1 3-22 0,7 11-13 16,-1 7-18-16,3 5-7 0,3 13-5 15,-1 3-12-15,3 3-3 0,-4-3-11 0,0 7-4 16,-8-2-10-16,-1 3-7 0,9 29-3 0,-22-35-4 0,2 0-7 0,-12-1-5 16,1-1-1-16,-10-5-5 0,-12 1 4 0,-8-2-20 15,-36 13-46 1,-13-8-91-16,-12-11-321 0,-6-7-459 0,2-12 203 16</inkml:trace>
  <inkml:trace contextRef="#ctx0" brushRef="#br0" timeOffset="56318.87">7982 6910 82 0,'-4'-6'67'0,"3"3"-2"0,-2-3-4 15,2 1-10-15,-3 2-15 0,1 0-21 0,1-1-79 16,-2-1-67-16,3 1 30 0</inkml:trace>
  <inkml:trace contextRef="#ctx0" brushRef="#br0" timeOffset="56856.92">8001 6752 84 0,'0'0'132'16,"-1"-5"-7"-16,1 5-4 0,0-8-16 0,0 6-10 15,-4-1-3-15,4 3-9 0,0-6-5 0,0 6-11 16,0-6-4-16,0 6-2 0,0 0 1 0,0-5-8 16,0 5-2-16,0 0-11 0,0 0 2 0,0-4-4 15,0 4-5-15,0 0 2 0,0 0-4 0,0 0 10 16,0 0 2-16,0 0 16 0,0 0 7 0,0-4 1 16,0 4-7-16,0 0-3 0,0-5-6 0,0 5-4 0,0-5 0 0,4 1-7 15,-4 4-2-15,0-8-1 0,1 3-6 0,-1 2 5 16,-1-2-6-16,2-2-2 0,-1 2 8 0,0-2-5 15,0 2 1-15,0 0-2 0,3 0 2 16,-3 1-1-16,0 0-2 0,0 4-5 0,0-6-7 0,0 6-5 16,-3-4-16-16,3 4-12 0,0 0 1 0,0 0-2 15,-6 10 0-15,2-1-1 0,-5 8 2 0,0 9 7 0,-5 5-8 16,-1 15 3-16,-2 8 10 0,3 1-1 0,-2 2-2 16,-6 20 4-16,9-17-1 0,3-1 0 0,0 0 2 0,2-2 2 15,0-1-1-15,2-5-2 0,-3 2 6 16,4-7-1-16,1-13-4 0,-1 2 6 0,-3-5-3 15,3 0 4-15,0-7-4 0,-3 3-1 0,3-10 7 16,0-4 3-16,-3-1 5 16,2-1 5-16,-2-1 4 0,-1-3 1 0,-2-1-1 15,-1-1-3-15,-3-1 1 0,2-3 2 0,-5 0-5 16,2-2-3-16,2-1 0 0,-3-1 2 0,1 0-2 16,3-3 0-16,-4 3-3 0,7-2 1 0,-2-1-1 15,1 3-1-15,1-2-1 0,1 2-2 0,2 2 3 16,1 0-6-16,2-2-5 0,-1 1-12 0,5 3-12 15,-7-1-16-15,4-1-27 0,3 2-32 0,0 0-35 0,0 0-39 0,11-8-216 16,-2 3-419-16,1-1 187 0</inkml:trace>
  <inkml:trace contextRef="#ctx0" brushRef="#br0" timeOffset="57272.78">7541 7232 98 0,'-1'-1'191'0,"1"1"-15"0,-9-2-9 0,9 2-17 16,-6 2-14-16,6-2-14 0,0 0-14 15,0 0-9-15,0 0-15 16,0 0-10-16,0 0-13 0,-6 1 1 0,6-1-4 16,0 0-9-16,26 4-5 0,-7-4 1 0,15 2-6 15,5-2-2-15,14-2 1 0,4-1-1 0,-1-1-5 0,2 3-3 16,-7-3 0-16,-13 4-4 0,-5-2-1 15,2 1-6-15,-7 1 1 0,-9 0-6 0,-6 0 4 0,0 0-4 16,-3-1-4-16,-2 1-12 0,-2 0 1 16,0 1-7-16,-6-1-2 0,0 0-2 0,0 3-11 0,0-3-16 0,-16 9-13 15,3-4-30-15,-4 1-4 0,-3-1-25 0,2-1-44 16,-1 1-96-16,2-1-273 0,3-1 121 0</inkml:trace>
  <inkml:trace contextRef="#ctx0" brushRef="#br0" timeOffset="58005.38">8502 7013 31 0,'0'0'230'0,"0"-5"-19"15,0 5-19-15,2-8-23 16,0 4-16-16,2 3-17 0,2-2-14 0,1 0-11 16,-1 1-16-16,6 2-11 0,-1 1-5 0,1-1-10 0,1 1-6 0,4 5-15 0,-3-1 0 15,-4 1 2-15,6 4-9 0,-2-1-11 0,-4 4-2 16,0 1-8-16,-6-2 5 0,1 3-6 0,-1 2 0 15,-4 0-7-15,-4 2 5 0,-2-1-8 0,-8 4 5 16,2-5-1-16,-3-3 2 0,2 2-6 16,-5-4 2-16,4-2 3 0,-5 2-3 0,2-3 4 15,2-1 5-15,5 0 4 0,-4-4 8 0,9-1 12 16,-3-2 18-16,3 1 18 0,0-2 13 0,-1 2-2 16,6-2 1-16,-7-5 6 0,6-1-25 15,1 0-6-15,4-5-10 0,6-3-3 0,1-2-6 0,7-6-6 16,0 0-5-16,3 0-8 0,-1 1-1 0,3-1 0 15,0 2-3-15,0 0-3 0,-4 2-5 0,-1 5-1 0,-5 0-5 16,2 2 0-16,-5 4 1 0,-3-1-3 0,2 5 0 16,-4-2-5-16,0 2-4 0,-1 0 3 0,0 0-12 15,0 2-9-15,-4 1-13 0,4-1 4 0,-4 1 3 16,0 0-2-16,3 9 5 0,-3-3 0 0,-1 3 4 16,-3 1 1-1,0 5 4-15,0 1-4 0,2-1 1 0,1 2 4 16,1-2-3-16,-2 0 0 0,4-2 3 0,-1-1-1 0,0 1 0 15,4 1-3-15,3-2-7 0,-2-2-6 0,5 5-16 16,0-6-22-16,3-1-28 0,5 0-25 0,-2-4-33 16,2-2-28-16,1 1-221 0,-3-7-435 0,2 2 193 15</inkml:trace>
  <inkml:trace contextRef="#ctx0" brushRef="#br0" timeOffset="58243.18">8980 6912 47 0,'0'0'201'0,"5"-6"-19"0,-1 3-29 0,3 2-14 15,3 1-5 1,1 2-16-16,7 4-6 0,1 1-1 0,8 4-6 0,5 2-4 16,-3 2-11-16,2 3-4 0,-3 0-7 0,-5 3-5 15,0 3-8-15,-5 0-8 0,-3 3-6 0,-2 0-1 16,-5 0-7-16,-3 1-2 0,-9 1-3 0,-1-4-2 15,-8 0-3-15,-10 0-3 0,-4-3-15 16,-12 7-13-16,5-9-13 0,-14 4-22 0,-1-7-24 0,0 3-9 16,-4-9-37-16,2-1-45 0,-8-4-153 0,4 0-323 0,0-9 144 15</inkml:trace>
  <inkml:trace contextRef="#ctx0" brushRef="#br0" timeOffset="58627.36">8456 6740 82 0,'0'0'174'15,"0"0"-14"-15,-6-1-31 0,6 1-16 0,0 0-11 0,-8 6-10 16,3 1-9-16,-4 3-5 0,-1 5-18 0,-7 8 1 16,-2 5 2-16,-10 12-8 0,1 6-2 0,-2 5 4 0,2 0-3 15,0 2-8-15,6-2 0 0,3-4 0 0,7-12-11 16,5-1-5-16,1-3 1 0,4 1 1 0,4-3-5 0,4-3 8 15,5 1 3-15,6-5 5 0,9 0-1 16,8-6-1-16,20 1-4 0,5-4-34 0,6-2-33 16,28-5-61-16,-33-4-214 0,4-3-330 0,-4-3 146 15</inkml:trace>
  <inkml:trace contextRef="#ctx0" brushRef="#br0" timeOffset="59306.6">9636 7132 153 0,'0'0'187'0,"0"0"-1"0,0 0 6 16,0 0-1-16,0 0-2 0,0 0-4 0,0 0-9 16,0 0-10-16,0 0-9 0,-2-3-14 0,2 3-15 15,0 0-11-15,0 0-13 0,0 0-15 0,0 0-8 16,0 0-11-16,16-1-15 0,-5 0-20 0,7-2-26 0,0 3-36 16,5-3-44-16,4 3-36 0,1-1-35 0,-5 1-44 15,-5 0-161-15,1 0-376 0,-1-3 167 0</inkml:trace>
  <inkml:trace contextRef="#ctx0" brushRef="#br0" timeOffset="59444.78">9609 7315 47 0,'-7'3'119'0,"2"1"2"0,3-2-3 0,3 2 20 0,-1-4 5 16,15 5-15-16,5-5-10 0,12 2-13 0,3-2-30 15,20-2-56 1,0-2-69-16,-3-3-131 0,2 1-194 0,-4-5 86 15</inkml:trace>
  <inkml:trace contextRef="#ctx0" brushRef="#br0" timeOffset="61849.2">11017 6141 96 0,'-3'-8'103'0,"3"3"4"0,-1-1-11 0,1-2 6 15,0 3-7-15,0-3-4 0,-3 3-5 16,2 1-9-16,1-2 3 0,-4-1-14 0,2 3-8 0,2-4-8 16,-3 5 11-16,2-3-10 0,-1 2-1 0,-1 0-2 0,3 0-8 15,-3-1 6-15,2 2-7 0,-1-2 3 0,-1 1 0 16,0 1 8-16,3 3-5 0,0 0 3 0,-1-6 0 16,-1 3 0-16,2 3-5 0,0 0 1 0,-2-3 1 15,2 3-2-15,0-4-2 0,0 4-7 0,0 0-2 16,-2-3-6-16,2 3 2 0,0 0-4 0,0 0-6 15,-4-5 1-15,4 5 2 16,-4-3 0-16,4 3-1 0,-2-4 2 0,2 4-7 16,-4-2 0-16,4 2-1 0,0 0-1 0,-4-5 1 15,4 5-3-15,-1-3 2 0,1 3-1 0,-3-4 3 16,3 4 1-16,-3-4-5 0,3 4 4 0,-2-2-5 16,2 2 0-16,-4-5 4 0,4 5 0 0,0 0-5 15,-4-4-1-15,4 4-2 0,0 0-3 0,0 0 2 16,0 0-3-16,-2-2 0 0,2 2-2 0,0 0-7 0,0 0-12 15,0 0-13-15,0 0 3 0,0 0 5 0,-8 11 0 16,7-1-1-16,-3 3 3 0,-3 10 5 0,-1 5 1 0,1 4 1 16,2 17 8-16,3 2-1 0,-2 5 1 0,-1 4 1 15,0 25-2-15,2-3 2 0,-1-25 2 0,3 4 2 16,-4 22 0-16,1-24 2 0,-1 30 0 0,0 0 5 16,-4-3-2-1,0-3 3-15,1-25 0 0,-1 23-1 0,3-24 2 0,-7-6-2 16,0 5 2-16,-1-3-1 0,0-5-1 0,-1 4 2 15,0-9-2-15,2-7 3 0,0-4-2 16,-1-2-8-16,1-4 3 0,-1 2 8 0,2-6-3 16,2-8-5-16,0 1 4 0,1-5-2 0,4 0 2 15,0-2-2-15,0-3 8 0,1 1 13 0,0-3 22 0,3 1 23 16,-2-2 9-16,3-2 1 0,0 0-30 0,0 0-14 0,-5-10-15 16,6 2-6-16,6 0-3 0,-5 1-5 0,6-2-1 15,1 1-4-15,-1 1-7 0,1 1-3 0,-2 2-10 0,1 2-3 16,0 2-9-16,-2 0 5 0,5 4 3 15,-3 4 1-15,0 2 2 0,1 8 2 0,2 7 0 16,-3 7-3-16,-4 14 7 0,-4 6-4 0,-4 4 4 16,-5 2 3-16,-2 25-3 0,-7 1 3 0,4-26-7 0,-4 34 8 0,-5-2 1 15,-2-1 4-15,1-1 1 0,4-7 7 0,4-26-1 16,0-1 3-16,0 1 3 0,2-2-1 0,2-2 2 16,4-3 4-16,4-1 6 0,3-12-2 0,2-1 4 15,5-1-4-15,3-2-3 0,9-2 6 0,9-2-2 16,18 5-3-16,10-6-6 0,32-3-21 0,3-4-32 15,6-7-45-15,10-12-56 16,3-8-242-16,6-6-418 0,1-15 186 0</inkml:trace>
  <inkml:trace contextRef="#ctx0" brushRef="#br0" timeOffset="64168.82">12072 6114 13 0,'-1'-4'176'0,"1"-1"-14"0,-3-1-5 0,3 3-7 0,0 3-17 16,-1-9-10-16,2 4-11 0,-1 2-13 15,3 1-15-15,2-3-8 0,0 3-7 0,3-1-7 16,2 3-8-16,-1-2-10 0,5 4-1 0,0 1-10 0,6-1 0 0,-4 7-1 16,2 2-9-16,-3 0-2 0,1 2 5 0,-4 2-11 15,0 3 1-15,1 4-1 0,-3 2 1 0,-4 1-1 16,-3 1-5-16,-3 3 0 0,-3-1 1 0,-4 1-5 16,-2-1 4-16,-4-1 0 0,-1-3 0 0,-4-2-1 15,6-3-7-15,-5 0 4 0,3-6 1 0,-3-1 0 16,4 0-1-16,-2-3-1 0,2-4 1 0,4 2 8 0,-1-2 16 0,1-2 25 15,5-1 31-15,-2 1 17 0,3-2 0 0,3-1 0 16,0 0-8-16,-11-6-11 0,12-2-10 0,0-1-11 16,8-8 17-16,0 0-10 0,4-8-6 0,6-3-11 15,0 1-3-15,3-2-8 0,1 2-6 0,1-2-5 16,-1 3 1-16,-4 2-6 0,-1 2 1 0,-5 9-4 16,-3 4-4-1,-3-1-4-15,-1 2 1 0,-1 3-8 0,0 1-2 16,0 0-6-16,-1 1-11 0,-4 3-9 0,0 0 3 0,0 0-2 15,0 0 3-15,0 16 0 0,-2-4 1 16,-1 4 1-16,-4 1 7 0,1 2 1 0,1 0-5 16,3 0 2-16,0 1 1 0,2-1 0 0,4 1 2 15,3-3 3-15,7 4 2 0,6-2 2 0,8-4-4 16,9-5-36-16,18 0-57 0,9-5-70 0,-1-6-307 0,26-5-512 0,-25-4 227 16</inkml:trace>
  <inkml:trace contextRef="#ctx0" brushRef="#br0" timeOffset="65219.75">14940 5982 14 0,'0'-7'177'0,"0"3"-1"0,0 4 0 15,0-5-4-15,1 2-4 0,-1 3-7 0,0-4-9 16,0 4-14-16,0 0-10 15,0 0-13-15,0-6-16 0,0 6-10 0,0 0-11 16,0 0-15-16,0 0-9 0,0 0-4 0,-23 8-7 16,13-1-5-16,-7 3-3 0,-6 3-12 0,2 3 4 15,-2 1-4-15,1 0-5 0,0 2 0 0,3 3-1 16,1 2-5-16,3-2 1 0,-1-1 2 0,2 1-7 16,8-5 3-16,-2 2-5 0,0-2 4 0,2 1-3 15,5-6-2-15,-2 3 1 0,3-3-1 0,3-1-1 0,2-1 2 0,0-1 2 16,2 0 5-16,2-3 7 0,2-1 0 15,8-2-3-15,3-1 9 0,6-2-1 0,0-4 1 0,1-1-5 16,0-3-3-16,1-1 5 0,-8-2 1 0,5-3-4 16,-7-2 3-16,6 0-1 0,-6-5-6 0,0 2-4 15,-3-3 5-15,-3 0-6 0,-1 0 3 0,-4 5-2 16,-4-2-3-16,-2 1 1 0,-1 2-3 0,-2-2 0 0,-1 7-1 0,-3-1-8 31,-1 0-3-31,-4 3-6 0,-1 1-3 0,-3-1-3 16,-1 3-4-16,1 2-11 0,-4 2-9 0,-3-1-22 15,8 3-24-15,-5 3-15 0,3-1-27 0,1 2-25 16,4 1-30-16,0 0-138 0,8 0-347 0,-2-2 154 16</inkml:trace>
  <inkml:trace contextRef="#ctx0" brushRef="#br0" timeOffset="65636.87">15700 5900 120 0,'3'-3'244'0,"-1"-1"-17"0,0 2-12 16,-2 2-22-16,1-5-17 0,-1 5-24 0,2-3-20 16,-2 3-19-16,0 0-18 0,0 0-9 0,0 0-12 15,0 0-8-15,-14 16-10 0,3-6-2 0,-4 5-4 16,-6-1-8-1,-6 8-2-15,0-2-10 0,-1 4 1 0,0 1-1 0,-8 9-4 16,10-9-2-16,1-2-3 0,1 2-2 0,6-4-2 16,0-3 1-16,5-2-6 0,2-4 1 0,3 0-4 15,3-3 1-15,1 1-5 0,-1 0 2 16,2-1 1-16,1-1 0 0,2-3 3 0,0 4-1 16,5-1 4-16,0 1 0 0,4-2 0 0,3 1 2 0,3 0 0 15,3-2 3-15,1 4-5 0,-1-3-3 0,4 0 1 0,3 2-2 0,-4-1-1 16,8 0-1-16,-10-2 1 0,2 0 16 0,7 3 1 15,-9-4-6-15,2 2 1 0,-4 0-3 0,4-3-10 16,-3 2-21-16,-2 1-24 0,-3-4-36 0,0 0-35 16,-2-3-41-16,1 2-60 0,3-4-148 0,-10 1-386 15,4-3 170-15</inkml:trace>
  <inkml:trace contextRef="#ctx0" brushRef="#br0" timeOffset="66117.37">16044 6028 83 0,'4'-4'215'0,"2"0"-14"0,-2 0-12 0,5 0-19 15,-4 1-13-15,5 1-19 0,-2 2-13 0,0 0-12 16,3 3-13-16,-1 2-8 0,-1 1-12 0,1 2-4 0,-1 5-10 0,-2-1-4 16,-1 5-8-16,-3 0-4 0,0 3-4 0,-5-3-6 15,-2 7-4-15,0-3-1 0,-2 4-7 0,-2 0 2 16,1-8-6-16,-2 0 1 0,1-3-5 0,2 1-1 16,2-5 1-16,-4-1-6 0,4-2 4 0,2-2 9 15,-1 0 24-15,2 0 31 0,-3-2 33 0,4-1 44 16,0-2 35-16,0 0-32 15,0 0-16-15,0 0-15 0,5-19-18 0,0 8-10 16,5-6-11-16,1-1-9 0,0 3-6 0,7-10-12 16,-1 1-8-16,1-1 10 0,-1 0-20 0,0 3-8 15,-5 7-1-15,-1-2 3 0,-2 3-2 0,-5 7-5 16,2-1 0-16,-2 4-11 0,-1 0-7 0,-1-1-16 16,2 1-20-16,-4 3-40 0,4-2-3 0,-4 3 8 15,0 0 7-15,-1 11 3 0,-2-5 5 0,3 7 5 0,0 3-2 0,3-2 9 16,-1 5 2-16,5-1 1 0,4 6 6 0,8 0 1 15,6 0-12-15,5-5-25 0,16 6-48 0,0-6-58 16,7-4-79-16,-18-8-303 0,18-3-587 16,-15-4 261-16</inkml:trace>
  <inkml:trace contextRef="#ctx0" brushRef="#br0" timeOffset="66640.59">17241 5870 80 0,'2'-4'254'0,"-1"2"2"0,1-3-19 16,2 3-26-16,-4 2-25 15,2-3-19-15,-2 3-20 0,0 0-20 0,0 0-13 16,0 0-13-16,-8 11-6 0,0-5-7 0,-6 7-12 16,0 0-10-16,-8 7-5 0,-4 5-4 0,-1-4-10 15,-3 4-2-15,-7 7-2 0,12-10-7 0,2 3 1 0,-2 1-3 16,4-5-1-16,-1 1-9 0,7-1-4 0,4-8 1 16,1 0-4-16,5-4-3 0,0-1-3 15,-2 1-1-15,5-2 0 0,-2-2 4 0,4 1 0 0,0 1 5 16,5-4 3-16,-1 3 1 0,4-2 9 0,2 2 2 15,4 1-6-15,0-3-2 0,9 1-4 0,3 4-2 0,0-4 3 16,1 3-7-16,-1-1-3 0,2-1 3 0,0 2-3 16,0-1-4-16,2 1-24 0,-2-2-24 0,0-1-34 15,1 2-37-15,3-2-39 0,-4 0-58 16,-5-2-206-16,-1-4-448 0,0-1 199 0</inkml:trace>
  <inkml:trace contextRef="#ctx0" brushRef="#br0" timeOffset="67041.45">17815 5969 183 0,'1'-5'291'15,"-1"5"-33"-15,0-3-30 0,0 3-24 0,0 0-24 16,0 0-24-16,0 0-16 0,0 0-15 0,0 0-7 15,0 0-19-15,-5 17-8 0,3-9-12 0,-2 4-3 16,-1 0-10-16,-3 6-3 0,-1 0-5 0,-5 6-7 0,3 0-3 0,4-7-6 16,-3 0-2-16,2-2-4 0,3-4-5 0,-1 0-3 15,3-5 1-15,1 1-6 0,0-3-1 0,-1 0 6 16,1 1 22-16,-2-3 34 0,4-2 32 0,-1 3-8 16,1-3-9-16,0 0-13 0,0 0-9 0,10-15-4 15,-6 5-10-15,5 3-8 0,-2-4-8 0,0 1-5 16,2-1-5-16,0 1-1 15,-4 1-4-15,4 1-4 0,-8 0-4 0,3 5-2 16,0-3 3-16,0 2-16 0,-3 2 3 0,-1 2-9 16,8-1-8-16,-8 1 10 0,10 3-14 0,-5 1 1 15,2 4-2-15,-1 1-13 0,0-1 7 0,1 2-24 16,-1-1-25-16,2 1-11 0,-2 1-29 0,2 0-20 16,-1-1-22-16,0-1-26 0,-1 0-28 0,0-1-31 15,1 0-217-15,-4-4-486 0,-1-1 215 0</inkml:trace>
  <inkml:trace contextRef="#ctx0" brushRef="#br0" timeOffset="67219.56">17685 6000 201 0,'-5'-2'224'0,"5"2"-19"16,-3-3-19-16,3 3-19 0,0 0-19 0,15-7-14 31,-2 4-14-31,6 3-11 0,8-3-9 0,5 4-13 15,3-1-30-15,2 2-33 0,1-1-28 0,0 0-37 0,2-1-33 0,-3 1-41 0,0-2-140 0,-1-3-276 16,-4 3 122-16</inkml:trace>
  <inkml:trace contextRef="#ctx0" brushRef="#br0" timeOffset="67505">18374 5852 206 0,'2'-4'238'0,"1"1"13"16,0-1-15-16,-1 0-21 0,0 2-26 0,-2 2-18 15,1-4-24-15,-1 4-18 0,0 0-11 0,0 0-17 16,0 0-11-16,-8 17-9 0,-3-4-9 0,0 4-7 0,-6 8-6 0,-7 4-9 16,-2 10-4-16,-7 1-4 0,0-1-5 0,5 5 0 15,2-6-3-15,7-9 2 0,3 1-11 0,0-4-3 16,2 0 0-16,5-8-7 0,0-1 1 0,1 0-2 16,1-5 0-16,2 1-3 0,1-4-1 0,-1 0 1 15,2-1 1-15,1-1 0 0,-1-3 1 0,2 1 10 16,-2 0 1-16,3-2 4 15,0-3 3-15,-3 4 11 0,3-4-8 0,-3 2-2 16,3-2-12-16,0 0-47 0,0 0-61 16,0 0-45-16,6-10-35 0,2 2-34 0,0 0-209 0,3-4-444 15,4-2 196-15</inkml:trace>
  <inkml:trace contextRef="#ctx0" brushRef="#br0" timeOffset="67736.78">18395 6145 123 0,'0'0'193'0,"9"2"-5"0,-5-1-9 0,-4-1 7 16,10 2-20-16,-5 1-4 0,3 1-8 16,0 4-7-16,-1-2-8 0,0 5-8 0,-2-1-12 15,1 5-4-15,-2-1-9 0,1 4-6 0,-2 3-5 0,-3-1-13 0,-3 4-4 32,-2 0-5-32,0-6-8 0,-3 2-5 0,3-4-7 15,1-1-2-15,-2-2-7 0,2-5-4 0,0 2-3 16,3-5-2-16,-2 2 1 0,2-4-1 0,1 1 17 15,1 1 13-15,7-3 4 0,15 1-9 0,17 0-6 16,19-4-21-16,31 3-53 0,5 3-76 0,-1-12-123 16,-30 0-280-16,28-5-540 0,-31-3 240 0</inkml:trace>
  <inkml:trace contextRef="#ctx0" brushRef="#br0" timeOffset="69416.19">11579 8112 124 0,'0'-8'237'0,"3"1"-4"0,-2 2-9 16,0-2-9-16,0 3-5 0,1-2-7 0,-1 2-17 15,-1 0-22-15,1 1-20 0,-1 3-13 16,0 0-26-16,0-6-26 16,0 6-16-16,0 0-8 0,0 0-8 0,0 0-5 15,-1 17-2-15,-2-2-5 0,-4-1-4 0,-2 10-4 0,0 1-3 16,-5 0-1-16,0 1 1 0,-4 1-4 0,3-4-2 15,-2-1-2-15,3 0-3 0,1-7-1 0,3-1 2 16,4-6-3-16,0 2 0 0,3-6 3 0,-2 3 1 16,2-5 5-16,-1 4 36 0,2-5 29 0,2-1 15 15,0 0-14-15,0 0-5 0,0 0-5 0,-4-16-8 0,6 8-15 16,2-3-1-16,-2-1-6 0,3-5-4 0,2 1-8 16,0 0 2-16,0 0-9 0,1 1-1 0,-2 5-5 15,2-2 0-15,-3 4-8 0,-4 2 3 0,3 1-4 16,0-1-9-16,-4 2-22 0,4 2-27 0,-4 2 1 15,6-3 7 1,-6 3-2-16,8 7 5 0,-4-4 2 0,-3 2 3 0,7 6-1 16,-3 0-2-16,0 1-5 0,3 2-10 0,-2 1-11 15,1 0-13-15,1 0-23 0,-1 1-17 0,2 0-21 0,-2-3-22 0,1-2-22 16,-2-1-45-16,-3-1-166 0,0-1-419 0,-2-5 186 16</inkml:trace>
  <inkml:trace contextRef="#ctx0" brushRef="#br0" timeOffset="69594.1">11328 8124 5 0,'-6'-2'223'0,"6"2"-15"0,-7 0-18 15,7 0-17-15,0 0-21 0,0 0-17 0,0 0-10 0,0 0-14 16,22-2-12-16,8 0-6 0,12-1-11 0,17 0-24 15,4-1-26-15,2-1-51 0,1-1-59 0,0 4-188 0,-6-3-286 16,-7 1 127-16</inkml:trace>
  <inkml:trace contextRef="#ctx0" brushRef="#br0" timeOffset="69948.34">12033 8247 42 0,'-8'1'199'0,"8"-1"-13"0,0 0-9 0,0 0-13 16,0 0-13-16,-4 2-12 0,4-2-17 0,0 0-15 0,0 0-3 16,0 0-14-16,36-4-9 0,-9 3-9 0,6-4-14 15,3 2-24-15,3-1-45 0,-3 2-44 0,4-1-46 16,-5-2-160-16,-2 1-281 0,-4-2 126 0</inkml:trace>
  <inkml:trace contextRef="#ctx0" brushRef="#br0" timeOffset="70750.32">12662 8020 126 0,'0'0'223'0,"-3"-6"-21"0,3 6-26 0,1-6-17 0,2 4-16 15,2-2-18-15,2 0-13 0,4 2-10 16,0 0-10-16,2 2-15 0,1 3-7 0,4-2-11 15,-3 3-6-15,6 2-3 0,-6 1-3 0,3 1-9 0,-3 1-1 0,1 4-3 16,-5-1-6-16,1 1-5 0,-3 1 0 0,-3 2-4 16,-2-1-1-16,-3 3-1 0,-1 0-3 0,-4 1 1 15,-2 0 0-15,-3-2-5 0,-5 5 3 0,1-7 0 16,0-1-3-16,-2-3-2 16,1 1 5-16,0-3 2 0,2-2 2 0,2 0 3 15,0-2 12-15,4-2 14 0,0 0 23 0,0-2 22 16,1 2 17-16,5-3-4 0,0 0-7 0,-9-4-8 15,9-2-12-15,1 1-4 0,3-5-8 0,3-1-8 16,4-4-9-16,2-1-2 0,6-4-4 0,-1-3-5 16,4 0-4-16,1-1-7 0,-1-1-2 0,0 3-6 15,0 3-4-15,-3-2 6 0,-6 8-9 0,2 1 0 16,-7 3-1-16,-3 1 3 0,-1 4-6 0,1 0-7 16,-1 0-8-16,-2 2-22 0,-2 2 6 0,0 0-6 0,0 0-1 0,0 0 2 15,-8 22 5-15,5-11 5 0,-5 4 7 0,4 2-7 16,-1 2 4-16,3-1 1 0,2 2 0 0,7 5 1 15,5-1 6-15,7-2 0 0,9-2-6 16,17 3-27-16,6-3-52 0,5-4-68 0,4-5-102 0,3-4-176 16,-2-7-473-16,2-5 211 0</inkml:trace>
  <inkml:trace contextRef="#ctx0" brushRef="#br0" timeOffset="71733.07">14771 7913 60 0,'0'0'105'16,"-2"-9"2"-16,2 7-2 0,1-3 17 0,0 0 0 15,-1 0 6-15,3 0-4 0,-1 0 9 0,1 0-7 16,-2 1-3-16,2-2 1 0,-2 2 5 0,2 2-10 15,-2-1-11-15,-1 3-10 0,2-5-18 0,-2 5-10 0,0 0-6 0,0 0-10 16,0 0-11-16,6 8-2 0,-6-2-5 0,-3 5-12 16,3 1 8-16,-1 2-5 0,-2 2-3 0,-2 3-2 15,0 4-4-15,-3 2-1 0,1 0 0 0,-2-3-2 16,-3 6-2-16,2-6 1 0,1-4-1 0,0-1-1 16,0-1-4-16,4-6 3 0,-1-2 2 0,3 0-2 15,-1-4 2 1,2 1 7-16,0 0 42 0,-2-1 41 0,3-1 29 0,1-3-9 15,0 0-11-15,0 0-10 0,-3-12-11 0,3 7-11 16,4-6-7-16,0-2-8 0,0-1 3 16,1-1-18-16,-1-2-2 0,4 2-8 0,-2 4-4 15,-1 0-7-15,-1 2-5 0,1 0 2 0,-1 2-4 16,-4 2-5-16,4 2-12 0,-3-3-1 0,2 3-24 0,-3 3-1 16,6 0 3-16,-6 0 0 0,9 4-5 0,-4 1-13 0,2 0-6 15,-1 2 0-15,2 2-6 0,1 1-5 0,0 0-9 16,1 3-14-16,1-1-12 0,0-1-18 0,-1-1-27 0,-1 0-24 15,2 2-23-15,-1-5-35 0,-3 0-206 0,-1-3-454 16,-2 0 201-16</inkml:trace>
  <inkml:trace contextRef="#ctx0" brushRef="#br0" timeOffset="71898.62">14701 7908 39 0,'-4'-2'267'0,"-1"-2"-19"0,1 1-11 16,2 1-25-16,2 2-22 0,-2-6-21 0,2 6-19 16,13-6-15-16,8 0-14 0,13 1-11 0,22-1-16 0,6-1-30 15,31-1-28-15,-33 8-33 0,6-1-54 0,2-3-69 16,-10 5-198-16,-20-1-344 0,-1 3 153 0</inkml:trace>
  <inkml:trace contextRef="#ctx0" brushRef="#br0" timeOffset="72315.12">14379 8392 24 0,'-5'1'201'0,"-1"-1"-10"0,6 0-1 0,-8 2-13 16,4-1-12-16,4-1-18 0,0 0-6 0,0 0-10 15,0 0-17-15,15-6-10 0,4 2-12 0,12-1-10 16,6-2-6-16,17-3-9 0,2 0-7 0,7 2 2 16,3-6-7-16,1 5 3 0,-5 1-4 0,0 0-5 15,-9 0-5-15,-14 5-2 16,-4-1-6-16,-5 1-5 0,-10 0-1 0,-6 2-19 16,-1 1-21-16,-4 1-24 0,1-2-32 0,-5 2-6 15,-5-1-1-15,0 0-10 0,0 0-23 0,-21 11-23 16,3-7-182-16,-4-2-336 0,-5 5 149 0</inkml:trace>
  <inkml:trace contextRef="#ctx0" brushRef="#br0" timeOffset="72584.66">14908 8465 171 0,'0'0'166'0,"5"5"-16"0,-4 2-22 0,2-4-9 16,1 2-14-16,-2 1-4 0,2 2-5 0,-3 6-8 16,3 1-7-16,-4 2-8 0,-1 3-4 15,-6 0-4 1,1-2-5-16,-1 1-7 0,0 0 1 0,1-3-3 16,0-5-3-16,2 0-3 0,0-3-1 0,1-2 7 15,1-1 23-15,-1 1 21 0,2-2 7 0,1-1-6 16,0-3-7-16,17-1-18 0,15-4-32 0,21-5-53 0,2-2-70 15,36-5-99-15,-29 4-168 0,1-5-379 0,-2-2 167 0</inkml:trace>
  <inkml:trace contextRef="#ctx0" brushRef="#br0" timeOffset="76908.39">16275 7874 114 0,'3'-4'184'16,"-2"-4"0"-16,2 4-6 0,-2-1-8 0,4-1-4 0,-4 0-6 15,2 4-10-15,-2-2-6 0,2 0-12 0,-1 0-7 16,-1 1-14-16,-1 3-12 0,2-3-12 0,-2 3-6 0,1-4-15 16,-1 4-11-16,0 0-15 0,0 0-12 0,0 0-8 15,0 0 1-15,-4 16-2 0,-6-1-5 0,-8 9 2 16,-2 3-2-16,-13 9-1 0,1-1-3 0,-4 2-1 16,2 2-1-1,8-14-4-15,-2 1 7 0,2 1-8 0,3-2 3 0,1 0-2 16,3-2 1-16,-1-2-1 0,8-5-1 15,2-2 2-15,0 0 1 0,2-2-5 0,2-4-2 0,2 0 4 0,-1 1 2 0,1-5 2 16,1 1 5-16,1 1-2 0,-2-2 1 0,4 0-3 16,-3-1 3-16,3-3 1 0,2 5 7 0,2-3 4 15,3 1-3-15,2-1 3 0,4 3-1 16,1-2-11-16,7 1 8 0,0-2-4 0,-1 4-5 16,7-2 2-16,3 4 0 0,-6 1-1 0,-2-6-3 15,-2 3 1-15,1 2 2 0,-5-1-5 0,1-1 0 16,-2 1-4-16,-4-2 3 0,1 0-3 0,-5-4 7 15,-1 3-8-15,2-2-3 0,-2 2 2 0,-1-1-4 16,-1-1 4-16,0-1 0 0,-3 1 1 0,-1-2-2 16,5 3-4-16,-5-3-5 15,5 1-3-15,-5-1-8 0,0 0-12 0,4 3-12 16,-4-3-20-16,0 0-14 0,0 0-16 0,5 0-23 16,-5 0-14-16,0 0-67 0,8-4-132 0,-3 0-358 15,5-3 158-15</inkml:trace>
  <inkml:trace contextRef="#ctx0" brushRef="#br0" timeOffset="77593.88">16581 8037 183 0,'0'0'176'0,"5"-8"-9"15,0 7-19-15,-1-3-18 0,-1 3-14 0,5-2-12 0,-1-2-10 16,1 5-10-16,1-4-12 0,-1 5-6 0,2 1-10 0,1-1-10 16,0 6 0-16,-1-1-4 0,3 2-13 0,-4 2 3 15,1 0-2-15,-3 0-6 0,-1 5-1 0,0 0-1 16,-3 2-5-16,-3 1-1 0,0-1 3 0,-3 3 1 15,-3-3-3-15,0 2-11 0,-6 3 10 0,3-5-7 16,-1-2 2-16,-3 1-3 0,0-4-2 0,3 5 3 16,-3-9 3-16,6 3-5 15,-2-5 2-15,1 1-1 0,2-3 5 0,1 1 11 16,1-2 22-16,1-1 23 0,-1 0 27 0,4-2 15 16,-6 5 15-16,6-5-4 0,0 0-16 0,0 0-15 15,1-14 4-15,6 4-19 0,-2 2-11 0,4-6-4 16,1 0-7-16,7-7-5 0,-1 3-5 0,2-5 1 15,0 3-11-15,-1-2 1 0,-1 2-10 0,2-1 2 16,-4 5-6-16,-4 1-1 0,-2 5-3 0,0 0 1 0,-2 3-1 0,-2 0 3 16,-1 3-9-16,0 0-1 0,1 0-10 15,0 1-18-15,-3 1-15 0,-1 2-3 0,0 0 7 16,0 0 5-16,-3 13 1 0,-1-5 1 0,-1 2 3 16,1 2 1-16,-3 1 2 0,1 2 1 0,-2 2 0 0,6-1 1 0,0 0 3 15,4-4 1-15,-1 1 2 0,3-1 0 0,6 2 7 16,2 0 1-16,8 4-17 0,5-8-31 0,6 1-37 15,-2-1-52-15,9 0-54 0,-4-5-248 0,1-3-475 16,-1-4 211-16</inkml:trace>
  <inkml:trace contextRef="#ctx0" brushRef="#br0" timeOffset="78357.53">17688 7781 30 0,'4'-6'180'15,"-4"6"-4"-15,2-2-9 0,-2 2-10 0,0 0 0 16,3-4-8-16,-3 4-5 0,0 0-12 0,4-2-11 16,-4 2-16-16,0 0-12 15,0 0-12-15,0 0-11 0,0 0-14 0,0 0-3 0,-9 16-4 16,3-4 0-16,-7 3-12 0,-5 7-8 15,-5 2 0-15,-1-1-2 0,1 5-1 0,1-3-2 16,-1 1-3-16,2 1-9 0,0-4 7 0,4 4-2 16,2-6-3-16,4-6-13 0,2 0 9 0,0 0 1 15,2-3-5-15,2-3 3 0,0 1 2 0,1-2-3 16,2 0 4-16,0 0 1 0,2-6 2 0,-1 5 3 16,2-2 9-16,2 0 1 0,1-2 4 0,2 1 6 15,3 4 5-15,4-3-6 0,-3-1-3 0,4 0-5 0,4 1 0 0,1 1-6 16,-1 0-1-16,0 0-2 0,4-1-2 0,-4 2-5 15,1 0 1-15,-5-2-3 0,5 2 0 0,-7-3 1 16,2 2-3-16,-4-1 1 0,1-3 2 0,-4 1-7 16,-2-1 4-16,-1 0-3 0,0 0 1 0,-1 1 1 15,-3-3 8-15,9 0 16 0,-5 3 10 0,-4-3 6 16,5 0 1-16,-5 0-1 0,0 0 0 0,4 3-6 0,-4-3-8 16,0 0 2-16,0 0-5 0,4 1 0 0,-4-1-6 15,0 0-5-15,0 0-5 0,0 0 3 0,5 1-2 16,-5-1-13-16,0 0-7 0,0 0-14 0,0 0-9 0,0 0-18 15,0 0-22-15,0 0-22 0,0 0-31 0,0 0-76 16,0 0-277-16,4-8-511 0,-4 8 227 16</inkml:trace>
  <inkml:trace contextRef="#ctx0" brushRef="#br0" timeOffset="79544.25">18377 7874 116 0,'0'0'148'16,"0"0"-16"-16,0 0-7 0,0 0-27 0,5 8-11 0,-3 0 6 15,-2 1-14-15,-2 3-3 0,2 5-10 0,-5-2-2 16,0 3-5-16,0 1-11 0,-1 0 2 0,-1 6-8 15,-4 0 1-15,3-7-1 0,2 0-20 16,-4-1 7-16,2-1 2 0,3-5-6 0,0-4 0 16,-1 3-3-16,4-5 4 15,-1 1 15-15,1-2 38 0,-1 0 35 0,2-1 35 16,1-3 28-16,-3 6 33 0,3-6 6 0,0 0-17 16,0 0-20-16,0 0-20 0,0 0-12 0,4-18-20 15,-1 8-17-15,2 0-9 0,0 0-4 0,0-2-15 0,3 2-8 16,-2 1-6-16,0-1-20 0,1 3 8 0,-3 2-13 15,-2-1-2-15,2 2-10 0,-2 2 0 16,-2 2-21-16,3-5 4 0,1 5-7 0,-4 0-7 0,0 0-3 0,15 5-9 16,-9 0-10-16,3 2-12 0,-2-1-11 0,2 3-19 15,-1 0-18-15,3 5-25 0,1-3-24 0,-6 3-26 16,4-3-39-16,1 0-28 0,-5 1-37 0,-1-3-209 16,-1 1-510-16,-1-5 226 0</inkml:trace>
  <inkml:trace contextRef="#ctx0" brushRef="#br0" timeOffset="79782.34">18129 7914 226 0,'-5'-1'256'15,"1"-1"-2"-15,4 2-10 0,-6 0-14 0,6 0-17 16,-5-3-23-16,5 3-11 0,0 0-26 0,0 0-11 0,28-2-15 16,9-1-12-16,22 3-16 0,31-3-15 0,5 3-40 15,2 0-41-15,-1 3-59 0,-4 0-69 0,-27-1-111 16,-1-2-121 0,-6 0-387-16,-6-6 171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06:45.98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2132 9922 40 0,'0'-3'155'0,"0"3"-6"0,0 0-9 0,0 0-14 15,0 0-10-15,0 0-6 0,0 0-5 0,0 0-7 16,0 0 0-16,0 0-5 0,0 0-9 0,3-5-1 16,-3 5 6-16,0 0 1 0,1-4 1 0,-1 4-6 15,0 0 15-15,0 0-6 0,0-6 0 0,0 4-6 0,0 2-6 0,0 0-6 16,0-5-2-16,0 5-2 0,0 0-2 0,0-4-3 16,0 4-4-16,0 0-4 0,3-7 2 0,-3 3 2 15,0 4 1-15,0-6-4 0,0 6-1 0,0-5-2 16,2 0-6-16,-2 3 1 0,0-2-1 0,0 4-3 15,0-6 0-15,1 2-5 0,-1 4-1 0,0-6-2 16,0 6-5-16,3-4-1 0,-3 4 1 0,0-3 2 0,0 3-16 0,0 0-7 16,0 0-27-16,0 0-33 0,0 0-30 0,0 0 0 15,0 0 6-15,-4 15 5 0,-1-1 4 0,0 3 6 16,1 11 8-16,-1 2 3 0,-1 2 4 0,-2 1 6 16,3 0 4-16,-3 0 0 0,3-1 5 0,-1-1 2 15,2-5 4-15,0-6-19 0,-1 4 10 0,1-7-3 16,0 0 7-1,2-5 4-15,0-2-4 0,0 0 3 0,-1-3 5 16,3 0 5-16,-1-2-1 0,1 1 2 0,-1-2 5 0,-1 0 1 16,2-4 6-16,-3 5 1 0,3-5 5 0,0 5 0 15,0-5 2-15,0 0 1 0,0 0-18 16,0 0-51-16,0 0-56 0,-4-18-58 0,4 7-212 16,1-6-415-16,0-2 185 0</inkml:trace>
  <inkml:trace contextRef="#ctx0" brushRef="#br0" timeOffset="292.52">2127 9820 17 0,'0'0'269'16,"-1"-3"-12"-16,1 3-12 0,-4-6-11 0,1 3-14 0,3 3-4 15,0-4-19-15,0 4-17 0,0 0-19 0,0 0-15 16,0-4-16-16,0 4-12 0,7-5-19 0,-1 1-9 15,7 2-11-15,1-1-6 0,13 0-15 0,1-2-11 16,3-1-6-16,2 5-3 0,4-4-18 0,0 0-2 16,0 1-13-16,-1 1-6 0,-2-1-11 0,0-1-12 0,0 0 0 15,-7 4-6-15,-7-3 1 0,-3 4-3 0,-3-3 1 16,-1 2-6-16,-4 1-4 16,-3-3-1-16,-2 3-8 0,-4 0 4 0,0 0 5 15,0 0 3-15,0 0-10 0,0 0-11 0,-20 11-18 0,4-6-20 0,-3 3-13 16,1-3-37-16,4 3-38 15,-2-1-109-15,4 2-317 0,2-4 142 0</inkml:trace>
  <inkml:trace contextRef="#ctx0" brushRef="#br0" timeOffset="654.62">2181 10357 217 0,'-4'3'237'15,"4"-3"-14"-15,0 0-18 0,-5 2-18 0,5-2-20 0,0 0-15 16,0 0-17-16,0 0-14 0,0 0-7 0,16 0-12 15,-2-2-15-15,3-1-12 0,2-1-4 0,2 2-8 16,8-2-4-16,-1 0-7 0,-6 1-2 0,6 1-5 16,-5-2-6-16,-5 0-3 0,2 2 0 0,-8 0-1 15,2-1 1-15,-6 3 4 0,-1-1 0 0,1-2 0 16,-3 3-3-16,0-1-2 16,-5 1-6-16,9-2-13 0,-9 2-16 0,4-2-13 15,-4 2-26-15,0 0-49 0,0 0-45 0,0 0-59 16,0 0-194-16,-19-3-419 0,11 2 186 0</inkml:trace>
  <inkml:trace contextRef="#ctx0" brushRef="#br0" timeOffset="1024.08">2109 10069 42 0,'0'0'240'0,"0"0"-11"16,0 0-16-16,0 0-20 0,-6 0-21 0,6 0-17 15,0 0-16-15,0 0-16 0,0 0-14 0,0 0-11 16,0 0-9-16,28-3-9 0,-9 2-6 0,4 0-10 15,4 1-1-15,2-2-12 0,2 0-2 0,-2 2-5 0,0-3 1 0,-9 1-9 16,0 2-4-16,-7-3-2 0,1 1-5 0,-1 1-1 16,-4 0-1-16,1 0-5 0,-3-1 6 0,-1 2 6 15,0-1 8-15,-2 0 3 0,-4 1-2 0,9 0 3 16,-9 0-2-16,0 0-9 0,6 0-3 0,-6 0-15 16,0 0-6-16,0 0-22 0,0 0-20 0,0 0-43 0,7-3-40 15,-7 3-55-15,0 0-62 0,0 0-122 0,0 0-386 16,0 0 170-16</inkml:trace>
  <inkml:trace contextRef="#ctx0" brushRef="#br0" timeOffset="1340.43">3014 9975 264 0,'1'-4'302'0,"-1"4"-15"16,3-6-24-16,-2 4-25 0,-1 2-27 0,0 0-25 15,0 0-24-15,0 0-27 0,0 0-29 0,0 0-19 0,0 0-11 16,0 0-10-16,-4 18-6 0,3-7-6 0,-3-1-6 0,-4 6-5 16,2 2-4-16,-4 1-2 0,-2 2-3 0,2 2-3 15,-3-5-1-15,4 0-4 0,0-1-4 0,-1 0 6 16,3 0 0-16,-3-1-3 0,2-2-10 0,0-1 1 15,2-1-14-15,0-2-13 0,1-1-11 0,-1-1-16 16,1 1-16 0,1-5-16-16,-1 0-10 0,4-1-15 0,-2-2-74 0,3-1-66 15,0 0-124-15,-9-10-386 0,8-1 170 16</inkml:trace>
  <inkml:trace contextRef="#ctx0" brushRef="#br0" timeOffset="1656.78">2835 10023 148 0,'-2'-5'294'0,"-1"1"-10"16,3 4-6-16,0-4-10 0,-1-1-14 0,1 5-28 16,0-4-25-16,0 4-28 0,0 0-18 0,0 0-21 15,0 0-17-15,0 0-25 0,0 0-9 0,0 0-10 16,10 13-4-16,-4-3-6 0,2 4-10 0,4 0-3 16,1 3-4-16,2 3-3 0,0 2-8 0,-1-1-1 15,1-6-2-15,-2 7-4 0,2-1-4 0,-4-4-1 0,-1-2-3 0,1 0-1 16,-3-4-2-16,1-3 2 0,0 3-5 0,-4-6-1 15,-1 2 1-15,0-3-1 0,-2 0-2 16,2-1 8-16,-1 1-9 0,-2-1 24 0,-1-3 0 0,4 4 6 16,-4-4 10-16,2 3 12 0,-2-3 0 0,0 0 9 15,4 2 2-15,-4-2-6 0,0 0-3 0,0 0-6 16,0 0-14 0,0 0 5-16,0 0-3 0,0 0-10 0,5 1-31 15,-5-1-26-15,0 0-23 0,0 0-34 0,0 0-33 16,0 0-36-16,0 0-91 0,0 0-93 0,4-8-215 15,1 5-591-15,-1-1 261 0</inkml:trace>
  <inkml:trace contextRef="#ctx0" brushRef="#br0" timeOffset="2073.35">3470 10115 60 0,'-2'-5'274'0,"-1"1"-12"0,-1-1-17 0,-1-1-25 16,1 2-9 0,-1 0-25-16,-1 1-19 0,-2-2-16 0,0 3-16 15,-1 1-15-15,-2 1-18 0,1 0-10 0,-3 3-11 0,1 4-8 16,0 1-6-16,-4 2-9 0,2 1-9 0,-1 3 0 16,-3 4-6-16,7-1-3 0,-2 5-6 0,3-5-3 15,-2 2-3-15,3-4-2 0,4 1-4 16,0-4-7-16,1 0-10 0,3-2-3 0,-3-1 0 15,1-3-3-15,3-1 3 0,-1 2 2 0,2-4 7 0,2 1 14 0,-3-4 19 16,4 3 17-16,-4-3 14 0,0 0 4 0,19-7 0 16,-10 0 5-16,0-2-2 0,5-3 6 0,0 1-4 15,1-4-4-15,-1 1-6 0,2 2-6 0,-2-1 0 16,-2 0-8-16,-3 5-2 0,0 0-1 0,-1 2-7 16,-3 1-7-16,0 2 5 0,-1-2-13 0,0 3-9 15,-1 0-8-15,-3 2-7 16,6-3-6-16,-6 3-8 0,10 4-3 0,-2-1-2 15,-3 2-9-15,5-1-15 0,-1 4-23 0,-4-2-14 16,4 5-33-16,5 1-21 0,-6-3-35 0,3 4-43 16,-1-4-58-16,-3-1-281 0,3-2-584 0,-1-1 259 15</inkml:trace>
  <inkml:trace contextRef="#ctx0" brushRef="#br0" timeOffset="2912.9">3769 10081 166 0,'0'0'281'15,"0"0"-27"-15,3-4-23 0,-3 4-17 0,1-3-29 0,-1 3-18 16,0 0-20-16,0 0-19 0,0 0-15 0,0 0-13 16,3 10-10-16,-3-5-9 0,0 2-8 0,0 3-7 15,0 2-4-15,-2 0-7 0,0 5-2 0,0 0-13 16,1 0-1-16,-1 0-5 0,-1-1 0 0,2-4-6 15,-2-1-4-15,3 0-3 0,-1-5 2 0,1 0-2 16,-1-1-2-16,-1 0 5 16,2 0 8-16,0-1 32 0,0-4 37 0,0 4 40 15,0-4 40-15,0 0-15 0,0 0-15 0,0 0-10 16,9-15-20-16,-4 7-16 0,1-3-3 0,4-2-20 16,-4 1-4-16,3-1-3 0,1 2-11 0,-5 1-6 15,3 2-10-15,-3 0-5 0,-1 2-10 0,0 2 0 16,2 1-13-16,-5-2-1 0,2 1 0 0,-3 4-20 15,5-3-19-15,-1 1-8 0,-4 2-1 0,0 0-1 0,10 5-8 16,-5 0-5-16,3 2-2 0,-3 1 0 0,-1 1 0 0,1 0-10 16,-1-2 0-16,2 3-5 0,-2 0 0 15,-1 0 6-15,-2-4 0 0,3 1 7 0,-3-3 3 16,-1 0 5-16,4-1 7 0,-4 2 15 0,0-5 34 16,3 4 32-16,-3-4 1 0,0 0 1 0,0 0 4 15,15-12 5-15,-9 5 2 16,1-1-6-16,-4-1-6 0,6-1-3 0,-2-1-4 15,0-2-5-15,2-1 6 0,1-1-21 0,1 1-6 16,-1 0-6-16,-2 4-2 0,-3 4-4 0,2-3-6 16,0 2-5-16,-2 5-8 0,0-4-7 0,1 4-15 15,2 0-7-15,-8 2-5 0,13 2-8 0,-3 0-8 16,-1 1-13-16,0 2-13 0,1 2-18 0,-1 0-16 16,-1 0-20-16,2 2-17 0,-1-1-10 0,-3 0-19 0,2 2-17 0,0-3-4 15,-3 1 0-15,0-4 12 0,-1 1 8 0,0-2 11 16,-2-2 26-16,-2-1 12 0,5 1 35 0,-5-1 39 15,0 0 27-15,8-12 32 0,-6 5 32 16,-2-3 29-16,2-3 20 0,0 4 17 0,0-8 20 0,0 2 7 16,1-2 14-16,-2 0 6 0,3-2-6 0,0-5 8 15,-2 7 7-15,2 0-3 0,-1-2 5 0,-3 5 1 0,2 6-9 16,1 1-1-16,-3 0-17 0,1 2-18 0,0-3-13 16,1 6-21-16,-2-1-34 0,0 3-32 0,0 0 0 15,0 0-1-15,0 0-1 0,-2 30 2 0,-2-6 0 0,3 5-4 16,-3 2 1-16,-1 5-2 0,-1 13 1 15,-2-3-1-15,3-11 1 0,1 2-1 0,-1-5 11 16,0 0-10-16,3-4 2 16,-1-1-2-16,-1-10-2 0,0 1 0 0,3-3 4 15,-2-5 0-15,2 2 1 0,0-4-9 0,-1 1-11 16,1-6-1-16,1 2 3 0,-1 0-4 0,0-1 3 16,1-4 0-16,-2 6-2 0,2-6-2 0,0 0-37 15,0 0-88-15,0 0-69 0,2-17-29 0,0 7-238 16,2-8-522-16,0-1 231 0</inkml:trace>
  <inkml:trace contextRef="#ctx0" brushRef="#br0" timeOffset="3429.76">4234 10132 104 0,'0'-3'281'0,"0"3"-2"0,0-7-16 0,3 5-20 16,-3 2-17-16,0-5-26 0,1 1-20 0,-1 4-22 16,0 0-15-16,0 0-18 0,1-3-12 15,-1 3-11-15,0 0-11 16,13 7-12-16,-4-4-6 0,1 2-8 0,1 3-6 0,5 1-8 15,-3 1-4-15,0-1-7 0,-3-1-1 16,0-1-7-16,0 1-3 0,-2 0-9 0,1-1-2 16,-5-1-5-16,2 1-7 0,-2-1-7 0,-2 0-5 15,0-4-1-15,-2 5-3 0,-5-1 6 0,0 0-6 16,-4-1 3-16,-3 1 5 0,-3 0-3 0,-3 1 4 0,0-3-1 16,-1 2 2-16,1-4 1 0,0 1-3 0,5 0 3 0,-1-3-1 15,3 3-9-15,-2-2-7 0,8 0-7 0,-1-1-11 16,6 0-10-16,-8-2-25 0,8 2-30 0,1-6-9 15,6 2-7-15,3-3 7 0,8-3-11 0,7-2 4 16,1 0-8-16,3-1-3 0,3-1 13 0,-1-3 11 16,2-2 11-16,-2 0 15 0,-1-1 25 0,0-3 18 15,-1 0 13-15,-2-1 31 16,-4-1 20-16,-1 2 34 0,-3 0 25 0,-6 2 25 16,-4 4 15-16,-1 0 19 0,-1 0 15 0,-3 6 4 15,1-1 11-15,-3 1 4 0,1-1-6 16,-2 1-3-16,-1 2-8 0,2 0 2 0,0 4-21 0,-1 0-20 15,-1 0-14-15,0 1-18 0,0 4-7 0,1-7-22 16,-1 7-37-16,0-3-11 0,0 3-16 0,0 0 1 16,-7 14 0-16,3-3-2 0,0 7-4 0,-1 10 0 0,-1 2 1 15,1 2 0-15,-2 0-6 0,3-1 8 0,2-1 0 16,1 0 0-16,-1-3 0 0,1-8 1 0,1 0-1 16,0-4-1-16,0-2 4 0,1-2-3 0,-1 0 2 15,-1-2-7-15,1-1-19 0,0-4-10 0,0 2-22 16,-1 0-26-16,1-4-23 0,-2 2-28 0,2-4-33 15,0 5-55-15,0-1-1 0,0-4-48 0,4 4-191 0,-4-4-498 0,0 0 221 16</inkml:trace>
  <inkml:trace contextRef="#ctx0" brushRef="#br0" timeOffset="3861.95">4703 10240 80 0,'0'0'225'0,"0"0"-2"0,0 0 0 15,0 0-7-15,0 0-8 0,0 0-18 0,0 0-10 0,0 0-27 16,8 0-16-16,-8 0-15 0,16-8-11 0,-4 4-10 16,-3 0-12-16,5 2-10 0,0-5-10 0,4 2-6 15,-3-3-8-15,6-1-6 0,-2 0-4 16,5-3-5-16,-7 1-4 0,-1 1-8 0,1-2 0 16,-2 2-1-16,-2-1 4 0,-4 1-2 0,1 2 5 0,-2-1 6 0,-3 0 5 15,2 1 17-15,-5 3 5 0,2-2-11 0,-3 1-10 16,-1 0-6-16,0 6-7 0,-5-7-5 0,0 3-5 15,5 4-3-15,-17 0-5 0,2 1-1 0,-2 2-6 16,-1 3 1-16,2 2-1 0,-9 7-3 0,3-1-3 16,0 3 2-16,0 2-5 0,5 2 0 0,0 0 3 15,4 3 0-15,1-2 1 16,6-4-3-16,2 0 1 0,7 1 2 0,-1 1 1 16,7-5 8-16,0 2 2 0,4-3 4 0,1-2 5 15,13 0 7-15,0-2 4 0,-1-3 1 0,4 0 5 16,-2-3 4-16,4 2-1 0,-5-5 9 0,-6 0 3 15,0-1 1-15,-7 0 9 0,0 0 6 0,-4 0-1 16,-2 0-5-16,-1 0 0 0,-7 0-15 0,11 0 10 16,-6-1-27-16,-5 1-24 0,6 0-32 0,-6 0-32 0,0 0-59 15,0 0-69-15,0 0-82 0,-35 4-355 0,6-4-669 16,0 0 296-16</inkml:trace>
  <inkml:trace contextRef="#ctx0" brushRef="#br0" timeOffset="4478.78">2178 10711 177 0,'0'0'188'0,"0"0"-11"0,0 0-10 16,0 0-13-16,0 0-18 0,0 0-15 0,0 0-11 16,0 0-14-16,0 0-9 0,0 0-11 0,0 0-6 15,0 0-19 1,0 0 4-16,0 0-3 0,0 0-8 0,0 0-6 16,0 0-4-16,0 0-6 0,0 0 2 0,0 0-4 15,0 0-3-15,13 7-6 0,-7-7 5 0,2 4 0 16,6-3-1-16,6-1-5 0,10 2-1 0,4-3 0 15,20 2 0-15,5-2 0 0,31 4 0 0,8-6-3 16,7-3 5-16,7 6 2 0,7 0 10 0,6-3 5 16,9 1 1-16,7 1-1 0,2-1-6 0,-9-2 7 0,-3 1-1 0,-5-4-3 15,-7 5 1-15,-7 0 1 0,-5-11 6 0,-8 8 13 16,-2 3 12-16,-7-5 15 0,-28 2 11 0,3-2-8 16,-6-1 1-16,-8 3 0 0,-11 1-3 0,-8 2-4 15,0-2-4-15,-11 3 5 0,-3-2-14 0,-6 1-5 16,-2 2-6-16,0-1-7 0,-1 0-10 0,-4 1 2 15,-5 0-1-15,10-1-3 16,-6-1-13-16,-4 2-16 0,0 0-26 0,8 0-22 16,-8 0-20-16,0 0-16 0,4 3-16 0,-4-3-19 15,0 0-55-15,-13 6-76 0,2-5-240 0,0 1-525 0,0-2 234 0</inkml:trace>
  <inkml:trace contextRef="#ctx0" brushRef="#br0" timeOffset="5750.68">5319 11292 128 0,'-2'-6'237'0,"0"4"-8"0,2 2-10 0,-1-7-17 0,1 7-17 16,0-5-14-16,0 5-6 0,0 0-12 0,-1-5-14 15,1 5-16-15,0-4-14 16,0 4-8-16,0 0-16 0,0 0-15 16,0 0-27-16,0 0-24 0,0 0-17 0,0 0 4 15,0 0 1-15,0 14-6 0,0-2-2 0,-2 2 3 0,0 6-1 16,1 4 1-16,-3 4-3 0,0-2 3 0,-1 4-2 16,2 0 0-16,1 0 1 0,-1-3 0 15,3 1 2-15,-2-5-4 0,-1-3 0 0,2-3 2 16,-1-5-1-16,0 2 4 0,1-5-5 0,1 1 1 0,-2-3 2 0,2 2 0 15,0-6 19-15,-1 2 21 0,1-1 24 0,-1-2 33 16,1-2 30-16,0 4 40 0,0-4 40 0,0 0 18 16,0 0 12-16,0 0-21 0,0 0-23 0,-4-14-19 15,2 3-20-15,-1-7-16 0,2-1-16 0,-2-11-11 0,2 1-15 16,1-1-13-16,0-3-12 0,1 0-3 16,2 0-12-16,-1-1-9 0,2 1-5 0,2 2-6 0,-1 1-3 0,-1 2-5 15,2 0-4-15,0 2-2 0,0 1-2 0,1 5-1 16,-4 3-4-16,5 1-1 0,-1 0-4 0,1 2-1 15,3-1-8-15,0-1-9 0,3 6-22 0,3-2-20 16,1 4-26-16,1-2-26 0,-1 3-32 0,1 3-29 16,0 2-25-16,-1 4-25 0,-1 4-19 0,-1 3-28 15,1 2-31-15,-3 3-50 16,-1 0-229-16,-2 0-614 0,-3 1 272 0</inkml:trace>
  <inkml:trace contextRef="#ctx0" brushRef="#br0" timeOffset="6051.4">5447 11681 48 0,'0'0'172'0,"-3"3"-5"16,3-3-3-16,0 0-4 0,-3 1-1 0,3-1-10 15,0 0-5 1,0 0-10-16,0 0-7 0,-3 3-6 0,3-3-11 16,0 0-2-16,0 0-8 0,0 0-5 0,15 0-7 0,-7-1-6 15,11-1-3-15,0 0-9 0,3-2-5 0,9-2-2 16,2 3-10-16,0 0-5 0,-2 0-5 16,2-3-5-16,-4 2-4 0,0 0 0 0,-8-2-5 15,2 4-5-15,-5 0-1 0,-8-1 0 0,3 1-5 0,-1 2-17 16,-5-2-17-16,1 1-19 0,-4-2-25 0,-4 3-48 0,1-4-55 15,-1 4-54-15,0 0-146 0,-20-3-393 0,8 3 175 16</inkml:trace>
  <inkml:trace contextRef="#ctx0" brushRef="#br0" timeOffset="6382.86">5429 11464 2 0,'-8'0'226'0,"8"0"-11"16,0 0-9-16,0 0-5 0,-10 0-9 0,10 0-7 0,-1 1-11 16,1-1-18-16,0 0-16 0,0 0-11 15,0 0-13-15,0 0-13 0,24-1-10 0,-4-1-4 0,2 0-14 0,6 0-7 16,3-1-9-16,1 1-5 0,0 2-6 0,1-2 6 15,-2 2-12-15,-5 0-6 0,-7-3-4 16,0 3-3-16,-8 0 0 0,0 0-7 0,-4 0-1 0,1-1-3 16,-2 0 0-16,-6 1-1 0,11 0 0 0,-11 0-3 0,7-2-2 15,-7 2-4-15,6 2-8 0,-6-2-8 0,0 0-7 16,0 0-13-16,0 0-26 0,0 0-33 0,0 0-32 16,0 0-37-16,0 0-25 0,0 0-195 0,0 5-406 0,0-5 179 15</inkml:trace>
  <inkml:trace contextRef="#ctx0" brushRef="#br0" timeOffset="6652.34">6523 11323 188 0,'1'-2'320'0,"-1"2"-11"15,4-3-40-15,-4 3-26 0,4-4-28 0,-4 4-25 16,0 0-21-16,0 0-24 0,0 0-14 0,0 0-27 16,0 0-13-16,0 0-7 0,-4 12-11 0,0-6-5 15,-2 4-8-15,-3-1-7 0,-3 7-3 0,2-4-4 16,-3 5 2-16,0-1-13 0,2-3-17 0,-7 6-12 16,-1 2-12-16,7-3-17 15,-3-4-20-15,4 3-18 0,-2-2-14 16,0-5-39-16,4-1-49 0,-1-2-53 0,-2 0-153 15,2-2-400-15,5-4 177 0</inkml:trace>
  <inkml:trace contextRef="#ctx0" brushRef="#br0" timeOffset="6899.68">6348 11292 23 0,'1'-6'324'15,"0"4"-30"-15,1-2-25 0,-2 4-30 0,1-5-26 16,0 2-26-16,-1 3-22 0,0 0-18 0,0 0-15 15,0 0-11-15,15 7-11 0,-4 0-12 0,-2 0-8 0,5 5-6 16,1 2-9-16,8 3 0 0,-4 0-13 0,-1 2-3 16,4 1-8-16,0-2-3 0,-3-1-7 0,2 0 3 0,-3-4-2 15,-1-2-9-15,0 0-7 0,-3-3-19 0,-3 1-17 16,-2-3-15-16,1 0-11 0,0 0-17 0,-1-3-24 16,-1-3-25-16,1 1-28 0,-4-2-36 0,3 1-47 15,-8 0-162-15,6-5-405 0,-2 0 179 0</inkml:trace>
  <inkml:trace contextRef="#ctx0" brushRef="#br0" timeOffset="7222.53">6938 11096 211 0,'-1'-7'304'0,"2"2"-12"15,-1-1-10-15,0 1-23 0,0 5-29 0,0-6-20 16,0 3-29-16,0 3-22 0,0-3-24 0,0 3-21 16,0 0-15-16,0 0-13 0,0 23-7 15,0-6-9-15,0 7-10 0,-5 4-5 0,5 2-9 0,-4 4-1 16,3 2 1-16,-3 0-13 0,0-1-1 0,3 12-3 16,-2-11-2-1,2 0-3-15,1-3-8 0,0-1 1 0,-1-2 1 16,-2-1-4-16,3-4-2 0,0-8 0 0,0-1-2 15,0 0-2-15,0-5-4 0,0-1 4 0,0-4 3 0,0 1-3 16,0 1 0-16,-1-4 1 0,1 1-1 0,0 0-9 16,-3-2-17-16,3-3-12 0,0 5-14 15,0 0-15-15,0-5-4 0,-5 2-28 0,5-2-73 16,0 0-86-16,-10-7-176 0,5-2-460 0,1-2 203 0</inkml:trace>
  <inkml:trace contextRef="#ctx0" brushRef="#br0" timeOffset="7538.87">6941 11281 229 0,'0'0'263'16,"-3"-4"-26"-16,3 4-20 0,0 0-26 0,0-5-16 16,0 5-18-16,0 0-17 0,0 0-17 0,0 0-11 15,21 5-14-15,-7-1-10 0,-3 1-7 0,8 2-10 16,-1 1-9-16,1-2-4 0,0 2-6 0,-2 2-5 15,1 0-6-15,0 1-6 0,-4 0 0 0,-5-4-4 16,0 1-4-16,1 1 0 0,-5-1-7 0,-1-1-5 0,0-1-9 0,-3-1 3 16,-1 0 1-16,-1 2 3 0,-7-3-4 0,2 2 0 15,-7-1-1-15,0 0-2 0,-5-1 0 0,0 1 5 16,-2-2-6-16,-2 0 2 0,4-1-3 0,-2-1 3 16,1 0-1-16,5 1-1 0,1-2-1 0,3 0 1 15,2 1 0-15,2 0-9 0,-2-1-20 0,8 0-20 16,-9-1-42-16,9 1-60 0,0 0-50 0,0 0-183 0,23-7-408 0,-10 4 181 15</inkml:trace>
  <inkml:trace contextRef="#ctx0" brushRef="#br0" timeOffset="8888.77">7518 11330 229 0,'4'-6'237'0,"-4"1"-19"0,-3-2-16 0,2 2-12 16,-6-1-15-16,0-2-10 0,0 1-16 0,-4 5-9 15,0-3-9-15,1 1-15 0,-2 2-13 16,-1 2-11-16,-1 2-14 0,-1 0-9 0,2 2-8 16,-2 1-6-16,2 1-7 0,-5 5-7 0,5-1-3 15,-2 3-4-15,2 2-1 0,1 3-5 0,0-1-6 0,-2 4-2 16,5-4-8-16,1 1-8 0,4-2 0 0,1-2-8 0,1-3 3 16,1 1 5-16,1-1 0 0,1-4 11 0,3 1 11 15,0-2 9-15,1-3 7 0,3-1 20 0,1-3 16 16,2 0 13-16,0-1 25 0,1-2 9 0,-3-2 3 15,5 0 4-15,-5 0-2 0,5-5 5 0,-1-1-12 16,1 1-4-16,0-3-10 0,-1 1-9 0,0-3-11 16,-2 4-10-16,1 1-13 15,-3 0 1-15,-3 2-5 0,0 1-3 0,0 1-8 16,-3 0-3-16,0 3-12 0,3 1-8 0,-5-2-14 16,3 3-36-16,-1-2-29 0,-3 4-33 0,3-1-12 15,-3 1 5-15,0 0 4 0,11 2-4 0,-1 2-6 16,-3 2-7-16,3-3-10 0,5 7-4 0,2-3-1 15,2 2-6-15,0-1-8 0,-1 1-2 0,1 0-1 16,0-3 3-16,1-1 7 0,0 1-1 0,-1-3 12 0,-1 0 9 0,2-1 6 16,-3 0 12-16,2-4 14 0,-6 2 9 0,1-4 26 15,-2 0 28-15,-2-1 33 0,0-1 31 0,0 0 22 16,-2 0 21-16,1 0 38 0,-4 1 9 0,1-1 16 16,-2-2 12-16,0 4 9 0,0 1 2 0,-1-1 1 15,0 1-10-15,0-3-10 0,-2 5-16 0,-1 1-18 16,4-3-11-16,-4 3-14 0,0 0-21 0,4-1-10 0,-4 1-32 0,0 0-24 15,0 0-25-15,0 0-16 0,0 0 11 0,6 7-1 16,-6-1 3-16,-4-1 0 0,4 3-3 0,-1 5 3 16,0-2-1-16,-2 0 4 0,2 1-3 0,0 1-3 15,-2-2-8-15,2 1-2 0,-1 1-6 0,1-7 1 16,1 0 21-16,-3 0-6 0,3 0 0 0,0-1 2 16,-2-1 14-1,2-4 10-15,2 4 32 0,-2-4 30 0,0 0 26 16,0 0 29-16,0 0 3 0,0 0-8 0,0 0-11 15,0 0-16-15,11-13-7 0,-6 6-11 0,1-2-10 0,2 1-5 16,4-6-15-16,-3 0-13 0,0 4-7 0,2-2-5 16,-2 2-3-16,-4 2-2 0,-1 4-5 0,2-3-4 15,-2 2-9-15,-3 1-12 0,3 0-21 0,-1 0-25 16,-3 4-26-16,4-4-29 0,-4 4-18 0,2-1-7 0,-2 1 18 16,0 0 7-16,8 5 15 0,-3-1 5 0,-4 1 13 15,3 3-4-15,5-1-4 0,-3 2 10 0,2-1-6 16,0 1 2-16,5 3 2 0,0-2 1 0,2 0 7 15,4 1 1-15,-1-2 3 0,3-4-7 0,10 3 1 16,0 1-1-16,1-8 8 0,1 3 1 0,-2-4 7 16,-1-4 5-16,0 3 7 15,-1-5 4-15,-1 1 4 0,-1-6 8 0,-5 5 11 16,-4-2 8-16,1-1 6 0,-4-2 7 0,0 1 10 16,-4 2 11-16,-3 1 5 0,0-3 8 0,-4 3 6 15,0 1-3-15,-3-2-8 0,1 3-6 0,-5-3-4 16,2 4-8-16,-5-1-3 0,-3 2-5 0,-2-2-5 15,1 2 2-15,-3 5-1 0,-1-2-1 0,-1 4-3 16,-3 1-6-16,0 0-1 0,0 3-2 0,3 0 2 0,-2 2 0 0,3-1 1 16,1 2-13-16,-1 1-9 0,7-2-13 0,1 2-8 15,1-3 1-15,0 0-1 0,0 0 10 0,5 0 3 16,0-3-1-16,1-2 5 0,6 3 7 0,-2-5 3 16,5 0 5-16,4-2 3 0,0-1-3 0,4-5 2 15,0 2 5-15,0-6 9 0,5-4 10 0,-5 3 4 16,-2 0 1-16,5-7 18 0,-3-1 10 0,1-1 8 0,-4-3-2 0,0 2 6 15,1-6 13-15,-6 1 3 0,4-3 8 16,-2-1-8-16,-2-4 14 0,-4 3 22 0,-2-2 7 0,3 4 6 16,-5 1-2-16,1-1-13 0,-3 11 8 0,0 0-8 15,0 1-7-15,0-2-5 0,-3 9-14 0,3-1 5 16,0 2-7-16,0 1-7 0,3 4-9 0,-6-2-8 16,6 2-4-16,-3 4-15 15,-3-5-17-15,3 5-41 0,0-4-38 0,0 4 0 16,0 0 7-16,-1 12 4 0,-3-2 8 0,4 2-1 15,-4 6 5-15,0 8 4 0,-1 1 6 16,1 1-1-16,-2 0 16 0,2 1-8 0,-1 0 2 16,1-1 2-16,-1 4 5 0,-4-6-2 0,8 2 7 0,-3-3-5 15,0 1 1-15,0-8 2 0,3 9-2 0,-2-11-4 16,2 2 13-16,-1-2-1 0,-1-4 0 0,3-1 1 0,0 0 4 16,-3-2 1-16,2-1-5 0,1-2 3 0,0-1-2 0,0 1 4 15,-3-2-5-15,3-1 8 0,-2 1 2 0,4 0 0 16,-2-4-12-16,-2 6 9 0,2-6 3 15,0 4-3-15,0-4 5 0,0 0-2 0,0 0 1 16,0 4 9-16,0-4 2 0,0 0-1 0,0 0 2 16,0 0 2-16,0 0 4 15,0 4 7-15,0-4 4 0,0 0 3 0,0 0 2 16,0 0-3-16,9 0-4 0,-9 0-2 0,18 0-18 16,1-5-56-16,3 0-64 0,6 1-105 0,4-3-151 15,-3-1-264-15,3-5-680 0,0-2 301 0</inkml:trace>
  <inkml:trace contextRef="#ctx0" brushRef="#br0" timeOffset="10630.61">10359 10865 38 0,'-3'-2'169'0,"3"-1"-10"16,0 3-11-16,-1-9 0 0,1 4-16 0,0 1-6 15,0-2-1-15,-3 1-11 0,6-2 1 0,-3 2-7 0,-3 0 3 16,3 1 3-16,0-3 1 0,0 1-2 0,-1 2-8 16,1-3-3-16,0 4-2 0,0-2-4 0,0 5-6 0,0-5-3 15,0 5-9-15,-2-5-10 0,2 5-8 16,2-4-7-16,-2 4-7 0,0 0-7 0,0 0-31 15,0 0-10-15,0 0-6 0,-5 10 1 0,1 6-3 0,-3 4-1 16,0 9 5-16,-6 17 1 0,2 4 1 0,-1 0-1 0,0 0 1 16,-2 4 0-16,2-3-2 0,-1 3 4 0,4-5-1 15,-1-2-1-15,5-12-2 0,-4-1 6 0,7-3-2 16,-1-2 2-16,-1-1-1 0,3-3 1 0,-3-6-3 16,4-2 2-16,-1-5 4 0,1-1-4 0,-3 0-2 15,3-6 5-15,-1 0 7 0,-3 1 22 0,4-2 20 16,0-1 19-16,0-3 13 15,-2 4 0-15,-1-1-10 0,3-3-8 0,0 0-6 16,-13-3-2-16,8 1 4 0,-4-2-15 0,4 1-4 16,-4-2-6-16,1 1-5 0,-2-1-1 0,3-2-5 15,0 3-4-15,-2-2-9 0,0-1-17 0,0 2-26 16,0 2-21-16,2 0-23 0,-1 0-26 0,0-1-30 16,3 1-34-16,0-1-57 0,-1-1-242 0,5-1-500 15,-2 0 221-15</inkml:trace>
  <inkml:trace contextRef="#ctx0" brushRef="#br0" timeOffset="10978.19">10084 11251 146 0,'-6'0'205'0,"1"-1"-9"0,5 1-13 0,-13 0-8 16,13 0-6-16,-6-2-11 0,6 2-13 0,-7 0-10 15,7 0-13-15,0 0-16 0,0 0-5 0,0 0-9 0,0 0-9 0,20-2-10 16,0-1-3-16,10 0-8 0,5-2-11 16,6 1-2-16,14-1-6 0,-2-2-4 0,2 5 0 15,-2-3-6-15,-16 3-4 0,-1 0-4 0,-4-2-2 0,-4 2-2 16,-8 1-2-16,-1 0 0 0,-9 1-3 0,2 0-5 15,-3 0 0-15,-3-3-2 0,-2 3-11 0,-4 0-2 16,9 0-2-16,-9 0-9 0,0 0-6 0,0 0-12 0,0 0-10 16,-27 5-14-16,17-1-19 0,1-2-19 0,-4 0-24 15,8-1-44-15,-4 2-175 0,3-3-365 0,-2 0 161 16</inkml:trace>
  <inkml:trace contextRef="#ctx0" brushRef="#br0" timeOffset="11479.39">10957 11103 130 0,'0'0'181'0,"10"-3"-21"0,-2 3-18 0,-1-2-14 15,5 2-11-15,-3 2-4 0,2 0-16 0,1 1-10 16,-1-1-9-16,2 5-9 0,-4-2-4 0,1 4-4 16,-2-1-8-16,0 2-7 0,-1 1-4 0,-3 0-4 15,2 0-5-15,-4 2-1 0,-2-1-4 0,-3 2 3 16,-2 3-1 0,0-5-1-16,0-2-3 0,-4 6 2 0,4-5-1 0,-4-2 8 15,3-1-5-15,-1-1 7 0,2-1 14 0,1-2 4 16,-1 0 11-16,0-1 17 0,1 1 25 0,3-3 13 15,1-1 31-15,-6 2 26 0,6-2-19 16,0 0-4-16,0 0-21 0,6-14-19 0,4 2-12 0,-1 0-7 16,4-2-13-16,2-2-7 0,1-5-19 0,1 3 2 15,1-1-8-15,-2 5-7 0,-2 1-3 0,0-1-5 0,-1 2-4 16,-3 5-4-16,-1 1-4 0,-2 1-2 0,-1 0 7 16,-2 0-4-16,0 2-30 0,0 0-10 0,0 3-16 0,-4 0 2 15,0 0 2-15,0 0 3 0,9 9-2 0,-8-2 2 16,2 3 4-16,-2 1-2 0,2 2 2 15,-1 1 0-15,2 4 1 0,-3-1 0 0,3 0 1 16,0 0-18-16,-3 0-12 16,3-5-23-16,-1 1-17 0,-2-2-18 0,3-2-23 15,1 0-26-15,-4-2-44 0,4-1-46 0,-1-3-215 16,3-3-499-16,-7 0 221 0</inkml:trace>
  <inkml:trace contextRef="#ctx0" brushRef="#br0" timeOffset="11711.11">11460 10986 161 0,'0'-1'219'0,"4"-2"-25"0,-4 3-22 0,0 0-16 16,0 0-4-16,13 7-13 0,-8 3-9 0,4 1-8 16,-1 4-8-16,2 3-11 0,3 6-3 0,-3 2-12 15,-1 0-4-15,-3 2-8 0,2 3-10 0,-3-7-5 0,-2 4-4 0,-2-3-5 16,-2 1-3-16,-2-6-3 0,-2-3-22 0,-6 7-7 15,0-6-13-15,-4-2-20 0,-4 1-25 0,-7-2-34 16,-1-4-47-16,-1-3-77 0,-5-4-124 0,1 0-349 16,-1-4 155-16</inkml:trace>
  <inkml:trace contextRef="#ctx0" brushRef="#br0" timeOffset="12064.81">10954 10924 187 0,'0'0'198'0,"-4"-3"-13"0,2 0-21 16,2 3-20 0,0 0-20-16,0 0-7 0,-15 8-12 0,6-3-12 0,-4 7-15 0,-5 8-5 15,1 3-5-15,1 3 0 0,-3 4-5 0,-3 1-6 16,0 10 1-16,8-9-4 0,0 1-6 0,3-1 2 16,6 0-5-16,3 0-2 0,0-2 1 0,6 0 7 15,6-4-3-15,1-2 3 0,8 1-2 0,4-3-4 16,11-1 1-16,18-6-19 0,2-3-39 0,3 0-53 15,6-7-87-15,-5-2-207 0,5-6-390 0,-4-2 173 0</inkml:trace>
  <inkml:trace contextRef="#ctx0" brushRef="#br0" timeOffset="12365.44">12256 11246 96 0,'-10'0'267'16,"10"0"-21"-16,0 0-25 0,0 0-24 0,0 0-21 16,0 0-18-16,0 0-19 0,21-6-19 0,-7 5-27 15,2 0-30-15,3-2-31 0,2 2-33 0,7 2-46 0,-1-3-67 16,-4-2-161-16,-3 4-297 0,-2-3 131 0</inkml:trace>
  <inkml:trace contextRef="#ctx0" brushRef="#br0" timeOffset="12512.55">12379 11355 45 0,'-10'7'174'15,"6"-2"-4"-15,-1-5-3 0,1 2-3 0,-1 0 2 16,5-2-2-16,0 0 0 0,10 8-13 0,7-8-14 16,2 0-12-16,13 0-29 0,6-3-54 0,16 2-69 15,-16-7-94-15,-2 3-149 0,0 0-292 0,-4-2 130 16</inkml:trace>
  <inkml:trace contextRef="#ctx0" brushRef="#br0" timeOffset="13969.41">13717 10563 77 0,'0'0'177'0,"0"-3"1"16,0 3-14-16,0 0-6 0,0-5-3 0,0 5-6 0,0 0-12 16,0-6-9-16,0 6-7 0,0 0-9 0,0 0-10 15,0 0-4-15,0-4-7 0,0 4-4 0,0 0-4 16,0 0-5-16,0 0-1 0,0 0-4 0,0 0-7 15,0 0 0-15,0 0-8 0,0 0-2 0,0-3-5 16,0 3 0-16,0 0-12 16,0 0-2-16,0 0-4 0,0 0-7 15,0 0-4-15,0 0 3 0,0 0-7 0,0 0 0 16,0 0-4-16,0 0-1 0,0 0-2 0,0 0-11 0,0 0-2 16,0 0-2-16,0 0-6 0,0 0-3 0,0 0-5 15,0 0-2-15,0 0 0 0,0 0 2 0,0 0 0 16,0 0 1-16,0 0 2 0,0 0-2 15,0 0 6-15,0 0-2 0,0 0 1 0,0 0 3 0,-6 9 4 0,4-4-5 0,2-5 3 16,-2 7 1-16,-2-2-2 0,3 4-1 16,-1-1 4-16,0 1 1 0,-2 2-3 0,0 5 1 15,-1-1-2-15,4 4 2 0,-4 9 3 0,-3 2-4 16,2 4 6-16,-5 12 0 0,0 4-1 0,-1-1 0 0,-2 2 3 16,-1 1-3-16,-2 0 0 0,1-1 0 0,-3-2-3 15,3 1-1 1,-4-1 4-16,3-6 1 0,2-10-2 0,1-1 1 15,-3 3-1-15,3-5-1 0,0 2 6 0,4-5-5 16,2 2 3-16,-6-2-1 0,3-1-1 0,4-9 5 16,-3 2-1-16,4-4-2 0,-1 0 0 0,2-2-3 15,-1-5 1-15,3 3 3 0,2-2 0 0,-2-5 3 16,1 1 6-16,1 0 8 0,-1-1 8 0,1-1 8 16,1-3 8-16,0 0-3 0,0 0-11 0,0 0-11 0,14-3-6 0,-2-1 0 15,-1 2-2-15,-1-2-3 0,3 1-5 0,-4 2 0 16,6 1-1-16,-2 0-1 0,6 1-1 0,-2 6-7 15,-1-1 4-15,0 5-1 0,-1 1 1 0,1 10-1 16,0 1-1-16,-4 4-1 0,-1 5-2 0,-5 3 2 16,0 11 2-16,-4 3 0 0,-8 2-3 0,-1 2-2 15,-4 4 8-15,-6 25 1 0,1-24 1 0,-6 26 1 0,-5-3-5 0,-4-2 2 16,11-24-2-16,-3-1 2 0,1-1 3 0,-1 2 1 16,0-4 6-16,3 3 0 0,-1-4 3 0,2-5-2 15,5 2-1-15,3-10 4 0,3-2 0 0,0 0 1 16,3-1 3-16,5-5 0 0,0 0-1 0,5 0 4 15,2-3-2-15,3-3 0 0,6 0 1 0,4-3 0 16,4-6-2 0,7 1-11-16,8-6-35 0,15-4-61 0,10-8-104 0,0-6-228 15,24-15-458-15,-1-9 202 0</inkml:trace>
  <inkml:trace contextRef="#ctx0" brushRef="#br0" timeOffset="14892.55">14831 10661 84 0,'5'-1'175'0,"0"-4"-12"0,2 3-12 0,-2-1-7 16,4 0-13-16,-1 0-11 0,3 2-11 0,-1 1-10 15,1-3-8-15,0 6-7 0,-1-3-12 0,0 4-5 16,-2 2-12-16,2 1-5 0,-2 2-6 0,1 5-2 16,-1 2-5-16,-4 3 2 0,-1 1-4 0,-3 6-8 15,-3 0-1-15,-4 3 0 16,1 1-11-16,-6-1 3 0,-2-2-2 0,0 2 1 15,0-3-7-15,-3 3 4 0,2-8-8 0,4-4 3 16,-2-2 2-16,4 0-4 0,0-5 3 0,2-1 0 16,0-1 11-16,3-2-1 0,0 0 19 0,0-1 29 15,2-1 36-15,-1-2 34 0,2 1 28 0,1-3 31 16,0 0-5-16,0 0-22 0,0 0-16 0,9-12-22 16,3 2-12-16,1-3 8 0,7-5-34 0,0-4-8 15,3 0-1-15,4-1-19 0,-3-2-12 16,4 0-14-16,-3-1 0 0,-4 3-5 0,1 0 2 0,-8 10-5 15,-2 0-6-15,-3 5-4 0,-2-2-3 0,-3 5-6 0,0 0-7 16,2 1-19-16,-2 1-25 0,-3 1-16 16,-1 2 1-16,0 0 6 0,0 0 10 0,-7 19-3 0,-1-4 1 15,-1 2 6-15,3 2 3 0,1 6 3 0,-2 4 3 16,11-1 7-16,-4 1-14 0,5-1-11 0,5 2-25 16,9-6-31-16,2 1-59 0,10-5-79 0,1-5-304 15,5-3-584-15,1-6 259 0</inkml:trace>
  <inkml:trace contextRef="#ctx0" brushRef="#br0" timeOffset="15832.45">16886 10643 173 0,'0'0'226'15,"0"-5"-31"-15,0 5-4 0,0 0-14 0,0 0-13 16,1-5-16-16,-1 5-16 0,3-3-15 0,-3 3-13 16,0 0-11-16,0 0-12 0,0 0-8 0,0 0-8 15,-17 9-8-15,9-3-8 0,-2 2-4 0,-4 6-4 16,0-2-8-16,-4 12-1 0,-1 0-4 0,2-4-7 16,0 5-2-16,-1-1-8 0,4-1 0 0,0 3-3 15,2-3-2-15,3 3 1 0,4-8 0 0,0 1 1 0,4-2 7 0,-2-1 2 16,3-1 5-16,3-2 6 0,-1 0 10 0,7-4 11 15,-4 2 10-15,6-4 7 0,0 3 9 0,1-5 4 16,8-2 4-16,-3-1 3 0,3 3 2 0,-1-10 2 16,-2 3-3-16,3-2-7 0,-3-1-3 0,3-6 8 15,-1 3-1-15,1-3-6 0,-4-3-1 0,4-2-9 16,-5 2-2-16,-2-2-5 16,1-6-7-16,-3-1-9 0,-2 2 1 0,0-1-11 15,-4-2-10-15,0 0 14 0,-3 6-11 0,-2 1-7 16,-2 1-5-16,1 3-7 0,0 3-6 0,-3-1-10 15,-1 3-12-15,0-2-20 0,-2 6-22 16,2-1-27-16,-1 2-30 0,1 1-33 0,-3 2-37 0,8 0-33 16,0 0-33-16,-18 8-256 0,16-4-551 0,2-1 244 15</inkml:trace>
  <inkml:trace contextRef="#ctx0" brushRef="#br0" timeOffset="16279.84">17747 10596 92 0,'1'-4'290'0,"2"0"-14"0,1 1-10 16,-3 0-29-16,-1 3-19 0,2-4-24 0,-2 4-20 0,2-1-20 15,-2 1-19-15,0 0-26 0,0 0-22 0,0 0-12 16,0 0-6-16,0 0-7 0,-9 13-7 0,0-2-5 16,-1 5-6-16,-7 1-4 0,-6 4-5 0,0 5 0 15,-2-1-4-15,1-1-6 0,-1 3-1 0,1-1-4 16,2-2-2-16,3-2-4 0,1-1-1 0,0 1 2 16,7-5-2-16,0-2-4 0,1-2-1 0,4-2 0 15,1-1-5-15,2-1 10 0,1-1-5 0,0-2 3 0,4 2 1 0,0-1-1 31,1-1 6-31,1 2 0 0,5 1 3 0,2-1 0 0,3 2-1 16,5 0-7-16,-2-2 2 0,7 4-1 0,-1 3-4 16,-2-5 8-16,-2-2-8 0,-1 2-1 0,-2-2 0 15,2 1-1-15,-5 1-1 0,-2-5 4 0,-2 3-5 0,0-3-3 16,-3-1 4-16,2 0-2 0,0-1 4 16,-3 2-5-16,-1-5-4 0,0 2-11 0,2 1-10 0,-2-2-13 15,-4-1-17-15,0 4-27 0,0-4-13 0,4 2-34 16,-4-2-72-16,0 0-231 0,0 0-464 0,-3-10 206 15</inkml:trace>
  <inkml:trace contextRef="#ctx0" brushRef="#br0" timeOffset="16712.09">18031 10764 139 0,'5'-5'255'0,"-1"2"-20"0,0-2-18 16,1 1-19 0,-1 4-24-16,-1-1-19 0,-3 1-16 0,11 1-16 15,-6-1-10-15,-1 4-10 0,3 2-12 0,-3 4-9 0,0-1-8 16,-1 1-8-16,-2 2-6 0,-1 0-8 16,-3 4-3-16,1 2-1 0,-2-1-11 0,0 1-5 15,-3-3 1-15,0 2-8 0,2-2 2 0,0-3-4 16,-3-2-5-16,4-1 1 0,1 1-2 0,0-5-2 0,-1 0 12 15,3 2 13-15,-2-2 19 0,2-2 26 0,-3-1 31 0,4-2 27 16,0 0 26-16,0 3-8 0,0-3-12 0,0 0-22 16,12-11-6-16,-6 3-15 0,5-1-8 0,2-3-13 15,3 1-6-15,-2-4-10 0,6-2-4 0,-4 2-6 16,0 1-8-16,-2 4-5 0,1-3-3 0,-3 6-4 16,-2-2-5-16,-5 2-9 0,2 4-3 0,-2-1-16 15,0 1-13-15,-1 2-24 0,-4 1-3 0,9 0-9 0,-4 4 3 0,-1 3-1 16,0-1 2-16,-2 5 3 0,6 1 0 0,-2 3 3 15,0 2-4-15,3 2-21 0,0 0-23 0,-1-2-25 16,0 0-37-16,2 0-41 0,1-3-58 0,2-3-84 16,-1-2-195-16,-1-3-565 0,2-2 249 0</inkml:trace>
  <inkml:trace contextRef="#ctx0" brushRef="#br0" timeOffset="17213.25">19191 10585 173 0,'3'-5'284'0,"-1"3"-16"16,1-2-17-16,2 0-17 0,-4 1-31 0,-1 3-26 15,0 0-25-15,1-4-22 0,-1 4-15 0,0 0-9 0,0 0-16 16,-17 14-6-16,5-9-12 0,-4 7-6 15,-5 3-6-15,-3 2-6 0,-2 0-8 0,2 0-7 0,-3 4-4 0,0-1-1 16,4 1-3-16,-1 0-4 0,2-3-4 0,8-3-4 16,-1-2-1-16,2-1-2 0,3-3-1 0,4 0-5 15,-1-2 1-15,2-2 6 0,1-1 4 0,-1 0 3 16,0-1-1-16,5 0-3 0,-4 0 0 0,4 0-1 16,0-3 4-16,0 9 2 0,3-6-3 0,-1 2 3 15,6 1-1-15,-2 0-2 16,5 3-2-16,-1-2-1 0,5 3-2 0,3 1-4 15,-3 1 1-15,8 2 2 0,-7-2 3 0,2 1-5 16,3 5-1-16,-5-5-1 0,1 0-16 0,0 2-18 16,-3-3-38-16,0-1-39 0,0 3-62 0,-3-7-42 15,-4 1-253-15,2-2-494 0,-1-1 218 0</inkml:trace>
  <inkml:trace contextRef="#ctx0" brushRef="#br0" timeOffset="17629.84">19631 10665 125 0,'2'-5'358'0,"1"-2"-10"0,1 2-19 16,-3 0-25-16,2 2-29 0,-2 1-35 15,-1 2-29-15,2-5-31 0,-2 5-30 0,0 0-18 16,0 0-18-16,0 0-11 0,-3 11-2 0,-1 0-22 15,-3 3-4-15,-3 3-6 0,-1 5-11 0,-2 0-1 0,-4 4-3 16,4 1-12 0,1-5 0-16,-1 1-4 0,0-6 7 0,7-1-22 15,-2-5-14-15,4-1-3 0,0 0-4 0,3-5 1 16,-2 2 6-16,1-2 9 0,2-3 23 0,-4 1 34 0,4-3 31 16,-1 3 35-16,1-3-15 0,0 0-16 15,0 0-6-15,14-13-9 0,-8 5-7 0,2-3-5 16,7 3-8-16,-2-6-5 0,1 1-7 0,-2 2-5 15,1 0-10-15,-2 5-3 0,-1-1-4 0,-2 2-6 0,3 0-10 0,-4 1-5 16,0 1-12-16,2 2-7 0,-2 1-10 0,2 3-12 16,1-1 2-16,0 3-13 0,-1 0-14 0,1 5-19 15,3-1-26-15,-4-1-25 0,4 4-15 0,-4-2-29 16,0 0-30-16,1-1-34 0,0 3-41 0,-2-7-47 16,-3-1-251-16,1 1-610 0,-1-2 271 0</inkml:trace>
  <inkml:trace contextRef="#ctx0" brushRef="#br0" timeOffset="17814.7">19683 10645 135 0,'-1'-2'299'0,"-3"-2"-6"16,4 0-13-16,-2 0-23 0,2 4-29 0,0-5-22 0,0 5-20 0,7 0-20 15,7-3-17-15,3 4-15 0,6 1-15 0,8-2-21 16,2 4-27-16,0-1-33 0,3 2-45 0,-2-3-31 15,-2 3-37-15,3-2-36 0,-1-3-32 0,-1 2-32 16,-1-5-177-16,-3 0-381 0,-8-1 169 0</inkml:trace>
  <inkml:trace contextRef="#ctx0" brushRef="#br0" timeOffset="18052.93">20283 10570 135 0,'3'-6'228'0,"1"2"4"16,1 0 3-16,-1-1-1 0,-3 2-11 0,3 0-17 0,0 0-16 15,-4 3-23-15,5-3-12 0,-5 3-21 0,0-4-18 16,0 4-15-16,0 0-1 0,0 0-20 0,0 0-10 15,-4 14-3-15,-1-3-15 0,-4 3-5 16,-2 2-6-16,-5 8-2 16,-3 2-5-16,-1 3-2 0,1 2-1 0,-7 8-6 15,7-9-1-15,2 1-4 0,-2-4 0 0,4 1-3 16,2-4-6-16,0-4 1 0,3-2-2 0,4-4-1 16,1-5-1-16,1 2 5 0,0-5-3 0,1 0 1 15,1 0 0-15,-1-1-13 0,1-1-4 0,1 0-4 0,-2-1-8 16,3-3-9-16,-3 5-11 0,3-5-21 0,-1 4-28 15,1-4-88-15,0 0-280 0,0 0-493 0,0 0 219 0</inkml:trace>
  <inkml:trace contextRef="#ctx0" brushRef="#br0" timeOffset="18315.9">20390 10826 201 0,'0'0'257'0,"0"0"-17"0,5 3-10 16,-1 0-12-16,0 1-8 0,-2 0-21 0,2 1-11 16,4 3-15-16,-3 1-13 0,-3 1-11 0,0 1-14 15,-1 3-12-15,-2 3-16 0,-3-1-6 0,-1 4-7 16,-4 2-10-16,1-4-6 0,0 0-8 0,2 1-4 16,-3-4-7-16,4-6-2 0,1 4-5 0,-1-2 4 0,1-3-12 0,0-1-6 15,4-1 7-15,0-1 1 0,0-1 9 0,4 3 6 16,5-4-3-16,5 1-4 0,8 0-4 0,10 0-25 15,2-1-52-15,5-3-75 0,0 1-111 0,1-4-300 16,-3 1-564-16,1 1 250 0</inkml:trace>
  <inkml:trace contextRef="#ctx0" brushRef="#br0" timeOffset="19471.91">14485 12322 227 0,'1'-4'250'0,"2"-1"-15"0,-2 2-15 0,-1 3-23 15,4-5-17-15,-4 5-24 0,0-4-20 0,0 4-17 16,0 0-17-16,0 0-10 0,0 0-10 0,2 17-9 16,-4-9-8-16,-2 5-14 0,-5 4-1 0,4 2-10 0,-5 3-4 0,-4 3 1 15,0-1-6-15,1 2 0 0,0-2-4 0,-2 2-5 16,2-1-2-16,3-8-2 0,1-2-1 0,2-3-3 15,4-4-2-15,-1-2 6 0,0 1-4 0,-1 1 25 0,1-6 22 16,4 1 28-16,-2-1 34 0,-1 1 33 16,3-3 27-16,0 0-14 0,0 0-15 0,0 0-18 15,8-20-9-15,-2 11-18 16,-1-3-11-16,1-3-8 0,4-4-22 0,1 2-19 16,0 1-3-16,-2 0-7 0,3 1-9 0,-4 3-7 15,-3 5 2-15,1-1-1 0,0 4-12 0,-2-1-12 16,-1 3-19-16,1-2-4 0,2 4-10 0,-6 0-3 15,13 6-1-15,-6-1-2 0,2 6 2 0,-1-3-4 16,1 5-3-16,1 4-11 0,-2 0-22 0,2 0-21 16,-2 1-13-16,1-1-22 0,-1-2-32 0,-2 0-18 0,0-2-42 0,-2-5-51 15,0 0-189-15,-2-3-504 0,1-3 223 0</inkml:trace>
  <inkml:trace contextRef="#ctx0" brushRef="#br0" timeOffset="19703.62">14388 12299 121 0,'0'0'162'0,"0"0"-15"0,-9-2-10 16,9 2-11-16,0 0 1 0,0 0 4 15,0 0-2-15,0 0-4 16,19 8-7-16,-6-8-8 0,6 3-9 0,13-3-5 0,5 2-14 15,0-2-7-15,3 0-4 0,-2 0-15 16,0 0-28-16,-4 0-22 0,-4 0-35 0,-2 2-24 16,-6-2-18-16,0 0-35 0,-4 0-176 0,-5-2-305 15,-2 4 136-15</inkml:trace>
  <inkml:trace contextRef="#ctx0" brushRef="#br0" timeOffset="20104.64">15005 12516 107 0,'0'0'159'15,"-6"2"-9"-15,6-2-6 0,0 0-13 0,-4 1-3 16,4-1 1-16,0 0-12 0,-3 3-7 0,3-3-11 16,0 0-5-16,0 0-3 0,13 3-4 15,0-3-7-15,0 1-11 0,6-2-4 0,0 1-7 0,3-2-5 16,5 1-4-16,-6 0-9 0,-3 1-1 0,1 0-6 15,-1-2-4 1,-5 1-4-16,-1 1 3 0,-1 0-4 0,-2-2-2 16,-3 2-3-16,0-1-10 0,0 0-5 0,-6 1-11 15,0 0-24-15,0 0-36 0,0 0-33 0,0 0-29 0,0 0-48 16,-14-5-104-16,14 5-303 0,-13-1 135 16</inkml:trace>
  <inkml:trace contextRef="#ctx0" brushRef="#br0" timeOffset="20558.72">15473 12402 195 0,'0'0'169'0,"0"0"-15"0,9 3-18 15,-7 0-8-15,2 1-13 0,0 1-16 0,-1 2-6 16,1-1-6-16,-1 3-12 0,-2 1-11 0,1 1 2 16,-2 1-8-16,0 3-11 0,-3-1-2 0,-1 3-8 15,-1 0 5-15,1-2-11 16,-1 0 3-16,0-2-3 0,-3 0-4 16,1-3 1-16,0-1 7 0,4-2-4 0,-1-2 2 0,1 0 5 15,2 1 9-15,-3-2 18 0,3-2 22 0,1-2 33 16,-3 4 28-16,3-4 23 0,-1 3 10 0,1-3-25 15,0 0-13-15,9-15-6 0,-1 6-19 0,3-4-16 16,7-5-11-16,-3 3-9 0,6-4-14 16,-1-1-5-16,3 1-7 0,-4 0-6 0,3 2-4 0,-9 7-3 0,-3 0-10 15,-1 3 13-15,-2 0-19 0,-2 2-6 0,1 1-4 16,-2 2-17-16,0-1-21 0,-4 3-19 0,6-1 0 16,-6 1 4-16,3 8 1 0,-2-3 3 0,0 4-1 15,0 4 5-15,3 3 7 0,0 1-1 0,0 0-4 0,4 8-8 16,-2-6-24-16,8 3-32 0,1-1-60 15,6-4-66-15,-6-6-307 16,9-2-566-16,-2-4 251 0</inkml:trace>
  <inkml:trace contextRef="#ctx0" brushRef="#br0" timeOffset="21191.41">16974 12253 153 0,'3'-2'277'16,"-2"-2"-16"-16,-1 4-24 0,4-2-27 0,-4 2-21 0,4-2-21 16,-4 2-24-16,0 0-15 0,0 0-13 0,0 0-10 0,1 11-13 15,-2-5-7-15,-2 3-11 0,1 1-7 0,-2 2-7 16,-1 0-7-16,-2 5-4 0,1 0-3 0,-7 5-9 16,4-5-7-16,0 0-5 0,-2 0-4 0,-1-2-1 15,4-2 2-15,2-3-8 0,-1-3 2 0,0 1-3 16,3-1 5-16,0-2 1 0,3-3 16 0,-2 1 34 15,2 2 28-15,-2-3 33 16,3-2 35-16,0 0-16 0,0 0-21 0,0 0-18 16,4-12-7-16,-1 7-8 0,6-7-19 0,-4 2-13 15,4 0 0-15,5-2-5 0,-5 2 7 0,-1 1-23 16,1 0 1-16,-3 4-3 0,2-3-10 0,-3 3 12 16,4 1-20-16,-4-1-10 0,0 2-8 0,0 3-10 15,2-2-3-15,-7 2-5 0,12 3-4 0,-5 1-9 16,2 1-6-16,1 2-16 0,-4-2-14 0,1 3-15 0,2 1-35 0,1-1-24 15,-2 3-34-15,-1-1-42 0,3-3-42 0,-2 4-290 16,-5-7-589-16,3 0 261 0</inkml:trace>
  <inkml:trace contextRef="#ctx0" brushRef="#br0" timeOffset="21345.01">16946 12228 144 0,'-1'-2'227'16,"1"-2"-25"-16,0 4-20 0,5-4-20 0,5 1-15 16,2 2-18-16,7-2-13 0,-1 2-12 0,9 1-21 15,3 1-45-15,1 2-38 0,-3-2-53 16,3 0-89-16,-2-1-82 0,-2 0-242 0,-5 0 108 0</inkml:trace>
  <inkml:trace contextRef="#ctx0" brushRef="#br0" timeOffset="21623.6">17510 12150 38 0,'3'-4'288'0,"0"1"-14"0,0 1-21 0,-3 2-21 16,6-4-26-16,-6 4-23 0,4-1-21 0,-4 1-21 0,0 0-15 15,0 0-16-15,-3 10-11 0,-1-1-11 0,-1 4-13 16,-4 5-5-16,-3 7-6 0,-4 2-10 0,-3 2-6 16,1 3-1-16,-7 10-7 0,4-12-9 0,1 1 0 15,2-2 5-15,0 0-10 0,1 0-3 0,-1-5-4 16,6-2-3-16,0-7 2 0,5 0-4 0,0-4 0 15,3-3-3-15,-2-1 1 16,2-2 2-16,0 0 2 0,2-1 5 0,-1 0-5 16,2 0 16-16,-2 0 9 0,2 0 9 0,1-4 13 15,-3 1-12-15,3-1-4 0,0 0-9 0,0 0-14 16,-2 3-50-16,2-3-97 0,0 0-98 0,2-12-261 16,1 7-523-16,1-2 232 0</inkml:trace>
  <inkml:trace contextRef="#ctx0" brushRef="#br0" timeOffset="21893.08">17510 12449 22 0,'6'-1'259'0,"-6"1"-16"0,6-2-21 0,-6 2-19 16,0 0-13-16,8 0-25 0,-8 0-15 0,6 4-5 16,-2 0-14-1,1 0-6-15,-1 1-4 0,0 3-17 0,-3 0-8 16,3 4-10-16,-4 2-9 0,0 3-8 0,-4 1-3 0,2 1-6 15,-5 0-7-15,1-1-5 0,-3-1-4 0,0 3-6 16,4-4-5-16,-3-2-5 0,3-2-1 16,-2-3-2-16,1 0-3 0,5-5 0 0,-3 3-2 15,2-2 3-15,0 0 5 0,1-3 6 0,1 2 6 0,0-4 4 16,3 6 2-16,3-4-2 0,6-1-7 0,6-2-2 0,3 1-5 16,7-2-43-16,3 2-51 0,-3-4-61 0,4 1-79 15,-1-4-272-15,3 0-513 0,-3-1 227 0</inkml:trace>
  <inkml:trace contextRef="#ctx0" brushRef="#br0" timeOffset="22325.12">18349 12227 145 0,'5'-2'226'0,"-5"2"-21"0,0 0-18 16,3-2-18-16,-3 2-19 0,0 0-15 0,0 0-18 16,0 0-13-16,0 0-11 0,0 0-4 0,0 0-3 15,-3 12-7-15,-6-3-4 0,2 0-7 0,-6 5-3 16,-6 5-8-16,-2 0-3 0,-2-2-4 0,0 4-3 0,-2 1-12 15,-1-1-1-15,-1 0-4 0,3-2-3 0,4 1-2 0,-1-2-4 16,7-5-1-16,1 1-2 0,3-4-2 0,4-2-4 16,-3 1-3-16,1-2-2 0,6-2 2 0,-1 1 7 15,-1 0 7-15,3-1 1 0,2 2-1 0,-1 0 5 16,5 1 0-16,3 2 3 0,5 0 6 0,3 2 3 16,7 2 7-1,3-3-6-15,-1 5 15 0,2-4-1 0,0 2-6 16,0-2-2-16,-1-3-3 0,-1 2-8 0,-5-4-14 15,0 1-31-15,-2-1-24 0,-2 0-36 0,-2-3-37 16,-5 0-54-16,3-3-82 0,-6 0-174 0,-6-1-449 16,9-3 198-16</inkml:trace>
  <inkml:trace contextRef="#ctx0" brushRef="#br0" timeOffset="22848.06">18733 12320 23 0,'3'-3'269'0,"0"-2"-19"0,0 3-29 0,-3 2-21 16,8-2-20-16,-8 2-22 0,12 2-14 0,-6 5-3 15,3 1-18-15,-1 1-8 0,0 0-15 0,-1 8-11 16,2 1-7-16,-4 1-9 0,-1-1-9 0,0 8-3 16,-3-1-7-16,-5 1-5 0,3-7-6 0,-5 0-2 15,0 1-6-15,-1-3-2 0,1 2-5 0,-2-4-3 0,3-4 1 16,-3 2 2-16,2-4-1 0,1-1 3 0,2-3 3 0,-1 2 9 15,2-3 17-15,-1-1 35 0,0 1 50 0,1-1 51 16,2-3 28-16,0 0-9 0,0 0-23 0,0 0-19 16,6-13-19-16,3 4-25 0,2-6-1 0,3 1-14 15,4-5-16-15,3 0-2 0,2 0-30 0,0-3-4 16,-1 3-7-16,0 4-1 0,-7 0-11 0,-2 3-8 16,-4 7 1-16,0-3-6 15,-2 2-6-15,-2 3-16 0,-1-2-25 0,0 3-55 16,-4 2-8-16,0 0 20 0,8 7 7 0,-8-2 1 15,4 6 12-15,-2 0-3 0,-2 5 19 0,5 2-31 16,-2 1 7-16,3 7-19 0,6-1-33 0,3-1-46 16,0 0-72-16,3-3-124 0,5-5-284 0,-6-5-680 15,2-7 301-15</inkml:trace>
  <inkml:trace contextRef="#ctx0" brushRef="#br0" timeOffset="23380.49">19900 12065 50 0,'2'-4'322'0,"0"2"-20"0,-1-1-26 0,2 1-28 15,-3 2-28-15,0 0-28 0,3-3-28 0,-3 3-17 0,0 0-18 16,0 0-14-16,-11 14-11 0,1-5-14 0,-3 4-9 16,-7 7 1-16,0 2-17 0,-4 2-8 0,-2-1-4 15,-9 14-6-15,3-2-8 0,9-8 2 0,0 2-10 16,-1-6-2-16,7 4-4 0,0-4-4 0,5-6-2 16,1 0-2-16,3-3 3 15,3-5 9-15,0 0-8 0,2 2 3 0,0-7 1 16,2 4 2-16,1-2 8 0,3 2 5 15,2 1 12-15,5-4 3 0,5 5-19 0,5-3-1 16,5 1-3-16,3 3-6 0,-1-5 1 0,5 3-3 0,-4-1-4 16,-1 1-3-16,-5-4-2 0,-3 2 1 0,1-2-5 15,-3-1 0-15,-2 1-1 0,-2-2-8 0,-2 2-9 16,1-3-17-16,-7 0-17 0,5 1-24 0,-6-1-29 0,4-2-36 16,-8 0-82-16,0 0-289 0,9-5-542 0,-8 1 239 15</inkml:trace>
  <inkml:trace contextRef="#ctx0" brushRef="#br0" timeOffset="23797.08">20405 12201 2230 0,'4'-9'139'0,"-1"2"-28"0,-2 1 10 15,1-1-10-15,0 2-25 0,-1-2-18 0,0 5-21 16,-1 2-12-16,3-4-11 0,-3 0-8 0,0 4-4 0,0 0-6 0,0 0 7 16,0 0-8-16,-5 10-5 0,1-2 0 0,-1-1 1 15,0 7 3-15,-7 1-4 0,2 2 3 0,-4 3 0 16,-4 3 0-16,1-1-2 0,1-3 1 0,4-2 0 16,0-4-1-16,1 0-1 0,4-3 2 0,-1 0 0 15,-1-5 1-15,5 0 1 0,2 0 3 0,-2-2 20 16,1-1 44-16,1 3 43 0,2-5 44 0,-2 4 25 0,2-4-13 0,0 0-16 15,0 0-13-15,7-14-15 0,0 7-16 0,-1-1-10 16,5-1-13-16,-2 1-8 0,1 0-7 0,-1 2-5 16,0 0-10-16,0 0-1 0,1 1-11 0,-5 0-13 15,0 2-13-15,3 1-8 0,-3 2-16 0,4 2-5 16,-4 3 1-16,4 0-26 0,-1 5-14 0,-2-1-26 16,2 1-25-1,0 5-25-15,-3-3-35 0,0 4-40 0,0 0-54 0,0-5-51 16,-4 1-298-16,1-2-653 0,1-4 290 0</inkml:trace>
  <inkml:trace contextRef="#ctx0" brushRef="#br0" timeOffset="24050.92">20207 12189 12 0,'-9'-2'270'0,"3"2"3"0,1-3-1 16,1 1-1-16,4 2 2 0,-8-2-17 0,7-2-17 16,1 4-29-16,0 0-20 15,15-4-19-15,2 2-16 0,11-4-20 0,4 2-10 16,6 2-10-16,13-1-14 0,-1 1-12 0,4-3-12 16,1 0 1-16,1 5-16 0,-1-2-10 0,-3 2-7 15,-12 0-2-15,-4 0-2 0,-6 0-9 0,-12 0-1 16,3 0-3-16,-8 0-15 0,-3 0-28 0,-4 0-35 0,-1 0-22 15,-5 0-13-15,0 0-25 0,0 0-43 16,-20 5-76-16,-1-1-263 0,2-1-531 0,0-2 236 0</inkml:trace>
  <inkml:trace contextRef="#ctx0" brushRef="#br0" timeOffset="28338.23">4997 14682 2 0,'3'-6'211'0,"-2"2"-2"16,0-2-6-16,-1-1-3 0,3 0-9 0,-3 2-5 0,0 1-5 15,0-1-14-15,0 1-17 0,0 4-15 0,-4-5-20 16,-5 2-19 0,3 3-12-16,-6 4-12 0,-7 2-8 0,-9 8-8 15,2 0-6-15,-4 7-7 0,3-1 2 0,-1 0-31 16,1 7 2-16,0-4-3 0,4 5-2 0,1-2-1 15,4 0-2-15,3 1-1 0,1-2-1 0,9-7 0 16,-4 0-6-16,5-2-7 0,2-3-1 0,-1-2 2 16,4-3 1-16,1-2 1 0,1 0 9 0,5-4 6 15,4 1 6-15,-1-6 2 0,6-1 1 0,-1-3 0 0,2-1 5 0,8-6 1 16,-8 4 14-16,-3-2 0 0,4-1 0 0,-5 0 0 16,4 1 3-16,-5 1-9 0,-4 2-1 0,1 4-5 15,-2-5-5-15,-3 8-3 0,0 0-4 0,1-1-2 16,-1 1-4-16,-1 1 1 0,0-2-7 0,-4 3-6 15,12 4-3-15,-6-2 1 0,0 3 3 0,2 2-2 16,-2 1 7 0,6-2-10-16,-6 2 2 0,7 4-3 0,-6-2 4 15,0 0 0-15,2-1 2 0,0 0-1 0,1-1-3 16,-3 1 6-16,0-1-2 0,-2-4 2 0,-1 1 4 16,4-2 0-16,-3 0 6 0,-1-2 20 0,1 0 11 15,-5-1 19-15,14-2 14 0,-3-4 5 0,0 2-2 16,5-5 9-16,-2-4 1 0,3 1 5 0,-3-2-6 15,9-6-9-15,0 0-4 0,-1-3-8 0,1-3 0 0,0 1-10 0,1 0-8 16,0 4-8-16,-2-1 3 0,-4 5-15 0,-4 2 3 16,1 1-1-16,-6 9-5 0,-1-3-3 0,1 3-2 15,-4 1-10-15,3 0-10 0,-3 1-4 0,4 3-9 16,-2 0 3-16,2 4-8 0,0-1-5 0,4 4 3 16,0 5-6-16,1 1 4 0,-3-1-3 0,0 0 5 15,0 3 0 1,-2-1 3-16,1 1 1 0,0-4-2 0,-2 4 0 15,0-5-23-15,-3 0-14 0,0-1-11 0,-1-2-13 0,-2 0-9 16,1-3-14-16,1 1-9 0,-3 1-2 0,3-3-5 16,-3-1-3-16,2 2-15 0,-2-1-9 15,-1-3-20-15,9 0-31 0,-9 0-237 0,9-5-467 16,-5 1 207-16</inkml:trace>
  <inkml:trace contextRef="#ctx0" brushRef="#br0" timeOffset="30026.85">6789 14355 84 0,'0'-8'272'16,"1"2"-17"-16,0 0-11 0,2 1-13 0,-3 1-19 16,1 1-21-16,-1 3-24 0,1-7-21 0,-1 7-31 15,0 0-8-15,0 0-17 0,0 0-6 0,2 21-15 16,-5-8-5-16,2 5-8 0,-3 5-7 0,-2 8-2 15,2-4-12-15,-3 7-1 0,2 1-4 0,-1 12-5 0,-3-12 5 16,4-1-9-16,-3-1-2 0,3 0 0 0,1-2-5 0,0-5 0 16,2-7 6-16,-2-3 1 0,3-4 4 0,1-4 1 15,-3-2 9-15,3 0 17 0,0-1 26 16,0-2 39-16,0 1 42 0,0-4 22 0,0 0-21 16,0 0-11-16,0 0-9 0,14-7-10 0,-5-4-12 15,-1 2-10-15,4-5-10 16,1-2-4-16,0 0-16 0,4-5-16 0,0 2-20 15,-5 7-2-15,2 1-1 0,-6 1-8 0,-1 2-2 16,-1 2-11-16,0 2-7 0,-1-1-23 0,-2 2-15 16,0 1-34-16,1-1 10 0,-4 3 3 0,0 0 0 15,14 8-8-15,-6-3 3 0,-2 3 5 0,2 2-3 16,1 1 3-16,8-1 5 0,-3 2-16 0,9 4-2 16,0-1-8-16,2-3-8 0,3 1-5 0,3-5-3 0,2 0-9 0,2-2-3 15,2-2-12-15,-1-1-2 0,1-2-4 0,-3-3 6 16,-2-1 8-16,0-1 10 0,0-3 6 0,-4 0 12 15,-9-3 14-15,-1 0 16 0,-1 1 26 0,-4-3 27 16,-4 3 17-16,-3-4 25 0,0 3 18 0,-1 0 22 16,-1 0 6-16,-4 0-7 0,4 1-8 0,-4 2-6 15,-3 2-11-15,0-2-2 0,-4 2-9 0,1 0-11 0,-3 2-9 16,-3-1-4-16,0 3-1 0,-5 4-6 0,-2 0-4 16,2 4 0-16,-2 1-5 0,0 0-2 0,1 2 0 0,0 0-6 15,4 1 0-15,-4 0 3 0,5 1-7 0,2-2-14 16,3-3-8-16,1 3-8 0,0-5-6 0,1 0-3 15,2-3 6-15,0 3 8 0,2-3 13 16,-1 1 24-16,3-3 8 16,0 0 2-16,0 0 1 0,0 0-2 0,20-12 4 15,-9 4-3-15,2-2-4 0,3 1 11 0,-3-2-10 16,2-1 1-16,-1 2-4 0,4 2-1 0,-5-1-6 16,1 4-5-16,-5-1 0 0,1 1-8 0,-1 3-1 15,1 2 3-15,1-3-6 0,-1 6-13 0,0-1-1 16,0 0-4-16,2 3-2 0,-2 0 0 0,-1 5-4 15,2-3-5-15,-2 2-1 0,4 2-6 0,-4-4-9 0,0 4-8 0,1-3-8 16,2 0 3-16,-3-1-4 0,0-2 5 0,-1 0 3 16,-1 0 6-16,-1-3 8 0,1-2 2 0,2 0 5 15,-9 0 6-15,14-5 2 0,-5 1 2 0,-2-4 4 16,1 1 14-16,-2-4 5 0,2-5 10 0,0 1 13 16,-2-1 5-16,-1-1 5 0,2-8 12 0,-1 1-3 15,2-2 3-15,-2-1 1 16,-1 2 3-16,4-2-4 0,-3-1 6 0,0 0-1 15,0 2 2-15,-2-2 7 0,-2 10-2 0,5 0 7 16,-2 0 6-16,-4 2 7 0,0 4 1 16,2 2-5-16,-2 1-3 0,2-1-4 0,-3 4-2 15,1 1-9-15,-1-1-4 0,0 3-9 0,3 1-26 0,-3 2-28 16,1-5-21-16,-1 5-2 0,0 0 4 0,0 0 3 16,-4 20 3-16,0-9 3 0,0 4 4 0,-3 10 2 0,-1 2-1 15,-1 1 4-15,0-1-1 0,-1 4 3 0,1 2-2 16,-1 1 5-16,1-1 1 0,1-1 0 0,0-4 1 15,3 0 3-15,3-8-2 0,-3 0 2 0,2-5 1 16,3 1 9-16,0-6 3 0,0 1-4 0,-1-3 7 16,1 0 6-16,0-4 15 0,1 3 23 0,1-5 12 15,0 1 22-15,3-1 2 16,3-2-20-16,3-2 12 0,8-2-7 0,3-1-7 16,5-7-44-16,4 0-36 0,2-3-76 0,-1-3-80 15,0 0-112-15,1-2-352 0,-1 1-685 0,-3 0 303 16</inkml:trace>
  <inkml:trace contextRef="#ctx0" brushRef="#br0" timeOffset="31214.07">8126 14252 284 0,'3'-8'291'0,"-2"0"-13"0,1 3-19 0,-1-2-17 16,1 2-19-16,-2 2-22 0,2-1-24 0,-1-1-16 15,-1 5-24-15,1-3-27 0,-1 3-27 0,0 0-8 16,0 0-9-16,2 15-9 0,-2 0-6 0,-2 2-5 0,1 10-8 16,-3 3-6-16,-2 3 1 0,-3 2-6 15,-1 9-6-15,-1 4 1 16,1 0-2-16,4-12-3 0,-3 9-2 0,5-12-2 16,0 1 1-16,1-5 4 0,1 1-2 0,3-3-22 0,-1-3 4 0,1-6 2 15,1-2 1-15,-4-6 3 0,4-2 0 0,-1 0 6 16,0-1 4-16,-1-2 8 0,2 1 15 0,-1-3 20 15,2-1 17-15,-3-2 7 0,3 1-2 0,-3-1-4 16,0 0-3-16,13-6-8 0,-8 0-11 0,0 1 5 16,0-3-9-16,1 0-7 0,-2-2-6 15,-1-1-11-15,0 0-13 0,-1-2-17 0,-2-3 4 16,0 4-8-16,-5-3-4 0,0 0-7 0,-1 1 5 0,-2 6-1 16,-2-3 2-16,1 4 3 0,0 0 2 0,1-1 2 15,-1 3 0-15,3 1-1 0,2 0-1 0,-1 1 2 16,1 2 1-16,4 1 3 0,-6-7-7 15,6 7 2-15,-1-5 5 16,1 5-10-16,11-5-10 0,3 1-27 0,13-4-41 16,2 1-55-16,3 0-70 0,2 0-96 0,-4-2-164 15,2 0-516-15,1-1 228 0</inkml:trace>
  <inkml:trace contextRef="#ctx0" brushRef="#br0" timeOffset="32786.68">8786 14454 50 0,'4'-4'228'0,"2"-1"-10"15,-1 1-16-15,2 0-16 0,-1 3-17 0,2-3-13 16,3 2-23-16,-3 2-16 0,2 2-11 0,-1 0-11 16,4 1-7-16,-2 4-9 0,-2 0-7 0,4 5-7 15,-3 1-7-15,2 1-11 16,-2 10 2-16,-1 1-11 0,-4 3 2 0,-2-3-6 16,0 2-1-16,-1 1-4 0,-2 0-5 0,-3-2-1 15,2-7 0-15,-4-2-5 0,2 3 0 0,1-7-3 16,-2-3-1-16,1 1 1 0,3-2 1 0,-1-4 15 15,0-1 39-15,1 2 40 0,0-6 48 0,0 4 43 16,0-4 28-16,0 0-18 0,0 0-15 0,0 0-22 16,2-16-18-16,2 5-18 0,0-1-14 0,2-4-14 0,3-1-19 0,4-7-34 15,1-3-38-15,5-3-33 0,0 2-35 0,3 1-23 16,5 0-17-16,-4 6-4 0,4-4-8 0,-3 5-13 16,3 3-3-16,1 4-8 0,0 1-2 15,2 2-2-15,-1 1-4 0,-1 2 1 0,-1 2 5 0,-6 0 6 16,-1 2 14-16,-1 0 5 0,-4 1 17 0,-2-1 11 15,-1 2 11 1,-5-2 26-16,1 3 22 0,-2-2 25 0,-1 1 18 16,-1-1-6-16,0 1-2 0,-4 1-3 0,0 0-5 15,0 0-2-15,0 0-1 0,0 0 3 0,-19-1-2 16,19 1-4-16,-21 2 7 0,8 1-10 0,-2 4-2 16,-1 2 1-16,-2 1-3 0,0-1-1 0,4 3 0 15,-4 1 4-15,0 4-4 0,-4-1 2 0,9-3-3 16,0 1 4-16,2 11-2 0,3-10 0 0,0-1 0 0,1 2 9 0,5-4 2 15,-1 0 4-15,3-2 3 0,0 1 1 0,3-3 6 16,-1-3 10-16,2 0 6 0,1 1 10 0,4-3 10 16,0-2 4-16,1-1 3 0,4-4 6 0,3-2 3 15,-2-2 1-15,5-1 4 0,-4-3-2 0,7-5 5 16,-1 3-8-16,-4-6-1 0,2 2-10 0,-2-2-6 16,-5 5-4-16,-2-2-6 0,3 3-6 0,-1-1-4 0,-5 5 6 15,-2 1-19-15,2 0 7 0,-3 4-5 0,0 0-6 16,-2 0-4-16,-2 2-21 0,0-1-26 0,3 2-35 0,-4 2-2 15,0 0 6-15,9 6 3 0,-8-3 7 0,2 5-5 16,-2-1-3-16,6 3-1 0,-1-1 2 0,4 5-2 16,2 2-8-16,2 0-12 0,2-2-10 15,6 2-11-15,-5-5-7 16,6 1-8-16,-3-3-1 0,-2-1 4 0,1-3 10 16,-1-1 14-16,2-3 5 0,-3-2 4 0,-4-1 29 15,-2-2 31-15,1-4 26 0,-2 0 23 0,4-2 21 16,-4-1 23-16,-3-1 16 0,-1-1 23 0,4-2 13 15,-6 3 14-15,1-2 10 0,-1 3 11 0,0 2 3 16,1 1-1-16,-4 1-17 0,3 1 6 0,0 1-21 16,-4 1-15-16,0 4-15 0,3-7-13 0,-3 7-33 0,2-6-25 0,-2 6-26 15,0 0 0-15,0 0 0 0,0 0-2 0,0 0-3 16,-8 25 4-16,3-15 2 0,0 6-7 0,0 0 1 16,-1 1 7-16,3 8-5 0,-6-2-9 0,2-5 7 15,3 0-2-15,-1-2-2 0,1-5-16 0,0-2-7 16,3-2-4-16,-2 0 8 0,2-2 2 0,-1-1 10 15,2-4 19-15,0 8 21 16,0-8 33-16,-2 6 10 0,2-6 3 0,0 0-9 16,0 0 0-16,0 0 3 0,15-18-4 15,-8 9-1-15,-1-4-11 0,3-4-5 0,-1 3-2 16,-1-5-9-16,2 0-12 0,4 3-4 0,-4 0-6 16,2 4-1-16,1-3-1 0,-4 8 0 0,-4 0-9 15,-3 2-12-15,4 0-22 0,-4 0-3 0,-1 5-60 0,4-5-10 16,-4 5 9-16,0 0 9 0,0 0 7 0,17 11 7 0,-6-2 12 15,2 0 4-15,5 3 6 0,5 2-3 0,4 4 0 16,2-1-8-16,3-1-2 0,5-2-4 0,-1-3-5 16,2-2-5-16,1-1-1 0,-2-6-6 0,2 4 4 15,-2-5-3-15,-2-1 7 0,-7-4 8 0,-6 1 6 16,-4-2 11-16,-2-2 26 0,-3-4 11 0,-4 1 11 16,-2 0 20-16,-3-2 2 15,0 2 3-15,-4-1-6 0,-2 0-3 0,-1 2-4 16,-1 0 7-16,-6-2-8 0,0 6-6 0,-1-3 5 15,-1 4-6-15,-1 0-1 0,-2 2-2 16,-2 1 0-16,-2 1 0 0,6 1-2 0,-1 1 2 0,1 2 0 16,3-1-2-16,-4 2-24 0,6-1-14 0,2 5-6 15,-2-5-8-15,3 3 6 0,1-1 1 0,3-1 2 16,2 0 2-16,2 0 5 0,2-2 3 0,5-1-8 0,-1-2 3 16,4 0 1-16,2 0-2 0,6-4 4 0,-3-1 5 15,-1 0 3-15,0-1 3 0,1-3 3 0,-3 1 11 0,3-1 9 16,-5 1 8-16,-2 2 9 0,1-1 4 15,-2-1 16-15,-2 3-1 0,-2 0 0 0,-2 1-2 16,1 1-4-16,-1 1-8 0,1 0-14 0,-5 2-9 16,8 0 1-16,-8 0-2 0,1 7-2 0,-1 3 2 0,3 1-2 0,-2 4 1 15,-2 5 1-15,2 8 1 0,-1 0 3 0,0 5 2 16,-1 1-5-16,-2 1 1 0,-1 0 1 0,-1-1 1 16,-4 0-1-16,3-1 5 0,-2 1 3 0,-1-4 4 15,-1-3-6-15,-3-4-1 0,7-3-3 0,-2-5 2 16,2-4 1-16,3-3-1 0,-3 1 11 0,3-4 13 15,-3 0 10-15,0-3 15 16,-2-2-5-16,1 0 15 0,-3-2 35 16,3-3 29-16,0-2 12 0,1-2 14 0,1-2 6 0,-4-3-11 15,5-5-10-15,8 0-9 0,1-8-13 0,1-3-11 16,4-2-15-16,4 2-7 0,7-13-29 0,-2 13-18 16,3 5-8-16,1-5-17 0,0 5-3 0,1 3-5 15,-2 1-18-15,-8 8-26 0,4 3-25 16,-4-1-29-16,-2 5-30 0,0-1-52 0,0 4-48 0,-1 0-70 0,-3 2-280 15,-2-3-626-15,-6 4 278 0</inkml:trace>
  <inkml:trace contextRef="#ctx0" brushRef="#br0" timeOffset="33118.65">10918 14592 154 0,'0'0'239'0,"-11"-2"-16"0,11 2-1 16,0 0-8-16,0 0-16 0,0 0-20 0,0 0-15 16,0 0-18-16,0 0-14 0,0 0-15 0,22-10-7 15,-12 5-14-15,4 2-7 0,3-2-11 0,1-4-5 16,-1 2-9-16,0-4-4 0,6-3 4 0,-5 4-17 0,-1-2-4 0,3-5-5 16,-7 3-4-16,2-1-3 0,-3 1-2 0,-3-1 10 15,-1 1 10-15,-4 2 14 0,0 0-3 16,-1 4-8-16,-3-3-6 0,-2 5-11 0,-3-1-2 15,-3 3-5-15,-5 1-8 0,0 2-2 0,-8 5-3 16,1 3-5-16,-7 2-1 0,9 3-2 0,-3 2-3 0,0 6 3 16,6 0-3-16,-2 2-1 0,6 2-3 0,2 2 5 0,6 3 1 15,3 0-3-15,9-5 8 0,5 3-14 0,9-7-31 16,9-1-59-16,4-4-108 0,2-7-298 0,20-2-539 16,-3-6 238-16</inkml:trace>
  <inkml:trace contextRef="#ctx0" brushRef="#br0" timeOffset="33905.06">12614 14351 267 0,'0'0'327'0,"-5"-6"-15"0,4 4-7 0,1 2-10 0,-1-5-18 16,1 5-25-16,-3-5-15 0,3 5-34 0,0 0-23 15,0-3-21-15,0 3-22 0,0 0-9 0,0 0-21 16,0 0-17-16,0 0-11 0,0 0-15 0,0 0-2 16,-1 13-10-16,1-5-12 0,0 3-1 0,-1 0-7 15,-1 7-5-15,1-2-1 0,0 0 6 0,1 3-16 16,1-2-2-16,-2 2 1 0,1-2-1 0,0 0-3 0,1-6 1 0,-2 2 0 15,2-3-6-15,-1-1 7 0,-1 0-4 0,1-3 0 16,1-1-3-16,-1 2 5 0,0-3-3 0,0 0 3 16,0-2 4-16,0-2 1 0,0 0 8 0,0 5-2 15,0-5 10-15,0 0-7 0,4 2 12 0,-4-2-2 16,0 0-26-16,0 0-29 0,0 0-39 0,1-12-30 16,2 7-48-16,-1-5-54 15,1 2-56-15,2-4-56 0,-4-1-209 0,3-5-552 16,0-1 244-16</inkml:trace>
  <inkml:trace contextRef="#ctx0" brushRef="#br0" timeOffset="34052.15">12719 14085 228 0,'-1'-5'291'0,"-1"-1"-17"16,2 4-26-16,0 2-25 0,-1-5-25 0,1 2-20 15,0 3-18-15,0 0-19 0,-2-7-24 0,2 7-36 0,0 0-28 16,0 0 1-16,0 0-43 0,0 0-46 15,0 0-42-15,0 15-58 0,0-8-200 0,-2-1-364 16,1-2 162-16</inkml:trace>
  <inkml:trace contextRef="#ctx0" brushRef="#br0" timeOffset="34575.33">12604 13982 73 0,'-5'-3'157'0,"-5"4"-15"0,-3 3-2 16,1-1-18-16,-3 5-9 0,-2 1-10 0,2 3-9 0,-7 6-8 15,1 4-1-15,-2 5-4 0,2-2-5 0,-7 14 10 16,9-8-11-16,-4 0-5 0,-1 11 3 0,7-9-9 16,1-3-7-16,0 3-3 0,2 2-7 0,1-4-2 0,4 1-2 15,3-2 2-15,1-1 6 0,5 2 5 16,4-3-2-16,0-4 1 0,7 3 2 0,1-1 8 16,4-4-1-16,2 1 4 15,5-3 4-15,4-3 2 0,2 0-4 0,1-4 7 16,0 1 2-16,4-2-1 0,-3-3-3 0,4-1 0 15,-3-3-2-15,4-4-4 0,2 1-5 0,-4-4 5 16,4 1 5-16,0-2 3 0,-5-3 18 0,3-2 12 16,-3-1 13-16,-2-6 4 0,-2-2 14 0,-1 0-8 15,-2-4-5-15,1-4-17 0,-4-4 3 0,-3-1-13 16,8-9-10-16,-15 4-12 0,5-11-12 0,-9 0-12 0,-1-4-7 0,-6-2 0 16,-2 4-4-16,-4-2-11 0,-5 3-8 0,-6 4 5 15,1 11-8-15,-6 1-25 0,-2 2-8 0,-8 4-18 16,-2 4-33-16,-14-1-30 0,9 10-35 0,-18 4-39 15,3 6-50-15,2 7-61 0,9 4-86 0,3 1-254 16,6 2-670-16,3 4 296 0</inkml:trace>
  <inkml:trace contextRef="#ctx0" brushRef="#br0" timeOffset="35292.61">14072 14000 81 0,'1'-4'265'0,"-1"0"-16"0,0 4-22 16,3-5-22-16,-2 2-19 0,-1 3-17 0,0 0-23 0,0 0-12 15,0 0-17-15,0 0-12 0,0 0-10 16,-24 10 4-16,8-3-2 0,0 6-19 0,-7 2-6 16,-2 3-7-16,-1-1-6 15,2 0-5-15,-2 4-4 0,3-3-7 0,-1 2-8 16,2-2-4-16,3 2-1 0,5-6-5 0,2 0-4 16,2 1 1-16,4 0-3 0,-3 0-2 0,8-4 1 15,-1 2-2-15,6-1-3 0,1-2 2 0,7 4 0 16,3-1-2-16,9 1 0 0,5 2-2 0,1-2-2 15,2 0 2-15,0-5-5 0,-1 5 1 0,-4-1 0 16,-2-1-1-16,-1 0-2 0,-7-2-2 0,-2-1 0 0,-3-1 0 0,-4-1-1 16,-1 0-6-16,-3 2 0 0,-3-4 1 0,-1 2 4 15,-2 3 0-15,-8-5-2 0,-2 2 4 0,-6 1 0 16,1-3 0-16,-3 2 0 0,-2-2 1 0,2-2-1 16,-2-2 0-16,1-1-4 0,1 0-11 0,1-1-21 15,0-1-22-15,9-2-38 0,1-1-36 0,1-2-48 16,8 1-63-16,0-3-129 15,5 0-400-15,8-6 176 0</inkml:trace>
  <inkml:trace contextRef="#ctx0" brushRef="#br0" timeOffset="35524.33">14408 14284 340 0,'0'0'376'16,"0"-5"-23"-16,0 5-29 0,3-4-28 0,-3 4-31 15,0 0-31-15,1-3-30 0,-1 3-26 0,0 0-21 16,0 0-19-16,0 0-15 0,0 0-10 0,0 15-13 16,-1-8-7-16,0 3-11 0,1-1-7 0,0 2 2 15,-3 0-21-15,3 1-11 0,-1 0-17 0,-2 3-22 16,1-3-12-16,0 2-16 0,1 1-15 0,0-5-12 0,-2 2-18 0,2-5-23 16,1-1-13-16,-3-2-19 0,2 3-14 0,0-5-18 15,-2 1-34-15,3-3-42 0,0 0-181 0,0 0-443 16,-9-12 196-16</inkml:trace>
  <inkml:trace contextRef="#ctx0" brushRef="#br0" timeOffset="35693.58">14444 14096 283 0,'5'-11'336'0,"-4"-1"9"0,2 3-13 16,-2 1-19-16,1 2-22 0,0 1-27 15,0-2-25-15,0 2-24 0,-2 2-33 0,0-1-12 16,1 0-73-16,-1 4-51 0,0 0-9 0,0 0-32 0,0 0-33 15,9 11-44-15,-9-5-51 0,1 5-54 0,2-2-76 16,-3 4-164-16,0-1-452 0,0-3 200 0</inkml:trace>
  <inkml:trace contextRef="#ctx0" brushRef="#br0" timeOffset="36326.01">14771 14214 218 0,'5'-2'331'0,"-5"2"-36"0,0 0-31 0,0 0-29 15,0 0-27-15,7 4-18 0,-7-4-26 0,1 5-17 16,-2-1-16-16,1 4-13 0,-3-1-9 0,2 5-12 16,-2-1-11-16,1 4-10 0,-1 2-3 0,-2-3-11 15,0 0-4-15,4-3-7 0,-2 0-5 0,3-1-2 0,-1-3-4 0,1 0-4 16,-1 0 2-16,1-1 1 0,-3-2 9 0,3-2 42 15,0-2 31-15,0 3 29 0,0-3 23 0,0 0-3 16,0 0-16-16,0 0-16 0,18-6-11 0,-10-3-11 16,1 1-8-16,6-1-13 0,-2-3-10 0,3-1-13 15,0 3-13-15,0-2-13 0,0 1-14 0,-4 4-10 16,-3 0-11-16,2 0-60 0,1 4-16 0,-3-1-32 0,3 3-17 16,-2-1-21-16,0 5-10 0,2-1-10 0,-1 5-4 15,-2-2 3-15,1 2 0 0,0 3 0 0,0-1-4 16,-1-1 3-16,-1 4 10 0,-1-3 2 0,-1-1-3 0,3 1 15 15,-4 0 9-15,0-3 7 0,-2 3 16 0,1-6 10 16,0 2 11-16,-2 0 21 0,1-3 26 16,-3 2 35-16,2-2-1 15,-2-2 8-15,0 0 8 0,0 0 1 0,8-1 8 16,-8 1 3-16,10-3 8 0,-7-4 2 0,3 3 14 16,-1 0 3-16,4-2 5 0,-4-1 6 0,4 2-3 15,-4-3 3-15,3 0-1 0,2 2-4 0,-1-2-5 16,0 1-3-16,1-2-2 0,1 1 1 0,-1-1 2 15,4 0 9-15,-3-2-8 0,1 2 9 0,-5 1 11 0,2-4 9 16,0 4-1-16,0-3 3 0,-2 4 15 0,-1-3 12 0,-2 0 7 16,1 3-2-16,-4 2 1 0,3-3-3 0,-1 2-32 15,-3 1 14-15,-2 0-21 0,0 0-5 0,-4 1-12 16,0 2-11-16,-1 2-15 0,-4 1 8 0,-1 2-10 16,-6 2-7-16,1 3 0 0,3 0-8 0,-1 5-3 15,2-1-5-15,0 1-20 0,4 3-19 0,7 1 1 16,-1 3-8-16,6-1 3 15,3 4 0-15,11 0 0 0,5 0-12 0,6-4-28 16,4-3-48-16,16 1-61 0,3-1-88 16,4-5-125-16,3-6-207 0,-1-6-652 0,-2-1 288 0</inkml:trace>
  <inkml:trace contextRef="#ctx0" brushRef="#br0" timeOffset="36943.03">16632 14171 43 0,'1'-5'314'0,"4"1"-12"15,-5 0-4-15,4 0-14 0,-4-1-10 0,3 2-14 16,-3 3-18-16,2-6-25 0,-2 6-20 0,0-4-24 16,0 4-23-16,1-3-21 0,-1 3-41 0,0 0-21 15,0 0-8-15,0 0-7 0,-1 13-7 0,-3-1-1 16,0 3-6-16,1 1-5 0,-3 1-2 0,3 2 4 16,-5 2-10-16,4-2-4 0,-1 5-4 0,1-5 2 15,0-1-5-15,0 1 0 0,2-5-2 0,1-1-1 0,-2 0-23 0,2-5-4 16,1 3-18-16,0-4-9 0,0 1-13 0,2-4-16 15,1 2-22-15,-1-1-38 0,4-2-57 0,0-1-57 16,2-2-190-16,4-2-472 0,-3-1 209 0</inkml:trace>
  <inkml:trace contextRef="#ctx0" brushRef="#br0" timeOffset="37258.71">16960 14157 303 0,'0'-6'351'0,"4"1"-15"0,-3 0-9 0,1 1-3 15,-2 0-11-15,0 4-26 0,2-8-34 0,-1 6-19 0,-1 2-32 16,0 0-23-16,3-3-19 0,-3 3-24 0,0 0-50 16,0 0-16-16,0 0-5 0,6 7 3 0,-6 3-10 15,2 2-16-15,-2 3-4 0,0 1-11 0,-3 4 1 16,1-3-8-16,-1 2-2 0,0 0 5 0,2 1-4 15,0-3-5-15,-2 3 0 0,2-4-4 0,0 1 3 16,1-6-3-16,0 1-34 0,0-4-7 0,0 1-3 0,-3-4 0 0,6 1 1 16,-3-1 3-16,-3-2 4 0,3-3 6 0,0 4 8 15,0-4 10-15,0 6 8 0,0-6-1 0,0 0-40 16,0 0-52-16,0 0-49 0,0 0-67 0,0-21-65 16,-3 14-243-16,2-3-553 0,-2 0 244 0</inkml:trace>
  <inkml:trace contextRef="#ctx0" brushRef="#br0" timeOffset="37443.58">16987 13955 2100 0,'-5'-7'189'15,"2"0"-29"-15,1 2 6 0,1 2-31 0,-2-3-13 0,0 2-27 0,2 0-13 16,1 4-16-16,-2-3-14 0,2 3-5 0,-2-4-7 15,2 4-16-15,0 0-31 0,0 0-40 0,0 0-26 16,0 0-32-16,0 0-40 0,0 0-56 0,0 0-249 16,9 7-488-16,-9-7 216 0</inkml:trace>
  <inkml:trace contextRef="#ctx0" brushRef="#br0" timeOffset="37759.92">16675 13929 46 0,'0'-2'339'16,"0"2"-10"-16,-4-4-17 0,4 4-17 0,-1-4-24 15,1 4-28-15,0 0-23 0,-1-2-25 0,1 2-25 0,0 0-40 16,0 0-42-16,0 0-47 0,0 0-56 16,0 0-53-16,0 0-74 0,0 0-67 0,0 0-166 15,0 0-405-15,0 0 180 0</inkml:trace>
  <inkml:trace contextRef="#ctx0" brushRef="#br0" timeOffset="38229.6">16647 13789 49 0,'-14'0'159'0,"-4"1"-13"0,5 2-10 16,-1 0-17-16,-4 3-10 0,1 0-11 0,-8 7-5 15,2 3-5-15,0 5-7 0,-1 1 3 0,2 4-8 0,-1 4 3 16,-6 9-2 0,2 2-2-16,0 2-4 0,3 3-6 0,-3-2-5 15,5 0-8-15,3-1 3 0,0 0-15 0,7-10-3 16,5 0-1-16,4-2 9 0,-3 0 0 0,7-1 2 15,4-1-3-15,4 0 0 0,4-3 2 0,5-2-1 0,5 0 0 16,5-6 6-16,4 2 11 0,4-4 12 16,12-3 13-16,3 1 3 0,3-9 12 0,0-2 7 15,0-3 0-15,3-6 6 0,-1-4 3 0,-1 1 2 0,-1-5 8 0,3-3-4 16,-7 1-2-16,1-3 2 0,0-5-8 0,-10 0-4 16,-6 5-5-16,2-13-9 0,1-2-11 0,-5-2-9 15,-11 6-13-15,4-15-7 0,-6 0-5 0,-7 0-6 16,-6-3-2-16,-7 3-1 0,-6-4-19 0,-8 5 9 15,0 11-2-15,-12-9-5 0,3 16-3 0,-12-6-7 16,-11 1-14 0,-3 9-22-16,-10 3-26 0,-2 7-38 0,-2 7-39 0,-2 0-35 15,0 8-53-15,1 6-79 0,4 0-366 0,5 1-709 16,18 0 313-16</inkml:trace>
  <inkml:trace contextRef="#ctx0" brushRef="#br0" timeOffset="39216.44">18648 13885 47 0,'-5'-2'216'16,"5"2"-14"-16,-8-3-17 16,8 3-13-16,-5 0-17 0,5 0-20 0,0 0-10 15,0 0-12-15,0 0-13 0,-5 0-5 0,5 0-12 16,0 0-3-16,0 0-9 0,0 0-3 0,0 0-7 16,14-8-9-16,-5 4 0 0,1 0-8 0,2-1-4 15,1-3-2-15,2 2-4 0,-1-2-3 0,-3 0 2 16,0 1 4-16,-3 0 2 0,2-3 0 0,-4 1-7 15,0 2 4-15,-2-3 3 0,-2 2 5 0,-4 1-5 0,2-1-9 0,-4 2-4 16,-2 3-5-16,-3-4 1 0,-5 4-7 0,-4 1-2 16,-2 5-2-16,-11-2-1 0,7 7-3 0,-7-3-1 15,2 5 4-15,-2 4-7 0,0 3-1 16,-1 0-1-16,-1 3 0 0,4 1-2 0,-2 6-1 0,3-3 2 16,3 5 15-16,2 0 0 0,-1 1-7 0,8 1 0 15,2-1-1-15,4 4 2 0,5-4-3 0,5 1 7 0,6 1-8 16,7-5-16-16,10-2 0 0,4-2 2 0,8-4 1 15,15-1 5-15,8-6 0 0,2-2 0 0,6-6 3 16,28-4 0-16,-5-4-1 0,-23-1 1 0,29-6 1 0,-36 1-1 16,-1-3 1-16,-1 0 1 0,-8-6-3 15,-15 7 2-15,-4-5-1 0,-2 0 2 0,-2-3-2 16,-7 1 3-16,-6 3 0 16,-4 1 12-16,0 1 13 0,-5 3 5 0,-4-3-5 15,-3 3-5-15,-3 3-1 0,-3 0-1 0,-3 0-4 16,-3 4-3-16,-3-3-1 0,-9 6-5 0,-4 5-1 15,2 3-2-15,1 0 1 0,0 3-3 0,1 4-3 16,0-1-2-16,7 3 4 0,-2 1-2 0,8-4-14 16,3 3-3-16,4-1-1 0,3 1-1 0,4 1 4 15,3-5-5-15,6 1 8 0,4-2 3 0,7 0 1 0,8-1 4 16,3-1-2-16,2-4 1 0,0-2 5 0,-1-3-4 0,2-3 5 16,1 0-3-16,-8-2 2 0,-4-2 2 0,-5-1-1 15,-4-4 0-15,3 1-5 0,-8-2-8 0,0-2-11 16,-2-2-4-16,-4 1 0 0,-2-1-4 0,-2 0-3 15,-2 1-9-15,-3-1-11 0,1 2-5 16,-3 0-14-16,-2 3-6 16,-4 3-19-16,2-1-19 0,2 3-34 0,-3 0-46 0,3 2-108 15,0-2-330-15,2 4 146 0</inkml:trace>
  <inkml:trace contextRef="#ctx0" brushRef="#br0" timeOffset="39617.44">19835 13944 163 0,'0'0'177'16,"-9"-1"-16"-16,3-1-14 0,6 2-13 0,-18 3-17 0,9-1-10 15,-1 2-12-15,-3 1-4 0,-2 0-16 0,-3 1 2 16,1 3-14-16,-1-4-3 0,4 4-7 16,-2 1-4-16,5-2-5 0,-3 1-7 0,2 3-4 15,4-3-3-15,-1 4-6 0,4-1 2 0,1-2 3 16,0 4-6-16,4-2 1 0,4 3-5 0,3 0 9 16,0 1-12-16,7-2 1 0,0 1-1 0,9 1 1 0,0 0-1 0,0 0-4 15,-1-1 1-15,-3-3-7 0,-1-3 1 0,-4 2 3 16,-4-4-2-16,0 0 0 0,-2 0-11 0,-3-4 5 15,-2 2 3-15,-3 0-3 0,-3 1 4 0,-3-2-3 16,-3 0-2-16,-9 0 6 0,-1 0-4 0,-3-2 2 16,-5 1-2-16,1-2 1 0,-3-2-2 0,8 0-13 15,0-2-21-15,1 2-23 0,1-3-25 0,5 2-29 0,5 0-32 0,0-2-133 16,5 0-298-16,4 0 132 0</inkml:trace>
  <inkml:trace contextRef="#ctx0" brushRef="#br0" timeOffset="39886.91">20200 14059 196 0,'-2'-7'322'16,"1"5"-12"-16,0-5-24 0,-2 3-12 0,3 4-28 0,0-6-26 15,0 6-27-15,0-3-21 0,0 3-21 16,0 0-18-16,0 0-17 0,0 0-13 0,0 0-10 15,0 0-11-15,-1 12-11 0,-2-3-1 0,3 2-9 0,0-1-9 0,-2 3-1 16,2-2-6-16,-3 6-9 0,3-1 0 0,0 1-6 16,-1-5 5-16,-2 1-21 0,3-1-15 0,0 0-18 15,0-3-12-15,-1 1-16 0,0-3-9 0,-2-2-19 16,2 3-12-16,-3-4-13 0,4-1-2 0,-4 0-19 16,4-3-23-16,-6 2-40 0,6-2-10 0,-8-8-13 15,4 4-132-15,0-7-367 16,3 2 164-16</inkml:trace>
  <inkml:trace contextRef="#ctx0" brushRef="#br0" timeOffset="40018.39">20180 13889 101 0,'4'-16'236'15,"-1"1"-1"-15,-2 3-14 0,3 3-15 0,-3 1-14 16,-1 1-13-16,3 0-16 0,-2 3-18 16,-1 0-20-16,0-1-18 0,1 1-43 0,-1 4-15 0,0 0-25 0,0 0-31 0,0 0-49 15,13 10-56-15,-9-5-73 0,-3 3-97 16,4-2-304-16,-2 1 134 0</inkml:trace>
  <inkml:trace contextRef="#ctx0" brushRef="#br0" timeOffset="40403.32">20533 13926 159 0,'1'-5'395'0,"4"2"-24"0,-5 3-28 16,2-4-30-16,0 1-30 0,-2 3-34 0,1-5-31 0,-1 5-24 16,0 0-24-16,0 0-18 0,0 0-6 0,2 11-25 0,-4-2-14 15,1 1-13-15,-3 9-13 0,-2-2-3 16,0 7-9-16,-2 1-15 0,0 1 6 0,-2 0-11 16,2 1-7-16,1-8-14 0,-2 2-8 0,2-4-3 0,4-1-10 15,-1-6-7-15,1-1-4 0,2-1 0 0,-2-4 7 16,1 1 10-16,2 0 18 0,-2-2 38 0,2-3 1 15,0 0 6-15,0 0 4 0,0 0-1 0,16-12-4 0,-6 7-8 16,0-6 2-16,2-2-13 0,2 1-3 0,-1-2-3 16,3 1-12-16,-2-1-5 0,1 2-6 0,1 1-4 15,-2 0 0-15,-4 3-18 0,-1 1-35 0,1 1-32 16,-3 4-22-16,2 0-21 0,2-3-19 0,-3 5-17 16,2 0-24-16,-1 5-18 0,2-2-18 0,1-1-27 15,-1 3-20-15,0 2-4 16,0-2-3-16,-1 0-7 0,-1 0-140 0,0 0-436 15,-1-1 193-15</inkml:trace>
  <inkml:trace contextRef="#ctx0" brushRef="#br0" timeOffset="40666.28">20804 14123 898 0,'1'4'-6'0,"4"-3"34"0,-4 1 19 16,-1-2 14-16,7 2 10 0,-7-2 6 0,1 2 13 15,-1-2 8-15,0 0 14 0,4 5 3 0,-4-5 7 16,0 0 1-16,1 1 1 0,-1-1-4 0,0 0-5 16,0 0-7-16,0 0-12 0,12-3-14 0,-6 3-4 0,6-4-5 0,-2 0-5 15,0 0-5-15,3-2-2 0,-1-2-2 0,5-1-2 16,-1 0 0-16,0-1 12 0,-1-2-13 0,2-2-2 15,-5 4 1-15,-1-3-4 0,-2 4 0 16,1-4 6-16,-2 2-1 0,-3 4 11 0,-1-3-4 16,-3 1-8-16,-1 4-6 0,-1 0-7 0,-4 1-8 0,-2 1-3 15,0 2-8 1,-6-1 2-16,0 5-10 0,-3 2 1 0,0 2-8 16,-2 1-2-16,3 4-1 0,2 2-1 0,2 0-2 15,1 3-8-15,3 3 3 0,5 6-1 0,3 1-5 16,7-1-13-16,6-2-20 0,4-2-41 0,7-2-58 15,7-3-83-15,0-5-336 0,19-3-606 0,-14-6 268 0</inkml:trace>
  <inkml:trace contextRef="#ctx0" brushRef="#br0" timeOffset="41436.96">22193 13711 63 0,'0'-6'246'0,"0"6"-15"0,0-4-23 0,0 4-23 16,0 0-17-16,0 0-22 0,0 0-15 0,0 0-11 0,0 0-19 15,0 0-10-15,0 0-8 0,-20 10-14 0,9-3-3 16,-4 4-7-16,-7 3-5 0,-2-1-9 0,-2 5 0 16,2-2-5-16,-3 2-4 0,2 1-8 0,2 0-3 15,0 1-2-15,3-2 1 0,5-2-5 0,2 1 0 16,3-3-5-16,1 1 0 0,4 0-1 0,5-3 16 15,1-1-1-15,3 1-4 0,5 1 1 0,8-1-3 0,1 0 1 0,10 0 0 16,1-2-4-16,2 1 0 0,-2-5 1 0,-1 3-5 16,0-2-2-16,-6-2-4 0,-4 2 0 0,-4-4 0 15,-5-1-4-15,4 3-1 0,-7-2-3 0,-2 1 5 16,0-1-1-16,-2 2 3 0,-3-2 3 0,1-3 0 16,-9 9-4-16,0-6 7 0,-3 3-3 0,-1-1-2 15,-4-2 0-15,-1 2-1 16,0 2 3-16,1-3-5 0,1 0-1 0,2 0-8 15,3-2-19-15,0 1-32 0,1 1-44 0,4-2-45 16,1 1-32-16,2-2-207 0,3-1-414 0,0 0 184 16</inkml:trace>
  <inkml:trace contextRef="#ctx0" brushRef="#br0" timeOffset="41806.67">22368 14129 281 0,'0'0'309'0,"-4"-4"-15"16,4 4-18-16,-4-2-25 0,4 2-26 0,4-5-23 15,0 2-28-15,5-1-19 16,7-2-16-16,4 3-24 0,1-3-24 0,7-2-21 16,3 3-16-16,-1-5-13 0,0 3-6 0,2-4-5 15,-2 3-8-15,-2-6-2 0,0 3-11 0,-3-2-1 16,-3-2 3-16,-3 3-2 0,-6 1 1 0,1-2 1 15,-6 3 2-15,-2 0 9 0,3 1 7 0,-4-1 2 16,-2 3 1-16,-2 0-8 0,-2 2-2 0,-2 1-2 16,-2-2-2-16,-4 5-8 0,-1-1 1 0,-7 3-5 0,-1 3-4 0,-3 1 3 15,-7 7-2-15,1-2-2 0,1 6-1 0,-1 0-1 16,2 1 0-16,3-1-2 0,3 1 0 0,4 0 2 16,4-1-4-16,1 1 8 0,4 1-5 0,1 1 4 15,5 1 1-15,5-3-3 0,2-1-6 0,11 2-18 16,6-1-39-16,2-4-65 0,5-2-89 0,-4-7-225 15,2 1-477-15,5-7 212 0</inkml:trace>
  <inkml:trace contextRef="#ctx0" brushRef="#br0" timeOffset="42254.31">22999 13958 2283 0,'3'-10'137'0,"-1"0"-23"16,2 1-14-16,1-1-22 0,-1 5-18 0,0-5-17 15,2 6-9-15,-1 1-9 0,0-2-5 0,2 2 1 16,-1 3-8-16,3 0 7 0,1 4-7 0,1 3-1 16,-1-1-1-16,-1 2-5 0,1 5 1 0,0 1-1 15,-1 0-1-15,-5 2-2 0,-1 0 0 0,-1-2 0 16,-4 3-1-16,-1 2-4 0,-3-2 0 0,-1-2 2 16,-3 1-5-16,2-7 3 0,3 2 6 0,-1-4-5 0,-2 1 6 0,4-3 9 15,1 0 8-15,-1 1 13 0,1-3 27 0,1 0 35 16,-1 0 25-16,3-3 1 0,0 0-18 0,0 0-6 15,0 0-13-15,12-16-21 0,-3 7 2 0,6-3-5 16,-2-3-3-16,6-3-9 0,1-1-6 0,2 0-4 16,1-2 1-16,0 0-9 0,-1-1 1 0,-3 2-13 15,3-2 10-15,-10 7 13 16,2 0 5-16,-1 2 18 0,-3 5 1 0,-1-1 8 16,-4 4 0-16,1 0-9 0,-1-1-3 0,-3 2-11 15,3 2-10-15,-1-1-18 0,-3 1-13 16,-1 2-30-16,0 0-9 0,0 0 2 0,4 7 2 0,-6 0 3 15,0 3-3-15,1 2 6 0,-3 1 3 0,2 5-4 16,-3 0 8-16,2-1 1 0,-1 2 2 0,0 0-6 16,3-2 5-16,-3 0 1 0,0 0 7 0,2-2-8 0,-1-1-25 15,1-3-18-15,-2-1-18 0,3-1-22 0,0-2-11 0,-1-3-6 16,2 2 2-16,0-4 5 0,-1 3-2 16,1-5-28-16,0 0-101 0,0 0-81 0,0 0-226 15,-6-13-585-15,3 4 258 0</inkml:trace>
  <inkml:trace contextRef="#ctx0" brushRef="#br0" timeOffset="42392.3">23391 13761 39 0,'0'-6'318'0,"0"1"-19"0,0 2-29 16,0 3-27-16,3-7-26 0,-3 7-37 0,-3-3-50 15,3 3-46-15,0 0-45 0,0 0-54 0,0 0-64 16,0 0-81-16,17 9-102 0,-12-5-282 0,3-4 125 0</inkml:trace>
  <inkml:trace contextRef="#ctx0" brushRef="#br0" timeOffset="42971.75">23528 13885 194 0,'-5'2'212'0,"5"-2"-17"0,-3 2-9 15,3-2-9-15,0 0-13 0,0 0-17 0,0 0-7 0,0 0-12 16,10 7-9-16,-3-6-8 0,6-1-10 16,-3 0-8-16,5 3-11 0,3-6-3 0,4 2-13 15,-3-6-5-15,-1 3-8 16,1-1-4-16,1 0-2 0,0-4 1 0,-1 2 6 16,-2-3 0-16,1 0 0 0,-4 1 7 0,2 0-1 15,-7 0 3-15,0 2 10 0,0 0 0 0,-4-1 4 16,4 2-1-16,-7 1 1 0,4 0 1 0,-4-1-12 15,-2 4-10-15,0-3-4 0,0 0-1 0,-6 3-14 16,6 2-11-16,-13-3-2 0,4 3-1 0,-3 1-7 16,-1 3-2-16,-5 2 1 0,1 0-6 0,1 3-1 0,-2 4 2 0,1 0-1 15,-3 5-8-15,3 0 1 0,3-3-1 0,1 7-1 16,4-2 2-16,-1-4-2 0,2 1-6 0,4 4-2 16,3-3 8-16,0-2 2 0,2 1-7 0,0-4-1 15,2-1 7-15,2-1 0 0,4-1 6 0,0-2 8 16,0 1 15-16,0-6 4 0,4-1 26 0,-2 2 21 15,4-4 3-15,1-1 19 16,2-2 6-16,-3-2 5 0,2-2 1 0,1 0 2 16,0-4-24-16,-2 0 0 0,6-5-9 15,1-1-8-15,-3 0-6 0,1-1-9 0,-6 4-4 0,1 2-13 16,-3-3 5-16,-1 0-6 0,-2 8 0 0,-2-1-17 16,0 2 5-16,-5 3-5 0,3-4-3 0,-3 5 0 15,2-1-20-15,-1 1-15 0,-4 2-14 0,5-3-11 16,-5 3-1-16,0 0-2 0,11 8 9 0,-9-4-27 0,3 4 32 0,0 1-28 15,-1 0 4-15,0 4-11 0,-1-5-17 0,0 4-28 16,1-3-32-16,-1 3-27 0,-2-2-39 16,-1 0-53-16,1-3-69 0,-1 0-284 0,0-2-662 15,3 0 293-15</inkml:trace>
  <inkml:trace contextRef="#ctx0" brushRef="#br0" timeOffset="43125.37">24393 14001 2973 0,'0'0'366'0,"0"0"-70"0,5-6-52 0,-5 6-38 15,2-4-68-15,-1 0-39 16,-1 4-20-16,1-4-38 0,0 1-62 0,-1 3-75 16,4-5-88-16,-1 3-127 0,1 0-328 0,-2 0-692 15,-2 2 308-15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07:49.64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4215 1778 182 0,'0'-5'245'16,"0"5"-7"-16,0 0-4 0,0-6-6 0,0 6-10 15,-3-7-7-15,3 7-8 0,0-7-3 0,0 7-5 16,-1-5-10-16,1 5-9 0,1-7-8 0,-1 7-10 16,0 0-10-16,-2-7-12 0,2 7-12 0,0 0-12 15,-1-5-12-15,1 5-8 0,0 0-10 0,0 0-23 16,0 0-20-16,-3-5-24 0,3 5-35 0,0 0-34 15,0 0-16-15,0 0 9 0,-7 29 6 0,-1-2 3 0,0 5 6 16,-5 14 9-16,2 3 0 0,-7 5 9 0,8-1 0 16,-3 3 8-16,0 3 3 0,7-2 2 0,-2-4 3 15,-5-1-1-15,8 0 3 0,4-18 1 0,1 13 0 16,0-14-1-16,0-3 0 0,1-2 3 0,-2-8 1 16,1-3 0-16,0-4 1 0,0-4 2 0,0 2 2 15,0-6 5-15,0 4 2 0,0-9 11 0,0 8 39 0,0-8 23 0,0 7 25 16,0-7 2-16,0 0 0 0,0 0-14 0,0 0-15 15,0 0 0-15,0 0-3 0,-23-12-7 16,15 8-5-16,3-2-8 0,-3 2-10 0,1-3 4 16,-1 0-16-16,0 4 10 0,1 0-11 0,-3-2-8 15,-1-1-2-15,5 3-14 0,-5 0-13 0,0-1-15 16,4 3-13-16,-1-1-21 16,-2-1-26-16,10 3-27 0,-14-2-42 0,7 2-38 15,7 0-56-15,-19-3-49 0,10 2-233 0,-1-2-571 16,10 3 253-16</inkml:trace>
  <inkml:trace contextRef="#ctx0" brushRef="#br0" timeOffset="385.4">3857 2261 142 0,'0'0'205'0,"0"0"-15"0,0 0-7 0,-4 3-18 15,4-3-15-15,0 0-16 0,0 0-16 0,0 0-10 16,0 0-10-16,0 0-12 0,0 0-6 0,0 0-8 15,0 0-6-15,0 0-5 0,0 0-7 0,0 0-6 0,0 0-4 16,0 0-6-16,0 0-4 0,0 0-2 0,36-3 2 16,-15-1-5-16,5 1 0 0,2 1-10 0,3-3 7 15,2 0-4-15,2 2 0 0,-3-1-5 0,1-1-1 0,-2-3-1 16,-2 3-5-16,-6 2 3 0,-3 2-3 0,1 1 1 16,-11 0-7-16,3 0-7 0,-4-3-6 15,-9 3-5-15,15-1-16 16,-15 1-16-16,9-4-12 0,-9 4-8 0,8-2-7 15,-8 2-7-15,0 0-17 0,0 0-38 0,0 0-161 16,0 0-321-16,0 0 143 0</inkml:trace>
  <inkml:trace contextRef="#ctx0" brushRef="#br0" timeOffset="917.62">4736 2077 37 0,'3'-7'314'0,"-3"7"-28"16,5-3-30-16,-1-1-31 0,2 1-22 16,1 0-23-16,3 2-19 0,-1-3-16 0,5 3-15 15,-1 1-16-15,6 0-16 0,-4 0-10 0,6 4-10 16,-4 1-15-16,4 3-10 0,-6-1-12 0,-1 3-5 15,3 3-8-15,-8 4-3 0,2-2-7 0,-3 3-3 16,-4 8-2-16,1 1-5 16,-9-1 0-16,3-1 1 0,-4-1-1 0,-3-3-4 15,-2-4 3-15,1 0-1 0,0-2 3 16,-1-1-3-16,3-5 7 0,1 2 2 0,2-4 7 16,0-2 8-16,-1 0 11 0,4 0 17 0,1-5 23 15,-6 4 31-15,6-4 42 0,0 0 46 0,0 0 13 16,0 0-24-16,0 0-23 0,-8-12-12 0,13-1-23 0,-1-1-15 15,2-5-12-15,4 2-11 0,5-7-14 0,-1 2-3 0,-2-6-14 16,5 7-6-16,-8 4-7 0,0 0-5 0,1 1-3 16,-5 7-11-16,4-1-1 0,-2 3-6 0,-4 2-3 15,2-2-2-15,-5 7-13 0,7-8-11 0,-5 6-13 16,-2 2-29-16,4-3-21 0,-4 3-22 0,0 0-9 16,0 0-2-16,0 0 6 0,17 8 10 0,-13-1 7 15,1 3 6 1,0 6 6-16,1 1 8 0,1-1 5 0,2-1-3 15,-3 2-8-15,3-2-28 0,1 0-19 0,-5-6-28 0,3 1-32 16,-3 3-23-16,2-3-32 0,1-3-45 0,-2-3-197 16,0-3-509-16,-6-1 225 0</inkml:trace>
  <inkml:trace contextRef="#ctx0" brushRef="#br0" timeOffset="1155.83">5304 1976 22 0,'5'-5'214'0,"-5"5"-24"0,6-1-7 15,-6 1-16-15,17 6-14 0,-7 2-7 0,3 1-14 0,1 3-8 0,4 7-10 16,1 3-10-16,-1 0-7 0,-4-1-11 0,0 9-2 16,-5-1-8-16,0 0-7 0,1 3 0 0,-7-4-13 15,-3 3-13-15,-5-3-13 0,0 2-7 0,-7-3-6 16,-5 0-9-16,-2-4-22 0,-5-3-40 0,-3-3-33 15,-4-2-53-15,-3-6-179 0,-1-3-345 0,-4-5 152 16</inkml:trace>
  <inkml:trace contextRef="#ctx0" brushRef="#br0" timeOffset="1493.63">4790 1886 9 0,'0'0'213'16,"0"0"-27"-16,0 0-24 0,0 0-11 0,-11 7-22 15,7-2-17-15,-8 10-5 0,2-3-13 0,-3 14-10 16,-1-1-13-16,-4 4-6 0,-5 12-7 0,7-10-2 16,-3 13-8-16,2 5-1 0,3-5-6 0,7-11-1 15,4 0-4-15,0-3 17 0,3-1 15 0,4-1 8 16,4-3 0-16,2 3-4 0,5-8 1 0,7-2-2 0,1 3 0 0,6-8-25 16,3-3-22-16,8-2-52 0,-2-3-61 15,18-3-81-15,-2-5-172 0,-1-3-371 0,0-4 164 16</inkml:trace>
  <inkml:trace contextRef="#ctx0" brushRef="#br0" timeOffset="1763.1">6018 2174 36 0,'0'0'350'16,"0"0"-33"-16,0 0-28 0,0 0-31 0,0 0-27 15,0 0-27-15,0 0-37 0,0 0-32 0,18-10-40 16,-4 10-46-1,3-1-52-15,3-3-70 0,1 0-73 0,-2 4-173 0,0-4-344 16,0-1 152-16</inkml:trace>
  <inkml:trace contextRef="#ctx0" brushRef="#br0" timeOffset="1925.82">6018 2342 149 0,'-4'4'276'0,"3"-2"-13"0,1-2-18 0,0 4-17 15,0-4-26-15,15-1-19 0,7-2-18 0,9-1-41 16,3-2-61-16,6 2-84 0,16-5-107 0,-6 3-164 16,4-6-316-16,-17 6 140 0</inkml:trace>
  <inkml:trace contextRef="#ctx0" brushRef="#br0" timeOffset="2611.66">7535 1942 82 0,'-4'-6'285'16,"1"1"-21"-16,2 1-22 0,-4-3-23 0,1 1-19 15,-2 2-14-15,2 0-19 0,-1-1-18 0,-1 0-11 16,-1 2-18-16,-4 1-16 0,0 2-5 0,0 3-18 16,-2 1-10-16,0-1-10 0,-4 6-5 0,-2 3-7 15,-2 3-7-15,2 4-2 0,3-5-8 0,-1 7 0 0,1 1-3 0,2 0 1 16,0 1-7-16,3 0-1 0,4-3-1 0,3 5-9 15,2-5-5-15,2 1 2 0,1-4-2 16,2-3 1-16,0 3 1 0,1-5-3 0,3-2 4 16,0-1 8-16,1-3 0 0,1-2 7 0,4-1 7 15,-3-5 11-15,-10 2 10 0,24-5 9 0,-12-1 6 16,3-5 8-16,8-5 10 16,-10 5-4-16,1-4 13 0,2-6-5 0,1 0-1 15,-7 5-2-15,1-1-7 0,-4 0 16 0,2 2 5 16,-4 4 9-16,0 1 11 0,-1 5 0 0,0-2-7 15,-1 2-16-15,0 1-11 0,1 1-18 0,-4 3-15 0,0-7-25 16,0 7-26-16,4-3-41 0,-4 3-20 16,0 0 3-16,0 0 9 0,0 0 0 0,5 20 13 15,-4-8 3-15,2-1 1 0,1 0-23 0,1 7-23 0,4-1-15 16,-3 1-18-16,3 1-29 0,-1-1-32 0,2-4-34 0,-1-1-57 16,3-5-79-16,-2-3-187 0,0 0-568 0,3-2 251 15</inkml:trace>
  <inkml:trace contextRef="#ctx0" brushRef="#br0" timeOffset="2950.12">7882 2053 225 0,'0'0'284'15,"0"0"-18"-15,0 0-37 0,0 0-23 0,0 0-27 16,0 0-19-16,-11 4-18 15,7 2-14-15,-1 1-13 0,0 3-12 0,-3-1-12 16,-2 5-10-16,4 3-6 0,-2 0-5 0,4-6-10 16,-2 5-3-16,5 1-7 0,-2 3-5 0,3-3-5 15,3-4-5-15,-1-2 1 0,3 1 1 0,0-1-1 16,3-5 2-16,1 3 1 0,1-4-1 0,4-3-3 16,4-4 1-16,-1 0-2 0,2-5-5 0,-4 2 18 15,3-2 1-15,-8-5 3 0,6-1-2 0,-5-1 6 0,-1-1-3 16,-5 1-6-16,2-2-9 0,-3 0 0 0,-3 2-15 15,-5 2-5-15,0 0-12 0,0 1-7 0,-7 2-19 16,-2-3-19-16,-6 7-15 0,-8-3-25 0,-3 7-23 16,-5 2-36-16,3 3-27 0,-1 0-58 0,1 6-216 0,1-3-476 15,6 5 211-15</inkml:trace>
  <inkml:trace contextRef="#ctx0" brushRef="#br0" timeOffset="3328.95">7063 2574 124 0,'-7'2'195'16,"0"-2"-13"-16,2 2-16 0,5-2-14 0,-9 3-19 15,7-1-7-15,2-2-9 0,0 0-9 0,-9 0-10 16,9 0 1-16,-4 2-2 16,4-2 2-16,0 0-2 0,0 0-5 0,0 0-6 15,0 0-4-15,0 0-4 0,0 0 0 0,0 0-7 16,0 0-6-16,0 0-3 0,35-2-9 16,-7-1 0-16,6-4-9 0,21 2 1 0,4-2 16 15,5 2 10-15,32-3 5 0,-3 4-1 0,-27-3-5 16,27 0-7-16,-29 4-6 0,-1-4-3 0,-3 5-5 15,-2-3-3-15,-21 5-5 0,-2-4-2 0,-4 1-1 0,-9 2 7 0,-3-1 2 16,-9 0-8-16,0 2 1 0,2 0-7 0,-4-3-1 16,-8 3-14-16,9 0-24 0,-9 0-20 15,0 0-27-15,2-2-29 0,-2 2-42 0,0 0-52 0,-28 5-42 16,10-3-268-16,-5 0-525 0,0-2 232 0</inkml:trace>
  <inkml:trace contextRef="#ctx0" brushRef="#br0" timeOffset="3752.03">7613 2702 116 0,'-3'2'230'0,"3"-2"-21"16,0 0-25-16,0 0-17 0,8 9-15 0,-3-6-18 16,5 1-12-16,2-3-9 0,-1 6-14 0,5 2-13 15,-2-3-3-15,-3 3-13 0,-1-2-4 0,-2 4-9 0,-1 0-7 0,0 4-3 16,-4-3-5-16,-3 5-2 0,-3 2-3 0,-6 5-9 16,0-5 10-16,-5 3-9 0,-2 3-4 0,-2-3 1 15,1-1-1-15,2-6 3 0,2 2 3 0,0-6-5 16,2 1 8-16,3-4-12 0,3-1 3 15,1-4 8-15,-2 4 26 0,2-5 9 0,4-2 10 16,-4 7 6-16,4-7 6 16,0 0-9-16,0 0 0 0,32-4-10 0,-10 1-3 15,6 1-8-15,1 0-6 0,0-3-6 0,2 3-3 16,-4-3-2-16,2 0-7 0,-8 5-5 0,-2-5-4 16,0 0-3-16,-6 3-8 0,-3-3-9 0,0 5-33 15,-3-2-27-15,-7 2-54 0,13-6-69 0,-9 2-82 16,-4 4-230-16,1-10-528 0,-2 3 234 0</inkml:trace>
  <inkml:trace contextRef="#ctx0" brushRef="#br0" timeOffset="4215.46">8768 2428 136 0,'-3'4'178'0,"3"-4"-7"0,0 0-3 0,0 0 5 0,0 0-7 0,0 0-6 16,0 0 1-16,0 0-7 0,0 0 3 0,0 0-2 16,0 0-9-16,0 0-14 0,0 0-5 0,0 0-2 15,0 0-16-15,0 0 4 0,16 0-21 0,4-4-7 16,1 0-10-16,10 3-9 0,4-2-9 0,3-1-2 15,0-1-7-15,0 1-3 0,0 3 2 0,-2-2-8 16,-5-2-5 0,-3 4-3-16,-9-2-18 0,-1 1-19 0,-6-1-22 15,-1 3-31-15,-2 0-14 0,-1 0-36 0,-8 0-45 16,3-5-53-16,-3 5-46 0,0 0-136 0,-23-4-420 16,9 1 186-16</inkml:trace>
  <inkml:trace contextRef="#ctx0" brushRef="#br0" timeOffset="4400.33">8924 2310 206 0,'-1'-5'332'0,"-2"1"0"15,3 4 7-15,-4-8-3 0,4 3-6 16,0 5-11-16,-1-3-16 0,1 3-24 0,0 0-36 16,-1-5-24-16,1 5-35 0,0 0-36 0,0 0-47 15,0 0-15-15,-3 13-6 16,2 3-14-16,-4 9 4 0,1 4-14 0,0 6 0 15,3 2-2-15,-3 12-35 0,3-3-52 0,-2-2-42 16,3-10-62-16,0 2-76 0,4-5-120 0,-3-4-229 16,2-11-607-16,-2-7 269 0</inkml:trace>
  <inkml:trace contextRef="#ctx0" brushRef="#br0" timeOffset="5170.8">10768 2177 81 0,'-2'-8'282'0,"1"-2"-20"0,-4 2-28 0,0-1-22 16,1 5-46-16,-5-3-17 0,1 2-18 0,-4 0-15 0,-1 4-12 15,-4 1-16-15,-2 0-7 0,-9 4-6 0,1 9-12 16,-1-4-4-16,3 3-10 0,-2 4-2 0,0 6-9 16,0-1-2-16,3 1-8 0,2 5-1 0,2-3-1 0,3 5-2 15,3-5-1-15,5 1-1 0,1-1 1 0,7-5-4 16,-3 1-2-16,8-4 4 0,0 0 4 0,1-5 9 15,4-4 2-15,2 0 1 0,6-4-5 0,5-2 1 16,-2-5 1-16,8 0-3 0,1-6 0 0,-5-2 8 16,3-1 5-16,-6-3 5 0,1 1 7 0,-3-5 3 15,-1 2-2-15,-5 2 5 0,5-5-4 0,-7 4 6 0,1 1-6 0,-5 7 17 16,1-2 5-16,-3 3-4 0,0-1-2 0,1 5-8 16,-3 0-6-16,0-2-18 0,-2 3-23 15,-1 3-23-15,0 0-5 0,0 0 5 0,0 0-2 16,16 15 0-16,-13-3 2 0,6 2 2 0,0 2-26 15,-2 0-16-15,5 1-29 0,1 0-28 0,0-3-33 16,1 3-44-16,0-5-55 16,0 2-61-16,1-3-159 0,2-4-490 0,-3-2 217 15</inkml:trace>
  <inkml:trace contextRef="#ctx0" brushRef="#br0" timeOffset="5518.38">11115 2334 75 0,'0'0'363'16,"0"0"-25"-16,0 0-33 0,0 0-35 0,0 0-28 15,0 0-28-15,0 0-30 0,0 0-19 0,0 0-18 16,0 0-17-16,-6 14-12 0,5-6-16 0,-1 1-2 16,1 2-16-16,-2 0-4 0,2 5-9 0,0 1-6 15,-3-4-6 1,2-3-7-16,-1 7 0 0,1-7-8 0,2 0-3 15,-3-4-3-15,3 1-8 0,0-2 0 0,0 0 3 0,0 0 21 16,0-5 24-16,0 0 28 0,0 0-12 0,10 0-6 16,-1-6-5-16,0-2 14 0,-1 0-7 0,7-3-7 15,-1-1-5-15,1 0-11 0,0-1-1 0,-1 1-11 16,0 5-1-16,-3-1-7 0,-2 3-13 16,-2 1-2-16,-1 0-7 0,4 2-23 0,-2 2-7 0,-2 0-23 0,8 5-4 15,-5-2-15-15,7 7-18 0,-1 0-28 0,-1 4-41 16,0-1-52-16,-1-1-66 0,1 1-111 0,-1-3-214 15,-1-3-625-15,-2-4 277 0</inkml:trace>
  <inkml:trace contextRef="#ctx0" brushRef="#br0" timeOffset="6473.92">11988 2138 167 0,'0'0'218'0,"0"0"-9"0,0 0-9 0,0 0-9 16,0 0-8-16,0-5-13 0,0 5-11 0,0 0-15 15,0 0-14-15,0 0-13 0,0 0-12 0,0 0-10 16,0 0-11-16,0 0-9 0,0 0-9 0,0 0-8 16,0 0-8-16,0 0-4 0,0 0-16 0,0 0-16 0,0 0-3 0,0 0-11 15,0 0 10-15,0 0-11 0,5-2 9 0,0 1 0 16,1 0-2-16,2 0 1 0,1-3-2 0,2 1-3 15,0 0-1-15,-2 0 4 0,1-5 4 16,-1 4 10-16,0-1 6 0,-5-1 10 0,2 3 12 16,-2-1 2-16,1 0 4 0,-1 3 4 0,-3-4-11 15,3 3-5-15,-4 2-8 16,0 0-10-16,0 0-7 0,-12-4-1 0,1 5-5 16,0 4 3-16,-8 1-5 0,-7 4 0 0,-2 5 0 15,0 0-5-15,-1 2 0 0,-6 4-1 0,-3 8 0 16,-3 0-1-16,12-9 0 0,3 4 6 0,0 3-7 15,6 2 4-15,-1-4-3 0,7 2 4 0,4 0-17 16,2-2-3-16,7 1 2 0,1-6-1 0,5-3 6 16,13 4 3-16,9-1 3 0,5-8-1 0,7-2 4 0,15-3 0 15,9-2-1-15,4-5-1 0,24-6 1 0,-27-1 2 16,-3-2-1-16,1-2-2 0,-4-1 2 0,1-1-1 16,-23 0-1-16,11-5 3 0,-12 3-3 0,-2-2 1 15,-6 0 1-15,-12 3 6 0,3 1-2 0,-5 0 14 16,-4 5 22-16,-3-2-4 0,-2 0 2 0,1 1-2 15,-6 4-8-15,-6-3 1 0,-1 3-4 0,-4-1-6 0,-2 3-4 0,4 0 1 16,-7 3-5-16,-2 5-3 0,-1 0-2 0,0 1 1 16,1 3-2-16,0-2-2 0,5 6 0 0,-1-2 8 15,3 1-10-15,3 2-21 0,-1-1-11 0,5-2-2 16,4 2 4-16,2-4 0 0,4 2 8 16,4-2 0-16,5 3 5 0,5-6 3 0,9 0 0 15,0-4 0-15,6-2 3 16,0-4-2-16,-3 0 4 0,-2-4 6 0,-2-1-4 15,-2-1-1-15,-6-1 0 0,-3 4 6 0,-2-8 0 16,-2 2-2-16,-3 0 2 0,-3-4-5 0,-1 3-4 16,-1-5-3-16,-7 4 1 0,2-4-3 0,-4 4 3 15,-3-4-2-15,-2 4 0 0,-1 3-3 0,-2-1-2 16,-5 7-7-16,2-1-11 0,-4 3-16 0,1-1-23 16,0 4-19-16,-3 1-24 0,4 1-33 0,3 2-39 0,1 0-194 0,1 2-415 15,5 0 185-15</inkml:trace>
  <inkml:trace contextRef="#ctx0" brushRef="#br0" timeOffset="6859.19">13083 2153 247 0,'3'-6'293'0,"-2"4"-28"16,-1 2-25-16,0 0-24 0,0 0-30 0,0 0-29 16,0 0-23-16,0 0-8 0,0 0-17 0,0 0-8 0,-18 10-15 15,7-2-5-15,-1-1-7 0,1 3-10 0,-3 2-7 16,-3 1-5-16,4-1 3 0,-2 1-14 0,2 1-4 16,1-1-7-16,1 1-1 0,2 2-6 0,4-6-21 15,1 2 1-15,3 0-6 0,1 1 1 0,1-1 0 16,3-2 3-16,4 1-1 0,2-1 0 0,5 2 3 15,2-3-3-15,1 2 6 0,1-1-4 0,-1-6 5 0,1 4-9 0,-7-4 4 16,-1 1-2-16,-1-2-2 0,-3 3-8 0,-2-4-12 16,2 2-7-16,-4-2 2 0,-2 1 9 15,-3 1 2-15,-6 1 1 0,-1 1 5 0,-6-1-5 16,-6-1 6-16,0 3-1 0,-6-2-1 0,-3 1-30 16,2 0-28-16,1-1-16 0,6-5-42 0,-1 2-43 0,2-2-169 15,7-1-368 1,1 0 163-16</inkml:trace>
  <inkml:trace contextRef="#ctx0" brushRef="#br0" timeOffset="7291.39">13400 2196 100 0,'-1'-3'392'0,"1"3"-19"16,-4-8-30-16,4 8-25 0,0-4-39 0,0 4-29 16,0 0-31-16,0 0-25 0,0 0-27 0,-4-5-36 15,4 5-23-15,0 0-7 16,0 0-13-16,4 17-5 0,-4-8-8 0,-3 4-12 16,3-1-7-16,-1 5-9 0,1 3-2 0,-4-1-9 15,0 5-5-15,1-5-5 0,-1 1-6 0,1-3-3 16,3-3-10-16,-3-2-9 0,1-3 0 0,1 0-4 15,1-2 0-15,-1-1 2 0,-1-3 10 16,1 0 26-16,1-3 28 0,0 0 42 0,0 0 3 16,0 0-13-16,0 0-8 0,0 0-12 0,19-17 1 0,-10 9-3 0,-4-4-8 15,4 3 1-15,-1-1-4 0,-2 3-14 0,3-3 7 16,0 3-5-16,-1 0-7 0,-3 2 4 0,0 2-16 16,-2-1 1-16,1 2-4 0,-4 2-12 0,6-5-25 15,-6 5-12-15,0 0-4 0,0 0-9 0,17 6-5 16,-12-1-14-16,3 3-17 0,-1-1-24 0,-1 2-33 15,1 0-30-15,0 0-46 16,1 2-48-16,0-4-66 0,-4-1-233 16,1 0-597-16,1-2 264 0</inkml:trace>
  <inkml:trace contextRef="#ctx0" brushRef="#br0" timeOffset="7692.35">13723 2184 176 0,'4'-3'294'0,"1"-1"-35"0,2 2-24 16,-1 1-26-16,1-1-22 0,3 4-18 0,1 0-15 15,-1 3-14-15,1 0-15 0,4 7-10 0,-1 0-8 16,-3 3-17-16,1-1-10 0,-4 3-9 0,-2 0-10 16,-1 3-5-16,-5 0-10 0,0 5-2 0,-5-5-6 0,-1 3-5 15,-2-6-5-15,-4 5 0 0,1-7-2 0,2-1 0 16,0-6-2-16,-2-1 1 0,3 1 5 0,3-4 8 15,1 1 24-15,0 0 25 0,0-3 41 0,4-2 48 16,-5 1 4-16,5-1-23 0,0 0-26 0,4-14-9 16,2 3-15-16,3-2-10 0,3-3-14 0,7-6-5 15,0-2-8-15,2 0-11 16,2 1-5-16,-3-2-9 0,3 5-3 0,-5-1-3 16,-4 9-5-16,-2 0 11 0,-5 1-1 0,0 4-2 15,2 0-9-15,-4 4-5 0,-4-1-17 16,-1 4-26-16,5-5-35 0,-5 5-7 0,0 0 7 15,0 0 7-15,-6 24-1 0,-3-7 7 0,0-2 2 0,-3 9 8 16,3 0 0-16,-1-1 5 0,5 2 4 0,0-1-25 16,6 1-5-16,3-6-9 0,4-2-9 0,7-2-13 0,11 2-48 15,4-7-88-15,10-2-130 0,12-8-233 0,3-4-625 16,-2-5 277-16</inkml:trace>
  <inkml:trace contextRef="#ctx0" brushRef="#br0" timeOffset="8979.62">9614 2063 166 0,'-9'0'171'0,"9"0"-15"0,0 0-2 0,0 0-13 15,0 0-14-15,0 0-6 0,0 0-16 0,0 0-11 16,0 0-8-16,0 0-10 0,0 0-6 0,23-5-9 16,-5 2 1-16,0-1-6 0,3 1-1 0,9-1-7 15,-1-1-2-15,2 1-6 0,-3 0-3 0,4 2-5 16,-4-3-2-16,-6 3-5 0,-2-1-14 16,2 1-10-16,-6 2-21 0,0 0-22 15,-2 0-39-15,-4 0-54 0,-3 0-148 16,-7 0-305-16,0 0 135 0</inkml:trace>
  <inkml:trace contextRef="#ctx0" brushRef="#br0" timeOffset="9527.79">9597 2145 93 0,'0'0'242'0,"-4"2"-26"0,4-2-17 0,0 0-24 15,0 0-20-15,-2 4-13 0,2-4-18 0,9 4-12 16,0-2-13-16,0 3-12 0,6 2-10 0,4 4-5 0,7 3-7 16,-2 5-10-16,-5 0-6 0,4 6-6 0,-2 6-1 0,-6 2-15 15,8 10 2-15,-9 2-4 0,-2 8-2 0,-5-2-6 16,-2-1-3-16,-7 3 0 0,-5-5-3 0,0-1-3 16,-7 0 2-16,-3-1-5 0,3-14 4 0,-4 12-4 15,3-12 0-15,-2-3 2 0,2-2 0 0,-3-1-8 16,0-2 11-16,2-2-12 0,5-5 7 0,1-2-1 15,0 0 0 1,3-6 0-16,1 3 1 0,2-6 9 0,0 5 5 16,3-6-1-16,-3 3 2 0,3-2-1 0,0-2 2 0,-1 2-4 15,1-1 1-15,0-2-4 0,1-3 1 16,1 7 2-16,-1-3-3 0,0-4-1 0,0 4-2 16,0-4 0-16,1 4-1 0,-1-4 0 0,0 3-1 15,0-3-3-15,0 0 1 0,0 0-3 0,0 0 4 16,2 4-1-16,-2-4-1 0,0 0-1 0,0 0-2 0,0 0 2 0,0 0-3 15,0 0 2-15,0 0-3 0,0 0 0 0,1 4 2 16,-1-4 1-16,0 0 18 0,19-1 0 0,-1 1 0 16,3-6-2-16,14 3-3 0,18-4-3 15,2-3 0-15,1 4-3 0,5-2 0 0,6-4-2 16,23 0 8-16,-24 6 4 0,0-5 0 0,0 5 1 0,-7 1 1 16,-4 0-5-1,-18 4-2-15,-5-3 0 0,-10 3-1 0,-2 0-7 16,-8 1-15-16,0-3-28 0,-4 3-18 0,-8 0 4 15,4 5-9-15,-4-5-27 0,-10 7-44 0,-4 0-54 16,-7-1-212-16,-6-1-428 0,-2 3 190 0</inkml:trace>
  <inkml:trace contextRef="#ctx0" brushRef="#br0" timeOffset="10166.92">9798 3520 64 0,'0'0'343'16,"1"-3"-17"-16,-1 3-19 0,0 0-11 0,-1-6-9 0,1 6-27 0,0 0-18 0,-1-4-25 15,1 4-2-15,0 0-48 0,0 0-14 16,0 0-31-16,0 0-26 0,0 0-21 0,0 0-5 16,0 0-10-16,-3 17-7 0,2-9-8 0,-3 5-1 15,2 5-4-15,-5-1-4 0,3-1-4 0,-1 9 2 16,0-7-10-16,-4 6 4 0,4-5-4 0,1 2 0 16,-1-3 2-16,1-1-8 15,0-3-4-15,3-4-10 0,-2-4-3 0,2 0-1 16,1-3 15-16,0-3 17 0,-5 8 42 0,5-8 22 15,0 0 6-15,0 0-14 0,0 0-2 0,10-17-13 16,-6 5-14-16,4 1 0 0,-2-4-13 0,6-2-1 16,-6 0-4-16,3 0-9 0,-1 1-1 0,1 3-11 15,-3 5 2-15,-1-2-2 0,-1 4-7 0,-1 1 2 16,-1-2-3-16,3 3-5 0,-2 0-4 0,-2 2-20 0,-1 2-28 0,5-2 6 16,-5 2-3-16,0 0 2 0,14 7 0 0,-8-4-14 15,2 3-9-15,1 0-11 0,2 2-18 16,1 3-21-16,4-1-24 0,0-1-19 0,-3 0-31 15,-2 0-36-15,9-2-46 0,-9-1-256 0,2-3-568 16,1 0 251-16</inkml:trace>
  <inkml:trace contextRef="#ctx0" brushRef="#br0" timeOffset="10329.65">10251 3563 396 0,'0'0'411'0,"-2"-3"-11"16,2 3-22-16,0 0-18 0,0-5-24 0,0 5-28 0,0 0-32 16,-1-5-43-16,4 1-54 0,5 1-62 0,4-1-65 0,7-3-60 15,3 4-71-15,4-2-76 0,6 1-93 0,-10 0-245 16,5 0-534-16,-8 1 237 0</inkml:trace>
  <inkml:trace contextRef="#ctx0" brushRef="#br0" timeOffset="10500.23">10352 3754 91 0,'-3'5'308'15,"0"-4"-6"-15,-1 3-19 0,4-4-22 0,0 0-31 16,0 0-36-16,0 0-40 0,32-5-40 0,-14 0-58 16,14-3-56-1,4-1-84-15,1-1-76 0,-4-1-132 0,4 3-316 16,-5-4 140-16</inkml:trace>
  <inkml:trace contextRef="#ctx0" brushRef="#br0" timeOffset="10683.75">10924 3500 90 0,'0'0'431'0,"1"-7"16"0,-1 3-10 0,0 4-30 15,-3-5-40-15,3 5-42 0,-1-2-42 0,1 2-30 16,0 0-52-16,0 0-62 0,0 0-27 0,-9 17 12 15,5-3-21-15,2 4-14 0,-2 9-36 0,0 0-39 16,2 4-39-16,-1 1-47 0,0 4-46 0,2-4-62 16,5 1-91-16,0-6-265 15,-5-7-578-15,1-7 255 0</inkml:trace>
  <inkml:trace contextRef="#ctx0" brushRef="#br0" timeOffset="11817.65">9940 1685 5 0,'0'0'200'16,"3"0"-6"-16,-3 0-15 0,0 0-14 0,0 0-10 15,0 0-17-15,0 0-9 0,0 0-11 0,0 0 4 16,0 0-7-16,3 3 3 0,-3-3-4 0,0 0 6 16,0 0 1-16,0 0 3 0,0 0-2 0,0 0-13 15,0 0-9-15,0 0-14 0,-3-12-2 0,3 9-7 0,-2-4-5 16,2 0-6-16,0-3-8 0,0 2-5 0,2-3-6 15,1 1 3-15,-3 2 7 0,0-2 3 0,0 4 6 16,0-2-6-16,0 4 1 0,0-3-7 0,0 7-4 16,-5-10-2-16,5 6-9 0,-4 0-7 0,4 4-15 0,-4-7-15 15,-1 7-1-15,0 0-9 0,-9 0 1 0,1 4-2 16,-8 4 4-16,-5 1-4 0,-1 6 3 0,-6 0-1 0,-3 4 1 16,-10 6 3-16,-2 2-3 0,2 0-3 0,-3-1 4 15,3-1 1-15,9-7 11 0,-4 9-11 0,9-10 0 16,1-2-1-16,2 1 3 0,5-4 1 0,7-5 3 15,2 1-2-15,2-3 5 0,3-1 9 0,4-1 33 16,-1-3 33-16,7 0-10 0,0 0 5 0,-18-9-12 16,14 3-3-1,3-5-6-15,-3 0-1 0,6-6-6 0,0 0-4 16,1 0-1-16,1-2-8 0,4 0-6 0,1 2-4 16,0 0 8-16,0 5-15 0,-1-3-3 0,-6 6-4 15,2 4 8-15,0 0-17 0,0 0-7 0,0 2 0 16,2 1-3-16,-6 2 0 0,22 6-3 0,-8 1 5 15,4 4-1-15,1-1-6 0,4 7 3 0,4-2 8 16,0 2-2-16,-2 0-7 0,6 0-19 0,-3 0-17 0,2 0-22 0,-1-6-29 16,0 1-49-16,3-6-58 0,4-2-92 15,-3-4-257-15,-1-1-601 0,0-2 267 0</inkml:trace>
  <inkml:trace contextRef="#ctx0" brushRef="#br0" timeOffset="12572.28">15244 2356 67 0,'0'0'123'0,"0"0"-14"0,0 0-6 0,-9 3 9 16,9-3 10-16,-3 1-10 0,3-1 11 0,0 0-10 15,0 0-11-15,0 0 5 0,0 0 14 0,0 0-5 0,12 5 1 0,-5-5-6 16,5-1-7-16,2 0-10 0,9 1-4 15,4-4-10-15,5 1-10 0,5 0-1 0,17-4-35 0,-1 3 2 16,2-4-7-16,-6 3-11 0,-12 1-8 0,0 0-13 16,-4 0-12-16,-3 1-21 0,-10 1-27 0,-1-1-32 15,-6 3-23-15,-7-2-31 0,2 0-154 0,-8 2-327 16,0 0 146 0</inkml:trace>
  <inkml:trace contextRef="#ctx0" brushRef="#br0" timeOffset="12777.3">15555 2203 87 0,'-2'-2'297'16,"1"-3"-6"-16,1 5-16 0,0-3-24 0,0 3-22 0,-4-4-31 16,4 4-24-16,-2-5-22 15,2 5-22-15,0 0-13 0,-4 18-12 0,2-2-9 0,-1 3-12 16,0 12-5-16,-2-3-7 0,4 5-6 15,-2 1-39-15,7 4-41 0,4 11-44 0,-3-15-55 0,5 0-82 16,0-4-197-16,-1-4-425 0,0-8 189 16</inkml:trace>
  <inkml:trace contextRef="#ctx0" brushRef="#br0" timeOffset="13411.34">17068 1881 21 0,'-9'0'150'0,"9"0"-12"0,0 0 3 0,-10 0-10 15,10 0-12-15,-7 3-9 0,7-3-8 0,0 0 6 16,0 0-8-16,0 0-10 0,0 0-5 0,0 0-7 16,0 0-8-16,24 0-7 0,-1-3-7 0,8 1-4 15,-2-2-8-15,6-4-5 0,3 4-4 0,2-4-5 0,-2 3 0 16,-1 0-4-16,-2-2-6 0,-3 2 0 0,-4 0-12 0,-9 3-13 15,-4-3-8-15,-3 3-30 0,-6 0-24 16,-1 2-8-16,-5 0-12 0,0 0-34 0,0 0-122 16,-28 3-262-16,0-2 115 0</inkml:trace>
  <inkml:trace contextRef="#ctx0" brushRef="#br0" timeOffset="13943.77">16905 1945 112 0,'0'0'129'15,"0"0"-7"-15,8 7-4 0,-3-3-15 0,4-1-3 16,1 6-14-16,2-4-6 0,4 5-5 0,-2 0-5 0,4 2-7 16,4 4-6-16,-7-3-4 0,8 5-5 0,-6 3-4 15,-1 0-4-15,2 4-6 0,-5 1-2 0,0 1-8 16,-4 3 5-16,-3 2-1 0,-2-2-5 0,-1 2-5 15,-6 1-5-15,-6 1-3 0,3 0 2 0,-8-3-6 16,-3 15 6-16,-1-17-5 0,-1 0 7 0,0-1-3 16,1-1-2-16,0-5-2 0,0 0-1 0,-1 0-5 0,8-7 8 15,-1-2-3-15,-1 0 7 0,2 0 2 0,-2-2-4 16,9-2-3-16,-2-1-4 0,-2-1 8 0,3 1 0 0,0-1-3 16,-3 0-3-16,4-1-1 0,4-6 0 15,-4 6-13-15,4-6 15 0,-5 8-2 0,5-8-3 16,-5 5-2-16,5-5 0 0,0 0 4 0,0 0-1 15,-5 7 1-15,5-7 0 16,0 0-4-16,0 0 8 0,0 0-3 0,-1 5-1 16,1-5 13-16,0 0 4 0,0 0 14 0,0 0 1 15,0 0 9-15,24 0 1 0,-5 0-4 0,13-5-4 16,4 3-7-16,16-3-6 0,7-2 1 0,5 0-3 16,26-4 5-16,0 2 12 0,-27 4 2 15,2-3-3-15,-1 6-4 0,-5-3-2 0,-3 1 1 16,-4 1-8-16,-20 2 0 0,-6-1-8 0,-3 2 0 0,-9-1-2 0,-4 0-3 15,-2-1 0-15,-8 2 3 0,14 0-5 0,-14 0-2 16,0 0-8-16,0 0-38 0,0 0-26 0,0 0-41 16,0 0-43-16,0 0-61 0,-40-12-125 0,25 7-359 15,1-1 159-15</inkml:trace>
  <inkml:trace contextRef="#ctx0" brushRef="#br0" timeOffset="14661.05">18280 2367 96 0,'-1'2'222'16,"1"-2"1"-16,0 0 11 0,0 0 1 0,-5 3 0 0,5-3-3 16,0 0 10-16,0 0-7 0,0 0-13 0,0 0-33 15,0 0-12-15,6-13-19 0,2 5-23 0,1-1-12 16,1-3-10-16,0-1-14 0,2-2 7 0,-1 1-7 16,1-4 1-16,-1 0-4 0,3-3-1 0,0-2-2 15,-2-1-6-15,-1-1-6 0,2 1-8 0,-4-5 1 16,5 4-15-16,-5-3 6 0,0 1-6 0,0 1-10 0,-4-1-1 0,-1 10 0 15,-3-2 0-15,2 4 4 0,-1 1-3 0,1 2 8 16,-2 2-5-16,0 4-5 0,-1 0-1 16,0 1-13-16,0 0-10 0,2 1-16 0,-2-1-26 15,0 5-34-15,0-3-28 0,0 3-16 0,0 0 6 16,-5 12 12-16,-2-1 4 0,-1 4 7 0,-5 8 8 16,-3 3 11-16,2 4 3 15,1-1-1-15,4 3-5 0,-2-2-3 0,3 2 1 16,4-1 3-16,3 1 3 0,1-3 4 0,1 0 7 15,7-3 7-15,1 0 2 0,2-3 5 0,2-6 12 16,8-1-1-16,-8-3 10 0,4-3-1 0,4-2 3 16,-2 0 10-16,-1-4-8 0,-5-1 20 0,1-1 16 15,4-3 9-15,-4 0 17 0,-3-2 15 0,-2-1-8 16,1 0 4-16,-1-1-7 0,-4 0-10 0,2-2-4 0,-2 2-26 16,-4-7-16-16,0 4-12 0,-3-3-4 0,-2 3-29 15,-4-2-18-15,-2-1-15 0,-4 5-15 0,1-3-21 16,-2 6-12-16,-2-1-13 0,-2 3-30 0,6 1-23 15,-2-4-15-15,2 4-41 0,4 0-245 0,0-1-521 16,3-3 232-16</inkml:trace>
  <inkml:trace contextRef="#ctx0" brushRef="#br0" timeOffset="15015.15">18864 2170 220 0,'0'0'329'16,"0"0"-31"-16,0 0-33 0,-4-8-36 0,4 8-25 15,0 0-23-15,0 0-22 0,0 0-15 0,0 0-16 16,0 0-15-16,0 0-9 0,-1 19-12 0,0-7-5 16,-2 4-8-16,2-6-8 0,-2 6-8 0,-1 0-8 15,3-2-7-15,1-3-12 0,0 1-5 0,-1-3-5 16,2-1-9-16,-1-3-2 0,0 2 0 0,-1-3 8 0,1-4 20 15,0 8 18-15,0-8 23 0,-3 2 27 0,3-2 2 16,0 0-26-16,0 0-7 0,21-17-6 0,-10 10-14 16,-2-3-3-16,3-2-8 0,-1 3-5 0,2 1-4 15,-3-1-3-15,-1 3-3 0,-1 2-5 0,-2-1-10 16,1 3 0-16,-4-3-5 0,4 4-5 0,-7 1-9 16,14-1-3-16,-3 3-10 15,2 0-6-15,1 5-26 0,0-1-31 16,4 1-35-16,0 3-46 0,8-3-62 0,-6 2-75 0,-2-6-233 15,1-3-570-15,0 2 252 0</inkml:trace>
  <inkml:trace contextRef="#ctx0" brushRef="#br0" timeOffset="15670">19706 1811 187 0,'0'0'181'0,"0"0"-23"16,0 0-19-16,0 0-17 0,0 0-12 0,-18 8-9 15,9-3-8-15,-1 2-8 0,-6 4-5 0,-1-1-13 16,-6 7-4-16,-1 0-11 0,-2-1-6 0,4 1-4 15,-6-1-3-15,5 1-4 0,5-3-6 0,-1 0 1 16,1-1-6-16,5 1-1 0,2-2-3 0,3-2-3 0,3 0 6 0,0 2 1 16,3 0 2-16,2-2-1 0,2 1 4 0,5-1 2 15,4 3-8-15,4 0 2 0,8 2-3 0,0-4-3 16,4 3-2-16,0 0 0 0,1 3-3 16,-1-7-3-16,-2 6 1 0,2-6-3 0,-11 2-1 15,2 0-2-15,-6-4-8 0,1 2 9 0,-6-5 0 16,0 6 1-16,-2-8 0 15,-1 6 5-15,-4-1 8 0,-1 1-2 0,-7-1 4 16,1 1-1-16,-4-1-3 0,-5 4-2 0,-3-5 2 16,1-2-3-16,-1 1 3 0,0 0-2 0,-1-1-3 15,1-3-3-15,4 1 2 0,2-1 0 0,1 0-1 16,3 0-1-16,2-2 11 0,7 0 6 0,0 0-26 16,-12-4-9-16,12 4-2 0,0 0-8 0,23-15 3 15,-5 6 0-15,12-6 2 0,-1 2 3 0,3-3-4 0,2 2 5 16,2-3 0-16,10-1 7 0,-10 1 7 0,0-1 7 15,-4 3 3-15,-2-2 13 0,-3 5 11 0,-4 0 15 16,-5 3 23-16,-4 2 29 0,-4 1 22 0,-1 1 14 0,-2 0 7 16,-2 3-4-16,1-3-11 0,-6 5-5 15,9-2-12-15,-9 2-19 0,5-3-10 0,0 1-14 16,-5 2-17-16,0 0-26 0,0 0-19 0,0 0-18 0,0 0 9 0,7 10-6 16,-6-5-2-16,0 2 5 0,-2 2-6 0,1 8 3 15,-1-5 1-15,1 4-1 0,-3-1 6 0,2 0-17 16,1-2-20-16,0 1-21 0,1-4-13 0,-2 2-21 15,2-2-26-15,-1-3-22 0,0 2-23 16,0-4-31-16,0-5-17 0,0 6-20 0,0-6-222 16,0 0-487-16,0 0 216 0</inkml:trace>
  <inkml:trace contextRef="#ctx0" brushRef="#br0" timeOffset="15817.1">20027 1978 177 0,'0'-5'343'0,"0"5"-22"0,1-9-25 16,-1 9-35-16,-1-5-24 0,1 5-30 0,0 0-48 0,0-6-54 0,0 6-66 16,0 0-60-16,0 0-40 0,0 0-58 15,0 0-64-15,0 0-111 0,13 13-318 0,-13-13 141 16</inkml:trace>
  <inkml:trace contextRef="#ctx0" brushRef="#br0" timeOffset="16133.44">20309 2063 286 0,'0'0'267'16,"4"2"-31"-16,-4-2-27 0,0 0-18 0,0 0-26 0,0 10-13 15,2-4-15-15,-2-6-12 0,-2 16-13 0,2-7-12 0,0 4-6 16,-2 3-14-16,0 1-9 0,2 0-27 0,0-6-13 15,-1 2-9-15,1-4-15 0,1 2-6 0,-1-5-1 16,0 2-1-16,-1-3 7 0,1-5 15 0,1 9 19 16,-1-9 19-16,0 0 2 0,0 0-9 0,0 0-1 15,0 0-2-15,0 0-4 0,23-11-2 0,-19 5-5 16,-4 6-1-16,9-7 2 0,-4 3-13 0,2 1-3 0,0-1-3 16,-7 4-9-16,17-5-15 0,-11 5-9 0,6-3-37 15,-12 3-35-15,20 0-51 0,-8-2-49 0,-1 2-229 16,-1-3-447-16,1 2 199 0</inkml:trace>
  <inkml:trace contextRef="#ctx0" brushRef="#br0" timeOffset="16520.96">20732 2031 160 0,'0'0'353'16,"0"0"-29"-16,0 0-35 0,-2-7-33 0,2 7-29 0,0 0-26 0,0 0-29 16,0 0-32-16,0 0-17 0,0 0-10 0,0 0-12 15,4 22-10-15,-6-12-12 0,2 2-4 0,-4 7-5 16,1-2-10-16,-1 0-7 0,-5 13-3 0,1-2-8 16,-1-4-2-16,-2 0-4 0,3-5-8 0,3-4-8 15,0 0-2-15,1-3-5 0,0-4-1 0,2-1 3 16,-1-1-1-1,2-1 4-15,1-5 24 0,-4 10 51 0,4-10 22 16,-1 5 42-16,1-5 22 0,0 0-11 0,0 0-19 16,0 0-16-16,0 0-15 0,16-22-11 0,-9 13-14 15,0-1-9-15,6-7-12 0,-1 3-11 0,-1-1-8 16,2 3-11-16,-5 1-3 0,1 2-6 0,1 1-3 16,-4 2-2-16,-1 2-7 0,-1 0-7 0,0 0-5 15,-4 4-30-15,5-5-37 0,-5 5-28 0,0 0-10 0,0 0 4 0,0 0-22 16,21 6-22-16,-14 3-26 0,3 0-32 0,-3-2-28 15,-1 2-46-15,3-1-47 0,-4-1-231 0,4-2-590 16,-4-2 262-16</inkml:trace>
  <inkml:trace contextRef="#ctx0" brushRef="#br0" timeOffset="16935.07">21043 2046 104 0,'4'-3'247'0,"0"1"-22"16,-4 2-28-16,10-5-21 0,-10 5-17 0,10 0-17 16,-1 5-12-16,-2 0-14 0,1 0-13 15,1 4-7-15,1 5-12 0,-5-3-7 16,2 8-6-16,-3-5-10 0,1 3-2 0,-4 3-5 16,-1-1-4-16,0 8-6 0,-4-9-8 0,-2 2-7 15,-1-3 1-15,-1 0-5 0,-3-2-1 0,1 2-1 16,1-3-3-16,0-4 0 0,4-3-3 0,-1 1 6 15,2-4 13-15,0 0 26 0,4-4 29 0,-6 7 39 16,6-7 40-16,0 0 21 0,0 0-32 0,0 0-27 0,0 0-7 0,0 0-11 16,10-30-13-16,-4 14-12 0,7 0-7 15,4-7-10-15,-1 2-6 0,1-1 4 0,2 1-30 16,0-5-5-16,-4 6-9 0,-2 6-5 0,1 2-2 16,-6 4 2-16,-3-1-3 0,0 6-3 0,-1-6-17 0,0 6-31 15,-4 3-38-15,0 0-11 0,0 0 0 0,0 0 12 16,0 0 5-1,1 22 10-15,-2-12 2 0,-3 11 8 0,-1 4 5 16,-3 4 8-16,7-3 2 0,1 3 1 0,3-4 8 16,4 2-3-16,7-3-31 0,8-4-50 0,5-2-100 15,5-6-333-15,18 0-584 0,3-7 259 0</inkml:trace>
  <inkml:trace contextRef="#ctx0" brushRef="#br0" timeOffset="18175.68">16933 3239 220 0,'0'0'239'16,"0"-5"-23"-16,0 5-15 15,2-4-26-15,-2 4-38 0,0 0-23 0,0 0-4 16,0 0-15-16,1 18-10 0,-4-6-5 0,-2 5-4 16,-1 3-10-16,2 4-13 0,-4 2-2 0,3 1-7 15,0-1-7-15,0 1-4 0,-3 1 4 0,2-2-3 16,-1-7-6-16,1 7-2 0,2-9-1 0,-2-1-1 16,2-4-6-16,2-3 0 0,0 0 0 0,0-2 8 15,-1 1 33-15,3-6 31 0,-2 2 48 0,0 0 33 0,2-4 45 16,0 0 22-16,0 0-25 0,0 0-22 0,9-14-20 15,-1 3-23-15,2-3-15 0,0-1-9 0,8-8-13 0,-1 2-10 16,1-1-9-16,-4-1-14 0,1 1-9 16,-2 8-5-16,0 1-10 0,-6 1-6 0,-2 5-3 15,1-1-6-15,-2 4-7 0,1-3 1 0,-2 3-13 16,0 3-26-16,-1-1-31 16,-2 2-30-16,6-3-18 0,-6 3 4 0,0 0 13 15,6 10 15-15,-2-3-12 0,0 0 8 0,-2 5 4 16,3 0-2-16,-1 0-20 0,1 2-9 0,-1-2-18 15,1 3-7-15,3-1-16 0,-2-3-13 0,-1 1-19 16,3-3-22-16,-4 1-31 0,2-2-40 0,3-1-235 16,-1-4-526-16,1-2 234 0</inkml:trace>
  <inkml:trace contextRef="#ctx0" brushRef="#br0" timeOffset="18322.79">17411 3384 149 0,'4'0'335'0,"-4"0"-24"0,5-3-29 16,-2 1-20-16,-3 2-24 16,4-2-22-16,-4 2-26 0,9-2-45 0,-1-1-38 15,3 3-41-15,2-2-48 0,4-1-53 0,1 3-68 16,0-1-85-16,-7 1-145 0,2 0-359 0,-1 0 159 16</inkml:trace>
  <inkml:trace contextRef="#ctx0" brushRef="#br0" timeOffset="18476.16">17519 3541 56 0,'0'0'222'0,"-2"5"3"15,2-5-8-15,8 0-21 0,-8 0-19 0,19-1-15 16,3-1-20-16,-3-2-30 0,9-1-41 0,2 0-53 16,-2 0-60-16,4-2-80 0,-3 0-117 0,-3-3-260 15,-1 1 116-15</inkml:trace>
  <inkml:trace contextRef="#ctx0" brushRef="#br0" timeOffset="18638.59">18050 3325 78 0,'3'-4'380'0,"-3"4"-33"16,0 0-39-16,0 0-45 0,0 0-20 0,0 0-31 15,0 0-20-15,0 0-24 0,-7 18-13 0,0-2-18 16,0 3-15-16,-3 3-8 0,1 5-50 0,3-1-42 15,-1 3-41-15,7-1-56 0,-2 0-81 0,2-8-271 16,5-1-460-16,-1-3 204 0</inkml:trace>
  <inkml:trace contextRef="#ctx0" brushRef="#br0" timeOffset="19825.73">17248 1494 46 0,'0'0'177'0,"0"0"2"0,0 0-5 0,0 0 4 0,0 0-9 16,0 0 6-16,0 0 3 0,0 0-12 0,2-5-13 16,-2 5-19-16,0-6-13 0,0 6-5 0,0-8-9 15,0 0-7-15,0 1-8 0,0-2-10 0,3-1-4 16,-3 0 24-16,2-4-9 0,1 2-6 0,-3 0-12 16,2-5-6-16,0 5-4 0,0-2-6 15,-2-2-1-15,3 6 2 0,-2-1-1 0,0 0 1 0,-1 4-2 0,0 0-11 16,-1 0 0-16,0 0-10 0,-1 2-11 0,1-1-7 15,-3 2-15-15,-2 0-11 0,2 0-4 0,-9 3-6 16,1 1-4-16,-4 5 1 0,-3 4 3 0,-9 4 1 16,-4 6 2-16,0-1-1 0,-13 9 5 0,3 3-2 31,1 4 2-31,-1 0 1 0,0 4 4 0,-1-6 2 0,-2 1 2 0,1-2-3 16,0-2 1-16,4-1-12 0,12-8 13 0,1-7 1 15,3 0 4-15,3-4-2 0,4-3 1 16,1 1 1-16,2-3 1 0,3-4 8 0,-1 3 26 15,1-3 3-15,-1-4 17 0,2-1 9 0,1-1 10 16,5-3-5-16,-1-2 12 0,1 0-5 0,2-7-8 16,2-3-11-16,2 2-4 0,6-9-1 0,-2 3-15 15,2 0-4-15,6 2-3 0,-9 8-2 0,4-1-10 0,0 7-3 0,0 0 4 16,-4 2-12-16,3-1-12 0,1 6-7 0,1-1-8 16,-10 3 12-16,25 8-1 0,-4-1 2 15,1 9-1-15,3 2-2 0,2 2-4 0,-3 3 10 16,2 0-7-16,-3 0 2 0,2 4-17 0,1-3 2 15,-2 0-13-15,-1-1-4 0,-1-5-8 0,1-1-2 16,-8-5-5-16,-1 0-14 16,4-4-3-16,-2-1-5 0,-3-4-24 0,2-1-24 15,-1-5-50-15,5-4-76 0,0 1-257 0,-2-5-547 16,-1-3 243-16</inkml:trace>
  <inkml:trace contextRef="#ctx0" brushRef="#br0" timeOffset="23333.62">3566 5271 18 0,'-1'-5'288'16,"1"1"-19"-16,0 4-17 0,-3-5 0 0,3 0-1 15,0 5-10-15,-1-6-12 0,1 6-20 0,-3-4-17 16,3 4-20-16,0 0-17 0,-1-4-19 0,1 4-14 16,0 0-22-16,0 0-33 0,0 0-32 0,0 0-5 15,0 0-4-15,-6 16-2 16,4-1-5-16,-2 2 5 0,1 2-7 0,0 7 0 16,-1-1-10-16,3 0 0 0,-1 1 0 0,0-8 3 15,2 2 1-15,-1-3-6 0,1 0-1 0,-1-3 0 16,-1-3 1-16,2 1 1 0,2-3 1 0,-2-2-1 15,0-2-1-15,0 0 4 0,1 1-2 0,-1-2 3 16,0-2 2-16,0-2 15 0,0 5 4 0,0-5 7 16,0 0-3-16,0 0 4 0,1 4-3 0,-1-4-4 0,0 0-1 0,0 0-8 15,0 0-15-15,0 0-6 0,0 0-52 0,0 0-81 16,0 0-85-16,-2-13-79 0,-1 4-185 16,3-2-519-16,-1-5 229 0</inkml:trace>
  <inkml:trace contextRef="#ctx0" brushRef="#br0" timeOffset="23502.87">3525 5095 2258 0,'0'-8'150'0,"-3"1"-8"0,1 2 2 16,2 1 17-16,-1-1-40 0,-1 0-11 0,2 2-16 16,-1-1-19-16,1 4-15 0,-1-3-9 0,1 3-12 15,0 0-31-15,0-6-23 0,0 6-33 0,-2-4-39 16,2 4-30-16,0 0-19 0,0 0-35 0,0 0-38 0,0 0-230 0,16 5-475 15,-12-3 211-15</inkml:trace>
  <inkml:trace contextRef="#ctx0" brushRef="#br0" timeOffset="23981.93">3484 4909 5 0,'-11'-1'158'16,"-1"1"-11"-16,-1 0-9 0,-1 3-13 0,4-1-14 15,-4 3-10 1,1 0-13-16,-3 4-8 0,0 1-9 0,-4 5-9 0,1 4-2 16,0 3-15-16,1 2-3 0,-3 4 6 0,2 1-18 15,-4 16 2-15,-1-2 5 0,7 3 0 0,-2 7 0 16,2 1 1-16,3 1-1 0,3 0 4 0,2-1 12 15,1-6 7-15,7 1 2 0,1-13-3 16,3-2 2-16,1-2 4 0,3-1-2 0,2-3-1 16,3 0 2-16,1-2-1 0,3-2-2 0,4-7 2 0,2-1 5 0,6-3 9 15,4-3 1-15,0-2 0 0,5-4 4 0,15-4-2 16,2-4 11-16,1-2-6 0,0-6-1 0,1-2 3 16,-1-5-1-16,0-1 3 0,-6-4-2 0,-3-3 4 15,-3-3-5-15,-4-7 4 0,-4 3-7 0,2-10-2 16,-4 1-8-16,-2-6-18 0,-10-1-8 0,-2-4-13 15,-5-1-7-15,-9 3-1 16,-4 2 2-16,-6 2 4 0,-5 2 6 0,-3 14 6 16,-6-2-16-16,-2 5-9 0,-4 3-3 0,-14-5 1 15,-5 5-18-15,8 13-18 0,-20 5-16 0,-3 1-18 16,-3 7-13-16,-32 10-35 0,32 0-22 0,-1-1-31 16,3 5-40-16,4 2-70 0,2 1-284 0,21-4-593 15,5 0 263-15</inkml:trace>
  <inkml:trace contextRef="#ctx0" brushRef="#br0" timeOffset="24736.73">5425 5010 213 0,'0'0'241'0,"0"0"-8"0,0-5-11 0,0 5-20 16,0-3-12-16,0 3-26 0,0 0-24 0,0 0-11 16,0 0-15-16,-18 5-13 0,8 2-9 0,-9 2-9 15,-4 3-12-15,-2 4-8 0,-1 1-5 0,-1 1-6 16,-1 0-5-16,0 2-3 0,1 1-5 0,0 1-5 0,4-3-3 15,-1 3-2-15,1-2-3 0,4-3-3 0,3 4-4 0,5-4 0 16,2-2-2-16,1 1-6 0,3-1 4 0,2-3 1 16,2 1-4-16,2-3 0 0,2 4 1 0,5-1-1 15,2 0 3-15,5-1-2 0,7 2-2 0,4 1-1 16,3-2-1-16,-1-1-1 0,3-1 8 0,-1 1-13 16,-1-1 3-1,-3 1 0-15,1 0-3 0,-8-3-1 0,-1 1 0 16,-4 0-9-16,-4-1-3 0,-2-1 0 0,0 1-5 15,-2-1 4-15,-6 1 6 0,-4 0 6 0,-3 2-3 16,-6-2-1-16,-5 4 4 0,-9-3 1 0,-2 1-1 16,-2-1 2-16,-2-2 2 0,1-2-3 0,0-1 0 15,-2 2 0-15,2-4 6 0,1-1-6 0,2 1-2 16,7-1 1-16,3-2-2 0,5-2-3 0,2 2-9 0,3 0-19 0,4-5-28 16,5 0-28-16,4-1-21 0,2-4-41 0,11-2-28 15,6-3-193-15,4 2-401 0,2-4 178 0</inkml:trace>
  <inkml:trace contextRef="#ctx0" brushRef="#br0" timeOffset="24952.83">5641 5411 67 0,'8'-4'336'0,"-4"1"-7"0,3 1-8 16,-3-1-10-16,0 0-22 0,-2 2-15 0,-2 1-32 16,6-3-15-16,-6 3-22 0,3-1-25 0,-3 1-22 15,4-3-25-15,-4 3-14 0,0 0-14 0,0 0-11 0,2 10-10 16,-4-4-5-16,2 1-8 0,-1 3-6 0,0-1-8 15,-1 3-10 1,2 1-12-16,-2-3-23 0,-2 2-12 0,4 1-14 16,-3-2-20-16,3 1-15 0,-2-4-18 0,1 1-20 15,-2 1-22-15,2-3-31 0,-3-1-32 0,2 0-18 16,2-3-14-16,-3 1-64 0,-2-3-150 0,5-1-452 16,0 0 199-16</inkml:trace>
  <inkml:trace contextRef="#ctx0" brushRef="#br0" timeOffset="25122.07">5621 5152 242 0,'1'-10'329'0,"3"4"-20"0,-3-1-29 0,2-1-27 15,-1 5-20-15,-2-3-28 0,3 3-24 0,-3 3-21 16,1-6-36-16,-1 6-41 0,4-1-22 0,-4 1-31 16,0 0-31-1,8 7-34-15,-6 2-42 0,2-3-52 0,0 4-68 16,-2-3-146-16,-2 2-369 0,3-1 164 0</inkml:trace>
  <inkml:trace contextRef="#ctx0" brushRef="#br0" timeOffset="25754.78">5933 5303 10 0,'4'-5'394'0,"-4"5"-33"0,2-2-37 15,-2 2-36-15,0 0-27 0,0 0-33 0,0 0-31 16,0 0-21-16,0 0-17 0,6 9-19 0,-5-4-12 16,2 9-13-1,-3 2-14-15,1 1-10 0,-1 0-9 0,0 9-9 0,-1 0-3 16,-3 3-3-16,2-5-9 0,-1-4-11 0,0 0 2 16,2-4-6-16,-1-4-10 0,-1-2-14 0,2-1-2 15,1-4-3-15,-1 2 2 0,1-4 29 0,-2 2 3 16,2-5 45-16,2 5 50 0,-2-5 3 15,0 0-9-15,8-8-18 0,-2-1 4 0,3 0 0 0,2-4-10 16,3-1-13-16,-4-1-5 0,3-2-13 0,1 1-1 0,4-4-17 16,-5 8-4-16,-4-1-7 0,1 6-11 0,-2-2-21 15,-2 1-38-15,1 4-26 0,0 1-41 0,1 0-35 16,0 4-26-16,-1-1-17 0,5 2-15 0,-3 1-15 16,0 1-13-16,2 3-17 0,-2 3-10 0,0-6-11 15,5 7-1-15,-4-4 6 0,3 0 9 0,-3 1 21 16,-1-2 9-16,4-1 19 0,-7 3 26 0,2-4 24 0,-3-3 35 0,4 3 33 15,-5-1 40-15,1-2 48 0,-1 2 35 0,-3 0 29 16,3-3 21-16,-4 0 12 0,5 3 4 0,-5-3-2 16,0 0 3-16,12-3-8 0,-12 3-7 0,6-6-11 15,0 2-8-15,-3 0-11 0,6-2-6 0,-4 0 3 16,3 0-6-16,-1 0-13 0,2-2-15 0,1 0-5 16,1-1 0-16,4 0 1 15,-3-3-4-15,-1 4-3 0,0-6 6 16,-1 2 0-16,1-3-7 0,-1 3 9 0,-5 1 0 15,3 2 6-15,-4 1 7 0,-3 2 16 0,4-1 5 0,-5 2-17 16,0 0-2-16,0 1-10 0,-5 0-7 0,5 4-11 16,-9-1-4-16,0 2-16 0,-1 4 6 0,-1 1 2 15,-2 6-4-15,-3-3-5 0,5 6 3 16,-1-1-7-16,3 1 1 0,3 2-13 0,3 1 0 0,3 0-2 0,6 2 6 16,8 1 0-16,7 1 1 0,8-5-2 0,5-2-20 15,21-3-41-15,5-3-62 0,0-6-74 0,36-3-94 16,-31-5-297-16,27-7-640 0,-34 0 283 0</inkml:trace>
  <inkml:trace contextRef="#ctx0" brushRef="#br0" timeOffset="26440.79">8222 5164 13 0,'-1'-5'289'0,"1"5"-9"0,-1-1-8 0,1 1-16 15,0 0-15-15,0 0-15 0,0-5-24 0,0 5-17 16,0 0-23-16,0 0-13 0,0 0-17 0,0 0-14 0,0 0-18 0,0 0-9 16,0 0-1-16,-13 6-22 0,4 2-8 0,0-1-7 15,-5 5-5-15,-6 4-6 0,-3 1-4 0,0 0-1 16,0 4-8-16,3-2 5 0,-1 0-8 0,2 3-4 15,-1-4-1-15,9-1 0 0,-2-1-5 0,5 1-1 16,3-2-3-16,-1-1 0 0,6 2-2 0,0-5 0 16,1 2-3-1,8-3 7-15,0 3-1 0,10-1-1 0,3-2 1 0,1-2-3 16,5 1-4-16,0 0 2 0,-1 1-1 0,-1 0-4 16,-8-3 3-16,-1 0-3 0,-1 3-2 0,-5-5 1 15,-2 4-4-15,-2-1-7 0,-2-2-7 0,0 1 3 16,-4-1 3-16,-1 1 0 0,-5 3 3 15,-4-2 4-15,0 1 2 0,-6 1-1 0,-2-1-1 0,-3 1 4 16,-6-2-1-16,1 3 3 0,4-6-8 0,-1 1-12 0,2-2-30 16,2-2-34-16,3 3-37 0,2-3-54 0,5-2-79 15,-1-2-203-15,8-3-491 0,1 0 216 0</inkml:trace>
  <inkml:trace contextRef="#ctx0" brushRef="#br0" timeOffset="26810.78">8410 5537 191 0,'0'0'253'0,"0"0"-17"0,0 0-17 16,0 0-14-16,0 0-8 0,0 0-9 0,0 0-21 0,0 0-13 16,0 0-11-16,0 0-20 0,4 1-9 0,-4-1-10 15,14-1-14-15,0 0-5 0,4-4-11 0,4 2-7 0,0-2-7 0,6-2-5 16,-2-1-6-1,1-1-5-15,0 4-2 0,-4-5-9 0,-4 1 0 16,-1-1-4-16,-1 0-3 0,-2-2-1 0,-1 2-2 16,-6-3-2-16,2 2-2 0,-2-3 1 0,-6 2 2 0,1 2 11 15,-3 0 0-15,1-2-1 0,-3 7-2 0,-2-6 0 16,-3 2-5-16,1 3-8 0,-4 0-1 0,-3 2 1 0,-1 3-4 0,-3 2-3 16,-2 2-2-16,1 4-3 0,-7 5-3 0,6-1 2 0,-4 4-3 15,2 2 3-15,-1 4-6 0,5 0 3 16,1 0 6-16,7-4-15 0,-1 3-6 0,6-1-3 15,2 0-10-15,2-1-7 0,1-1-17 0,4 0-13 16,4-2-24-16,0-2-33 0,1-3-42 0,7-4-61 16,-5-2-207-16,8-3-468 15,-1-3 208-15</inkml:trace>
  <inkml:trace contextRef="#ctx0" brushRef="#br0" timeOffset="27274.25">8856 5366 257 0,'5'-9'311'0,"3"1"-26"0,-3 2-21 0,4 2-24 0,-4-3-25 0,3 4-18 16,-3 0-26-16,8 2-18 0,-3 1-16 0,-1 0-16 15,4 1-6-15,-3 4-5 0,0-2-17 0,1 3-13 16,2 5-4-16,1 1-7 0,-3-1-9 0,-2 2-7 16,-3 3-5-16,4 1-3 0,-6-3-6 0,-4 2-4 15,0 4-4-15,0-5-2 0,0 2-2 0,-4-5-2 16,0-1-3-1,2 0-5-15,2-2 0 0,-4-2 0 0,1-2-2 16,2-1 0-16,1 0 2 0,-4 0 32 0,4-4 45 16,-1 5 37-16,1-5 26 0,0 0-19 0,0 0-20 15,11-13-10-15,-3 4-13 0,1-2-10 0,0-2-9 0,5-2-12 16,-1-2-4-16,5-5-11 0,0 1-4 16,0-2 0-16,-2 2-6 0,-4 7-5 0,-1-3-4 15,2 5-2-15,-5 2-3 0,-1 0 3 0,2 1-1 0,-5 4 0 0,1 0-4 16,-1 0-7-16,-1 3-4 0,-3 2-4 0,5-6-12 15,-5 6-26-15,0 0-17 0,0 0 2 0,0 0 4 16,4 8 4-16,-4-1 10 0,0 4 1 0,-2 2 2 16,1 3 7-16,0 1-3 0,-2 1 6 0,1 2-7 15,-1 4 2-15,0-4 7 0,2-2-9 0,-1 0 9 16,-2 1 10-16,2-4-1 0,1-3-1 0,0-1-9 0,-3-2 15 0,3-3-27 16,1 2-11-16,0-1-9 0,0-6 3 0,0 3 8 15,0-4 10-15,-3 4-8 0,3-4-52 0,0 0-47 16,-2-9-32-16,-1 1-36 0,-1-1-40 0,0-4-49 15,-1-1-252-15,-1-2-585 0,2-2 259 0</inkml:trace>
  <inkml:trace contextRef="#ctx0" brushRef="#br0" timeOffset="27412.21">9180 5187 227 0,'-2'-3'310'15,"1"-4"-3"-15,0 4-9 0,-1-1-13 0,2 4-7 0,-1-6-21 16,0 1-15-16,1 5-31 0,0 0-34 0,1-4-8 15,-1 4-22-15,0 0-31 0,0 0-38 0,4-3-41 16,-4 3-47-16,13 1-51 0,-13-1-64 0,15 2-81 0,-6 0-251 16,-9-2-493-16,11 0 218 0</inkml:trace>
  <inkml:trace contextRef="#ctx0" brushRef="#br0" timeOffset="28013.67">9352 5409 112 0,'-1'3'164'16,"1"1"-1"-16,1 0-9 0,-1-4 9 0,0 5 3 16,0-2 1-16,5-1-3 0,-1 1-7 0,5-2-11 15,1 1-14-15,2-2-11 0,4-3-10 0,3-1-10 0,1-1-10 0,6-3-7 16,1-1-8-16,0-2-5 0,0 1-1 0,-3-5-2 15,2 1-9-15,-2-3-1 0,-2 2 0 0,-1-2 0 16,-4 5-1-16,-3 1 7 0,-4-3 4 16,2 6 8-16,-6-1 4 0,-1 1-3 0,-2 3 8 15,-1-1-4-15,1 0-11 0,-3 1-10 0,0 1-7 0,-4 0-12 16,0 1-8 0,4 3 8-16,-15 0-13 0,3 1-10 0,-3 5 5 15,0 2-3-15,-3 1-9 0,1 1 13 0,-1 2-12 16,-1 8-1-16,0-1-2 0,3 3-1 0,0-1-1 15,2 1-14-15,5-7 2 0,1 3-6 0,3-1-4 16,-1-1 1-16,2 0 4 0,4-3-4 0,0-3 5 16,0-1 5-16,4 0 3 0,-3 1 5 0,4-4 8 15,3-1 13-15,1-1 3 0,0-1 3 0,4-1 9 0,-3-2 14 0,6 0 7 16,-4-3 12-16,5-4 1 0,1 0 11 0,-1 0 1 16,5-8-11-16,1 1-9 0,0-2 1 0,-1-1-6 15,1-1-6-15,-4-2-1 0,0 3-4 0,3 0-2 16,-5 5-3-16,-4 0-3 0,-1-2-1 0,-3 7-2 15,1 1 7-15,-3-1-8 0,2 0-2 0,-7 5-8 16,2-1-6-16,-3 1-12 0,-1 2-15 0,5-5-14 0,-5 5-5 16,0 0 1-16,9 10-18 0,-1-5 2 0,-5 4 13 0,-1-2-11 15,2 5 19-15,-3-1-2 0,3 5-6 0,-2-3 11 16,1 1 3-16,-3 0-43 0,0-2 8 0,1 0-31 16,-1 1-43-16,3-1-27 0,-6-3-25 0,6 0-41 15,-3-1-49-15,0-1-63 0,1-4-233 16,-1-3-603-16,0 0 267 0</inkml:trace>
  <inkml:trace contextRef="#ctx0" brushRef="#br0" timeOffset="28145.15">10167 5357 123 0,'4'-3'395'0,"-4"3"-19"15,0 0-24-15,0 0-35 0,0 0-28 0,5-2-26 0,-5 2-27 0,0 0-34 16,4-3-45-16,-4 3-64 0,0 0-70 0,0 0-73 15,0 0-91-15,0 0-299 0,0 0-476 0,14 4 211 16</inkml:trace>
  <inkml:trace contextRef="#ctx0" brushRef="#br0" timeOffset="29934.04">4974 6142 27 0,'-8'0'155'0,"8"0"-13"0,0 0-5 0,0 0-13 15,0 0-6-15,0 0-16 0,0 0 1 0,0 0-17 16,0 0-8-16,0 0 0 0,0 0-12 0,0 0-6 16,0 0-6-16,0 0-8 0,0 0-3 0,0 0-6 15,0 0-1-15,0 0-9 0,20-5 4 0,-14 4-2 0,-6 1-6 16,18 0-5-16,-7 0-2 0,9-3-1 0,-3 3 2 0,9-3-4 16,2 1-2-16,2 1-2 0,3-3 3 0,-4 1 1 15,8-1-9-15,-1 1-2 0,2 1 12 16,2 0-9-16,12 1-1 0,1-6 4 0,-1 3-8 15,1 1-1-15,0-3 12 0,2 2-8 0,3 1 4 16,0-2-3-16,4 0 1 16,-1 1 4-16,-1 1-4 0,4 1 12 0,-1-2-9 15,-2-1 5-15,-1 2 1 0,1 1 1 0,-2-3 4 16,-3 3-5-16,3-3 0 0,-4 1-2 0,3-2 6 16,-2 4-4-16,0-6 2 0,4 4-4 0,-1 3-3 0,2-3 1 15,-1 1-2-15,-1 2-3 0,2-2 1 16,-4 1 1-16,0 1 0 0,-4-1-3 0,-1-2-3 15,0 4 4-15,-1-3-4 0,-12 1 2 0,13-1 0 0,-2 0 1 0,-13 0 0 16,1-1-2-16,15-1-3 0,-12 0 4 0,11 1 2 16,0-4-4-16,1 3-4 0,-15 1 4 0,14-6-3 15,-2 5 2-15,0-2 4 0,-11 2-8 0,13-2 4 16,-18 3 3-16,5 0-2 0,0-3-2 0,0 5 5 16,-1-3 3-16,3 0-7 0,-3 0-2 0,2 0 0 15,-2 1 16-15,3-2-2 0,-3 2 0 0,1 1 2 0,2 2-3 0,-3-2 3 16,-1 0 0-16,-1-1-1 0,-1 2-3 0,0-1 3 15,0 1-4-15,-2-2 2 0,-4 2 3 0,2-1 0 16,-2 1-2-16,2-2 1 0,-2 3-1 0,2-3-1 16,-2 2-1-16,2-1 2 0,1 1 0 0,1-3-1 15,0 3-5-15,1 1 0 0,-1-1 2 0,-1-1-3 16,-1 3-1-16,-3 0 0 16,-1-2 3-16,-7 2-4 0,3 0-1 15,-4 0 1-15,4-1 0 0,0 0-2 0,-5 1 1 16,5 0 2-16,-1 0 9 0,7-1-1 0,-1-1 5 15,1 1-2-15,2 1-1 0,-1-2-2 0,0 2 0 0,2-2-3 16,-1 2 2-16,0-2-2 0,-3 2 1 0,-8-3 1 16,3 3 6-16,4-2 13 0,-4 2-1 0,-5-2 2 15,1-1 10-15,0 2 2 0,-3-3 2 0,-3 4 3 0,0-4 2 16,5 1 2-16,-5 1 3 0,2-2-3 0,-2 0-1 16,-4 2-2-16,5 0-4 0,-5-2-2 0,0 3-5 15,1-2-5-15,-2 1-2 0,-2 2-5 0,1-3-2 16,-7 3-4-16,10-1-3 0,-5-1-2 0,-5 2-2 15,8-1-4-15,-8 1 2 0,0 0-3 0,4-3-5 16,-4 3-12-16,0 0-12 16,0 0-19-16,0 0-22 0,0 0-11 0,0 0-40 15,5 6-61-15,-5-6-85 0,0 0-197 0,0 0-494 16,0 0 219-16</inkml:trace>
  <inkml:trace contextRef="#ctx0" brushRef="#br0" timeOffset="40589.11">5257 7038 16 0,'0'0'82'15,"-3"-3"3"-15,3 3-18 0,0 0-8 0,0 0-6 16,0 0-10-16,0 0-11 0,0 0 1 0,0 0-1 16,0 0-8-16,0 0-1 0,0 0-2 0,0 0-1 15,0 0 1-15,0 0 4 0,0 0 17 0,0 0 9 0,0 0 7 0,0 0 9 16,0 0 1-16,0 0 8 0,1-7 4 0,-2 4 9 15,1 3 9-15,0-7 5 0,0 2 4 0,0-2 13 16,0 0 5-16,-1-1 1 0,-1 1-2 0,2 0-1 16,0 0-5-16,-2-1-1 0,1 2 3 0,-2 0-10 15,2 1 1-15,1-1-13 0,-3 1-7 0,2 0-4 16,-1 3-2-16,-1-4-10 16,3 6-15-16,-1-4-7 0,1 4-18 0,0 0-19 15,-3-2-8-15,3 2-2 0,-9 12-1 16,3 4-5-16,-8 11 1 0,2 5-2 0,-7 18 1 0,1 5-2 15,0-1 2-15,1 4-1 0,2-3-2 0,4 0 1 16,1-2 3-16,4-3 0 0,3 1-1 0,0-3 3 16,0-11 1-16,3-3 1 0,2-1 0 0,-4-4-1 15,2 0 1-15,0-7 0 0,-1-5-1 0,0-3 1 0,1-3 1 0,-3-2 0 16,2 0 4-16,0-3 18 0,-1-2 22 0,1 1 4 16,-10 0 3-16,2-5-11 0,-3 1-2 15,-2-2 0-15,-1-1-3 0,-4-2 11 0,-2 0 1 16,3-2-4-16,0 1 2 0,3-2 2 0,1 3-3 15,-1-3-3-15,3 1 0 0,1 2-10 0,2 0-3 0,0 1-3 16,4 0-3 0,-2-1 3-16,3 1-25 0,3 2-15 0,1 1-27 15,-6-5-29-15,6 5-27 0,-4-3-46 0,4 3-60 16,0 0-56-16,5-9-65 0,0 5-209 0,0 0-572 16,0-3 253-16</inkml:trace>
  <inkml:trace contextRef="#ctx0" brushRef="#br0" timeOffset="42462.63">4937 7370 28 0,'0'0'83'0,"-8"0"-6"16,8 0-3-16,0 0-3 0,0 0-1 0,0 0 3 0,0 0 5 15,-6 1 1 1,6-1 3-16,0 0-1 0,0 0-2 0,0 0 6 15,0 0-1-15,0 0-2 0,0 0-6 0,0 0 1 16,0 0-10-16,-6 0-2 0,6 0-8 0,0 0-5 16,0 0-5-16,0 0-5 0,0 0 6 0,0 0 12 15,0 0-6-15,0 0 3 0,0 0-9 0,0 0-3 16,0 0-4-16,30-2-2 0,-12 0-3 0,9-4-4 16,6 2-2-16,0 0-6 0,3 0 1 0,0-2-4 0,1 3 0 0,-5 1-4 15,0-1-1-15,-3 0-4 0,-8 0 1 0,0 2-1 16,-4 1 1-16,-2 0-3 0,-3 0 0 0,-6 0-6 15,4-3-1-15,-3 3-6 0,-2-1 4 0,-5 1-6 16,9-1 1-16,-9 1 6 0,0 0-3 0,0 0-1 16,0 0-14-16,-17 9-4 0,6-6-11 0,2 1-15 15,0-3-19 1,1 2-29-16,1-1-30 0,0-1-60 0,1-1-101 0,6 0-309 16,-8 0 137-16</inkml:trace>
  <inkml:trace contextRef="#ctx0" brushRef="#br0" timeOffset="42946.18">5731 7220 150 0,'2'-2'220'0,"3"-2"-26"0,2 0-18 0,-1 0-17 0,5 1-19 0,-1 2-16 16,2 1-9-16,-2 0-15 0,2 1-9 0,-2 2-9 16,-2 1-10-16,1 1-9 0,0 1-7 0,0 2-8 15,-3 2-4-15,1 1-9 0,-5 0 2 0,2 1-9 16,-4 1 2-16,0 3-4 0,-4-1-4 0,-1 0-2 16,1-4 0-16,-2 3 0 0,-1-1-2 0,1-5 3 15,-2 3 1-15,2-1 5 16,-1-3 0-16,2-2 7 0,3-1 8 15,-2 1 8-15,0-1 16 0,4-1 21 0,-5-1 30 0,2 1 31 16,3-3 18-16,0 0-17 0,0 0-21 0,0 0-10 0,7-15-12 0,-1 6-18 16,3 1-1-16,1-3-15 0,2-4-4 0,2 1 8 15,-2 3-12-15,-1-2-6 0,-2 5-1 0,-1 0 2 16,-1 1-14-16,0 1-1 0,-2 2-4 0,0 0 3 16,-1 1-5-16,0 1-15 0,-2-1-16 15,-2 3-20-15,4-3-16 0,-4 3-3 0,0 0-3 16,9 7 0-16,-8-3 1 0,2 3 1 0,0 2 3 15,-1-1 2-15,-1 3 4 0,2 0-23 0,1 0-25 16,-2 2-16-16,2-1-25 0,0-3-23 0,-1 3-9 0,1-3-43 16,0-3-39-16,0 0-266 0,1-1-535 15,0-4 237-15</inkml:trace>
  <inkml:trace contextRef="#ctx0" brushRef="#br0" timeOffset="43148.18">6148 7175 153 0,'2'-4'341'0,"1"-1"-30"16,0 2-32-16,-2 1-25 0,-1 2-33 0,4-6-27 15,-4 6-21-15,4-2-19 0,-4 2-13 0,9 4-15 16,0 2-13-16,1 1-7 0,-3 2-13 0,5 4-10 16,-1 2-7-16,-4 2-7 0,3 0-8 0,-2 9-5 15,-3-1-9-15,-1 0-10 0,-4-2-13 0,-1-2-19 16,-3 0-13-16,-5 4-13 0,-5-3-17 0,1 3-32 15,-7-5-42-15,-4-2-49 0,3-3-69 0,-9-1-184 0,4-8-447 0,-2 2 199 16</inkml:trace>
  <inkml:trace contextRef="#ctx0" brushRef="#br0" timeOffset="43411.14">5803 7145 61 0,'-6'-8'279'0,"0"0"-14"0,-1 3-19 0,1 1-23 15,2-1-22-15,-4 3-23 0,-1 1-18 0,-2 4-18 16,-1-1-15-16,2 6-16 0,-6 4-12 0,-6 8-11 16,3 7-7-16,-3-1-14 0,4 4-6 0,1 4-5 0,1-2-7 0,7 1-1 15,1 0-8-15,3 1 7 0,5-3-1 0,5 0-4 16,5 0-3-16,7-6-2 0,6-1-3 0,19 2-15 15,-7-10-40-15,22 0-74 0,7-9-127 0,27-9-196 16,-25-3-454-16,1-6 201 0</inkml:trace>
  <inkml:trace contextRef="#ctx0" brushRef="#br0" timeOffset="44382.4">7559 6979 199 0,'0'-8'272'0,"0"4"-11"0,0 2-13 16,0-2-24-16,0-1-18 0,0 5-20 0,0-7-20 16,0 7-19-16,0-4-18 0,0 4-14 0,0 0-18 0,0 0-12 0,0 0-13 15,4 18-6-15,1-3-8 0,-1 3-4 16,2 9-9-16,-2 2-3 0,0 2-4 0,-3 1 6 15,3 2-14-15,-1 1-2 0,-2 0-1 0,4-1 2 0,-2-2-9 16,-1-6-3-16,1 2-1 0,-2-5-2 0,-1-2-2 16,1-5 9-16,-3-3-10 0,3-5-2 0,-1 0 0 15,0-3 2 1,0 2-2-16,1-1 7 0,-2-3 2 0,1 2 5 0,0-5 0 16,-4 2 2-16,4-2-3 0,0 0 0 15,0 0-2-15,-20-7-4 0,8 2-2 0,6-2-5 16,-3 2 4-16,0-4-2 0,-4 1-3 0,2 1 0 15,-6-1-2-15,2-3 0 0,-3 4-5 0,0-3 0 16,-3 4 3-16,4-3-1 0,-1 4-2 0,-1-2 2 0,3 2-2 16,2 0-1-16,0 2 1 0,4-1 0 0,-2 1-3 0,7 1 1 15,-3 1 4-15,1 0-15 0,3-2-15 0,4 3-9 16,-8-2-3-16,8 2 5 0,0 0 2 0,0 0 3 16,22-8 4-16,-6 6 4 0,13-2-4 0,7-2 4 15,17-2 1-15,5-1 4 0,3 0 2 0,6 0-1 16,23-4 3-16,-27 5-1 0,-3 4-4 0,0 0-1 15,-5-6 1-15,-4 7 2 16,-16-1 6-16,-1-1-5 0,-6 2 3 0,-7 3 0 16,-6-1 2-16,-1 1 1 0,-5-2 0 0,-1 2 2 15,-2 0 10-15,2 0-4 0,-2-1 3 0,-6 1-2 16,0 0 2-16,-4 7 0 0,-2-2-1 0,-4 1 4 16,-1 4-4-16,-4-1-1 0,-3 1 0 0,0 0-2 15,2 2 0-15,0-2-1 0,3 3 1 0,0-2 0 16,5-2 5-16,0 0-3 0,2 0 1 0,2-3 2 0,0 2 6 0,7-1 1 15,-2-1 7-15,8-4 5 0,1 3-2 0,10-4 0 16,1-1-1-16,9-7 1 0,-4 2 3 0,1-2 12 16,-8-2 4-16,-1 2 8 0,0-5 6 0,-4 2 5 15,-1-5 0-15,-4 6 4 0,-4-1-1 0,4-5-3 16,-5 3 17-16,-3 2-17 0,-1-1-8 0,-5 2-8 16,5-1-8-16,-5 2 0 0,0-4-15 0,-4 6-22 0,-4 1-13 15,3 1-27-15,-2 2-31 0,-3 1-36 0,2 2-32 0,-1 1-54 16,5 1-65-16,0 1-228 0,4-2-526 0,0 1 232 15</inkml:trace>
  <inkml:trace contextRef="#ctx0" brushRef="#br0" timeOffset="44999.21">9050 7256 143 0,'-5'1'179'16,"0"2"-23"-16,1 2-16 0,0-3-12 0,2 1-11 16,-2 1-16-16,4-1-10 0,-4-1 2 0,4-2 5 15,-1 6-4-15,1-6 2 0,0 0-1 0,3 6-4 16,-3-6 14-16,3 3 6 0,-3-3 3 0,0 0 7 16,13-3 0-16,-6 0-1 0,0-3-2 0,6 1-2 0,0-7 16 15,-4 3-15-15,5-6-1 0,-4 3-2 16,4-6 1-16,1-3-10 0,-1-1 1 0,-1-1 1 0,-1-1-8 0,2-2-2 15,-4 0-6-15,1-3 1 0,1 0-25 0,-2 0-9 16,-1 0 4-16,-4 0-5 0,-1 2-6 0,-4 8 3 16,0 1 1-16,0 7-1 0,1-2 2 0,-1 4-11 15,2 2 0-15,-2 0-16 0,0-1-17 0,0 3-27 16,0 4-25-16,0 1-11 0,0 0 5 0,0 0 7 16,-17 16 0-16,6 6 2 0,-2 6 4 0,-3 4 7 0,-2 10 1 0,6-9-7 15,3 3-4-15,1-4-4 0,1 5-5 0,3-4 9 16,4-2-3-16,1-1 6 0,3-2 1 0,1-6 9 15,1-4-2-15,-3-7 6 0,2 1 8 0,-1-2 6 16,1-3 4-16,2 1 10 0,-3-3 14 0,1-1 15 16,2-1 10-16,-2-2 28 0,2-1-5 0,-7 0-1 15,12-4 0-15,-5 2 4 16,-2-4-9-16,1 0-14 0,0-2-7 0,2-1-16 16,-4-3-20-16,2 3-27 0,-2 0-23 0,2-5-29 15,1 4-27-15,-5 1-26 0,2-1-39 0,-1 3-48 16,2 0-52-16,-4 1-79 0,7 1-175 0,-4 1-559 15,-2 2 248-15</inkml:trace>
  <inkml:trace contextRef="#ctx0" brushRef="#br0" timeOffset="45384.58">9464 7303 103 0,'2'4'295'0,"-2"-4"-1"0,0 0-12 0,0 0-26 0,0 0-28 16,0 0-17-16,15-7-28 0,-7 2-15 0,2-3-19 15,0 3-12 1,5-7-14-16,2 2-10 0,6-4-7 0,3 0-9 16,-3-1-18-16,-2 0-6 0,2-3-19 0,-1-1-10 15,-6 6-1-15,0-2-4 0,-3 5 0 0,-3 0 1 0,-4 3 5 16,1 3 3-16,-3-2-7 0,-2 2-8 16,1 1-3-16,-6-1-7 0,3 4-5 0,-10-1-2 15,10 1-5-15,-28 8-6 0,1 3 1 0,0 2-4 16,0 1 0-16,4 4 0 0,-1 0 0 0,5 1-4 0,1-1 1 0,0 4-2 15,9-5 1-15,0 0-1 0,7 2-1 0,-1-2 2 16,7 0 1-16,6 0 8 0,3-4 2 0,11 1 2 16,2-3 0-16,6-1 1 0,2-5-1 0,3-1-1 15,0-3-4-15,4 1 3 0,10-4-3 0,-12 1 2 16,-7 1-5-16,-3-1 0 0,-10-2 5 0,-2 0-4 16,-4 2 7-16,-2 0-4 15,-2-2 0-15,-1 3 2 0,-2-1-16 0,-1 1-22 16,-5 0-54-16,0 0-49 0,0 0-63 0,0 0-83 15,-19-8-197-15,14 6-516 0,-4-5 229 0</inkml:trace>
  <inkml:trace contextRef="#ctx0" brushRef="#br0" timeOffset="46333.55">11595 7206 173 0,'0'0'225'0,"0"0"-6"0,-8 1-12 15,8-1-13-15,0 0-6 0,0 0-5 0,0 0-15 16,0 0-16-16,0 0-15 0,0 0-16 0,0 0-11 15,18-15-12-15,-2 10-7 0,2-1-6 0,1-3-16 16,8 0-9-16,0-4-9 0,1 4-6 0,-2-4-3 16,-2 2-7-16,-5 0-1 0,-2-2-3 0,3-3-6 0,-6 3 3 0,-1 0-1 15,-3-1 2-15,0-1 0 0,-2 2 3 0,-3 3 2 16,-1-2 5-16,-1 0 4 0,-2 2-4 0,-2 1-8 16,-2 2-5-16,-1-1-5 0,-1 1-1 0,-5 2-6 15,-3 4-2-15,3 0-1 0,-10 3-1 0,0 3-5 16,-7 5 2-16,-1 3 5 0,-1 1-11 0,1 3 4 15,1 5-5-15,0 1-2 16,3-2 2-16,5 7 2 0,0-4-6 0,4 2 5 16,2-2-1-16,5 2-3 0,3-6 5 0,3-1-2 15,4-1 4-15,4-1 4 0,4 0 1 0,10 1 1 16,-3-7 8-16,10 0-10 0,4-3 3 0,7-1 1 16,15-6-4-16,-3-2 4 0,-11 1-3 0,-1-4-2 15,-2 0-1-15,0-1 3 0,-1-2-2 0,-5 3-1 16,-2-1 3-16,-7 1-3 0,-6-1 4 0,-1 1 8 0,-5 0 2 15,0 4 5-15,-4-3 3 0,3 1 6 0,-3 0 6 0,-5 2-7 16,5-2-12-16,-1-1-19 0,-4 3-19 0,0 0-14 16,0 0-16-16,0 0-20 0,-9-5-19 0,9 5-27 15,-8-2-28-15,8 2-36 0,-9-1-40 0,9 1-235 16,-6-1-488-16,2-2 216 0</inkml:trace>
  <inkml:trace contextRef="#ctx0" brushRef="#br0" timeOffset="46571.5">12526 7013 216 0,'0'-4'245'0,"0"4"-20"0,-5-6-20 15,-1 5-18-15,0-1-21 0,1 1-20 0,5 1-11 16,-17 6-14-16,6 0-13 0,-2-1-13 0,-2 4-7 15,1 4-13-15,-3 1-5 0,2 0-7 0,0-1-9 0,-7 7-4 16,7 1-4-16,-2-7-5 0,3 6-2 0,0-3-12 16,3-1-9-16,0-1-23 0,1 2-18 0,-1-3-19 0,2 1-30 15,-2-2-41-15,4-2-31 0,-1-4-194 0,2 0-364 16,-1-3 162-16</inkml:trace>
  <inkml:trace contextRef="#ctx0" brushRef="#br0" timeOffset="46856.59">12226 7035 10 0,'0'-12'321'16,"-2"2"-2"-16,4 0-5 0,-2 3-19 15,0 3-26-15,0-1-32 0,0 2-30 0,0 3-22 16,0-5-27-16,0 5-15 0,0 0-13 0,0 0-12 0,9 17-17 16,-4-8-12-16,5 6-7 0,0-1-8 0,6 6-9 15,2 0-7-15,-2 4-8 0,2-2-6 0,1 0 0 16,-1-1-6-16,3 3 0 0,-1-4-3 0,-3-3-2 0,0 4-8 15,-4-5-2-15,0-2 3 0,-1-2-4 0,-3-3-20 0,-2-1-10 16,-2-1-4-16,0-2-2 0,-1 0 0 16,0-1 3-16,1-1 3 0,-3 1 3 0,0-1-1 15,3 1 3-15,-5-4 4 0,3 1 9 0,-3-1-27 16,0 0-30-16,0 0-31 0,0 0-22 0,0 0-26 0,0-9-32 16,2 3-36-1,-2 1-74-15,4-4-149 0,1-2-450 0,-1 1 199 16</inkml:trace>
  <inkml:trace contextRef="#ctx0" brushRef="#br0" timeOffset="47188.54">12921 6747 53 0,'-1'-8'306'0,"-1"-1"-12"0,-1 1-10 0,1 2-8 15,0 0-14-15,2 1-21 0,-1 2-29 0,1 3-26 16,-2-8-19-16,2 5-24 0,0 3-30 0,0 0-12 16,0 0-14-1,0 0-12-15,0 15-6 0,2-4-7 0,-2 9-6 0,-2 9-7 16,2 4-5-16,0 0-1 0,2 15-8 0,-6-1-1 16,4-12-4-16,0-1 2 0,1 4-8 0,-1-2-1 15,0-3-5-15,0-4 0 0,1 0 3 0,-2-2-5 16,0-4-2-16,1-6 0 0,1-1-1 0,-1-4 7 15,1-3-12-15,-1 1 3 0,0-3-5 0,0-2 5 16,0 0 0-16,0-1 11 0,0-1-13 0,0-3 0 0,0 5-6 16,0-5-12-16,0 4-10 0,0-4-22 0,0 0-69 15,0 0-74-15,0 0-78 0,0 0-222 0,-10-13-523 0,6 4 231 16</inkml:trace>
  <inkml:trace contextRef="#ctx0" brushRef="#br0" timeOffset="47473.64">12761 7074 22 0,'-5'4'206'0,"0"-3"-16"16,1 1-9-16,4-2-2 0,-8 2-5 0,8-2-3 16,-6 3-1-16,6-3 2 15,0 0-9-15,0 0-12 0,-5 0-11 0,5 0-8 16,0 0-13-16,20 0-14 0,-2-3-8 0,4-1-14 15,7-3-3-15,3 3-8 0,4-3-10 0,2 2-9 16,0-1-5-16,0 3-9 0,-1-6-7 0,-3 4-10 16,-3 0-3-16,-2 1-11 0,-11 1-12 0,0 0-14 15,-7 2-15-15,-4 1-17 0,2-2-10 0,-4 2 6 16,-5 0 4-16,0 0 5 0,0 0-9 0,0 0-10 0,-14 7-20 0,3-4-27 16,0 0-30-16,0-3-48 0,1 4-134 0,-1-3-349 15,3 0 155-15</inkml:trace>
  <inkml:trace contextRef="#ctx0" brushRef="#br0" timeOffset="48707.82">13256 7117 111 0,'0'0'240'15,"-3"3"-16"-15,3-3-22 0,0 0-13 0,-5 3-12 16,5-3-12-16,0 0-13 0,0 0-14 0,0 0-8 0,0 0-16 16,13 2-11-16,-7-2-13 0,5-1-5 0,2-3-9 15,3 1-8-15,4-1-4 0,-1-1-10 0,2 0-6 0,7-2-3 16,-4 0-6-16,-1 0-1 0,-6-1-6 16,2 0-1-16,0-2-6 0,-3 2 0 0,-1-1-4 15,-5 4 1-15,-1-5 4 0,0 3 6 0,-3 3 7 16,-1-1 11-16,-1 0 6 0,0 1-3 0,-2-1-8 0,-2 0-2 0,1 2-4 15,-1 3-11-15,-3-7-4 0,-2 6-3 0,-1 0-4 16,-2-1-1-16,-2 2-3 0,1 2-5 0,-5 0 0 16,2 1 6-16,-1 3-9 0,-2 2 1 0,1-2 0 15,0 3 0-15,1 0-2 0,-2-1-2 0,6 3 0 16,4-2-17-16,-5 0-9 0,3 3-7 0,6-2-4 16,-2 1-3-16,3 2-2 15,4-1 7-15,5-2 2 0,4 1 5 0,6-1-2 16,3 3-7-16,5-4-14 0,1-4 1 0,1-1-3 15,1-2-1-15,0-2 0 0,1-1 1 0,-3-2 12 16,1-2-3-16,-7 0 9 0,-3-1 20 0,1-3 15 16,-3 1 26-16,-3-2 16 0,-1-1 15 0,0 1 18 15,-4-1 15-15,1 4 23 0,-4 0 16 0,2-1 25 16,-4 1 7-16,0 4-4 0,1-1 0 0,-4-3-13 0,4 4-12 0,-2 1-19 16,-3 2-14-16,4-2-12 0,-3-1-11 0,-1 3-12 15,1-5-28-15,-1 5-30 0,0 0-4 0,0 0-8 16,0 0-1-16,4 11 3 0,-8-5 9 0,4 5-4 15,-1-2-8-15,0 2 19 0,-2-1-20 16,2 5 5-16,-3-1-7 0,-1-1-6 0,4-1-11 0,-2 0-6 16,2-3-4-16,1 1 2 15,0-3-7-15,-3 1 0 0,3-5 2 16,-1 1 7-16,2 0 15 0,-1-4 15 0,0 8 25 16,0-8 10-16,3 1 0 0,-3-1-5 0,10-6 0 15,-2-1-1-15,1 2 3 0,-3-4-9 0,7 0-3 0,-3-3-3 16,4 1-9-16,-2-4 5 0,-1 3 2 0,-2 2-8 15,-1 1-1-15,-2 1-3 0,-1 1-2 16,-1 3 1-16,1-1-4 0,-1 2-13 0,-1-1-13 0,-2 1-16 0,-1 3-20 16,5-4-22-16,-4 1-1 0,-1 3 14 0,0 0 1 15,5 8 6-15,-2-2 9 0,2-1 1 0,-1 2-2 16,2 0 0-16,-1 1 0 0,7 4 4 0,3 0 3 16,2-2 7-16,7 2-2 0,2-2 2 0,2 0-4 15,1-4 3-15,2-1-3 0,3 2 0 0,2-6 4 16,0-1 6-16,3 0 5 15,-7-5 0-15,0 0 8 0,-2 0 2 0,-10 1 18 16,-1-4 18-16,2 2 14 0,-7-2 12 0,-3 1 7 16,0-3 5-16,-5 2 0 0,1-2 11 0,-1 1-4 15,-2 0-4-15,-3 2 0 0,-1-2-9 0,0 0-8 16,-4 0-10-16,-1 5-4 0,0-5-5 0,-4 4-5 16,-4 2-2-16,-1-1-6 0,4 0-1 0,-11 3-3 15,5 4 1-15,-1 0-4 0,-1 1-3 0,0 1 0 0,-2 2-2 0,3 0-1 16,2 1-7-16,1 2-13 0,4-1-10 0,1-1-14 0,1 1-3 15,3-1-9-15,0 1-2 0,1 0 6 0,4-1 5 16,-1-1 5-16,6 2 4 0,-4-3 5 0,8 0 5 16,0-1 6-16,4-2 3 0,0-1 5 0,-2-1-2 15,2-1 5-15,-2-1 0 0,1-2 6 0,1-3 6 16,-3 0 18-16,1-1 9 0,2-4 11 0,-2-1 8 0,1-1 6 16,-3-3 5-16,0 1 5 0,1-11-1 0,-6 7-7 15,4-6 5-15,-3-3-3 0,-5 0-3 16,5-3 6-1,-1 0 0-15,-3-2-1 0,0-1 4 0,2 2 3 16,-2 2-1-16,-1-2 16 0,0 5-13 0,0 1 10 16,-1 8 21-16,1 1 5 0,0 5 4 0,-4 1-1 15,4 2-7-15,0 4-13 0,-1-2-14 0,-3 2-6 0,4 0-36 16,0 1-30-16,0 4-41 0,0 0-2 0,0 0-5 0,0 0 9 16,-5 16 6-16,1-4 2 0,0 3 6 0,4 4 5 15,-4 7-1-15,4 1 9 0,-1 0-2 16,1-1 5-16,1 6 1 0,3-3 0 0,-1-1 3 15,-3-1-2-15,1-7 5 0,0 0-1 0,2-2 0 0,-2-1-3 16,2-1-9-16,-3-6-14 0,1 1-18 0,-1-1-26 0,4 1-23 16,-3-3-21-16,-1-1-28 0,1 0-26 0,2 2-28 15,-2-6-43-15,2 0-205 0,-2 1-493 0,-1-4 219 16</inkml:trace>
  <inkml:trace contextRef="#ctx0" brushRef="#br0" timeOffset="49478.5">14654 7074 209 0,'0'0'206'0,"0"0"1"0,0 0 3 0,-4 5-1 16,4-5-9-16,0 0-17 0,0 0-14 0,0 0-17 15,0 0-13-15,0 0-13 0,24-5-15 0,-12 1-13 0,3-1-9 0,4-3-7 16,0 3-7-16,7-5-9 0,-7 3-10 0,-1-1-4 15,1-1-5-15,-1 0-3 0,-3 0-9 0,2-2-2 16,-2 1-4-16,1 1 3 0,-7 1 0 0,1-1 9 16,-3 2 6-16,-2 2 6 0,2 2 6 0,-3-1-2 15,-3 1-1-15,5 0-11 0,-6-1-9 0,0 4-9 16,0 0-9-16,0 0-3 0,-10-3-3 0,2 3-4 0,-1 3-1 16,-4 2 1-16,-3 2 8 0,-2-2-12 0,-1 3-1 15,-4 4-3-15,4-3 1 0,2 5-4 0,2-2-6 0,1 2-21 16,0-1-11-16,5 2-10 0,-1-1-12 0,2 0-2 15,7-2 6-15,2 0 4 0,4 1 5 0,9 1 8 16,3-3 5-16,11-1 5 0,5 1 1 16,5-5 5-16,2 0 5 15,16-2-2-15,6-2 3 0,-4-2 2 0,5-1 6 16,-7-4-7-16,4-1 8 0,-8-3 1 0,1 1 6 16,-16-1 9-16,1 0 12 0,-4-1 14 0,-4-1 14 15,-5 0 9-15,-5 2 12 0,-6 0 20 0,-4 3 15 16,-1-1 4-16,0 1-6 0,-5-2-10 0,0 3-11 0,-3 0-10 15,-2-3-6-15,-3 3-3 0,-5 1-22 0,0-1-8 16,-1 3-4-16,-4 1-2 0,1-1-5 0,-1 2-9 0,-4 4-6 16,-1 1-5-16,2 0-13 0,1 2-7 0,2 0-7 15,1-1-9-15,3 5-5 0,1-5-8 0,0 5-15 16,4-5-7-16,-2 3-3 0,6-2 5 0,1 2 6 16,0-2 6-16,4 0 8 0,4 0 5 0,-2 0 8 15,4-2 3-15,2-3 2 0,-1-2 7 0,3 0 2 16,-1 0 2-16,0-2 3 15,-2-3 12-15,6-5 11 0,-4 0 13 0,1-1 11 16,-4-2 9-16,0-1 4 0,0-3 0 0,-2-1 10 16,1-7 5-16,-5-5-6 0,2 1 4 0,-6-2 0 15,1-3-5-15,-1-1 24 0,-1-11-14 0,1 12 7 16,0-1 14-16,-1 2 10 0,-4-2 30 0,2 4 8 16,2 2 10-16,-3 3 16 0,3 8 3 0,-3 0-9 15,4 7 6-15,0 1 15 0,-2 1-19 0,2 2-15 0,-2 2-21 0,2 1-21 16,0-1-62-16,0 5-47 0,0 0-66 0,0 0-7 15,0 0 3-15,-4 19 18 0,3 6 10 0,-3 2 9 16,-2 8 12-16,2 11-4 0,-2 2 14 0,3-2-5 16,4 5 8-16,2-4-6 0,3-1-6 0,3-10-4 15,0-3-30-15,-1 1-37 0,1-4-47 0,5 0-58 16,-1-6-109 0,-2-7-318-16,2-5-692 0,-1-6 306 0</inkml:trace>
  <inkml:trace contextRef="#ctx0" brushRef="#br0" timeOffset="50681.12">17130 6766 158 0,'0'0'274'0,"-1"-6"-22"0,-2 3-19 16,3 3-19-16,-5-3-23 15,-3 1-27-15,-3 4-12 0,-2 3-19 0,-8 1-15 16,-8 3-10-16,0 5-13 0,-2 1-9 0,1 4-5 16,2 3-11-16,3 1-10 0,2-1-5 0,-4 3-2 15,8-1-5-15,3-1-11 0,4-6 1 0,3 1-11 16,3-1-6-16,2-2 0 0,1-3-2 0,3 2 1 16,2-4 2-16,0-2 0 0,5 1 5 0,0-6 2 15,7 1 12-15,4-3-11 0,3-4 2 0,3 3-1 0,1-7 9 0,2 2 6 16,-1-3 0-16,-6-1 3 0,-1 4 2 0,0-5-3 15,0 3 0-15,-3 0 0 0,2 1-5 0,-5 0-3 16,-2 1 1-16,2 0-8 0,-3 3-8 16,-2 0-3-16,-3 0-4 0,3 1 0 0,-8 1-8 0,14 3 4 15,-9-2-1-15,3 1-2 0,-2 3-5 0,4 2 2 16,-2-2 1 0,-3 0-5-16,3 2 3 0,-1-2-4 0,0 3-3 15,-2-3 6-15,-3 0-1 0,4 0 0 0,-1 1 4 16,-2-3-3-16,0-2 0 0,0 4 2 0,-1-3 0 0,-2-2 28 15,4 3 27-15,-4-3 20 0,0 0 10 0,13-3 7 16,-6-2-1-16,2 1-3 0,2-4-4 0,5-2 1 16,-3-2 0-16,5 0 0 0,-4-6-7 0,8 0-9 15,-1-2 1-15,0 1-7 0,-1 2-8 0,1 0-6 0,-6 1 0 16,-1 3-8-16,-5 5-7 0,1 0-5 0,-1 2-6 16,-4-1-11-16,-1 5-18 0,0-1-23 0,1 3-9 15,-5 0-3-15,14 9-3 0,-5-4-5 0,0 9-4 16,-4-3 4-16,8 1 6 0,-4 8 2 0,-4-3-9 15,5-1-1-15,-5 1 1 0,2 1-29 0,-2-3-25 16,-1-4-27-16,0 1-28 0,-1-3-34 0,-1 1-49 0,-1-5-65 0,-1 2-322 16,-3-5-673-16,3-2 297 0</inkml:trace>
  <inkml:trace contextRef="#ctx0" brushRef="#br0" timeOffset="56093.41">19444 6790 110 0,'0'0'144'0,"1"-4"-5"0,-1 4-1 15,0-7-3-15,-1 5 0 16,1 2-4-16,1-8 2 0,-1 4-1 0,0 0-4 16,0 4-4-16,0-9-2 0,-1 6-2 0,2-1-6 15,-1 4-2-15,-3-6-6 0,2 2-12 0,1 4-12 16,-6-4-13-16,1 3-10 0,-3 1-3 0,-3 0-7 16,-2 2-7-16,-5 4-5 0,2 3-4 0,-10 4-5 15,1 1-4-15,-1 5-1 0,-1-2-1 0,4 2-1 16,0 5-10-16,4 0 2 0,2-2-2 0,3 0-5 0,3 1 5 0,2 0-4 15,3-6-1-15,3 1 2 0,2-2 3 0,1 0-3 16,4 0 5-16,2-5 1 0,0-1-1 0,6 1 8 16,1-3-3-16,2-2 5 0,4-2-5 0,5-4 1 15,2 0-1-15,-6-2 1 0,7-5 7 0,-5 2 8 16,5-9 5-16,-9 7 8 0,0-5 1 0,-2-1-2 16,7-4 24-16,-11 3-20 0,2-1 2 0,-1-8-2 0,-6-2 4 0,2 0-9 15,-1-1 0-15,-6 1-3 0,-2 7 2 0,-1-2 7 16,-3 3-11-16,-1-3-8 0,-4 4-6 0,-4-1-2 15,1 3-2-15,0 0-5 0,-2 2-8 0,-1 5-10 16,1-2-8-16,-4 5-15 0,5 1-12 0,-1 0-13 16,0 3-21-16,1 3-19 0,-1-2-19 0,5 2-24 15,-2 2-23-15,4 2-25 16,2 1-9-16,4 0-29 0,1 1-213 16,2 1-466-16,6-1 206 0</inkml:trace>
  <inkml:trace contextRef="#ctx0" brushRef="#br0" timeOffset="57179.75">20180 6778 239 0,'0'-4'223'16,"0"0"-17"-16,-2-1-20 0,-1 1-19 0,-2 2-19 0,5 2-15 15,-13-5-9 1,4 5-22-16,-6 0-6 0,-2 0-9 0,-4 3-9 16,-6-1-5-16,5 4-10 0,-6 0-6 0,1 2-5 15,3 1-7-15,-3 1-5 0,5-3-7 0,4 3-3 16,-7 3-2-16,7-2-3 0,3 0-5 0,1 0-1 16,1 1-4-16,4-1-3 0,1-3 3 0,3 2-6 15,0 0 7-15,1 0-3 0,4 0 2 0,0-2-2 16,5 1 8-16,0-1-3 0,4 0-1 0,3-2 3 0,5 0 0 0,0-4-1 15,0 1-1-15,2-6 1 0,4 3-2 0,-5-2 2 16,1-3 9-16,0-2 11 0,-2-2 9 0,-1-1 3 16,0-3 17-16,-2-3-6 0,3-6 3 0,-2-1-3 15,-2 0-3-15,-2-4-1 0,1-1-3 0,-1-1 1 16,-3-2-3-16,-2 0-6 0,-2-2 2 0,1-1-3 16,-1 5 9-16,-3-1 9 15,3 2 10-15,-4 8 12 0,0 2 12 0,0 1 0 16,0 6-12-16,0-1 8 0,0 7-8 0,-1-2-11 15,2 0-14-15,-2 3-22 0,1 4-53 0,-3-5-27 16,3 5 3-16,0 0 2 0,-9 14 3 0,2 0 4 16,-5 10 4-16,-1 1 14 0,2 5-9 0,-2 1-2 15,0 2 7-15,1 1-12 0,4-3-5 0,-1 5 4 16,1-2-3-16,3 1-3 0,3-2 2 0,0 0 1 0,4 1-4 16,0-4 1-16,0-4-2 0,4-1 3 0,-1-8 0 0,1-3 4 15,2 0-3-15,2-1 6 0,0-4 4 0,6-2-4 0,4-1-2 16,7-1-2-1,1-3-7-15,7-1-4 0,0-2-8 0,3-4-14 16,13-7-13-16,-13 4-4 0,13-4-11 0,-14 2-4 16,13-6 4-16,0 1 6 0,-12 4 3 0,12-4 5 0,-13 3 12 0,0 0 5 0,-1-1 9 15,-3 3 7-15,-1-3 9 0,-1 0 11 0,-4 3 9 16,-8 3 13-16,-3-1 19 0,-3 2 27 0,-4 0 12 16,0 0 10-16,-1 1 15 0,-3-2 0 0,-1 2-11 15,-3 0-8-15,-1-1-6 0,-3 2-7 0,-1 0-8 16,-3 1-4-16,-2-1-8 0,-3 1 7 0,-7 0-14 15,-1 1 1-15,-7 3-3 16,-4 0-5-16,3 2 0 0,-4 0-3 0,3-1-1 16,-1 2-2-16,3 1-5 0,6 0 3 0,2 3-1 15,1-1-2-15,1-2-2 0,8 2-5 0,0-2-11 16,-1 2-11-16,5 1-8 0,1-2 2 0,2 1 2 16,2 1 6-16,3 2 1 0,5-4 5 0,1 2 0 15,1-3 4-15,8-1 1 0,0-3 3 0,4 2-1 16,-2-3 3-16,3-3-1 0,5-2 1 0,0-5 2 0,-6 2 11 0,-4-3 10 15,6-3 15-15,-1-1 8 0,-1-4 5 0,-4-1 1 16,0-2 4-16,-3 0 3 0,2-2-3 0,-6-3 2 16,2-1-4-16,-3-4-4 0,-3-2-5 0,0-1-3 15,0-1 2-15,-1-9 2 0,-5 12 11 0,3-1 15 16,0 6 8-16,-4 2 25 0,0 7-13 0,0 4 6 16,-2 3-11-16,4 0 11 15,-2 3-4-15,-2 1-8 0,2 3-14 16,-2-1 2-16,2 2-22 0,0-2-25 0,0 6-35 0,0-3-36 15,0 3-30-15,0 0 11 0,0 0 8 0,-5 15 3 16,1 1 9-16,0 4 8 0,-1 7-2 16,0 3 4-16,0 4 9 0,1 1 34 0,-2-4 4 0,2 3-3 0,0 2-1 15,3-5-9-15,0 2 16 16,-2-2-10-16,2-2 1 0,-2-2 0 0,3-1 3 0,2 1 1 0,-2-6 1 16,1-4 3-16,-1 0-8 0,-1-5 5 0,1 2-2 15,1-3-1-15,-1 0 3 0,1-3 2 0,-1-1-5 16,0-2 7-16,3 0 0 0,-3 0 0 0,2-1-8 15,-2-4 16-15,1 4 4 0,-1 0 10 0,0-4-1 0,0 4 8 16,0-4-4-16,0 0 5 0,16-4-5 16,-2 0-28-16,5-2-53 0,9-7-78 0,7-1-115 0,11-7-416 0,1-8-709 15,-4 3 313-15</inkml:trace>
  <inkml:trace contextRef="#ctx0" brushRef="#br0" timeOffset="58197.56">22841 6367 212 0,'5'-19'241'0,"-1"-1"-7"0,-2-6-5 0,1 7-7 16,-2 2-7-16,0 6-8 0,2 0-17 0,-2 1-4 0,0 1-8 16,-1 1-17-16,0 4-14 15,2-1-16-15,-4 0-26 0,2 1-33 16,0 4-15-16,0 0-6 0,0 0-6 0,-14 22-9 15,3-5-5-15,-2 11-2 0,-3 18 7 0,-4 2-12 16,0 5-3-16,0 3-2 0,1-5-1 0,2 2-2 0,1 1-2 16,2-2 0-16,3 0 11 0,-1-1-1 15,5-4-9-15,-1-11 2 0,4-2-7 0,0-2 6 16,-1-5-5-16,0-7-1 0,4-3-2 0,-2-1 1 0,1-4-5 0,0-1 6 16,1-5 6-16,0 2-4 0,1-4 8 0,-1 1 21 15,-1-1 15-15,1 0 13 0,1-4 5 0,-4 1-13 16,4-1-3-16,-16-4-10 0,4-1-2 0,-6 0-10 15,4-5-1-15,-1 5-12 0,-2-4-9 0,-1 1-16 16,4-1-14-16,2 2-20 0,-1-2-13 0,4 1-20 16,-1 0-22-16,2-1-36 15,0-1-40-15,4 0-40 0,-1 3-40 0,4 0-236 16,1-2-524-16,1-2 232 0</inkml:trace>
  <inkml:trace contextRef="#ctx0" brushRef="#br0" timeOffset="58482.36">22470 6722 245 0,'0'0'247'0,"-8"1"-19"0,8-1-21 0,0 0-19 16,0 0-18-16,-5-1-11 0,5 1-10 0,0 0-16 15,0 0-13-15,0 0-10 0,0 0-8 0,23 1-15 16,-1-3-3-16,10-2-10 0,0 2-6 0,9-2-9 0,-3 1-7 15,-1-2-3-15,0 1-5 0,-1 1-7 0,-8 0-3 16,0-1-2-16,-8 3-3 0,-9 0-2 0,0 0-4 16,0-1-5-16,-5 2-8 0,2 0-12 0,-3-2-8 15,-5 2-2-15,8 0-1 0,-8 0-8 0,0 0-4 16,0 0-16-16,0 0-19 0,-22 7-19 0,12-5-16 0,-1-1-29 16,3 0-20-1,1 0-217-15,-2-1-389 0,4 0 173 0</inkml:trace>
  <inkml:trace contextRef="#ctx0" brushRef="#br0" timeOffset="59183.91">23078 6631 107 0,'3'-5'355'0,"-3"5"-22"15,3-2-18-15,-3 2-22 0,0 0-39 16,1-4-29-16,-1 4-27 0,0 0-24 0,0 0-27 0,0 0-23 15,0 0-11-15,0 0-10 0,2 12-15 0,-2-4-7 16,-2 0-12-16,1 2-2 0,-1 2-11 0,1 0-15 16,1-1-8-1,1 1-10-15,2-2-6 0,-3 0-2 0,2 0-3 16,1-2 0-16,-2-1-1 0,3-1-2 0,-3-1 6 0,3 0 2 16,-1 0 13-16,2-5 3 0,1 3 5 0,-1-3 2 15,-5 0 5-15,16-5 2 0,-4 0 2 16,-3 0 11-16,0-2-3 0,4 0 0 0,1-6-14 15,0 2 5-15,0-2 14 0,-1-1-18 0,4 2-9 0,-5 0-4 16,1 0-4-16,-4 7 4 0,-1-3-2 0,-3 3-2 0,0 1-5 16,-1 1-7-16,0-1-17 0,0 2-14 0,-3-1-19 15,-1 3-20-15,0 0 7 0,0 0 0 0,9 7 4 16,-7-2 7-16,3-1-2 0,0 6-16 0,1-2-5 16,1 1-10-16,2 0-6 0,5 3-7 0,0-1-5 15,4 0-5-15,-1-3 6 0,1-1 7 0,2 2 5 16,-2-4 5-16,3-1 3 0,-1-2-2 0,1-2 16 0,-2 0 2 0,2-5 9 15,-4 0 5-15,2 0 20 0,-9-2 16 0,7-1 14 16,-3-2 15-16,0-1 16 0,-4 1 10 0,-1 0 14 16,3-2 10-16,-6 3 10 0,2-1 8 0,-3 0 9 15,1 3-1-15,1 0 30 0,-5 0-21 0,1 2-9 16,-1 0-13-16,0 2-10 0,0-1-19 0,-2 4-6 16,3-3-28-1,-3 3-27-15,2-3-19 0,-2 3-2 0,0 0 4 0,0 0 5 16,-2 15 11-16,-2-4-11 0,0-2-1 0,-1 3 3 15,0 2 4-15,0 3-4 0,-2-2-15 0,4-1-1 16,0-1-7-16,0-4-1 0,1 1-5 0,0-4 1 16,2 0 4-16,-1-1 2 0,1 0 8 0,0-5 17 15,0 6 29-15,-1-3 17 0,1-3 12 0,0 0-14 16,0 0 1-16,18-9-2 0,-9 4 0 0,0-2 5 0,0 0-2 16,2-1 0-16,-2 0-2 0,1-1-7 0,3 2-2 15,-4 0-5-15,-2-1 1 0,3 3-6 0,-3 0-1 0,-2 1 1 16,2 1-10-16,-4 1 0 0,0-1-20 0,2 2-6 15,0 0-19-15,-5 1-15 0,12 0-12 0,-12 0-21 16,13 3-26-16,-7 1-26 0,3 0-36 16,0 1-24-16,2-2-39 15,0 0-287-15,0-1-566 0,2 0 250 0</inkml:trace>
  <inkml:trace contextRef="#ctx0" brushRef="#br0" timeOffset="60085.94">24143 6634 211 0,'0'0'247'16,"0"0"-15"-16,0 0-23 0,0 0-16 0,0 0-22 15,0 0-13-15,0 0-14 0,0 0-13 0,0 0-16 16,4-2-11-16,-4 2-12 0,11 1-11 0,-4-1-13 16,3-1-14-16,2 0-14 0,-1-2-7 0,3 2-1 15,-3-2-6-15,2 0-6 0,1-2 0 0,-4 1-1 16,4-1-4-16,-1 0 0 0,-4 0 1 0,1-3 1 0,1 2 9 0,-5 0 7 15,3-3 3-15,-4 5 11 0,-1 1 6 0,0-3-3 16,-3 2 2-16,2 2-4 0,-2-2-8 0,-1 4-6 16,-1-4 14-16,1 4-8 0,-8-3-7 0,0 3 1 15,-3 3-9-15,-2-1-5 0,-5 4 0 0,1-1-3 16,-2 4-3-16,0 0 1 0,1 1-5 0,-2 0-2 16,3 1 2-1,-2 2-4-15,4 0-1 0,3-1-2 0,2 1 1 0,-1 0-9 16,4-2-6-16,3-2-5 0,4-1 4 0,3 2 1 15,2-4 1-15,5 3 6 0,7-1-2 16,10-1 4-16,2-2-1 0,4 0 2 0,0-5-3 16,3 0 3-16,1-2-1 0,-1-3 3 0,-3 1-1 15,-1-6-4-15,0 2 3 0,1-3 0 0,1-2 1 0,-4 0 5 16,-3-4 6-16,-3-1 5 0,-2-2 7 0,-3-2 8 0,-1-3 6 16,-2-3 13-16,-3-1 12 0,0-3 12 0,-4 4 15 15,3-1 8-15,-6-1 25 0,1 6-25 0,-5 5 41 16,4 2-9-16,-3 2-2 0,-2 6-3 0,2-1-7 15,-2 3-23-15,-1 2-5 0,3 1-15 0,-3 0-32 16,0 0-41-16,0 4-49 0,0 0-17 0,0 0 9 16,0 0 7-16,-4 21 5 15,0-4 1-15,0 11 7 0,-3 0-2 0,-1 3 7 16,3 2 2-16,-2 0 6 0,1-3 3 0,2 0-5 16,0 0 11-16,0-1-3 0,4-2 5 0,-1-3-11 15,0-6-1-15,1-5 1 0,-3-1 3 0,3 0 1 16,0-2 2-16,0-4 5 0,0 0 3 0,0-2 8 15,0 1 6-15,0-1 30 0,0-4 34 0,0 4 21 16,0-4-4-16,0 0-13 0,0 0-14 0,-14-8-14 0,11 3-12 0,-8-2-8 16,2-1-15-16,-7 0-19 0,2-3-8 0,-2 2-5 15,0-3 1-15,-2 4 1 0,0-1-3 0,6 4 2 16,0 0 6-16,0-2-3 0,6 5 6 0,-1-1-25 16,2 0 2-16,1 1-2 0,4-2-14 0,0 4-8 15,7-5-1-15,4 0 7 0,7 2 1 0,0-2 2 16,10 1 2-1,2-1 5-15,2-2 1 0,2 2-6 0,3 0 5 16,0 0-2-16,3-1 12 0,11 0 0 0,-13-1-1 16,-2 2 3-16,-5-1 5 0,-4 0 3 0,-8 1 14 0,-3 2 19 15,-2 0 27-15,-2 1 21 0,-4 0 17 0,0 0 15 16,-4 2-1-16,3-3 0 0,-3 3-23 16,-4 0 10-16,10-2-10 0,-10 2-8 0,7-2-6 15,-7 2-3-15,0 0-43 0,0 0-15 0,0 0-11 0,5 4 5 0,-5-4 0 16,0 5 6-16,0 0-3 0,3 0 5 0,-3 1 4 15,0 0-6-15,1 0 6 0,-1 2-2 0,2-2-1 16,0 2-21-16,-2 0-10 0,1-1-17 0,2 1-13 16,-3-3-12-16,0 2-9 0,1-2-23 0,1 0-12 15,-2 0-26-15,3 0-12 0,-3-3-1 0,0-2 1 16,0 5-25-16,0-5-78 0,0 0-162 0,0 0-460 0,-15-14 203 0</inkml:trace>
  <inkml:trace contextRef="#ctx0" brushRef="#br0" timeOffset="60233.04">25124 6338 267 0,'0'-5'296'0,"0"5"-33"0,1-4-30 0,-1 4-23 16,0 0-18-16,0 0-45 0,3-3-34 0,-3 3-18 16,0 0-17-16,0 0-24 0,13 7-38 0,-7-4-47 15,4 2-44-15,3-1-64 0,0 1-148 0,0-2-310 16,0-2 137-16</inkml:trace>
  <inkml:trace contextRef="#ctx0" brushRef="#br0" timeOffset="60602.55">25566 6401 143 0,'0'0'188'0,"-26"2"-17"0,15 0-17 0,0 3-19 16,-1-1-11-16,-4 3-14 15,3 0-9-15,-1 3-13 0,1 1-7 0,-2 0-8 16,2 0-9-16,0 1-6 0,0 1-3 0,6-2 8 16,-2 2 1-16,2-1 12 0,5-2 3 0,-1-1 0 15,2 1-3-15,2-1-1 0,2 1-1 0,3-3 2 16,2 1-5-16,2-3-4 0,7 2-8 0,2-4-3 16,0-1-6-16,3-2-4 0,6-1-1 0,-8 0 2 15,0-2 10-15,-3-2 8 0,0-2 9 0,-3 2 4 0,-1-4-2 0,-2 0 0 16,1-2-8-16,-2-1 0 0,-2-1-3 0,-4 1-1 15,1-4 1-15,-4 6-2 0,-1-2-8 0,-1-3-4 0,-2 4-11 16,-1-1 7-16,0 0-19 0,-2 4-4 0,-3-2-7 16,0 3-10-16,0 1-5 0,-5 0-9 15,4 3-11-15,-4 2-25 0,-2 1-23 0,5 0-25 16,-2 1-30-16,0 3-24 0,1 0-28 0,7 2-27 0,-2-2-47 16,2 0-192-16,1 3-473 0,3-4 210 0</inkml:trace>
  <inkml:trace contextRef="#ctx0" brushRef="#br0" timeOffset="60972.28">25827 6416 363 0,'0'0'377'16,"4"-2"-33"-16,-4 2-32 0,0 0-32 0,4-3-31 15,-4 3-25-15,0 0-32 0,0 0-33 0,0 0-21 16,0 0-14-16,4 9-16 0,-3-4-9 0,-2 0-13 0,2 3-8 0,-1 1-5 16,0 3-13-16,0-1 2 0,-1 2-10 0,1-2 0 15,-2 0-25-15,2 1-9 0,-1 0-4 0,1-2-3 16,-1-4 0-16,2 2-7 0,-2-2 5 0,1-2-1 16,-3-2 7-1,3 3 10-15,0-5 36 0,0 4 16 0,0-4 12 0,3 4 5 0,-3-4-6 0,0 0-15 16,14-10 3-16,-7 5-2 15,1 0-42-15,2-2 3 0,0 0 17 16,1 1-5-16,0 0-4 0,1 0-7 0,-3 1-6 0,0 1-25 16,3 0-7-16,-3 0 5 0,2 0-31 0,1 3-19 15,1 0-30-15,6 1-28 0,-2 0-37 0,2 2-47 16,0 4-58-16,3-4-81 0,-2 0-226 0,2 0-601 16,0-2 266-16</inkml:trace>
  <inkml:trace contextRef="#ctx0" brushRef="#br0" timeOffset="61103.77">26480 6564 285 0,'0'0'438'15,"0"0"-24"-15,0 0-35 0,0 0-35 0,0 0-34 16,0 0-51 0,0 0-67-16,0 0-89 0,0 0-93 0,13-3-125 15,-11 1-322-15,2-2-473 0,3 0 210 0</inkml:trace>
  <inkml:trace contextRef="#ctx0" brushRef="#br0" timeOffset="64796.64">5189 9690 38 0,'0'-7'215'0,"0"1"-10"16,-3-3-2-16,3-1-2 0,-1 3 2 0,-2-3-3 15,2 3-16-15,-3-3-9 0,2 5-15 0,-2-3-17 0,0 4-13 16,-1-1-16-16,1-2-13 0,-4 5-4 0,-2-1-15 16,-1 0-11-16,-1 2-9 0,-7 1-9 0,-1 1-5 15,2 5-8 1,-9 1-5-16,3 4-4 0,-2 0-1 0,-1 6-6 15,0-2-1-15,3 2-3 0,1 4-5 0,0-2-1 0,4 6-3 16,0-1 0-16,1 2-2 0,5-3-1 0,2 1-6 16,2-1-6-16,2-5-4 0,6 1-2 0,1 0-1 15,4-2 8-15,1 2-4 0,3-8 6 16,0 0 2-16,4 0 3 0,1-3 1 0,-2-4 3 0,7-3 3 16,3-1 5-16,-2-2 9 0,0-3 14 0,0-4 15 0,-4 1 8 15,7-8 10-15,-4 1 5 0,0-2 2 0,2-1 3 16,-3-4 1-16,-2 1 0 0,-2 4 10 0,1-5-4 15,-3 6 0-15,-1-1 3 0,-4 2 17 0,-1 3 5 16,2 4-4-16,-3-2-4 0,0 5-11 0,-1 1-14 16,0-3-7-16,-1 5-13 0,-2-1-13 0,0 3-24 15,4-5-33-15,-3 2-32 0,-1 3-33 0,0 0 6 0,0 0 3 0,5 11 10 16,-2-2 0-16,-6 1 6 0,3 6 7 0,3 4 2 16,-3 3 8-16,0-5 5 0,1 2 18 0,3-2-16 15,2 7 1-15,-2-6 9 0,1-4-2 0,3 2-7 16,2-3-8-16,-1-1-1 0,4-3-5 0,1-1-16 15,4-2-20-15,5-3-38 0,5 0-42 0,4-4-61 16,1-5-69-16,-2-2-239 16,-2-1-565-16,-2-2 250 0</inkml:trace>
  <inkml:trace contextRef="#ctx0" brushRef="#br0" timeOffset="65213.18">5742 9873 289 0,'0'0'281'0,"-5"-5"-26"0,2 3-22 15,3 2-19 1,-6-2-19-16,6 2-21 0,-5-3-19 0,5 3-21 15,0 0-5-15,-10 3-21 0,10-3-12 0,-9 4-14 16,2 0 0-16,-1 2-15 0,0 4-4 0,0-3-10 16,-1 5-3-16,-1 3-7 0,6 0-6 0,-2-1-2 0,2 0-7 15,0-4-6-15,3 2-6 0,1 0-5 16,1-1 2-16,-1-2-5 0,1 0 3 0,3 2-1 16,3-3 2-16,-5 0 3 0,6-6 0 0,2 2 4 0,-1-3-3 0,4 1-3 15,5-5 5-15,-6-1-4 0,2 2 0 0,2-8 6 16,-4 3 13-16,0 0 7 0,-2-2 3 0,-1-3 12 15,-1-4-11-15,-3 7-8 0,-5-5 2 0,4 2-5 16,-4-2-4-16,-4 3-7 0,0-4-2 0,-1 3-2 16,-3 4-8-16,-6-2-6 0,3 2-11 0,-3 3-8 15,2 1-14-15,1 0-13 16,-3 2-16-16,1 1-29 0,-1 2-27 0,4 2-25 16,2-1-40-16,3 0-39 0,0 1-214 0,5-3-467 15,0 0 208-15</inkml:trace>
  <inkml:trace contextRef="#ctx0" brushRef="#br0" timeOffset="65560.75">6495 9786 162 0,'0'0'262'0,"-4"-2"-15"15,4 2-9-15,0 0-20 0,0 0-11 0,0 0-10 0,0 0-11 16,0 0-17-16,0 0-15 0,0 0-16 0,0 0-16 16,0 0-12-16,0 0-12 0,0 0-8 0,13-7-14 15,-7 2-5 1,8 5-4-16,5-3-10 0,-3-1-7 0,4-1-2 15,2 0-6-15,6 2-5 0,0-4-4 0,0 2-5 0,-1 2-1 16,-4 1-1-16,-5-2 0 0,4 4-11 16,-2-5-18-16,-7 5-16 0,1 0-27 0,-3 0-36 15,-4-2-47-15,2 2-43 0,-3 0-53 0,-6 0-197 16,6-1-455-16,-6 1 202 0</inkml:trace>
  <inkml:trace contextRef="#ctx0" brushRef="#br0" timeOffset="65946.1">6661 9917 76 0,'-10'4'188'0,"3"-3"-12"0,-1-1-23 16,2 2-10-16,0 0-12 0,6-2-17 0,-8 2-7 16,8-2-7-16,-8 0 8 0,8 0 7 0,-7 1-1 0,7-1-8 0,0 0-5 15,0 0-7-15,0 0-5 0,0 0 6 0,29-1-8 16,-2-3-7-16,10 2-5 0,13-6 1 0,4 1 5 16,3 4 2-16,3-6 1 0,-1 3-3 0,-7-2 2 15,-11 5-16-15,-5-2-5 0,1 0-2 0,-9 2-3 16,-1-1 0-16,-7 2 0 0,-8 0-1 0,0 1-3 15,-4 0 12-15,-1 1-6 0,0-1-2 0,-1-1-4 0,-1 1 12 16,-5 1-25-16,7-1-14 0,-7 1-22 0,5-1-19 0,-5 1-23 16,0 0-41-16,0 0-42 0,0 0-54 0,0 0-54 15,-11 10-259-15,5-9-526 0,2 0 232 0</inkml:trace>
  <inkml:trace contextRef="#ctx0" brushRef="#br0" timeOffset="66585.03">8239 9560 103 0,'-4'-4'218'16,"4"4"-19"-16,0 0-5 0,-5-5-16 0,4 3-14 16,1 2-10-16,-4-5-8 0,4 5-13 0,-5-2-12 0,5 2-11 15,-3-3-12-15,-2 1-13 0,5 2-5 0,0 0-12 0,-10-2-8 16,10 2-7-16,0 0-6 0,-13 3-6 16,4 1-4-16,2-2-2 0,0 1-6 0,-2 2-2 15,-2 2-4-15,2-2-2 0,-4 5-4 0,2-2-3 16,-2 3 0-16,-1 0-3 0,2 0 0 0,2-4-2 0,1 5-2 15,0-2-3 1,3 4 1-16,-2-4 1 0,2 2 0 0,-1-3-1 16,2 1-4-16,1 2 1 0,3 0 2 0,-3 0 0 15,4-2 8-15,0 2-3 0,0 2 8 0,1-4-4 16,2 0 0-16,1 0 6 0,1-1-3 0,3-1 6 16,-1 0 2-16,2-2 11 0,3-1 3 0,-1 1 11 15,1-2 12-15,2-2 9 0,0 0 8 0,4-2 13 16,-2-1 15-16,2-2 12 0,0 0 15 0,0-4 0 0,-4-3 4 0,0 1-6 15,3-1 2-15,-2-2-2 0,-1-2-12 0,-1-1-4 0,-3 0-10 16,-1-2-10-16,-1 0-11 0,-3 0-4 0,-3 1-14 16,-2-1-17-16,-2 2-13 0,-1 1-18 15,-6-1-25-15,2 1-49 0,-1 6-40 0,-10-4-42 0,-1 7-50 16,-8 1-61-16,5 1-80 0,2 1-311 0,2 2-693 16,5-2 307-16</inkml:trace>
  <inkml:trace contextRef="#ctx0" brushRef="#br0" timeOffset="70995.39">11280 9440 56 0,'-1'-5'185'16,"-3"-2"-4"-16,4 0-9 0,-1 1-2 0,-2 1-9 15,2 0-5-15,-3-3-14 0,0 3-17 0,-1-2-10 16,0 0-13-16,1 2-11 0,-6 0-12 0,1 2-6 16,0-1-9-16,-4 2-4 0,1 1-10 0,-8 2 1 15,2 0-10-15,-2 3-5 0,0 2-5 0,-8 4-5 16,-2 3-1-16,2 4-5 0,-4-1-3 0,-9 11-5 0,11-8 4 0,0 7-5 16,2-3 2-16,1 0-5 0,4-1 3 0,4 2-7 15,5-3 0-15,1-3 1 0,4-1-3 0,0-2 2 16,4 0-3-16,1-3-3 0,2-1 4 0,2 1-2 15,1-2 5-15,0-3 3 0,3 1 1 0,1-4 5 16,4 1 3-16,0 0 0 0,1-3 1 0,4-2 5 16,-1-4 7-16,4 0 8 15,-2-3 6-15,7-2 0 0,1-4 6 0,-6 4 2 16,3-8-3-16,-6 3 2 0,6-3 5 16,-7 0-1-16,0 4 0 0,2-10-2 0,-2 6 5 0,-4 2 2 15,-1 1 5-15,-2 4 8 0,2-1 9 0,-6 4-3 16,2-2 0-16,0 4-6 0,0-1-13 0,-3 3-5 15,3-1-2-15,-4 4-33 0,0-1-26 0,0 1-20 16,0 0 4-16,0 0-1 0,5 7 6 0,-6 3-2 0,2 1 1 0,-1 1 4 16,0 4 3-16,1 1 5 0,2-3-5 0,-2 6 4 15,3-5-1-15,4 4 6 0,1-3-14 16,-1 1-5-16,4-1-4 0,1-4-11 0,1-1-6 16,2-1-17-16,2-1-18 0,4-1-35 0,-2-4-40 0,9 1-39 15,-1-5-57-15,-6-2-185 0,-1-1-469 0,1-1 208 16</inkml:trace>
  <inkml:trace contextRef="#ctx0" brushRef="#br0" timeOffset="71493.63">11509 9616 50 0,'0'-5'248'16,"3"1"-2"-16,-3 0-5 0,0 0-5 0,1-1-9 0,-1 5-25 15,0-4-20-15,0 4-18 0,1-4-18 0,-1 4-19 0,0 0-16 16,0 0-19-16,0 0-22 0,0 0-11 15,0 0-9-15,0 0-6 0,0 0-3 0,-5 16-1 0,1-8-8 16,0 4-3-16,-1 2-2 0,0 3-3 16,-4-2-5-16,4 2 0 0,-3 2-3 0,3-1-3 0,-1-1-1 15,-2-2 2-15,4 3-4 16,3-6 0-16,-3 0-3 0,0-2 2 0,3-1-2 0,1-3-1 0,-4-1 5 16,4 1 1-16,0-3 5 0,0-3 17 0,0 7 12 0,0-7 19 15,-2 2 11-15,2-2-5 0,0 0-7 0,11-7-3 16,-3 2 0-16,-3-4-3 0,5 1 1 0,-1-1-8 15,-1-1 0-15,2 1-2 0,-1-1 12 0,-1 2-18 16,-2 0-5-16,2 1-9 0,-3 3 11 0,-1-1-18 16,-1 3-5-16,1-1-6 0,-1 0-14 0,-3 3-11 15,5-2-1-15,-5 2-6 0,0 0-2 0,13 5 5 16,-8-1-3-16,1 2 1 0,1-1 0 0,0 5 3 0,1-3-9 0,0 4-21 16,-2-3-27-16,4 2-26 0,0 4-28 0,0-6-40 15,2 1-50-15,-7-1-273 0,4-1-532 16,-4-4 236-16</inkml:trace>
  <inkml:trace contextRef="#ctx0" brushRef="#br0" timeOffset="71747.48">12136 9578 162 0,'0'0'313'0,"-2"-5"-30"0,2 1-22 0,0 4-22 15,0-5-27-15,1 2-24 0,0-2-19 0,3 1-24 16,5-1-22-16,4 1-19 0,1-2-23 0,6 1-20 16,1-1-34-16,6 0-35 0,-6 3-38 0,0-1-39 15,8-1-46-15,-8 3-50 0,-5-1-139 0,0 1-346 16,-2 0 153-16</inkml:trace>
  <inkml:trace contextRef="#ctx0" brushRef="#br0" timeOffset="71910.2">12258 9667 39 0,'-8'6'152'0,"-2"1"-17"0,2 0-14 0,4-4 2 15,-1 1 13-15,1-1-1 0,1-1-3 0,0 0-9 0,3-2 0 0,0 0-8 16,10 4-10-16,0-5-13 0,11-1-5 0,8-1-15 15,1-2-22-15,4 1-28 0,3-3-25 0,-1 0-28 16,16-1-36-16,2-2-60 0,-17 2-129 0,2-3-277 16,10 0 123-16</inkml:trace>
  <inkml:trace contextRef="#ctx0" brushRef="#br0" timeOffset="72364.56">13487 9373 209 0,'-2'-3'210'0,"2"3"-13"16,-7-5-14-16,3 5-20 15,4 0-13-15,-9-2-25 0,9 2-7 0,-3-2-12 16,3 2-13-16,-8 0-9 0,8 0-8 0,-12 4-6 15,7-4-10-15,-5 5-8 0,2 1-6 0,-1 0-6 0,-1 0 0 0,1 3-7 0,0-1-4 16,0 2-2-16,-3 1-4 16,1 3 1-16,0-1-6 0,3 3-2 0,-1-1-1 0,1 1-1 15,1-2-5-15,3-2 0 0,0 0 0 0,0-1 3 0,3 1-1 16,0 0-1-16,-1-2 3 0,4 0 2 0,0 1-1 16,2-4 1-16,0 1 5 0,3-3 6 0,3 3-2 15,0-4 7-15,6 1-3 0,-3-2 0 0,6 2-2 16,3-3 4-16,5-2 5 0,-4-2 8 15,5-1 11-15,-1-2 11 0,-7 0 5 0,0-2 11 16,1 0 3-16,-5-4 5 0,1 3-5 0,1-5 2 16,-5-1-2-16,0-1-7 0,-3-2-8 0,-1 1-3 15,-4-2-17-15,-2 0-9 0,-3 0-10 0,-3 1-7 16,-3 0-11-16,-6 5-11 0,-2-1-19 0,-2 4-20 16,-10 0-22-16,-3 5-37 0,-6 0-36 0,1 5-50 15,1 2-82-15,2 1-219 0,9-2-523 0,8-2 232 0</inkml:trace>
  <inkml:trace contextRef="#ctx0" brushRef="#br0" timeOffset="75456.06">5728 12649 88 0,'0'0'127'0,"-5"2"-19"0,5-2 1 0,0 0-14 15,0 0-10-15,0 0-9 0,0 0-2 0,0 0-14 16,0 0-14-16,0 0 13 0,0 0 17 0,0 0 1 15,0 0-6-15,0 0-2 0,0 0-3 16,0 0-7-16,0 0-2 0,2-10-6 0,2 6-3 0,8-6-4 16,0 5-5-16,3-5-2 0,1-1-5 0,2-1 0 15,6-5 6-15,1 0-4 0,-3-1 1 0,2-1-8 0,1-1 11 16,1-2-2-16,-2 0 4 0,0-7-1 0,2 1 3 16,6-9 2-16,-10 14 1 0,-2-6-1 0,2 0 8 0,-4 2-3 15,-2 0-2-15,-2-1 3 0,-1 3 3 16,-3 1-2-16,-3 5 4 0,-1 0 1 0,-2 3 6 15,2 2 2-15,-2 2-5 0,-4 0-6 0,1 3 6 16,1 1-4-16,-1-1-5 16,-1 1 4-16,0 5-11 0,0-2-8 0,-1 1-1 15,2-1-9-15,-1 5-11 0,-1-2 1 0,1 2-19 16,-3-5-13-16,3 5-5 0,0 0-6 0,0 0 0 16,-20 10-1-16,11-3 2 0,-4 7 3 0,1-1 2 15,-2 9-1-15,-2 0 3 0,2 4 2 0,0 1 0 16,1 5 0-16,0 2 5 0,3 9 1 0,1-9 1 15,0 1-2-15,1-5 2 0,7-2 2 0,1-1-1 0,0-3-13 0,4-4 0 16,-3-2 3-16,7-2 19 0,1 0 2 0,1-2 5 16,-2-5 3-16,3-1 8 0,1-3 9 0,3-2 6 15,3-2 2-15,1-1 2 0,-1-1 7 0,1-4 5 16,0-2 11-16,-2-1 4 0,-2-1-5 0,-1-1 1 16,-1 1 3-16,-3-1 1 0,1 3-6 0,-5-5 0 15,3 0-10 1,-4 0-2-16,-2 3-1 0,-2-2-6 0,1 2-6 0,-3 2-9 15,-1 2-9-15,-5-3-15 0,2 1-11 0,-6 2-14 16,-1 3-13-16,-7-1-7 0,-2 4-8 0,1 1-6 16,0 3-7-16,-1 1-8 0,-1-1-18 0,1 3-19 15,-4 2-17-15,9-1-26 0,-2-1-22 0,5 1-30 16,-1-1-203-16,6-1-444 0,6 0 196 0</inkml:trace>
  <inkml:trace contextRef="#ctx0" brushRef="#br0" timeOffset="75919.5">6592 12299 151 0,'-3'-3'270'0,"3"3"-23"0,0-5-24 0,0 5-25 16,0 0-23-16,-1-4-20 0,1 4-20 0,0 0-19 16,0 0-29-16,0 0-11 0,0 0-9 0,0 0-7 0,0 14-6 0,1-10-6 15,-1 6-4-15,0 0-4 0,-2 2-5 0,2 2-3 16,-3 3-7-16,1 0 2 0,-1 0-5 0,-1 1-1 16,2-1-1-16,-3 4-2 0,3-7-4 0,1 1 1 15,0-6-1-15,-1 3-3 0,0-4 5 0,2-2-4 16,0-1 12-16,-1 0 16 0,1-2 24 0,0-3 32 15,1 5 22-15,-1-5-7 0,0 0-9 0,0 0-11 0,10-18-6 0,-2 10-4 16,-1-2-3-16,2-5-15 0,4-2-8 0,1-5-8 16,-5 6-6-16,5 2 1 0,-5 1-4 15,-1 3 0-15,-1 0-12 0,0 5 4 0,-6 0-11 16,3 1-14-16,0 0-16 0,1 3-14 0,-5 1-2 16,9 0-3-16,-9 0-1 0,9 5 0 0,-4 2 0 0,0 0 2 15,5 3 2 1,-6 0 6-16,5 0 0 0,0 4 3 0,2-2-11 15,0 3-15-15,2-2-19 0,-3-5-26 0,4 5-34 16,1-1-38-16,2-7-48 0,-5 1-242 0,5-3-488 16,4-3 217-16</inkml:trace>
  <inkml:trace contextRef="#ctx0" brushRef="#br0" timeOffset="76351.73">7417 12253 123 0,'0'0'191'0,"0"0"-9"16,0 0-9-16,0 0-9 0,-6-5-9 0,6 5-9 0,0 0-12 0,0 0-7 15,0 0-8-15,0 0-6 0,-5 0-12 0,5 0-11 16,0 0-4-16,0 0-8 0,0 0-8 0,0 0-5 16,0 0-2-16,0 0-11 0,0 0-3 0,0 0 6 15,0 0-2-15,-4-1-7 0,4 1-2 0,0 0-1 0,0 0-9 16,13-6-1-16,-2 3-1 0,7 1-5 15,3-2-3-15,5-1-2 0,5 0-1 0,-3 1-3 0,0 0-1 0,3 0-2 16,-10 0-1-16,1 2 0 0,-1 2-5 0,-3 0 1 16,-3 0 2-16,-3-1-29 0,0 1-24 0,-4 0-26 15,-2 0-22-15,1-2-19 0,-7 2-12 0,7 4 1 16,-4-3 8-16,-3-1-23 0,0 0-66 0,-14 8-103 16,5-6-329-16,0 0 145 0</inkml:trace>
  <inkml:trace contextRef="#ctx0" brushRef="#br0" timeOffset="76690.03">7551 12420 90 0,'-1'2'128'0,"1"-2"0"0,-5 2 0 0,5-2-4 15,0 0 0 1,0 0 1-16,9 5-3 0,-3-5-6 0,7-3-14 16,9 2-6-16,5-5-8 0,5 1-11 0,2-1-10 15,2-4 2-15,6 5 8 0,7-5 7 0,-11 5 1 16,0-2-2-16,-4 2-8 0,-4-1-5 0,-2 4-7 15,-10-2-4-15,-5 3-7 0,-4-1-7 0,4-1 0 16,-7 2-3-16,1 1 1 0,-2-1-5 0,1-2 0 16,-6 3-9-16,6-1-10 0,-6 1-8 0,0 0-28 0,0 0-36 0,0 0-46 15,0 0-64-15,0 0-206 0,-16 6-399 0,16-6 177 16</inkml:trace>
  <inkml:trace contextRef="#ctx0" brushRef="#br0" timeOffset="82521.81">9276 11794 82 0,'0'0'111'0,"0"0"-8"16,0 0-1-16,0 0-12 0,-1-3-4 0,1 3-2 16,0 0-2-16,0 0-9 0,0 0 0 0,-3-4-10 15,3 4-5-15,0 0-12 0,0 0 4 0,0 0-2 0,0 0-12 0,0 0 0 16,0 0-2-16,0 0-3 0,0 0 0 0,0 0-2 15,0 0 2-15,0 0 3 0,0 0 3 0,0 0 0 16,0 0-1-16,0 0-1 0,0 0-3 0,0 0-1 16,0 0 4-16,0 0-11 0,-2-4-1 0,2 4 3 15,0 0-4-15,0 0-2 0,2-5-1 0,-2 5-1 16,0 0-1-16,0-5-3 0,0 5-1 0,3-4-3 0,1 0 0 0,0 2 1 16,1-3-2-16,0 2-1 0,4-1-1 0,1-1-3 15,-1 1-2-15,3-1 4 0,-2 2-2 0,3-1-9 16,-1 0 10-16,0 3-3 0,1-2-2 0,0 0 5 15,-2 1-8-15,0 2 3 0,0-2-5 0,-3 4-3 16,2 0-3-16,-1 1-3 0,-3 1 0 0,-1 4-2 16,3 0 1-16,-4 3-3 15,-2 1-4-15,-1 6 3 0,-2 2 9 0,-5 6-8 16,-6 0 11-16,2 3-4 0,-4 0 1 0,-4-1 5 16,-1 0 2-16,-1-1-3 0,-1-1-2 0,-3 0 8 15,1 0 2-15,-4-2-8 0,5-1 1 0,-5-5 2 16,3-2 0-16,4 1 0 0,4-5-1 0,0-2 1 15,4-3 1-15,2-2 7 0,1 0 2 0,3-1 19 16,1-1 30-16,-2 1 32 0,2-3 26 0,5-1 7 0,0 0-8 0,0 0-13 16,-6-7-9-16,6 0-8 0,1-4-11 0,4 2-10 15,0-1-8-15,3-5 6 0,1 1-18 0,0 1-4 16,3 1-3-16,-2 2-2 0,-3 2-8 0,2 1 2 16,-1 0-6-16,-3 4-5 0,1 0-7 0,0 1 3 15,2 2-4-15,-8 0-2 0,17 3-2 0,-7 1 0 16,-1 2-5-16,0 0 0 15,5 5-2-15,0 0 0 0,-1 0 3 16,-3 2-1-16,3-3 1 0,-3 5 0 0,3-1-1 16,-4-5 0-16,4 3 1 0,-4-4 6 0,0-3-4 0,1 2-1 15,-3-2 4-15,1-5 4 0,2 1-4 0,1-1-1 16,0-1 0-16,2-1 7 0,-2-3-12 0,1-1 6 16,-1-1-1-16,2 0 1 0,0-4 0 15,-4 3-2-15,-3-1 0 0,2 1-2 0,2-2 1 0,-2 3 0 0,-3-5-21 16,-1 8-13-16,0 1-32 0,-2-3-45 0,1 5-52 15,-1-3-47-15,-2 4-206 0,0 0-449 0,0 0 198 0</inkml:trace>
  <inkml:trace contextRef="#ctx0" brushRef="#br0" timeOffset="83051.25">8831 12508 53 0,'-7'-2'152'0,"7"2"-10"15,-7 2-13-15,7-2-3 0,0 0-16 0,0 0-11 16,0 0-13-16,-9 0-11 0,9 0 5 0,0 0-12 0,0 0 4 0,0 0-14 16,0 0 8-16,-7 1-5 0,7-1 0 0,0 0 0 15,0 0-6-15,0 0 0 0,0 0-12 0,0 0-11 16,0 0 12-16,0 0-13 0,0 0 0 0,0 0-8 16,0 0 2-16,0 0-7 0,0 0-2 0,0 0 0 15,0 0-3-15,0 0-4 0,0 0 2 0,-2 2 2 16,2-2-2-16,0 0 7 15,0 0-4-15,0 0 5 0,0 0-2 0,0 0 4 16,0 0 8-16,0 0 1 0,32-2-3 0,-11 1 1 16,10-6-3-16,6 2-4 0,19-2-2 0,8 0-3 15,27-7 7-15,0 1 11 0,3 1 3 0,2 3-1 16,-4 1-2-16,-25 4 0 0,-2-2-6 0,-4 2-1 16,-1 0-3-16,-2-1-3 0,-20 5 0 0,-2-3-1 15,-2 0-5-15,-6 1-3 0,-6 2 3 0,-4-1-3 0,-4 1 0 0,-4-1 0 16,-2 2 1-16,-2-1 7 0,2 0 2 0,-8 0 1 15,9-1 3-15,-9 1-14 0,8 0-14 0,-8 0-19 16,0 0-30-16,0 0-44 0,0 0-61 16,-26 9-251-16,12-7-440 0,1 1 195 0</inkml:trace>
  <inkml:trace contextRef="#ctx0" brushRef="#br0" timeOffset="83636.83">9449 12787 170 0,'0'-4'283'0,"0"4"-21"0,4-3-26 0,-4 3-26 16,0 0-17-16,0 0-22 15,0 0-21-15,0 0-20 0,0 0-18 0,0 0-18 16,0 0-11-16,0 0-11 0,0 0-7 0,-4 21-4 0,-4-11-7 0,-1 5-6 16,-3 2-5-16,-4 4-3 0,4-6-5 0,-6 7-3 0,1-1-4 15,3-4-2-15,4-2-1 0,1-1-7 0,0-4 2 16,1-3 1-16,2 2-4 0,2-3 1 16,0 0 2-16,0-3-1 0,3 0 26 0,-3 0 34 15,3-1 34-15,1-2 13 0,0 0-9 16,0 0-12-16,-4-10-14 0,4 3-7 0,4-3-13 0,-3 0-4 15,3-2-9-15,1 0-9 0,-1 0 9 0,1 1-23 16,3 0-3-16,-3 4 1 0,-1 0-5 0,-3 3-6 16,4-1-7-16,-5 2-9 0,4 0-2 0,-4 3-6 15,10-2-9-15,-10 2-10 0,9 3-3 0,-1 1-6 16,2 2 1-16,-1 2-2 16,0 1 3-16,0 0-3 0,4 3 0 0,-3 2-17 15,2 1-23-15,0-2-30 0,-2 0-22 16,2-1-38-16,-6-1-46 0,1-2-34 0,-3 1-227 15,-2 0-506-15,-2-5 224 0</inkml:trace>
  <inkml:trace contextRef="#ctx0" brushRef="#br0" timeOffset="83937.55">9163 12861 275 0,'-4'3'271'0,"4"-3"-13"0,-5 0-22 0,5 0-27 0,0 0-22 16,11-8-17-16,2 2-18 0,14-1-19 0,1-2-12 15,8 0-16-15,15-5-9 0,3 0-8 0,6 1-11 16,1 1-9-16,2-2 0 0,-3 2-3 0,1 0-1 16,-9 4-4-16,-16-1-5 0,-4 6-6 0,-10-2-4 15,-4 5-6-15,-8-4-4 0,3 3-2 0,-3 0 7 16,-3 0-9-16,0-1-4 15,-2 2-3-15,-5 0-9 0,5 0 3 0,-5 0-4 16,0 0-5-16,0 0-7 0,0 0-4 0,0 0-24 16,-16 4-25-16,9-1-28 0,2 1-41 0,0-3-41 15,5-1-48-15,-6 2-207 0,6-2-450 0,0 0 200 16</inkml:trace>
  <inkml:trace contextRef="#ctx0" brushRef="#br0" timeOffset="84770.46">11296 11820 14 0,'-4'-6'165'0,"1"1"-4"16,-1-1-23-16,2 1 2 0,-1-1 2 0,-2 3-2 16,4-1-6-16,-3-1-7 0,4 0-10 0,-1 2-10 15,-2-1 2-15,3 4-6 0,-4-4-8 0,4 4-10 0,-1-6-5 0,1 6-4 31,0-3-12-31,0 3-7 0,0 0-8 0,-5-2-10 0,5 2-12 16,0 0-7-16,-13 8 1 0,8 2-6 16,-4 6-2-16,-7 7 1 0,0 6-3 0,0 4-7 15,-5 16 3-15,-2 0-1 0,1 8-1 0,3 1 0 16,-9 24-3-16,10-24 5 0,0-2-3 0,-1 24-3 16,5-26 3-16,5 6-1 0,1-2-3 0,1-2 1 0,-1-3-1 0,3-1 2 15,4-3-4-15,-2-3 4 0,4-10-5 16,-2 0 2-16,0-3 1 0,-2 0 0 0,-1-2 1 15,2 0 2-15,-4-4 1 0,1 0-5 0,-3 0 1 16,0-4 2-16,-2-5-1 0,2-2 2 0,1-1 0 0,-1-7 2 16,-2 6-2-16,1-5-1 0,0-3 1 0,-4 2 6 15,-1-2-1-15,-5-1-4 0,-2 0 2 0,-7 0-7 0,-3-5 4 16,1 3-1-16,0-2 0 0,1 2 0 0,2-2-1 16,4 1 0-16,4 1-4 0,1-2 1 0,0 5-12 15,5-2-23-15,1 1-22 0,2 3-37 0,2-2-35 16,3 3-69-16,0-1-106 0,3 1-331 0,6-3 146 15</inkml:trace>
  <inkml:trace contextRef="#ctx0" brushRef="#br0" timeOffset="85325.1">11086 13568 119 0,'0'0'151'0,"0"0"-8"0,-9-2-16 16,9 2-14-16,0 0-12 0,-14 5-11 0,8-3-11 15,-2 5-3-15,-1-4-11 0,-5 7-15 0,6-3 10 16,-5 5-15-16,2 0-6 0,-1 2-6 0,0-1-12 16,4 3 7-16,-1 0-4 0,0 1-6 0,0-1 2 15,2 1-1-15,1 2-7 0,4-2 1 0,-2 3 18 0,4-4 1 16,0-4 9-16,2-1 2 0,2-2 9 0,2 1 5 16,1 0 8-16,2-4 10 0,1-1 8 0,3-2 7 0,1-3 1 15,4-3 0-15,5-1 15 0,1-5-1 0,-3 1 7 16,1-6 6-16,-7 1-3 0,-2-2-2 0,1-1-8 15,0-6-13-15,-2-2-7 0,-5 4-10 16,-1-4-15-16,-7 0-20 16,0 4-13-16,-7-6-12 0,-3 4-10 0,-5 0 8 0,-2 3-26 15,3 4-31-15,-9 5-27 0,-6 1-34 16,2 2-32-16,-4 5-41 0,0 1-295 0,4-1-512 16,8 2 227-16</inkml:trace>
  <inkml:trace contextRef="#ctx0" brushRef="#br0" timeOffset="87097.82">11703 11297 11 0,'0'-4'169'0,"0"4"1"0,5-7 6 15,-5 5 1-15,4-2-8 0,-4 1-6 0,0 3-7 16,3-5-11-16,-3 5-10 0,2-3-14 0,-2 3-14 16,3-2-10-16,-3 2-15 0,0 0-14 0,0 0-16 15,0 0-9-15,0 0-6 0,0 0-4 0,0 10-7 16,-3-2 2-16,2 1-2 0,-3 3-6 0,0 4-4 15,-1 1 3-15,-1-1 1 0,-2 9-6 0,0-7 1 0,3 1 1 0,-1 4-7 16,2-5 3-16,-1-1 2 0,-1-6-4 0,3 0-3 16,-1-4 1-16,2 0 4 0,-1-1-4 0,2 0 14 15,-3 0 36-15,4-2 25 0,0-2 28 0,0-2-3 16,0 0-11-16,0 0 3 0,0 0-21 0,4-15-8 16,0 6-11-16,2-2 8 0,-1-2-20 0,0 0-2 15,4-1-10-15,0 2 9 16,-4 3-12-16,0 0-3 0,-1 1-9 15,0 1-3-15,1 5-5 0,-4-4-7 0,3 2-10 16,3 3-6-16,-5 0-6 0,-2 1-7 0,8 4 0 0,-3 3 1 16,4-2-3-16,-1 3-1 0,-2 3-3 0,2-1-2 15,1 5-13-15,-2-1-22 0,2 3-14 0,-1-1-28 16,-2 2-21-16,-2-1-28 0,3-2-27 16,-6-4-245-16,0-4-463 0,0 1 206 0</inkml:trace>
  <inkml:trace contextRef="#ctx0" brushRef="#br0" timeOffset="87730.57">11423 11375 95 0,'0'0'188'0,"-9"-3"-13"0,9 3-22 0,-5 0-18 15,5 0-9-15,0 0-16 0,0 0-15 0,-9-1-7 0,9 1 0 0,0 0-11 16,0 0-8-16,0 0-3 0,-6-2-11 0,6 2-4 16,0 0 1-16,0 0-11 0,0 0-2 0,0 0-4 15,0 0-2-15,0 0-8 0,0 0-3 0,0 0-4 16,0 0 3-16,0 0-7 0,0 0 4 0,0 0-4 16,0 0 6-16,0 0-12 0,0 0 2 0,0 0 0 15,0 0-5-15,0 0 5 16,0 0-5-16,-6-1-1 0,6 1 2 0,0 0-3 15,0 0 0-15,0 0 1 0,0 0 2 0,0 0-3 16,0 0-2-16,0 0-3 0,0 0 3 0,0 0 0 16,0 0-1-16,0 0 0 0,0 0 6 0,0 0-6 15,0 0 2-15,0 0 3 0,0 0-3 0,0 0 0 16,0 0 15-16,0 0 8 0,0 0 3 0,22-1 1 16,-9 1 3-16,10-5-2 0,8-2-1 0,6 2 4 0,14-4-1 15,5 0 6-15,4-1 7 0,6 0 3 0,22-5 2 0,-23 7 2 16,-1-1-5-16,-2 1-1 0,-3 0-5 0,-5-1-5 15,-21 7-5-15,2 1-2 0,-9-3 7 0,-4 2-12 16,-9 2-2-16,2-3-2 0,-6 3-1 16,-2 0-3-16,0-1-2 0,2-1 2 0,-9 2-4 0,9 0 1 15,-9 0-2 1,5 0-1-16,-5 0-11 0,7-2-12 0,-7 2-15 16,0 0-22-16,0 0-39 0,-17 10-53 0,8-5-74 15,-4-1-186-15,3 2-435 0,-1-2 192 0</inkml:trace>
  <inkml:trace contextRef="#ctx0" brushRef="#br0" timeOffset="88948.9">12226 12310 160 0,'0'-6'168'16,"-2"-5"-3"-16,2 1-10 0,0 0-2 0,0 3-5 15,2-2-1-15,-2 0-11 16,0 2-4-16,0 2-3 0,0 1-9 0,0 0-10 16,1 1-15-16,-1 3-9 0,-1-7-10 0,1 7-8 15,0-4-26-15,0 4-25 0,0 0-7 0,0 0-3 16,0 0-3-16,-12 19-4 0,7-2 8 0,-5 12-3 15,0 2-4-15,-7 14 1 0,2 2-4 0,2 1 2 16,0 3 5-16,2-4-8 0,3 1 2 0,0-13 2 16,3-1 0-16,2-1 0 0,0-1-9 0,3-4 8 0,-4-3-1 0,2-4 5 15,0-7-10-15,1 0 8 0,-2-3-2 0,2-4 5 16,1 2 1-16,0-3 11 0,-2-1 10 0,0 1 19 16,2-3 15-16,0 0 5 0,0-3-2 0,-8 2-7 15,8-2-4-15,-13-1-5 0,2-1-5 0,-1 0-4 16,-5-1-7-16,0-3-1 0,-1 1-4 0,1 1-2 15,-2-1-4-15,2-1-2 16,-1 3-2-16,1-1-3 0,3 0-2 0,4 2-7 16,-3-2-11-16,4 3-8 0,0-1-18 15,3-1-14-15,1 2-25 0,0 0-17 0,5 1-33 16,-4-4-22-16,4 4-25 0,0 0-197 0,11-8-393 0,-3 4 175 16</inkml:trace>
  <inkml:trace contextRef="#ctx0" brushRef="#br0" timeOffset="89218.39">11940 12665 143 0,'0'0'186'0,"-4"1"-17"15,4-1-20-15,0 0-11 0,0 0-11 0,20-5-15 16,-3 3-10-16,5-1-9 0,9-2-6 0,5-3-8 15,5 4-6-15,9-6-7 0,-12 6-2 0,-3-1-5 16,-2-2-8-16,-4 3-6 0,-7 3-10 0,-4-2 5 16,-3 3-8-16,-6-2-1 0,3 0-12 0,-7 1-14 15,4 0-14-15,-9 1-11 16,8 2 5-16,-8-2 8 0,-2 4-12 0,2-4-20 16,-15 5-24-16,7-2-26 0,-1 0-25 0,0 2-141 15,-1-4-277-15,1-1 122 0</inkml:trace>
  <inkml:trace contextRef="#ctx0" brushRef="#br0" timeOffset="89688.34">12770 12487 139 0,'5'-3'177'0,"-5"3"-21"16,12-2-17-16,-7 4-18 0,1-1-14 0,2 1-7 15,-3 0-13-15,4 1-9 0,-1 4-6 0,-2-1-9 16,0 3-7-16,-3 0-10 0,3 1-2 0,-4 2-2 0,-1 4-5 16,-1-5-9-16,-3 1 8 0,0 4-16 15,-3-4 0-15,0 1 2 0,0 1 0 0,-3-7-10 16,1 2 9-16,2 1 6 0,-1-4-4 0,1-1 6 0,2-1 10 0,-1 0 11 15,1 0 17-15,0 0 17 0,-1-2 24 0,2 1 13 16,3-3 0-16,0 0-13 0,0 0-12 0,7-12-18 16,-2 5-4-16,4-3 2 0,5-2-17 0,0-1-6 15,7-5-3-15,-6 6-11 0,2 0-3 0,-2 0-4 16,0 2-3-16,-1 0-4 0,2 2-3 0,-5 2-2 16,-3 1-3-16,2 2 0 15,-5-1-5-15,-1 1-5 0,1 0-7 0,-1 2-6 16,-4 1-6-16,0 0-2 0,10 1-1 0,-5 4-4 15,-2 0 3-15,-2 1 2 0,-1 2-1 0,1 1 3 16,2 2 0-16,-2 1 2 0,-1 0-13 0,3 3-18 16,-2-1-19-16,3-1-21 0,-2-1-31 0,1-3-24 15,1 1-31-15,-3-3-234 0,3-2-432 0,0-1 192 16</inkml:trace>
  <inkml:trace contextRef="#ctx0" brushRef="#br0" timeOffset="89904.46">13221 12404 234 0,'0'-2'241'15,"0"2"-29"-15,5-2-22 0,-5 2-18 0,0 0-25 16,0 0-16-16,8 5-8 0,-4 2-11 16,1 1-13-16,-1 2-11 0,2 1-7 0,-1 6-6 15,-1 0-10-15,-1 9-3 0,-1-2-8 0,-2 1-15 0,-2 3-3 16,-5-1-18-16,-3-1-9 0,-4 1-19 0,-1-5-16 15,-5 0-23 1,0-3-37-16,-3-3-42 0,-3 0-188 0,-2-6-340 16,1-1 151-16</inkml:trace>
  <inkml:trace contextRef="#ctx0" brushRef="#br0" timeOffset="90236.42">12705 12279 75 0,'-15'2'120'0,"7"0"-4"0,-2 6-16 15,-4 2-2-15,1 2-8 0,-6 10-4 0,0 1-11 16,2 4-5-16,-1 3-8 0,4 4-4 0,0 1-3 16,-3 9-5-16,7-11-2 0,5-3-3 0,2 1-12 15,2 2 19-15,6-4 8 0,3-2 7 0,2-4 3 16,7 1-11-16,7-6 1 0,7-1-1 0,16 1-1 0,3-2-6 16,5-10-14-16,1-2-38 0,0-3-62 0,3-4-73 15,-4-2-126-15,-4-4-281 0,-1-1 126 0</inkml:trace>
  <inkml:trace contextRef="#ctx0" brushRef="#br0" timeOffset="90853.32">13904 12522 67 0,'1'-4'203'0,"-2"-1"-31"0,-2 0-16 0,-1 1-12 16,0-2-18-16,-6-1-12 0,1 3-12 0,-5 2-11 0,-4-1-9 0,-5 1-10 15,-5 2-8-15,-1 4-8 0,-2-1 1 0,3-1-6 0,1 3-14 16,-5 2 7-16,7 1-10 0,4-1-3 16,2 2-5-16,4 1-5 0,-1-1-3 0,1 0-3 15,2 3 1-15,4 2-3 0,4-4 0 0,0 1-4 16,5 1-2-16,5 1 3 0,0-1 8 0,6 0-5 16,4 0 5-1,0-2-1-15,10 2 0 0,-4-5 1 0,7-2-5 16,-1-2-1-16,1-1-2 0,-6-2 4 0,6-3-5 15,-7 0-6-15,-1-2 3 0,-3-2 2 0,2-4 3 16,-4 0 9-16,-1-2 10 0,-4-3 11 0,-1 0 2 16,0-1 3-16,-4-7-2 0,-1 3 0 0,0-6-3 0,-4-5-1 15,0 1-3-15,-4-3-1 0,0 2 5 0,2 0 1 16,-5-4 1-16,1 4 3 0,1 2 0 0,1 6 3 0,0 4 14 16,-1 5-7-16,2 3 1 0,2 0-7 0,0 3-13 15,-3 2-2-15,4 1-6 0,-4 2-17 0,4 1-39 16,0 3-3-16,0 0 8 0,0 0-2 0,-5 10 0 15,4 0 2-15,1 7 3 0,-3 4 4 0,3 7 1 16,0 1 0-16,3 5 3 0,-3-1 0 0,1-2 2 16,4 2 2-16,-1-1 1 15,2-2 2-15,1-1 2 0,-2-3-28 0,-1 0-13 16,1-6-15-16,-4-3-20 0,4-2-19 0,-1-3-35 16,-1 1-20-16,2-5-53 0,-4 0-130 0,3-4-364 15,0-3 162-15</inkml:trace>
  <inkml:trace contextRef="#ctx0" brushRef="#br0" timeOffset="91271.45">14117 12339 70 0,'5'-2'208'0,"6"-1"-16"0,0 0-15 0,-5 1-21 15,6 2-13-15,-2 2-17 0,-1 1-7 0,2 2-11 16,1-1-9-16,-2 6-8 0,0 0-12 0,1 2-11 0,-2-1-3 15,-2 4-6-15,-2 1-9 0,-1 1-3 0,-4 4-5 0,0-4-5 16,-4 2-8-16,-2 0-4 0,0-1-7 0,-5 4 4 16,2-5-2-16,-3-3-1 0,1-2-10 0,-1 0 4 15,1-1 2-15,4-5 3 0,-2 1-2 16,1-3 10-16,3 2 15 0,0-3 30 0,0-2 36 0,2 0 30 16,3-1 22-1,-6 2 3-15,6-2-16 0,0 0-29 0,3-15 3 16,3 6-19-16,3-8-13 0,1 3-21 0,8-10-17 15,1 2-9-15,-1-1-3 0,4-1-16 0,-6 1-1 16,-1 6-4-16,-2 2-5 0,0 2 6 0,-4 2-8 0,0 3 6 16,0 0-1-16,-4 3-11 15,-1 1-14-15,0 2-21 0,0-2-24 0,-4 4 3 16,0 0 0-16,0 0 6 0,2 13 6 0,-3-3 3 16,-2 3 4-16,1 4 2 0,-1 2 3 0,-1 0 3 0,4 6 4 15,-1 1-2-15,2-6 7 0,6 5 3 0,-1-7-2 16,7-1 3-16,2 4-17 0,6-1-29 0,5-8-46 15,4-2-74-15,3-5-296 0,4-3-512 16,3-2 228-16</inkml:trace>
  <inkml:trace contextRef="#ctx0" brushRef="#br0" timeOffset="91694.32">15248 12355 55 0,'0'0'209'0,"0"0"-4"16,0 0-19-16,0 0-15 0,0 0-21 0,0 0-15 15,14-7-13-15,-3 6-14 0,6-4-15 0,1 4-1 16,4-3-11-16,7-1-10 0,-1 0-19 0,0 0-18 16,4 3-18-16,-2-3-21 0,-2 0-14 0,-8 3-17 15,-1-1-15-15,-1 3-28 0,-5 0-23 0,-3-2-146 16,-1 2-269-16,-5-2 118 0</inkml:trace>
  <inkml:trace contextRef="#ctx0" brushRef="#br0" timeOffset="92018.45">15327 12550 240 0,'-3'3'259'0,"3"-3"-14"0,-1 4-21 16,1-4-24-16,0 0-18 0,0 0-20 0,28-5-16 15,-7 1-15-15,-1 1-13 0,12-2-8 0,1 1-16 16,-1 0-9-16,4-1-9 0,-3 1-2 0,-1 0-13 16,-5 3-5-16,-6-2-7 0,-4 2-7 0,-5-2-3 15,-3 2-8-15,0 0-12 0,-4 0-12 0,1 1-17 0,-2-2-14 16,-4 2-5-16,0 0-8 0,0 0-28 0,0 0-48 15,0 0-70-15,0 0-183 0,-19 4-395 16,10-5 176-16</inkml:trace>
  <inkml:trace contextRef="#ctx0" brushRef="#br0" timeOffset="97362.63">16749 11876 101 0,'0'-4'202'0,"0"-3"-10"0,0 4-17 0,2-4-18 16,0 4-15-16,-1-2-16 0,-1 5-11 0,6-7-14 0,-3 4-13 0,3 0-4 15,0-1-14-15,0 0-5 0,5 3-14 0,-4-1 1 16,5 1-5-16,4 2-9 0,-2 2-1 0,4 2-13 16,0 1 5-16,1 0-2 0,-2 5-2 0,1 0-4 15,-4 1-3-15,1 2-2 0,-2 1-3 0,-3 1 0 16,0 2-4-16,-5 0 0 0,-2 0-4 0,-4 3 3 16,1 4-2-16,-11 4-2 0,-4-4 1 0,-3 0-2 0,-3-3 1 15,-4 5 1-15,1-5 6 0,-1 0-9 0,0-3 4 16,2-2-3-16,5-4-2 0,2-2 3 0,0-1-4 0,6-2 6 15,0 2-2-15,1-4-5 0,3-1 3 0,-1 1 1 16,5-2 10-16,-1-2 0 0,3-2 3 0,0 0 11 16,9 3 2-16,0-1 4 0,13-4-3 15,8-1-4-15,2 3-4 16,2-2 1-16,5-4 2 0,-2 0-3 0,2 1-2 16,-2 2-3-16,-4 0-12 0,0 2-25 0,-5-2-39 15,-6 6-47-15,-4-6-44 0,-8 6-203 0,-5-2-381 0,0 0 168 16</inkml:trace>
  <inkml:trace contextRef="#ctx0" brushRef="#br0" timeOffset="97763.76">16587 12608 114 0,'-8'0'142'16,"3"0"-18"-16,5 0 8 0,-9 0-15 0,9 0-12 15,-7 2-7-15,7-2-9 0,-5 2-16 0,5-2-9 16,0 0-2-16,0 0-11 0,-7 1 11 0,7-1-2 15,0 0 12-15,0 0 9 0,0 0-1 0,27 0 0 16,-8-3-4-16,10-2-5 0,7 3 4 0,1-5 5 16,22-2-1-16,0-2 5 0,1 2-2 0,-4 4-12 0,-6-2-5 0,-9 4-5 15,-3-2-8-15,-5 2-3 0,1-1-7 0,-9 0-3 16,-3 3-4-16,-5-1-3 0,-5 1-7 0,-1-1 0 16,-5 2-6-16,-1 0-8 0,-5 0-13 0,10-2-12 15,-10 2-9-15,0 0-9 0,0 0-21 0,0 0-28 16,-19 9-45-16,9-4-37 0,-5-2-202 0,-1 2-393 15,2-2 175 1</inkml:trace>
  <inkml:trace contextRef="#ctx0" brushRef="#br0" timeOffset="98248.82">16921 12856 267 0,'6'-1'241'15,"-6"1"-26"-15,0 0-25 0,0 0-22 0,0 0-25 16,0 0-27-16,4 6-13 0,-4-6-13 0,-4 9-12 0,1-1-9 16,-3 2-6-16,-3 3-5 0,1 3-9 0,-3 1-4 0,-2 8-4 15,0-4 2-15,3-4-6 0,-1 0-4 0,-1-2-8 16,4 2-2-16,2-8 0 0,1 2-5 0,0-2 0 16,1-2 2-16,0-2 0 0,2 0 29 0,-1-1 43 15,2-1 48-15,1-3 33 0,-3 2 26 0,3-2-12 16,0 0-24-16,4-14-26 0,0 5 0 0,2-3-18 15,3-3-14-15,-1 0-16 0,2 2-1 0,0-1-15 0,-1 2-11 0,-1 3-3 16,-2-1-10-16,-2 4-5 0,1 0-6 0,0 3-11 16,-1 0-24-16,0-1-23 0,0 2-14 0,-4 2-1 15,0 0-4-15,15 6-2 0,-10-2-8 0,3 4-5 16,2 0-19-16,-3 2-13 0,2 4-19 0,-3-3-28 16,1 3-24-16,-1 3-31 0,0-3-37 0,-2-3-17 15,-1 0-216-15,-2-1-497 16,-1-3 220-16</inkml:trace>
  <inkml:trace contextRef="#ctx0" brushRef="#br0" timeOffset="98564.93">16597 12927 87 0,'-5'2'202'0,"-1"-1"1"0,6-1-2 0,0 0-2 16,-9 2 1-16,9-2-5 0,0 0-13 0,0 0-21 15,0 0-19-15,18-10-12 16,12 5-12-16,4-4-14 0,14-1-12 0,8 0-14 16,4-2-3-16,7 0-11 0,21-4-3 0,-25 6-4 15,4 0-4-15,-10 3-8 0,-4-3-3 0,-17 8-4 16,-4-2-5-16,-9 3-3 0,-4-2-4 0,-6 0-3 15,-2 2-9-15,0 0 0 0,-5-1-16 0,1 2-7 0,-1-1-4 16,-6 1 4-16,0 0 0 0,0 0 0 0,0 0-31 16,-26 11-27-16,11-7-51 0,2-1-67 0,-6-1-217 0,6 0-435 15,1-2 193-15</inkml:trace>
  <inkml:trace contextRef="#ctx0" brushRef="#br0" timeOffset="101656.93">18165 11785 59 0,'0'-5'154'0,"0"5"-1"0,-2-9-4 16,2 3-12-16,2 4-14 0,-2-3-6 0,0 5-10 15,-2-4-12-15,2 4 3 16,0-6-17-16,0 6-11 0,0 0-9 0,0-5-16 16,0 5-14-16,0 0-5 0,0 0-4 0,-7 18 4 15,3-4-11-15,-1 9 6 0,-5 5-8 0,1 9-5 16,-2 10 2-16,-1 3-1 0,1 3-2 0,0 5-18 16,1-4 12-16,3 3 4 0,1-2-2 0,1 1 0 15,0 2 3-15,5-6-6 0,0 3 5 0,-4-5-4 16,3-1 2-16,0-3 7 0,0-12-18 0,1 1 10 0,0-4-2 15,-3 2 0-15,4-4 3 0,-2-2-2 0,0 2-1 0,1-10 0 16,-3 0 8-16,3-2-7 0,-2 0 3 0,0-2-5 16,1-3 1-16,0-2-7 0,1 1 10 0,0-3-2 15,0-1 7-15,-3 1-6 0,2 0 1 0,-2 0-2 16,3-3 3-16,0 3-8 0,-1-3 4 0,1 2 2 16,-1-3-2-16,-2 1 0 15,3 1 0-15,0-2 4 0,0 1-4 0,0-5 1 16,-1 4 5-16,2 0-4 0,-1-4 6 15,-5 4-3-15,5-4-3 0,0 3-1 0,0-3 8 16,0 0-4-16,0 0 9 0,-1 5 8 0,1-5 8 0,0 0 1 16,0 0 1-16,0 0 4 0,0 0 0 0,0 0 6 15,0 0 7-15,0 0-1 0,0 0-3 0,0 0 9 16,0 0-6-16,0 0 8 0,0 0 5 0,0 0 2 0,0 0 2 0,0 0 4 16,0 0 5-16,0 0-9 0,0 0 0 0,0 0-4 15,0 0-7-15,0 0-6 0,0 0-7 16,0 0-1-16,0 0-7 0,0 0-3 0,0 0-6 15,0 0 2-15,0 0-6 0,0 0 1 0,0 0-3 16,0 0 5-16,0 0-9 0,0 0-3 0,0 0-5 0,0 0 3 16,0 0-1-1,0 0 3-15,0 0-9 0,0 0 2 0,0 0-2 16,0 0-3-16,0 0 0 0,0 0 1 0,0 0-1 16,0 0 0-16,0 0 0 0,0 0 0 0,0 0 0 15,0 0-3-15,0 0 2 0,0 0 1 0,0 0 1 16,0 0 3-16,0 0 3 0,0 0 5 0,0 0 2 15,0 0 2-15,0 0-6 0,0 0-19 0,24-10-17 16,-4 3-26-16,12-5-38 0,4-2-44 0,17-8-68 0,-5-1-258 0,3-4-500 16,-6 2 222-16</inkml:trace>
  <inkml:trace contextRef="#ctx0" brushRef="#br0" timeOffset="102104.75">18135 11855 180 0,'-2'-4'209'0,"2"4"-4"0,0 0-11 16,-2-4-14-16,2 4-16 15,0 0-18-15,0 0-21 0,6-6-12 0,2 5-10 16,5-2-13-16,8 0-21 0,11-2-21 0,4-3-27 16,15 3-38-16,5-4-37 0,-2 0-64 0,-3 1-159 15,-13 1-299-15,13-3 133 0</inkml:trace>
  <inkml:trace contextRef="#ctx0" brushRef="#br0" timeOffset="102690.49">19380 11652 2 0,'-1'-5'171'0,"1"5"-16"0,0 0-16 16,0 0-18-16,0 0-10 0,0 0-10 0,0 0-14 15,0 0-16-15,0 0 2 0,0 0-13 0,0 0-9 16,0 0-4-16,0 0-2 0,0 0-11 0,-4 17-6 0,2-8 2 0,-2 7-5 16,-1 3-2-16,-2 10-8 0,-1 2 3 0,0 2-4 15,-4 17-5-15,6 0 1 0,-7 0-6 0,4 3-1 16,1-1 2-16,-2 4 0 0,4 3 5 0,-2 0 2 15,3-1 6-15,0 1-11 0,1-4 9 0,2-2-9 16,2 2 3-16,-3-4 4 0,3-4-5 0,-3-13 2 16,2 2-6-1,1-3 1-15,-5-1-4 0,2-3-7 0,0-1 8 16,-1-7 6-16,-2-3-9 0,-1-1 9 0,1-2 0 16,-5 0 5-16,3-5 4 0,-1-1 10 0,-3-2 5 0,1-1 15 15,-1-2 11-15,-6 0 14 0,3-1 7 16,0-2 10-16,2-2-2 0,-4-2-4 0,3-1-4 15,0 2-6-15,5-5-2 0,-3 2-8 0,1 1-8 16,5 0-5-16,1 2-6 0,-2-2-9 0,3 3-9 0,-2-1-29 0,2 0-43 16,4 2-62-16,-6-1-50 0,6 1-72 0,0 0-137 15,-12 5-395-15,7-5 176 0</inkml:trace>
  <inkml:trace contextRef="#ctx0" brushRef="#br0" timeOffset="103191.68">19257 13266 137 0,'0'0'171'0,"-10"0"-31"15,10 0-1-15,-10 7-18 0,0 0-10 0,-1 2-17 16,-1 0-11-16,-1 5-7 0,2 0-10 0,-1 1-5 16,3 2-16-16,0-3 6 15,2 1-9-15,0-1-5 0,5-3-5 0,-1 3 17 16,2-5 2-16,2 3 0 0,2-3 8 0,3-1 8 16,-1-1 26-16,5-2 9 0,2-2 14 0,1-1 11 15,-2-4 11-15,3 0 3 0,-1 1 10 0,2-4 19 16,-6-2 9-16,2 0-2 0,-4 0-14 0,3-3-10 15,-2 0-11-15,-3-2-13 0,-1 0-2 0,1 3-13 16,-5-4-11-16,0 1-24 0,-5 2-23 0,1-1-40 0,-5 1-27 0,-1 0-40 16,-8 1-38-16,-1 1-43 0,-9 0-36 0,9 2-62 15,-2 3-75-15,3-2-225 0,3-4-572 16,6 4 254-16</inkml:trace>
  <inkml:trace contextRef="#ctx0" brushRef="#br0" timeOffset="104009.13">19674 11233 81 0,'2'-4'259'0,"0"-3"-16"0,-2 2-11 0,4 2-14 0,-4-2-13 15,1 0-18-15,-1 1-10 0,0 4-17 16,5-3-17-16,-5 3-15 15,4-4-14-15,-4 4-5 0,1-3-27 0,-1 3-6 16,0 0-18-16,0 0-10 0,0 0-9 0,4 7-2 16,-4 0-11-16,2 0 4 0,0 4-8 0,-4 1-5 15,0 0 1-15,2 4-2 0,-5 1 0 0,2-1-1 16,-1 1-1-16,1 0-3 0,-1-5 4 0,0-3-4 16,0 2-3-16,3-3 0 0,1-1 1 0,-4 0 9 15,4-5-5-15,-2 5 0 0,2-3-1 0,0-4 40 0,-2 2 26 0,2-2 32 16,0 0 16-16,0 0 11 0,0 0-21 0,0 0 0 15,0 0-9-15,0 0-14 0,9-13 2 0,-5 8-20 16,0 0-13-16,0-1-7 0,-1 4-6 0,0-3-7 16,1 3-7-16,-3-1-5 0,3 0-12 0,-4 3-14 15,4-4-21-15,-4 4 0 0,9 1-6 0,-9-1-4 16,14 4-7-16,-9 2-6 0,4 0 1 0,1 3-11 0,1 0-7 0,0 4-9 16,2-1-13-16,-4-3-13 0,4 4-25 0,-3-3-19 15,1 2-20-15,-3-1-24 0,1-2-19 0,-3-3-24 16,2 4-39-16,-5-4-151 0,2-2-446 0,0-2 197 15</inkml:trace>
  <inkml:trace contextRef="#ctx0" brushRef="#br0" timeOffset="104193.99">19665 11269 97 0,'0'0'218'0,"-5"-2"-7"0,5 2-5 0,0 0-26 16,0 0-20-16,0 0-12 0,10-5-15 0,2 3-21 0,8-3-4 16,11 0-17-16,1 1-24 0,1 1-36 0,4-1-43 0,0 0-47 15,-1-1-62-15,-3 0-141 0,-1-3-283 0,-5 3 124 16</inkml:trace>
  <inkml:trace contextRef="#ctx0" brushRef="#br0" timeOffset="104496.92">20290 11098 260 0,'4'-2'290'0,"-4"2"-18"0,1-6-23 16,-1 6-25-16,0 0-24 0,0 0-27 0,1-2-20 16,-1 2-38-16,0 0-31 0,0 0-14 0,0 0-5 15,2 15-8-15,-8-4-6 0,0 6-6 0,-3 8-5 0,2-1-7 0,-5 7 0 16,-1-3-4-16,-2 2-6 0,1-1-1 0,1 5-5 15,2-2 3-15,-1-3-3 0,2 0-3 0,1-4-3 16,0-1 4-16,1-5-4 0,4-5-3 0,2-1 5 16,-2-4-2-16,0 0-3 0,3-2 2 0,1-2-3 15,-2 0 5-15,0 1 10 0,2-4 16 0,0-2 11 16,-1 5 7-16,-2-2-1 16,3-3-6-16,-1 4-3 0,1-4-2 0,0 0-7 15,0 0-28-15,-2 3-16 0,2-3-23 0,0 0-33 16,0 0-87-16,0 0-64 0,7-10-221 0,-3 7-469 15,1-1 208-15</inkml:trace>
  <inkml:trace contextRef="#ctx0" brushRef="#br0" timeOffset="104864.13">20400 11419 79 0,'5'0'316'15,"-2"-1"-27"-15,-3 1-13 0,9-1-17 0,-9 1-3 16,5-3-37-16,-5 3-24 0,0 0-23 0,4-2-18 15,-4 2-19-15,0 0-11 0,0 0-18 16,10 6-14-16,-6-2-20 0,-2 0-8 0,2 1-12 0,-1 4-4 0,-2 2-10 16,-1 3-3-16,-1 1-4 0,-2 2-5 0,-1 3-2 15,0-4-3-15,1 2-4 0,-1-1 2 0,1-1-3 16,1-4-1-16,-1-3-2 0,2 1-6 0,1-3 4 0,-3 0-2 16,3 0 2-16,3-1 0 0,-1-1-2 0,5-1 5 15,9 0 1-15,4-1-3 0,8-3 3 0,6-3 5 16,2 2-10-1,2-3-3-15,13-2 0 0,0-1 0 0,1-4-1 16,-13 6 0-16,0-1 1 0,-6 0-1 0,0 2 5 16,-14 0-2-16,0 0 2 0,-7 3-1 0,0-1 3 15,-3 0 1-15,-1 0-3 0,-3 1 3 0,2-2-6 16,-4 3-10-16,-3 0-12 0,0 0-15 0,8-1-22 16,-8 1-32-16,0 0-38 0,0 0-65 0,-15 12-71 0,5-8-196 15,-1-1-489-15,1 0 218 0</inkml:trace>
  <inkml:trace contextRef="#ctx0" brushRef="#br0" timeOffset="107200.67">20428 12322 216 0,'0'-4'204'0,"0"4"-15"16,3-10-15-16,-3 6-8 0,1-3-16 0,3 6-13 16,-2-4-17-16,2 0-12 0,4 0-10 0,-2 0-13 15,1 4-11-15,0-2-8 0,5 1-9 0,1 3-6 0,-1 1-8 0,1 1-8 16,-1 3 0-16,0 0-5 0,5 3-4 0,-2 2-10 15,-3 3-2-15,-1 3-1 0,1-2-7 0,-7 2 0 16,3 0-11-16,-3 2 11 0,-4 0-8 16,-6 1-4-16,1 6 1 0,-5-4-1 0,0 2-3 0,-2 0 5 15,-1-7-2-15,-1-2 4 0,-1-1 0 0,2 1 2 16,-4-3-4 0,3-2 2-16,3-2-1 0,1 0 1 0,0-3 4 15,4 0 2-15,-1 0 0 0,2-3 2 0,0 0 24 16,2-1 22-16,-1 3 30 0,3-4 11 0,0 0 13 0,0 0-8 15,0 0-12-15,0 0-8 0,12-21-7 16,0 8-12-16,5-6-5 0,5-2-7 0,1-4-6 16,2 2-1-16,2-4-3 0,-1 3-2 0,1-2-5 15,-3 1-2-15,-1 3 0 0,-4 3-4 0,0-1 2 0,-5 8 12 0,-5 3-8 16,0-2-1-16,-2 4 2 0,1 1 0 0,-4 0-6 16,0 2-10-16,-3 1-4 0,3 1-14 0,-4 2-20 15,4-2-4-15,-4 2 3 0,0 0-1 0,-4 14 1 16,-1-4 3-16,-3 7 8 0,2 2-5 0,-5 3 2 15,4 2-4-15,-1 2 7 0,3-1 3 0,4 1-2 16,1-8 2-16,1 1 4 16,6 0 2-16,4 4-1 0,2-10-11 0,11 6-19 15,6-6-40-15,4-1-60 0,16-6-68 0,-10-5-247 16,12-3-488-16,-15-1 216 0</inkml:trace>
  <inkml:trace contextRef="#ctx0" brushRef="#br0" timeOffset="108537.33">21751 12126 109 0,'3'-3'182'0,"0"0"-5"0,0 0-8 0,-3 3-15 16,5-3-19 0,-5 3-8-16,2 0-15 0,-2 0-10 0,3-5-17 15,-3 5-7-15,0 0-10 0,0 0-10 0,0 0-3 16,0 0-6-16,-24 10 0 0,10-4-10 0,-7 1-7 16,-2 4-1-16,-4 1-1 0,0 4-10 0,2-1 2 15,-2-3-2-15,3 1-3 0,0 2-2 0,3 0-2 16,6-3 1-16,-1 0-6 0,1 2-2 0,6-5 4 15,-4 6-3-15,8-6-4 0,0 1 2 0,1 3 7 0,0-5-6 0,4 3 1 16,3-1 2-16,0-3-2 0,4 4 6 0,3-1-2 16,7-1-7-16,2 1 6 0,7 1-4 0,-2-1 2 15,4 1-2-15,-2 1-3 0,-1 1-2 0,0-4 4 16,-5 1 0-16,-6-1-5 0,4 1 0 0,-8-2 0 16,-2-1-3-16,1-1-2 0,-3 2 5 0,-1-1-3 15,-2-2 6-15,-3 2-4 16,-1 1-2-16,-6 0-1 0,0 1 1 0,-5 0 2 15,-2-1-8-15,-3 1 8 0,2-2 0 0,-3 3 1 16,0-6 0-16,2 3-4 0,-1-1 6 0,4-3-1 16,1-2-3-16,3 2 9 0,1 0-1 0,1-1 3 15,1-2 21-15,1 3 20 0,5-3 3 0,0 0-25 16,0 0-18-16,7-13-6 0,10 3-12 0,1 1 2 16,9-1 1-16,1-2-14 0,0 1 2 0,3 0-2 0,-3-1 3 0,3 1 3 15,-1 3 7-15,-3-3 2 0,-1 3 5 0,-9 3 7 16,0 0 0-16,-3 0 12 0,-5 1 12 0,-1 1 8 15,-2 1 10-15,3-1 4 0,-4 3-1 0,-1-2-6 16,1-1-4-16,-5 3-3 0,4-3-2 0,-4 3-7 16,9 0-3-16,-9 0-7 0,0 0 0 0,4-1-3 15,-4 1-4-15,0 0-6 0,0 0 1 0,5-3-4 0,-5 3 1 16,0 0 3-16,0 0-3 0,0 0 1 0,0 0-3 16,0 0 1-16,0 0-2 0,0 0 0 0,0 0 1 0,0 0 0 15,0 0 1-15,0 0 1 0,0 0-3 0,0 0 0 16,0 0-3-16,0 0 1 0,0 0 3 0,0 0-3 15,0 0 0-15,0 0 2 0,0 0-3 16,0 0 0-16,5 0 4 16,-5 0-1-16,0 0-3 0,0 0-2 0,0 0 2 0,0 0-1 15,0 0 1-15,0 0 0 0,0 0 1 16,0 0-2-16,0 0 3 0,0 0-2 0,0 0-3 16,0 0 4-16,0 0-1 0,0 0 3 0,0 0 0 15,0 0 11-15,0 0 3 0,0 0 2 0,0 0 5 16,0 0 7-16,0 0-7 0,0 0 1 0,0 0 4 0,0 0-2 15,0 0-2-15,0 0 1 0,0 0-1 0,0 0-2 0,0 0 1 16,0 0-3-16,0 0-4 0,0 0 0 0,0 0-1 16,0 0-5-16,0 0 0 0,0 0-3 0,0 0 8 15,0 0-7-15,0 0-4 0,0 0-1 0,0 0 3 16,0 0 1-16,0 0 10 0,0 0-11 0,0 0 9 16,0 0 5-16,0 0 7 0,0 0-1 0,4-2 5 15,-4 2 1-15,0 0-5 16,0 0 3-16,0 0-1 0,0 0-3 0,0 0-8 15,0 0 1-15,0 0-1 0,0 0-2 0,0 0-3 16,0 0-4-16,0 0 10 0,0 0-12 0,0 0-7 16,0 0 3-16,0 0-3 0,0 0-3 0,0 0-8 0,0 0-8 0,0 0-7 15,0 0 5-15,0 0 0 0,-4 9 1 0,4-4 3 0,0 0 1 16,-1 2 5-16,1-2-2 0,-3 2 2 16,2 0-4-16,0-1 6 0,1 1 2 0,-3-2-9 15,3 0-14-15,0 1-8 0,0-2-10 0,0 1-13 16,0-5-10-16,-1 8-17 0,-2-5-7 0,3-1-17 15,0-2-7-15,-6 5-31 0,2-2-36 0,4-3-57 16,-9-3-143-16,4-1-416 0,0 0 185 0</inkml:trace>
  <inkml:trace contextRef="#ctx0" brushRef="#br0" timeOffset="108672.79">21856 12322 106 0,'2'-7'265'0,"-2"0"-8"0,1 0-19 15,3 2-19-15,-4-2-23 0,2 4-22 0,0-3-15 16,-2 2-20-16,0 4-17 0,0-5-32 0,1 1-35 0,-1 4-33 16,7-1-40-16,-7 1-28 0,0 0-32 0,12 3-42 0,-9-1-177 15,-3-2-322-15,9 5 143 0</inkml:trace>
  <inkml:trace contextRef="#ctx0" brushRef="#br0" timeOffset="109089.37">22170 12364 131 0,'0'0'237'15,"0"0"-22"1,4-3-20-16,-4 3-22 0,0 0-23 0,0 0-14 0,0 0-15 15,0 0-12-15,6 7-14 0,-6-4-12 0,0 3-5 16,0 2-6-16,-1 1-9 0,1 1-7 0,-2 1-5 16,-2 5-9-16,0-1-3 0,0-1-3 0,-1 2-1 15,2-3-7-15,-1-1-5 0,2-3 2 0,-1 0-5 16,2 2 1-16,-3-6-3 0,4 0 2 0,-1 0-4 16,-2-2 10-16,3-3 23 0,-1 5 27 0,1-5 26 0,0 4 26 15,0-4-3-15,0 0-10 0,0 0-14 0,0 0-10 0,13-14-8 16,-7 6 2-16,2-1-21 0,0 1-5 0,2-1-10 15,-3 1-3-15,1-1-4 0,1 2-6 0,-1-2-5 16,-5 5-1-16,4 0-7 0,-2-1-4 0,-1 2-5 16,1-2-4-16,0 5-10 0,-1-1-7 15,2 0-10-15,-1-2-19 0,-5 3-23 16,12 3-16-16,-8-1-37 0,1-2-26 16,1 5-39-16,-1-2-35 0,2 4-71 0,-1-5-147 15,-5 1-465-15,4-2 206 0</inkml:trace>
  <inkml:trace contextRef="#ctx0" brushRef="#br0" timeOffset="114016.1">13449 12304 19 0,'0'0'124'0,"0"0"-13"15,-3-5-8-15,3 5-11 0,0 0-10 0,0 0-1 16,-1-6-9-16,1 6 1 0,0 0-10 0,1-5 3 15,-1 5 2-15,-1-5-5 0,1 5-2 0,-3-3 4 16,3 3-15-16,0-4 4 0,0 4 0 0,-1-5-4 0,1 5-8 0,-3-4-6 16,3 4-1-16,0 0 1 0,0-5-8 0,0 5 0 15,0-5-2-15,0 5 5 0,-1-4 0 0,1 4 8 16,0-6 12-16,0 6 2 0,-1-6 0 0,1 6 8 16,0-6 14-16,0 6 7 0,-3-2 10 0,3 2-4 15,0 0 3-15,0-6-1 0,0 6 1 0,-2-4-6 16,2 4-3-16,-3-4-5 15,3 4-5-15,0 0-7 0,0-4-8 0,0 4-6 16,0 0-7-16,0 0-7 0,0 0-7 0,0 0-23 16,0 0-24-16,-1-5-20 0,1 5-6 0,0 0 4 15,0 0-2-15,-1 16 4 0,1-7 8 0,1 3 1 16,-1 1 5-16,4 3 1 0,-2 1 1 0,2 3 4 16,-4-1-18-16,5 0-9 0,-2-2-13 0,-2 1-7 15,-1 0-8-15,3-2-15 0,-3 1 1 0,0-5-22 0,-3-1 0 0,3 1-31 16,-1-2-189-16,-3-1-354 0,0-4 157 0</inkml:trace>
  <inkml:trace contextRef="#ctx0" brushRef="#br0" timeOffset="114470.5">13459 12153 106 0,'3'-5'206'0,"-1"0"-9"0,-2 5-11 16,1-5-14-16,-1 3-18 0,0 2-20 0,0 0-14 16,0 0-11-16,0 0-15 0,-11 0-10 0,11 0-14 15,-18 7-7-15,1 5-4 0,3 0-11 0,-2 0-17 16,-5 7-15-16,3-1-28 0,-3 1-20 0,6-4-30 16,0 0-32-16,4-1-49 0,-5 0-108 0,3-2-273 15,6-2 121-15</inkml:trace>
  <inkml:trace contextRef="#ctx0" brushRef="#br0" timeOffset="114664.07">13523 12136 73 0,'0'0'270'0,"0"-4"-31"0,0 4-28 0,0 0-25 16,0 0-31-16,3-3-25 0,-3 3-15 0,0 0-19 0,17 3-26 15,-4-1-33-15,2 0-43 0,6 0-64 0,-1-1-181 16,-1 1-273-16,3-2 121 0</inkml:trace>
  <inkml:trace contextRef="#ctx0" brushRef="#br0" timeOffset="115751.11">13545 11101 47 0,'1'-3'203'16,"-1"3"-11"-16,1-5-18 0,-1 5-17 0,0-4-16 0,0 4-15 0,0 0-23 16,0 0-15-16,0 0-9 0,0 0-9 0,0 0-9 15,-9 13-7-15,3-3-6 0,-7 4-1 0,1 2-9 16,-4 4-1-16,0 1-8 0,-1 2-3 0,0 0 4 16,-1-1-9-16,4 2 0 0,-4 2 0 0,0-4-9 15,2 2 2-15,3-3 2 0,3-3-8 0,1 1 5 0,0-1-6 16,3 1-4-1,0-1 4-15,2-2-1 0,4-3-2 0,0 2 2 16,2-2-5-16,2-1 3 0,2-6 4 0,3 5-3 16,4-2 1-16,3-2 3 0,2 0-4 0,5-4 3 15,4 2-4-15,4-1 4 0,-2 0-1 0,2 0-2 16,-1-3 4-16,-2 1-1 0,-6 2-4 0,-4 1 2 16,1-2-5-16,-10 0-1 0,-1-1 3 0,2 3-2 15,-2-1-4-15,-3 0 2 0,-4 0 1 0,2 2 0 0,-2 1 3 0,-5 1-3 16,-1 0 5-16,-3 1-3 0,-3-1 2 0,-2 4-2 15,-5-3 1-15,8 0-2 0,-2-1 2 0,-1-3-1 16,2 2 0-16,1-3 2 0,2 1-1 0,2-1 3 16,1-2 0-16,1 0 4 0,-1-1 21 0,5-1 7 15,-6 2-6-15,6-2-14 0,0 0-4 0,12-13-1 16,-1 6-1-16,5-3-4 16,0-2-3-16,3 0 7 0,6-3-3 0,-3 2 2 15,2-3 4-15,3 1 0 0,-1 4 6 0,-2-4 4 16,0 4 2-16,-6 4 1 0,-1-2 7 0,-6 2 5 15,-1 3-3-15,0-1-2 0,-2 5-3 0,0-2-5 16,-3-1-1-16,0 3-3 0,0-2-6 0,-5 2-3 16,8-1-2-16,-8 1-2 0,5 0-2 0,-5 0 0 15,5 6-1-15,-1-4 0 0,1 2-1 0,-1 1 1 0,-3 1-2 0,3-1-2 16,-1 1 3-16,-1 0-3 0,2 0-13 0,-1-1-16 16,-2 0-14-16,1 1-19 0,1-2-8 15,-2 1-21-15,2-2-25 0,-2 1-9 0,2-1-10 0,-3-3-17 16,0 0-178-16,0 0-353 0,0 0 156 0</inkml:trace>
  <inkml:trace contextRef="#ctx0" brushRef="#br0" timeOffset="115904.72">13847 11318 177 0,'0'-5'228'0,"0"5"-22"0,0-6-23 15,3 4-24-15,-3 2-20 0,0 0-24 0,0 0-16 0,0 0-29 16,0 0-27-1,0 0-27-15,10 6-28 0,-5 1-32 0,-1-3-37 16,0 3-136-16,-3-1-234 0,3-1 104 0</inkml:trace>
  <inkml:trace contextRef="#ctx0" brushRef="#br0" timeOffset="116236.69">14148 11419 7 0,'2'3'214'0,"-2"-3"-17"16,4 3-31-16,-4-3-19 0,0 6-11 0,0-1-20 15,-1 1-10-15,0 3-10 0,-1 1-11 0,1 0-19 16,-2-1 9 0,2 8-5-16,-2-6-14 0,2 2-3 0,0-1-7 0,0-2-7 15,1-2 1-15,-3-1-4 0,3-2-5 0,0 1 2 16,0-2-1-16,0 2 17 0,0-6 22 0,0 5 21 15,0-5 23-15,0 5 20 0,0-5 3 0,0 0-8 16,0 0-16-16,0 0-13 0,8-12-13 0,-6 7-12 16,1 0-8-16,1 0-5 0,-2 1-7 0,1-1-4 15,2 0-9-15,-3 0-15 0,4 4-4 0,-3-5-9 0,1 4-4 16,0-1-13-16,3 1-12 0,-2 2-15 0,1-3-23 16,-6 3-27-16,14 3-31 0,-14-3-50 0,15 1-28 15,-7 0-64-15,1 1-153 0,-9-2-439 0,10 1 194 0</inkml:trace>
  <inkml:trace contextRef="#ctx0" brushRef="#br0" timeOffset="116616.39">14301 11347 236 0,'0'0'256'15,"0"-6"-30"-15,0 6-23 0,0 0-23 0,0-4-23 16,0 4-13-16,0 0-19 0,0 0-10 0,0 0-13 16,0 0-13-16,10 10-8 0,-5-6-13 0,-1 6-4 15,-1-4-7-15,-1 6-4 0,2 1-8 0,1 2-2 16,-2 0-6-16,-2 2-4 0,2-2-3 0,-2-4-5 16,-1 2 2-16,5-2-5 0,-5-3-1 0,1-1 0 15,0 0-3-15,1-1 1 0,-1-2 1 0,-1 1 2 0,0-1 24 0,0 0 22 16,0-4 4-16,0 0-14 0,0 0 2 0,13-11-13 0,-8 5-2 15,4-3-7-15,-1-2-9 0,1 3-2 0,2-1-2 16,-2 1-2-16,1 1-7 0,0-2-1 16,-2 4-1-16,2-2-3 0,-2 2-5 0,2 1 5 15,-3 1-13-15,3 1-10 0,-3 3-10 0,1-1-14 16,1 4-24 0,0 0-24-16,1 4-44 0,-1-2-49 0,-1 2-262 0,-3 0-474 15,3 1 210-15</inkml:trace>
  <inkml:trace contextRef="#ctx0" brushRef="#br0" timeOffset="118256.69">5002 12780 62 0,'4'-5'131'0,"-1"2"-12"15,0 3-9-15,0-5-13 0,1 1-3 0,3-1-5 16,1 2-10-16,-1-1-10 0,0 1-3 0,5-1-7 16,-3-1-8-16,2 3-2 0,-1-3-6 0,2 3 1 15,3 0-1-15,-3 0-9 0,1-2-2 0,4 1-1 16,4 0-5-16,-3 1-7 0,5 0 3 0,5-1 6 16,2-1-4-16,0 3-2 0,3 0-3 0,0-2 11 15,3 0-10-15,0-1 5 0,5 0-5 0,12-1-1 0,-3 1-2 0,4 4-6 16,1-4 6-16,-2 1-4 0,4 1-3 0,-1-1-1 15,4-2 3-15,1 3-5 0,2-1 2 16,0 1 0-16,2 1-1 0,1 0-3 0,-2-2-1 0,1 1-2 16,26-4 3-16,-28 4 0 0,-1-2 1 0,6-7-2 15,24 6 3-15,-24-3 3 0,26-2 6 0,-26 3 1 16,24-2 5 0,-28 2 1-16,2-1-1 0,26 0-1 0,-25 1 4 15,27-5-8-15,-3 2-1 0,-27 0 0 0,33 3-3 0,-1-2 1 16,-3-2-1-16,-2 4-1 0,-26-2-1 0,27-2 0 15,4-5-5-15,1 4 6 0,-4 0-5 16,8 0 2-16,-1 3-3 0,3-6 1 0,-3 3-1 16,1 0 2-16,0 0-6 0,-5-5 5 0,2 10-2 15,5-3 1-15,3-2 0 0,0 3 0 0,-2 1-6 0,0-2 3 0,-3-1 0 16,1 1-3-16,2 0 3 0,0 0-1 0,4-2-1 16,0 2 2-16,0 0-1 0,-4 0 6 0,1-1-7 15,-4 0-1-15,1 1 0 0,2-3 3 0,1 5-4 16,2-3 2-16,-1 2-1 0,-5-2 0 0,2 2 3 15,-5-1 2-15,0-2 1 0,-1 4 2 0,-1-1-5 16,7 1 0-16,0-1 0 16,-4 2 3-16,1-1-2 0,-3-4-1 0,2 6 1 15,-5-5-2-15,3 5 0 0,4-2 1 0,-1-1-2 16,6 1 4-16,-10 1-2 0,1 0-4 0,0 0 1 16,-5 1 3-16,-1-2 1 0,-2 2-3 0,2 3 4 15,-2-2-4-15,2-1-1 0,-24 4 0 0,23-2 0 16,1 1-1-16,-27 2 2 0,3 1 5 0,28-4-5 15,-28 0 0-15,27 1 4 0,-1 1 0 0,-25 2 3 0,27-3-1 0,-2 2-2 16,-2-5 1-16,-25 4 0 0,25 2 2 0,1-4-2 16,-3 3 2-16,5-1-1 0,0 4-3 0,2-4-2 15,-1 2 0-15,-3-1 0 0,2 1 2 0,-2-1-1 16,-28 1 0-16,33 0 1 0,-5-1-1 0,-24 2 5 16,28-1 1-16,-3 0-2 0,-1-3 5 0,-3 5 2 15,-22-2-3-15,24 0 0 0,-27 1 0 0,35-4 2 0,1 3-2 16,-3 2 0-16,3 0-3 0,3-3 7 0,2 1-6 15,-2 0-3-15,1-1-1 0,-3 2 0 0,2-1 0 16,4 2 0-16,4-2 0 0,1 2-1 0,-5-1-1 0,5 0 0 16,-1 0 0-16,-4 1 2 0,2-2 0 0,-4 2-1 15,3-1-1-15,-2-1 0 0,-2-1 2 16,-6 1 3-16,3 0-1 16,-2-2 1-16,-4 5 1 0,-4-1 2 0,2 0 0 15,-1-1 0-15,0 0 0 0,-25 2-1 0,27-1-1 16,-30-2 9-16,28 3-7 0,-30-2 0 0,0-1 1 15,2 2-1-15,27-1-1 0,-26 0 1 0,3 2-1 16,22-2-1-16,-27-1 2 0,-4 1 1 0,2 1-5 16,0-2-1-16,2 1-2 0,-7 2 5 0,-2-3-4 0,-15 1 1 15,11 2-2-15,-13-1-2 0,-2-4 3 0,-2 6 1 0,-5-4-6 16,-7 0 3-16,0 0-1 0,-3 2 0 0,-1-2 1 16,-3 0-1-16,-4 0-1 0,-1 0 0 0,0 0-2 15,-5 0-20-15,-4 0-31 0,10 0-42 0,-7 1-58 16,-3-1-38-16,0 0-197 0,0 0-419 0,0 0 187 15</inkml:trace>
  <inkml:trace contextRef="#ctx0" brushRef="#br0" timeOffset="119713.45">10014 12861 2 0,'0'0'117'0,"0"0"-37"15,0 0 0-15,0 0-16 0,0 0 1 0,0 0-3 16,0 0-16-16,-5 3 12 0,5-3-13 0,0 0 5 16,0 0-10-16,0 0-5 0,0 0 2 0,0 0-3 0,14 5 4 15,-8-5-3-15,7 2 1 0,1-2-9 0,4 0 6 16,4 0-15-16,-1 0 16 0,10 0 1 15,6 0-4-15,17-1-4 0,-1-2 1 0,6 3 1 0,5-1 2 0,0 1 0 16,1-1 2-16,26 2-2 0,-25-2-1 0,26 0-5 16,-25 1 2-16,23-2-5 0,-23 2-8 0,25-3 0 15,-27-1 6-15,27 1-2 0,-27-1-2 0,1 3 4 16,28-3-4-16,-31 0 1 0,27-2-3 0,-23 3 2 16,27-2-7-16,1 1 13 0,-2-4-10 0,-1 3-5 0,3-2 1 15,-2 0 4 1,3 2-5-16,-3-2 0 0,4 0 6 0,-2 4-7 15,-1-4 5-15,4 2-11 0,-4 0 3 0,7 0 1 16,-8 3 3-16,-2-3 1 0,-2 3 3 0,-25 0 5 16,31 0 5-16,-2 1-1 0,-29-3 7 0,31 3-3 15,-2 0 2-15,-1 0-2 0,-27 0-1 0,32-1 0 16,-30-2-7-16,31 4 5 0,-2-3-10 0,-4 3 6 16,4-3-8-16,2 1 0 0,-1 0 0 0,3 2 2 0,-3-3-5 0,-1 3-3 15,-4-2 5-15,1-1-3 0,-2 3-2 0,-3 0 0 16,-20-1 3-16,26 0-3 0,-27 2 3 0,26-2-1 15,-26 1 1-15,22 2 0 0,-22-1 1 0,23 3-1 16,-22-4 2-16,20 2 0 0,8-2-4 0,-30-2 1 16,30 4 1-16,-4-4-3 0,-2 2 0 0,-24 0 1 15,29-5 1-15,-2 5-3 0,-2 0 6 0,-1-2-3 0,1 3-4 0,0-2 1 16,-26 1 5-16,32-2-6 0,-32 2 3 0,35-2-2 16,-7 1-3-16,-2-2 6 0,-27 2-4 15,28 0-5-15,-27 1 7 0,37-2 5 0,-9 2-6 0,-2 0-1 16,-23 0 2-16,24-1 4 0,-27 0-1 0,30 1-3 15,-29 0 5-15,30-4-1 0,-5 3 2 0,-25 0-1 16,30-1 2 0,0 2-2-16,-30-2-1 0,26 0 2 0,3-2 1 15,-7 4-3-15,-23-1 1 0,31-2 1 0,-7-2-7 0,-22 3 4 16,29 0 0-16,-3-2-3 0,-28 3 2 0,2-2-6 16,27-2 7-16,-30 3-4 0,3 0 2 15,-1 1 2-15,-1-1-3 0,0 2 2 0,2-2-1 16,-2-2 1-16,-4 2-2 0,2-2 1 0,-1 2-2 0,1-1 0 15,-3 1-2-15,-2-2 2 0,-1 1 3 0,-4 2-3 0,-1-2-2 16,-14 2 3-16,17 1-3 0,-16-3 5 0,12 3-3 16,-14-2-1-16,2 0 6 0,1 2-3 0,-3-1 1 15,0-1 1-15,1 0-3 0,-2-1 0 0,-3 1 5 16,3-1-2-16,-5 1 4 0,-4-1-1 0,1 1 2 16,-7 1 1-16,0 0 1 0,-1-2 4 0,1 1-4 15,-2 0 3-15,0 0-5 16,2 1 0-16,-1-1 2 0,2 1-5 0,-2-1 4 15,1 2-1-15,-2-4 5 0,3 1 0 0,-4 1 2 16,3 0 5-16,-2 1 2 0,1-1 0 0,0 0-6 16,-2 1-1-16,0 1-2 0,1-3-3 0,-5 3 4 15,4 0-7-15,-3 0 3 0,1 0 0 0,-5 0-1 16,2-1-4-16,-3 1 2 0,-2 0-2 0,-2 1-1 16,2-2-5-16,-2 0 6 0,-6 1 1 0,9 1 3 0,-9-1-3 0,5 0 0 15,-5 0 2-15,9 0-2 0,-9 0-1 0,0 0-1 16,5 1-2-16,-5-1-1 0,0 0 0 0,0 0-1 15,0 0 3-15,0 0 0 0,0 0-3 0,8 0 0 16,-8 0 0-16,0 0-1 0,0 0 1 0,0 0 2 16,0 0-2-16,0 0-1 0,0 0 1 0,0 0-4 15,0 0 1-15,0 0-9 16,0 0-20-16,0 0-34 0,0 0-38 16,0 0-60-16,0 0-57 0,0 0-192 0,0 0-445 0,0 0 197 15</inkml:trace>
  <inkml:trace contextRef="#ctx0" brushRef="#br0" timeOffset="121980.9">4606 16120 39 0,'0'0'149'15,"0"0"-11"-15,0 0-9 16,0 0-8-16,0 0-10 0,0 0-4 0,0 0-5 16,0 0-4-16,0-5-5 0,0 5 2 0,0 0-10 15,0 0 2-15,0 0-3 0,0 0-1 0,0 0-11 16,0 0-8-16,6-8-4 0,-2 5-9 0,1-3-3 16,6 0-9-16,-2 1 0 0,0-5-3 0,4-1 7 15,0-1-4-15,3-1 6 0,-1 1 4 0,0-2 3 16,7-3-6-16,-3-2-4 0,3 1-4 0,-4-1-5 0,4 2 0 15,-2-4-5-15,-1 0-4 0,3 0 5 0,0-5-10 16,-2 1-2-16,3-4-6 0,0 3-2 0,-5-3-5 16,2 2 4-16,-4-2-11 0,-2 1 1 0,1-2-1 15,-2 5 0-15,-3-1-2 0,0 1 5 0,-2 0 1 0,-3 6 1 16,0 1 1-16,1 1 0 0,-3-3-1 0,-2 6 7 16,1-3-4-16,0 5 4 0,-2-5 2 0,2 5-3 0,-2 0 4 15,0 2-4-15,0 0 2 0,-2 3 0 0,2-2-2 16,0 3-4-16,-1-1 5 0,1 2-4 0,0 5 0 15,-3-9 0-15,3 6 1 0,0 3-3 0,-1-6 1 16,1 6-2-16,0 0-2 0,1-7 2 0,-1 7 1 16,0 0-3-16,-1-5 0 0,1 5 2 0,0 0-1 15,0 0 2-15,0 0-4 16,0 0-1-16,0 0 0 0,0 0 1 0,0 0-2 16,0 0-5-16,-3-8-15 0,3 8-5 15,0 0-11-15,0 0 2 0,0 0 2 0,-8 21 8 16,4-7-3-16,0 5 8 0,-4 9-5 0,0 4 2 15,2 4 4-15,-1 10 1 0,-4 6 2 0,3-3 2 16,0 1 9-16,1-1-7 0,5-15-1 0,-2 12-1 16,4-12 5-16,4-2 1 0,0-3 3 0,0 0 2 0,2-5 4 0,0-5 5 15,3-2 3-15,0-1 11 0,2-4-7 0,1 0 1 16,2-2 7-16,4-1 12 0,0-7 3 0,0 1 3 16,2-3 3-16,1-3 4 0,-2-1 5 0,0-2 4 15,-1-1 9-15,-4-4-1 0,0 1 11 0,-1-1 0 16,-3 2-3-16,-1 0-1 0,-4-1 0 0,1-1 3 15,-2 3-2 1,-4-2-3-16,0-1-11 0,-1 2-5 0,-4 0-8 16,-4 4-14-16,0-5-17 0,-2 8-19 0,-9-2-10 15,-1 3-13-15,-9-1-11 0,0 5-12 0,-1 1-13 16,-1 3-20-16,1 0-5 0,2 2-21 0,4-1-22 16,4 1-25-16,2-1-38 0,6 0-200 0,-1-4-431 15,5 3 191-15</inkml:trace>
  <inkml:trace contextRef="#ctx0" brushRef="#br0" timeOffset="122488.68">5577 15775 25 0,'0'0'258'0,"0"0"-12"16,-2-13-16-16,2 13-17 0,0-4-19 0,0 4-17 0,0 0-17 16,2-3-13-16,-2 3-17 0,0 0-16 0,0 0-12 15,5-2-14-15,-5 2-19 0,0 0-23 0,0 0-7 16,0 0-8-16,-1 10-1 0,-2-3-7 0,2 3-1 0,1 1-3 15,0 7-1-15,-4-3-5 0,-1 5-2 0,4-2 2 16,-4 7 0-16,1 0-1 0,0-9-4 16,3 3 1-16,-2-3-3 0,2-1 1 0,-2-6 0 0,2 2 1 0,1-6-1 15,-1 4 3-15,-2-6 10 0,3 1 11 0,0 1 28 16,0-5 24-16,0 5 34 0,0-5 8 0,0 0-11 16,0 0-12-16,11-12 0 0,-5 5-10 0,-1-3-8 15,4 0 0-15,-3-4-13 0,2-1-7 0,1-1-6 16,1 2-1-16,-2 3-10 0,-3 3-5 0,0 0-4 15,-1 2-11-15,1 1 0 16,-1 0-9-16,0 3-24 0,0-1-14 0,-4 3-8 16,0 0-5-16,0 0 2 0,16 5 0 15,-9 2-3-15,-1 2 4 0,0 1 3 0,5 2-1 16,-1 3 2-16,-1-1-6 0,5 2 0 0,-4-1-21 16,0-1-22-16,3 1-29 0,-3-1-26 0,2 0-29 15,-2-6-42-15,4 4-82 0,-5-5-151 0,5-2-471 16,-1-4 209-16</inkml:trace>
  <inkml:trace contextRef="#ctx0" brushRef="#br0" timeOffset="122789.4">6505 15767 233 0,'0'0'287'0,"0"0"-20"0,0 0-10 0,3-4-17 16,-3 4-17-16,0 0-16 0,0 0-15 0,0 0-10 15,0 0-21-15,0 0-14 0,0 0-18 0,0 0-9 16,0 0-16-16,7-4-29 0,1 3-27 15,-3-3-24-15,8 0-40 0,-1-1-45 0,1 1-45 16,8 0-68-16,-2 0-65 0,-2-2-145 0,0 1-415 16,-4 0 184-16</inkml:trace>
  <inkml:trace contextRef="#ctx0" brushRef="#br0" timeOffset="122952.13">6582 15913 101 0,'-3'3'256'15,"3"-3"12"1,-4 4-11-16,4-4-16 0,0 0-22 0,0 0-22 16,0 0-24-16,29-7-16 0,-9 2-33 0,14-4-50 15,3-2-55-15,15-1-51 0,1-2-69 0,3 0-84 16,-2-1-110-16,-5 1-319 0,-12 4 140 0</inkml:trace>
  <inkml:trace contextRef="#ctx0" brushRef="#br0" timeOffset="123537.78">8037 15224 36 0,'5'-5'163'0,"-1"2"-12"0,4-1-23 16,0 3-8-16,3-1-15 0,-1 0-7 0,4 2-13 0,-1 0-3 15,0 1-11-15,1 3-7 0,2 3-9 0,-3-1-8 16,0 5-5-16,1 0-1 0,-8 4-4 0,3 2-8 16,-5 2-6-16,1 8 5 0,-9 2-3 0,-2 0-2 15,-3 0 7-15,-6 2-14 0,-4 1-1 0,-10 6 2 16,7-9-5-16,-9 8 0 0,4-11-2 0,3-2 0 15,-3-5-3-15,1-1 1 16,3-1-5-16,9-5 7 0,1-7 1 0,3 3 10 16,1-4 16-16,2 0 25 0,2-1 37 0,-1-1 39 15,3 1 37-15,-1-1 22 0,4-2-21 0,0 0-21 0,0 0-25 16,4-11-12-16,2 3-13 0,3 1-10 0,2 1-10 16,2-1-9-16,2 0-14 0,2 3-6 0,1-3-7 15,0 4-2-15,1 0-14 0,4 2-2 0,0 1 1 16,4 1-21-16,1 2 11 0,0 2-3 0,0 2-15 15,-1-2-27-15,-5 4-43 0,-3-3-36 0,7 1-37 16,-6-3-52-16,0 3-58 0,-4-1-232 0,-2-1-519 16,-4-1 230-16</inkml:trace>
  <inkml:trace contextRef="#ctx0" brushRef="#br0" timeOffset="123907.5">7801 15987 53 0,'-4'3'169'0,"4"-3"-12"16,-8 0-10-16,8 0-22 0,-10 1-1 0,10-1 4 15,0 0-9-15,0 0-11 0,0 0-7 0,0 0-4 16,0 0-7-16,22-5-11 0,-2 2-3 0,12-2-14 16,6-2-1-1,19-2-6-15,1 1 3 0,5-2 8 0,3 0 3 16,25-1 10-16,0 1 2 0,-32 2-6 0,2 3-5 16,-7-1-5-16,-16 3-10 0,0 0 0 0,-4 2-10 15,-1 0-1-15,-14 1-6 0,0 0-6 0,-7-2 0 16,-2 1-6-16,-1 0-2 0,-2 1-6 0,-1 0-15 15,-6 0-7-15,7-1-12 0,-7 1-28 0,0 0-36 16,0 0-44-16,-23 6-48 0,8-5-203 0,-2 2-406 0,-2 0 181 0</inkml:trace>
  <inkml:trace contextRef="#ctx0" brushRef="#br0" timeOffset="124324.08">8533 16092 67 0,'-1'2'206'0,"1"-2"-23"16,-3 8-19-16,0-3-19 15,-2 3-10-15,0 5-14 0,-4 3-13 0,0 1-11 16,-1 1-7-16,-4 4-11 0,0 0-6 15,1-5-10-15,3-2-6 0,-4 2-6 0,2-3-1 0,6-5-6 16,-2-2-4-16,3 3 0 0,2-6-5 0,-1 0 10 16,1-2 35-16,-1 3 39 0,2-1 45 0,2-4 41 15,-4 2 20-15,4-2-16 0,0 0-20 0,-5-8-30 16,7 0-11-16,-1-2-13 0,2 3-15 0,2-4-16 0,-1 5-1 16,0-3-21-16,1 0-5 0,0 3-12 0,-2 1-9 15,0 1-7-15,0-1-5 0,1 3-14 0,-2 0-21 16,5 2 6-16,-7 0 2 0,11 3-18 0,1 3 1 15,-6 1-12-15,6 2-13 0,-3 1-1 0,1 2-3 16,3 2-25-16,-2 3-14 0,0-3-25 0,1 2-36 16,-2-2-34-16,-3 2-34 15,0-5-37-15,0 0-42 0,-3-3-223 0,-3-1-540 16,2-1 240-16</inkml:trace>
  <inkml:trace contextRef="#ctx0" brushRef="#br0" timeOffset="124493.31">8365 16152 3108 0,'0'0'223'0,"-14"-2"-141"0,14 2-6 0,-10-2-35 15,10 2-21-15,0 0-8 0,-10-3 4 0,10 3-6 16,0 0-3-16,0 0 4 0,0 0-1 0,38-5 2 16,-2 1-5-16,20-4-41 0,11-1-54 0,23-5-74 15,-24 4-137-15,-6-1-210 0,-5-3-552 0,-7 0 245 16</inkml:trace>
  <inkml:trace contextRef="#ctx0" brushRef="#br0" timeOffset="125226.04">10117 15078 113 0,'-1'-9'233'16,"-3"-1"3"-16,2 5-3 0,0-2-17 0,1 1-14 15,-3 2-16-15,4 1-20 0,-1-1-15 0,0 0-21 16,1 4-17-16,-3-4-29 15,3 4-26-15,0 0-8 0,0 0-7 0,-4 18-4 16,-2-4-9-16,0 15-1 0,0 4-4 0,-1 14 1 16,-3 6-7-16,-2 5-5 0,0 27 3 0,-1-3-3 15,-3-3-17-15,6-20 5 0,1 2-7 0,-4 20 2 16,12-27-2-16,-8 0-4 0,5 1-2 0,0-5 8 16,2 2 0-16,-6 3-2 0,8-2 5 0,-10 1 2 15,1-6-5-15,0-1 0 0,0-14 25 0,0 1 1 0,0-7-2 0,-2 1-3 16,1-5 6-16,-2 0 1 0,1-6-5 15,0-2 2-15,1-2 4 0,0-3 7 0,-3 3 1 16,-1-5 5-16,1 1 3 0,-2-2 1 0,2-2-1 16,3-1-2-16,-8 0-6 0,5-3-2 0,-1 2-5 15,5-3-3-15,0 0-3 0,0 2 2 0,3-2-24 16,1 1-32-16,5-1-51 0,-9 2-34 0,4 3-38 0,1-1-32 0,-1 2-218 16,2 0-440-16,1 0 196 0</inkml:trace>
  <inkml:trace contextRef="#ctx0" brushRef="#br0" timeOffset="125573.62">10074 16752 106 0,'-4'3'230'0,"0"0"-19"0,-5 4-32 16,0-2-17-16,2 2-13 0,-2 2-18 0,1 0-14 15,2 1-10-15,-2 1-14 0,4 0-6 0,2-1-15 16,-3 0-7-16,2-3-12 0,6 1 1 0,-2 1-4 16,4-2 1-16,4-2-3 0,0-2 1 15,9 1 0-15,-2-5 0 0,5-4 5 0,-2-1 12 16,0 0 16-16,-2 0 9 15,-6-1 15-15,2-3 7 0,-4 3-5 0,0-2 1 16,-4-1-4-16,0 0 4 0,0 2-7 0,-5 1-8 16,0-4-18-16,-4 5-11 0,1-3-19 0,-8 3-35 15,1 1-38-15,-9 0-38 0,-12 1-49 0,1 2-58 16,0-3-75-16,-3 1-224 0,6-1-510 0,12 0 226 16</inkml:trace>
  <inkml:trace contextRef="#ctx0" brushRef="#br0" timeOffset="126328.67">10392 14676 155 0,'0'0'210'0,"0"0"-24"0,0 0-21 15,0 0-17-15,0 0-15 0,0 0-7 0,0 0-2 0,4 10-13 16,-5-3-8-16,-2 3-14 0,-1 0-9 0,-1 4-4 0,0 1-11 15,0 5-2-15,-6 4-5 0,0-1-8 0,2 0-5 16,-3 0-1-16,3-6-17 0,1 1-7 16,0-8-5-16,2 1-4 0,1-3 7 0,2-2-4 15,-1-1 6-15,0 1 40 0,3-1 38 0,-1-1 35 16,2-4 14-16,0 0-14 16,0 0-11-16,0 0-17 0,2-16-10 0,3 6-10 15,2-5-7-15,2 1-14 0,0-3-1 0,2 2-12 16,1 2-3-16,-1 0-1 0,-2 3-4 0,0 2-8 15,-3 1-5-15,2 0-5 0,0 4-12 0,-2 1-11 16,3 2-6-16,0 0-8 0,0 2-3 0,1 5-3 16,-1 1-10-16,1 2-11 0,-1 0-18 0,1 3-25 15,-1 1-30-15,-1 0-34 0,0 3-40 0,-3-3-47 0,-3-2-218 0,0 0-487 16,-2-4 216-16</inkml:trace>
  <inkml:trace contextRef="#ctx0" brushRef="#br0" timeOffset="126598">10102 14751 109 0,'-5'-1'246'0,"-3"1"-20"16,8 0-16-16,-9-2-8 0,9 2-13 0,-6 0-20 15,6 0-18-15,0 0-16 0,11-7-13 0,6 5-9 16,4-4-12-16,18-2-10 15,15-2-4-15,1-1-13 0,6 0-7 0,-1-3-10 16,-1 3-5-16,-3 5-6 0,-4-6-2 0,-17 7-7 16,1 2 4-16,-9-2-14 0,-8 2-3 0,-3 2 2 15,-4 1 0-15,-3 0-3 0,-1 0-1 0,-8 0 3 16,11-3-19-16,-11 3-5 0,0 0-8 0,0 0-18 16,0 0-30-16,-19 8-42 0,5-3-33 0,2 2-50 15,-4-2-197-15,-2 2-406 0,6-3 180 0</inkml:trace>
  <inkml:trace contextRef="#ctx0" brushRef="#br0" timeOffset="127346.54">11253 15269 24 0,'0'-4'268'15,"-1"-2"-30"-15,1 2-16 0,0-1-7 0,0 0-16 0,0 1-20 0,0 4-15 16,0-5-19-16,0 5-17 0,0 0-21 0,0-3-24 15,0 3-20-15,0 0-6 0,0 0-10 0,-10 15-3 16,2-1-6-16,0 3-4 0,-3 12-3 16,-2 3-4-16,2 1-3 0,-2 14-2 0,0-1-6 0,2 3 1 15,2 1-2-15,0-7-4 0,5-7 0 0,1 0 1 16,2-1-4 0,-3-4 0-16,7-1-3 0,-1-2 2 0,-2-1-3 15,0-8 0-15,2 1 0 0,-1-3-2 0,0-4 4 16,0-1-1-16,-1 1-4 0,-1-6 2 0,1 1 5 15,1 0 0-15,-2-1 5 0,-1 0 0 0,0-3 2 0,-3 2 1 16,2 1 1-16,-3-5 2 0,-1 3-1 16,-5 3 2-16,1-4-5 0,-1-2-2 0,-2 0-3 15,1 1 3-15,3 2-2 0,-4-5-11 0,1 1-12 0,3-1-28 0,-4-1-25 16,6-1-32-16,-2-3-35 0,0 2-47 0,3-2-185 16,4 1-394-16,0-4 175 0</inkml:trace>
  <inkml:trace contextRef="#ctx0" brushRef="#br0" timeOffset="127647.26">10930 15758 7 0,'0'0'223'0,"-5"0"-17"0,5 0-15 0,0 0-5 16,0 0-17-16,-8 0-17 0,8 0-19 0,0 0-10 16,18-4-13-16,1 0-11 0,9-1-11 0,8-2-7 15,14-2-7-15,3 0-4 0,-2 1-11 0,-13 1-11 16,14 0 0-16,-16 3-7 0,-1-2-3 0,-3 1-3 16,-6 2-5-16,-7 1-5 0,-4 0-13 0,-4-1-12 15,2 1-12-15,-7 0-17 0,2 2 9 0,-8 0-11 0,0 0-5 0,0 0-12 16,0 0-19-16,0 0-23 0,-31 7-21 15,17-6-25-15,1 1-142 0,-1-1-302 0,2 0 134 16</inkml:trace>
  <inkml:trace contextRef="#ctx0" brushRef="#br0" timeOffset="128117.21">11812 15527 90 0,'9'0'152'0,"2"-1"-10"0,-1 1-13 0,-2 2-12 15,4 0-15-15,-3 4-7 0,0 0-11 0,-1 2-10 16,0 4-7-16,-3 0-6 0,0 2-6 0,-1 3-15 15,-1 1 5-15,-6 1 5 0,2-1-3 0,-7 1-1 16,0 0 1-16,-2-2-11 16,1 0-3-16,3 0 3 0,-4-4 4 0,-2 0 2 15,5-4-4-15,-1 0 5 0,-1-2 3 0,5-1 4 16,-2-1 6-16,1-3 22 0,1 1 19 0,1 0 29 16,-1-2 34-16,4-1-6 0,0 0-20 0,0 0-12 15,4-11-7-15,3 1-16 0,3-5-14 0,4 1-10 16,5-7-3-16,-1-1-9 0,2 2-7 0,1-1-7 15,-2 1-7-15,-1 8-2 0,-8-2-4 0,2 6-5 0,-2 1-1 0,-4 0-2 16,-1 3-5-16,2-1-6 0,-3 4-8 0,0-3-12 16,-1 3-8-16,-3 1-6 0,0 0 3 0,9 5-3 15,-6 0 3-15,-2 2-1 0,2 3 1 16,-2 3 4-16,-1-2 1 0,1 4 0 0,0 2-16 16,2-3-23-16,-2-2-19 0,2 1-27 0,1-2-24 15,-2 0-24-15,1 0-39 0,1-4-53 0,-2-2-193 0,3 0-464 0,2-5 206 16</inkml:trace>
  <inkml:trace contextRef="#ctx0" brushRef="#br0" timeOffset="128333.31">12263 15448 112 0,'2'-3'248'0,"1"-1"-26"0,2 1-24 0,-1 3-22 16,-4 0-12-16,15 0-14 0,-6 5-10 0,1 1-10 15,3 4-11-15,0 6-9 0,-3 0-13 0,2 6-6 16,-6 5-8-16,3 0-11 0,-8 2-6 0,-1 2-6 16,-6 3-18-16,-2-1-11 0,-2-1-13 15,-4 0-8-15,-4-3-19 0,-5-4-24 0,-2-1-30 0,-5 2-29 0,1-7-39 16,-2 0-50-16,-2-7-124 0,-2-2-331 0,6-6 146 16</inkml:trace>
  <inkml:trace contextRef="#ctx0" brushRef="#br0" timeOffset="128649.72">11698 15342 66 0,'-17'7'129'0,"-3"13"-6"0,2-1-17 15,0 6-7-15,-3 3-11 0,-5 13 7 0,4 4-15 16,0 0-2-16,2 1 8 0,7 1-2 0,3-12-15 16,1 1 5-16,4 10-13 0,5-13 1 0,4-3-2 15,1-1 10-15,10-3 2 0,6-1-3 0,2-3-2 0,7-6 0 0,7 2-7 16,13-4-11-16,8-7-33 0,-2-2-52 0,4-7-69 15,0-3-177-15,0 0-305 0,3-7 136 0</inkml:trace>
  <inkml:trace contextRef="#ctx0" brushRef="#br0" timeOffset="129150.9">12940 15336 58 0,'1'-3'230'0,"2"0"-20"0,-3 3-21 0,1-4-22 15,-1 4-19-15,0 0-19 0,0 0-13 0,0 0-12 16,0 0-11 0,-18 6-10-16,9 3-13 0,-7 0-5 0,2 3-4 15,-8 6-8-15,-1 2-3 0,3-1-10 0,-1 0 3 16,2 2-5-16,-3 0-7 0,4-2-2 0,0 2-8 16,8-4 0-16,1 0-3 0,0 0-2 0,3 0-2 0,3 0 0 15,1-4 4-15,2 2 2 0,1-3-3 16,3 1 3-16,4-2-5 0,0 0 2 0,7 1-2 15,1-2 3-15,10 0-6 0,-2 2 2 0,4-3-6 0,-1 1 1 0,0 0 3 16,-7-2-7-16,-2-2 4 0,-1 2-2 0,-2-2-4 16,-1 0-2-16,-7 1-1 0,0-1-8 0,-3 0-7 15,-3 0 5-15,-1 2-1 0,-5 3 4 0,-2-2 1 16,-9 1-1-16,-3 2 1 0,-5-2 1 0,-3 2 9 16,-2-3-8-16,0-1 6 0,0-1-2 0,1-1-4 15,1 0 2-15,9-4-12 16,-2 1-6-16,3-2-3 0,4 0-11 15,3-1-19-15,5 0-26 0,1-2-35 0,4 2-20 16,8-7-20-16,3 1-118 0,6-1-294 0,12-5 131 0</inkml:trace>
  <inkml:trace contextRef="#ctx0" brushRef="#br0" timeOffset="129367.02">13271 15717 12 0,'4'-2'269'0,"3"-4"1"0,-1 5-2 0,-1-2-10 16,-1 1-15-16,-2-1-19 0,-2 3-23 0,5-2-21 15,-5 2-18-15,4-3-26 0,-4 3-7 0,0 0-23 16,0 0-13-16,0 0-11 0,6 8-12 0,-7-2 4 16,1 0-10-16,-3 1-14 0,0 3-1 0,0 1-5 15,1 0-4-15,-1 3 6 0,1-2-12 0,-1 1-30 0,2-4-14 0,-2 4-23 16,2-2-22-16,-2-1-21 0,1-1-20 16,0-4-33-16,-1 3-25 0,-1-1-17 0,4-5-31 0,-4 1-162 15,4-3-394-15,0 0 175 0</inkml:trace>
  <inkml:trace contextRef="#ctx0" brushRef="#br0" timeOffset="129520.63">13253 15536 61 0,'0'-9'293'0,"0"1"-31"0,0 4-25 16,4-1-23-16,-5 2-27 0,2-2-22 0,0 1-33 15,-1 4-22-15,0 0-27 0,0 0-26 0,0 0-31 16,11 9-41-16,-8-5-35 0,0 0-42 0,1 4-58 15,1-1-104-15,-1 1-274 0,-1-1 121 0</inkml:trace>
  <inkml:trace contextRef="#ctx0" brushRef="#br0" timeOffset="129821.35">13569 15644 76 0,'2'3'219'16,"-2"-3"-22"-16,4 5-24 0,-4 2-11 0,0-3-19 16,-4 2-7-16,2 4-15 0,-1 1-13 0,-1 1-10 15,0 1-14-15,-2 3-5 0,1-1-6 0,1 1-10 16,0-3-6-16,2-1-6 0,1-1-2 0,-1-4-7 16,2 0-4-16,-1-3-5 0,0 4 2 0,-1-4 11 0,1-1 16 0,1-3 1 15,0 0 1-15,4 2-7 0,-4-2-4 0,9-5-1 16,-1 0 3-16,0-2-18 0,0 1 4 0,3-2-8 15,-1 3-2-15,-3-2 0 0,2 0-3 0,-1 4-6 16,2-2-2-16,-5 3-4 0,3-1-1 0,-2 3-5 16,6-3-8-16,-2 4 1 0,-1 1-19 0,4-2-22 15,-3 3-37-15,-1-1-46 0,2 0-58 0,0 2-213 0,-1-3-424 16,-3 0 188-16</inkml:trace>
  <inkml:trace contextRef="#ctx0" brushRef="#br0" timeOffset="130253.54">14024 15554 151 0,'0'0'274'0,"-2"-6"-27"0,2 6-24 16,2-3-26-16,-2 3-24 0,0 0-21 0,0-7-16 15,0 7-14-15,0 0-15 0,0 0-9 0,2 14-7 0,0-8-13 0,0 5-8 16,-4 0-9-16,2 5-8 0,-2 1-1 16,-2 2 0-16,1 1-13 0,-3 5-4 0,1-2-3 15,-1 2-3-15,1-6-4 0,1-1-2 0,-2-2-4 16,3 0 28-16,-1-4-4 0,1-2-6 0,0 2 0 16,2-7-7-16,-2 2 3 0,3-2 13 0,-1 0 38 0,0-2 27 15,1-3 30 1,-3 5 24-16,3-5 18 0,0 0-17 0,0 0-19 15,0 0-10-15,9-10-14 0,0 0-11 0,-2 1-16 16,4-4-13-16,3-3-18 0,-1 3 5 0,3 1-13 16,-3-2-18-16,1 2 9 0,-5 4-8 0,0 0-2 15,-4 2-11-15,4 3-4 0,-5-4-16 0,-2 5-11 16,2-1-25-16,-4 3-2 0,8 3-5 0,-8-3-1 16,9 6-10-16,-4 0-5 0,-1 4-7 0,-1-1-17 0,3 3-31 0,-1 0-28 15,1 1-28-15,0 2-31 0,-3-2-37 0,1-1-61 16,-3-4-256-16,0 2-591 0,1-3 261 15</inkml:trace>
  <inkml:trace contextRef="#ctx0" brushRef="#br0" timeOffset="130707.61">14341 15529 131 0,'10'-6'242'0,"-1"-1"-26"16,-3 6-19-16,-1-2-22 0,4 2-3 0,1 2-23 16,-1 3-16-16,2 3-11 0,-4 0-13 0,1 3-9 0,2 4-7 0,-4 1-11 15,0 3-7-15,-3 6-8 0,-1 1-6 0,-1 0-7 16,-2 0-5-16,-2-6-6 0,-2 5-3 0,-1-4-5 16,-2 4-6-16,-1-6-2 0,0 1 1 15,-1-2-2-15,1-3-3 0,3-5-2 0,0 2-1 16,3-3 0-16,-1-2 5 0,0-2 18 0,3 0 26 0,-2 1 35 15,1-2 33-15,-1-1 37 0,3-2-4 0,0 0 12 0,0 0-13 16,0 0-17-16,0 0-16 0,9-17-13 0,0 7-16 16,0-6-13-16,4-1-28 0,6-4-22 0,1 0-29 15,-2-3-28-15,3-2-23 0,0 1-10 0,-4 3-5 16,2-3 6-16,-6 14-3 0,1-4 6 0,-6 4 3 16,-2 4 2-16,1-2-1 0,-3 4-3 0,0 2-3 15,-1 0-10-15,-2 1 4 16,-1 2 2-16,0 0 3 0,0 0 6 0,-16 11 5 15,7 0 1-15,-3 1 3 0,1 3 1 0,-1-1 3 16,-3 8 2-16,3 2 2 0,3-7 2 0,-1 1 3 16,6 0 3-16,3 0 3 0,1 1-1 15,0-2 0-15,6 0-10 0,6-3-12 0,2-2-32 16,10 0-47-16,8-3-50 0,5-1-62 0,4-4-230 0,14-1-492 16,0-3 218-16</inkml:trace>
  <inkml:trace contextRef="#ctx0" brushRef="#br0" timeOffset="131191.54">15537 15611 90 0,'-19'-3'191'0,"0"3"-14"0,2-3-13 0,-2 2-17 16,1 2-10-16,0-1-14 0,0 3-12 15,-3 1-9-15,5 0-10 0,-3 3-7 0,0 0-10 16,3 1-10-16,0 2-7 0,3 1-6 16,-5-1-8-16,8 1 2 0,-4 4-9 0,5-2-8 0,0 1 3 15,1 0-1-15,3 0-8 0,1-2-2 0,4 1 3 0,0-1 4 16,4-1 6-16,-1 1-3 0,4-3 5 16,2 1-1-16,1-3 2 0,6 5-5 0,-1-6 2 0,-1-3-5 15,3 1 0-15,-1-3 3 16,-3-2 4-16,2-2 3 0,-2-2 5 0,1-3 10 0,-4-1 3 15,3-3 1-15,0-2 0 0,-5-3-8 16,1-9 0-16,-1-3-3 0,-2 0-7 0,-1-4-6 0,-1-1-1 16,-1-15-2-16,1 1-5 0,3 0-3 15,-5-1 1-15,2 4 2 0,-1 11 5 0,-1-2 13 16,-1 5 23-16,1 5 5 0,-2 7-1 0,0 3 5 0,-2 4-8 0,2 2 0 16,-1 2-14-16,0 4-8 15,2-4-32-15,-1 8-19 0,-2-4-5 0,2 4 2 0,0 0 0 16,-12 18-12-16,7-2 13 0,-1 9 1 15,-1 4-3-15,2 4 6 0,0 3-3 0,0 12 4 0,-1-1 1 16,6-1-6-16,0-10-4 0,2 10-18 16,2-12-26-16,2 2-22 0,-2-2-24 0,1-4-21 0,-2-1-26 15,3-9-48-15,-1-3-56 0,-3-2-177 16,3-6-464-16,-3-2 205 0</inkml:trace>
  <inkml:trace contextRef="#ctx0" brushRef="#br0" timeOffset="131638.04">15690 15516 49 0,'9'5'153'0,"-3"3"-14"0,4-1-13 15,-3 2-5-15,1 3-14 0,-1 2-7 0,2 3-3 0,-4 0-10 16,0 3-11-16,-2-2 0 0,-2 0-7 15,-1 0-5-15,-1-2-9 0,0 4 5 0,-2-4-4 0,-3 0 3 16,1-1-3-16,-4-1 2 0,1-3 1 0,0-1 2 16,-3-1 0-16,2 0-4 0,0-4 5 0,2 2 3 15,0-3 3-15,2-2 2 0,0 3 11 0,2-2 22 16,-2 1 28-16,5-4 34 0,-5 3 29 0,5-3-8 16,0 0-4-16,0 0-24 0,-1-15-17 0,4 8-21 15,4-6-7-15,1-2-15 0,11-8-8 0,-3-2-25 16,5-1-16-16,2-3-16 0,-4-1-4 0,10-8-13 0,-6 12-4 15,-2 1-7-15,-5 3 9 0,1 0 6 0,-8 9 11 16,2 1 9-16,-3 2 8 0,-3 4 2 0,-1-2-8 16,-1 4-7-16,-1 0-10 0,-2 4-26 0,0 0-21 15,0 0 7-15,0 0 0 0,0 0 2 0,-9 23 2 16,3-6-5-16,-2 4 0 0,-2 1-2 0,4 4 6 16,-1 1 0-16,6 2 4 15,2-3 1-15,8 3 2 0,6-2 6 0,6-3 1 16,7-2-27-16,17 3-66 0,3-8-106 0,10-11-185 15,3 4-206-15,-1-10-636 0,0-7 282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10:05.70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3438 3377 101 0,'-4'1'135'0,"4"-1"-13"0,0 0 6 0,0 0 8 16,0 0 5-16,0 0 8 0,0 0-3 0,0 0 4 16,-1 2 6-16,1-2 0 0,0 0 3 0,0 0-15 15,0 0-13 1,9-13-9-16,1 6-12 0,-2-1-9 0,2-5-8 16,4 0 3-16,-1-3 3 0,5-2 14 0,-4-4 6 15,1-2 4-15,-1-1-1 0,0-1-1 0,-2-1-10 16,-1-3-6-16,2-3-4 0,-4-2-6 0,1 0 3 15,-1 2 3-15,-1 2 7 0,-3 1 1 0,0-1-2 16,0 5-6-16,-1 1-2 0,-4 5-8 0,0 3-6 16,1 0-2-16,-1 1-6 0,0 4-8 0,0 2 2 0,-1 0-11 0,1 3-6 15,0 0-12-15,0 2-3 0,0 2-7 0,0-2-23 16,0 5-22-16,-3-6-20 0,6 3-26 16,-3 3-32-16,0 0-38 0,0 0-34 0,0 0-39 15,0 0 19-15,0 16 16 0,-4-1 16 0,4 4 17 16,-6 10 13-16,2 3 15 0,0 16 13 0,0-1 14 0,3 1 5 15,1-2 19 1,0-10 2-16,1 0 8 0,3-4 2 0,4 2 7 16,-2-5 4-16,3-1 8 0,4-2 9 0,1-5 4 15,-1-7 6-15,1 1 7 0,-4-8 5 0,0 0 8 16,3-1 8-16,-3-5 18 0,2 0 18 0,-3-1 20 16,-9 0 16-16,14-5 17 0,-9 1 17 0,1 0 4 15,-1-1-18-15,0-3-6 0,-2-3-21 0,0 1-17 16,-5-3-31-16,1 1-6 0,-3-1-18 0,-5-2-29 0,-1 6-2 15,-3-4-16-15,-2 3-16 0,-3 1-36 0,-1 4-21 16,-4 1-19-16,-4 4-8 0,-2 1-6 0,8 3-17 0,2 0-17 16,1-1-25-16,4 3-29 0,3-3-216 0,0 4-476 15,6-2 210-15</inkml:trace>
  <inkml:trace contextRef="#ctx0" brushRef="#br0" timeOffset="385.36">4100 3117 49 0,'0'0'402'0,"3"-4"-40"0,-3 4-38 0,0 0-33 15,0 0-33-15,0 0-35 0,0 0-38 0,0 0-43 16,0 0-33-16,0 0-16 0,0 0-6 0,1 17-10 15,-1-5-9-15,-1 1-6 0,-3 5-5 0,0 9-1 16,-5 2-7-16,4 1 2 0,0-1-8 0,-8-1 0 16,2-2-5-16,2-8-13 0,2-1-5 0,2-5-2 0,1-3-5 0,-2 2 6 15,2-7 15-15,0 4 26 0,2-4 36 16,0-2 33-16,2-2 3 0,0 0-13 0,0 0-19 16,4-17-10-16,1 6-5 0,4-4 2 0,0-2-12 15,4-6 1-15,2-1-16 0,2 2-9 0,-6 6-13 16,1 1 2-16,-7 7 4 0,5-5-12 0,-3 6-6 0,-2 2-9 15,-1-1-8 1,-1 3-11-16,4-2-36 0,-3 2-6 0,-4 3-10 16,11 0-5-16,-11 0-3 0,15 7 4 0,-6-1 0 15,0 2-6-15,8 4-32 0,-2 1-35 0,3-1-34 16,-2 0-40-16,1 0-40 0,0-1-74 0,-2 0-175 16,2-2-536-16,1-5 238 0</inkml:trace>
  <inkml:trace contextRef="#ctx0" brushRef="#br0" timeOffset="617.13">4744 3127 279 0,'0'0'368'0,"0"0"-27"0,0 0-29 0,0 0-33 16,0 0-25-16,0 0-26 0,0 0-22 0,0 0-25 15,0 0-16-15,0 0-26 0,0 0-42 16,19 0-46-16,-2-2-59 0,2 0-66 0,1-1-58 16,1-1-70-16,-3 2-212 0,-7 1-449 0,2 1 198 15</inkml:trace>
  <inkml:trace contextRef="#ctx0" brushRef="#br0" timeOffset="739.5">4736 3271 70 0,'-2'4'159'0,"-5"1"-3"0,6-3 3 0,1-2 3 16,-1 7-1-16,1-7-2 0,14 5-17 0,8-7-13 16,6-1-24-16,8-2-72 0,17-6-74 0,-2 1-192 0,3-3-251 15,0 1 111-15</inkml:trace>
  <inkml:trace contextRef="#ctx0" brushRef="#br0" timeOffset="2004.93">6004 2585 110 0,'3'-7'210'0,"0"2"-14"0,0 2-13 0,2-4-24 16,-1 3-11-16,2-1-17 0,2 0-13 0,-3 0-10 0,4 2-12 16,1-1-13-16,2 2-12 0,-2 1-8 0,0-1-9 15,2 4-6-15,-3 1-9 0,5 2-9 0,-4 2-7 16,3 5-4-16,-2 3 0 0,-2 2-6 0,1 10 3 0,-6 1-10 15,-5 4 9-15,-7 2-2 0,-2 0 1 0,-10 14-1 16,-2-5 2-16,-5 5-6 0,-1-6 8 16,-3 2 2-16,1-8-8 0,5-10 0 0,4-3 1 0,0-4-5 0,6-3 2 15,2-4 5-15,3-4 19 0,1 0 33 0,2-2 30 16,1-2 42-16,2-1 48 0,4-3-8 0,0 0-9 16,0 0-9-16,-16-9-11 0,16-2-6 0,1 0-22 15,-1-1-10-15,5-7-2 0,8 4-25 0,-4-4-10 16,2 2-3-16,3 2-2 0,-2 1-31 15,0 2 6-15,1 2-12 16,-2 0-5-16,1 5 0 0,0 0-6 0,1 4-15 0,-2 1 2 16,8 2-5-16,-1 6-7 0,4 1 2 15,2 4 1-15,2 3-4 0,-2 2-2 0,0-1-1 16,1 1 1-16,-2 2 4 0,-3-3-6 0,-6-4-4 16,3-3-3-16,-3 1-13 0,-5-5 1 0,-3 1 5 15,2-2 8-15,-3-2 0 0,0-1 12 0,1 1 2 16,-6-3 1-16,0 0 0 0,14-9-1 0,-9 2-3 0,1-1 17 0,-1-1-7 15,-1 1 14-15,-2-4-6 0,2 5-2 16,1-1 0-16,-2-1-4 0,-1 1 0 0,-1 3-28 16,1-2-32-16,0 4-53 0,-2 3-67 0,4-7-65 0,-4 7-51 15,0 0-264-15,0 0-598 0,0 0 265 0</inkml:trace>
  <inkml:trace contextRef="#ctx0" brushRef="#br0" timeOffset="2461.44">5516 3559 241 0,'-3'3'226'0,"3"-3"-20"16,-7 1-20-16,7-1-18 0,0 0-19 0,-7 0-14 16,7 0-5-16,0 0-14 15,-4 3-10-15,4-3-10 0,0 0-5 0,0 0-11 16,0 0-3-16,-5 0-2 0,5 0-1 0,0 0 2 16,0 0 3-16,0 0 0 0,0 0 0 0,-5 1 0 15,5-1-7-15,0 0-3 0,0 0-2 0,0 0-3 16,0 0-1-16,0 0 4 0,0 0-2 0,0 0-6 15,0 0-4-15,0 0-6 0,0 0-6 0,19-1-4 16,2-2-2-16,12-1-7 0,18-4 2 0,9 2-4 0,32-10-3 16,3 4-5-16,2 4 15 0,4-2 6 0,2 0 6 15,-2 1-16-15,-6 2 22 0,-6-2 0 0,-30 4-5 0,-3 2-4 0,-16 2-2 16,-5 0-6-16,-6-2 3 0,-9 3-1 0,-1-3-2 16,-7 3 1-16,-3 0-7 0,1 0-1 0,-4-1-1 15,0 1-8-15,-1-1 1 0,-5 1-13 0,0 0-14 16,0 0-42-1,0 0-62-15,-18 3-73 0,-4-1-106 16,-9 1-297-16,2-1-634 0,0-2 281 0</inkml:trace>
  <inkml:trace contextRef="#ctx0" brushRef="#br0" timeOffset="3091.35">6068 3938 240 0,'4'-4'300'15,"-3"0"4"-15,-1 1-23 0,0 3-24 0,4-4-23 16,-4 4-23-16,1-2-20 0,-1 2-32 0,0 0-17 0,0 0-26 0,0 0-17 16,0 0-4-16,4 9-21 0,-4 2-4 0,-4 4-8 15,2 3-3-15,-5 7-8 0,1 6-3 0,-3-2-4 16,-4 4-1-16,0-3-3 0,1-1-4 0,0 2-3 16,-2-4-3-16,4-2-4 0,2-7 5 0,-1-4-7 15,3 0-6-15,1-4 0 0,-1-1 11 0,4-4-1 16,-1 2 19-16,2-2 24 0,1-5 37 0,-3 4 51 0,3-4 5 0,0 0-24 15,0 0-10-15,4-14-20 0,0 4-6 16,0 0-10-16,3-4-11 0,4-3-13 0,-3 0-7 16,2 0-13-16,-1 0-3 0,2 1 2 0,0 2-8 15,-5 3-4-15,1 4-8 0,0-3-4 0,-2 6-7 16,0 1-18-16,2-2-11 0,0 5-18 0,2 0-2 0,0 4-4 16,3 0-6-1,-1 3-3-15,2 3-4 0,2 1-4 0,-2 2-29 16,1-1-27-16,0 2-32 0,-2-2-26 0,2 2-34 15,-3-3-36-15,2 0-60 0,-4 0-290 0,-4-4-634 16,0 0 280-16</inkml:trace>
  <inkml:trace contextRef="#ctx0" brushRef="#br0" timeOffset="3360.82">5821 4064 243 0,'-11'0'255'16,"2"2"-21"-16,1-2-23 0,3 0-20 0,-4 1-11 16,9-1-19-16,-4 1-10 15,4-1-7-15,0 0-11 0,28-1-12 0,3-3-13 16,11 0-9-16,16-4-13 0,8 2-5 0,25-6-4 16,-29 7 7-16,2-7-1 0,27-1 4 0,-31 5-3 15,0 3-4-15,-23-1-6 0,-1 1-7 0,-4 0-7 16,-10 4-6-16,-2-1-3 0,-10 1-7 0,1-2 0 15,-3 3 0-15,-1-1 1 0,-7 1-12 0,10-2-13 16,-10 2-5-16,0 0-28 0,0 0-40 0,0 0-49 0,0 0-58 16,0 0-87-16,-41-1-232 0,30 1-518 0,4-3 230 0</inkml:trace>
  <inkml:trace contextRef="#ctx0" brushRef="#br0" timeOffset="4263">7558 2365 113 0,'0'-2'268'0,"0"2"-25"0,0 0-26 15,0 0-24-15,0 0-23 0,0 0-23 0,0 0-26 16,0 0-32-16,0 0-20 0,0 0-4 0,1 17-12 0,-2 7-2 0,-2 5-8 16,3 19-5-16,-1 3-4 0,-4 33-2 0,-4-25 2 15,0 32-4-15,0 2-4 0,1-2 6 16,2 3 17-16,-3-4 7 0,7-2 7 0,-1-4 6 16,-4-27 1-16,10 28 3 0,-3-33-1 0,5 7-2 15,-2-4-3-15,1 1 1 0,0-1-5 0,2-2-7 16,0-2-4-16,1 0-7 15,-5-4-1-15,-1-12-2 0,2-1-6 0,-3 0-7 16,0 0 1-16,-4-3-3 0,0-1-1 0,3 1-3 16,-7-4 0-16,2-1-4 0,2-7 2 0,-1-1 0 15,4-1-4-15,-4 2 2 0,1-2 2 0,-1 0 3 16,-2-1 1-16,4-2 10 0,-1 3 2 0,0-5-3 16,-1 2 2-16,-2 2-2 0,4-4-6 0,-1-1-2 15,1 0 5-15,1-4-3 0,-1 1-6 0,2-1 3 0,-1-2-3 16,0 3 2-16,2-8 3 0,-4 6 4 0,4-6 1 15,-1 8-1-15,1-8 9 0,0 0-5 0,-4 7 4 0,4-7-1 16,0 0 3-16,0 0-7 0,-1 6 10 16,1-6 1-16,0 0 4 0,0 0-13 0,0 0-7 15,0 0-3-15,0 0-3 0,0 0-4 0,0 0 6 16,0 0-6-16,0 0-10 0,0 0 11 0,0 0 2 0,0 0-5 0,0 0-2 16,0 0-7-16,0 0 1 0,0 0 2 0,0 0 17 15,0 0 3-15,0 0 6 0,0 0 10 0,0 0-7 16,0 0 2-16,23 0 1 0,-2-6-6 0,13-5-3 15,4 1-4-15,20-8-8 0,3 1-3 0,0-2-12 16,25-9-38-16,-30 7-65 0,-1 1-64 0,-6 2-65 16,-15 1-78-1,-3-3-108-15,-7 2-212 0,-2 0-674 0,-11 1 298 16</inkml:trace>
  <inkml:trace contextRef="#ctx0" brushRef="#br0" timeOffset="4732.54">7471 2464 241 0,'0'0'312'0,"0"0"-19"0,-5 3-27 0,5-3-24 16,0 0-25-16,0 0-25 0,0 0-14 0,0 0-22 15,31-3-9-15,-1 2-19 0,21-5-46 0,12-1-59 16,31-2-81-16,0 0-129 0,-32-2-185 0,1 3-403 0,-3-4 178 16</inkml:trace>
  <inkml:trace contextRef="#ctx0" brushRef="#br0" timeOffset="5427.78">9298 2548 16 0,'0'0'173'0,"-1"-4"-20"15,1 4-20-15,-4-2-15 0,4 2-13 0,-5 7-12 16,1 1-15-16,0 5-4 0,-1 12-7 0,-4 2-9 16,2 6 7-16,2 14-18 0,-7 6-1 0,-3 27-5 15,3 2-2-15,3-22 3 0,-1 27-6 0,1 3-1 0,-4-7 2 0,7 1 13 16,2-24-4-16,3 24 2 0,-2-25-2 0,-1 1 8 16,3 22 0-16,-3-23 5 0,1-1 4 0,0 0-11 15,-1-2-1-15,-1-4 0 0,1-5-7 0,-2-1-5 16,-2-12 0-16,2-3-6 0,-6 0 3 15,-2-6 12-15,0 1 7 0,-2-1 11 0,0-5 4 16,-6-2 6-16,7-7 2 0,-9 3 2 0,3-5 3 0,1-3 1 0,-7 1 4 16,0-3 1-16,8-1-2 0,-4-2-5 0,5 0-8 15,-1-2-4-15,7 1-12 0,-1 1-2 0,2-2-7 16,3 1-9-16,8 0-10 0,-13 1-48 0,13-1-49 16,-8 1-45-16,8-1-45 0,-9 4-58 0,3 0-288 15,3 3-544-15,3-7 241 0</inkml:trace>
  <inkml:trace contextRef="#ctx0" brushRef="#br0" timeOffset="5897.45">9195 4867 36 0,'0'0'307'0,"-2"-5"-20"0,2 5-22 15,0-5-23-15,0 5-28 0,0 0-21 0,0 0-20 16,0 0-21-16,-9 8-17 0,5-2-14 0,-2 5-11 16,-1 2-12-16,-5 1-13 0,1 2-5 0,-2 10-8 15,-1-6-10-15,0 4-2 0,6-5-7 0,-1 1-3 0,4-3 7 16,5 0-1-16,-1 0 9 0,1-5-3 0,2 0 8 16,5 0 6-16,3-4 5 0,7 1 2 0,2-6-2 15,2-2-2-15,10-2-9 0,1-4-13 0,-4-2-12 16,0-1 21-16,-5-6 4 0,0-1 16 0,-1 1 0 15,-8-1-3-15,-4 1-10 0,-1-1 5 0,-4-4-9 16,-2 2-17-16,-4-2-7 0,-5 4-7 0,0-2-4 0,-5 5-9 0,-2-2-11 16,-5 4-18-16,-9-2-35 0,-3 3-39 15,0 3-32-15,-7 3-43 0,0 0-55 0,8-1-85 16,-3 4-310-16,10-3-651 0,4-1 288 0</inkml:trace>
  <inkml:trace contextRef="#ctx0" brushRef="#br0" timeOffset="6699.02">9339 1970 48 0,'0'0'277'0,"3"-6"-22"0,-3 6-30 0,0 0-25 0,0-3-20 16,0 3-26-16,0 0-18 0,0 0-18 0,0 0-14 16,0 0-11-16,5 9-9 0,-6-1-7 0,2-1-3 15,-1 4-10-15,0 1-10 0,-1 5-2 0,-2 0-6 0,-1 1-1 16,0 2-8-16,-2-1-1 0,2 1-2 0,-1-2-5 16,1-3-2-16,-1 2-1 0,1-7-4 15,4-1-2-15,-5 1 5 0,4-5-6 0,1 2 4 0,-4-4 22 0,4-3 35 16,-1 7 36-16,-2-4 32 0,3-3 32 0,0 0 7 15,0 0-20-15,0 0-17 0,0 0-20 0,9-17-10 16,-1 7-18-16,-2-5-15 0,3 5-8 0,1 3-3 16,-2 0-11-16,1 0-14 0,0 0-11 0,-2 2-6 15,0 2-22-15,1 3-14 0,-2-2-13 0,5 4-9 16,0 0-8-16,-1 1-4 16,1 4-9-16,4 5-7 0,-3-1-2 0,1 3-7 15,0 0-28-15,-2 1-31 0,1-1-30 16,-1 3-38-16,1-2-36 0,-2 2-57 0,-6-5-233 15,5-2-556-15,-5-3 247 0</inkml:trace>
  <inkml:trace contextRef="#ctx0" brushRef="#br0" timeOffset="7153.37">9094 2068 119 0,'-8'1'211'0,"3"-1"-9"0,5 0-5 16,-8 1 1-16,8-1-13 0,-5 2-9 0,5-2-21 16,0 0-10-16,-10 0-15 0,10 0-15 0,0 0-8 15,-5 2-10-15,5-2-9 0,0 0-8 0,0 0-10 16,0 0-5-16,0 0-10 0,0 0-4 0,0 0-6 15,0 0 0-15,0 0-5 0,0 0-1 0,-6 0-2 0,6 0-5 0,0 0 2 16,0 0-4-16,0 0-2 0,0 0-3 0,0 0-3 16,0 0 1-16,0 0-5 0,0 0 3 0,0 0-5 15,0 0-1-15,0 0-2 0,0 0-3 16,0 0 3-16,0 0-3 0,0 0 1 0,30-6-3 16,-7 2-2-16,12-2 3 0,2-1 1 0,16-3-1 15,-2 0 15-15,5-2-2 0,0 0 8 0,3-2 4 0,-2 1 8 0,-2 2-2 16,-3-2 6-16,-17 6-8 0,-2 0-6 0,-4 0-2 15,-7 3-1-15,-9 0 2 0,-3 0 7 0,-1 3 2 16,-1-3 5-16,-3 3-5 0,0-2-2 0,-1 2 0 16,-4 1-8-16,10-3-7 0,-10 3-15 0,6 0-15 15,-6 0-26-15,0 0-42 0,0 0-26 0,0 0-43 16,-16 5-37 0,8-1-60-16,-1-1-49 0,3 0-151 0,-2-1-476 15,8-2 210-15</inkml:trace>
  <inkml:trace contextRef="#ctx0" brushRef="#br0" timeOffset="7485.09">10059 1855 36 0,'0'0'358'0,"6"-3"-34"16,-4-1-35-16,-2 4-27 0,0 0-31 0,6-2-28 15,-6 2-29-15,0 0-37 0,0 0-19 0,1 9-18 16,-1 0-7-16,-4 4-9 16,-5 6-15-16,0 9-3 0,-5 4-8 0,-6 10-2 15,1 3-7-15,-2-2-7 0,2 6 1 0,1-3-6 0,4 0 0 0,2-14-3 0,4 2-7 16,1-2 1-16,1-5-4 0,1-7-3 0,-1 4-1 16,3-7-2-16,2-6 2 0,-1 0-7 0,1-5 7 15,0 3 1-15,-1-4 2 0,4-2 3 0,-2-3 5 16,-3 6 9-16,3-6 2 15,0 6 0-15,0-6-2 0,0 0 7 0,0 0-18 16,0 0-39-16,0 0-37 0,0 0-36 0,0 0-38 16,0 0-55-16,0 0-65 0,1-19-218 0,1 10-498 15,0 2 220-15</inkml:trace>
  <inkml:trace contextRef="#ctx0" brushRef="#br0" timeOffset="7901.67">10208 2180 50 0,'0'0'290'0,"0"0"-30"0,11-1-29 15,-11 1-22-15,10 2-18 0,-5 1-23 0,0-2-12 16,2 3-13-16,1 3-11 16,-2 0-13-16,1 3-10 0,-2 2-9 0,1-2-11 15,1 6-7-15,-3-1-7 0,-3 2-7 16,-1 2-8-16,-3 0-4 0,-1 1-5 0,1-1-4 0,-5-2-6 15,0 0-1-15,-1 0-3 0,3-2-6 0,-4 0-2 16,3-3-3-16,1-2-1 0,-1-1-4 0,0-4 5 16,3 2-8-16,-1 0-5 0,1-2 4 0,3-3-3 15,1-2 1-15,-4 7 14 0,4-7 6 0,-4 3 16 0,4-3 13 16,0 0 7-16,-5 2 5 0,5-2 11 0,0 0 5 16,0 0-1-16,0 0-10 0,0 0-11 0,31-12-2 15,-7 1-14-15,8 0-5 0,6-3-5 0,14-2 3 16,4-2-12-16,-1 4-8 0,-1 1-4 0,0 1 0 15,-17 3-4-15,-1 1 0 0,-1 0-5 0,-6 4 0 16,-9 2-4 0,-2-3 6-16,-5 3-2 0,-3 2-4 0,-1-3 0 0,0 1-6 15,-9 2-3-15,9-2-5 0,-9 2-32 0,4-1-11 16,-4 1-40-16,0 0-46 0,0 0-59 16,0 0-75-16,-32 10-321 0,19-8-635 0,-1 1 282 15</inkml:trace>
  <inkml:trace contextRef="#ctx0" brushRef="#br0" timeOffset="11694.52">10199 3132 94 0,'0'-9'207'0,"0"-1"-4"0,3-3-6 0,-2 1-3 0,-1 1-3 16,3 1 1-16,-3 2 5 0,1-1 3 0,0 4-10 15,-1-2-20 1,0 1-18-16,0 1-14 0,3-1-17 0,-6 3-22 16,6-1-22-16,-3 4-39 0,0 0-10 0,0 0-4 15,-8 19-6-15,4-2-2 0,-2 9 0 0,-2 7-4 16,-6 14 3-16,1 2-1 0,3 1 1 0,-3 1-3 16,5-4 1-16,1 0-2 0,3 0 0 0,0-12 1 15,2 0-1-15,0-3 3 0,2 2-4 0,0-4 3 16,2-5 3-16,-1-6-1 0,0 1 2 0,1-2-3 0,-2-5-3 0,-2-3 1 15,4-3 3-15,0 1 1 0,-2-2 29 0,0 0 26 16,0-6 25-16,0 7 18 0,0-7 2 0,0 0-15 16,0 0-17-16,0 0-7 0,-27-13-8 15,17 7-9-15,-2 0-1 0,-4-3-12 0,-1 4-7 16,-1-7-17-16,1 6-14 0,1-2-14 0,1 1-8 0,3 1-6 16,2 2-21-16,-4-2-4 0,5 2-13 0,1 1-20 0,-2-2-26 15,5 3-27-15,-1 1-37 0,6 1-44 0,-7-6-45 16,6 2-233-16,1 4-529 0,5-11 234 0</inkml:trace>
  <inkml:trace contextRef="#ctx0" brushRef="#br0" timeOffset="12010.82">9947 3447 199 0,'0'0'197'16,"-6"1"-23"-16,6-1-9 0,0 0-7 0,-9 0-8 0,9 0-12 0,0 0-10 15,0 0-8-15,0 0-13 0,22 3-7 0,-9-3-10 16,7 1-14-16,11-2-1 0,2-2-7 0,0 1-8 16,3-1-4-16,-3-1 17 0,4 2-6 0,-2-1-6 15,-6 1-4-15,-7 0-8 0,-4-1-7 0,-4 3-2 16,-4-2 4-16,-2 2 7 0,1 0 7 0,-2 0-1 15,-7 0 8-15,9-2-6 16,-4 2-7-16,-5 0-10 0,0 0-15 0,0 0-21 16,0 0-18-16,0 0-26 0,-24 2-16 0,15-2-17 15,-4 2-20-15,4-2-34 0,2 0-53 0,0 0-213 16,1 0-423-16,-2-2 188 0</inkml:trace>
  <inkml:trace contextRef="#ctx0" brushRef="#br0" timeOffset="12966.46">10674 3281 107 0,'-1'-4'250'0,"1"4"-19"0,1-5-12 15,-1 5-19-15,6-9-21 0,-3 6-17 0,1 2-15 16,3-3-15-16,3 0-14 0,0-1-15 0,3 3-7 16,1 1-10-16,4 0-10 15,1 1-9-15,1 2-6 0,-3 0-7 16,6 5-8-16,-4-1 1 0,-2 2-8 0,2 2-2 15,-5 2-5-15,1 4-7 0,-3-4 0 0,1 4-5 16,-7 0-3-16,-2 2 0 0,-2-1-1 0,0 3-4 16,-5-2-1-16,-1-1-2 0,-6 0 2 0,-4 5 0 15,1-6-2-15,1 0-1 0,-4-5 4 0,1-1 1 16,1 2 7-16,1-7 4 0,0 3 3 0,4-2 11 0,-1-2 14 0,5 0 14 16,-4-2 29-16,5 1 29 0,0-1 35 0,4-2-12 15,0 0-19-15,-9-10-12 0,9 10-19 0,3-9-12 16,3-3-10-16,2-2-1 0,2-1-14 0,3 0-1 15,4-4-12-15,-1-1-4 0,2-1-8 0,0 0 1 16,0 0-2-16,-5 8-2 0,-2 1 2 0,-4 1-1 16,1 6 1-16,-4-2-5 0,3 2-4 0,-3 0-2 0,-1 1-10 0,0 1-6 15,-3 3-28-15,6-3-21 0,-6 3-5 16,0 0 1-16,0 0 9 0,0 16 6 0,-2-7 4 16,-2 1 1-16,0 1 4 0,4 0-1 0,-4 3 5 15,4 1-1-15,-1 1 5 0,1-4-22 0,1 4-16 16,3-5-8-16,-1-1-10 0,4 0-17 0,-2-3-24 15,7 0-44-15,-1-2-66 16,6-3-89-16,2-2-208 0,2-2-559 0,-2-3 248 16</inkml:trace>
  <inkml:trace contextRef="#ctx0" brushRef="#br0" timeOffset="13213.81">11220 3123 239 0,'-3'-5'331'16,"3"0"-23"-16,0 2-34 0,0 3-33 0,3-5-26 16,-3 5-24-16,6-1-17 0,-6 1-23 0,20 9-15 15,-9-2-17-15,6 3-9 0,5 7-9 0,-1 4-15 16,-3-1 0-16,1 6-10 0,-3 3-6 0,-4 0-6 16,-3 3-7-16,-3 1-6 15,-2-3-12-15,-4 1-11 0,-7 1-14 0,-2-6-11 16,-3 1-17-16,-7-4-8 0,-4 0-16 0,-2-3-26 15,-6-2-30-15,2-1-44 0,-2-6-60 0,-3 0-235 16,-1-5-469-16,2-5 208 0</inkml:trace>
  <inkml:trace contextRef="#ctx0" brushRef="#br0" timeOffset="13530.15">10810 2985 33 0,'-3'-4'219'0,"-2"3"-25"16,5 1-18-16,-10 0-23 0,10 0-10 0,-20 5-17 15,4 6-10-15,1 2-14 0,-9 11-7 0,-1 2-5 16,-8 16 0-16,0 3 0 0,-2 3-3 0,3 4 3 15,-1-1-8-15,8 0-7 16,2-3-4-16,6-1 22 0,7-12-5 0,9-1 1 16,1-1 2-16,5-3-1 0,10-1-6 0,8-6 3 15,10-2-5-15,16 2-6 0,10-3-39 0,3-8-67 16,34-2-99-16,-31-13-320 0,31-4-485 0,-32 0 214 16</inkml:trace>
  <inkml:trace contextRef="#ctx0" brushRef="#br0" timeOffset="14347.68">12209 2924 84 0,'3'-4'203'0,"-3"4"-19"0,4-3-19 0,-4 3-16 0,0 0-20 0,0 0-10 15,0 0-12-15,-9 9-8 0,1 2-7 0,-6 2-6 16,-8 5-3-16,-1 3-9 0,-8 3-2 0,5-3-7 16,-5 3-3-16,-7 7-5 0,11-6-2 0,-13 7-4 15,12-8-9-15,2-2 1 0,6 0-6 0,-3 1-1 16,4-4-6-16,10 0-2 0,-4-5-1 0,4 3 6 16,3 0-1-1,3-1 3-15,3 0 0 0,7-5-4 0,-2 1-2 16,9 2 5-16,8 2-7 0,4-6-1 0,5 2-2 15,1-3 27-15,3 1-4 0,0 0-8 0,-1-3-3 16,1 2-5-16,-3-2-3 0,-5 0-3 0,-5 0-3 16,-4-1-5-16,-3 2-13 0,-5-4-8 0,-2 2-7 15,-6 1 3-15,1-3-1 0,-4 2 1 0,-6 3 5 16,-7 0 3-16,-5-1 0 0,-4 4-1 0,-5-3 3 0,0-1-3 0,1-1 0 16,-4-4 5-16,3 1 3 0,8-1-2 0,-2 0 0 15,2-1-2-15,-2-2 3 0,5 0-1 0,3 0 3 16,5 0-7-16,3-1-16 0,0-3-34 0,6 4-40 15,2-8-38-15,5 0-44 0,4 3-53 0,7-6-128 16,5 0-381-16,4-6 169 0</inkml:trace>
  <inkml:trace contextRef="#ctx0" brushRef="#br0" timeOffset="14554.49">12412 3380 192 0,'3'-2'349'0,"-1"1"10"15,-2 1-8-15,3-5-26 0,0 3-25 0,-3 2-31 0,0 0-30 16,0 0-32-16,5-3-36 0,-5 3-11 0,0 0-19 0,0 0-15 16,-1 10-15-16,1-10-13 0,-4 14-7 0,2-7-7 15,-2 5-11-15,2 0-6 0,-1-1-30 0,1 2-20 16,-2 0-16-16,3-1-26 0,-3 2-17 0,0-1-20 16,2-2-19-16,-1-3-18 0,2 3-17 0,-3-2-46 15,1-1-40-15,-2-5-57 0,1-1-195 16,-2-2-491-16,6 0 218 0</inkml:trace>
  <inkml:trace contextRef="#ctx0" brushRef="#br0" timeOffset="14717.22">12392 3213 166 0,'0'-5'350'16,"3"0"-23"-16,-3 2-30 15,1 0-35-15,-1 3-31 0,0-9-48 0,1 8-55 16,-1 1-46-16,0 0-24 0,0 0-28 15,0 0-33-15,5 10-39 0,-2-7-63 0,-2 4-63 16,-1-2-132-16,0 3-324 0,1-3 144 0</inkml:trace>
  <inkml:trace contextRef="#ctx0" brushRef="#br0" timeOffset="15033.56">12671 3337 16 0,'0'0'234'0,"2"4"-23"0,-3-1-27 0,2 1-5 16,-2 0-20-1,0 4-5-15,1-1-19 0,-2 3-11 0,-2 1-11 0,2 0-5 16,-2 3-16-16,1-2-9 0,2 0-9 0,-3-2-6 16,0 2-3-16,7-4-9 0,-6-2-3 0,3 2-5 15,0-2-5-15,-1-2 3 0,0-1 5 16,1 1 26-16,0-4 26 0,0 4 5 0,0-4-9 15,0 0-7-15,0 0-10 0,18-8 3 0,-12 3-3 16,2 1-15-16,-1-3 6 0,4 2-3 0,-1-1-9 0,0 3-4 0,0-2-7 16,1 2-9-16,-2 1 1 0,2 0-9 0,-1-1-8 15,-1 5-7-15,3-1-12 0,-1 1-23 0,-2 0-28 16,3 1-36-16,-1 1-45 0,-2-1-47 0,1 2-67 16,-2-3-242-16,1 0-520 0,-1-1 231 0</inkml:trace>
  <inkml:trace contextRef="#ctx0" brushRef="#br0" timeOffset="15456.64">13134 3251 67 0,'2'-5'408'16,"0"3"-37"-16,-2 2-40 0,1-3-32 0,-1 3-36 15,0 0-26-15,3-4-28 0,-3 4-29 0,0 0-22 16,0 0-18-16,0 0-11 0,3 9-14 0,-1 3-14 16,-2-2-9-16,-2 6-10 0,0 1-8 0,1 1-3 15,-3 0-8-15,0 6-7 0,-3-1-3 0,2 6-8 16,-6-5 6-16,6-5-31 0,-1 0 19 0,-2 5-18 0,3-6 15 16,1-6-8-16,0 0 0 0,3-4-8 0,-2 2-12 15,2-3 15-15,-1-3 2 0,0 1 17 0,1 0 17 16,1-5 43-16,0 4 32 0,0-4 25 0,0 0-19 15,0 0-14-15,6-9-18 0,1 0-7 0,-1 1-10 0,2-4-13 16,2-3-6-16,2-2-9 0,0 1-3 16,0 0-7-16,0 0-6 15,-2 2-4-15,-3 4-1 0,1 1-4 0,-3 1-3 16,-1 3-6-16,1-2-6 0,0 4-3 0,-4 1-17 16,2-2-14-16,2 0-19 0,-5 4 1 0,0 0-8 15,9 6 4-15,-1-2-16 0,-2 2 5 0,-2 1-25 16,4 0-30-16,-2 2-43 0,2 0-28 0,-3 2-49 15,1-4-41-15,1 2-56 0,-3-3-80 0,0-2-206 16,-1 0-651-16,1-1 289 0</inkml:trace>
  <inkml:trace contextRef="#ctx0" brushRef="#br0" timeOffset="15904.46">13465 3280 213 0,'4'-5'284'0,"1"3"-29"0,3-1-28 16,-3 1-22-16,4 2-19 0,-1 0-18 0,2 2-15 15,-1 1-13-15,4 1-14 0,-4 4-9 0,4 1-17 16,-1 3-11-16,-3 3-5 0,1-1-12 0,-5 1-9 16,-1 5-5-16,-3-3-5 0,-1 1-9 0,-3 2-3 15,-4-3-3-15,-3 0-5 0,1 1-2 0,-1-1-3 0,-2-2 0 0,1-3-4 16,2-2 4-16,-4 2-2 0,5-6 9 0,-1 1 11 15,3-1 12-15,0-5 19 0,3 2 20 0,3-3 37 16,-5 5 24-16,5-5-9 0,0 0-18 16,0 0-15-16,0 0-11 0,3-23-14 0,2 14-10 15,4-2-5-15,1-4-9 0,1 1-9 0,1-3-6 16,6-5-7-16,0 0 1 0,-2-3-29 0,2 7 14 0,-5 2 1 0,-3 1-1 16,-1 8-3-16,-4-2-2 0,0 0-5 0,-1 4-9 15,0 1-10-15,0 0-19 0,-3 1-33 0,-1 3-4 16,0 0 1-16,0 0-12 0,-1 12 25 0,-3-2 0 15,-4 5 6-15,3 2 10 0,0 1-6 0,1 0 4 16,0-1 8-16,3 1 3 0,-3 1-4 0,-1 1 3 16,4-1 7-1,2-4-7-15,4 1-12 0,3-2-16 0,2 1-20 0,4-4-40 16,3-1-50-16,2-4-58 0,13 0-89 0,1-4-250 16,-1-3-596-16,4-3 264 0</inkml:trace>
  <inkml:trace contextRef="#ctx0" brushRef="#br0" timeOffset="16405.7">14601 3361 15 0,'0'0'311'0,"-2"-9"-29"0,-2 6-26 0,1-1-22 15,-2 0-26-15,0 1-21 0,-1-1-16 0,-2 2-21 16,2 0-13-16,-6 2-16 15,2-3-11-15,-3 4-12 0,-1 1-8 16,1-1-11-16,-1 0-8 0,-2 1-8 0,2 1-8 16,1 2-4-16,-1 0-6 0,4 0-4 0,-2 2-9 15,-6 1 4-15,4 2-7 0,0 0-2 0,0-1-7 16,3 0 0-16,-1 2 2 0,4-2-8 0,1 1-5 0,0 0 8 16,2-1-8-16,1-1 3 0,3-2 4 15,1 3-2-15,1-2 1 0,3 1 6 0,0-2-4 0,5-1 9 0,1 1 2 16,2-3 5-16,2-1-6 0,-2 0 3 0,6-5 9 15,-5 1 12-15,0 0 11 0,0-5 0 0,-2 1 9 16,4-3-1-16,-4 0 2 0,0-3 0 0,2-2-1 16,-4-3-24-16,-4-1 18 0,-1-3-6 0,2-3 0 15,-1-3-8-15,-1-1 2 0,0-1-5 0,-4-3-22 16,4 4 20-16,-4-7 5 16,-3 1 1-16,2 2 6 0,1 4 4 0,0 1 13 15,-1 10 10-15,-2 0 6 0,2 4-1 16,-2 2-12-16,2 3-10 0,1 1-11 0,0 2-13 15,0 0-40-15,-1 3-50 0,1 2-35 0,0 0 5 16,0 0 5-16,-7 23 12 0,2-3 2 0,4 7 4 0,-4 3 13 16,5 3 1-16,-3 1 12 0,0-1-14 0,3 2 11 15,0 1-16-15,2-2-18 0,-2-3-25 0,1 1-26 0,2-3-27 16,-3-3-33-16,0-6-37 0,4-3-52 0,-3-4-297 16,0-5-606-16,2-1 268 0</inkml:trace>
  <inkml:trace contextRef="#ctx0" brushRef="#br0" timeOffset="16806.4">14734 3232 185 0,'0'0'216'0,"9"5"-14"0,-4 0-14 0,-2-1-18 15,1 6-8-15,-2 0-13 0,2 1-8 0,-1 4-9 16,-2 2-13-16,0 1-12 15,-1 2-4-15,-5 3-13 0,4-2-7 0,-3-2-7 16,-4 5-5-16,2-6-8 0,1 1-6 0,-3-3-4 16,-1-1-5-16,5-3-5 0,-1 1-1 0,0-6-3 15,0 2 8-15,1-4 6 0,0 1 27 0,3-2 24 16,-2 0 45-16,3-4 35 0,0 0 28 0,-1 4 17 16,1-4-19-16,0 0-32 0,0 0-10 0,13-20-20 15,-3 11-20-15,4-1-15 0,3-6-6 0,1-3-15 0,2-2-19 16,2-3-15-16,-3 2-8 0,1 1-6 0,1-1-1 15,-8 10-7-15,-6 1-2 0,2 2-3 0,-4 2-5 0,1 1-2 16,-3 1-20-16,1 3-33 0,-2-2-34 16,-2 4-12-16,0 0 3 0,0 0 9 0,-2 18 13 15,1-5-4-15,-5 0 10 0,2 8 5 0,-3-3 3 16,7 6 6-16,0 2 12 16,0-1-15-16,5 0-16 0,4-2-10 0,7 0-42 15,8-3-63-15,4-3-102 0,-1-7-388 0,11-3-707 16,3-4 313-16</inkml:trace>
  <inkml:trace contextRef="#ctx0" brushRef="#br0" timeOffset="17443.66">16117 3263 46 0,'-9'0'139'0,"1"4"-1"0,2-1-3 15,1-2-8-15,1 1-13 0,4-2-11 0,-13 2-2 16,13-2-5-16,-2 2-3 0,2-2 8 0,0 0 3 15,-4 3 9-15,4-3-4 0,0 0 3 0,0 0 8 16,0 0 10-16,11 4 3 0,2-6-2 0,10 0-13 16,11-5 28-16,20 0-8 0,6 1-5 0,4-3-7 15,25-3-11-15,-26 5-1 0,1 1-14 0,-7 1-8 0,-3 0-18 16,-17 0-16-16,-6 1-23 0,-3 2-17 0,-10-1-19 0,-4 1-27 0,-4 2-31 16,-6-1-24-16,-4 1-38 0,0 0-37 0,0 0-42 15,-24-1-51-15,-3 1-168 0,-6 0-453 16,1 0 201-16</inkml:trace>
  <inkml:trace contextRef="#ctx0" brushRef="#br0" timeOffset="17639.14">16392 3123 244 0,'-2'-6'334'0,"2"-1"3"0,0 3 11 15,0 1-13-15,2-4-11 0,-2 7-36 0,0-3-27 16,0 3-34-1,0-4-20-15,0 4-32 0,0 0-35 0,0 0-19 16,0 0-12-16,0 24-9 0,0-6-33 0,0 11 11 16,0 5-7-16,0 13 0 0,1-11-9 0,3 10-53 15,-2-10-36-15,5 11-66 0,1-2-68 0,0-14-116 16,-3-2-282-16,0-10-605 0,-1-4 268 0</inkml:trace>
  <inkml:trace contextRef="#ctx0" brushRef="#br0" timeOffset="18378.56">18151 2602 146 0,'-3'-2'166'0,"3"2"-19"0,-7 0-15 0,7 0-12 16,-14 8-19-16,5 3-10 0,0 6-5 0,-4 7-15 15,0 5 0-15,-3 3-11 0,-1 18 1 0,2 4 5 0,-7 26-4 0,9-22-4 16,-2 24-1-16,6-23-6 0,1 22-3 0,3-23-2 15,5-3-8-15,1 2-1 0,2-2-1 0,3-3-6 16,1-5 11-16,3 2 2 0,-2-2 1 0,-2-13-3 16,2 11-5-16,-2-13 2 0,-1-2-7 0,-2-2 0 15,-2-3-1-15,-1-7-5 0,-4 2 0 0,-1-2 13 16,-1-2 13 0,-2-3 9-16,-5 0 9 0,-1-1 7 0,4-5 3 15,-8 0 6-15,0-3 1 0,-9 0 5 0,6-2 4 16,-1-1 1-16,0-2 2 0,-6-1-1 0,0-2-18 15,10 3-5-15,0 0-3 0,-1 0-16 0,8 1-3 16,-1-3-19-16,2 3-42 0,10 0-50 0,-12 2-71 16,12-2-36-16,-10 3-47 0,8 1-283 0,2-4-537 15,0 0 238-15</inkml:trace>
  <inkml:trace contextRef="#ctx0" brushRef="#br0" timeOffset="18926.54">17557 4573 241 0,'0'0'338'0,"0"0"-39"0,0 0-33 0,0 0-34 16,0 0-34-16,0 0-18 0,0 0-22 0,-4 19-15 15,-1-8-11-15,0-1-13 0,-3 10-8 0,-1-3-15 16,0 1-11-16,-2 7-27 0,-2 0-10 0,1-1-2 16,-1 0-3-16,4-7-2 0,0 1-6 0,1-2-3 15,0-7-5-15,4 3-1 0,-1-4-1 0,3-2 3 16,-2-2 4 0,3 0 34-16,-1 0 41 0,1-1 41 0,1-3 19 15,0 0-19-15,0 0-15 0,4-19-12 0,0 9-15 16,0-4-15-16,3-3-8 0,3 0-10 0,2 0-12 15,-2 0-2-15,2 2-10 0,-5-1-5 0,1 8-6 0,0-2-2 16,-5 6-13-16,1-2-3 0,0 0-12 16,0 3-17-16,1 3-18 0,3 0 0 0,-1 1-8 15,1 5-5-15,1 1 0 0,1 1-3 0,2 4 0 0,-3 1-5 0,1 1-12 16,-1-2-24-16,-1 2-27 0,-2 3-27 0,4-4-33 16,-5 3-40-16,0-6-38 0,1-2-48 0,-5-1-202 15,-2-3-538-15,-2-1 238 0</inkml:trace>
  <inkml:trace contextRef="#ctx0" brushRef="#br0" timeOffset="19080.14">17416 4628 2444 0,'-6'-7'207'0,"1"2"-84"0,1-3-11 0,0 3-25 16,-1 1-8-16,5 1-9 0,-3-1-9 0,3 4-15 15,-2-6-11-15,2 6-5 0,5-2-4 0,7-2-1 16,7 1 0-16,11-2-19 0,4 1-18 0,4 1-33 15,4-1-47-15,8-2-51 0,5 1-67 0,-18 3-269 0,-4 0-520 0,4-2 231 16</inkml:trace>
  <inkml:trace contextRef="#ctx0" brushRef="#br0" timeOffset="19311.87">18088 4417 266 0,'3'-4'364'0,"-3"4"-32"0,3-5-31 0,-3 5-30 15,2-2-32-15,-2 2-28 0,0 0-25 0,0 0-28 16,0 0-20-16,0 0-9 0,-4 21-19 0,2-6-9 16,-5 4-9-16,2 11-7 0,-4 0-10 0,0 2-2 15,-2 11-11-15,1-9-3 0,3 3-8 0,-2-4-4 16,4 1-5-16,-2-2 2 0,0-3 6 0,3-3-16 16,2-6-3-16,-1-1-13 0,-1-4-20 0,4-3-12 0,-1 0-30 0,-4-4-12 15,5-2-10-15,0-1-4 0,0-2 4 0,-1 0-34 16,1-3-58-16,0 0-76 0,0 0-227 15,0 0-497-15,1-16 221 0</inkml:trace>
  <inkml:trace contextRef="#ctx0" brushRef="#br0" timeOffset="19565.72">18327 4691 31 0,'7'0'355'0,"-1"-2"-25"0,-6 2-33 0,7-1-32 16,-7 1-34-16,8 0-24 0,-8 0-19 0,6 8-17 15,-4-4-11-15,1 3-16 0,-3 4-12 0,2 5-10 16,-3 2-10-16,-3 5-12 16,-1 3-9-16,-1-1-12 0,-2 4-3 0,2-11-6 15,1 1-10-15,-2 0-4 0,3-2-8 0,-2-7-1 16,3 1-4-16,2-3-6 0,-1-3 0 0,0 2 13 16,4-2 0-16,1-5 4 0,10 0-3 0,8-3-3 15,14-4-16-15,2 0-40 0,21-5-54 0,-1-1-71 16,-3-1-93-16,2 0-332 0,-1-1-604 0,-18 1 268 15</inkml:trace>
  <inkml:trace contextRef="#ctx0" brushRef="#br0" timeOffset="20329.88">18030 1789 87 0,'0'0'237'0,"0"0"-29"0,2-2-28 0,-2 2-23 16,0 0-16-16,3 14-10 0,-2-6-10 15,-1 3-16-15,-1 4-8 0,0 2-10 0,-2 0-8 16,-2 10-1-16,-3-5-8 0,1 2-6 0,-4 3-4 16,1-5-10-16,0-3 1 0,2 0-5 0,-1-2-7 15,0-3-2-15,4-1-6 16,0-2 0-16,1-4 0 0,0 0 27 0,3-2 31 15,1-5 36-15,-4 6 29 0,0 0 37 0,4-6 23 16,0 0-23-16,0 0-17 0,0 0-17 16,13-17-17-16,-8 6-19 0,3 1-14 0,3-4-2 15,1 2-12-15,2 0-16 0,-5 4-9 0,3-4-8 16,-5 5-2-16,-2 2-12 0,2 1-14 0,-3 2-8 0,2-2-17 16,0 2-21-16,2 0-19 0,-8 2-12 0,17 7-17 0,-7-2-13 15,-3 3-20-15,2 0-22 0,-2 2-30 0,0 0-39 16,0 0-39-16,-1-1-67 0,-4 0-245 0,-1-1-581 15,-1-4 257-15</inkml:trace>
  <inkml:trace contextRef="#ctx0" brushRef="#br0" timeOffset="20615.07">17631 1877 1 0,'-8'-1'245'16,"8"1"-10"-16,-15 1-21 0,15-1-15 0,-8 2-5 0,8-2-3 15,0 0-3-15,0 0-21 0,0 0-6 0,0 0-19 16,0 0-9-16,46-8-18 0,5 1-9 0,13 0-12 0,34-3-7 16,1-3-3-16,1 0 7 0,3 1 32 0,3-3-7 15,-10 2-2-15,-28 7-12 0,-4-1-14 16,-3 2-1-16,-6-2-4 0,-22 3-19 0,-2 3 2 15,-11-2-15-15,-5 1-31 0,-3 2-25 0,-3 0-27 0,-4 2-1 0,-5-2-1 16,0 0-13-16,-11 12-33 0,-8-8-43 0,1 2-46 16,-4 1-70-16,-10 0-228 0,4-2-505 0,8-3 224 15</inkml:trace>
  <inkml:trace contextRef="#ctx0" brushRef="#br0" timeOffset="21301.16">19066 3113 148 0,'0'-13'269'0,"1"-3"-3"0,2 1-19 0,-6-1-9 0,3 3-7 0,0 4-10 16,3 1-7-16,-3 1-19 0,0 1-25 0,0 2-21 16,0 0-30-16,0 4-43 0,0 0 4 0,0 0-12 15,-12 17-5-15,5 2-11 0,-3 10 1 16,-1 3-9-16,-5 13-5 0,0 2-2 0,1 3-1 16,3 1-2-16,2-1-2 0,-2 0-2 0,1 0-6 15,2-3 0-15,4-9-2 16,1-3-3-16,2-4 3 0,-1 4 0 0,1-1-3 15,-1-1-2-15,2-3 0 0,1-13-2 0,-1 0-6 16,-2-5 3-16,3-2 3 0,-4-2-3 0,4-1 30 16,0-1 15-16,0-1 23 0,0-5 16 0,-3 6 2 15,3-6-8-15,-11 0-6 0,11 0-13 0,0 0-3 16,-23-7-14-16,13 1-12 0,-2 2-31 0,2-3-22 16,-3-1-34-16,0-2-37 0,2 2-45 0,0 0-42 0,-1-1-65 15,2 2-69-15,-3-2-228 0,2 0-575 0,3 1 256 0</inkml:trace>
  <inkml:trace contextRef="#ctx0" brushRef="#br0" timeOffset="21601.84">18746 3520 2104 0,'-11'4'191'0,"1"-2"-66"0,-3-2-46 16,7 1-8-16,-1-1-7 0,7 0-13 0,-7 1-1 16,0-1 7-16,7 0-13 0,0 0-8 0,0 0-1 0,0 0-1 0,0 0-6 15,38-4-1-15,-8 0-6 0,4-3-1 16,20 0-5-16,-4 1-1 0,4 0-2 0,-1 3-3 16,-16-3 1-16,2 4 0 0,-6-4-3 0,1 6 2 15,-12 0-1-15,-1-1-1 0,-9 1-3 0,1-1-1 0,-3-1-9 16,-2 2-16-16,-2 0-11 0,-6 0 1 0,0 0-19 15,0 0-14-15,0 0-28 0,-17 4-30 0,5-3-45 0,-2-1-41 16,1 2-182-16,-1-4-423 0,4 1 187 0</inkml:trace>
  <inkml:trace contextRef="#ctx0" brushRef="#br0" timeOffset="22002.8">19644 3272 253 0,'2'-1'307'0,"-2"1"-38"16,10-1-26-16,-10 1-30 0,0 0-20 0,9 2-22 16,-9-2-20-16,4 8-11 0,3-1-10 0,-1 0-15 0,-3 5-5 0,0-1-12 15,2 4-7-15,-2 1-9 0,-3 0-4 0,-3 0-11 16,2 0-5-16,-2 1-7 0,-1 0-2 0,-3-8-12 15,3 4-2-15,-1-3-5 0,3-1-4 0,-2-4-3 16,2 1 0-16,1-3-2 0,-1 3 5 0,0-3 17 16,2-3 27-16,-3 5 27 0,3-5-17 0,0 0-8 15,0 0 3 1,14-16-20-16,-7 8-11 0,7-3-16 0,-3 1 6 16,5-2 1-16,2 0-5 0,-3 2-5 0,1 0-6 0,-6 3-2 15,4 0-7-15,-4 3 4 0,0 0-10 0,-2 0-2 16,-2 4-6-16,1 0 2 0,-1 5-9 15,2-1 3-15,1 2-2 0,-1 4 1 0,-5 1-3 16,8 2 5-16,-6-1 3 0,1 3 0 0,-1 1 3 16,-1 0-3-16,2-2-34 0,-2-3-28 0,0 6-33 0,1-5-32 0,-1-2-28 15,1-3-38-15,0 1-59 0,0-4-251 0,0-2-546 16,-1 1 242-16</inkml:trace>
  <inkml:trace contextRef="#ctx0" brushRef="#br0" timeOffset="22218.89">20060 3266 2362 0,'3'-6'191'15,"-1"0"-71"-15,2 0-13 0,-1 2-42 0,-1-1-24 16,-2 3-20-16,3-3-5 0,-3 5-4 0,0 0-3 16,14 7 6-16,-8 2 16 0,1 3-4 0,1 5 7 15,1 5 3-15,-1 5-10 0,-7 2 8 0,-1 3 2 16,-3 2-2-16,-4 0 0 0,-3-1 0 0,-5-1 0 0,-3 2-3 0,-5 5-1 15,1-14-21-15,-1 1-16 0,-1-6-21 0,-3-2-32 16,1-1-40-16,-2-3-64 0,1-2-110 0,-5-10-190 16,3 1-500-16,-3-8 221 0</inkml:trace>
  <inkml:trace contextRef="#ctx0" brushRef="#br0" timeOffset="22503.68">19306 3105 162 0,'-23'9'226'0,"-3"7"-19"0,2 0-21 16,0 8-10-16,0 3-17 0,0 14-6 0,3 2 5 15,2 1-10-15,9-9 0 0,2 0-7 0,4 12-8 16,8-13-4-16,6-1-8 0,7 1-11 0,14 7-7 16,7-7-12-16,13-3-19 0,4-9-40 0,2-1-58 0,2-5-95 15,-3-8-297-15,6-8-454 0,-8-3 201 0</inkml:trace>
  <inkml:trace contextRef="#ctx0" brushRef="#br0" timeOffset="23374.62">20814 3002 56 0,'0'0'179'0,"-14"4"-29"16,5 2-5-16,-9 3-14 0,-4 4-13 15,-3 6-12-15,-1-2-6 0,-3 2-10 0,0 2-3 0,-10 11-6 16,-3-6-3-16,14-6-3 0,2 2-7 0,2-3 0 16,1 2 1-16,3 0-9 0,2 0-1 0,0-4 6 0,10-1-1 15,2-2-1-15,3-3-5 0,3 1-3 0,4 3 0 16,1-5-4-16,4 2 1 0,5 2-6 0,2-4 26 16,10 2-8-16,3-1-5 0,1-1-3 0,2 0-7 15,0 1-5-15,0-3-4 0,-3 1-5 0,-3 3-3 16,-6-4-5-16,5 4-3 0,-9-4-2 0,-5 0-6 15,-1-1-4-15,-4 4 0 16,-5 0-3-16,-1-2 1 0,-5 3 5 0,-5 2-1 16,-7 1 0-16,-7-2 1 0,-3 2-3 0,-3-1-2 15,-2-3 1-15,-3-3-1 0,5 2-1 0,-4-3-1 16,5-3 1-16,1 2-1 0,7-6 1 0,10 3-3 16,-1-3 1-16,1-2-14 0,3 0-13 0,4-5-28 15,4 2-9-15,4-3-6 0,5 0 3 0,9-2-2 16,8-5-2-16,2 1 4 0,2-1 2 0,2 1 4 0,0-1 4 15,5 1 14-15,0-2 20 0,-1 4 16 0,15-6 22 16,-19 8 13-16,0-3 14 0,-4 5 14 0,-6 2 10 16,-3-1 14-16,-1 1 8 0,-6 2 14 0,-2-1 11 15,-4 3 5-15,1-1-8 0,-2 3-1 0,0-2-18 0,-5 2-15 16,7-3-3-16,-7 3-10 0,7-1-7 16,-7 1-12-16,0 0-12 15,0 0-11-15,6 6-5 0,-6-3-1 0,0 2-5 16,0 1 6-16,-2 0-6 0,4 4 2 0,-2 0-5 15,-2 3 1-15,0-2 0 0,1-2 2 0,0 5-4 16,1-4 5-16,1 2-29 0,-1-2-18 0,0-1-16 16,-2-1-28-16,3-3-20 0,-1 2-22 0,-1-3-11 15,1-4-7-15,-2 5-23 0,2-5-72 0,0 0-280 16,0 0-548-16,-10-14 243 0</inkml:trace>
  <inkml:trace contextRef="#ctx0" brushRef="#br0" timeOffset="23521.73">20933 3301 171 0,'0'-7'340'0,"-1"2"-21"0,2 0-32 0,0 1-25 16,-1-1-33-16,0 5-21 0,0-4-38 0,0 4-45 0,1-4-27 0,-1 4-30 15,0 0-38-15,0 0-30 0,13 6-50 0,-10-2-58 16,3 0-68-16,-1 2-154 0,0-1-356 0,-1-1 159 16</inkml:trace>
  <inkml:trace contextRef="#ctx0" brushRef="#br0" timeOffset="23822.45">21164 3420 2082 0,'0'5'56'0,"0"0"-24"0,2-1-27 0,-2 1 21 16,-2 2-6-16,0 2 10 0,-2-2 8 0,0 2-4 15,0 1-3-15,-1 1-2 0,-1-1-3 0,1 2-3 16,-1 0 2-16,3-4-6 0,-1 4 0 0,-1-3 0 0,1-1-3 0,1-5 3 15,5 4 2-15,-4-3 2 0,1-1 21 0,0 1 30 16,1-4 24-16,0 0-6 0,0 0-9 0,12 0-4 16,-5-4-7-16,2-1-12 0,3-3-2 0,-1 4 0 15,-1-1-1-15,5-3-6 0,-4 4-4 0,1-1-8 16,-3 1-2-16,0-1-6 0,-1 2-10 0,-2 1-4 16,2 2-13-1,0-1-18-15,-2 1-14 0,3 0-30 0,-4 1-31 16,0 1-38-16,-5-2-42 0,17 3-61 0,-10-1-254 15,0 1-523-15,2-1 231 0</inkml:trace>
  <inkml:trace contextRef="#ctx0" brushRef="#br0" timeOffset="24207.79">21558 3344 206 0,'2'-7'443'0,"1"1"-26"0,-2 1-38 15,-1 0-37-15,3 3-38 0,-1-2-32 16,-2 4-36-16,3-5-38 0,-3 5-42 0,0 0-18 0,0 0-23 16,-2 15-2-16,1-5-12 0,-1 4-9 0,1 3-3 0,-2 1-19 15,0 7-4-15,1-4-2 0,-2 4-7 0,1-5-3 16,-2 4-7-16,1-6-14 0,2 2-10 0,-4-1-9 16,3-3-6-16,0-5-2 0,1 1 8 0,1-6-13 15,-1 2 1-15,0-4 14 0,2-1 20 0,0-3 24 16,0 9 30-16,0-9 15 0,0 0-11 0,0 0-14 15,0 0-7-15,23-15-7 16,-14 7-5-16,0-1-10 0,5-2-6 0,0-1-3 16,0 1-3-16,-1-2-8 0,-2 8-5 0,-1-4-1 15,-1 4-7-15,-1-5-2 0,-2 7 2 0,-1-1-6 16,-1 1-5-16,0-1-10 0,-3 1-16 0,-1 3-19 16,7-1 0-16,-7 1-13 0,0 0-6 0,11 6-3 15,-6-2-21-15,-1-1-32 0,3 2-38 0,-5-1-39 16,2 2-39-16,2-2-57 0,-2 2-73 0,-1-4-207 0,-3-2-614 0,4 6 272 15</inkml:trace>
  <inkml:trace contextRef="#ctx0" brushRef="#br0" timeOffset="24624.05">21898 3349 115 0,'6'-5'312'15,"-1"2"-24"-15,0-1-33 0,-1 1-23 0,1 1-32 16,2 0-14-16,0 2-21 0,-7 0-16 0,13 3-10 16,-3 3-10-16,-1 3-19 0,-2 0-5 0,-1 8-10 15,1-2-11-15,-5 2-5 0,-1 2-6 0,-1 2-4 16,-3 4-11-16,-3-7-1 0,1 6-7 0,-1-5-4 0,-3-2-2 16,-1 1-9-16,1-2-2 0,0-2-1 0,-3-2 3 15,7-3-4-15,0-1-2 0,0-2-1 0,1-3 10 16,-1 3 24-16,4-3 39 0,1-3 36 0,-7 4 4 15,7-4-21-15,0 0-13 0,0 0-10 0,8-17-10 0,-2 7-11 16,-2-1-9-16,9 0-16 0,1-3 10 0,0-5-11 16,6-1-10-1,-5 1 3-15,4-2-9 0,-3 2-24 0,0 5 11 16,-5 0 4-16,3 1-7 0,-7 5 1 0,-1 0-2 16,-1 1-6-16,-1 2-9 0,2 0-29 0,-4 2-19 15,1 2-32-15,-3 1 10 0,0 0 3 0,0 0 10 16,-3 16 5-16,0-8-5 0,-2 2 15 0,-3 3 7 15,3 2 4-15,1-1 4 0,-1 1-11 0,5 2-14 16,0-5-24-16,0 5-16 0,5 0-25 0,-1-5-32 0,5 2-42 16,5-2-56-16,4-3-60 0,1-1-175 0,11 0-519 15,3-3 230-15</inkml:trace>
  <inkml:trace contextRef="#ctx0" brushRef="#br0" timeOffset="25056.25">22976 3392 8 0,'-14'-12'243'0,"-3"4"-15"16,2-1-20-16,-5 5-12 0,-7-3-18 15,4 5-17-15,-5 1-18 0,-3 1-11 0,3 6-16 0,1-1-12 16,5 1-11-16,-3 3-11 0,-1 0-7 0,7 2-10 16,-3 3-2-1,6-2-7-15,-2 1-6 0,5 1-5 0,4 0 4 16,-2 0 0-16,7-2 1 0,0-1-4 0,0 1 0 15,8 1-2-15,-3-3 1 0,10 2 0 0,-1 0-4 16,1-7-1-16,5 4 3 0,-1-4-4 0,3 0-2 16,-5-4 15-16,-1-1 7 0,1-1 14 0,-1-4 5 15,-1 1-20-15,1-3 17 0,0 1 2 0,-3-4 7 16,3-3 0-16,-2 2-3 0,-4-6-11 0,2 1 2 0,-3-2-5 0,-1-1-1 16,1-7-3-16,-1-4-32 0,-3 2 19 0,3-1-2 15,0-2 3-15,-3-1-8 0,2-4-6 0,-3 4 2 16,0-3 5-16,1 4 5 0,2 3 2 0,-6 9 15 15,6 1 12-15,-3 7 2 0,0-1-5 16,0 7-8-16,0-1-20 0,0 0-33 0,0 3-47 0,0 3-38 16,0 0 5-16,0 0 16 15,-7 19 0-15,2-4 8 0,1 5 0 16,-1 6 4-16,0 5 11 0,0 0-16 0,4 1-10 16,-2 0-22-16,3 1-19 0,4-1-29 0,1-2-28 15,3-2-34-15,-2-3-48 0,1-7-66 0,-1-1-214 16,-1-6-555-16,1-2 246 0</inkml:trace>
  <inkml:trace contextRef="#ctx0" brushRef="#br0" timeOffset="25457.2">22985 3222 295 0,'5'-9'306'0,"3"4"-24"15,-3 0-30-15,0 2-22 0,2-2-23 0,0 4-22 16,1 1-24-16,-1 1-18 0,0 3-11 0,1 2-11 0,0 2-8 15,1 5-9-15,-2 4-13 0,-1 0-4 0,-3 3-9 16,-1-2-5-16,-2 9-8 0,-5-3-11 0,0 1 8 16,-1-3-10-16,-6 4 0 0,0-2-14 0,1-6 4 15,1-1-3-15,-1 0-1 0,-2-4 2 0,4-3-9 16,4 0-2-16,-2-4 1 0,2 2 21 0,1-4 28 16,0 1 48-16,-2-1 27 15,6-4 43-15,0 2-5 0,0-2-15 0,0 0-25 16,6-14-12-16,2 7-19 0,1-3-10 0,4-3-13 15,2-3-12-15,3-2-8 0,1-2-10 0,2 0-8 16,-1-1-3-16,-3-1-16 0,3 3-15 0,-7 3-3 16,-3 2 1-16,-1 7-5 0,0-1-5 0,-4 1-4 15,2 2-20-15,-5 1-12 0,3 1-24 0,-5 1-27 16,0 2 0-16,0 0 8 0,9 7 3 0,-9-1 4 0,0 1 9 16,3 4-12-16,-3 1 24 0,1 5-3 0,-1 0 3 0,5 0-35 15,0-3-13-15,4 2-41 0,0 0-47 16,5-4-60-16,3-1-86 0,1-1-331 0,0-4-703 15,1-5 311-15</inkml:trace>
  <inkml:trace contextRef="#ctx0" brushRef="#br0" timeOffset="26174.5">23183 2455 77 0,'0'-4'229'0,"0"-1"-15"0,0-1-23 16,0 4-19-16,0 2-18 0,0-6-17 0,5 2-16 0,-5 4-11 0,12 0-15 15,-1 3-6-15,2-1-9 0,6 2-7 0,2 0-8 16,8 6-4-16,2-4-9 0,2 1 0 0,-4 1-10 16,6-1-2-16,-7-2-5 0,4-2-2 0,-5-1-1 15,-5-2-7-15,0 0 3 0,-4-2-5 16,0 1-4-16,1-1 1 0,-6-3 11 0,1 1 2 16,-5-4 14-16,0 1 5 15,0 0 9-15,0-4 2 0,-4 6 7 0,3-8 4 16,-4 7 9-16,3-5 6 0,-2 5-1 0,-2-4-8 15,2 0-7-15,-1 2-2 0,0 3-3 0,-2 0 11 16,0-2-1-16,0 2-10 0,-2 5 1 0,5-8-16 16,-4 4 0-16,-1 4-9 0,2-5-4 0,-2 5-9 15,1-5-17-15,-1 5-21 0,0 0-25 0,0 0-16 16,0 0-3-16,0 0 1 0,3 17 4 0,-3 1 12 0,-2 10-3 16,0 6 2-16,-3 21 6 0,-3 5 9 0,0 26-3 15,-1 1 10-15,-3-1-4 0,0 5 5 0,10 3 2 16,-1-2 7-16,4 1-1 0,-1-7 1 0,3-4 6 15,2-27-1-15,0 1 3 0,-1-3-2 0,3-1 5 16,-1-5 6-16,-5 0-6 0,1-15 1 0,2-2-4 16,0-1 7-16,-4-4-4 15,0-7 6-15,2-2-2 0,-4-3 0 0,4-2 6 16,-1-2-8-16,-1-2 0 0,0 0-1 0,0-2-1 16,0-5 3-16,0 13-5 0,0-13-1 0,0 4 6 15,0-4-2-15,0 0-4 0,0 0-3 0,1 11 0 16,-1-11 2-16,0 0-3 0,0 6 5 0,0-6 0 15,0 0-6-15,-1 8 4 0,1-8-2 0,0 0 3 16,0 0 0-16,0 0 0 0,0 0-2 0,-3 7-4 0,3-7 2 16,0 0 5-16,0 0-5 0,0 0 11 0,-1 7 12 15,1-7 9-15,-9 3 3 0,-4 0 0 0,-3-1-3 16,-11 1-1-16,-8-6-23 0,-17 2-54 0,-11 1-99 16,-30-4-167-16,-4-12-238 0,2-7-594 0,8-9 262 15</inkml:trace>
  <inkml:trace contextRef="#ctx0" brushRef="#br0" timeOffset="28435.8">2707 8074 100 0,'0'0'205'0,"0"0"-15"16,0 0-7-16,0 0-9 0,0 0-5 0,-6 0-9 15,6 0-6-15,0 0-3 0,0 0-10 16,0 0 0-16,0 0-8 0,0 0-2 0,0 0-9 15,0 0-16-15,4-9-10 0,-2 5-6 0,3-3-13 0,2 0-8 16,0-3-6-16,4-2-6 0,0-5-4 0,-2 2-6 16,9-6-2-1,-4-1 12-15,-1 0-3 0,-2-2 4 0,2-3-3 16,0-1-7-16,-3-3-1 0,3 1-5 0,3-13 5 16,-7 8-6-16,0-1-8 0,0 2-2 0,4-10-5 15,-6 8-4-15,1 0-4 0,-3 1-2 0,-1 0-3 16,-1 1-2-16,-2 3 0 0,3-4-1 0,-4 2-2 15,0 3-1-15,0 2-1 0,-3 3 6 0,1 6-4 16,1 2-1-16,-1-1 2 0,1 1-3 0,0 4 1 0,-1 4 1 0,2-2 4 16,-1 1-1-16,1 3-3 0,0 1-1 0,0 1-2 15,-2-2 2-15,4 2 7 0,-4 1-13 0,0 0-1 16,2 4 6-16,-2-5-5 0,3 1-4 0,-1 4 2 16,-4-5 3-16,4 5-5 0,0 0-3 0,0 0-6 15,0 0-6-15,0 0-15 0,-1-2-11 0,1 2-9 16,0 0 0-1,0 0 6-15,-4 13 7 0,3-3 4 0,-3 3 2 16,0 2 0-16,0 3 3 0,0 10 3 0,-1 0 2 0,0 1 2 16,-1 17 3-16,3-10 4 0,1 10 0 0,-2 1 1 15,0-11 0-15,3 11 4 0,-2 4-2 16,3-2 8-16,3-3 1 0,1 0-1 0,-2-12 2 16,1-1 2-16,3-1 2 0,1-3 3 0,0-2 5 15,0 0-2-15,-2-6 1 0,3-3-1 0,-2-2 2 0,1 1-1 0,-1-5 3 16,-3-2 4-16,4-3-3 0,0 1 13 0,-4-1 2 15,2-2-7-15,-4-2 8 0,2 0 7 0,2-1 9 16,-5-2 0-16,9-2 3 0,-9 2 0 0,14-4 2 16,-9-1-3-16,3 0-2 0,1-2 4 0,-3-2-4 15,2 1 5-15,1-1-11 0,0 1-2 0,-2-3 0 16,0 2-7-16,-1 0 2 0,2-1-9 0,-3 0 7 0,-1 1-5 0,0-1-2 16,0 2-4-16,-2-4 0 0,-1 4 1 0,3 0-2 15,-4 1 7-15,3 0-11 0,-3 0-3 0,2 1 3 16,-2 4 2-16,-2-3-2 0,4 1-5 0,-2 4-8 15,-3-4-11-15,3 4-12 0,-8 0-2 0,8 0 3 16,-17 6 0-16,4 2 11 0,-2 3-9 0,-3 1 4 16,-1 4-3-16,2-3 4 15,2 0 1-15,1 3 1 0,5-2-17 16,-5 1-10-16,5-2-10 0,5-1-1 0,-2 2-11 16,1-3 2-16,6 0 1 0,3-1-2 0,2-2-7 15,3-2-20-15,9 1-39 0,1-3-65 0,12-4-297 0,0-3-532 16,-1 0 236-16</inkml:trace>
  <inkml:trace contextRef="#ctx0" brushRef="#br0" timeOffset="29120.53">3474 7815 256 0,'0'0'270'0,"0"0"-11"0,0 0-18 15,0 0-14-15,0 0-20 0,0 0-19 0,-1-3-24 16,1 3-14-16,0 0-16 0,0 0-17 0,0 0-5 0,0 0-28 0,0 0-16 16,0 0-12-16,0 0-10 0,0 0-5 0,-3 15-3 15,2-6-5-15,0 3-2 0,-2 3-3 0,-1 4-9 16,0-1 0-16,-1 1 3 0,1 2-5 0,-1 2-1 15,0-4-2-15,4-1 3 0,-4 2-8 0,1-1 3 16,1-4 4-16,2-2-8 0,-2-2 0 0,2-3-1 16,0-1 1-1,1 0 0-15,-3-3 19 0,1 0 12 0,2 0 16 0,0-4 31 16,-3 5 31-16,3-5 32 0,3 3 29 0,-3-3 13 16,0 0-18-16,0 0-19 0,6-13-16 0,-2 2-13 15,1 0-17-15,3-4-10 0,2-3-10 16,3-6-6-16,-4 2-11 0,1 2-7 0,3-2-14 15,-3 4-6-15,0 3 0 0,-2 1-3 0,-2 5-7 0,0 1-4 16,-3 3-7-16,2 0-14 0,-3 0-20 0,0 2-28 0,1 0-21 16,-3 3-1-16,0 0-10 0,11 7 4 0,-7-2-3 15,2 4 7-15,1 2 3 0,-1 6 14 0,-1 1-8 16,3 6 2-16,-3 2 14 0,-1 1 1 0,1-1 8 16,-4-1 0-16,2-7 1 0,-2 0 7 0,1-2 4 15,0-2 1-15,-1-3 3 0,2-1-2 0,-3-3 8 16,0 2-17-16,1-4 0 15,3 2 4-15,-3-2 3 0,3-3-4 0,-4-2 4 16,5 1-3-16,3-2-20 0,1-4-36 0,2 0-44 16,6-2-43-16,1-2-74 0,9-4-75 0,-3-3-218 15,2 3-572-15,2-4 254 0</inkml:trace>
  <inkml:trace contextRef="#ctx0" brushRef="#br0" timeOffset="29675.07">4436 7661 165 0,'0'0'200'0,"0"0"-2"0,-6-1-6 0,6 1 3 15,0 0-7-15,0 0-12 0,0 0-12 0,0 0-12 16,0 0-13-16,0 0-14 0,0 0-11 0,0 0-12 16,15-8-8-16,-2 6-9 0,4-2-22 0,3 1-26 15,7-5-36-15,1 2-40 0,0 2-37 0,1-4-48 0,1 2-235 0,-4-1-388 16,-1-1 172-16</inkml:trace>
  <inkml:trace contextRef="#ctx0" brushRef="#br0" timeOffset="29853.41">4582 7856 244 0,'-4'2'369'16,"-1"3"-25"-16,2 2-32 0,0-5-26 0,3-2-31 15,0 0-30-15,0 0-18 0,19-7-27 0,-2 2-20 0,8-3-55 16,6-4-50-16,4 2-64 0,15-3-79 16,0-2-92-16,-12 8-232 0,15-7-444 0,-18 4 197 15</inkml:trace>
  <inkml:trace contextRef="#ctx0" brushRef="#br0" timeOffset="30592.59">5913 6948 111 0,'7'-3'151'0,"0"2"2"0,2 0-24 16,-1 2-7-16,2 1-9 0,2 5-7 0,-3 1-12 15,1 3-8-15,-1 4-10 0,-2 2-4 0,1 7-10 0,-7 4-3 0,-1 2-6 16,-5-1-8-16,-4 6 0 0,-7 8-6 0,-6 2-6 16,-3-4 0-16,-2 2-2 0,-6-3-5 0,-1 4-1 15,2-8-3-15,6-11-4 0,0 0-2 16,0 1 6-16,5-9-7 0,4-7-1 0,5 2 22 0,3-4 29 15,2-3 44-15,1-1 41 0,-1-1 39 0,5-1 41 16,2-2-24-16,0 0-12 0,-8-9-27 0,8 2-17 0,-3 0 4 16,6-4-16-16,-2 2-15 0,3-3-18 0,1 2 4 15,-1 0-24-15,2 2-7 0,-2 2-12 0,2 1-9 0,0 1-12 16,-1 1 7-16,0-2-23 0,4 4-9 16,0 2-19-16,0 0-4 0,5 3 1 0,0 2-12 15,4 0-5-15,0 1-16 0,-1 3-20 0,5 5-39 16,-4-1-37-16,5 2-50 15,-1-1-54-15,-3 0-83 0,-2-3-223 0,-5-3-585 16,0-1 259-16</inkml:trace>
  <inkml:trace contextRef="#ctx0" brushRef="#br0" timeOffset="30993.55">5453 7925 166 0,'-12'3'271'0,"3"0"-30"15,2-1-25-15,0-1-20 0,0 0-17 0,2 2-7 16,0-1-20 0,5-2-11-16,-5 2-19 0,5-2-10 0,-7 1-10 15,7-1-13-15,-5 2-7 0,5-2-13 0,0 0-3 16,0 0-11-16,-6 0-1 0,6 0-6 0,0 0-5 0,0 0-4 15,0 0-5-15,0 0 7 0,0 0 0 0,0 0 1 16,0 0-3-16,0 0 4 0,0 0 1 16,0 0-3-16,0 0-1 0,19-3-2 0,4-3 0 15,9 2-6-15,6-3-1 0,16-4-2 0,6 3 10 0,3-2 11 0,31-7 7 16,-29 10 6-16,29-4 9 0,-32 6-6 0,1-2-5 16,-4 1-4-16,-6 3-12 0,-14 2 6 0,-6-3-10 15,-4 0 4-15,-7 3-4 0,-9 0-11 0,1-1 4 16,-5 2-7-16,-1-3 0 0,-1 3 2 0,-1 0 7 15,-6 0-16-15,11 0-10 0,-11 0-26 0,5-3-29 16,-5 3-21-16,0 0-42 16,0 0-54-16,0 0-64 0,-18 14-106 0,4-10-184 15,4-2-559-15,-4 2 247 0</inkml:trace>
  <inkml:trace contextRef="#ctx0" brushRef="#br0" timeOffset="31410.16">6053 8168 254 0,'0'0'459'0,"0"0"-36"16,0 0-56-16,0 4-30 0,0-4-40 0,0 0-30 15,0 0-30-15,0 0-26 0,0 0-30 0,0 6-23 0,0-6-31 16,-3 3-6-16,3 2-21 0,-1 1-8 0,-3 4-7 0,0 2-14 15,-1 0-5-15,-2 4-9 0,-3 0 0 16,-4 7 5-16,2-6-17 0,-1 3-9 0,-1 2 0 16,1 2 0-16,3-10-9 0,3-2-9 0,0-4 6 15,2 1-4-15,2-2-10 0,-1-2 14 0,2 0-5 16,-1-2 47-16,0 1 24 16,3-4-15-16,0 0 4 0,-1-11-12 0,5 1-6 15,0-2 0-15,4-1-12 0,-2-4-6 0,4-2-6 16,-1 9-1-16,0-6 3 0,0 4-23 0,-1 2 8 15,-2 1 1-15,0 2-10 0,1-1-1 0,-1 3-5 16,-2 0-8-16,2 1 1 0,0 3-2 0,1 0-3 16,2 2 8-16,1 0-7 0,2 3-4 0,1-1-14 15,-3 2-12-15,3 1-24 0,-1-1-28 0,0 2-32 0,3 1-31 0,-4-1-38 16,0 0-42-16,-1 1-61 0,-1-3-74 0,0-2-240 16,-4 1-652-16,-1 0 288 0</inkml:trace>
  <inkml:trace contextRef="#ctx0" brushRef="#br0" timeOffset="31557.23">5921 8228 394 0,'-8'0'464'0,"2"0"-20"16,6 0-18-16,-10-2-51 0,7 0-33 0,3 2-36 16,0 0-43-16,18-13-45 0,10 4-46 0,18-7-54 15,13-2-91-15,32-3-89 0,-1 0-94 16,4 2-134-16,-34 5-218 0,-1-4-548 0,-2 0 243 0</inkml:trace>
  <inkml:trace contextRef="#ctx0" brushRef="#br0" timeOffset="34248.11">7421 6838 104 0,'0'-4'222'0,"-1"2"-22"0,-2-2-9 16,2 0-21-16,0 0-13 0,1 4-19 0,-1-5-12 15,1 5-16-15,0-4-11 0,0 4-17 0,0 0-12 16,0 0-12-16,0 0-3 0,0 0-10 0,-3 18-3 16,3 7-7-16,0 5-2 0,-1 7-1 0,-4 17-5 15,1 5-7-15,-3 27 1 16,4-28-3-16,0 26-5 0,-1-28 10 0,3 4 2 16,2 25 4-16,-1-4 5 0,3-19 5 0,1-3 5 15,3 26-2-15,-3-24 2 0,4 20-5 0,-2-22-2 16,-1-2 1-16,3 2-5 0,-3 0 0 0,0 1-2 15,0 21-2-15,-4-23-2 0,2-2 1 0,0-4 1 16,0 0 3-16,-8-6 1 0,3-12 1 0,2 0 0 16,-3-5 2-16,2-3 3 0,0 1-5 0,-2-10-6 0,-1 0-1 0,2-3 4 15,-1-2 1-15,0-2 0 0,1 0-1 0,1-3-1 16,-2 0 9-16,1-2 5 0,-1 0 18 0,2-3-7 16,0 2 5-16,-2 2-4 0,3-6-3 0,0 4 0 15,0-4-1-15,0 0-8 0,0 5-2 0,0-5-6 16,-1 3-4-16,1-3 0 0,0 0-6 0,0 0-6 15,-3 5-2-15,3-5 5 0,0 0-7 0,0 0-2 0,0 2-5 0,0-2 4 16,0 0-4-16,0 0-1 0,0 0 1 0,0 0-5 16,0 0 6-16,0 0-4 0,0 0-2 0,0 0 3 15,0 0 2-15,0 0 7 0,0 0-12 0,0 0 3 16,0 0 0-16,0 0-2 0,0 0-1 16,0 0 1-16,0 0-6 0,0 0 8 0,0 0 6 0,0 0 4 15,0 0-2 1,0 0 5-16,0 0 2 0,0 0 0 0,0 0 0 15,0 0-6-15,0 0 2 0,9 0-3 0,2-2-1 16,7-3-6-16,13-5-18 0,5-2-24 0,19-5-27 0,2-4-36 16,5-1-45-16,23-10-69 0,2 1-95 0,-31 4-259 15,-4 1-610-15,-1-6 270 0</inkml:trace>
  <inkml:trace contextRef="#ctx0" brushRef="#br0" timeOffset="34971.75">7426 6837 37 0,'0'0'230'0,"0"0"-3"0,-6-3-5 16,6 3-7-16,0 0-7 0,0 0-18 0,0 0-5 15,0 0-19-15,0 0-11 0,0 0-11 0,0 0-15 16,0 0-13-16,0 0-18 0,0 0-5 0,11-2-11 15,2-1-3-15,18 1-12 0,8-3-16 0,20-2-48 16,36-4-52-16,-2 2-74 0,-28 2-122 0,28-4-135 16,-35-1-412-16,-2-1 182 0</inkml:trace>
  <inkml:trace contextRef="#ctx0" brushRef="#br0" timeOffset="43138.16">8106 7482 135 0,'-1'-4'228'0,"-2"0"-8"0,3 4-7 0,-1-7-17 0,1 7-13 16,1-6-13-16,-1 3-14 0,1-1-19 0,-1 4-14 16,4-5-14-16,0 1-11 0,0 1-14 0,6 0-5 15,0-1-11-15,2 1-7 0,7 0-1 0,0 1-12 16,3 2-6-16,6 2-5 0,3 2-7 0,-4 0 1 15,2 3-5-15,-1 2 2 0,0 1-8 0,-4 2-2 16,-1 3-3 0,-2 2-4-16,-7-3 0 0,-1 4-3 0,2 4-1 0,-3 3 1 15,-5 0 0-15,-5-7-4 0,-4 9 3 0,-1 2-3 16,-5-6 0-16,-5 4 1 0,-1-4-4 0,1 2 2 16,-6-4-1-16,0-1 2 0,2 1 3 15,-4-4 8-15,3-4 1 0,2-2 1 0,1 0 4 0,3-4-3 16,3 0 4-16,2-1 6 0,1-2 20 0,-1 0 22 15,2-1 22-15,2 0 25 0,1-1 12 0,2-2-8 0,0 0-24 16,-3-9-8-16,6 1-16 0,2-6-8 0,9-9-6 16,4 0-8-16,5-6-11 0,9-9-12 0,1 1-9 0,0-3-2 15,3 0 0-15,-1 6-10 0,-10 7 6 0,1 1-8 16,-1 1-5-16,-5 1 26 0,1 2-6 16,-7 10 2-16,-1-2 11 0,-4 5 10 0,1 1-3 15,-2 2-6-15,-4-1-6 0,0 3 9 0,-2 0-37 0,2 3-23 0,-4 1-24 16,0 0 3-16,0 0 5 0,-6 12 0 0,-5 2 9 15,-3 7 5-15,0 4-3 0,-4 4 3 0,5 3 4 16,0-1 6-16,4 1 0 0,1 0 5 0,5-2-14 16,4 0-3-16,6-2-1 0,5-1-2 0,9-5-5 15,7-3-28-15,21 0-51 0,7-10-89 0,4-8-365 16,32-5-613-16,-27-5 272 16</inkml:trace>
  <inkml:trace contextRef="#ctx0" brushRef="#br0" timeOffset="44741.77">8335 6804 149 0,'-5'-1'149'0,"5"1"-11"16,0 0-13-16,-5-5-10 0,5 5-16 0,-3-3-16 16,3 3-7-16,0 0-12 0,0 0-5 0,-9 8-10 15,8-3-3-15,-4 11-8 0,2 3-4 0,-6 10 0 16,3 5-1-16,-3 16 2 0,-1 5-1 0,-7 25-5 16,8 1 1-16,0-21 9 0,0 23 1 0,0-24-14 15,-2 25 4-15,1-3 1 16,7-24 0-16,0 1-1 0,2-1 2 0,-3-1-9 15,4-2-1-15,0-1-5 0,0-4 2 0,-2-4-6 16,-1-11 1-16,-1-1-4 0,1-4 6 0,-3-3 18 16,3-1 6-16,-4 0 2 0,2-8 10 0,0-1 0 15,-3 0 8-15,4-4 0 0,-1-2-1 0,0-2 2 16,-1 1 2-16,2-4 0 0,3 0 4 0,-3 0 3 16,3-1 6-16,-2 0 4 0,0-1 4 0,3-3 1 0,-2 6 11 0,-1-4-14 15,2 0-3-15,1-2-9 0,0 0-7 0,-11 0-6 16,7 1 0-16,4-1-15 0,-13-2-2 0,13 2-7 15,-14-1-5-15,5 1-19 0,0-1-27 0,-5 1-26 16,5 0-37-16,-4 2-44 0,-1 0-54 0,4 0-57 16,-4-1-237-16,2 0-511 0,2-2 227 0</inkml:trace>
  <inkml:trace contextRef="#ctx0" brushRef="#br0" timeOffset="45405.68">8433 8472 55 0,'-5'-4'249'0,"5"4"-16"0,-5-3-23 0,1 2-20 16,4 1-24-16,0 0-15 0,0 0-17 0,-13 6-18 0,8-1-10 16,0 2-10-16,-6 6-10 0,2-1-9 0,-3 4-9 15,3-1-4 1,2 1-21-16,0-1-4 0,1 2-2 0,1-2 0 16,2 2-5-16,2-4-3 0,1 0 2 0,1-4 2 0,3 3 2 15,5-2 1-15,1-2 2 0,2-1-1 16,6-2 2-16,4-4 0 0,8-2-5 0,-2-4-3 15,-1 0-1-15,-8-1 22 0,0 1 22 0,-5-4 16 16,0-2 15-16,-5 4-1 0,-2-4 3 0,-2 3-7 0,0-5 4 16,-5-1-10-16,-2-1-13 0,-5 1-14 0,1-1-12 0,-6 1-14 15,-3 2-17-15,-2 2-27 0,-9-3-32 0,-3 2-27 16,0 5-36-16,-5 2-37 0,5 4-44 0,1-1-45 16,8 0-271-16,2 1-534 0,4-3 236 0</inkml:trace>
  <inkml:trace contextRef="#ctx0" brushRef="#br0" timeOffset="46238.87">8376 6452 19 0,'2'-5'287'0,"-2"0"-7"16,2 1-8-16,0-1-32 0,-2 3-21 0,0 2-24 15,0 0-27-15,1-4-24 0,-1 4-23 0,0 0-22 16,0 0-13-16,0 0-8 0,6 13-12 0,-4-4-9 16,-2 1-1-16,-2 7-7 0,-1 0-5 0,0 1-4 15,-2 5-4-15,0-3 4 16,1 4-12-16,-3-4 0 0,2-2-5 0,1 0 0 15,-3 1-1-15,2-5-5 0,3-3 0 0,-1-3 0 16,-1-1-1-16,3-1 1 0,-1-1 3 0,2 0 36 16,-2-1 28-16,2-4 29 0,-1 4 39 0,1-4 27 15,0 0 6-15,0 0-11 0,0 0-27 0,0 0-7 16,0 0-16-16,6-18-10 0,-1 8-14 0,0 3-10 16,-1-3-12-16,3 3-9 0,-3 0-9 0,1 2-8 0,-2 0-7 0,1 0-11 15,-3 2-11-15,2-1-32 0,1 2-7 0,-4 2-9 16,14 0-6-16,-6 0-18 0,3 4-11 0,-3-1-2 15,6 2-17-15,-1-1-16 0,2 4-18 0,2-1-22 16,0 0-28-16,-1 3-33 0,-1-3-53 0,-2-1-38 16,-3-1-259-16,-1 0-591 0,-4-2 261 0</inkml:trace>
  <inkml:trace contextRef="#ctx0" brushRef="#br0" timeOffset="46408.1">8253 6564 190 0,'-5'-3'324'16,"0"0"-19"-16,-3 0-32 0,7 1-22 0,-3-1-26 0,4 3-25 0,0-5-20 15,5 1-21-15,13-3-26 0,9-2-13 0,5-1-26 16,16-2-28-16,6-3-29 0,4 5-26 0,-2-3-54 16,-3 4-66-16,-3-2-75 0,-19 1-188 0,1 3-403 15,-3-3 178-15</inkml:trace>
  <inkml:trace contextRef="#ctx0" brushRef="#br0" timeOffset="46708.59">8961 6321 2506 0,'0'-5'225'0,"1"1"-25"0,1 1-17 0,-1-2-28 0,-1 5-22 15,2-2-40 1,-2 2-15-16,0 0-15 0,0-7-17 0,0 7-13 15,0 0-9-15,0 0-27 0,0 0-4 0,0 0 7 16,0 16-10-16,-3 0 0 0,-1 5 4 0,-5 6 0 0,-3 3-1 16,1 5 0-16,-2-4-1 0,-2 13 1 0,2-10-1 15,0-2 5-15,0-2 0 0,4-1 3 0,3 1-2 16,-3-6 2-16,5-3-3 0,0-2 2 16,3-3-12-16,-3-4-2 0,0 0-2 0,1-2-8 0,1-3-5 0,1 0-6 15,1-2-8-15,0-1-3 0,0 1-7 0,0-2-11 16,-2 2-13-16,2-5-21 0,0 0-48 0,0 0-131 15,0 0-172-15,0 0-488 0,0-15 216 0</inkml:trace>
  <inkml:trace contextRef="#ctx0" brushRef="#br0" timeOffset="46946.81">9050 6607 360 0,'0'0'329'0,"6"-4"-39"0,-6 4-26 15,7-1-30-15,-7 1-28 0,0 0-25 0,0 0-17 16,9 5-16-16,-9-1-15 0,5 2-12 0,-2 3-9 16,-2 1-10-16,-1 0-12 0,1 1-8 0,-2 4-7 0,2 1-8 0,-1-4-6 15,3 1-5-15,-3-3-8 0,-3 1-4 16,6-2-5-16,-2 0-1 0,2-2 1 0,2-2 2 0,-3 0 9 16,6-3 0-16,5 1 1 0,15-3-6 0,9-5-6 15,3-2-41-15,17-3-53 0,-1-2-85 0,3 0-135 16,-4-3-240-16,-5-2-557 0,-17 5 247 0</inkml:trace>
  <inkml:trace contextRef="#ctx0" brushRef="#br0" timeOffset="48829.18">9751 7360 168 0,'0'0'234'0,"1"-4"-16"0,-1 4-16 0,1-4-20 16,-1 4-18-16,0 0-18 0,0 0-21 0,4-3-13 15,-4 3-16-15,0 0-12 0,0 0-11 0,0 0-7 16,-14 11-7-16,2-3-15 0,-4 1 4 0,-4 3-8 0,-5 2 4 0,-4 3-8 15,1-1-7-15,-4 1-3 0,2 1 2 16,2 1-7-16,0 1-2 0,2-6-1 0,0 3-3 0,5 0-2 16,1 0 3-16,5-5-5 0,3 0 0 0,1 0-6 15,4-1 2-15,2-1-4 0,1-2 2 0,3 2-1 16,1 1 0-16,1-2 7 0,6 2-5 16,6-1 0-16,2 5 1 15,10-3 1-15,6 2-3 0,2-4 0 0,4 0 1 0,13 6-4 16,-16-5 2-16,2 0 2 0,-1 1 0 15,-2 0-2-15,-5 1 1 0,-2 0-3 0,-10-1-3 16,0-2 2-16,-6 1-2 0,-3-2 3 0,-4 3-1 16,-3-2 1-16,-3 2 4 0,-9 3 0 0,-9 3 0 0,-7-2-4 15,-6 0 6-15,-5-3-5 0,-9 1 1 0,-2 0-2 16,10-7 3-16,3 0 0 0,-4-1 2 0,4-1 4 0,5-3 0 16,2 1 2-16,0-3 2 0,10 0 6 0,7 0 11 15,4-1 3-15,-1-1-16 0,4 2-19 0,4-4-49 16,2 4-49-16,8-10-28 0,11 0-30 0,4-1-62 15,5-1-121-15,4-1-365 0,1 2 162 0</inkml:trace>
  <inkml:trace contextRef="#ctx0" brushRef="#br0" timeOffset="49067.42">10043 7821 258 0,'0'0'344'0,"0"-6"-9"0,1 4-9 0,-1 2-26 15,-1-6-13-15,1 6-29 16,1-3-31-16,-1 3-20 0,0 0-25 0,0 0-30 16,0 0-3-16,0 0-32 0,0 0-32 0,0 0-23 15,0 0-4-15,0 0-2 0,0 0-10 0,-1 14-4 16,0-8-5-16,1 2-1 0,0 1-11 0,-1 3-22 16,-1-5-7-16,2 5-13 0,0-2-12 0,-1 2-11 15,0-2-27-15,-1 0-12 0,-1 0-17 0,0-1-15 16,1-2-20-16,-2-2-25 0,0 1-36 0,-2-4-51 0,-2 1-162 15,-1-5-438-15,0 0 193 0</inkml:trace>
  <inkml:trace contextRef="#ctx0" brushRef="#br0" timeOffset="49214.53">9943 7640 172 0,'3'-17'258'0,"2"2"-16"16,-2-1-16-16,-2 6-20 15,3 1-17-15,0 1-19 0,-3 1-16 0,2 2-17 16,-2 0-17-16,0 0-20 0,4 2-25 0,-1 2-30 15,-4 1-26-15,0 0-22 0,13 2-24 0,-9 1-37 16,5 5-32-16,-3-2-34 0,2 1-170 0,-3 2-323 16,1 0 144-16</inkml:trace>
  <inkml:trace contextRef="#ctx0" brushRef="#br0" timeOffset="49584.24">10323 7691 233 0,'0'0'276'0,"0"0"-33"0,0 0-24 0,0 0-22 0,0 0-23 16,9 4-21-16,-9 1-16 0,1 2-10 0,1 1-14 16,0 1-12-16,-2 2-13 0,0 0-6 0,0 7-11 15,0-3-5-15,-4 2-7 0,3 0-5 0,1 0-1 16,-4-6-10-16,4 4-4 0,-2-6-5 0,0 1-3 15,2-3-1-15,0-2-1 0,-1 0-1 0,1 0-1 16,0-2 25-16,0-3 37 0,0 7 36 0,0-7 11 0,0 0-9 0,0 0-13 16,0 0-9-16,10-15-14 0,-1 5-9 0,-2 0-16 15,3-4-6-15,0 0 7 0,3 0-17 16,-3 2-10-16,0 1 1 0,-2 4-10 0,1-1 0 0,0 2-8 16,0 1-14-16,-4-1-6 0,3 5-6 0,3-4-21 15,-1 5-15-15,1 0-18 0,0 2-18 0,-1 2-31 16,2 2-23-16,-1-2-39 0,1 3-58 0,-2-2-43 0,1 1-224 15,1-2-532-15,-7 1 235 0</inkml:trace>
  <inkml:trace contextRef="#ctx0" brushRef="#br0" timeOffset="50000.81">10751 7606 297 0,'0'-6'333'0,"2"2"-29"0,-1 0-25 16,-1 1-33-16,0 3-30 0,1-6-25 0,-1 6-24 15,0 0-29-15,0 0-13 0,0 0-13 0,0 0-17 16,3 13-8-16,-2-2-6 0,3-1-8 0,-4 5-7 0,2 3-10 0,-2 2-8 16,0 0-1-16,-2 5-5 0,2 0-7 0,-4-7 0 15,3 2-3-15,-1-2-4 0,0 1-3 0,1-2-5 16,-1-1-3-16,2-1 3 0,0-4-6 0,-2-3 0 15,0-3 5-15,1 2 0 0,2-2 2 0,-2-2 10 16,1-3 37-16,0 6 30 0,0-6 45 0,0 3 22 16,0-3 23-1,0 0 4-15,0 0-18 0,0 0-18 0,9-12-15 0,-6 5-18 16,4-3-14-16,-3-2-12 0,5-5-8 0,0 3-13 16,-3-4-6-16,3 4-11 0,-4 4-10 0,3 2 0 15,-3 1-5-15,0 3-10 0,-1-1-5 0,0-1-18 16,-3 4-29-16,2 0-31 0,-3 2-4 0,6-2-8 15,-6 2-12-15,13 4-11 0,-5 0-7 0,-2 2-13 16,0 2-14-16,3 1-10 0,-1 0-22 0,1 2-24 0,-1-2-27 16,0 2-30-16,-1 0-33 0,-1-1-44 0,-4-2-257 15,0 1-613-15,0-5 271 0</inkml:trace>
  <inkml:trace contextRef="#ctx0" brushRef="#br0" timeOffset="50855.85">11017 7645 122 0,'3'-5'248'0,"3"-1"-22"0,-1 0-24 0,1 1-21 15,2 3-16-15,1-1-14 0,4 1-11 0,-3 4-16 16,-1 1-7-16,5 1-11 0,-2 4-15 0,-3-1-5 16,3 4-7-16,0 1-10 15,-3 2-6-15,-2 0-8 0,0 3-6 0,-5-1-3 16,1 1-5-16,-3 0-7 0,-3 3 0 0,-2-2-5 15,0 0-2-15,-4 0-1 0,1-1 1 0,-1-3-5 16,-1 1 3-16,3-4-3 0,0-3 2 0,1 1 8 16,2-4 5-16,-2 0 15 0,3 0 29 0,-2-1 34 15,4-4 37-15,1 0 36 0,-4 3 21 0,4-3-19 16,0 0-29-16,0-12-18 0,1 3-5 0,6-3-17 0,0-5-16 0,3-1-14 16,6-3-14-16,-2-3-19 0,4 1-14 0,0-2-4 15,-2 3-19-15,0 0 0 0,-5 6-3 0,0 0-7 16,-3 7 3-16,0 1-1 0,-2 2-13 0,-2 0 1 15,1 1-12-15,-2 1-28 0,-1 2-30 0,2 1-22 16,-4 1 8-16,0 0 8 0,0 7 8 0,0 1 6 16,-5 1 9-16,4 3 5 15,-3 0 7-15,-3 5-3 0,1-3 8 0,2 3 2 16,1 0-8-16,0-5 5 0,0 6-13 0,2-5-3 16,1 2-2-16,1-4-7 0,3 1-1 0,4-3-3 15,2-1-13-15,4 3-21 0,16-5-20 0,-1 1-18 16,9-6 10-16,15-1 0 0,3-1-19 0,-1-5-16 15,1 2 16-15,-1-3 3 0,0-4 16 0,1 1 10 16,-2-1 14-16,-2-1 5 0,-2-2 22 0,-14 6 10 0,-1-6 25 0,-3 1 20 16,0-4 31-16,-5 5 19 0,-5-5 31 0,-7 6 29 15,-2-1 18-15,-8 0 25 0,4 3 22 16,-5-4-21-16,-3 3-13 0,-1 0-4 0,-1-2-12 16,-8 4-9-16,3 1-9 0,-10-4-10 0,-1 4-12 15,-2 0-4-15,-7 3-7 0,-2 3-4 0,0 0-9 0,-2-1-2 16,1 6-3-1,2 0-5-15,-2 2-8 0,8 1 1 0,3-2-4 16,0 2-2-16,2 3-5 0,0 1-1 0,5 0-3 16,-2 3-1-16,5-5 0 0,5 1-2 0,-3 2 0 15,4-2-3-15,2 2-2 0,2-3 10 0,1 2-9 16,6-2 2-16,4 2 1 0,0-2 0 0,3-1-1 16,1-3 5-16,-1 1 6 0,1-3-13 0,-2-3 5 15,2-2 0-15,-3-1 16 0,-4 1 4 0,3-3 20 0,-3 0 5 0,-1-4 10 16,4-2 8-16,-3-2-1 0,-2-3 4 0,-3-2 11 15,-1 0-19-15,3-8-5 0,-4-1-11 0,0 1-6 16,-3-6-2-16,-2 0 0 0,1 0-6 0,-2-5 4 16,2 2-11-16,-2 1-8 0,0 3 11 0,2 4 12 15,-2 8 10-15,2 4 3 0,-1 1 5 0,1 4-6 16,1 4-9-16,-1-1-11 0,0 3-38 0,1 0-50 0,0 1-41 0,0 3 3 16,0 0 2-16,-7 11 15 0,6 1 5 0,-3 4 11 15,3 5 3-15,-2 4 10 0,2 7 8 0,1 2 2 16,0-3-19-16,0 1-11 0,4 2-20 0,1-1-14 15,-1 0-16-15,3-2-23 0,0-2-27 0,0-3-34 16,1-8-41-16,-3-1-249 0,2-6-532 0,-3-5 236 16</inkml:trace>
  <inkml:trace contextRef="#ctx0" brushRef="#br0" timeOffset="51234.68">12228 7472 119 0,'5'-5'254'16,"2"2"-24"-16,-1 0-25 0,2 0-20 0,2 1-14 0,-1 4-13 16,2-2-13-16,1 5-15 0,-2-1-4 0,3 3-14 15,-4 3-9-15,1 1-6 0,2 4-9 0,-6 3-7 16,-2 2-7-16,-3 0-7 0,-1 6-6 0,-1 0-4 0,-7-1-3 16,-1 0-9-16,-1-4-2 0,1 3-6 0,-2-7-2 15,1-3 2-15,1 1-6 0,2-7 3 16,-2 1 2-16,4-3 6 15,3-1 15-15,-4-1 21 0,5-1 33 0,-1 1 43 16,2-4 37-16,-4 2 32 0,4-2 0 0,0 0-23 16,0 0-18-16,0 0-25 0,7-20-12 0,1 9-17 15,2-4-15-15,-1-1-10 0,5-6-11 0,4-1-13 16,-4 2-5-16,3 0-9 0,-7 6-10 0,-1 5-1 0,0 0-6 16,-4 3-10-16,-1 2-3 0,1-1-18 15,0 2-24-15,-5 2-24 0,4-1-44 0,-4 3-16 0,0 0 5 0,0 0 5 16,8 11 16-16,-6-2 4 0,1 1 9 0,2 4 4 15,-1 3 0-15,3 2 5 0,6 3 4 0,4 3-45 16,3-4-33-16,7-2-46 0,5-2-73 0,18 3-118 16,-13-14-279-16,15-1-686 0,-13-8 303 0</inkml:trace>
  <inkml:trace contextRef="#ctx0" brushRef="#br0" timeOffset="52090.03">13612 7715 3 0,'0'0'115'16,"-5"0"3"-16,5 0-5 0,-5 3 5 0,5-3-5 16,0 0 3-16,-4 2-7 0,4-2-5 0,0 0-4 15,0 0-7-15,0 0-10 0,0 0-8 0,0 0-6 16,0 0-16-16,0 0 6 0,0 0-10 0,0 0-6 15,-6 0-2-15,6 0 0 0,0 0-6 0,-2 4-7 16,2-4-3-16,0 0 0 0,0 0 8 0,0 0 2 0,0 0 4 0,0 0 5 16,0 0 2-16,26-2-5 0,-8 0-3 0,13 0-3 15,4-5-4-15,15-1 0 0,3-2-4 0,-1 3-7 16,3-5 0-16,3 3 5 0,-5-2 1 0,-14 6-4 16,-5-1 4-16,4 1-7 0,-8 0-4 0,-10 5 1 15,-3-4-9-15,-6 3-14 0,0-2-22 0,-3 1-19 16,-4 0-17-16,-4 2-35 15,0 0-21-15,0 0-50 0,-27 2-127 0,7 0-321 16,-8 1 142-16</inkml:trace>
  <inkml:trace contextRef="#ctx0" brushRef="#br0" timeOffset="52290.55">13864 7583 137 0,'-3'-4'357'0,"2"-1"-12"16,1 1-11-16,0 4-26 0,0-5-22 0,0 5-41 16,0 0-22-16,0-5-34 0,0 5-42 0,0 0-30 0,0 0-15 15,0 14-9-15,0-1-12 0,-4 7-2 0,4 8-13 16,0 4-2 0,4 4-18-16,1 10-39 0,-5-10-40 0,8 10-31 15,-3-9-36-15,0-3-59 0,5-1-91 0,1-3-187 16,-1-6-474-16,0-10 211 0</inkml:trace>
  <inkml:trace contextRef="#ctx0" brushRef="#br0" timeOffset="53161.49">15498 6745 177 0,'-3'-6'176'0,"0"1"-10"0,0-1-20 0,2 1-14 16,-1 2-15-16,-2 0-16 0,4 3-8 0,0 0-15 15,-17 7-6-15,11 3-8 0,-5 6-8 0,-2 8-10 16,1 10 5-16,-1 14-13 0,-1 7 4 0,-4 30-3 0,-1 1 0 0,1-1 4 16,5-2-8-16,3-25 1 0,-1 30-8 15,6-28 1-15,3 27-1 0,2-30-5 0,3-1 8 16,1 0-7-16,3 0-3 0,5-3-3 0,-4-4 1 16,-1-13 0-16,2-4-1 0,-4 2-5 0,-1-6 0 0,-3 0-4 15,-1-9 3-15,0-2 2 0,0-2 25 0,-1-2 7 16,-3-4 13-1,0 0 14-15,-1-2 14 0,-4 0 5 0,0-2 2 16,-2-3-4-16,-6 2-8 0,-4-4-9 0,-10-3 0 16,0-1-4-16,-2-2-13 0,1 1-1 0,0-1-8 15,-1-2-2-15,6 5-3 0,0-2-6 0,8 3-3 16,4 1-6-16,2-1-15 0,0 2-35 0,0 2-34 16,4 1-29-16,2-1-37 0,-1 3-25 0,4 0-54 15,0-1-242-15,8 0-479 0,1 0 213 0</inkml:trace>
  <inkml:trace contextRef="#ctx0" brushRef="#br0" timeOffset="54157.36">14755 8765 15 0,'-4'3'250'16,"4"-3"-23"-16,0 0-10 0,-7 2-26 0,7-2-19 0,0 0-19 15,-1 3-18-15,1-3-14 0,0 0-12 16,0 0-17-16,0 0-3 16,-1 5-8-16,1-5-13 0,0 0-1 0,1 4-7 15,-1 0-5-15,4-1-9 0,-4-3-1 0,1 5-5 16,-1-5-1-16,4 3-6 0,-4-3-1 0,0 4-4 16,0-4-10-16,4 2 6 0,-4-2-2 0,0 0-2 15,0 0 0-15,4 3-7 0,-4-3 5 0,0 0-1 16,0 0 10-16,0 0 8 0,1 3 4 0,-1-3 4 15,0 0 7-15,0 0 4 0,0 0 3 0,0 0 15 0,0 0-5 0,0 0 4 16,0 0 4-16,0 0-2 0,0 0-3 0,0 0-8 16,0 0-9-16,0 0-5 0,0 0-3 0,0 0-10 15,0 0 2-15,0 0-6 0,0 0-4 0,0 0-4 16,0 0-2-16,3 2 0 0,-3-2-6 0,0 0-4 16,0 0 2-16,0 0 0 0,0 0-5 0,0 0 1 15,0 0 11-15,0 0-16 0,0 0 1 0,0 0 0 0,0 0 0 0,0 0-5 16,0 0 3-16,0 0 0 0,0 0 0 15,0 0-5-15,0 0 2 0,0 0-2 0,0 0 3 0,0 0 3 16,0 0-2-16,0 0-6 0,0 0 6 0,0 0 1 16,0 0 0-16,0 0-3 0,0 0 3 0,0 0 4 15,0 0-2-15,0 0-3 0,0 0 1 0,0 0 2 16,0 0-2-16,0 0-1 16,0 0-1-16,0 0 1 0,0 0-7 0,0 0-5 15,0 0 5-15,0 0-1 0,-3-12 2 0,3 12 1 16,0 0 6-16,0-5-1 0,0 5 4 15,0-4 7-15,0 4-8 0,0 0-1 0,0 0 5 16,0-5-1-16,0 5 4 0,0 0 10 0,0 0 8 0,-1-4 23 16,1 4-12-16,0 0 0 0,0-5 10 0,0 5 15 15,0 0-11-15,0-6 0 0,0 6-6 0,0 0-2 0,0 0-7 16,1-2-4-16,-1 2-9 0,0 0-9 0,0 0-19 0,0 0-22 16,0 0-21-16,0 0 0 0,0 0 6 15,-1 12 3-15,-2-6 5 0,3 5 0 0,-5 1 5 16,4 4 0-16,-6-1 5 0,2 3-5 0,0 0 3 15,0 2 6-15,0-2 2 0,-3 0 9 0,3 1-16 0,-4-1 0 16,4-2-4 0,-3-2-1-16,3-3 2 0,0-2-4 0,0-2-1 15,1 1 12-15,2-3 1 0,-1 0 24 0,3-2 45 16,-4 1 48-16,4-4 7 0,0 0-5 0,0 0-12 16,-6-13-12-16,5 1-9 0,1 0-6 0,0-4-11 15,1-1-11-15,1-8-6 0,1 8 1 0,2 0-7 16,-4 5-2-16,3 0-1 0,0 3-4 0,-2 1-7 15,1 2-11-15,-2 2-4 0,3 0-36 0,-4-1-21 0,5 3 5 0,-5 2 3 16,13 4-8-16,-3 1 5 0,3 1-5 0,1 3 4 16,3 1 0-16,-2 2-3 0,4 0-12 0,-1 1-16 15,4 3-22-15,-7-5-23 0,1 1-26 0,-2 1-33 16,-1-1-28-16,-1-4-33 0,-3-1-55 0,-5-3-171 16,0 1-512-16,-4-3 226 0</inkml:trace>
  <inkml:trace contextRef="#ctx0" brushRef="#br0" timeOffset="54429.08">14541 8768 161 0,'-5'-3'314'16,"1"3"-34"0,4 0-27-16,-6-2-23 0,6 2-19 0,-4-3-25 0,4 3-20 15,0 0-18-15,0 0-13 0,18-7-15 0,4 3-9 16,11-2-10-16,17-3-12 0,6-1-8 0,4-3-12 15,-4 4-5-15,-1 2-8 0,-18 2-4 0,-1 0-6 16,-4 1-6-16,-3 1-7 0,-7 1-4 0,-3 0-6 16,-2 1-2-16,-6 1-8 0,1-2-1 0,-2 0-6 15,-4 2-7-15,2 0-7 0,-8 0-1 0,7-1 1 0,-7 1 2 16,0 0 0-16,0 0 0 0,0 0-7 0,0 0-6 16,-20 5-5-16,10-3-9 0,2 1-12 0,1-3-26 0,-1 1-36 15,2 1-28-15,1-1-48 0,-1 0-213 0,6-1-429 16,-10-1 189-16</inkml:trace>
  <inkml:trace contextRef="#ctx0" brushRef="#br0" timeOffset="54727.3">15439 8636 20 0,'6'0'346'0,"-6"0"-28"0,0 0-45 0,0 0-31 0,0 0-42 0,1 8-23 16,-5-3-20-16,1 7-10 0,-5 5-19 0,-4 8-14 16,3 3-15-16,-6 5-10 0,-7 9-6 0,8-8-10 15,1 0-9-15,-6 7-7 0,5-9-4 0,3-1-4 16,-1 1-3-16,1-3-8 0,3-3-3 0,0-1-3 16,3 0 0-16,-1-8-1 0,2-5-6 0,1-2-2 15,-1 1 1-15,2-2-8 16,1-3-2-16,-1 0-2 0,1-3 0 0,0 1-2 15,1 0 2-15,-2 0-4 0,2-4-9 0,0 5-14 16,0-5-9-16,-1 3-23 0,1-3-103 0,0 0-107 16,-6-8-171-16,3 1-463 0,3 2 205 0</inkml:trace>
  <inkml:trace contextRef="#ctx0" brushRef="#br0" timeOffset="54981.16">15652 8910 33 0,'6'-2'404'0,"0"2"-34"16,0-2-37-16,-1 2-49 0,1-3-29 0,-6 3-31 16,6 0-56-16,-6 0-23 0,3 7-22 0,-3-2-16 15,-1 7-12-15,-1 0-7 0,-3 5-9 0,-4 8-10 0,-1 1-7 16,-3-3-5-16,2 1-5 0,-2-1-4 0,2-1-5 0,3-5-5 16,0-1-1-16,3-4-6 0,1-3 0 0,4-2 3 15,-5-1 8-15,4 0 10 0,1-3 19 16,6-1 2-16,3-2-8 0,14-2-7 0,12-7-6 15,13-4-21-15,5-2-44 0,0-2-47 0,2 2-53 0,3-4-77 16,-2 1-107 0,-1 2-201-16,-4-5-538 0,-18 6 239 0</inkml:trace>
  <inkml:trace contextRef="#ctx0" brushRef="#br0" timeOffset="56600.16">15802 6103 87 0,'0'-4'270'16,"0"4"-30"-16,4-3-29 0,-4 3-24 0,0 0-20 15,0 0-21 1,0 0-15-16,0 0-13 0,-9 15-10 0,6-1-14 0,-3 2-9 16,1 3-7-16,-4 7-13 0,-3-2 2 0,-1 4-7 15,0 2-11-15,3-3 14 0,-2-1-6 16,1-2-4-16,4-6-6 0,2-2-5 0,0-1-3 15,2-5 0-15,1 0-7 0,-2-4 2 0,2-1 22 0,0 0 38 16,0-2 43-16,1-1 63 0,1-2 15 0,0 0-30 16,0 0-14-16,0 0-21 0,2-19-11 0,2 8-11 0,2-3-13 0,-1-2-6 15,2 1-32-15,1 1 4 0,-2 4-11 0,1-2-11 16,-3 4-4-16,-1 2-8 0,1 0-7 0,-2 1-8 16,1 3-24-16,0 0-21 0,-3 2-10 0,0 0-2 15,19 5 1-15,-12 2-6 0,2 2-6 0,5 3 3 16,-5 2-6-16,5 1-18 0,-1 0-30 0,5 7-30 15,-8-5-33-15,3-1-34 0,0-1-45 0,-4-3-57 0,-3-1-282 16,2-2-614-16,-5-2 271 0</inkml:trace>
  <inkml:trace contextRef="#ctx0" brushRef="#br0" timeOffset="56900.83">15314 6239 147 0,'-12'0'268'0,"0"0"4"15,1 0-3-15,3 0-12 0,3-1-23 0,5 1-23 16,-11 0-18-16,11 0-16 0,0 0-20 0,31-9-16 16,4 1-13-16,26 0-16 0,31-5-12 0,5-3-8 15,2 1-13-15,-1-2-7 0,8-2 3 0,-4 2 0 16,3 0 3-16,-7 9-11 0,-7-4 0 0,-32 9-7 15,-6-3-9-15,-17 3-5 0,-4 1-10 0,-10 2-4 16,-5 0-4-16,-6 0-13 0,-2 0-15 0,0 0-20 16,-5 2 1-16,-4-2 2 0,-1 4-5 0,-8 2-18 15,-9 4-31-15,0-1-35 16,-8 0-61-16,3-3-79 0,5 1-227 0,-1 0-510 16,5-2 226-16</inkml:trace>
  <inkml:trace contextRef="#ctx0" brushRef="#br0" timeOffset="60255.47">16712 7331 10 0,'4'-6'251'16,"0"-1"-10"-16,-3 2-2 0,3 0-9 0,-1 1-8 16,-1 0-15-16,1 0-19 15,-3 4-22-15,1-4-22 0,-1 4-20 0,4-4-26 16,-4 4-20-16,0 0-10 0,0 0-6 0,-7 17-8 16,0-2-3-16,-5 0-6 0,-3 7-6 0,-3 6-2 15,0-5-2-15,0 5-7 0,0 2-2 0,-5-1-3 16,4 3-3-16,1-3 2 0,0-2 3 0,3-2-9 15,4-5-1-15,2-5-1 0,2-6-2 0,1 1 4 16,-2-2 6-16,7-4 31 0,-3 2 14 0,0-4 53 0,3 5 37 0,-2-6 33 16,3-1 16-16,0 0-19 0,0 0-17 0,-1-12-23 15,5 5-18-15,0-7-11 0,2 0-13 0,2-1-11 16,-2-2-11-16,2-2-13 0,0 2-1 0,2 2-13 16,-5 5-4-16,1 0-8 0,-1 3-6 0,-2 1-8 15,1 0-23-15,-3 3-37 0,2-2-30 0,2 3 8 16,-5 2-14-16,0 0-3 0,15 8 2 0,-7-3 1 0,1 6 6 0,1-1 4 15,2 3 2-15,1 2-10 0,0 2 4 0,5 1-33 16,-1 2-36-16,-3-5-32 0,-4-1-35 0,5 0-46 16,-2-3-50-16,-4-3-243 0,-1-3-577 15,-3 0 256-15</inkml:trace>
  <inkml:trace contextRef="#ctx0" brushRef="#br0" timeOffset="60709.57">16541 7393 27 0,'-6'0'206'0,"-3"0"-18"0,1 1-24 16,3 1-6-16,5-2-21 0,-13 2-9 0,8-1-19 15,-4 2-8-15,5-2-12 0,-1 2-6 0,0-1-12 16,-1 1-2-16,2-1-11 0,-3 0-8 0,5 0-5 15,-1 1 0-15,3-3-8 0,-5 3-3 0,5-3 2 0,-4 1-2 16,4-1 3-16,-5 3 2 0,5-3-5 0,0 0 0 16,0 0 2-1,0 0-3-15,-1 2-4 0,1-2 2 0,0 0-4 16,0 0 1-16,0 0-5 0,0 0-4 0,0 0 0 16,0 0-2-16,-6 3 0 0,6-3 0 0,0 0-4 15,0 0 2-15,0 0 2 0,0 0 6 0,0 0 8 16,0 0 1-16,0 0 0 0,0 0 4 0,0 0 3 15,0 0-4-15,0 0 1 0,0 0 1 0,0 0-3 16,0 0 11-16,0 0-9 0,0 0 5 0,24-3-3 0,-4-1-2 16,11-1-6-16,6-2-2 0,18-3-3 0,6 3-2 0,2-3-2 15,28-2 7-15,-29 4 1 0,2-2 2 0,4 3-2 16,-5 1-2-16,-6 3-5 0,-20-1-2 0,0 4-2 16,-8 0-9-16,-7 0-20 0,-8 2-21 0,-1-2-24 15,-4 2-8-15,-3 0 0 0,-4 1-5 0,-2-3-5 16,-12 8-12-16,-1-1-18 0,-6-1-23 0,-6 0-14 0,-2-1-28 15,1 4-48-15,-2-6-119 0,9-1-363 0,-3 1 162 16</inkml:trace>
  <inkml:trace contextRef="#ctx0" brushRef="#br0" timeOffset="61179.51">17519 7568 169 0,'-6'2'167'16,"5"1"-14"-16,1-3-12 0,-4 2-17 0,4-2-11 16,0 0-10-16,0 0 6 0,-5 3-5 15,5-3-4-15,0 0 2 0,0 0 6 0,0 0 2 0,0 0 4 16,0 0-6-16,16 0-4 0,-3-4-8 0,7 3-9 15,0-2-6-15,10-4-1 0,0 2 2 0,1 0-3 16,0 1 1-16,3-4-7 0,-4 6-2 0,-4-2 1 0,-3-2-14 0,-7 4-7 16,-2 2-4-16,-4-3-7 0,-1 1-4 0,-3 2-3 15,2-1-2-15,-8 1-2 0,10 0-18 0,-10 0-13 16,8 0-17-16,-8 0-18 0,0 0-4 16,4 1-4-16,-4-1-14 0,0 0-33 0,0 0-37 0,-17 7-42 15,12-5-74-15,-3 0-126 0,8-2-403 0,-7 0 179 16</inkml:trace>
  <inkml:trace contextRef="#ctx0" brushRef="#br0" timeOffset="61680.71">18137 7357 242 0,'0'0'236'0,"6"-5"-20"0,2 2-19 16,-3 0-23-16,0 0-19 0,4 2-16 0,4-1-19 0,0 2-13 0,-2 0-5 16,6 6-14-16,2 0-6 0,-1-1-6 0,-3 6-9 15,1-2-8-15,-1 3-7 0,-3 2-8 0,-4-2-9 16,0 5-1-16,-3-3-5 0,-2 4-3 0,-4 0-2 15,-3 2 0-15,-3-3-3 0,-5 4-4 0,-1 4 1 16,1-11-2-16,-2 3-1 0,3-2-2 0,-3-4 0 16,5-2 8-16,0-2 2 15,2 1 15-15,0-1 17 0,3-3 21 16,0-1 31-16,0-2 32 0,0 1 41 0,4-2 16 0,0 0-22 16,0 0-15-16,0-13-24 0,4 3-7 0,1-2-19 15,4-2-13-15,9-6-4 0,-1-1-11 0,-1 1-18 16,3-4 5-16,1 2-6 0,0 0-16 0,-1 3 2 15,-7 6-3-15,-1 1-11 0,-2 3 3 0,0 4-2 16,-1-2 4-16,-3 2-16 0,0-2-6 0,-4 6-20 0,3 0-12 0,0-2-35 16,-4 3-5-16,0 0-4 0,0 0 0 15,5 9 4-15,-4-4 7 0,-1 3 4 0,0 3 2 16,3 2 4-16,-3 2 10 0,1 2 16 0,3-1-10 0,2 0-11 16,-2-1-27-16,4 1-21 0,-3 0-22 0,7-1-27 15,-4-4-33-15,1-2-51 0,2-5-64 16,3 0-252-16,-4-1-573 15,4-5 254-15</inkml:trace>
  <inkml:trace contextRef="#ctx0" brushRef="#br0" timeOffset="61928.06">18704 7195 50 0,'0'-3'326'16,"2"-1"-33"-16,-1 0-33 0,0 2-27 0,-1 2-18 15,8 0-21-15,-8 0-28 0,11 10-13 0,0 4-8 16,6 4-17-16,-2 7-2 0,0 1-11 0,-4 3-4 16,3 3-7-16,-2 3-3 0,-2 9-15 0,-1 2-6 15,-8 0-2-15,-1 5-5 0,-11-2-5 0,-1-3-3 16,-5 1-19-16,-5-2-13 0,-8-4-11 0,-2-3-16 0,-8-2-23 0,-4 0-39 16,-6-7-53-16,-5-1-71 0,-1-3-62 0,-31 0-204 15,23-16-483-15,3-6 214 0</inkml:trace>
  <inkml:trace contextRef="#ctx0" brushRef="#br0" timeOffset="62513.66">16549 7184 70 0,'-2'-5'222'0,"2"5"-5"0,-3-5-22 0,3 5-13 0,-3-2-24 16,3 2-15-16,-8 0-13 0,8 0-16 0,-18 12-13 15,-2 6-6-15,1 4-13 0,-12 17-4 0,-3 4-7 31,3 3-4-31,-1 5-1 0,1 2 7 0,-3 22 5 16,17-19-2-16,2-3 0 0,2 3 2 0,12-3 2 16,1-2-4-16,10-4-3 0,9 0-5 0,3-16-3 0,12 4-4 15,13-5-14-15,10-8-34 0,6-5-62 0,26 0-99 16,-25-14-295-16,1-3-481 0,27-12 213 0</inkml:trace>
  <inkml:trace contextRef="#ctx0" brushRef="#br0" timeOffset="64919.05">19710 7117 27 0,'1'-2'189'16,"2"-2"11"-16,-2-1-7 0,-1 2-3 0,4-1-7 15,-3 0-4-15,-1 0-10 0,0 4-9 0,1-3-10 16,-1 3-17-16,4-5-13 0,-4 5-10 0,0 0-13 16,0 0-18-16,0 0-9 0,0 0-6 0,-15 8-7 15,1 1-3-15,-13 6-9 0,-1 2-2 0,-4 3-8 16,-11 7 0-16,8-5-4 0,3-2-7 0,-9 8-2 15,13-10-7-15,0 3 4 0,0-1-2 0,4 0-2 0,1-1-6 0,2 1 1 16,7-9 1-16,0 5-4 0,5-2 1 0,4-2-2 16,-2 0 1-16,7 0-1 0,2-1 0 0,4-1 3 15,3-2-4-15,9 3 4 0,0 0-1 0,11-4-2 16,5 2 0-16,3 0-1 0,0-5 2 0,1 5-1 16,-2-3-2-16,-2-2 1 0,-4 6-7 0,-3-2 3 15,-8 1-2-15,-5-1 1 0,1 1 3 0,-5-1 3 0,-2 0-8 16,-4 0 0-16,-3 3 2 0,-2 0 1 0,-5 3-3 0,-7 1 5 15,-9 1-1-15,-1 0 2 0,-6 0 0 0,-3-1-1 16,0-4 0-16,1-1 2 0,-1 1 3 0,0-2-3 16,-1-1-9-16,2-4-8 0,3 2-13 15,5-4-16-15,5-2-9 0,3 2-10 0,2-2-25 16,4-3-23-16,6 1-23 16,3-3-11-16,3 0-41 0,7-3-162 0,7-3-372 15,9 1 166-15</inkml:trace>
  <inkml:trace contextRef="#ctx0" brushRef="#br0" timeOffset="65135.15">19872 7578 219 0,'3'-3'276'0,"1"1"8"0,0-1-4 16,-2 1-16-16,-2 2-14 0,5-3-16 0,-5 3-24 16,0 0-23-16,4-4-21 0,-4 4-16 0,0 0-21 15,0 0-14-15,5-3-19 0,-5 3-17 0,0 0-11 16,0 0-11-16,0 0-4 0,1 12-9 0,-1-7-1 15,0 2-7-15,-1 0 2 0,-3 3-5 0,8-1-5 16,-4 0 3-16,-4 2-5 16,3 0-3-16,1-1-23 0,-2-2-17 15,2-1-21-15,0 1-26 0,-2 1-35 0,2-4-27 0,0-1-31 16,-2-1-47-16,2-3-249 0,0 0-490 0,0 0 217 16</inkml:trace>
  <inkml:trace contextRef="#ctx0" brushRef="#br0" timeOffset="65288.75">19883 7317 41 0,'2'-4'285'0,"-1"-2"-28"15,1 2-27-15,0 0-26 0,-2 1-33 0,0 3-37 16,0 0-18-16,0 0-22 0,0 0-35 0,0 0-29 0,5 11-44 16,-1-3-45-16,-3-2-50 0,-1 2-132 0,0-1-259 15,4-1 115-15</inkml:trace>
  <inkml:trace contextRef="#ctx0" brushRef="#br0" timeOffset="65637.7">20166 7481 136 0,'0'4'269'0,"0"-4"-25"15,-1 5-26-15,0 0-24 0,-2 2-17 0,3-2-20 16,-4 6-12-16,0-1-16 0,2 5-16 0,-2 0-9 16,-3 2-11-16,4-2-8 0,-1-2-10 0,1-2-5 15,3-2-9-15,-1-1-1 0,1-1-12 0,-2-2-5 0,2-1 4 0,-2 1 9 16,4-3 2-16,-2-2-1 0,0 0-5 0,0 0 5 16,13-9-9-16,-5 0 8 0,0 1-5 0,0 0 3 15,-2-4 4-15,4 3-10 0,-2 0 3 16,-3-2-3-16,5 4-5 0,-6 0 1 0,0 2-5 0,1 2-10 15,-1-1-5-15,0 1-2 0,0 2-16 0,-4 1-6 16,11 1-5 0,-6 2-6-16,2 2-2 0,0 2-16 0,3 2-17 15,-2 0-31-15,4 4-28 0,-4-1-39 0,1-3-42 16,2 3-65-16,0-3-166 0,-2 0-452 0,0-2 200 0</inkml:trace>
  <inkml:trace contextRef="#ctx0" brushRef="#br0" timeOffset="66084.02">20520 7428 259 0,'0'0'253'0,"1"-3"-25"15,-1 3-25-15,0 0-23 0,0 0-21 0,0 0-17 16,0 0-15-16,0 0-14 0,3 10-11 0,-3-4-13 16,0-1-8-16,-1 5-8 0,1 1-6 0,-2 1-8 15,0 4-6-15,-1-4-6 0,1 5-5 0,-1 2-5 16,-1 3-4-16,-2 2-1 0,1 1-3 0,1-6-3 16,-1 5-2-16,0-4 0 0,1-4-2 0,-1-3-4 0,1-4 0 15,3 1 2-15,-2-3 19 0,2-2 31 0,1 2 36 16,-3-5 27-16,3-2 26 0,0 0-11 0,0 0-19 15,0 0-14-15,11-17-16 0,-4 8-10 0,1-5-7 0,1-3-5 16,4-1-9-16,1-3-5 0,-4 4-11 0,7-5-8 16,-6 7-2-16,-1 2-3 0,-2 4-7 15,-3 2-6-15,0 0-5 0,-1 3-2 0,2 0-18 0,-2 0-18 0,0 0-6 16,0 3-6-16,-4 1-5 0,0 0-2 0,10 10-1 16,-1-5 0-16,-5 2-5 0,2 2-11 0,1 0-21 15,0 2-19-15,1-2-24 0,0 1-35 0,-2-1-20 16,2 1-38-16,1-3-34 0,-3 1-231 0,-1-4-512 15,0-1 227-15</inkml:trace>
  <inkml:trace contextRef="#ctx0" brushRef="#br0" timeOffset="66538.13">20827 7429 182 0,'4'-4'256'0,"1"-1"-19"0,1 0-22 0,2 2-24 0,-2-1-18 16,2 2-20-16,2 2-15 0,-2 0-10 0,-2 1-14 16,5 3-11-16,0 0-9 0,-2 4-11 0,0 1-9 15,2 4-8-15,-2-4-5 0,-4 5-8 0,4 2-4 16,-5 2-6-16,-3 0-5 0,1 1-4 0,-2 3 0 16,-2-4-3-16,-2 7-5 0,-2-6-1 0,-1-2-2 15,-1 0-4 1,-1-2 2-16,-1 2-2 0,3-10 1 0,1 3 0 0,-1-4 6 15,3 2 5-15,0-4 10 0,0 0 14 0,-1 0 28 16,2-1 34-16,3-3 32 0,-4 1-19 16,4-1-9-16,0 0-9 0,-2-12-14 0,4 3-9 15,2-3-9-15,1-2-10 0,3-3-17 0,3-1 3 16,2-4-8-16,1 1-11 0,2-3-10 0,-3 2-14 0,0-2 2 16,0 10-5-16,-3-3 6 0,-1 4-2 0,-1 4-2 0,-2 2-3 15,-2 1-7-15,1 2-3 0,-2-1-26 0,-2 3-17 16,-1 2 0-16,4-1 3 0,-4 1 3 0,0 0-3 15,-8 15 10-15,4-5 1 0,-1-1 4 0,-1 4 3 0,2 1 1 16,-1 2 2-16,-1 0 0 0,3 1 6 0,-1 1 0 16,4-1 5-16,0 0-2 0,1-6 3 0,3 5-6 15,4-1-3-15,1-2-17 0,6-3-17 0,7-4-37 0,9 4-42 16,3-8-47-16,3-2-60 0,14 0-268 0,3 0-545 16,-4-5 241-16</inkml:trace>
  <inkml:trace contextRef="#ctx0" brushRef="#br0" timeOffset="67055.02">22061 7482 64 0,'0'0'283'0,"-4"-8"-24"0,4 5-19 16,-6-1-22-16,6 1-22 0,-4 0-20 0,-2-2-18 0,3 2-16 15,-4 0-17-15,-4-1-14 0,1 4-9 0,-3-1-13 0,-1-2-8 16,-1 3-9-16,-4 0-8 0,0 2-7 0,1 0-2 16,-4 1-9-16,4 1-7 0,-2-1-3 0,-1 2-6 15,3 0 2-15,0 3-8 0,-1 0-3 0,4 0-4 0,0 2 1 16,2 1-8-16,3-2 2 0,1-2-3 16,2 5 2-16,1-6-2 0,2 5 0 0,3-2 2 15,2-1 0-15,3 1 1 16,2 1 2-16,5-2 0 0,4 3 1 0,3-5 5 15,0 0-3-15,2-4-2 0,-1 4 3 0,0-6 1 16,0 0 8-16,-2-6 19 0,2 1 11 0,-7-1-8 16,3-2 4-16,-6-2 9 0,3-3-3 0,-1-2 3 15,-2 0-4-15,-2-2-9 0,0-9 7 0,-1 0-9 16,0-2-4-16,-3-1-4 0,1-5-1 0,-2-2 6 16,0-10 12-16,1 0-1 0,-3 12 11 0,0 2 28 0,0 0 12 0,-1 6 9 15,2 8 1-15,-2 2 7 0,1 5-14 0,-2 1-10 16,2 3-13-16,2 0-18 0,-4 4-52 0,2-1-56 15,0 4-47-15,-2-3 7 0,2 3 9 0,-3 12 6 16,0 5 3-16,1 7 10 0,-2 3 0 0,1 2 13 16,5 2-1-16,-2 2 7 0,0-1-1 0,1 0 12 15,3-2 0-15,1 1-16 16,-1-1-19-16,1 0-17 0,3-6-12 16,-5-5-26-16,3-1-29 0,-4-3-26 0,2-1-42 15,-1-4-41-15,-2-3-258 0,3-3-550 0,1 1 244 0</inkml:trace>
  <inkml:trace contextRef="#ctx0" brushRef="#br0" timeOffset="67445.72">22220 7287 286 0,'5'-4'263'0,"0"0"-26"15,2 2-22-15,0 0-25 0,-1 2-16 0,1 0-24 16,1 2-14-16,2 3-9 0,-1 0-14 0,0 3-11 0,3 3-7 15,-3 3-15-15,0-1-8 0,-4 3-11 0,0 3-6 0,-1-2-3 16,-4 1-7-16,0-1-5 0,-4 0-7 0,-1 2-2 16,0-2-4-16,-4 0-2 0,0 0 0 0,-1 0-1 15,1-2-5-15,1-4-3 0,1-3-1 0,-1 1 3 16,2-1 6-16,3-1 13 0,-1-3 9 0,0 1 34 16,2-2 33-16,2-3 40 0,-5 5 44 0,3-5 17 15,2 0-21-15,0 0-23 16,0 0-18-16,7-17-17 0,-2 5-17 0,3-1-19 15,4-4 1-15,1 1-17 0,5-6-15 0,-1-1-15 16,3 2-3-16,-3-1-12 0,-3 6-1 0,-1-1-2 16,-1 4-4-16,-3 5-2 0,-1-2-11 0,-3 7-2 15,0-4-8-15,-2 2-36 0,-1 5-42 0,-2 0-7 16,0 0 11-16,4 9 4 0,-5-4 9 0,-2 6-2 16,2 1 12-16,-2 6 8 0,2-1 6 0,1 3-2 0,4-2 7 0,3 5-1 15,4 1 11 1,8 1-19-16,5-6-41 0,8 0-55 0,17 0-99 15,11-7-431-15,0-4-711 0,9-6 314 0</inkml:trace>
  <inkml:trace contextRef="#ctx0" brushRef="#br0" timeOffset="84362.42">4131 11468 67 0,'-3'-3'163'0,"3"3"-8"0,0 0-8 16,0 0-12-16,0 0-6 0,0 0-8 0,0 0 1 16,0 0-13-16,0 0-10 0,0 0-6 0,0 0-5 0,0 0 0 0,0 0-8 15,0 0-3-15,0 0-11 0,0 0-3 0,0 0-3 16,0 0-7-16,0 0-2 0,0 0-10 0,0 0-4 16,0 0-5-16,0 0-2 0,0 0-5 0,0 0 0 15,0 0-4-15,0 0-1 0,0 0-3 0,0 0-3 16,-5-1 0-16,5 1-5 0,0 0-1 0,0 0 5 15,0 0-5-15,0 0-1 16,0 0-5-16,0 0 2 0,0 0 1 0,0 0-2 16,0 0-3-16,0 0-2 0,0 0 2 0,0 0-3 15,23 4 7-15,-6-7-4 0,11 0 5 0,2-1-2 16,6 2 2-16,14-3-1 0,4 0 2 0,-15 1-2 16,12-3-1-16,-15 3-5 0,-1-1 4 0,-2-2 1 15,-4 5 3-15,-8-3-4 0,-3 3 2 0,-4-1 1 16,-3 1-5-16,0 0 2 0,-3 1-15 0,-1 1-11 0,-1-1-19 0,-2 0-8 15,-4 1-8-15,0 0-8 0,0 0-27 0,0 0-15 16,-11 7-19-16,0-4-45 0,-5 1-93 0,-2 1-287 16,2 1 128-16</inkml:trace>
  <inkml:trace contextRef="#ctx0" brushRef="#br0" timeOffset="84700.65">4227 11680 59 0,'-6'4'108'15,"6"-4"-13"-15,-1 1-5 0,1-1 9 0,0 0-8 0,0 0 0 16,21 2 4-16,-5-4-10 0,6-2-5 16,10 2-4-16,1-4-1 0,6 2 2 0,0-1 9 0,-1-2 1 0,2 0-2 15,-7 1-9-15,2 1-9 0,-7 1-4 0,-6 1-7 16,-2 0-6-16,-7 2-1 0,1 1-6 0,-5-2-10 16,-1 2 0-16,-2-1-6 0,1 1-3 0,-1-1-1 15,0 0-15-15,-6 1-19 0,5-1-25 0,-5 1-13 16,0 0-15-16,0 0-32 0,0 0-35 0,0 0-127 0,0 0-279 15,0 0 124 1</inkml:trace>
  <inkml:trace contextRef="#ctx0" brushRef="#br0" timeOffset="85502.71">5490 10994 143 0,'0'0'166'0,"0"0"-8"0,0-5-12 0,0 5-5 15,-1-4-21-15,1 4-13 0,3-4-8 0,-3 4-12 16,3-5-10-16,1 3-8 0,0 0-3 0,4-1-9 16,-2 2-8-16,2 0-7 0,1 1-4 0,2-2-4 0,0 2-3 0,0 2-6 15,3-1-4-15,-1 0 0 0,2 2-9 0,-2 0-1 16,1 1-10-16,-1 2 2 0,2 2-4 0,-2 2-6 16,-1 2 11-16,-1 3-1 0,-1 2-8 0,-1 3 2 15,-5 3-5-15,-4 5 1 0,-10-1 7 0,-3 3-2 16,-5 3-1-16,-10 5 2 0,-8 1-1 0,3-2 0 15,-7-4 4-15,2 2-4 16,0-3 0-16,7-8 0 0,0-2 7 0,3-5-10 16,4 0 8-16,7-5-5 0,2-5 1 0,5 1 5 15,2-3 26-15,2-3 24 0,-2 4 33 0,4-2 33 16,0-2 29-16,0-2 18 0,4 0-19 0,-2-6-18 16,3-1-17-16,6-5-6 0,0-2-3 0,5-3-21 15,6-1-7-15,-3 4-6 0,3-6-10 0,-4 9-10 16,0 0 0-16,1 1-9 0,-6 3-5 0,4 2-6 0,-4-1-6 0,0 1 3 15,0 5-10-15,5-1-3 0,-5 1-6 0,5 2 9 16,-1 5-14-16,3 0 0 0,-3 5 0 0,2-2-1 16,2 4 10-16,-2-2-9 0,6 8-1 0,-6-5-2 15,6 4-1-15,-7-4 3 0,6 3-10 0,-3-2-2 16,-5-3 1-16,3-2 2 0,-8-4-2 0,3 0 5 16,-1-3 1-16,0 1 2 15,-1-2 1-15,2-3 3 0,-3 0 4 16,3-3 4-16,3-1 6 0,-2-4 4 0,-1 2-1 15,2-5 3-15,-2 0-4 0,3-1-1 0,-3-1-1 0,-2 3-4 16,-3 4-2-16,1-4-1 0,-2 5-2 0,1 0 1 16,-1-1-13-16,0 2-30 0,-2 2-34 0,2 0-54 15,-4 2-32-15,0 0-29 0,0 0-41 0,10 4-259 16,-10-4-524-16,2 10 232 0</inkml:trace>
  <inkml:trace contextRef="#ctx0" brushRef="#br0" timeOffset="85950.54">5286 11893 83 0,'0'0'176'16,"0"0"-5"-16,-10-2-6 0,10 2-12 0,-6-2-7 0,6 2-10 16,0 0-15-16,-6 0-8 0,6 0-4 0,0 0-17 15,0 0 5-15,0 0-7 0,-5-2-9 0,5 2-18 16,0 0 3-16,0 0-4 0,0 0-9 0,0 0-10 16,0 0 1-16,0 0-6 0,0 0-4 0,0 0-4 15,0 0-2-15,0 0-6 0,0 0 2 0,0 0-2 16,0 0-3-16,0 0-2 0,0 0 2 0,0 0-4 0,20 2-1 0,0-5-4 15,10 1 2-15,3-1-2 0,6-1-1 0,14-1 1 16,6 0 2-16,1-4 3 0,3 5-1 0,1-4 8 16,-5 2-4-16,-2 2 1 0,-4-1-2 0,-14 0 0 15,-4 0-2-15,-1 3-1 0,-6 1-1 0,-5-1-3 16,-6 0 0-16,-3 0-6 0,-4 2 3 0,-2-2 6 16,0 2-7-16,-2-1-4 15,-1 0 2-15,-5 1-8 0,6 0-8 0,-6 0-22 16,0 0-25-16,-17 4-42 0,5 0-52 0,-8 2-225 15,0-2-409-15,0 0 181 0</inkml:trace>
  <inkml:trace contextRef="#ctx0" brushRef="#br0" timeOffset="86485.69">5590 12158 218 0,'0'0'253'0,"5"-3"-31"0,-5 3-27 15,0 0-22-15,0 0-21 0,0 0-21 0,0 0-17 16,4 12-19-16,-4-7 1 0,-1 8-13 0,-3 5-7 16,0 0-4-16,-5 8-7 0,0 0-8 0,-5 4-2 0,4-6-4 15,-3 5-11-15,3-5-3 0,0-1-2 0,1-5-4 16,1-2-2-16,2-4-3 0,2-3-5 0,1 1 4 0,1-6 16 15,-1 3 24-15,-1-1 45 0,2-2 59 0,2-4 29 16,-4 0-7-16,4 0-21 0,0 0-18 0,6-17-14 16,-1 7-12-16,-1-2-8 0,3-2-10 0,0-3-11 15,0 1-14-15,4 3-17 0,-3-1 2 0,-2 3-7 16,-1 2-3-16,3 0-6 0,-4 3-7 0,0 2-12 16,-2-1-10-16,2 0-17 15,-1 4-6-15,1 0-2 0,-4 1-4 0,12 2-8 16,-4 3-6-16,1 2-2 0,1 0-9 0,0 2-22 15,3 2-21-15,1 1-29 0,-1 0-34 0,0 1-34 0,-3-1-42 16,3-1-57-16,-6-4-299 0,1-1-617 0,-3 1 272 16</inkml:trace>
  <inkml:trace contextRef="#ctx0" brushRef="#br0" timeOffset="86867.72">5264 12252 14 0,'-6'0'191'16,"6"0"-8"-16,-10 1-10 0,10-1-8 0,-10-1-12 0,10 1-10 16,-7-1-15-16,7 1-3 0,-4 2-12 15,4-2-9-15,-5 1-2 0,5-1-10 0,0 0-1 16,0 0-6-16,0 0-1 0,0 0 4 0,-6 0-2 0,6 0 0 0,0 0-2 0,0 0-2 15,0 0-4-15,0 0-3 0,0 0-9 16,0 0-5-16,0 0-5 16,0 0-6-16,0 0-5 0,0 0-2 0,0 0-3 0,0 0-4 15,0 0-1-15,0 0-1 0,0 0-2 16,22-7 0-16,8 1-4 0,6 0-1 0,15-4-4 0,5 1 3 16,7 1 1-16,2-3 10 0,32-2 11 0,-9 1 6 15,-27 5-5-15,-2 0-2 0,-1 3-5 0,-6 0-6 16,-15-3-2-16,0 5-7 0,-5 0 0 15,-2 1-4-15,-10 0 4 0,-6 1-12 0,-2-1-13 16,-2 1-22-16,-3 0-27 0,0 0-43 0,-7 0-50 16,6 0-18-16,-6 0-61 0,0 0-278 0,-14 5-539 15,4-3 239-15</inkml:trace>
  <inkml:trace contextRef="#ctx0" brushRef="#br0" timeOffset="89442.73">6800 10875 44 0,'-1'-4'88'0,"1"4"-9"0,0-6-7 0,0 6 3 16,0 0 3-16,-1-5-9 0,1 5 7 0,0-4-7 16,0 4 4-16,0 0-5 0,-2-5-4 0,2 5 2 15,0 0-9-15,0-5 0 0,0 5 3 0,-1-3-3 16,1 3-6-1,0 0 1-15,0-4 1 0,0 4 4 0,0 0-8 16,-3-4 4-16,3 4-6 0,0 0-4 0,-1-4 1 0,1 4-4 16,0 0-1-16,0 0 0 0,0 0-1 0,0-5-2 15,0 5-5-15,0 0-3 0,0 0 3 0,0 0-5 16,-2-4 0-16,2 4-2 0,0 0-7 0,0 0 4 16,0 0-9-16,0 0-5 0,0 0-2 0,0 0-10 15,0 0-18-15,0 0-7 0,0 0-3 0,-3 14 2 0,1-5 4 16,0 7 5-16,-2 8 2 0,1 8-8 0,1 2 9 15,-2 18-5-15,4 3 8 0,2 0 0 0,-1 1 8 0,-2 4-7 16,3 0 0-16,1 22 4 0,3-24 0 0,-2-1 2 16,-1 4 3-16,2 22 0 0,-3-25 3 0,1-2-2 15,-3 0 2-15,-1-1 4 0,3-5-10 16,-1-4 2-16,1 0 6 0,-2-13 0 16,-2-3-2-16,4 2 7 0,-2-1-7 15,-2 1 2-15,1-1 3 0,0-2 3 0,0-1-7 16,-1-2 7-16,1-2-8 0,0-4 1 0,1 6 3 15,0-6 4-15,-2-4 0 0,2 2-8 0,0-1 5 0,0-1-4 16,-1-1 8-16,1 2-4 0,0 0 8 0,-1-3 3 16,1 1 2-16,1-3 2 0,-1 4-6 15,1-5 4-15,-1 0-3 0,0 0 3 0,0 2-6 0,2-3 0 0,-4 1 2 16,2-2-3-16,0 0-1 0,0-1 2 0,0 0 2 16,-1 0-5-16,2 2 4 0,-1-5-6 0,-1 0 5 15,0 2-6-15,1 0 2 0,-1-2-1 0,1-1-1 16,0 1-4-16,-2 0 6 0,2-1-2 0,-1 0-1 15,1-1 1-15,-2 3-3 0,2-6 2 0,-2 8 4 0,1-5-5 16,1 1 1-16,-3 1-4 0,2-2 2 0,1 2-1 0,-2-1 4 16,2-1-1-16,0-3 4 0,-3 8 8 0,2-4-2 15,1-2-2-15,-2 3 5 0,1 0-4 0,0 0 0 16,0-1-2-16,1 0 2 0,-3 2 0 0,3-3 6 16,0 1 2-16,0 0-4 0,0-4-1 0,-1 8-1 15,-1-5 4-15,2-3-2 0,-1 4-1 0,1-4 0 16,0 6 2-16,0-6-1 15,-1 2-5-15,1-2 0 0,0 0 3 0,0 0-1 16,0 0-2-16,-1 7-2 0,1-7 0 0,0 0-3 16,0 0 4-16,0 0-1 0,0 0-2 0,0 0 0 15,-4 2 5-15,4-2 2 0,0 0 5 0,0 0 1 16,0 0 2-16,0 0 3 0,0 0-1 0,0 0 6 16,0 0 3-16,0 0-2 0,0 0-2 0,22-4 2 15,-2-1 0-15,8-3-7 0,4-3-21 0,6-1-41 0,16-5-56 0,2-7-70 16,0 2-218-16,-6-7-414 0,-4-3 183 0</inkml:trace>
  <inkml:trace contextRef="#ctx0" brushRef="#br0" timeOffset="96828.03">7843 11520 53 0,'0'0'144'0,"-1"-3"-3"0,1 3-1 16,0-10 7-16,-3 6-1 0,3-2 0 0,0 1 1 16,0 0-5-16,-1 1-1 0,1 0-2 0,0 4-2 15,-2-7-3-15,2 3-10 0,-1 1-12 0,1 3-13 16,0-7-6-16,0 7-12 0,1-4-5 0,-1 4-10 0,2-6-8 0,2 2-2 15,-3 2-12-15,8-1-9 0,-3 0-1 0,4 1-5 0,3-2-4 16,0 3-2-16,0-1-1 0,5 1-4 16,1 2-5-16,0-1 1 0,0 4-5 0,0 1-1 15,-1 1-3-15,3 3 1 0,-6 4-2 0,3-2-1 16,-4 3 0-16,2 6-5 0,-4 2 4 0,-2 2-4 0,-5 1-3 16,-1 0 0-1,-6-1-7-15,-5 2 6 0,0 0-1 0,-5 1-1 16,-2-1-1-16,-3-2 2 0,-3 1 5 0,2-3-1 15,-2-2 1-15,-2 1-2 0,1-4-1 0,7-4 4 16,0-2-2-16,0-1 1 0,5-6 0 0,0 4 1 16,2-4 4-16,2-1 2 0,1 0 9 0,0 0 31 15,0-2 35-15,4-1 14 0,0 0-8 0,0 0-10 16,-4-12-6-16,9-1-10 0,4 0-4 0,7-12-7 0,0-1-12 0,7-3 4 16,-1-1-1-16,6-11-7 0,0 3-6 0,-6 9-1 15,1-1-7-15,-3 2 3 0,0 3 10 0,0-1-8 16,-1 3 1-16,-7 8 4 0,-2 3 3 0,0 0-7 15,-5 1-1-15,3 4 0 0,-4 2-8 16,-3 0-1-16,4 1-13 0,-4 0-24 0,3 2-16 0,-4 2 0 16,0 0-1-1,0 10 5-15,-1 2 4 0,-3 8 2 0,-2 6 1 16,-2 3 4-16,4 1 4 0,-1 0 8 0,1 5-4 16,4-1-2-16,0-4 4 0,4 3 2 0,5-4 1 0,0-1 2 15,5-2 2-15,4-1 1 0,5-8-1 0,6 0-11 16,5-2-38-16,3-6-59 0,15-1-82 15,2-7-318-15,-2-4-556 0,-2-5 247 0</inkml:trace>
  <inkml:trace contextRef="#ctx0" brushRef="#br0" timeOffset="99249.93">8990 11657 41 0,'0'0'105'0,"0"0"-9"15,-9 2 1-15,9-2-3 0,-5 0 7 0,5 0 1 0,0 0-6 16,0 0-3-16,0 0-3 0,0 0 0 16,-7 0 0-16,7 0 3 0,0 0 2 0,0 0-5 15,0 0-6-15,0 0-1 0,0 0-4 0,0 0-7 0,0 0-6 0,0 0-6 16,0 0 1-16,0 0-11 0,0 0-6 0,0 0-1 15,0 0-10-15,0 0-3 0,-4 3-1 0,4-3-3 16,0 0-3-16,0 0-3 0,0 0 1 0,0 0-5 16,0 0-3-16,0 0 3 0,19-5-2 0,-6 3-1 15,1 0-3-15,2 0 0 0,11-2-2 0,4-2 1 16,2 0 1-16,4 3 2 16,0-4 2-16,2 3-3 0,-1-2 1 0,-5 2-1 15,4 1-1-15,-10-1-1 0,1 1 2 0,-7 0 0 16,-2 3-4-16,-6-2-3 0,-1 0 2 0,1 1 1 15,-8 0-2-15,0-1-1 0,4 2-2 0,-9 0-5 16,8 2-14-16,-8-2-10 0,5 0 1 0,-5 0-4 16,0 0-1-16,0 0-15 0,0 0-16 0,0 0-24 15,0 0-32-15,-12 6-33 0,7-6-159 0,5 0-334 0,-8 0 148 0</inkml:trace>
  <inkml:trace contextRef="#ctx0" brushRef="#br0" timeOffset="99935.96">10010 11178 25 0,'3'-5'205'0,"-3"5"-8"16,0 0-17 0,1-5-6-16,-1 5-15 0,0 0-16 0,0-5-16 15,0 5-13-15,0 0-11 0,0 0-17 0,0 0-12 16,0 0-9-16,0 0-6 0,0 0-5 0,-22 10-6 15,12-4-9-15,-5 2-2 0,-2 2-4 0,-3 2-2 16,-5 1-3-16,2-1 0 0,-1 2-9 0,1 1-3 16,5-3-3-16,3-1 5 0,-3 4-4 0,5-3-5 15,-1 0 1-15,4 2-1 0,2-6 1 0,0 5-3 0,3-4 1 0,4 5-3 16,1-4-1-16,0 2 1 0,5 1 2 0,4-2-1 16,0 3 1-16,5-2-4 0,0 1 3 0,4-1-2 15,5 5 3-15,1-2-5 0,-1-1-1 0,-5-2 2 16,0 0-5-16,0-2 5 0,-4 2-1 0,0-2-3 15,-5-3 3-15,0 2-6 0,-4-2 2 0,4 2 0 16,-5-2 0-16,-3 0 2 0,-2 0-3 0,-3 1 6 0,-1 0 2 0,-4 1-3 16,-4 1-1-16,-6-1 5 0,5 0-6 0,-8 0 3 15,2-1 0-15,-5 0 2 0,4-2-5 0,0-3 3 16,-8 2-3-16,11 0 6 0,0-3-4 0,5-1 4 16,2 0-3-16,2 0-2 0,1 1-10 0,2-2-17 15,6 0-56-15,0 0-16 0,0 0-33 0,0 0-37 16,20-14-120-1,1 8-312-15,-6 0 138 0</inkml:trace>
  <inkml:trace contextRef="#ctx0" brushRef="#br0" timeOffset="100152.06">10135 11564 47 0,'4'-2'303'0,"0"0"-17"0,1 0-7 0,-1-1-23 15,1 0-11-15,-4 1-15 0,-1 2-24 0,4-4-23 0,-4 4-5 16,4-3-29-16,-4 3-24 0,0 0-8 0,0 0-16 15,0 0-22-15,5 0-17 0,-5 0-11 0,0 0-10 16,0 7-1-16,0-7-4 0,1 8-7 0,-1-2-6 0,-1 2 2 16,1-1-18-16,0 3-8 0,0-1-18 0,0-2-21 15,-1 3-19-15,1-3-20 0,-3 1-18 16,3 2-28-16,0-3-6 16,-4-2-25-16,3 0-25 0,1 0-188 0,-3-3-399 15,3-2 177-15</inkml:trace>
  <inkml:trace contextRef="#ctx0" brushRef="#br0" timeOffset="100314.78">10158 11355 233 0,'0'-8'262'0,"0"-3"-23"0,0 4-22 0,0 2-21 0,0 0-22 16,0 0-19-16,0 2-19 0,0 3-32 0,1-6-41 16,-1 6-29-16,0 0-14 0,0 0-32 0,0 0-27 15,0 0-37-15,8 9-51 0,-8-4-137 0,0 0-285 16,3 1 127-16</inkml:trace>
  <inkml:trace contextRef="#ctx0" brushRef="#br0" timeOffset="100637.19">10364 11447 80 0,'0'0'248'0,"9"0"-28"15,-9 0-25-15,0 0-22 0,0 0-22 0,1 4-13 0,-1 0-15 0,0 1-18 16,0 3-2-16,-1-3-10 0,-3 7-12 0,0 0-9 16,3-1-5-16,-3 4-8 0,3 1-7 15,-3-3-5-15,1-2-4 0,2-2-3 0,-1-1-2 16,2-2-8-16,-2 0 1 0,1 0-6 0,1-1 5 0,0-2-2 16,0-3 22-16,0 7 25 0,0-7 26 0,0 2 20 15,0-2-4-15,0 0-15 0,0 0-5 0,0 0-13 0,13-9-6 16,-8 4-11-16,0 2-8 0,-1-2-2 0,1 1-8 15,0 1-9-15,0 1-4 0,2-1-2 0,-4 2-10 16,4 0-9 0,-2-1 0-16,0 1-6 0,-5 1-5 0,13 3-8 15,-7-1-13-15,2 2-14 0,-2 0-22 0,2 1-26 16,2-1-31-16,-2 3-31 0,-2 1-49 0,3-3-51 0,-5 0-199 16,0 0-477-16,-2 0 210 0</inkml:trace>
  <inkml:trace contextRef="#ctx0" brushRef="#br0" timeOffset="101131.57">10674 11408 64 0,'0'0'225'16,"2"-5"-12"-16,-1 3-9 0,-1 2-16 0,3-4-14 15,-3 4-8-15,0 0-18 0,2-4-11 0,-2 4-17 16,0 0-13 0,1-3-11-16,-1 3-9 0,0 0-12 0,0 0-9 15,0 0-8-15,0 0-5 0,0 0-6 0,0 0-6 0,0 0-7 16,3 10-4-16,0-5-4 0,-3 0-2 0,0 4-6 16,0 2 2-16,-2 1-3 0,0 3-5 0,2 1 3 15,-2 1-7-15,1-2 3 0,1 2 0 16,-2 3-2-16,-1-4 1 0,3-5-2 0,-1 2 0 15,-1-2 1-15,2-3-2 0,0-2 1 0,0 1-3 0,0-3-2 0,2 2 6 0,-4-2 30 16,2-4 44-16,2 5 32 0,-2-5 15 0,0 0-11 16,0 0-13-1,7-9-7-15,-4 3-15 0,2-3-8 0,0-2-7 16,4 2 1-16,1-8-17 0,-2 3-7 0,3-2-4 0,0 0-3 16,-3 7-2-16,-2-1-10 0,1 3-4 0,-1 3 11 0,0-2-7 15,-5 2-19-15,3 1-13 0,0 0-12 0,-4 3-2 0,0 0-1 0,0 0-1 16,0 0-4-16,19 10-1 0,-15-3-2 0,1 4-3 15,0-2-14-15,3 4-18 0,-6-1-26 0,2 1-24 16,0-1-28-16,1 2-25 0,-5-2-28 0,4-1-45 16,-4-1-204-16,0-3-479 0,0-2 212 0</inkml:trace>
  <inkml:trace contextRef="#ctx0" brushRef="#br0" timeOffset="101570.28">11026 11372 120 0,'5'-3'201'16,"1"2"-23"-16,2 0-15 0,0 1-17 0,-8 0-11 16,15 1-17-16,-10 3-11 0,3 3-8 0,0-2-12 15,-1 3-5-15,-1-2-12 0,0 6-8 0,-1-4-4 0,-3 4-5 16,-2 4-9-16,0 0-2 0,-1-3-6 0,-1 4-4 15,-4-1 1-15,1 2-6 0,-2-5 0 0,2 0 1 16,1-2-2 0,-4-2 1-16,4-1-7 0,-1 1 2 0,0-4 3 15,1-1 1-15,4 1 10 0,-2-2 10 0,-1 0 30 16,3-3 36-16,-1 6 15 0,-2-3 26 0,3-3 24 16,0 0-15-16,0 0-13 0,0 0-21 0,4-13-10 15,1 4-11-15,-1-1-17 0,2-4-3 0,2-3-22 16,1 4-17-16,1-3-16 0,2-2-2 0,-3 2-17 0,2 0-6 15,-2 4-2-15,-1-1-1 0,-2 1-1 0,0 2 12 0,1 3-14 16,-3-1 1-16,-2 4 1 0,2-3-5 0,-1 2-6 16,-1 3-12-16,2-2-30 0,-4 4-10 0,0 0 11 15,0 0-6-15,0 0 7 0,0 0 3 0,-8 21 5 16,5-11-2-16,-1 9 12 0,-1-1 1 0,1 7 4 16,-1-6 5-16,4 0-2 0,-1 4-1 0,4-5 6 15,2 2 3-15,2-1 3 0,1-1 3 0,4-3 1 0,3-1-3 0,6 3-38 16,4-5-56-16,3-6-90 0,5-3-292 0,-2-2-525 15,-8-1 234-15</inkml:trace>
  <inkml:trace contextRef="#ctx0" brushRef="#br0" timeOffset="102340.98">9591 12100 149 0,'0'0'179'16,"-8"0"-6"-16,8 0-2 0,-5 1-16 0,5-1-14 15,0 0-11-15,0 0-15 0,0 0-10 0,-10 0-14 16,10 0-10-16,0 0-4 0,0 0-10 0,0 0-5 16,0 0-13-16,0 0-3 0,-5 1-2 0,5-1-5 15,0 0-7-15,0 0-3 0,0 0-1 0,0 0-4 16,0 0-4-16,0 0-3 0,0 0 0 0,0 0 0 16,0 0-3-16,0 0 0 0,0 0 0 0,0 0 6 0,0 0-3 0,0 0 0 15,0 0-1-15,27-1-1 0,-13 0-2 0,13-5 2 16,5 2-7-16,8-1 6 0,18-2 4 0,7-2 9 15,30-1 9-15,3-1 4 0,-1 0 0 0,5-1-1 16,1 2-6-16,0 0-2 0,-5 2-5 0,-7-1-1 16,-28 4-4-16,2-2-2 0,0 1 3 0,-7 0-2 15,-4-3-6-15,-4 5 1 0,-13-3-2 0,-2 1-1 0,-7 3-1 0,-7-2 17 16,-8 1 17-16,-1 1 20 0,-3 1 13 16,0-1 10-16,-3 3 7 0,1-2 1 0,-2 0-6 0,-1 1-6 15,-4 1-13-15,7-2-19 0,-7 2-9 0,4-1-33 16,-4 1-27-16,0 0-29 0,0 0-24 0,0 0-32 15,-18 9-45-15,7-4-45 0,-2 1-77 0,-2-1-182 16,-3-2-486 0,1 3 215-16</inkml:trace>
  <inkml:trace contextRef="#ctx0" brushRef="#br0" timeOffset="102841.93">10508 12179 270 0,'0'-7'294'0,"0"7"-12"15,-1-1-12-15,1 1-15 0,0 0-20 0,0 0-20 16,0 0-23-16,3-7-20 0,-3 7-17 0,0 0-22 16,0 0-17-16,0 0-19 0,0 0-18 0,0 0-20 15,0 0-6-15,0 0-5 0,4 15-7 0,-4-9-6 16,1 5-5-16,-1 1 0 0,0 2-5 0,-3 4-3 16,2-1-1-16,0 1-3 0,-1-2-1 0,0 1-3 0,-1-4-2 0,2-2-1 15,1-1 0-15,0-1-3 0,-1-4 5 0,-1 0 5 16,2 0 14-16,0-2 27 0,-1 1 39 0,1-4 35 15,0 0-16-15,0 0-6 0,0 0-9 0,16-12-16 16,-8 2-7-16,3-2-7 0,0-2-11 0,3-1-4 16,0 1-5-16,0 1-8 0,-1 1-8 0,-4 3 2 15,1 0-12-15,-1 3-1 0,-1 2-5 0,-2-1-13 0,4 2-12 0,-2 1-8 16,1 4 2-16,0-2-15 0,3 1 2 0,0 4 16 16,2 5-16-16,-3-4-1 0,4 3 6 0,-2 5-4 15,1-3 2-15,-3 2-1 0,3-4-20 0,-3 0-23 16,-1 0-33-16,1-1-26 0,-2-1-32 15,-2-2-46-15,-1-5-71 0,4 0-282 0,-10 0-600 0,16-4 266 16</inkml:trace>
  <inkml:trace contextRef="#ctx0" brushRef="#br0" timeOffset="103242.88">11734 11134 97 0,'0'0'230'0,"0"0"-26"0,0 0-23 0,0 0-24 16,13 14-11-16,-3 2 0 0,4 10-9 0,0 3-10 16,6 15 4-16,2 6-9 0,-1 5-2 0,4 30-4 0,-5-3-9 15,-8-24-9-15,3 24-20 0,-7-22-6 0,-5-2-5 16,-1 1-4-16,-3-2-6 0,-4-4-7 0,-4-3-6 15,-4-2-4-15,-4-4-6 0,2-10 2 0,-8 13-5 16,-9-7 3-16,-2-1 0 0,-6 0-3 0,-7-3-37 16,-30 10-48-16,-6-5-74 0,-4-7-104 0,-6-10-163 0,1-7-429 15,0-3 190 1</inkml:trace>
  <inkml:trace contextRef="#ctx0" brushRef="#br0" timeOffset="103944.55">9030 11210 93 0,'-3'-6'185'16,"2"3"-17"-16,1 3-20 0,0 0-13 0,0 0-17 15,-2-4-15-15,2 4-6 0,0 0-14 0,0 0-11 16,-7 11-6-16,-1-2-8 0,-2 7-13 0,-1 6 0 16,-2 8-6-16,-2 3-5 0,-7 17 1 0,-5 29 3 0,0 3 3 15,3 2-5-15,2-4 4 0,12-22-10 0,1 0-8 16,5 1 6-16,6-3-4 0,6-1 0 0,4-5 2 16,3-3-5-16,7-3 5 0,0 0-6 0,2-4 0 0,4 0 0 15,-4-14 2-15,1 1-1 0,0-2-11 0,6 0-28 16,1-4-54-16,15-1-97 0,-12-7-120 15,-1-6-314-15,3-3 139 0</inkml:trace>
  <inkml:trace contextRef="#ctx0" brushRef="#br0" timeOffset="104993.78">6826 10801 123 0,'0'0'186'0,"0"0"-11"0,-3-4-11 15,3 4-11-15,0 0-20 0,0 0-8 0,-3-3-14 16,3 3-13-16,0 0-9 0,0 0-5 0,0 0-8 16,0 0-6-16,0 0-5 0,0 0-3 0,0 0-8 15,0 0-5-15,0 0-4 0,0 0-1 0,0 0-8 16,0 0-2-16,0 0-4 0,0 0-3 0,0 0 0 0,0 0-7 15,0 0 0 1,13-1 0-16,5-2-3 0,14 1-6 0,5-1-9 16,21-3-38-16,-1 3-48 0,7-6-60 0,-4 2-171 15,-5-1-341-15,-2-1 152 0</inkml:trace>
  <inkml:trace contextRef="#ctx0" brushRef="#br0" timeOffset="106449.45">12724 11643 119 0,'-8'0'132'0,"1"1"-7"16,7-1-7-16,-8 3-1 0,8-3-3 16,-6 0-5-16,6 0-1 0,0 0-3 0,0 0-4 15,-8 0 0-15,8 0-2 0,0 0-2 0,-4 3-1 0,4-3-7 16,0 0-5-16,0 0-3 0,0 0-8 0,0 0-2 15,0 0-10 1,0 0-4-16,0 0-8 0,0 0-6 0,0 0-2 16,0 0-1-16,0 0-4 0,0 0-8 0,0 0 0 15,0 0-1-15,0 0-7 0,0 0 1 0,0 0-1 0,0 0-3 0,0 0-4 0,0 0 0 16,0 0-2-16,0 0 0 16,0 0-1-16,0 0-1 0,0 0 1 15,12-7 0-15,-12 7 0 0,0 0 0 0,0 0-3 0,0 0 1 16,5-1-1-16,-5 1-1 0,0 0 0 0,0 0 0 0,0 0-2 0,7-1 3 15,-7 1-1-15,0 0-3 0,0 0-1 0,0 0 0 16,0 0 1-16,0 0 6 0,0 0 4 0,0 0-1 16,0 0-1-16,0 0 1 0,0 0-1 0,0 0-3 0,8 2-2 15,-8-2 3-15,0 0-3 0,0 0-4 0,0 0-2 16,0 0 3-16,0 0 0 0,0 0-1 0,0 0 4 31,0 0-2-31,0 0 0 0,0 0-3 0,0 0-1 16,0 0 1-16,0 0 3 0,0 0-4 0,0 0 0 15,0 0 0-15,0 0 3 0,4-2-1 0,-4 2-4 16,0 0 2-16,0 0 0 0,0 0 1 0,0 0-2 16,0 0 1-16,0 0 0 0,0 0 2 0,9 0 0 15,-9 0 2-15,0 0-1 0,0 0-4 0,0 0-2 16,0 0 1-16,0 0 0 0,0 0-1 0,0 0 3 0,0 0 0 0,0 0 3 16,0 0-5-16,0 0-2 0,0 0 1 0,0 0 2 15,0 0-1-15,0 0 0 0,0 0 2 0,0 0-3 16,0 0 0-16,0 0 0 0,0 0-2 0,0 0 4 15,0 0 1-15,8 2 1 0,-8-2 1 0,15-1-1 16,-2 0-1-16,3-1 1 0,6-1-1 0,6 0-1 16,5-1-2-16,-1 0 2 0,4 0 1 0,-3 1 1 0,3 0-2 0,-5 1-7 15,-3-4 14-15,-6 5-7 0,-2-1 2 0,-3 1-2 16,-3-1 1-16,-5 2-2 0,-2 0 0 0,1 0 1 16,-3-3-6-16,1 3-8 0,-6 0-11 0,0 0-22 15,0 0-30-15,0 0-57 0,0 0-74 0,0 0-155 16,0 0-393-1,-24-2 174-15</inkml:trace>
  <inkml:trace contextRef="#ctx0" brushRef="#br0" timeOffset="112811.01">14328 11260 28 0,'0'0'129'0,"1"-7"-16"0,2 4 8 0,-3 3-7 16,0-4-5 0,0 0 2-16,0 4-6 0,-4-7 5 0,1 3-10 15,3 4-3-15,0-6 7 0,-1 0-6 0,1 4-10 16,0 2 5-16,-4-7-4 0,4 5-3 0,0 2-5 16,0-8 3-16,0 8-7 0,0-4-3 0,0 4-5 15,0-6-7-15,0 6-4 0,-1-4-3 0,1 4-3 16,0 0-4-16,0-6-7 0,0 6-2 0,0 0-5 15,-3-1-4-15,3 1-4 0,0 0-3 0,0 0-4 0,0 0-6 0,0 0-4 16,0 0-2-16,0 0-2 0,0 0-2 0,-6 15-3 16,5-5-1-16,-2 8 1 0,-2 0-4 0,1 7 1 15,-1 2 3-15,1 2-3 0,0 1 2 0,-2 3 6 16,2 2-6-16,0 0 4 0,4-3 2 0,-4-1-5 16,3 3-1-16,1-4 2 0,0-3-2 0,0 0 2 15,-2-8 1-15,4-2-3 0,-2 0-3 0,0-5 4 0,0-2 0 16,0-1 1-16,0-1 0 0,1-1 0 0,-1-2 0 0,0-1 3 15,0 1-3-15,3-2 4 0,-3-3 12 0,-3 5 6 16,3-5 0-16,3 3 6 0,-3-3 3 0,0 0 5 16,0 5 0-16,0-5 2 0,0 4-1 15,0-4 2-15,0 0-1 0,0 0-3 0,0 0-3 0,0 0 0 16,0 0-6-16,0 0-2 16,0 0 0-16,0 0-17 0,0 0-25 15,0 0-17-15,0 0-30 0,9-10-23 0,-9 10-20 16,5-5-23-16,-4 0-43 0,2 3-18 0,-3 2-202 15,1-7-424-15,-1 3 187 0</inkml:trace>
  <inkml:trace contextRef="#ctx0" brushRef="#br0" timeOffset="113343.46">14587 11592 57 0,'0'0'271'0,"0"0"-14"0,5-3-15 0,-5 3-16 16,0 0-22-16,0 0-21 0,0 0-19 0,0 0-17 0,0 0-15 15,0 0-23-15,0 0-38 0,0 0-38 16,0 0-63-16,4 0-80 0,-4 0-216 0,0 0-354 16,5-3 157-16</inkml:trace>
  <inkml:trace contextRef="#ctx0" brushRef="#br0" timeOffset="117812.65">15108 11353 105 0,'0'0'137'0,"0"0"-11"0,-11 1-10 0,11-1-7 15,0 0-15-15,-2 1-4 0,2-1-10 0,0 0-9 0,0 0 1 0,0 0-9 16,0 0-3-16,0 0-10 0,0 0-4 0,0 0-3 16,0 0-5-16,0 0 2 0,0 0-8 0,0 0-2 15,0 0 1-15,0 0-6 0,0 0-8 0,-8 0 3 16,8 0-5-16,0 0-2 0,0 0 4 0,0 0-4 16,0 0-2-16,0 0 4 0,0 0 2 0,0 0 0 15,0 0 0-15,0 0 1 16,0 0 2-16,0 0-8 0,0 0 4 0,0 0 1 15,0 0-4-15,0 0-2 0,0 0 1 0,0 0-1 16,0 0 1-16,0 0-2 0,0 0-2 0,0 0 6 16,25-4-7-16,-8 4 3 0,3-1 1 0,10-2-2 15,1 0-1-15,-2-2-3 0,2 1-1 0,1 1-4 16,2 0 0-16,-2-1 0 0,0 1 6 0,-4-1-1 16,-6 4-2-16,-2-4 1 0,-7 3 2 0,0 0-8 0,-2 0 1 0,-2 1 2 15,-4-1-8-15,2-1-19 0,-7 2-18 0,6 0-2 16,-6 0-26-16,0 0-33 0,0 0-159 0,-16 4-285 15,16-4 126-15</inkml:trace>
  <inkml:trace contextRef="#ctx0" brushRef="#br0" timeOffset="118767.78">15997 11039 141 0,'-7'-2'130'0,"7"2"-19"0,-5-2-10 16,5 2-16-16,0 0-6 0,0 0-12 0,-9 0-1 16,9 0-10-16,0 0-7 0,0 0 0 0,0 0-6 0,0 0-1 15,0 0-8-15,0 0 0 0,0 0-4 0,0 0 13 16,0 0-2-16,0 0 5 0,0 0 2 0,23 6 2 16,-12-8-2-16,1 0-2 0,1 0-4 0,1 0-14 0,-2-1 11 15,-1 2-5-15,2-3 1 0,-2 0 1 0,2 1 8 0,-3-2 3 16,-1-1 4-16,0 2 6 0,-1 0 4 15,-2 1 9-15,-1 0-3 0,-1 0-2 0,0-1-5 16,0 3-2-16,-4 1-11 0,4-4-6 0,-4 4-4 16,0 0-8-16,-9-5-1 0,9 5-8 0,-19 0 4 0,2 3-4 15,-1 3-5-15,-2-1-3 0,-8 6 3 0,1-1-4 0,0 4-4 16,0 0-4-16,1 3 5 0,1-1-3 0,1 1-3 16,1 1 2-16,0 3-1 0,5 2-2 0,-3-1 2 0,7 1-4 15,0-2 0-15,7-3 0 0,1 2-6 16,5-3-2-1,2 0 0-15,5 0 3 0,3 0-1 0,8 1 1 16,9 0 1-16,2-6-1 0,1 1 4 0,5-5-1 16,3-4 3-16,1 0 1 0,13-4-7 0,-12-2 2 0,-2 0-1 15,-1-4 6-15,-2-1-4 0,-1-1 4 0,-5-3-1 16,0-2 0-16,-12 3 10 0,0-2 12 0,0 1 6 16,-5 0-3-16,-2 1 1 0,-3-1 1 0,0 2 5 15,-4-1-3-15,-2 0-1 0,0 0-6 0,-4 1-5 16,-2 2 1-16,-3 1-6 0,-4 0-2 0,-4 4-4 15,0 2 0-15,-5 1 1 0,3 4-2 0,-3 1-2 0,0 0 0 0,4 2-2 16,3 0 0-16,-3 1-2 0,7-1 3 0,3 1-12 16,2 0-4-16,-1 2 1 0,5-1 0 0,-1 1-1 15,6-3 5-15,2 2 3 0,5 1 1 0,6-5 1 16,3 3 1-16,2-4 3 0,7-1-3 0,-1 0 7 16,-5-4-7-16,5 0 1 0,-6-4-1 0,0 0 3 15,-3 1 2 1,2-2 0-16,-6-3-1 0,-1 4 2 0,-4-4 1 15,0-1-1-15,-1 2-1 0,-1-2-5 0,-3 1-3 0,-4-1-4 16,0-2-8-16,-4 5 1 0,-1-2-8 0,-4 0-1 16,4 1-3-16,-4 2-8 0,0-1-10 15,-2 3-14-15,2-2-9 0,0 2-18 0,0 2-16 16,3-2-27-16,-1 3-18 0,7 0-173 0,-6-1-347 0,6 1 154 16</inkml:trace>
  <inkml:trace contextRef="#ctx0" brushRef="#br0" timeOffset="119162.23">16760 11096 154 0,'1'-3'211'16,"-1"3"-19"-16,0-5-17 0,0 5-20 0,0 0-15 15,0 0-26-15,0 0-3 0,0 0-14 0,-7-3-10 16,7 3-11-16,-11 5-2 0,2 1-10 0,-1-1-4 16,-2 1-8-16,-3 4-9 0,-2 0-3 0,6 2-5 0,-5 0-1 0,5-1-4 15,-1 1-8-15,1 1-2 0,2 0-2 0,3 1 2 16,3-2-6-16,0 0-2 0,2 0-2 0,1 1-2 16,5 3 2-16,2-2-5 0,2 0 3 0,2-2-4 15,2-1-2-15,1 0 3 0,0-2-2 0,0 2 0 16,-1-5 3-16,-3 3-3 0,0-5 1 0,-3 1-1 15,-1-1-2-15,-2 0-2 0,2-1 2 0,-2-1-3 0,0 1-4 16,-5 1 11-16,1-4-8 0,-8 5 0 0,0-2 2 16,-2-1-2-16,-4 1-3 0,-4 1 0 0,-1-3-3 0,1 2-6 15,-2-2-23-15,1 1-16 0,-1 0-28 0,1-3-16 16,0 1-37-16,1-1-144 0,-1-2-301 0,6 0 134 16</inkml:trace>
  <inkml:trace contextRef="#ctx0" brushRef="#br0" timeOffset="119663.43">17000 11136 189 0,'0'0'230'0,"0"-2"-16"0,0 2-19 16,-2-4-21-16,2 4-19 0,0 0-18 0,0 0-16 15,0 0-13-15,0 0-16 16,0 0-7-16,0 0-11 0,0 0-9 0,-2 10-5 16,2-3-11-16,-3 2 0 0,1 3-5 0,0-1-7 15,1 2-3-15,0 3 0 0,-3-1-7 0,0 4-3 16,2-8-6-16,-1 5 1 0,-1-1-1 0,3-2-4 15,0-2-1-15,0 0 1 0,-1 0-2 0,1 0 0 16,0-2-1-16,-2-2 0 0,3 0-5 0,0-4 1 16,-1 1 3-16,2 0 15 0,-1-4 23 0,-1 5 33 0,1-5 24 0,-2 4 35 15,2-4-4-15,0 0-12 0,0 0-6 0,0 0-12 16,3-13-11-16,2 6-10 0,2-3-9 0,0 2 7 16,3-8-31-16,-1 5-3 0,-1 2-7 0,2 0-8 15,-3-2 2-15,2 5-4 0,-3-3-6 0,-1 3-3 16,0 2 1-16,-1 2-13 0,1-1-8 0,-1 0 1 15,1 1-2-15,-5 2-9 0,8 2-9 0,-1 1-1 0,-3-1-10 16,4 3-1-16,-4 0-2 0,1 3-6 0,4 1-6 0,-4-1-9 16,0 1-15-16,0 0-17 0,2 2-22 0,-2-2-28 15,-3-2-21-15,2 1-22 0,-1 1-24 16,-2-1-53-16,-1-6-164 0,1 4-451 0,-1-2 200 16</inkml:trace>
  <inkml:trace contextRef="#ctx0" brushRef="#br0" timeOffset="120218.05">17319 11122 101 0,'5'-3'152'0,"-1"1"-8"0,-3-1-10 15,3 1-9 1,0 0-11-16,0-1-9 0,1 1-9 0,-5 2-9 16,10 0-12-16,-3 0-7 0,-7 0-9 0,13 2-7 15,-6-2-6-15,-1 3-3 0,1 1-6 0,1 0-6 16,0 1 0-16,-2 3-8 0,0 0-1 0,-1 4-5 15,-1-3 5-15,-3 4-10 0,2 3 4 0,-3 1 2 16,-1 0-3-16,-2 0-2 0,-1 0 5 0,-1-1-6 16,-4 3 13-16,0-4-11 0,0 1-1 0,0-2-1 0,-2 0 2 0,3-1 2 15,2-5 4-15,-2-1-4 0,-1-1 5 16,4 1 11-16,1-3-1 0,0 0 18 0,3-1 27 0,-3-1 22 16,0 1 28-16,4-3 22 0,0 0 15 0,0 0-8 15,0 0-16-15,0 0-13 0,0-11-14 0,4 6-10 16,1-7-13-16,3 0-9 0,6-2-5 0,-4-1-10 15,9-6-1 1,-3 1-12-16,0-2-5 0,-4 6-6 0,-2 2 3 0,2-2-12 16,-2 3 1-16,-4 2-5 0,2 2-7 15,-2-1-6-15,-2 3 2 0,1 6-4 0,-2-5-4 16,-1 2-19-16,2 0-22 0,-4 2-26 0,0 2 0 16,0 0 2-16,0 0 9 0,0 0 0 0,-6 16 7 0,1-8 1 15,1 2 2-15,-1 7 15 0,-1-1-7 0,0 0 4 16,2 1 2-16,3 0-2 0,0 0 6 0,2-2 4 0,2 2 1 15,2-2 3-15,4-2 2 0,2-2-2 0,6 1-18 16,2 0-43-16,9-2-66 0,4-4-94 0,-3-1-239 16,2-4-509-16,0-5 225 0</inkml:trace>
  <inkml:trace contextRef="#ctx0" brushRef="#br0" timeOffset="121335.97">15907 11879 53 0,'0'0'187'0,"0"0"-11"15,0 0-13-15,0 0-16 16,0 0-13-16,0 0-13 0,-8 0-10 0,8 0-9 16,0 0-9-16,0 0-9 0,0 0-11 0,0 0-5 15,0 0-8-15,0 0-8 0,0 0-7 16,0 0-5-16,0 0 2 0,0 0-6 0,0 0-10 0,0 0 4 16,0 0-2-16,0 0-4 0,26-3-1 0,-16 2 0 15,8-2-4-15,9 0-6 0,7 1 6 0,18-3-6 16,3-2 10-16,9 0-5 0,34-3 11 0,5 1-1 0,1-2 6 15,2 2-1-15,-1 1-7 0,-2-1 4 0,-6 2-3 0,-3 0-5 16,-30 2 0-16,1 0-2 0,-3 0-4 0,-3-1-3 16,-3 2 0-16,-16-1 3 0,-5 3-5 15,-6-2 2-15,-7 2 0 0,-5 1 19 0,-4-2 13 16,-2 2 17-16,-4 1 14 0,1-1 9 0,-1-1 2 0,-1 1 1 16,1 0-10-16,-4-2-9 0,-3 3-12 0,2-2-23 0,-2 2-19 15,0 0-22-15,0 0-23 0,-19-3-28 0,8 6-31 16,-7 1-30-16,-2 1-46 0,0 0-38 0,-8 2-209 15,9-2-446-15,-3 1 197 0</inkml:trace>
  <inkml:trace contextRef="#ctx0" brushRef="#br0" timeOffset="121890.54">16596 12138 213 0,'1'-2'262'0,"-1"2"-22"15,1-7-12-15,-1 7-24 0,2-4-17 0,-2 4-26 0,0 0-18 16,0-5-18-16,0 5-14 0,0 0-17 0,0 0-10 16,0 0-9-16,0 0-10 0,7 14-7 0,-5-5-7 15,0 3-7-15,0 5-4 0,-4 2-4 16,0 0-5-16,-1 8-2 0,-2 1-2 0,0-2-1 0,-3 3-4 0,3-7-2 0,0-4-3 15,1-2 0-15,0 0-2 0,2-6-2 16,-1-1-4-16,2-3 6 0,0 1 5 0,-1-5 22 16,1 4 29-16,2-2 39 0,-1-4 36 0,0 0-6 15,0 0-20-15,0 0-2 0,15-12-17 0,-4 0-15 0,0-2-9 16,6-4-3-16,0-3-8 0,3-1-10 0,-2 3-10 16,1-2-10-1,-6 10 1-15,2-4-7 0,-2 3-3 0,-5 5-4 16,1 2-4-16,-4-1-10 0,-1 1-15 0,2 2-15 15,1 2 8-15,-3 1-16 0,-4 0-3 0,9 3-8 16,-3 0 4-16,-1 3-5 0,0 2 3 0,2 0 2 16,-1 3 4-16,-3 1-1 0,4 2-8 0,-3-1-11 15,2 2-13-15,-2-3-21 0,2-1-17 0,-4-1-19 16,0 0-20-16,-1-1-28 0,3-3-23 0,-4-2-31 0,0 1-204 0,0-5-461 16,0 0 204-16</inkml:trace>
  <inkml:trace contextRef="#ctx0" brushRef="#br0" timeOffset="122206.87">16983 12048 5 0,'0'0'287'0,"3"-5"-25"0,-1 3-23 0,-2 2-26 0,0 0-27 16,3-2-21-16,-3 2-16 0,0 0-18 0,0 0-15 15,10 4-11 1,-6 0-9-16,0 2-12 0,3 1-8 0,-3 1-6 16,0 1-12-16,0 0-6 0,0 2-6 0,-3 2-5 0,3 2-4 15,-4-2-6-15,1-3 1 0,-2 2-7 0,1 0-1 16,0-3-2-16,1-3 2 0,-1-1-4 16,-1 1-8-16,1 0 6 0,1-2-1 0,2-1 2 15,2 0 0-15,2-2 0 0,6-1-1 0,8-1-1 16,9-2-3-16,1 1-31 0,2-6-45 0,-1-1-46 0,5 1-61 0,-7-5-231 15,0-3-431-15,0 2 191 0</inkml:trace>
  <inkml:trace contextRef="#ctx0" brushRef="#br0" timeOffset="122738.74">17899 10974 55 0,'3'-2'204'0,"-3"2"-24"0,0 0-28 0,0 0-11 16,4 12-15-16,1-3-14 0,0 9-15 0,5 10-13 0,-1 5-9 0,1 14-3 16,3 6 1-16,-4 4-11 0,0 25 9 15,-4 3-5-15,-1-2-3 0,-8 0-4 0,4-23-6 16,-5 21-23-16,-4-25 7 0,0 1 4 0,-1-4-3 15,-2-3-5-15,-3 0-1 0,0-4-2 0,-2-13 0 0,-10 12-5 16,-3-4-14-16,-7-3-13 0,-7-2-25 0,-2-4-54 16,-1-5-60-16,-7-3-160 0,-1-5-324 0,2-7 143 15</inkml:trace>
  <inkml:trace contextRef="#ctx0" brushRef="#br0" timeOffset="123509.4">14987 11030 96 0,'0'-5'208'0,"0"5"-25"0,0-4-20 16,0 4-16-16,0 0-16 0,0 0-13 0,0 0-24 0,0 0-1 16,-16 16-16-16,0 7-6 0,-3 7-10 0,-4 15-6 15,-4 5-2-15,-10 25-12 0,3 0-11 0,3 8 8 16,8-4-5-16,13-18-2 0,-2 22-6 0,12-24 3 0,4-3-6 15,5 0-1-15,10-1-1 0,6-6-4 16,9-1-2-16,6-4 0 0,30 11 0 0,8-14 5 16,-19-16-4-16,31 6-29 15,0-5-65-15,-24-15-228 0,-2-4-332 0,3 0 148 16</inkml:trace>
  <inkml:trace contextRef="#ctx0" brushRef="#br0" timeOffset="125633.08">18031 10636 10 0,'-4'-5'149'16,"3"2"-5"-1,1 3-6-15,-4-5-9 0,3 3-3 0,1 2-5 16,-4-4-5-16,4 4-8 0,-4-3-5 0,4 3-4 16,-2-4-10-16,2 4-5 0,0 0-12 0,0 0-7 0,0 0-10 15,-3-4-7-15,3 4-4 0,0 0-10 0,0 0-3 16,0 0-2-16,0 0-3 0,0 0-3 0,0 0 0 16,24 8 0-16,-13-5-2 0,1-1-7 0,2 1 0 15,4-1 0-15,-1 0-10 0,3 0-6 0,-3-1 3 16,-4-1 0-16,0-1-1 0,0 1-2 0,-1-2 2 15,2-1 2-15,-4 1-2 0,-1-1 0 0,3-1 6 16,-3-1 9-16,-4 0 8 0,1 1 7 0,2-2-3 0,-3 1 9 0,-1-2 2 16,1 4 7-16,-3-5-6 0,1 1 1 0,0 3 2 15,0-1 0-15,0-2-2 0,-2 2-2 0,2 1 2 16,-2-2-3-16,-1 2-4 0,0-1-6 0,1 3-2 16,-1 2 0-16,3-7-3 0,-3 7-2 0,0-4-4 15,0 4 1-15,0 0-7 0,1-4-1 0,-1 4-2 16,0 0-1-16,0 0-7 15,1-2-15-15,-1 2-15 0,0 0-14 0,0 0 3 16,0 0 2-16,0 0 2 0,0 13 9 0,-1-4 1 16,-1 4 0-16,0 5 2 0,-2 9 2 0,1 5 0 15,-2 2 8-15,-2 14 1 0,3 7 1 0,-1 1 4 16,1 2-2-16,0 25-2 0,3-29 3 0,0 3 2 16,2 0 6-16,2-4-4 0,-1 1-2 0,2 0 6 15,1-2-3-15,0-1 5 0,1 0 3 0,-1 0 0 0,-3-1 6 0,2-4-2 16,0-1 2-16,-2-9 3 0,1-1-3 0,0 11-1 15,-3-13 0-15,0 1 1 0,2 2-1 16,-1-3-4-16,2-3 0 0,-2-2 4 0,1 0-3 0,2-2 3 16,-4 0-2-16,2-7-3 0,0-1 1 0,-2 1-2 15,3-1 3-15,-2 0-4 0,2-1 3 0,-2 0 0 16,0 0-5-16,3-2 2 0,-4 2 3 0,0-5-3 0,2 2 1 16,-2-4-1-16,0 3-2 0,2-2 2 0,-1 1 3 0,-1-1 0 15,0 0-4-15,2-1 5 0,-2 2-4 0,2 0 1 16,-2-3-1-16,0 1-1 0,0-1 0 15,0 2 3-15,0-4-1 0,0 0-2 0,0 0 0 16,0 0 2-16,0 0 0 0,3-3-3 0,-3 1 3 0,0-1-1 16,0-4 3-1,0 7 1-15,0-5-2 0,2 1-3 0,-2-3 8 16,0 5-4-16,0-5 0 0,0 0 0 0,0 5-7 16,0-5 3-16,0 0 7 0,0 3-2 0,0-3-4 15,0 0 1-15,0 0 4 0,0 0-2 0,0 0 0 16,0 0-3-16,0 0 5 0,0 0-2 0,0 0-1 15,0 0 0-15,0 0-2 0,0 0 2 0,0 0 1 16,0 0 0-16,0 0 0 0,0 0-2 0,0 0 1 0,0 0 3 0,0 0-1 16,0 0-2-16,0 0 2 0,0 0-3 0,0 0-4 15,0 0 5-15,0 0-1 0,0 0-3 0,0 0 1 16,-2 4-2-16,2-4 6 0,0 0-4 0,0 0-2 16,0 0 3-16,0 0 3 0,0 0 2 0,0 0-3 15,0 0 2-15,0 0-4 0,0 0 17 0,0 0 7 16,0 0 6-16,0 0-1 15,0 0-2-15,0 0 3 0,0 0-1 0,0 0-4 16,0 0 2-16,0 0-4 0,0 0-1 0,0 0-3 16,0 0 0-16,0 0-5 0,0 0 1 0,0 0-6 15,0 0 5-15,0 0-3 0,0 0-4 0,0 0-6 16,0 0 7-16,0 0-2 0,0 0-4 0,0 0 5 16,0 0-4-16,0 0 0 0,0 0 0 0,0 0-1 15,0 0 1-15,0 0-1 0,0 0 0 0,0 0 3 0,0 0-6 16,0 0 1-16,0 0 2 0,0 0 2 0,0 0-1 0,0 0 0 15,0 0 0-15,0 0-3 0,0 0-3 0,0 0 4 16,0 0 1-16,0 0 2 0,0 0-3 0,0 0-4 16,0 0 2-16,0 0 1 0,0 0 0 0,0 0 1 15,0 0-1-15,0 0-1 0,0 0 0 0,0 0 2 16,0 0 0-16,0 0-2 0,0 0 3 0,0 0-2 0,0 0-2 0,0 0-1 16,0 0 5-16,0 0-2 0,0 0 3 15,0 0 0-15,0 0 1 0,0 0 0 0,0 0 5 16,0 0-9-16,0 0 1 0,0 0 3 0,0 0-4 0,0 0 2 15,0 0-2-15,0 0-2 0,0 0-1 0,0 0 1 16,0 0-5-16,0 0-4 0,0 0-5 0,0 0-2 16,0 0 8-1,0 0 2-15,0 0-4 0,0 0 6 0,0 0-4 16,0 0 3-16,0 0-1 0,0 0 2 0,0 0 4 0,0 0 2 16,0 0 1-16,0 0-5 0,0 0 0 15,0 0 3-15,0 0-3 0,0 0 4 0,0 0-3 16,0 0-2-16,0 0-1 0,0 0 0 0,0 0-6 15,0 0-2-15,0 0 2 0,-16 2 0 0,5 1 0 0,-7-1 4 16,-4 3 2-16,-6 1-1 0,-1-2 3 0,-3-2-4 0,1 4 2 16,-1-1 0-16,3-1-18 0,1 0-25 0,7 1-53 15,2-4-50-15,-4-1-234 0,5-3-419 0,0-3 186 16</inkml:trace>
  <inkml:trace contextRef="#ctx0" brushRef="#br0" timeOffset="128906.11">18527 12835 160 0,'-3'-2'161'0,"3"2"-16"0,-2-3-15 0,2 3-10 15,0 0-14-15,-5-2-11 0,5 2-9 0,-7 5-14 0,1-1-4 0,-2 2-3 16,0 1-3-16,-1 0-12 0,-4 5-7 0,1 2-7 16,0 1 4-16,2-1-4 0,0 1-7 0,2 2-4 15,-2 0-3-15,5-1-3 0,1 1-1 0,4 0 8 16,0-2-11-16,0-3-8 0,1 0 24 0,7-1 14 16,-4-1 5-16,7-1 12 0,1-2 9 0,3-1 6 15,3 2 0-15,1-5 2 16,2-3 11-16,-3-3 22 0,1-1-12 0,-2-2 6 15,0-2 1-15,0-3-6 0,-3 1-3 0,-4-1-6 16,3-1-8-16,-8-3-4 0,0 0-7 0,-1 0-4 16,-4 1-5-16,-1-2-13 0,-6 2 3 0,2-2-20 15,-6 2-15-15,-5 2-16 0,-1 0-22 0,0 3-23 16,-4 3-30-16,-5-3-36 0,4 6-50 0,4-2-58 16,-1 2-259-16,6 1-516 0,5-1 229 0</inkml:trace>
  <inkml:trace contextRef="#ctx0" brushRef="#br0" timeOffset="130124.62">18704 9944 39 0,'3'-3'214'0,"0"-2"-11"0,-1 2-8 0,2-2-10 16,-4 5-11-16,2-6-14 0,0 6-14 0,-2 0-18 16,2-3-15-16,-2 3-14 0,0 0-15 0,0 0-13 15,0 0-7-15,0 0-8 0,0 0-8 0,-2 15 0 16,0-6-9-16,1 2-3 0,-4 5-5 0,3 2-2 16,-5 3-1-16,3 2-8 0,-3 2 2 0,3-6-2 0,-4 1-2 0,2 4-4 15,1-5-3-15,1-1 2 0,-3-2-3 0,1-4 0 16,2-2-2-16,0 1 1 0,2-5 3 0,-1-1 1 15,3 2 10-15,-1-3 35 0,-3 0 32 0,4-1 20 16,0-3-8-16,0 0-6 0,0 0-10 0,0 0-7 16,0-18 1-16,1 11-12 0,3-4-7 0,0 1-4 15,1-1-6-15,-1-1-6 16,2 2-5-16,-2 1 3 0,0 0-3 0,1 2-1 16,-1 1-7-16,0 2 2 0,-1 0-14 0,-2-1-1 15,1 3-4-15,1-2-13 0,-3 4-11 0,0 0-1 16,0 0-2-16,14 6 1 0,-9 0 2 0,0 2-13 15,1 1-4-15,1 0-4 0,-2 2-17 0,3 3-5 16,0 1-15-16,-1-1-2 0,-2-2-15 0,1 2-14 16,-2-2-12-16,2-2-20 0,-3 0-5 0,0-3-14 0,-1-2-17 0,0 2-8 15,-1-3-18-15,-2-2-151 0,1-2-373 0,0 0 165 16</inkml:trace>
  <inkml:trace contextRef="#ctx0" brushRef="#br0" timeOffset="130371.96">18522 10023 213 0,'0'0'213'0,"-5"-2"0"16,5 2-11-16,0 0-18 0,0 0-15 0,0 0-20 16,0 0-12-16,14-10-15 0,3 8-16 0,3-5-11 15,8-1-7 1,2 2-11-16,2 0-7 0,3 0-8 0,-1-2-8 15,0 5-4-15,-2-3-8 0,-2 0-8 0,-3 2-9 0,-8-1-7 16,-6 2-7-16,0 1-8 0,0 0-15 0,-3 1-22 16,-4 1-30-16,0 0-27 0,-6 0-11 0,6-2 2 15,-6 2-7-15,0 0-17 0,0 0-161 0,0 0-307 16,-17 7 137-16</inkml:trace>
  <inkml:trace contextRef="#ctx0" brushRef="#br0" timeOffset="130709.9">19251 9876 173 0,'6'-2'198'0,"-6"2"-20"16,0 0-23-16,0 0-18 0,0 0-17 0,0 0-10 15,0 0-16-15,-2 16-7 0,-3-4-19 0,-4 5 4 0,-4 3-12 16,2 8-16-16,-3-1 7 0,0 3-7 0,0 1 3 16,-2 0-12-16,2 1-5 0,0-1-1 15,0 1-2-15,-1-3-4 0,3-3 2 0,-2 0 1 16,4 0-12-16,2-8 3 0,1-2-2 0,-1-2 2 0,4-3-4 0,-1-1 4 0,1-5-2 16,2 2-5-16,-1-2-1 0,0-2 8 0,2 1 11 15,-1-1 2-15,-1 2 6 0,3-5 1 0,-2 2-7 16,2-2 3-16,0 0-9 0,-5 0-28 0,5 0-28 15,0 0-31-15,-7-6-29 0,7 6-23 0,0-9-51 0,-1 2-122 16,2-2-311-16,2 0 139 0</inkml:trace>
  <inkml:trace contextRef="#ctx0" brushRef="#br0" timeOffset="131073.14">19212 10160 101 0,'5'-1'193'0,"-1"-1"-9"0,0 0-18 16,2 1-19-16,-6 1-9 0,7-2-23 0,-7 2-7 0,8 2-16 16,-4 1-10-16,1 1-4 0,-1 1-13 0,-3 2-3 15,6 1-13-15,-5 1-4 0,-1 4-2 0,2-1-2 16,-6 4-10-16,2-1-1 0,1 2-3 0,-4-1-3 16,-2 1-5-16,2-6 5 0,-1 4-15 0,1-4 7 0,-1-1 2 0,1-1-5 15,2-1-3-15,-2-3 0 0,0-1-5 0,2 1 6 16,0-1 2-16,2 1 6 0,-2 1 14 15,2-6 11-15,-3 2 13 0,3-2 8 0,5 3 6 16,3-3-1-16,3-1-5 0,7-1-6 0,5 1-5 0,7-5-1 16,-1 4-8-16,2-3-2 0,-2 0 5 0,4 0-4 15,-2 0-4 1,-3 3-1-16,-5-1-6 0,-1 1-1 0,-6 0-4 16,-3 1-3-16,-3 0-2 0,-3-1-3 0,-1 2 1 0,0-1-3 15,-6 1-2-15,8-3-3 0,-8 3-6 16,7-1-19-16,-7 1-12 0,4-1-23 0,-4 1-27 15,0 0-36-15,0 0-51 0,-13 8-73 0,7-7-165 16,-1-1-432-16,7 0 191 0</inkml:trace>
  <inkml:trace contextRef="#ctx0" brushRef="#br0" timeOffset="137081.24">9950 11183 56 0,'1'-3'124'0,"3"2"-5"0,-4-4 9 0,0 5-9 16,4-3 2-16,-4 3 8 0,0-6 1 0,0 6-6 16,1-3-12-16,-1 3 1 0,0-4-6 0,0 4-11 0,0 0-7 15,3-5-12-15,-3 5-5 0,0 0-12 0,0 0-9 0,0 0-6 16,0 0-7-16,0 0-7 0,0 0-10 0,0 0-3 16,0 0-2-16,0 0-3 0,0 0-2 0,0 0-1 15,0 0 1-15,0 0-3 0,-4 15-10 0,4-15-1 0,-4 6-1 16,5-1-9-16,-1-4-2 0,0-1 2 15,3 6 1-15,-2 0 1 0,3-4 4 0,0 1-2 16,2-3 8-16,-2 3-4 0,4-3 2 0,-2 0 0 0,8-3 4 0,-4 3-2 16,2 0-7-16,-2 0 4 0,-1-4 0 0,-2 0-2 15,0 0 6-15,-1-1-3 0,-2 0 4 0,1 1-1 16,-1-2 5-16,-1 2 2 0,-1-1-1 0,0 0 9 16,-1-1-1-16,0 3 2 0,-1-3 0 0,0 2-9 15,2 0 4-15,-2 4 0 0,-2-9-5 0,1 8-5 16,1 1 5-16,-1-5-6 15,1 5 2-15,-5-3 0 0,5 3-3 0,-9 2 1 16,-3 0-1-16,3 3-4 0,-2 1-2 0,-8 5 2 16,-4 4-1-16,1 3 3 0,-1 2 0 0,-1 2-1 15,1 2-3-15,1 3 8 0,0-3-5 0,3 5-1 16,1 3-4-16,1-3 6 0,2 3-2 0,5 0 0 16,3 0 1-16,1-1 3 0,2-1 0 0,4-1 2 15,4-2-1-15,2-9 1 0,4 5-1 0,0-6 3 0,1 0 6 0,6-5-7 16,6 0 4-16,4 0 1 0,2-4-17 0,3-3-38 15,0-3-49-15,-4 0-211 0,0-5-333 0,-8-1 148 16</inkml:trace>
  <inkml:trace contextRef="#ctx0" brushRef="#br0" timeOffset="137898.84">10193 11426 78 0,'0'0'156'0,"0"0"-13"16,-3-4-19 0,3 4-14-16,0 0-14 0,0 0-5 0,0 0-14 15,-4-3-7-15,4 3-9 0,0 0-8 0,0 0-6 16,0 0-7-16,-7 7-4 0,4-1 1 0,-3 2-7 0,-2 3-8 15,-1-1 2-15,4 1 2 0,-4 6-7 0,1-2 2 16,0 1-6-16,1 0-4 0,-1 3 2 16,2-5-7-16,1 2 2 0,2-3 1 0,-2-3-2 0,3 1-4 15,0-1 2-15,0 1 7 0,2-1-2 0,0-2-6 0,0 1 5 16,1-5 0-16,2 4-3 0,1-6 6 0,3 2 6 16,0-1 0-16,4-2-1 0,0-1 1 0,1-2-3 0,1 0 2 15,1 0 15-15,-4-2 2 0,-1-4 8 0,1 4-3 16,-2-6 4-16,1 0 3 0,-2 0 2 0,-1-1-7 15,-2 0-4-15,-3-1-3 0,0-5-4 0,-1 6-2 16,-2-2-4-16,-2 2-2 16,0 2-6-16,-5-2-4 0,4 1-1 15,-3 3-4-15,-1 0-7 0,-1 2-7 0,0 0-10 16,-1 0-2-16,4 2-15 0,-2 0-21 0,5 3-15 0,4 0-22 16,-12 3-21-16,8-2-29 0,1 2-125 0,3-3-289 15,0 7 128-15</inkml:trace>
  <inkml:trace contextRef="#ctx0" brushRef="#br0" timeOffset="138400.04">10542 11379 159 0,'0'0'170'16,"0"0"-15"-16,-2-7-14 0,2 7-16 0,0 0-10 15,0 0-16-15,0 0-10 0,0 0-13 0,0 0-9 16,0 0-5-16,0 0-4 0,0 0-3 0,-20 8-13 16,11-3-6-16,0 0-1 0,0 1-2 0,-2 1-5 15,-1 2-2-15,-1 1-6 0,3 0-1 0,-2 2-5 0,1 2 2 0,1 0-6 16,2-1 0-16,3-2-1 0,-1 5 0 0,-1-2-4 16,5-1 4-16,-1 3 2 0,3 1-4 0,3-5 1 15,-1 0-6-15,2-2 4 0,6 3 2 0,-1-3-5 16,4 2 2-16,1-2 1 0,-1 1 1 0,3-3-3 15,0 1-4-15,-5-3 0 0,0-1 5 0,-2 2-9 16,-1-1-1-16,-3-4 1 16,1 5-2-16,-4-2 5 0,-2 0-1 0,-2 0 2 15,-4 2 5-15,-4-1-2 0,-2 1-5 0,-8-1-6 16,0 0 5-16,-7 3-17 0,0-3-47 0,8 0-69 16,-4-4-117-16,3-2-273 0,-1-2 121 0</inkml:trace>
  <inkml:trace contextRef="#ctx0" brushRef="#br0" timeOffset="143110.67">15869 11460 3 0,'0'0'176'0,"0"0"-11"16,0 0-6-16,0 0-16 0,-9 1-10 0,9-1-11 15,0 0-14-15,0 0-11 16,0 0-8-16,0 0-12 0,0 0-4 0,0 0-5 16,0 0-9-16,0 0-6 0,0 0-8 0,0 0 1 15,0 0-10-15,0 0 1 0,0 0-6 0,0 0-5 16,0 0 1-16,0 0-4 0,0 0-3 0,0 0-4 15,0 0-1-15,0 0 2 0,0 0-5 0,0 0 0 16,0 0 0-16,0 0-2 0,-5-3-3 0,5 3 1 16,0 0 0-16,0 0-2 0,0 0-2 0,0 0 0 0,0 0 3 0,0 0 1 15,0 0 6-15,0 0 0 0,0 0 2 0,0 0 2 16,0 0 1-16,0 0 0 0,0 0-2 0,0 0 4 16,0 0 0-16,0 0 6 0,0 0-1 0,0 0-1 15,0 0-4-15,13-4 1 0,-3 1-6 0,8-2-2 16,11-5 0-16,6 3-3 0,17-8 0 0,3 2 0 15,36-9-1-15,-2 3-4 16,2 1 3-16,-26 5 0 0,31-5 3 0,-7 1 5 16,-29 5 1-16,2 2 0 0,-9 0-2 0,-13 3-1 15,-8-1-1-15,-2 1-1 0,-11 2-1 0,-2 0 6 16,-4 4 7-16,-3-2 5 0,-2 2 5 0,-3-2-7 16,2 0-3-16,-2 2-4 0,-1 0-5 0,-4 1-2 15,7 0-2-15,-7 0-7 0,5-3 2 0,-5 3-4 16,0 0 1-16,0 0 3 0,0 0-6 0,0 0-12 0,0 0-14 0,-21 4-18 15,17-3-15-15,0 2-16 0,4-3-20 0,-8 3-10 16,7-2-15-16,-4 2-17 0,5-3-10 0,-4 4-44 16,0-2-101-16,4-2-313 0,-4 3 139 0</inkml:trace>
  <inkml:trace contextRef="#ctx0" brushRef="#br0" timeOffset="144814.57">16375 10300 140 0,'4'-3'150'0,"-4"3"-13"16,2-3-7-16,1-1-4 0,-3 4-18 0,4-3-7 15,-4 3-14-15,0 0-11 0,2-2-15 0,-2 2-1 16,0 0-10-16,0 0-22 0,0 0 15 0,-19 15-3 0,5-4-15 0,-4 1 9 15,-6 5-5-15,-2-2-7 0,3 4-5 0,-1-2-3 16,-1-1 5-16,2 0-5 0,3 0-2 0,-3 0-4 16,9-3 2-16,-2-1-2 0,3 1 1 0,-1-1-5 15,5-2 3-15,1-1-5 0,1-1 8 0,0 0 1 16,2 1-7-16,5-1-2 0,0-1 3 0,5 3-4 16,-1-4 7-1,6 2 2-15,4 1-5 0,1-1 1 0,2 1 0 16,4-2-4-16,-2-2 9 0,1 2-9 0,1-1 1 0,-1-2-2 15,-2 3-3-15,-5-2 1 0,-2 0 4 0,1-1-1 16,-2 1-9-16,-5-2 4 0,0 1 0 0,-1 5 0 16,-4-5-2-16,0 3 4 0,-5 3 5 15,-3-3 0-15,-6 3 2 0,-1-4-2 0,-6 4-3 0,6-2 4 16,-3 1-6-16,-1-1 8 0,1 0-6 0,-1-1 2 0,1 0-5 16,5-3 6-16,0 0 0 0,3 0-10 0,0-1-3 15,4-1-9-15,-2 0-6 0,3-2-21 0,5 0-22 0,0 0-18 16,0 0-29-16,23-8-105 0,-7 1-237 0,2 2 106 15</inkml:trace>
  <inkml:trace contextRef="#ctx0" brushRef="#br0" timeOffset="145015.06">16435 10657 20 0,'6'-4'214'16,"-2"-2"1"-16,0 3-7 0,-3-1 2 0,3 2-11 15,-3-1-8-15,2-1-10 0,-2 1-14 0,-1 3-15 16,4-4-18-16,-4 4-15 0,0 0-12 0,3-3-13 0,-3 3-13 15,0 0-12-15,0 0-6 0,0 0-21 0,0 0-18 16,0 0-6-16,0 0 2 0,0 0-1 0,0 0-8 0,3 12-2 16,0-9-10-16,-3 1-8 0,1 1-6 0,-1 2-20 15,3-2-15-15,-2 3-6 0,-1-1-18 0,0-1-17 16,1 1-10-16,-1-3-26 0,3 1-28 0,-2-1-155 16,-1-1-334-16,0-3 148 0</inkml:trace>
  <inkml:trace contextRef="#ctx0" brushRef="#br0" timeOffset="145184.29">16504 10444 118 0,'0'-4'222'0,"0"4"-23"0,1-5-27 16,-1 5-14-16,0-5-24 0,0 5-34 0,3-2-35 16,-3 2-20-16,0 0-12 15,0 0-21-15,0 0-10 0,4 10-32 0,-3-4-32 16,-1 0-133-16,1 0-211 0,-3 0 93 0</inkml:trace>
  <inkml:trace contextRef="#ctx0" brushRef="#br0" timeOffset="145554.01">16661 10557 109 0,'0'0'152'0,"0"0"-19"16,5 4-19-16,-5-4-5 0,-5 7-12 0,5 0-6 16,-4-2-12-1,4 7-5-15,-5-3-15 0,1 1-1 0,1 1-6 16,0 1-5-16,-1-2 3 0,2-1-9 0,0 0-5 16,1-2-2-16,0 0-8 0,-2-2 2 0,3 3-8 0,0-5 4 15,0-1 1-15,0-2 11 0,-2 4 14 16,2-4 36-16,0 0 1 0,0 0-7 0,0 0-9 15,0 0-5-15,15-9-6 0,-12 3-8 0,4 0 2 16,0-2-7-16,-1 1-7 0,-1 2 3 0,0 0-8 0,-1 0-1 0,1-2-4 16,0 5-11-16,-2-1 5 0,-1-1-4 0,2 3-2 15,-4 1-7-15,8-2-2 0,-8 2 2 0,11 1-7 16,-4 0-5-16,-2 2-19 0,0 0-9 0,5 1-15 0,-2 1-10 16,1 3-33-16,-1-1-20 0,0-2-36 15,-1-1-184-15,-3-1-354 0,1 1 157 0</inkml:trace>
  <inkml:trace contextRef="#ctx0" brushRef="#br0" timeOffset="145901.59">16940 10528 187 0,'0'0'169'0,"0"0"-19"16,0 0-17-16,0 0-15 0,0 0-14 0,0 0-10 16,6 8-8-16,-3-2-9 0,-6 0-8 0,3 1-3 15,0-1-10-15,0 4-8 0,0-2 0 0,0 2-13 16,0-2 3-16,0 5-5 0,0-5-3 0,0 0 3 0,0-3-11 0,0 0 3 16,0-1 1-16,0-1-3 0,0-3 24 0,0 7 29 15,0-7 0-15,0 0-8 0,0 0-8 0,14-10-7 16,-6 5-1-16,0-1-6 0,2-2-6 0,0-2-3 15,2-1-2-15,-1 3-6 0,-2-2-3 0,2 3-2 16,-1-1-5-16,0 3-2 0,-3 1-3 0,-2 1-7 16,2-1-17-16,-1 3-6 15,0 2-3-15,2-1-8 0,1 6-10 0,-3-1-21 16,2 3-22-16,-3 1-35 0,2 4-75 16,-1-1-118-16,-5-2-332 0,2 2 147 0</inkml:trace>
  <inkml:trace contextRef="#ctx0" brushRef="#br0" timeOffset="147034.75">16486 11386 47 0,'0'0'113'0,"0"0"-6"0,0 0-7 0,0 0-13 15,0 0-6-15,0 0-5 0,0 0-14 0,0 0 0 16,0 0-6-16,0 0 0 0,0 0-6 0,0 0-7 16,0 0-2-16,0 0 4 15,0 0-4-15,0 0-3 0,23-6-2 0,-10 2 6 16,7 0 1-16,8 0-7 0,4 0-1 0,4 0 1 16,18-3-3-16,-2 1-3 0,2 0 15 0,6-3 4 15,0 2 4-15,3 3-2 0,4-4-4 0,-4 5-2 16,-3-2-5-16,-3 1 4 0,-5 1-10 0,-13 2-3 15,-7-1 0-15,3 0-6 0,-15 2-5 0,1-1 2 16,-2 1-5-16,-6-2 0 0,-3 2-3 0,-1 2 1 0,-3-2-6 0,2-2-1 16,-2 4-2-16,-6-2 5 0,10-2-3 0,-10 2-1 15,0 0-5-15,9 0-1 0,-9 0-11 0,0 0-21 16,5 2-16-16,-5-2-6 0,0 0-15 0,-1 5-17 16,1-5-36-16,-9 4-152 0,5-2-294 0,4-2 130 15</inkml:trace>
  <inkml:trace contextRef="#ctx0" brushRef="#br0" timeOffset="148190.75">17290 10467 77 0,'2'-5'156'0,"0"2"-16"0,1 0 7 15,0-2-24-15,2 3-10 0,-1-1-5 0,-3 1-10 0,3-2-9 16,-4 4-15-16,5-3-6 0,-5 3-3 0,5-2-10 16,-5 2-11-16,0 0-8 0,13 7-2 0,-9-3-5 15,1 0-8-15,-1 3 4 0,1 3-12 0,0-1 0 16,-2 3 4-16,-1 0-5 0,1-1 0 0,-3 2-3 15,0-1 4-15,1 3 0 0,-5 1-4 0,2-1 5 16,-1 0-8-16,2-3-4 0,-3 0 5 0,0-2 0 0,-1-1 1 0,1-2-7 16,3-1 3-16,0 1 4 0,-2-3 1 0,2 1 6 15,-2-2 22-15,3 1 29 0,0-4 31 0,0 3 32 16,0-3 10-16,0 0-12 0,0 0-14 0,0 0-12 16,0-15-10-16,7 6-9 0,-2-3-11 0,2-2-6 15,4-1-9-15,-1-2-7 0,8-2-2 0,-7 1-8 16,2 2-5-16,-1 0 7 15,-2 2-11-15,0 2-6 0,-2 3 1 0,-3 1-5 16,-1 1-4-16,0 3-3 0,0 1 7 0,-1-1-17 16,0 1-23-16,-3 3-22 0,2-3-5 0,-2 3 5 15,0 0 5-15,0 0 3 0,-6 19 5 0,3-9 1 16,-2 2 3-16,5 5 3 0,-4-1 2 0,4 5-6 16,0-5-21-16,6 2-4 0,1 1-12 0,3 3-16 15,8-1-51-15,0-4-53 0,1 0-201 0,-1-5-416 0,3-4 184 0</inkml:trace>
  <inkml:trace contextRef="#ctx0" brushRef="#br0" timeOffset="153672.6">19471 11435 102 0,'0'0'104'0,"0"0"-6"16,-5-1 1-16,5 1-7 0,0 0-4 0,0 0 0 15,0 0 1-15,-6-2 1 0,6 2-5 0,0 0-4 16,0 0 7-16,0 0-4 0,0 0-3 0,0 0 1 16,0 0-6-16,0 0-5 0,0 0-1 0,0 0-8 0,0 0-4 0,0 0-3 15,0 0-7-15,-9 2-5 0,9-2-5 0,0 0-3 16,0 0-5-16,0 0-5 0,0 0-1 0,0 0-4 16,0 0-3-16,0 0-1 0,0 0-5 0,0 0 3 15,0 0-3-15,0 0 0 0,0 0-5 0,0 0 5 16,0 0-1-16,0 0 3 0,0 0-2 0,21-4 0 15,1 1 0-15,9-1 2 16,1 0 2-16,1 0 0 0,8-1 1 0,10 0 1 16,1-2 3-16,2 2-6 0,-17 2 0 0,0-2-3 15,-4 3 1-15,-2-2-4 0,-9 4-9 0,-3-3-9 16,-6 3-16-16,-2-1-24 0,-2-2-20 0,-2 3-21 16,-2 0-5-16,-5 0-20 0,0 0-21 0,0 0-150 15,-32 0-310-15,10 3 138 0</inkml:trace>
  <inkml:trace contextRef="#ctx0" brushRef="#br0" timeOffset="153904.34">19682 11286 114 0,'1'-10'240'16,"1"3"-7"-16,1 1-1 0,-3-2-11 0,0 4-6 0,1-4-11 0,2 5-17 15,-2-2-21-15,2 1-19 0,-3 4-17 0,1-2-11 16,-1 2-35-16,0 0-33 0,0 0-4 15,0 0-8-15,0 11-4 0,0 0-3 0,-1 6-7 0,2 1 2 16,-1 8-7-16,0-1 0 0,2 2-1 0,0 2-7 16,-1-3 3-16,3 3-17 0,0 1-15 0,5 0-13 15,-3-3-27 1,3 1-42-16,3-5-45 0,2 2-84 0,-4-10-116 16,0-5-370-16,-1-4 163 0</inkml:trace>
  <inkml:trace contextRef="#ctx0" brushRef="#br0" timeOffset="155673.87">20712 10862 166 0,'1'-2'185'0,"-1"-5"-9"0,2 2-15 0,0 1-10 16,2-1-10-16,-3 1-12 0,2-2-19 0,2 3-11 16,0-1-8-16,1 1-11 15,4-1-7-15,-1 0-6 0,4 3-11 16,0 1-4-16,1-3-6 0,0 3-8 0,4 0 1 0,-3 3-6 15,2 2-3-15,1-1-3 0,-1 5-6 0,-2 2 1 16,-1 0-5-16,0 3 1 0,-4 1-8 0,1 3 0 16,-3-1-3-16,-3 2 0 0,-1 5-4 0,-6 1-2 15,-4 4-1-15,-4-5 5 0,-4 5-4 0,-7-3 2 16,-1 1-4-16,-5-4 7 0,0 0-4 0,-2-3 4 0,2 1-8 16,0-3 5-16,2-2-7 0,7-7 2 0,-2-1 3 15,4 0 1-15,3-2 2 0,3-2 3 0,0-1 25 16,3 1 34-16,2-3 27 0,-1 0 1 0,6-1-7 0,0 0-7 15,-8-6-11-15,8 2-4 0,1-3-11 0,3 2-5 16,4-4-8-16,0 1-2 0,3-1-3 0,2 0-7 16,-2 1-2-16,-1 2-5 0,1 3-4 0,1-3-1 0,1 4-5 0,-4 2-1 15,5 0-3-15,-1 2-4 0,1 2 7 16,-1 1-6-16,2 2-4 0,-1 1-2 0,4 1 1 16,-5 3-1-16,-3-4 1 0,2 0-10 0,-2 1-4 15,-1-1-1-15,1-2-4 0,-5 0-3 0,0 0 2 0,0-3 3 16,-2 1 5-16,2-2 5 0,-1-1 1 0,-4-1 1 15,0 0 0 1,13-5 3-16,-6-1 2 0,-3-1-1 0,2 2-1 16,2-3-3-16,-4 0 2 0,1-1-1 0,0 0-3 15,4 1-3-15,-4 0-9 0,-1 2-19 0,1 0-19 16,0 1-25-16,2 4-21 0,-1-2-12 0,-1 3-8 16,3 0-22-16,-3 3-26 0,2-2-167 0,-1 4-366 0,-2 1 162 15</inkml:trace>
  <inkml:trace contextRef="#ctx0" brushRef="#br0" timeOffset="156124.7">20381 11543 85 0,'0'0'150'0,"0"0"-11"15,0 0-14-15,-5 0-13 0,5 0-12 0,0 0-9 16,0 0-15-16,-3 3-2 0,3-3-6 0,0 0-10 0,0 0-10 0,0 0 0 16,0 0-5-16,0 0-6 0,0 0-2 0,-5 1-1 15,5-1-7-15,0 0-3 0,0 0-2 0,0 0 4 16,0 0-13-16,0 0-1 0,0 0 2 0,0 0-3 15,0 0-2-15,0 0-4 0,0 0-1 0,0 0 8 16,0 0-2-16,0 0-5 0,0 0 1 0,0 0 22 16,0 0-2-1,0 0 4-15,32-4 2 0,-9 3-4 0,9-5 6 16,4 1 4-16,17-5 4 0,9 6-2 0,0-1-3 0,5 0 11 16,26-2-1-16,-31 4-6 0,-2-2 0 0,-7 2-6 15,-2 0-2-15,-16 4-4 0,-5-2-7 0,0 1 3 16,-11 0-5-16,0-1-2 0,-10 1-1 15,5 0-1-15,-7 0 0 0,0-2-5 0,-3 2 2 0,-4 0-2 16,10 2-6-16,-10-2 4 0,8-5-7 0,-8 5-13 0,0 0-26 16,0 0-15-16,0 0-27 0,-22 5-43 0,12-1-53 15,-4-1-133-15,2 2-331 0,2-1 146 0</inkml:trace>
  <inkml:trace contextRef="#ctx0" brushRef="#br0" timeOffset="156679.01">20783 11850 150 0,'3'-3'277'0,"-2"-1"-11"0,-1 4-10 16,4-5-17-16,-3 3-20 0,-1 2-24 0,4-2-23 15,-4 2-9-15,0 0-28 0,0 0-17 0,2-4-25 0,-2 4-25 16,0 0-6-16,0 0-11 0,-3 11-1 0,-1-2-5 16,-1 1-6-1,-6 5-2-15,0 2-6 0,2-2-3 0,-5 1-4 16,3-1-3-16,0 1-1 0,0 0-6 0,2-2-3 16,1-5-1-16,1 2 1 0,0-3 1 0,4-3-2 15,-1 0 3-15,1-2 4 0,0 2 23 0,1-3 33 16,-2 1 32-16,4-3 16 0,0 0-14 0,0 0-14 15,0 0-9-15,8-16-8 0,-2 7-11 0,2 0-6 16,1-1-7-16,1-2-8 0,-1 2 4 0,0 0-12 0,-1 2-7 0,-1 1 2 16,-2 3-9-16,1-1-3 0,-3 2-12 15,2 1-14-15,3-2-10 0,-3 4-8 0,-5 0 4 16,13 4-9-16,-4-1-11 0,-3 1-11 0,3 2-14 0,0 1-23 16,0 1-15-16,0 2-21 0,-1-2-27 0,1 2-31 15,-3-3-23-15,2 3-24 0,-2-5-207 0,0 2-474 16,-3-3 211-16</inkml:trace>
  <inkml:trace contextRef="#ctx0" brushRef="#br0" timeOffset="157073.46">20510 11840 124 0,'-9'-1'150'0,"9"1"-4"0,0 0-6 15,-8 0-12-15,8 0-13 0,0 0-4 0,-5-2-12 16,5 2-4-16,0 0-7 0,0 0-6 0,0 0-5 0,0 0-14 0,0 0 6 16,0 0 2-16,0 0-5 0,-6 0-5 0,6 0 3 15,0 0 6-15,0 0-2 0,0 0-1 0,0 0 0 16,0 0 4-16,0 0 2 0,0 0-14 0,0 0-6 15,25-7-8-15,-7 3-1 0,13 0-7 0,2-2-1 16,3 0-3-16,18-2 1 0,-1-1-1 0,2 2 1 16,-5 1-4-16,3-1-1 15,-19 3-5-15,-1 0 5 0,-5 2-6 0,-6-2-4 16,-3 3 1-16,-7 1-4 0,-2-1-4 0,-1 0-6 16,-3 1-18-16,2-1-15 0,-3 0-18 0,-5 1-23 15,8 2-4-15,-7 1-4 0,-1-3-19 16,-6 6-39-16,1 0-68 0,-2-4-140 0,-2 1-370 0,0-1 164 15</inkml:trace>
  <inkml:trace contextRef="#ctx0" brushRef="#br0" timeOffset="160485.94">21728 10657 7 0,'0'0'159'0,"1"-5"-5"16,-1 5-2-16,1-5-13 0,-1 5-7 0,-1-4-13 15,1 4-13-15,0 0-13 0,0 0-14 0,0-7-13 0,0 7-27 16,0 0-15-16,0 0-1 0,0 0-3 0,-4 16 2 15,2-6-6-15,-6 14 1 0,3 4 1 16,-4 5-7-16,-4 10-5 0,3 3 3 16,1 3 1-16,1-1-2 0,2-2-7 15,0 4 2-15,3-4-6 0,-1 1 7 0,0-14-7 16,2 2 10-16,-1 1-8 0,3 0 0 0,-3 9 13 16,3-11-13-16,-2 14 1 0,2-15 7 0,0 2-8 0,0 0 1 15,0 2 10-15,-2-2-6 0,0-1-10 0,2-2 10 16,-2 2-6-16,0-5 3 0,1 3-2 0,-1-6 4 0,0 1-6 15,-2-8-2-15,2 2 5 0,1-3 1 0,-1 1 2 16,0-5-4-16,0 1-1 0,0-3 3 0,2-1 1 16,-4 0-7-16,4-5 3 0,0 5 3 0,-2-6 1 15,0 2-8-15,2-2 14 0,-1 0-1 0,1 0-8 16,0 1-6-16,0-3 13 0,0 2-10 0,0-5 12 16,-1 10-5-16,1-8 4 0,0 1-8 0,0-3 1 15,-2 6 1-15,1 0 5 0,0-4-3 0,1-2-2 0,-1 5-4 0,-1-1 12 16,2-4-10-16,0 5 1 0,0-5 4 0,-1 3-8 15,1-3-1-15,0 7 6 0,0-7-2 0,-1 5 4 16,1-5-6-16,0 3 4 0,0-3 1 0,0 0-8 16,0 0 12-16,0 0-2 0,0 5-4 0,0-5-4 15,0 0 6-15,-2 4 0 0,2-4-3 0,0 0-2 16,0 0 0-16,0 0 6 16,-1 5-2-16,1-5 4 0,0 0-8 0,-2 3 5 15,2-3-4-15,0 0-3 0,-2 4 6 0,2-4-2 16,0 0 4-16,0 6 2 0,0-6-2 0,-1 4-4 15,1-4 2-15,-3 5 8 0,3-1-5 0,0-4-8 16,-1 6 8-16,1-6-6 0,-2 4 6 0,2-4-8 16,0 5 1-16,0-5 7 0,0 0-8 0,-3 2 4 15,3-2 1-15,0 0 1 0,0 0-17 0,0 6 20 0,0-6 0 0,-1 4-9 16,1-4 2-16,0 0 1 0,0 4 7 0,0-4-9 16,-1 4 14-16,1-4-16 0,0 0 3 0,-3 4-3 15,3-4 6-15,0 5 2 0,0-5-6 0,-1 4-3 16,1-4 4-16,0 0 0 0,0 4 3 0,0-4-1 15,0 7-1-15,0-7 7 0,0 0-8 0,-1 3 5 16,1-3-3-16,0 0 3 16,0 0-2-16,1 4-1 0,-1-4 5 0,0 0-2 15,1 5-3-15,-1-5 5 0,0 5-6 0,0-5 7 16,0 0-8-16,0 0 8 0,0 0-12 16,0 0-5-16,0 0 14 0,-1 2 1 0,1-2-2 0,0 0 26 15,0 0 8-15,0 0 4 0,0 0 13 0,0 0 7 16,0 0 0-16,0 0 3 0,0 0-1 0,0 0-9 15,16-1-5-15,1-5-4 0,16-1-7 0,5 2-5 0,21-9-22 0,5 1-13 16,29-5-27-16,1-2-37 0,-4-3-45 0,-27 9-210 16,27-15-350-16,-37 13 155 0</inkml:trace>
  <inkml:trace contextRef="#ctx0" brushRef="#br0" timeOffset="161272.31">21775 10652 96 0,'0'0'110'0,"0"0"-15"0,0 0-7 15,0 0-11-15,0 0-8 0,0 0-8 0,0 0 3 16,0 0-9-16,0 0 9 0,0 0 2 0,0 0-3 16,0 0-5-16,0 0-4 0,0 0-2 0,0 0-7 15,9-1 0-15,4 1-6 0,8-1-2 0,11-2-25 0,8-1-34 0,20-1-48 16,-5-4-123-16,1 2-210 0,-6-4 93 0</inkml:trace>
  <inkml:trace contextRef="#ctx0" brushRef="#br0" timeOffset="164780.67">22413 11088 70 0,'2'-3'183'0,"2"-2"-11"16,-2 1-15-16,0 1-4 0,-2 3-18 0,2-6-12 16,-2 3-15-16,0 3-13 0,0 0-14 0,0 0-10 15,0 0-4-15,0 0-13 0,6 12-5 0,-5-5 2 0,-1 3-12 16,-1 2-6-16,-1 6-5 0,-2 2-2 0,0-1 10 0,-6 6-13 15,3 2-6-15,-4-1-1 0,3-1 1 0,-1-1 0 16,1-7-3-16,-5 6-8 0,8-6 5 0,-4-3-1 16,5-5 6-16,-1 2-9 0,1-1 3 0,-1-4-4 15,4-2 13-15,-3-1 43 0,4-1 38 0,0-2 42 16,-4 5 16-16,4-5-20 0,0 0-12 0,0 0-13 16,3-17-9-16,-2 7-10 15,4-4-11-15,3-1-12 0,-2-2 4 0,3 1-18 16,0-1-7-16,1-1-4 0,-1 5-1 0,-1 0-8 15,1 4-1-15,-4 1-8 0,-1 3-5 0,0 0-5 16,0 1-17-16,-1 1-24 0,0 2-2 0,-3 1 4 16,0 0 1-16,13 6-2 0,-8-2 5 0,0 7 0 15,1-2-18-15,2 1-4 0,-4 1-17 0,2 6-10 16,1-2-15-16,-5-2-15 0,3-2-13 0,2 3-24 0,-4-3-20 0,1-1-22 16,-2 2-42-16,0-5-154 0,-2 0-401 0,-4-2 177 15</inkml:trace>
  <inkml:trace contextRef="#ctx0" brushRef="#br0" timeOffset="165128.26">22271 11158 24 0,'-6'0'154'15,"6"0"-20"1,-9 0-2-16,9 0-8 0,-7 2-20 0,7-2-4 16,0 0-6-16,0 0-13 0,-6 0-5 0,6 0-7 15,-4 1-1-15,4-1-6 0,0 0 5 0,0 0 1 0,0 0 8 16,0 0-6-16,0 0-7 0,24-6 3 0,-5 2-3 16,9-1-7-16,8 2-4 0,15-4-3 0,3 3-1 15,2-2 5-15,6-1-1 0,-6 2-1 16,-3-2-6-16,-13 3-5 0,-3 2-1 0,-6 1-6 0,-3-3-6 0,-9 1 3 15,-5 3-5-15,-1 0-5 0,-4-3-19 0,0 3-21 16,-3 0-24-16,-1 0-9 0,-5 0 9 0,4 3-12 16,-4-3-15-16,-11 4-20 0,-1 0-30 0,2 0-41 15,-8-2-114-15,0 3-299 0,5-4 132 0</inkml:trace>
  <inkml:trace contextRef="#ctx0" brushRef="#br0" timeOffset="165551.37">22949 11272 177 0,'0'0'182'16,"0"0"-1"-16,0 0-14 0,0 0-7 0,0 0-15 15,0 0-13-15,0 0-13 0,0 0-13 0,26-7-12 16,-13 6-10-16,7-3-3 0,8-1-13 0,2 3-2 15,-1 0-6-15,-2-3-4 16,-7 5-5-16,3-3-7 0,-4 2-6 0,-3-1-1 16,-5 0-6-16,2 2-1 0,-4-3-5 0,-1 3-4 15,-2 0-11-15,0 0-2 0,-6 0-13 0,8-1-15 16,-8 1 6-16,0 0-5 0,0 0-4 0,0 0-12 16,0 0-9-16,0 0-18 0,0 0-11 0,-15 8-23 15,10-7-12-15,5-1-28 0,-12 3-121 0,12-3-277 16,-5 0 122-16</inkml:trace>
  <inkml:trace contextRef="#ctx0" brushRef="#br0" timeOffset="166099.44">23462 11093 45 0,'6'-3'164'0,"-1"2"-16"16,3 0-14-16,0-2-11 0,2 3-17 0,-2 0-11 15,2 0-6-15,-3 3-12 0,2-1-7 0,1 4-4 16,-2-1-15-16,1 1-6 0,-2 4-5 0,1-2 0 16,-2 2 6-16,-3 1-15 15,1 0-6-15,-4 3-4 0,2-3-1 0,-4 4 2 16,-3 2 0-16,-3-2-2 0,2-1-6 0,-3-2-1 16,0 0-4-16,1-3 3 0,0 1-3 0,0-3 4 15,4-2 5-15,-1 1-5 0,1-3 19 0,-1 2 18 16,3-3 13-16,-1 2 18 0,0-1 22 0,3-3 23 15,-2 2 16-15,2-2-13 0,0 0-13 0,0 0-14 16,6-12-14-16,-2 6-5 0,5-4-10 0,3-3-7 0,0 0-4 0,0-1-10 16,3 1-6-16,-1-3-2 0,-1 2-7 0,1-1-5 15,-4 4-1-15,-1 4-3 0,1-3 0 0,-3 3-5 16,-1 3-5-16,-3-1-2 0,1 3-3 0,-2-2-15 16,3 2-21-16,-5 2-7 0,7 0 1 0,-7 0 3 15,5 3 0-15,-3 2 4 0,2 0 3 0,-1 2 5 16,-1 2-5-16,3 0-12 0,-1 1-13 0,0-1-17 0,1 3-9 0,-1 0-20 15,1-3-26-15,-1 3-30 0,2-2-23 0,-3 1-56 16,-2-4-130-16,0-1-382 0,-2-1 169 0</inkml:trace>
  <inkml:trace contextRef="#ctx0" brushRef="#br0" timeOffset="166368.91">23867 10880 131 0,'0'0'192'16,"0"0"-27"-16,0 0-15 0,0 0-11 0,9 12-16 0,-4-3-8 16,1 7-9-16,5 7-5 0,-1 5-14 0,0 1-6 0,2 3-1 15,-1 3-7-15,-1 11-6 0,-3-11-6 16,-2 0-8-16,0 14-5 0,-5-15-2 0,-3 1-6 15,-2-3-4-15,-8 14-5 0,-3-14-12 0,-7 8-9 16,-8-2-20-16,4-10-29 0,-19 4-30 0,-2-9-47 0,-6-3-171 16,0-5-311-1,-2-5 138-15</inkml:trace>
  <inkml:trace contextRef="#ctx0" brushRef="#br0" timeOffset="166885.37">22218 10880 59 0,'0'0'126'15,"-10"9"-6"-15,1-1-17 0,-2 6 3 0,-7 9-9 0,0 4-5 16,-9 15-4-16,-5 2-11 0,4 6-3 0,-1-3-10 15,7 1-3-15,4 2-12 0,4-6-3 16,6 2-5-16,4-11-3 0,8 10-4 0,1-9-5 0,8-4 1 16,14 9 4-1,11-2 1-15,12-10-1 0,8-3-3 0,31 5-41 16,3-10-74-16,-27-17-145 0,1-4-249 0,-3-4 110 16</inkml:trace>
  <inkml:trace contextRef="#ctx0" brushRef="#br0" timeOffset="170963.79">24738 11147 10 0,'-5'0'88'0,"1"4"-4"16,4-4-10-16,0 0-8 0,-10 0-13 0,10 0 9 16,-5 0-4-16,5 0 0 0,0 0 0 0,-4 2 6 15,4-2-2-15,0 0 10 0,0 0-3 0,0 0 13 0,-5 2-15 0,5-2 5 16,0 0-5-16,0 0 1 0,0 0-3 0,0 0-4 16,0 0 0-16,0 0-5 0,0 0-10 0,0 0 2 15,0 0-6-15,0 0-8 0,0 0-4 0,0 0-1 16,0 0 4-16,0 0-10 0,0 0-1 0,0 0-2 15,0 0-3-15,0 0-3 0,0 0-1 0,0 0-2 0,0 0 2 16,0 0-5 0,0 0-6-16,0 0 7 0,0 0-4 0,0 0 2 15,0 0 1-15,0 0-5 0,0 0 3 0,0 0-1 16,0 0 0-16,0 0 2 0,0 0-2 0,0 0 0 16,0 0 0-16,0 0-1 0,0 0-4 0,0 0 3 15,0 0 3-15,0 0 0 0,0 0-5 0,0 0 0 16,0 0-1-16,0 0 6 0,0 0-6 0,0 0-1 15,0 0 0-15,0 0 3 0,0 0-1 0,0 0 4 0,0 0-5 0,0 0-2 16,0 0 2-16,0 0 3 0,0 0-3 16,0 0 3-16,0 0-5 0,0 0 2 0,0 0 1 0,0 0-2 15,0 0 5-15,0 0-3 0,0 0 6 0,0 0-5 16,0 0-2-16,0 0 0 0,0 0 1 0,0 0 4 16,0 0-5-16,0 0-1 0,0 0 2 0,0 0 1 15,0 0-1-15,0 0-1 0,0 0 4 0,0 0-9 0,0 0 8 0,0 0-1 16,0 0 3-16,0 0-6 0,0 0 1 0,0 0 3 15,0 0-3-15,0 0-5 0,0 0 12 16,0 0-6-16,0 0-1 0,0 0 0 0,0 0-1 0,0 0 5 16,0 0-6-16,0 0 7 0,0 0-7 0,0 0 3 15,0 0-3-15,0 0 6 0,0 0 0 0,0 0-8 16,0 0 7 0,0 0-9-16,0 0 5 0,0 0 3 0,0 0-2 15,0 0 2-15,0 0-5 0,0 0 4 0,0 0-4 0,0 0 1 16,0 0-1-16,0 0 1 0,0 0-1 0,0 0 2 15,0 0-1-15,0 0 2 0,0 0-1 16,0 0 3-16,0 0 0 0,0 0 0 0,17-4-1 16,-17 4-4-16,0 0 3 0,16 0 1 0,-3-3-3 0,1 2 0 15,5-1 2-15,4-1 0 0,-1 0-3 0,9-1 6 0,-2 0 0 16,-1 0-1-16,-5 2-1 0,-1-1 1 0,0-1-2 16,-5 3-6-16,-4-2 3 0,0 1-1 0,-3 0 5 0,-2 2 2 15,-3-3-2-15,2 3 1 0,-7 0-7 16,8-2-5-16,-4 2-6 0,-4 0-11 0,0 0-14 15,0 0-22-15,0 0-17 0,0 0-13 0,0 0-54 16,0 0-109-16,0 0-277 16,0 0 123-16</inkml:trace>
  <inkml:trace contextRef="#ctx0" brushRef="#br0" timeOffset="172166.95">25677 10776 48 0,'0'0'114'0,"-6"-3"-5"16,6 3-8-16,-7-1-8 0,7 1-16 0,0 0 6 15,-9 2-16-15,9-2-2 0,-7 2-7 0,7-2 0 16,-5 2-12-16,5-2-7 0,0 0 1 0,-7 0-5 16,7 0-1-16,0 0-8 0,0 0-4 0,-4 2 0 15,4-2 6-15,0 0 5 16,0 0 12-16,0 0-7 0,0 0 5 0,19 0-6 15,-10-4-2-15,2 2-3 0,1-1 2 0,-2-1 2 16,1-2 4-16,1 1 7 0,-2 0 4 0,0 1 2 16,-1-2 4-16,-4 2 4 0,4-3 2 0,-4 5 10 0,-1-1-3 15,1-4 0-15,-2 4-4 0,-2 1-6 16,-1 2-10-16,4-3-5 0,-4 3-8 0,0 0-5 16,-8-7-6-16,8 7-4 0,-19 5-3 0,1-1-5 0,-2 2 3 0,-7 6-5 15,-1 0 2-15,0 5-3 0,-3-2 0 0,-1 5-5 16,4 3-2-16,-1-1 3 0,2 4-2 0,2 2-2 15,1-3 0-15,4 3-8 0,3 0-3 0,3-1 5 0,5 1 1 16,5-6-3-16,2 5 1 0,4-8 1 16,6 6-3-16,5-8 3 0,5 0 1 0,6-1-5 15,4-2 10-15,5-3-8 0,3-4 9 0,16 0-2 0,-12-4 0 0,15-5-1 16,-17 1 1-16,16-8 1 0,-18 4-2 0,-3-2 3 16,0-3-5-16,-3 1 1 0,-3-2 1 0,-10 2 3 15,0 1 0-15,-2-1-6 0,-6 1 14 0,-1 1 3 16,-2-2-1-16,-2 4 0 0,-4-2-5 0,1 2 1 0,-2 0-5 15,-4 0-4-15,-6 1 7 0,0 3-6 16,-8 1-2-16,-1 2 0 16,-7 2 0-16,5 2-2 0,-5 2 2 0,7-1-3 15,2 1 2-15,0 1-4 0,5-1-2 0,2 1 0 16,3-3-10-16,0 0-1 0,3 1 0 0,4-1 4 16,-2 1 4-16,7 0-1 0,1-5 6 0,7 4 0 15,7-2 1-15,0-2-1 0,7-1 2 0,2-2-1 16,-6-2 0-16,-2-1 4 0,1-2 1 0,-3-1-2 15,1-2-2-15,-3 1 3 0,-2-2 3 0,-2 1 0 0,-6-1-3 0,4-1 1 16,-6 1-2-16,0-2 0 0,-3 0-1 0,-2-1-6 16,-4 5-1-16,-4-2-5 0,0 3-6 0,-2-1-7 15,-5 1 2-15,0 0-16 0,-1 1-10 0,-1 3-4 16,5 1-20-16,1 0-13 0,-1 1-25 0,3 2-31 16,1 1-157-16,1-2-324 0,3 1 144 0</inkml:trace>
  <inkml:trace contextRef="#ctx0" brushRef="#br0" timeOffset="172554.81">26338 10924 39 0,'0'0'158'0,"0"-3"-23"0,0 3-11 16,0 0-16-16,0-4-5 0,0 4-11 0,0 0-10 16,0 0-13-16,0 0 0 0,-14 9-18 0,9-5-3 15,0 1-9-15,-3 3-1 0,-1-3 0 0,2 4-6 0,-1-1-6 16,0 2-3-16,1 0 6 0,0-1-10 0,3 2-1 0,-1-1-5 16,1 4-1-16,4-2 2 0,0-2-7 0,3 3 3 15,1-1 2-15,-2 1-2 0,5-4-1 16,-1 3 3-1,6 0 3-15,-5-4-10 0,4 1 5 0,-3-2-7 16,1 0 0-16,-1 0 0 0,-3-3-5 0,1 0 7 16,-2 1-7-16,0 0 6 0,-1-3 3 0,-3 1-3 0,0-3-4 0,-8 9 5 0,2-7 5 0,-2 1-5 15,-3 0-2-15,-3 1 0 0,-2 0-1 16,5-1-3-16,-6-2-8 0,3 1-17 0,1-2-17 0,0 3-25 16,-2-3-32-16,4 0-113 0,-1 0-230 0,3-3 101 15</inkml:trace>
  <inkml:trace contextRef="#ctx0" brushRef="#br0" timeOffset="172984.41">26575 10901 226 0,'0'0'206'0,"-2"-4"-20"0,2 4-17 0,0 0-22 15,-1-3-20-15,1 3-18 0,0 0-10 0,0 0-8 16,0 0-10-16,-5 14-12 0,4-8-9 0,-1 3 3 16,0 3-13-16,-3 4-7 0,-1 0 2 0,3 1-9 0,-4 0-3 0,4-1-1 15,-1-1-3-15,0 3-3 0,1-1-6 0,-1-5 1 16,3-1-1-16,0 1-2 0,-1-4-7 0,1 0 6 15,0-3-5-15,-1 3 3 0,0-3-1 0,2-2 17 16,0-3 34-16,-1 5 16 0,1-5-12 0,0 0-4 16,0 0-7-16,13-8-5 0,-6 2-4 0,0-2-3 15,3 0-10-15,-1-1-4 16,4 0-3-16,-3-1-4 0,-2 3-4 0,1-1 3 16,-2 4-5-16,-1-1-4 0,-2 1-1 15,0-2-5-15,0 5-4 0,1 0-5 0,-1-2 4 0,-4 3-3 16,10 3-3-16,-5-2 5 0,-1 6-17 0,1-3-5 15,3 2-17-15,-2 2-16 0,-2 2-11 0,4 0-17 16,-4 1-26-16,1-1-29 0,-1 0-26 0,1-1-200 16,-3-1-389-16,-2-1 172 0</inkml:trace>
  <inkml:trace contextRef="#ctx0" brushRef="#br0" timeOffset="173416.61">26846 10923 69 0,'7'-5'203'0,"-2"-2"-22"0,0 2-18 0,0-1-19 15,3 3-19-15,-2 3-7 0,2-1-10 0,1-1-16 16,-1 2-10-16,3 3-10 0,-2 1-10 0,-2 4-3 16,-1 0-8-16,3-1-4 0,-5 4-4 0,0 1-11 0,-2 1 0 15,-1 2-4 1,-2 3-9-16,-3-1 8 0,0 0-4 0,-1-1-7 15,-3 0 1-15,0 1-2 0,1-3-15 0,2-4 17 16,-1 0-3-16,-2-2 0 0,3 0-1 0,0-3 1 16,1 0-4-16,0-2 14 0,3 1 13 0,-2-1 18 15,3-1 31-15,0-2 20 0,0 0 4 0,0 0-9 16,0 0-15-16,0 0-6 0,3-9-1 0,2 0-16 16,3-2-6-16,-2 2-8 0,7-8-5 0,-1 2-1 0,3-7-8 0,-1-1-7 15,2 3-3-15,-5 4-2 0,-2 1-4 0,-1 2-1 16,-1 4-3-16,-2 0 0 0,-2 1-4 0,-1 3-3 15,2 0-4-15,-3 1-16 0,1 1-16 0,-2 3 9 16,0 0-1-16,0 0 1 0,-5 12 1 0,-1-3 1 16,4 1 3-16,-3 7-1 0,-1-2 2 0,3 4-4 15,2 0-8-15,2-2 7 16,4 0-6-16,1 1 2 0,3-1-7 0,8 2-12 16,3 0-23-16,3-6-36 0,0 0-55 0,4-4-256 15,-9-4-444-15,5 0 197 0</inkml:trace>
  <inkml:trace contextRef="#ctx0" brushRef="#br0" timeOffset="174688.28">25491 11580 90 0,'-9'-1'125'0,"9"1"-19"15,0 0 10 1,0 0-18-16,-6-2-1 0,6 2-14 0,0 0-1 0,0 0-4 16,0 0-9-16,0 0-3 0,0 0-7 0,0 0-3 15,0 0-5-15,0 0-3 0,0 0-3 0,0 0-2 16,0 0-4-16,0 0-4 0,0 0-8 0,0 0-6 15,0 0 6-15,0 0-9 0,0 0 6 0,0 0-8 0,0 0 0 16,0 0-3-16,0 0-1 0,0 0 10 0,0 0-11 16,0 0 0-16,0 0-7 0,0 0 0 0,0 0 4 0,0 0-4 15,0 0-4-15,0 0 7 0,0 0-3 0,0 0 2 16,21 2-6-16,-5-6 11 0,13-2-6 0,-1 5-1 16,4-3 6-16,5 0 0 0,18-1 9 0,14-2 0 15,26-5 0-15,-1-2 5 0,1 6 4 0,-4-4 7 16,2 6-3-16,-1-5 3 0,-26 2-2 0,26 1-4 15,-25 4 1-15,-2-5-1 16,-3 5-4-16,-3 0 0 0,-6 0-5 16,-14 0 0-16,-2 1-3 0,-6 1-3 0,-4 0 3 0,-9 1-4 15,0 0-1-15,-8 0-5 0,0 1 4 0,-4-2 1 16,1 1-5-16,-1 1 1 0,-6 0 0 0,10 0-7 16,-10 0 2-16,0 0-19 0,8 0-15 0,-8 0-23 15,0 0-9-15,0 5-27 0,0-5-32 0,-9 5-188 16,2-2-336-16,0 0 150 0</inkml:trace>
  <inkml:trace contextRef="#ctx0" brushRef="#br0" timeOffset="177316.08">26185 11739 99 0,'0'0'155'0,"2"-5"-23"0,-2 1 12 16,2-1-11-16,0 2-12 0,-2 3-8 0,0 0-14 0,0-5-11 15,0 5-11-15,0 0-11 0,0 0-15 0,0 0-11 16,0 0 2-16,0 0-7 0,0 12-4 0,0-2-4 15,-2 2-3-15,0 2-3 0,0 6 6 0,-2-3-13 16,4 1 1-16,-4 1-4 0,4 2 4 0,-2-1-10 16,0-2 1-16,2 2 2 0,0-3 0 0,0-1-2 0,0-3 2 0,-2-2-7 15,0 1 9-15,2-2-7 0,0-2 7 16,0-3-5-16,0 2 3 0,0-2 12 0,0-2 25 16,0-3 28-16,-1 6 26 0,1-6 27 0,1 5 28 0,-1-5-8 15,0 0-14-15,0 0-16 0,6-14-8 0,-4 9-12 16,2-7-12-16,2 3-10 0,1-6-10 0,0-1-3 15,1-1-9-15,2-1-10 0,3-5-8 0,-4 7-1 0,4-3-1 0,-3 5-9 16,-2 2 2-16,-1 2-7 0,-3 0 0 16,1 2-4-16,-1 2 1 0,0 2-4 0,-1 0-8 15,-2 1-26-15,4 0-4 0,-5 3 3 0,0 0-1 16,10 7 4-16,-6 0-1 0,2 0 2 0,0 4 2 0,0 5 1 16,1-4 2-16,0 2 2 0,-2 3 0 0,2-1 2 15,-1 0 1 1,0-1 1-16,-1 1 1 0,-1-6-1 0,-4 3 1 15,3-2 2-15,-1 0 0 0,2-3-1 0,-4 0 0 16,4-2-4-16,-4-3 4 0,2 4 0 0,0-4-1 16,0 1 4-16,-2-1 1 0,0-3 2 0,0 7 3 15,0-7 0-15,0 0 8 0,2 2 5 0,-2-2 8 16,0 0 3-16,2 3 6 0,-2-3-12 0,0 0-2 16,0 0 1-16,0 0-5 0,0 0-9 0,0 0-19 0,0 0-25 0,0 0-27 15,0 0-27-15,1-12-33 0,-1 8-32 0,2-1-40 16,-4 0-220-16,4-1-454 0,-4 0 201 0</inkml:trace>
  <inkml:trace contextRef="#ctx0" brushRef="#br0" timeOffset="177970.63">27391 10681 23 0,'0'0'171'0,"3"-4"-16"0,-3 4-17 15,0 0-20-15,0 0-7 0,8 12-17 0,-2-2-6 16,0 4-8-16,2 5-14 0,3 11 1 0,3 2-7 16,5 17 3-16,-2 4 3 0,2 3-6 0,9 22 6 15,-9-20-6-15,1-1-6 16,4 21-4-16,-12-21-2 0,-1 2-10 16,-3-2 3-16,-3 1-4 0,-6 0-7 0,-5-2-1 15,-3-5 0-15,-6-1-2 0,-2 0-3 0,-4-5-3 0,-5-1-4 16,-6-4 6-16,-2-1-8 0,-3-2-20 0,-5-6-28 15,-2 0-41-15,-2-3-52 0,-5-5-163 0,-1-6-313 16,-1-2 140-16</inkml:trace>
  <inkml:trace contextRef="#ctx0" brushRef="#br0" timeOffset="178788.12">24773 10640 104 0,'-3'-4'117'0,"3"4"-16"0,0 0-10 15,0 0-4-15,-20 7-7 0,8 1-19 0,-3 3-6 16,-8 13-8-16,-12 13 0 0,0 4-7 0,-1 5 5 0,3 6 14 15,-8 22-9-15,14-20-4 0,0 2-13 0,7 0 3 16,4 0-1-16,1-3-7 0,7-1 5 0,3-4 5 0,6 2-7 16,6-3-3-16,6-1-4 0,5-3-6 0,7-4 10 15,6 2 2-15,11-7-1 0,12-2-4 0,31 8 1 16,2-9-2-16,4-5-31 0,2-3-51 16,-3-4-181-16,-27-10-258 0,3-2 114 0</inkml:trace>
  <inkml:trace contextRef="#ctx0" brushRef="#br0" timeOffset="179968.87">27902 11197 27 0,'-10'0'136'16,"10"0"-4"-16,-5 0-6 0,5 0-14 0,0 0-4 15,0 0-7-15,-10 0-20 16,10 0-14-16,0 0 5 0,0 0 7 0,0 0-18 16,0 0-3-16,-7 0 12 0,7 0-15 0,0 0-8 15,0 0 3-15,0 0-2 0,0 0 1 0,0 0-2 16,0 0-7-16,0 0 1 0,0 0-4 0,0 0-3 16,0 0 0-16,0 0 0 0,0 0-5 0,0 0-2 15,0 0-4-15,0 0-5 0,0 0-2 0,0 0 4 16,0 0 3-16,0 0-7 0,0 0 0 0,0 0-3 0,0 0 2 0,0 0 5 15,0 0 4-15,0 0 2 0,0 0 1 16,0 0 3-16,0 0-2 0,0 0-3 0,0 0 1 16,0 0-5-16,0 0 4 0,0 0-8 0,0 0 3 0,0 0-5 15,0 0 2-15,0 0-2 0,0 0-2 0,0 0-2 16,0 0-4-16,0 0 4 0,0 0 1 0,0 0 1 16,0 0-2-1,0 0 1-15,0 0-1 0,0 0-2 0,0 0-1 0,0 0 1 16,0 0-9-16,0 0 7 0,0 0-1 0,0 0 0 15,0 0-6-15,0 0 4 0,0 0-1 16,0 0-9-16,0 0 11 0,0 0 0 0,0 0-2 16,0 0-2-16,0 0 3 0,0 0-5 0,26-4 4 0,-13 1 1 15,4 0-4-15,5 1 3 0,-3-1-3 0,8-1 2 16,4-1 3-16,-4 1-2 0,2-1-2 0,-1 2 1 0,-5-1-4 16,-5 0 5-16,-4 2 0 0,3-2-3 0,-6 3 0 0,-2-1-1 15,0 2 0-15,-1-1-5 0,-2 1-14 16,-2-1-6-16,-4 1-25 0,0 0-8 0,0 0-7 15,0 0-23-15,0 0-27 0,0 0-50 0,-22 9-149 16,12-7-341-16,2-2 151 0</inkml:trace>
  <inkml:trace contextRef="#ctx0" brushRef="#br0" timeOffset="183340">29048 11096 10 0,'-6'1'102'0,"6"-1"-7"16,0 0-11-16,0 0-8 0,-8 0 0 0,8 0-1 15,0 0-14-15,0 0-1 0,0 0-1 0,0 0-7 16,0 0 1-16,0 0-5 0,0 0-8 0,0 0 4 16,0 0-9-16,0 0 0 0,0 0-11 0,0 0-6 15,-5 1 14-15,5-1-12 16,0 0-2-16,0 0-4 0,0 0 3 0,0 0-5 16,0 0-5-16,-4 3 9 0,4-3-1 0,0 0 1 15,0 0-7-15,0 0 3 0,0 0 1 0,0 0 8 16,0 0-7-16,0 0 6 0,0 0-2 0,0 0 8 15,0 0 1-15,0 0-2 0,0 0-12 0,0 0 14 16,0 0-3-16,0 0 5 0,0 0 2 0,30-1-5 16,-14-1 1-16,5 1 1 0,7 0-3 0,5-2-2 0,3 0 0 0,2 1 1 15,-2-2 0-15,4 1-2 0,-3 2-6 0,-4-1 5 16,-4 0-4-16,-9-1-4 0,-1 2-1 0,-6 0 2 16,0 1-2-16,-4 0-4 0,-1 0-5 0,1 0 6 15,-9 0-13-15,9 0-9 0,-9 0 5 0,5-3-13 16,-5 3-11-16,0 0-10 0,0 0-8 0,0 0-3 15,0 0-14-15,-19-1-4 16,19 1-4-16,-8-3-8 0,3 3-22 0,5 0-103 16,-4-3-225-16,4 3 100 0</inkml:trace>
  <inkml:trace contextRef="#ctx0" brushRef="#br0" timeOffset="183725.33">29627 10955 31 0,'2'-3'219'0,"-1"-2"-8"16,-1 1-11-16,0 0-8 0,1-1-13 0,-1 5-14 16,-1-6-14-1,2 4-15-15,-1 2-16 0,0 0-9 0,0-7-15 0,0 7-14 16,1-2-7-16,-1 2-10 0,0 0-15 0,0 0-14 15,0 0-1-15,0 0-8 0,4 9-3 16,-4-1-3-16,0 1 0 0,0 3-3 0,0 5 1 16,0 0-3-16,-2 1-5 0,4 3-1 0,-2-2-4 0,2-2 4 15,-2 3-2-15,2-2-2 0,-1-1 0 0,2-1-3 16,-3-4 1-16,2-1 0 0,0-1 1 0,0 1 1 0,-2-7-4 16,3 3 4-16,-3-3 3 0,0-1-4 0,2 1 1 15,-2-4 8-15,0 8-2 0,0-6-1 0,0-2 10 16,0 0 8-16,0 6 2 0,0-6-3 0,2 1-7 15,-2-1 1-15,0 0-25 0,0 0-12 0,0 0-27 16,0 0-28-16,7-12-31 0,-7 6-31 0,2 3-40 16,0-5-172-16,0-1-372 0,0 1 165 0</inkml:trace>
  <inkml:trace contextRef="#ctx0" brushRef="#br0" timeOffset="183972.68">29867 10793 91 0,'2'-3'218'0,"0"-1"-27"0,-2 4-21 16,0 0-21-16,0 0-14 0,0 0-17 0,11 8-13 16,-4 3-10-16,-2 3-13 0,4 3-9 0,0 8-6 15,1 5-7-15,-3 1-7 0,-1 2-5 0,-2 1-2 16,-1 2-7-16,-3-1-6 0,0-2 0 0,-4 1-4 0,-4-3 2 0,0 1-5 15,-3-4-14-15,-4 2-11 0,-4-5-11 0,-1-1-27 16,-5-3-18-16,-2-3-39 0,-4-3-45 0,-5 1-123 16,-2-8-283-16,4 0 124 0</inkml:trace>
  <inkml:trace contextRef="#ctx0" brushRef="#br0" timeOffset="184404.87">28858 10877 78 0,'-36'40'97'0,"6"6"2"16,3-2-19-16,2 0-9 0,4 2-7 0,4-3 1 16,6-8-10-16,4 2-6 0,5-2 2 0,6 0-1 15,6 1-9-15,10 6 1 0,8-5-2 0,9-4-5 16,8 1 4-16,6-9-2 0,4-2-37 0,5-4-53 16,-5-3-104-16,-1-3-170 0,-16-9 76 0</inkml:trace>
  <inkml:trace contextRef="#ctx0" brushRef="#br0" timeOffset="186731.98">30538 11126 84 0,'-3'-3'166'0,"3"3"-12"15,0 0-12-15,0 0-8 0,0 0-12 0,0 0-7 16,-4-1-8-16,4 1-4 0,0 0-14 0,0 0-2 16,0 0-12-16,0 0-10 0,0 0-4 0,0 0-9 15,0 0 1-15,0 0-10 0,0 0-1 0,0 0-5 0,0 0-2 16,0 0-11-16,0 0-1 0,0 0-2 0,0 0 6 15,0 0-10-15,0 0-4 0,0 0 0 0,0 0-3 16,0 0 0-16,0 0 3 0,0 0 8 0,0 0 7 16,0 0 7-16,0 0-4 0,0 0-1 0,0 0 0 15,0 0-3-15,0 0-4 0,0 0-1 0,20-5-2 16,-2 1-6-16,2 1 1 0,7-2 1 0,6 3-4 0,-1-1-3 0,0-1 2 16,-2-2 2-16,-1 4-6 0,-7-1 0 0,0 1-1 15,-8 0 2-15,-1 1-1 0,-3 0-7 0,-1 0 1 16,-3 1-9-16,-1-2-8 0,-5 2-13 0,9 0-10 15,-9 0-4-15,0 0 12 0,4 2-25 0,-4-2-8 16,0 0-21-16,0 0-22 0,-18 5-26 0,13-5-154 31,0 1-310-31,5-1 137 0</inkml:trace>
  <inkml:trace contextRef="#ctx0" brushRef="#br0" timeOffset="187311.28">31232 10589 16 0,'0'-2'206'0,"3"-3"-10"0,-2 2-18 0,-1-1-12 0,0 4-15 0,1-4-18 16,-1 4-13-16,0 0-12 0,0-6-17 0,0 6-18 15,0 0-14-15,0 0-5 0,0 0-8 0,0 0-4 16,-20 13-4-16,8-6-5 0,-7 2-6 0,-3 4 2 16,-3 3-4-16,2-1-3 0,0-1-2 0,1 3-4 15,2 0-1-15,-1 0-4 0,7-2-1 0,0 2-1 16,5-1 0-16,-2 0 0 0,3-4-1 0,4 2-3 0,-1 0 1 0,3 3 0 16,0-5-1-16,6 1-3 0,1 1 6 0,5 2-5 15,3-2-4-15,0-1 6 0,11 0-5 16,-6-2 3-16,10 2 4 0,0-1 2 0,-3 1-2 0,-6-6 0 15,1 2-2-15,0-1-2 0,-4-1 4 0,-6 0-3 16,3-2-8-16,-4 1 12 0,-4-1-8 0,3 2-3 16,-7-1 1-1,4 0 0-15,-5 0 2 0,-5-2 5 0,-4 6-2 0,0-3-3 16,-6 3 2-16,-4-3 4 0,0 1 0 0,-2 0-5 16,-5 1 9-16,7-2-10 0,-1-2 0 15,1 0-6-15,2 0-12 0,-2-1-12 0,9 0-17 16,-2 0-13-16,3-2-21 0,3-1-18 0,2 0-16 15,4-1-150-15,0 0-285 0,0 0 126 0</inkml:trace>
  <inkml:trace contextRef="#ctx0" brushRef="#br0" timeOffset="187564.92">31346 10981 164 0,'2'-4'275'0,"0"-1"-13"16,0 2-13-16,0 1-16 15,-2 2-25-15,3-4-20 0,-3 4-22 0,0 0-16 16,2-3-24-16,-2 3-13 0,0 0-18 0,0 0-28 16,0 0-10-16,0 0-7 0,0 0-4 0,5 8-6 15,-3-4-2-15,0 3 2 0,0 3-11 0,3 0-6 0,-5 1 1 16,3 1-4-16,-1-2-21 0,2 2-12 0,-4 1-9 16,2-3-8-16,-2-1-13 0,1 1-5 0,0 0-30 15,0-3-18-15,-1 0-6 0,2 0 0 0,-4-2 1 0,1-2-12 16,0-1-42-16,1-2-139 0,-9-1-317 0,9 1 140 15</inkml:trace>
  <inkml:trace contextRef="#ctx0" brushRef="#br0" timeOffset="187712.02">31354 10803 175 0,'0'-2'195'16,"0"2"-25"-16,1-5-23 0,-1 5-25 0,0-3-39 15,0 3-21-15,0 0-19 0,0 0-23 0,0 0-26 16,0 0-12-16,4 9-27 0,-6-4-113 0,2 0-172 16,0 0 77-16</inkml:trace>
  <inkml:trace contextRef="#ctx0" brushRef="#br0" timeOffset="188050.49">31462 10892 61 0,'0'0'175'15,"0"0"-21"-15,5 5-10 0,-5-5-18 0,0 7-14 0,0-1-9 16,0 1-14-16,-1 2-11 0,-3 4-5 0,3 3-9 16,-3-6-5-16,3 3-9 0,-2-2-5 0,1 1-7 15,-1-2-6-15,-1-3 0 0,4 2-3 0,-1-6-5 16,1 0-1-1,-4 3 9-15,4-2 10 0,0-4 25 0,0 4 19 0,0-4-8 16,0 0-11-16,0 0-5 0,0 0-6 16,12-10-8-16,-10 5-5 0,5 2-7 0,0-3-3 15,0 2 2-15,3-1-11 0,-5 2-5 0,4-1 2 16,1 2-4-16,-3 0-5 0,0 0-7 0,1 0-13 0,-2 2-6 16,2 0-24-16,-1 2-18 0,1 0-33 0,-3-2-38 15,3 4-51-15,-3-1-120 0,-2-1-322 0,1 0 143 0</inkml:trace>
  <inkml:trace contextRef="#ctx0" brushRef="#br0" timeOffset="188482.46">31703 10848 88 0,'0'0'207'0,"0"0"-22"16,1-6-22-16,-1 6-10 0,0-3-23 0,0 3-14 15,0 0-12-15,0 0-12 0,0 0-19 0,0 0-3 0,0 0-7 0,0 0-11 16,0 0-3-16,1 14-7 0,-1-7-3 0,0-2-2 16,-2 5-10-16,0 0-1 0,2 2-4 0,-2 0 0 15,-5 5 0-15,7-5-2 0,-4 5-4 0,2-5-2 16,-2-1-3-16,1 0 0 0,1-1 4 0,-2-1-6 15,3-2-2-15,-2 0 0 0,3-1 6 0,-1-4 1 16,-2 3-2-16,2-1 5 0,1 3 39 0,0-7 29 0,1 1-1 0,-1-1-9 16,0 0-7-16,0 0-8 0,14-8-7 0,-10 1-4 15,3 3-2-15,0-5-6 0,0 2-9 0,3 1-2 16,-4-1-1-16,1 2-7 0,-2 1-3 0,-1 0 1 16,2 2-7-16,-2-3-1 0,1 4-5 0,-1 0-12 15,-4 1-6-15,10 0-9 0,-4 2-7 0,0 0-7 16,-1 3-18-1,1-2-13-15,-1 2-19 0,1 2-20 0,0-1-16 0,1 2-27 16,-1 0-42-16,-3-1-127 0,1-2-341 0,-4 3 150 16</inkml:trace>
  <inkml:trace contextRef="#ctx0" brushRef="#br0" timeOffset="188983.66">31939 10850 16 0,'5'-1'147'0,"-5"1"-14"15,11-1-13-15,-5-1-13 0,-6 2-17 0,10 2 4 16,-5 0-19-16,2-1-7 0,-1 3-5 0,0 1-9 15,-1-1-3-15,2 3-16 0,-2 0 3 0,0 4-7 16,-1-3 3-16,-2 4-10 0,-1 0-5 0,-1 3 3 0,-1-1-5 16,-1 1 0-16,-4-1 1 0,3 2-5 15,-4 0-1-15,-2-2 0 0,3-4-3 0,1 2 0 0,-4-1-3 0,4-2 1 16,0-4 2-16,1 1 1 0,0-1-2 0,0 0 8 16,2 0 21-16,0-2 30 0,-1-1 35 0,1 2 33 15,2-4 26-15,-1 3 3 0,1-3-17 0,0 0-13 16,0 0-16-16,11-12-12 0,-4 3-13 0,4-3-10 15,3-2-10-15,-2-2-5 0,8-3-2 0,-2-1-13 0,-4 7-5 16,4-8-3 0,-4 9-3-16,-1-2-7 0,-4 4-6 0,-3 0 0 15,2 1-4-15,-3 3-3 0,0-2-5 0,0 5-5 16,0-1-11-16,-2 1-18 0,-3 3-24 0,0 0 4 16,0 0-2-16,0 0 6 0,0 0 3 0,-8 20 4 15,-2-6 1-15,1 2 0 0,3 4 4 0,-6 4 2 16,7 0 0-16,-4 3 3 0,5 0-2 0,0-8 6 15,4 2 0-15,3-1 2 0,2 0 1 0,8 1 1 0,6-1-7 0,7-3-33 16,6-3-55-16,16-2-84 0,2 0-234 0,-9-10-457 16,13 0 202-16</inkml:trace>
  <inkml:trace contextRef="#ctx0" brushRef="#br0" timeOffset="189700.95">31016 11451 76 0,'-9'0'95'0,"9"0"-5"0,0 0-8 0,0 0-3 16,0 0-11-16,0 0-9 0,0 0-6 0,-5 3-8 15,5-3-5-15,0 0-4 0,0 0-3 0,0 0 4 16,0 0-6-16,0 0-11 0,0 0-6 0,0 0 0 0,0 0 6 16,0 0 0-16,0 0 7 0,0 0 0 15,0 0 2-15,0 0 3 0,0 0 19 0,0 0 11 0,23 1 0 0,-1-5 1 16,11 4-9-16,6-3 0 0,17-2-4 0,6 1 3 15,33 0 3-15,-30-4 3 0,33 0 11 0,3-1 6 16,3-1 0-16,-3 2 21 0,-7 1-1 0,-28 3-9 16,-4-1-9-16,-7 5-8 0,-18 0-3 0,-5 0-9 15,-2 3-10-15,-13-6-4 0,-6 6-21 0,0-3-29 16,-3-3-23-16,-2 3-10 16,-1 3 3-16,-5-3 4 0,2 2 3 0,-2-2 5 15,-16 5-7-15,4 2-22 0,-8 0-30 0,1 0-29 16,-6 1-37-16,-5 0-161 0,3-1-335 0,-1-1 147 15</inkml:trace>
  <inkml:trace contextRef="#ctx0" brushRef="#br0" timeOffset="190202.15">31524 11737 55 0,'0'0'285'0,"3"-2"-25"16,-3 2-29-16,0 0-26 0,0 0-17 0,0 0-22 16,0 0-36-16,0 0-31 0,0 0-25 0,0 0-13 15,0 0-3-15,0 12-4 0,0-6-9 0,0 4-2 16,0 0-5-16,-1 2-2 0,-1 5-3 0,-2-1-6 16,1 0-1-16,1-3-1 0,-1-2-2 0,1 0-3 15,-1-1 0-15,2-3 2 16,1-1-1-16,0 0-5 0,-2-1 0 0,2-1 28 15,0 0 34-15,0-4 43 0,0 0 15 0,0 0-16 16,0 0-13-16,18-13-14 0,-9 6-10 0,4-5-14 16,1-2-4-16,1 1-5 0,1-1-5 0,-2 2-8 15,0 2-6-15,1-1-8 0,-6 4-5 0,1 1-2 16,-2 1-6-16,-3 1-9 0,0 1-19 0,3 3-9 16,-3 0-4-16,-5 0-8 0,13 5-7 0,-8-3-16 0,0 4-8 0,3 3-7 15,-2-2-17-15,-1 3-12 0,-1 0-9 0,1-1-19 16,0 1-26-16,-1 0-31 0,-1-1-34 0,-3-1-164 15,-2-3-409-15,0 0 181 0</inkml:trace>
  <inkml:trace contextRef="#ctx0" brushRef="#br0" timeOffset="190502.49">31823 11560 219 0,'2'-5'289'0,"4"2"-29"0,-2-1-26 0,0 2-24 0,1-1-26 16,-1 2-21-16,-4 1-17 16,9 1-17-16,1 2-13 0,-2 2-27 15,-3 2-12-15,5 2-23 0,-5 0-17 0,-1 4-11 16,1 2-3-16,-1 2-6 0,-4 1-13 0,-1-2 0 16,-3 4 0-16,0-2-1 0,0-1 0 0,-1-2-2 0,0-4 8 15,1-1-5-15,3-3-3 0,0-3 3 0,-2 3 5 16,3-3 15-16,0 1 28 0,0-2 29 15,0-3 0-15,0 0-10 0,12-1-10 0,6-3-18 0,3-2-18 0,9-2-29 16,2-1-31-16,0 0-41 0,3 1-46 0,1-1-61 16,-4-3-207-16,0 0-422 0,-2-2 187 0</inkml:trace>
  <inkml:trace contextRef="#ctx0" brushRef="#br0" timeOffset="190941.34">32474 10657 5 0,'0'0'202'0,"0"0"-20"0,-2-4-25 16,2 4-18-16,0 0-6 0,0 0-21 0,0 0-14 15,13 19-11-15,-4-2-5 0,4 8-11 0,0 8-6 16,5 13 1 0,-1 5-7-16,1 4-2 0,-1 3-15 0,5 22 0 0,-3-21-3 15,-3-2-2-15,0 1-6 0,-5-1-1 16,5 22-4-16,-13-21-1 0,-1-5-3 0,-2 1-1 16,-5-1-1-16,-9 0-3 0,1-3 1 0,-10-3-10 15,-3-4 2-15,-5 0 15 0,-5-7-15 0,13-10-11 16,-18 5-18-16,-1-3-30 0,9-9-38 0,-3-1-54 0,-11-1-133 15,-7 0-297-15,4-7 133 0</inkml:trace>
  <inkml:trace contextRef="#ctx0" brushRef="#br0" timeOffset="191658.65">30611 10735 140 0,'-1'-5'154'0,"1"0"-5"15,-1 2-16-15,-2-2-15 16,3 5-16-16,0-5-10 0,0 5-12 0,0 0-12 15,0 0-9-15,-13 13-6 0,4 4-8 0,-6 9-5 16,-3 7-6-16,-4 15-6 0,-10 29-3 0,11-21-4 16,-5 24 0-16,7-23 3 0,8 3-12 0,-1 0-5 15,3 23 6-15,9-26-4 0,10-6 8 0,6-1-3 16,7 3 0-16,7-6-1 0,9-5 7 0,9-4-3 16,26 7-1-16,-15-14-30 0,33-2-63 0,-4-7-165 0,-24-12-261 0,28-5 116 15</inkml:trace>
  <inkml:trace contextRef="#ctx0" brushRef="#br0" timeOffset="193425.48">32605 10275 121 0,'-3'-3'143'16,"3"3"-16"-16,-3-4-14 0,3 4-9 0,-2-5-13 15,2 5-17-15,0 0-3 0,-3-3-11 0,3 3-16 16,0 0-4-16,0 0-5 0,0 0 3 0,0 0-15 16,0 0 10-16,5 13-13 0,2-8 2 0,2-1 3 15,5 2-4-15,4 0-3 16,2 0-3-16,1 0-3 0,4-1 3 0,-3 1-13 16,-2-1 9-16,10-3-14 0,-30-2 9 0,38 2-5 15,-38-2-1-15,35 2 6 0,-35-2-5 0,0 0 1 16,38-4 13-16,-38 4 5 0,0 0 7 0,24-5-1 15,-24 5 14-15,0 0-4 0,14-8-5 0,-14 8 2 16,0 0-1-16,0 0-9 0,11-14 0 0,-11 14-4 16,0 0-2-16,0 0 2 0,3-16-3 0,-3 16-1 0,0 0 8 15,0 0 2-15,5-14 3 0,-5 14-2 0,0 0 5 16,0 0-11-16,0 0-1 0,0 0-2 0,0 0-3 0,0 0-2 16,3-16-4-16,-3 16 3 0,0 0 1 0,0 0-7 15,0 0 2-15,0 0-6 0,0 0-9 16,0 0-6-16,0 0-1 0,0 0 2 0,0 0-4 15,0 0 4-15,0 0 8 16,0 0-5-16,0 0 2 0,0 0-4 0,3 54 1 16,-1-29 2-16,-2 2-3 0,-2 5 5 0,0 0 1 15,-2 14-3-15,3 1 2 0,-8 1-1 0,4 8 4 16,0 2 4-16,-3-1 0 0,3 27-7 0,4-29 7 16,-1 3 1-16,4-2-7 0,-1 0 8 0,2-2-4 15,3-5 2-15,-5 0 0 0,3-13-6 0,1 10 9 16,-1-11-2-16,0 1-2 0,2-3 2 0,-2 2-4 0,1 1 0 0,-1-2 3 15,1-2 0-15,2-1-1 0,-2 0 3 0,1-4-5 16,-2 0 5-16,-1-2-7 0,-2-4 6 0,0-2-2 16,-1 0-1-16,3 1 2 0,-3-3 0 0,1 1-4 15,-1-3-8-15,1 2 15 0,-1 0-7 0,0-17 5 16,-2 30 2-16,2-18-3 0,-3 4 0 16,3-16-4-16,0 24-3 0,0-24 5 0,-1 22 4 0,1-22-8 0,-1 22 12 0,1-22-3 15,-3 17 0-15,3-17-3 0,-4 17-6 16,4-17 5-16,0 16 2 0,0-16-1 0,-1 17-6 15,1-17 8-15,0 0-1 0,-3 20 1 0,3-20-6 16,-1 14 18-16,1-14-17 0,0 0 6 0,0 20-2 16,0-20-5-16,-5 17 6 0,5-17-1 0,-1 18-4 0,1-18 5 15,-3 18 0 1,3-18 2-16,-1 17-2 0,1-17-4 0,-3 20 11 16,3-20-9-16,0 0-2 0,-1 17 1 0,1-17-2 15,0 0 4-15,0 0-1 0,0 19 7 0,0-19-5 16,0 0-5-16,0 0 4 0,0 0-1 0,0 0 0 15,0 0 1-15,-1 16 1 0,1-16 3 0,0 0-2 16,0 0 1-16,0 0 1 0,0 0-2 0,0 0 10 16,0 0-13-16,0 0 2 0,0 0 0 0,0 0-1 0,0 0-2 0,0 0 3 15,0 0-1-15,0 0-1 0,0 0 5 0,0 0-2 16,0 0 8-16,-16 13 2 0,16-13 6 0,-38 3-3 16,6-2-7-16,-2 2 1 0,-2 2 1 0,-4-3-11 15,-15 2-35-15,4-5-59 0,-5-4-197 0,1 0-313 16,15 0 139-16</inkml:trace>
  <inkml:trace contextRef="#ctx0" brushRef="#br0" timeOffset="195715.37">32449 12620 62 0,'2'-5'187'0,"2"-1"-15"16,-1 2-9-16,1-1-13 0,-2 3-9 0,-2-3-18 15,4 3-8-15,-4 2-16 0,2-4-14 0,-2 4-17 16,0 0 5-16,4-3-16 0,-4 3-8 0,0 0-8 0,3 14 1 0,-3-4-5 16,-1 3-10-16,-1 3-2 0,-2 1-3 15,-1 1 5-15,2 0-16 0,-4 6 4 0,3 1 0 16,-3-6-3-16,-1-1-4 0,-1 7 4 0,3-8-1 16,2-1-4-16,-1-3 6 0,-1-3-1 0,3-1-4 0,0-3-3 15,1 1 4-15,2-2 10 0,-4-1 35 0,4 1 46 16,0-5 35-16,-3 3 27 0,3-3 11 0,0 0-12 0,0 0-16 15,0 0-16-15,7-14-17 0,-5 8-6 0,6-4-14 16,-1-3-19-16,2-1-6 0,5 0-15 0,-5 0-7 16,-1 7 2-16,-1-5-13 0,-1 7-2 0,0-2-4 15,-3 2-2-15,1 2-20 0,-2-2-27 0,2 3-33 16,-1 0-17-16,-3 2 7 0,0 0 6 0,8 7 5 16,-4-2 7-16,0 2-1 15,0 3 0-15,1-1-12 0,0 1 2 0,-1 6-12 16,2-4-16-16,1 2-9 0,-1 0-17 0,-3-2-20 15,1-2-21-15,-2 1-16 0,-2-3-18 0,4-3-25 16,-4 3-109-16,0-4-346 0,0-4 153 0</inkml:trace>
  <inkml:trace contextRef="#ctx0" brushRef="#br0" timeOffset="195884.58">32308 12615 74 0,'-1'-3'201'0,"-2"0"-12"0,3 3-22 0,-3-4-15 16,3 4-22-16,0 0-9 0,7-2-13 0,3 2-10 16,8 2-9-16,5 1-8 15,9-1-8-15,3 3-25 0,-1 2-19 0,0-4-35 16,-4 2-48-16,2-2-42 0,-9 1-138 0,-3-4-254 16,1 2 112-16</inkml:trace>
  <inkml:trace contextRef="#ctx0" brushRef="#br0" timeOffset="196200.92">32885 12579 101 0,'0'0'214'0,"0"0"-24"0,0 0-25 16,0 0-24-16,0 0-14 0,0 0-15 0,0 0-16 0,0 0-5 0,3 30-12 15,-3-30-6-15,-15 35-7 0,1-8-10 0,2-3-7 16,-3 2-4-16,0 1-2 0,1 0-6 0,-3 2 1 16,4-3-7-16,-5 0-9 0,8-3 1 0,-4-1-1 15,5-5-7-15,1-2 1 0,3 1-2 0,0-5 4 16,4 1-2-16,-3-6-5 0,2 0-1 0,0 0 3 16,0-2-2-16,0-1 10 15,1 2-8-15,1-1 7 0,0-4-1 16,-2 5 2-16,2-5-7 0,-2 3 4 0,2-3-5 15,0 0-22-15,0 0-71 0,0 0-91 0,-6-8-133 16,6 8-330-16,-1-13 146 0</inkml:trace>
  <inkml:trace contextRef="#ctx0" brushRef="#br0" timeOffset="196454.52">32978 12850 72 0,'0'0'230'0,"0"0"-23"16,0 0-28-16,0 0-22 0,0 0-11 0,0 0-25 16,0 0-6-16,0 0-12 15,0 0-12-15,23 22-12 0,-23-22-1 0,-4 24-12 16,4-24-5-16,-12 29-9 0,6-12-4 16,1-1-2-16,5-16-7 0,-8 19-9 0,8-19-2 15,-4 15-1-15,4-15-3 0,0 0-7 0,0 0 7 16,-5 15-1-16,5-15 3 0,0 0-4 0,0 0 1 0,44 7-18 15,-14-9-31-15,4-1-26 0,6 0-55 0,0-3-70 16,-4-1-120-16,-3-4-320 0,-2 4 141 0</inkml:trace>
  <inkml:trace contextRef="#ctx0" brushRef="#br0" timeOffset="197588.21">32730 9615 146 0,'1'-5'201'0,"0"-1"-12"0,3 2-19 0,-4 2-17 16,5-2-19-16,-5 4-18 0,2-4-14 0,-2 4-12 0,0 0-6 16,0 0-10-1,0 0-10-15,3 14-8 0,-3-2-10 0,0-3-2 16,-1 7-9-16,-3 4 2 0,-1 0-4 0,0 5-5 16,1-5-6-16,-5 7 2 0,2-3-1 0,-5 2-4 15,6-7-2-15,-1-1-1 0,-3-2-1 0,6-4 3 16,1-2 0-16,1-3 4 0,-2 1-2 0,2-6 28 15,-1 5 36-15,2-3 36 0,1-4 19 0,-3 1-10 16,3-1-12-16,0 0-11 0,0 0-13 0,4-18-9 0,1 11-5 0,-1-4-12 16,3-4-7-16,3 1-10 0,1 0-3 0,3 1-1 15,-1-1-7-15,-4 5-7 0,-4 3-9 0,5-2 3 0,-6 2-8 16,1 3-6-16,2 1-26 0,-2 0-12 0,1 2 5 16,2 2-7-16,-2 2-8 0,-6-4-12 0,0 0-19 15,26 21-14-15,-20-10-18 0,1 4-22 0,3-1-20 31,-10-14-20-31,10 20-18 0,-7-7-24 0,-3-13-166 16,1 21-399-16,-4-14 177 0</inkml:trace>
  <inkml:trace contextRef="#ctx0" brushRef="#br0" timeOffset="197904.55">32417 9692 82 0,'0'0'130'0,"0"0"-10"0,-9 0-2 0,9 0 9 0,0 0-3 16,0 0-6-16,-8-2-5 0,8 2 2 0,0 0-11 15,0 0-8-15,28-2-9 0,-5-1-9 0,13-1-10 16,5 1-8-16,13-3-3 0,7 1-12 0,5-3-1 15,26 0-3-15,-28-2 4 0,-2 5-4 0,0-3-5 16,-4 1-2-16,-23 0 0 0,-3 0-3 0,-9 4 0 16,-5-1 1-16,-18 4-1 15,26-5-1-15,-26 5-8 0,0 0-8 0,0 0-14 16,20-5-22-16,-20 5-26 0,0 0-23 0,0 0-42 16,0 0-55-16,0 0-113 0,0 0-305 0,-70 20 134 15</inkml:trace>
  <inkml:trace contextRef="#ctx0" brushRef="#br0" timeOffset="-203569.3">4748 14507 4 0,'0'0'69'16,"0"0"-4"-16,0 0-12 0,0 0-4 0,0 0-4 15,0 0-7-15,0 0-1 0,0 0-10 16,0 0 3-16,0 0-8 0,0 0-2 0,0 0-1 0,0 0 0 16,0 0-2-16,0 0-4 0,0 0 0 0,0 0-6 15,0 0 5-15,0 0-3 0,0 0 0 0,0 0-1 16,0 0 3-16,0 0-5 0,0 0-2 0,-9 2-1 0,9-2 1 16,0 0-5-16,0 0 4 0,0 0-2 0,0 0-6 15,0 0 7-15,0 0-4 0,0 0 2 0,0 0 2 16,0 0 1-16,0 0 2 0,0 0 10 0,0 0 7 15,-4 3 6-15,4-3 4 0,0 0 7 0,0 0 5 16,0 0-7-16,0 0-4 0,0 0-4 0,0 0 9 16,0 0-12-16,23 0 0 0,-5-3 2 0,5 2-2 0,6-5-1 0,3 4 1 15,2-3-1-15,1 2 3 0,1-1-6 0,-1 1 0 16,-6 1-7-16,0-1 0 0,-9 3 3 0,0 3-11 16,-7-3-13-16,2 0-17 0,-5 0-29 0,3 0-31 15,-4 0-98-15,-5 1-196 0,0 2 88 0</inkml:trace>
  <inkml:trace contextRef="#ctx0" brushRef="#br0" timeOffset="-203199.58">4687 14737 169 0,'0'0'157'0,"0"0"-8"0,0 0-18 0,0 0-8 16,0 0-30-16,21-5 2 0,-2 3-14 0,2-5-4 15,11 1-9-15,4-3-3 0,-1 4-10 0,1-2 2 16,3 0-11-16,0 0-6 0,-2 1-2 0,0 1-3 16,-5 0-5-16,-4 3 4 0,-9 0-11 0,-2-1-2 15,-3 3 4-15,-7-1-9 0,0 1 2 0,-2-3-4 16,4 3-3-16,-5-1 1 0,-4 1-2 0,8-2-10 0,-8 2-13 16,0 0-1-16,5 0-17 0,-5 0-5 0,0 0-23 15,0 0-48-15,-9 10-133 0,5-8-258 0,4-2 115 16</inkml:trace>
  <inkml:trace contextRef="#ctx0" brushRef="#br0" timeOffset="-202028.03">6110 14151 95 0,'0'-4'149'0,"1"-1"-5"0,-1 2-12 15,2-2-8-15,-1 0-9 0,3 1-14 0,-1-1-9 16,0 2-8-16,0-4-8 0,1 2-12 0,1 1-6 16,0-1-9-16,0 2-1 0,4-1-6 0,0 1-4 15,1 1-5-15,1-1-5 0,2 2-5 0,1 0-6 16,3 2 3-16,-2 2-1 0,2 0-8 0,-2 4 3 16,1 2-7-16,-2 0 3 15,-4 5-10-15,0 0 0 0,-1 5 1 0,-4 6 9 16,-5 1-10-16,-4 3-1 0,-7 3 0 0,-6 2-2 15,-11 9 3-15,-7-2 10 0,0-1-15 0,-3-2 7 16,2-2 6-16,-1 1-9 0,7-11-3 0,2-4 5 16,0 0-5-16,2-3-2 0,5-4 13 0,3-3-13 15,4-3 7-15,4-2 1 0,1 1 24 0,1-4 30 16,0-1 31-16,4 0 35 0,-2-2-2 0,6-1-11 0,0 0-12 16,-3-11-13-16,6 1-18 0,6-2-10 0,5-11-6 15,3 5-12-15,2-4-10 0,0 1-6 0,0 2-5 16,-1 6-6-16,-4 1-7 0,4 2 0 0,-9 5 1 0,6 0-4 15,-2 0-3-15,-1 3-4 0,2 2 0 0,-2 5 0 16,5 0-7-16,-2 5 4 0,2 3 1 0,2 7 0 16,-1 3 1-1,1 0 1-15,-3 0 0 0,0 0-2 0,-2-1 6 16,4 0-1-16,-5-6 3 0,0 0 1 0,-2-2-5 16,3-2 4-16,-6-3 2 0,2-3 2 0,3 1-1 15,0-3 3-15,-1-5-1 0,8-2-3 0,-1-2-3 16,-4-3-7-16,4-1-2 0,3-8-2 0,-8 4-18 15,5-5-12-15,2-3-18 0,-5 0-17 0,-4 7-11 16,-1-1-11-16,-2 4 0 0,-1 1-34 0,0 2-26 0,-4-1-128 0,-1 4-310 16,-2 2 137-16</inkml:trace>
  <inkml:trace contextRef="#ctx0" brushRef="#br0" timeOffset="-201526.87">5759 15057 119 0,'-8'0'125'16,"8"0"-15"-16,0 0-9 0,0 0-5 0,0 0-11 0,0 0-10 0,0 0-2 16,0 0-14-16,0 0 8 0,0 0-11 0,0 0 0 15,0 0-1-15,-8 0-6 0,8 0 4 0,0 0-2 16,0 0 0-16,0 0-3 0,0 0-7 0,0 0-2 15,0 0-4-15,0 0-8 0,0 0-3 16,0 0-1-16,0 0 4 0,41-6 3 0,-5-1 4 0,20-1 6 16,31-8 7-1,10 1 5-15,5 3 9 0,-3-2-1 0,3 1-5 16,-10 2-4-16,-29 3-10 0,-3 1 0 0,0 0-2 16,-3 3-5-16,-3-4-4 0,-2 5-5 0,-16 1 0 15,0 1-5-15,-8-1-1 0,-9 1 0 0,-1 0-1 16,-5 1-9-16,-5 0 0 0,-2-2-2 0,3 2-5 15,-4-1-8-15,-5 1-12 0,8 0-5 0,-8 0-19 16,0 0-31-16,-17 5-51 0,-3 0-59 0,-11 1-125 0,-1 0-332 0,-3 0 147 16</inkml:trace>
  <inkml:trace contextRef="#ctx0" brushRef="#br0" timeOffset="-200693.81">6272 15341 195 0,'3'-7'203'0,"-2"5"-5"16,-1 2-5-16,0-3-10 0,0 3-9 0,0 0-10 15,3-4-15-15,-3 4-17 0,0 0-13 0,1-2-14 16,-1 2-13-1,0 0-11-15,0 0-11 0,0 0-14 0,0 0-19 16,0 0-21-16,0 0-4 0,0 0-6 0,-5 11-4 16,1 2 3-16,-2 1 1 0,-2 3-3 0,-5 7 3 0,-2-1-23 15,2 1 6-15,-3 2 5 0,0-4 0 0,1 0-1 16,5-5 3-16,1-3 1 0,0-2 0 16,4-4-2-16,0 1 2 0,1-4 5 0,1-1 2 15,0 2 40-15,1-3 38 0,1 0 31 0,1-3 18 0,0 0-6 0,0 0-15 16,0 0-8-16,-8-17-14 0,11 6-7 0,-1-2-15 15,2-4-8-15,4-1-9 0,-2 1-8 0,2 0-6 16,1 2-9-16,-3 3-1 0,0 3-4 0,0 1-2 16,-1 0-7-16,0 2-4 0,-3 0-19 0,2 2-6 15,0 3 0-15,4 0 0 0,-2 5-4 0,4 1-7 16,-2-2-6-16,2 6-9 0,0-2-11 0,2 6-9 0,1-1-21 16,-2 1-20-16,1 0-20 0,-2 3-42 0,3-3-22 0,-4-1-29 15,-3-2-149-15,0-2-397 0,-2-1 175 0</inkml:trace>
  <inkml:trace contextRef="#ctx0" brushRef="#br0" timeOffset="-200239.49">5838 15432 95 0,'0'0'150'0,"0"0"-3"16,0 0-14-16,0 0-13 0,0 0-2 0,0 0-11 16,0 0-8-16,0 0-3 0,-8 1-7 0,8-1-2 15,0 0-12-15,0 0-11 0,0 0-8 0,0 0-5 16,0 0-4-1,0 0-5-15,0 0 0 0,0 0-6 0,0 0-2 16,0 0-5-16,0 0-9 0,0 0-2 0,0 0 0 0,0 0-5 16,0 0 3-16,0 0-2 0,0 0-3 15,0 0 2-15,0 0-7 0,0 0 5 0,0 0-5 16,0 0 3-16,0 0-2 0,0 0 5 0,23-7-10 16,-6 5 0-16,14-3 0 0,-2-1 3 0,9 0 2 15,16-3 1-15,1-3-6 0,5 0 13 0,0 1 2 0,0 2 7 0,0-2-1 16,-4 2-3-16,-19 4 1 0,3-1-5 0,-3-1-5 15,-5 4 10-15,-4 1-10 0,-6-1 0 0,-8 3 4 16,-1 0-10-16,-2 0-3 0,-2 0-16 0,-2 0-35 16,-7 0-33-16,12 0-23 0,-12 0-8 0,1 6-35 15,-1-6-122-15,0 0-293 0,-20 6 129 0</inkml:trace>
  <inkml:trace contextRef="#ctx0" brushRef="#br0" timeOffset="-169732">7747 14405 38 0,'-3'-4'71'0,"3"4"-1"0,0 0-5 0,0-5-3 16,0 5-2-16,3-5-4 0,-3 5 0 0,0-5-5 0,0 5-4 0,4-4 2 16,-3 1-2-16,-1 3-1 0,0-8 6 0,0 5-6 15,0-3 7-15,1 2-5 0,3 0 9 0,-4 0 0 16,0-1 4-16,0 0 2 0,1-1-2 0,-1 1 3 15,3 0-7-15,-3-1 3 0,0 4-6 0,0-3-1 16,1 1-9-16,1 1 2 0,-2 3-1 0,0-8-6 16,0 8-3-16,0-5-1 15,0 5-7-15,0 0-1 0,2-4-14 0,-2 4-9 16,0 0-4-16,0 0 0 0,0 0-4 0,0 0-2 16,-9 22 1-16,5-10 1 0,-1 7-5 0,0 0 6 15,0 8-2-15,1 2 1 0,-1 0 3 0,0-3-6 16,1 4 4-16,2-1 0 0,2 0-1 0,-3-1 0 15,1-2 2-15,0-8 0 0,2-1 0 0,2 0-1 16,-4-1 4-16,2-5 2 0,0 1 0 0,0-4-5 0,0 0 6 16,0-4-4-16,0 0 3 0,0 2 3 0,-1-2-1 0,1-4 4 15,0 5 2-15,0-5-10 0,-1 3-33 0,1-3-26 16,0 0-29-16,0 0-30 0,0 0-133 0,-12-6-272 16,6 1 121-16</inkml:trace>
  <inkml:trace contextRef="#ctx0" brushRef="#br0" timeOffset="-169331.05">7374 14832 12 0,'-8'0'123'0,"8"0"-4"0,0 0-23 0,0 0 1 16,0 0-12-16,0 0-12 0,0 0-4 0,0 0-10 0,0 0-8 0,28-7-1 16,-8 1 0-16,13 1-8 0,6-2 2 0,16-3 10 15,9-1-7-15,28-6 2 0,-27 9 2 16,26-5-8-16,-31 5-1 0,-3 2 3 0,-4 3-9 0,-15-3-1 15,-2 1-4-15,-4 3-4 0,-4-3-3 0,-9 3 0 16,1-1 0-16,-8 3-2 0,1-3 4 0,-4 2-1 16,0 0-1-1,0 0 1-15,-4 0-5 0,0 0-6 0,-5 1 0 16,7 0-2-16,-7 0-5 0,0 0-7 0,0 0-8 16,0 0-25-16,-21 7-27 0,11-1-21 0,-7-1-31 15,-2 0-122-15,0 2-252 0,1-3 113 0</inkml:trace>
  <inkml:trace contextRef="#ctx0" brushRef="#br0" timeOffset="-168629.6">7681 15115 58 0,'-2'-6'155'0,"2"6"-14"15,0 0-20-15,0-4-11 0,0 4-18 0,0 0-9 16,0 0-13-16,0 0-7 0,0 0-3 0,0 14-8 0,-1-7-8 0,0 5-1 16,-2 1-9-16,1 4-6 0,-2 2-3 0,-3 6-2 15,2 1-3-15,-1 1 1 0,-1-1-5 0,1-3 3 16,1 4-4-16,0-9-3 0,0 1 9 0,2-2-18 15,-2 0 6-15,0-5-9 0,1-2 8 0,4-1-1 16,-5-4-3-16,5 2 10 0,0-1 29 0,-1-3 32 16,0 1 35-16,1-4 29 15,-3 5 26-15,3-5 17 0,0 2 2 16,0-2-21-16,0 0-13 0,4-11-18 0,2 1-19 16,-2-1-10-16,1-6-10 0,5 0-17 0,3-4-21 15,0-1-11-15,-2 5-12 0,1 0-2 0,-2 1 0 0,-1 2-4 16,1 0-4-16,-2 5-4 0,-2 1-3 0,2 0 0 15,-4 3-7-15,0 0 1 0,-2 0-10 16,2 2-11-16,1 3-3 0,-5 0-1 0,9 2-1 0,-3 1 1 0,0 5-2 16,0 0 1-16,0 2 0 0,1 1 2 0,-1-1 1 15,-1 6 1-15,2 2 0 0,-1 0 1 0,-2-2 3 16,0 2-2-16,1-1 3 0,-4-2 0 0,4-4-1 16,-4 1-1-16,2-2-3 0,-3-3 0 0,3 0-3 15,-2-1 4-15,0 1 1 0,0-3 6 0,1-1-2 16,-2-3 13-16,1 5-7 0,-1-1 3 0,0-4 1 0,3 2 3 0,-3-2-1 15,0 0-11-15,0 0-47 0,0 0-36 0,0 0-32 16,10-7-25-16,-9 1-33 0,5 1-44 0,-3-2-158 16,0-3-411-16,-1 0 183 0</inkml:trace>
  <inkml:trace contextRef="#ctx0" brushRef="#br0" timeOffset="-168128.4">8005 15042 172 0,'0'0'207'0,"1"-2"-25"0,-1 2-14 0,3-4-22 15,-3 4-22-15,0 0-13 0,0 0-11 0,0 0-8 16,9 5-12-16,-4 0-9 0,-1 1-7 0,2 3-9 15,-2-1-5-15,0 3-5 0,-3-1-5 0,3 0-5 16,0 2-4-16,-2 0-3 0,0-1-8 0,-2 1-1 16,1-1 2-1,-1 0-1-15,-1-4-7 0,1 0 1 0,-2 0-3 16,1-2 1-16,0 2-6 0,1-2 5 0,-1-1 0 0,1-4-4 16,0 5 2-16,-3-2-2 0,3-3 3 0,3 5-2 15,-3-5 0-15,-3 5 0 0,3-5 0 16,0 0-6-16,0 0 3 0,0 4 2 0,0-4-1 15,0 0-1-15,0 0-4 0,0 0 3 0,0 4 0 16,0-4 2-16,0 0-1 0,0 0-1 0,0 0 0 0,0 0-5 0,0 0 4 16,0 0 5-16,0 0-2 0,0 0 7 0,5 1 1 15,-5-1 0-15,18-2 5 0,0-1-1 0,4 2 2 16,8-5-4-16,4 0 1 0,5-2-2 0,15 3 9 16,-1-5 6-16,0 3 1 0,-3-1-7 0,-13 3 4 15,-5 3-3-15,-4-3 1 0,-9 4-2 0,-5-2-5 16,-1 2 0-1,-3 0-5-15,1 0 1 0,-4 1-3 0,-1-1 2 0,-6 1-7 16,10 0-1-16,-4-1-11 0,-6 1-25 0,0 0-27 16,6 1-8-16,-6-1-23 0,0 0-42 0,0 0-48 15,-18 8-156-15,11-3-363 0,0-5 161 0</inkml:trace>
  <inkml:trace contextRef="#ctx0" brushRef="#br0" timeOffset="-164535.46">9219 14156 27 0,'0'0'144'0,"1"-6"-14"0,-1 6-10 0,3-4-10 0,-2 2-8 0,-1 2-7 16,0 0-15-16,0-5-8 0,0 5 0 0,0 0-10 16,3-3-10-16,-3 3-6 0,0 0-5 0,0 0-6 15,0 0-9-15,0 0 5 0,0 0-6 0,-12 11-6 16,2-4 4-16,-2 5-5 0,-7 1-11 0,0 3 7 15,-4 1-5-15,-1 1 2 0,-3 0 5 0,4-1-3 16,-1 2-3-16,-1-3-3 16,1 0-5-16,3 1 6 0,1 1 0 0,4-5-10 15,3-1-1-15,-1 0 1 0,4 2 10 0,-3-2-7 16,5-3 0-16,3 2 1 0,1-3-1 0,3 4-1 16,-3-3-3-16,5-1-2 0,2 1 8 0,3 2 1 15,5-2-3-15,5 0 5 0,2 0 4 0,0-1-9 16,11 2 6-16,1 2 0 0,-1-2-7 0,-2 2 14 15,-7-4-14-15,-2 1 2 0,4 0-1 0,-3-1 4 0,-3 0-4 0,0 1-7 16,-7-2 4-16,0 1 4 0,-4-1-3 0,-1 0-1 16,-2 0-3-16,-2 0 5 0,-7 3 5 0,-2-4-7 15,-8 3 4-15,-2-2-2 0,-5 2 5 0,-3 1-5 16,-1-3 3-16,1-2 3 0,5-1-6 0,1 1 5 16,-7-4 2-16,8 2-5 0,5-2-2 0,1-1 5 15,4 0 4-15,-2 1-3 16,5-1-3-16,-1 0 8 0,8 0-11 15,-5-1-22-15,5 1-22 0,0 0-13 0,20-8-8 16,-3 2-14-16,5 2-21 0,-1 1-98 0,9-6-213 0,-2 2 96 16</inkml:trace>
  <inkml:trace contextRef="#ctx0" brushRef="#br0" timeOffset="-164250.36">9387 14563 91 0,'-2'-8'207'16,"2"8"-18"-16,0 0-24 0,0 0-11 0,0-2-19 0,0 2-16 15,0 0-7-15,0 0-21 0,0 0-11 0,0 0-8 0,0 0-13 16,0 0-4-16,0 0-6 0,0 0-5 0,0 0-3 16,0 0-18-16,0 16 14 0,0-12-7 0,2 3-4 15,-2-1-9-15,1-1 10 0,0 1-8 0,-1 1-3 16,1-3 3-16,1 1-2 0,-4 1 0 0,4-1-4 15,-2 0-11-15,1-1-8 0,-2 0-20 0,1-4-14 16,1 5 14-16,-1-5-3 16,0 0 2-16,0 0-45 0,0 0-36 0,0 0-14 15,-13-8-123-15,7 4-266 0,-2-3 117 0</inkml:trace>
  <inkml:trace contextRef="#ctx0" brushRef="#br0" timeOffset="-164103.25">9310 14405 120 0,'-3'-4'200'0,"3"-6"-1"0,3 5-14 0,-2 1-10 0,-1-4-14 0,0 2-15 16,1 2-15-16,3-1-13 0,-4 2-10 0,0 3-17 16,3-6-8-16,-2 6-14 0,-1 0-35 0,5-5-30 15,-5 5-24-15,0 0-33 0,0 0-37 0,14 7-26 16,-11-3-142-16,-2-1-279 0,2 4 124 0</inkml:trace>
  <inkml:trace contextRef="#ctx0" brushRef="#br0" timeOffset="-163680.18">9606 14463 59 0,'-1'6'88'0,"1"-2"-10"0,0-1-8 0,1 1 1 16,-1 1-14-16,0 2-3 0,0 1-9 0,-1-3 0 15,1 4-16-15,0-1 0 0,-1 3 1 0,-1-3-4 0,0 3-4 0,1-2 3 16,-1 0-7-16,0 1 0 0,2-4-5 0,-3-1-2 16,3 0 5-16,0 0 17 0,-1 1-13 0,0-4 24 15,1-2 21-15,-3 5 22 0,3-1 29 0,0-4 24 16,0 0 9-16,0 0-15 0,0 0-16 0,0 0-12 15,9-14-6-15,-5 7-14 0,5-1-8 0,-3-1-7 16,2-1-9-16,0 3-4 16,0-1-11-16,0 1-3 0,-1-1-5 0,-4 4-7 15,3 1-2-15,-3-1-4 0,1 0-7 0,1 1-4 16,-4 0-3-16,-1 3-2 0,0 0-1 0,13 3 0 16,-7 0-9-16,-3 1-17 0,4 2-15 0,-4-1-19 15,4 6-17-15,-5 1-32 0,6-3-22 0,-3 1-35 16,-1 0-179-16,0 2-364 0,-2-3 161 0</inkml:trace>
  <inkml:trace contextRef="#ctx0" brushRef="#br0" timeOffset="-162978.44">10105 14307 100 0,'0'-5'158'0,"0"5"-11"0,0 0-10 16,2-6-16-16,-2 6-13 0,0 0-15 0,0 0-11 16,0-4-11-16,0 4-10 0,0 0-8 0,0 0-2 15,0 0-9-15,1 16-8 0,-1-10-2 0,-1 3-4 16,1 1-8-16,0 2 4 0,-2 1-7 0,-1 2 3 15,0 1-2-15,2 0-3 0,-3-1 0 0,1 2-5 16,1 0-6 0,-3-3 4-16,3-2 1 0,-1-1 2 0,0-1-16 0,2 1 21 15,-1-2-6-15,0-4-2 0,1 3-3 0,1-3-2 16,-3-1 7-16,2-2 18 0,0 3 19 0,1-5 33 16,0 0 30-16,-4 4 25 0,4-4 16 0,0 0-13 15,0 0-13-15,0 0-14 0,0 0-10 0,6-19-11 16,-3 7-8-16,2 1-9 0,3-4-9 0,0-2-10 15,3 3-6-15,-1-2-8 0,-1 0-3 0,3 2 7 0,-6 2-12 16,3 4-5-16,0-2-3 0,-4 4-7 0,0-2 9 16,-1 4-12-16,-3 0-4 0,3 0-6 0,3 2 22 0,-1-1-4 15,-2 3-7-15,-4 0-3 0,13 3 1 0,-7 1-7 16,3-1-1-16,-1 7-2 0,-2-3 1 16,5 4-2-16,-2 0-4 0,-1 4 3 0,1-1-4 15,-1 0 0-15,-2-2 1 16,-1-2 0-16,0 1-4 0,0 0-5 0,-1-1-1 15,3-1-2-15,-6-1 2 0,1-1-4 0,1-1-3 0,-2-2-6 16,3 0-4-16,-3 3 7 0,1-4-4 0,-2-3 5 16,1 2 4-16,-1-2 4 0,0 0 3 0,1 6 5 15,-1-6-6-15,0 0-5 0,0 0-30 0,4 2-63 16,-4-2-48-16,0 0-32 0,5-10-33 0,-2 5-168 16,-1-2-422-16,3-1 187 0</inkml:trace>
  <inkml:trace contextRef="#ctx0" brushRef="#br0" timeOffset="-162577.93">10677 14307 188 0,'3'-3'180'16,"-3"3"-19"-16,0 0-21 0,0 0-15 0,0 0-13 0,0 0-16 0,0 0-8 0,2 10-4 15,-3-4-9-15,-3 4-12 0,3 0-7 0,-2 0-8 0,-2 2-5 16,0-2-4-16,-1 6-1 16,2-3-5-16,-4 1-2 0,1 0-6 15,0-2 1-15,2-2-2 0,1-3 1 0,3-1-7 16,-2 0-5-16,-1-1 7 0,3-1 1 0,1 0 34 16,-5-2 32-16,5 1 34 0,0-3 29 0,0 0-1 0,0 0-15 15,0 0-13-15,0 0-13 0,4-13-15 0,-3 7-5 16,3-2-13-16,1-2-5 0,-1 1-8 0,1 1-6 15,-1-1-10-15,0 4 1 0,2-1-2 0,-3 0-13 0,-1 3-5 16,1 0-7-16,-2 1-8 0,3-1-4 0,-4 3-4 16,0 0-5-1,10 0-2-15,-4 4-2 0,0-1-12 0,-1 1-7 16,0 2-8-16,1 2-16 0,3 0-13 0,-4 2-16 0,2 0-26 0,-3-1-19 0,-1 1-19 16,1 1-32-16,2-3-20 0,-3-1-24 0,-3 0-145 15,-1-2-390-15,1-3 173 16</inkml:trace>
  <inkml:trace contextRef="#ctx0" brushRef="#br0" timeOffset="-162230.34">10511 14316 99 0,'0'0'187'0,"0"0"-13"16,0 0-19-16,-6 0-11 0,6 0-14 0,0 0-11 16,0 0-15-16,0 0-9 0,0 0-10 0,0 0-4 15,0 0 4 1,0 0-3-16,0 0-5 0,0 0 1 0,0 0 0 16,0 0 7-16,-6-2-5 0,6 2-2 0,0 0-11 0,0 0-4 15,15-3-8-15,-5-1-8 0,3 1-2 0,9-1-5 16,8-4-7-16,3 2-3 0,7-3-4 15,15 1 4-15,2-3-5 0,-3 3 1 0,-3-2-6 16,-13 5 0-16,-2 0-3 0,-5-1-1 0,-2 1-15 0,-11 3 0 16,0 1-5-16,-5-3-9 0,-3 4-17 0,-2-3-15 0,-2 3-31 15,-1 0-20-15,-5 0 3 0,0 0-23 0,0 0-27 16,-11 9-51-16,-7-5-101 0,5-1-319 0,-5 1 140 16</inkml:trace>
  <inkml:trace contextRef="#ctx0" brushRef="#br0" timeOffset="-161397.18">10105 14762 127 0,'0'0'193'16,"-8"0"-10"-16,8 0-15 0,0 0-16 0,0 0-14 0,0 0-13 15,0 0-5-15,0 0-22 0,0 0-9 0,0 0-7 16,0 0-8-16,0 0-10 0,0 0-5 0,0 0-10 15,0 0-1 1,-10-1-6-16,10 1-1 0,0 0-4 0,0 0-7 16,0 0-4-16,0 0-2 0,0 0-6 0,0 0 1 0,0 0-1 15,0 0-4-15,0 0-1 0,0 0-1 16,0 0-2-16,0 0 0 0,0 0 0 0,0 0-3 16,0 0-1-16,0 0 0 0,0 0-1 0,0 0 0 15,0 0-1-15,0 0 1 0,0 0 6 0,0 0 4 0,0 0-2 16,0 0 6-16,0 0-7 0,23-4-1 0,-6-2-1 0,9 3-3 15,10-3 2-15,1 0-4 0,18-3 3 0,6 4 3 16,3-2 4-16,3-1-1 0,25 2-3 0,-32-2 1 16,-3 1-1-16,-3 0 1 0,-15 4-1 0,0-5-1 15,-6 4-2-15,2-1-1 0,-7 0 2 0,-9 1-1 16,-1-1 2-16,-7 2 12 0,-1 2 6 0,-1 0 5 16,-2-1 2-16,-1 1-3 0,-2 1 1 0,-4 0-1 0,9-1-3 0,-9 1-4 15,6-2-4-15,-6 2-6 0,0 0-14 0,5-1-23 16,-5 1-20-16,0 0-24 0,0 0-20 0,0 0-31 15,-14 9-27-15,8-6-31 0,-3 3-168 0,-1 0-371 16,-2-1 165-16</inkml:trace>
  <inkml:trace contextRef="#ctx0" brushRef="#br0" timeOffset="-160758.15">10627 14862 30 0,'0'0'181'0,"0"0"-18"0,0 0-18 15,17-5-14-15,-10 5-11 0,4 0-16 0,1 0-7 16,0 1-15-16,0 2-6 0,0-1-12 0,0 2-5 0,6 1-6 15,-7 0-10-15,1 1 1 0,-1 2-9 0,-4 0-3 0,0 1-5 16,-1-1-8-16,1 2-6 0,-4 2-5 0,-1 0 2 16,-2 0-5-16,-5 1-1 0,2 3-4 0,-2-4-3 15,-5 0 9-15,1 2-3 0,0-3 4 0,0-1-7 16,2-2 2-16,-1 0-4 0,0 1 3 0,-1-2 1 16,0-2 0-16,4 0-5 0,0-2 4 0,1 2-3 0,-1-2 1 0,1 1 3 15,2-2 8-15,2-2-9 0,-4 4-1 16,1-1 3-16,3-3 1 0,0 0-1 0,-3 4-4 15,0-2 8-15,3-2 0 0,0 0 10 0,0 0 1 16,0 0 20-16,0 0-6 0,0 0 0 0,-3 3 2 16,3-3 4-16,0 0 3 0,0 0-1 0,0 0 11 0,17 0-1 15,-4-1 0 1,15-3-2-16,9 3-4 0,-5-3 2 0,5 1-2 16,0-1-8-16,0 3 0 0,0-3-5 0,-2 3-2 15,-6-1-2-15,-6-1-6 0,4 1 2 0,-8 0-2 16,-1 1-5-16,-4 1-1 0,-4-1 0 0,0 0 0 15,-2 1-2-15,-1 0-3 0,-7 0 2 0,11 0-1 16,-11 0-3-16,8-2-1 0,-8 2-15 0,0 0-30 16,6 0-44-16,-6 0-52 0,0 0-54 0,0 0-165 0,0 0-381 0,0 0 169 15</inkml:trace>
  <inkml:trace contextRef="#ctx0" brushRef="#br0" timeOffset="-96217.51">7366 14151 27 0,'0'0'143'16,"3"-1"-11"-16,-3 1-48 0,0 0 23 0,0 0 1 15,1-5 3-15,-1 5 7 0,0 0 0 0,0 0-8 16,0-4-5-16,0 4 4 0,0 0-8 0,4-4 7 15,-4 4-9-15,1-1-4 0,-1 1-5 0,0 0-5 16,3-6-7-16,-3 6-4 0,1-3-7 0,-1 3-5 16,4-4-4-16,-4 4-6 15,1-3-2-15,-1 3-6 0,3-2-6 0,-3 2-5 16,4-5-3-16,-4 5-6 0,7-2-1 0,-3 1-2 16,1-1-5-16,-5 2 0 0,10 0-4 0,-1 2 1 15,3-2-4-15,-2 1-3 0,1 3 2 0,2 0-5 16,1-1-5-16,2 4-3 0,0 3 2 0,1 1 19 15,-1 2-8-15,10 4 3 0,-8 3-6 0,1-3-1 16,-2 2-4-16,-2 2-11 0,-2 1-5 0,-3-4-4 0,-4 1-10 0,0 0-8 16,-4 1-2-16,-1-1-2 0,-3 0 6 0,-5 6-1 15,1-6 6-15,-7 5 0 0,4-7 8 0,-2-3 10 16,-3 2-13-16,-5 2 15 0,3-4-6 0,-3 4 0 16,5-6-2-16,-4-1 7 0,5-1 0 0,-1 0 1 15,4-3 4-15,1 1-4 0,-1-3 3 0,5 0 0 16,0-1 4-1,0-1-4-15,-1 0 6 0,4-1 1 0,-1 1-1 0,0-1 4 16,0 0 5-16,3-2 4 0,-4 5 12 0,4-5 1 16,-2 1 1-16,2-1 2 0,0 0-2 0,0 0-3 15,0 0-2-15,-3 3-3 0,3-3 0 16,0 0-2-16,0 0 2 0,0 0-5 0,0 0 0 16,0 0 10-16,0 0-7 0,0 0-1 0,0 0 6 0,0 0-6 15,0 0 6-15,0 0 2 0,-3 4-5 0,3-4 6 0,0 0-6 16,0 0-2-16,0 0-3 0,0 0 0 0,0 0-1 15,0 0 1-15,0 0-4 0,0 0 0 0,0 0 1 16,-2 1-2-16,2-1-3 0,0 0 7 0,0 0 3 0,0 0 1 16,0 0 6-16,0 0 1 0,0 0 0 15,0 0 1-15,0 0-4 0,0 0 0 0,0 0-5 16,0 0-1-16,0 0 2 0,17-1-5 0,-5 0-1 0,1-1-1 0,9 1 1 16,5-2-1-16,2 2 4 0,3-2-7 0,-1 1 1 15,1 0-1-15,-2-1 2 0,0 0-4 0,-1 0 2 16,-9 2-3-16,1-2 3 0,-2 1 1 0,-7 0 1 15,-1 1 16-15,-2 1 11 0,-1-1 14 0,-3 0-1 16,1-1 3-16,-6 2-1 0,9-2 1 0,-6 1-9 16,-3 1-4-16,7 0-4 15,-7 0-5-15,6-2-3 0,-6 2-10 0,0 0-33 16,0 0-26-16,0 0-37 0,0 0-46 0,0 0-52 16,0 0-70-16,0 0-207 0,0 0-493 0,0 0 218 15</inkml:trace>
  <inkml:trace contextRef="#ctx0" brushRef="#br0" timeOffset="-94860.96">7435 14090 6 0,'3'-4'136'0,"-3"4"-20"16,5-2-11-16,-3 1-4 0,2-2-9 0,-4 3-5 0,9-1-11 16,-4-1-10-16,-5 2-7 0,13 2-5 15,-5-2-4-15,1 2-8 0,-2 1-3 0,2-1-2 16,1 3-9-16,2 0-1 15,-3 2 3-15,1 2-12 0,3 4 14 0,-4-1-9 16,4 2-13-16,-3 3 3 0,3 7 3 0,-7-7-17 16,2 3 14-16,-3 3-5 0,1-3 3 0,-2 4-2 15,-1-4-17-15,-2 6 11 0,-5 0-2 0,0-3 0 16,-2-3 12-16,1-1-13 0,-4 0 2 0,-4-2 1 0,4 0 1 16,-5 0-5-16,4-3-3 0,-2 1 13 15,-2-1-4-15,4-2 4 0,-3 0-2 0,-2-4-3 0,5 0 2 0,-2-1 2 16,5-1 0-16,0 0 5 0,2-1-3 0,0-3 4 15,-1 2-5-15,2-1 7 0,4-3 2 0,-5 3 6 16,1-1 4-16,4-2-1 0,-3 3 8 0,3-3 2 16,0 0 6-16,0 0 2 0,-5 4-2 0,5-4 3 15,0 0-1-15,0 0-3 0,0 0-2 0,0 0-7 16,0 0-1-16,0 0-6 16,-5 0-1-16,5 0-2 0,0 0 0 0,0 0-7 15,0 0 0-15,0 0-3 0,0 0-5 0,0 0 0 16,-5 2 2-16,5-2-3 0,0 0 1 0,0 0 0 15,0 0-3-15,0 0-2 0,0 0 2 0,0 0-1 16,0 0-3-16,0 0 3 0,0 0-1 0,0 0 1 16,0 0-1-16,0 0 3 0,0 0-3 0,0 0 1 15,0 0-6-15,0 0 8 0,0 0-8 0,0 0 5 0,0 0-4 0,0 0 1 16,0 0 0-16,0 0 0 0,-1 3 7 16,1-3-2-16,0 0-3 0,0 0 3 0,0 0-3 0,0 0-1 15,0 0 5-15,0 0-3 0,0 0 5 0,0 0 6 16,0 0 9-16,0 0 5 0,0 0 5 0,0 0 4 15,0 0 3-15,0 0 5 0,0 0 2 0,0 0 0 16,0 0-1-16,0 0 4 0,0 0-3 0,0 0 1 0,0 0-1 0,0 0-3 16,0 0-3-16,0 0-5 0,0 0-4 0,0 0-2 15,0 0-4-15,0 0-6 0,0 0 2 16,0 0-3-16,0 0-1 0,0 0-2 0,0 0-1 16,0 0-2-16,0 0-4 0,0 0-3 0,0 0 1 0,0 0-2 15,0 0 4-15,0 0-6 0,0 0 0 0,0 0 0 31,0 0 3-31,0 0-2 0,0 0-2 0,0 0 0 0,0 0-4 16,0 0 1-16,0 0-1 0,0 0-1 0,0 0 3 16,15 1-3-16,-5 1 5 0,3-1-2 0,4-1 0 15,4 1 0-15,9 2 1 0,0-1 1 0,5 0-3 16,1 0-2-16,1-2 8 0,2 0-6 0,0 3-1 16,-4-3 2-16,0 0-3 0,-3 0 5 0,-10 0-1 15,-2 0-4-15,-3 0 0 0,-3 0 14 0,-3 0-10 0,-4 0 1 0,0-3 13 16,0 3 4-16,-1 3 15 0,-6-3-2 0,6-3 4 15,-6 3-6-15,9-2 0 0,-9 2-3 0,0 0-5 16,5 0 1-16,-5 0-6 0,0 0-3 0,0 0-20 16,0 0-22-16,8 0-24 0,-8 0-30 0,0 0-49 15,0 0-63-15,0 0-64 0,-2 6-200 0,2-6-495 16,0 0 220-16</inkml:trace>
  <inkml:trace contextRef="#ctx0" brushRef="#br0" timeOffset="-89703.88">12807 14493 165 0,'0'0'201'15,"0"0"-10"-15,0 0-17 0,0 0-13 0,0 0-4 16,0 0-11-16,0 0-6 0,0 0-6 0,0 0-4 0,0 0-6 0,0 0-9 15,0 0-3-15,0 0-9 0,0 0-12 0,0 0-5 16,0 0-4-16,0 0-15 0,0 0-11 16,0 0-1-16,12-2 9 0,-3 1-5 0,3 1-6 15,9-3-2-15,1 3-6 0,6-2-7 0,2 2-19 0,1 0-26 16,-3-1-24-16,3 0-41 0,-3 2-35 0,0-1-45 16,0 1-49-1,-9 1-175-15,-2 2-405 0,-6-3 180 0</inkml:trace>
  <inkml:trace contextRef="#ctx0" brushRef="#br0" timeOffset="-89541.15">12938 14647 27 0,'-3'0'293'0,"3"0"-11"0,-3 3-14 16,3-3-14-16,0 0-24 0,0 0-25 0,16-5-17 15,-5 5-21-15,17-4-20 0,6 3-19 0,1-3-21 16,5 2-52-16,11-2-65 0,-12 3-76 0,14 0-97 15,-13-1-163-15,-3-1-374 0,-3-1 166 0</inkml:trace>
  <inkml:trace contextRef="#ctx0" brushRef="#br0" timeOffset="-88670.16">14718 13777 4 0,'0'0'278'0,"0"0"-21"0,0-3-27 0,0 3-24 16,0 0-25-16,0 0-18 0,0 0-24 0,0 0-15 15,0 0-16-15,0 0-19 0,0 0-18 0,0 0-8 16,0 0-11-16,-6 11-4 0,5-3-9 16,-4 4-2-16,-3 3-1 0,-1 4-5 0,-1 4-5 0,-4 0 1 15,0 4-2-15,0-3-7 16,2 1-2-16,0-2-7 0,0 0 3 0,1 0 16 15,1-3-6-15,3-4 0 0,-1 1-2 0,1-2-5 16,-1 0 2-16,3-3-3 0,1 0-1 0,2-2-2 16,-1 0-1-16,-1-3-2 0,3-1 1 0,-2 0 2 15,2-2-4-15,1 1 4 0,-5 1 2 0,9-2 7 16,-4 1 5-16,1-3 4 0,0 2 6 0,6-1-1 16,-2 0 3-16,4 2-3 0,5-5-1 0,4 1-2 15,4 0-3-15,7-1-3 0,0-1-16 0,3 0-25 0,-1 0-34 16,0-3-45-16,-2 1-47 0,0 0-47 0,-1-2-206 15,-7 1-428-15,-1-4 190 0</inkml:trace>
  <inkml:trace contextRef="#ctx0" brushRef="#br0" timeOffset="-88438.47">14983 14084 30 0,'0'0'307'0,"0"-5"3"0,0 0-6 16,0 5-3-16,-1-5-20 0,1 5-15 0,0-3-22 15,0 3-21-15,0 0-22 0,0 0-25 0,0-7-25 16,0 7-17-16,0 0-11 0,0 0-30 0,0 0-14 15,0 0-17-15,0 0-12 0,0 0-7 0,0 15-2 16,-2-5-9-16,-1 2-3 0,3 4 3 0,-1 1-9 16,-2 3 1-16,2-1-8 15,-3 0 3-15,4 0-3 0,0 8 8 16,0-9-18-16,-1 0-33 0,1-1-25 0,0-1-23 16,-3 0-32-16,3-4-43 0,-1 0-26 0,-2-2-20 0,3 2-25 15,-1-2-219-15,1 1-475 0,-1-3 210 0</inkml:trace>
  <inkml:trace contextRef="#ctx0" brushRef="#br0" timeOffset="-87814.88">14249 14546 39 0,'0'0'146'0,"0"0"-13"15,0 0-8-15,-9 2-10 0,9-2-9 0,0 0-6 16,0 0-3-16,0 0-12 0,0 0-4 0,0 0-4 0,0 0-4 16,0 0-3-16,0 0 0 0,0 0-4 0,0 0 1 15,0 0-10-15,0 0-2 0,0 0 2 0,0 0-7 16,0 0 0-16,0 0 3 0,0 0-5 0,-3-5-2 15,3 5-1-15,0 0-5 0,0 0-1 0,0 0-5 16,0 0-3-16,0 0 0 0,0 0-5 0,0 0-3 16,0 0 0-16,0 0-6 15,0 0-1-15,0 0-1 0,0 0 2 0,0 0 14 16,0 0 2-16,0 0 2 0,0 0-4 0,0 0 0 16,0 0-6-16,23-3-2 0,-5-1-4 0,5 2-1 15,12-2 2-15,17 0-3 0,7-1 6 0,35-4 13 16,2 2 3-16,6-1 2 0,-6 4 0 0,0-1-3 15,-4-3 0-15,-27 6-4 0,27-3-5 0,-28 1 1 16,-1-1-3-16,-2 0-6 0,-3 0 4 0,-5 0-5 0,-14-2-4 0,-4 4 1 16,-4 0-3-16,-8-1 3 0,-5 1 7 0,-1-1 6 15,-7 2 9-15,-3 2 9 0,0-1 1 0,-1-1 6 16,-1 2-15-16,1-1-6 0,-6 1-12 0,6-1-28 16,-6 1-33-16,0 0-41 0,0 0-40 0,0 0-58 15,-26 5-46-15,7 1-227 0,1-1-490 0,-4-3 217 16</inkml:trace>
  <inkml:trace contextRef="#ctx0" brushRef="#br0" timeOffset="-86912.91">14472 14778 276 0,'0'0'287'15,"0"0"-17"-15,4-4-14 0,-4 4-22 0,0 0-17 16,0 0-23-16,0 0-20 0,0 0-21 0,0 0-13 0,0 0-16 16,0 0-14-16,0 0-14 0,0 0-14 0,0 0-22 15,0 0-25-15,0 0-7 0,0 0-5 0,0 0-5 16,0 14-2-16,0-7-6 0,-3 5-1 0,2-2 3 16,-1 3-6-16,0 4 2 0,2 5-3 0,-5-4-1 15,2 6-2-15,1-5-16 0,-2-2 0 0,3-1 1 16,-3 0 3-16,2-4-1 15,0 1 0-15,2-3 3 0,-2-1 2 0,0 2 3 16,2-4 0-16,-1-1 1 0,-1 1-1 0,2-3 2 16,0 0 1-16,-2 0 1 0,2-4 4 0,-1 4 1 15,1-4-2-15,-2 4 2 0,2-4 24 0,-2 4 17 16,2-4 21-16,0 0-1 0,0 0 31 0,0 0 11 16,0 0 19-16,0 0 13 0,0 0-11 0,0 0-8 15,0 0-16-15,9-13-7 0,-4 2-13 0,3-2-7 0,2 1-12 0,3-4-10 16,1 1-1-16,-1 0-6 0,-3 0-8 0,4 1-4 15,-2 1-4-15,1 1-9 0,-1-1 5 16,-4 5-3-16,1 0-7 0,0 0-12 0,0 3 5 16,-3 1-9-16,1 0-7 0,-1 0 6 0,1 2-9 15,0 2 3-15,1 0-20 0,0 2-2 0,1 5-4 0,2-2 1 16,0 6-1 0,2 0-7-16,-7 0 2 0,7 5-1 0,-6 1 5 15,0 0-2-15,-2 1 2 0,2 2 3 0,-2-5 1 16,-3 4 14-16,2 0-10 0,-1-2 2 0,-2-2 1 15,-1-3-2-15,3-1 6 0,-3-2-2 0,0-2 1 16,0-1 5-16,0 1 2 0,0-4 3 0,1 2 3 0,-1 0-2 16,0-5 2-16,0 5 3 0,0-5-2 0,-1 3 5 15,1-3 0-15,0 4 10 0,0-4-8 0,0 0-2 0,0 0 4 16,0 5 0-16,0-5 0 0,0 0 2 0,2 2 1 16,-2-2 3-16,0 0-2 0,0 0 10 0,0 0-3 15,0 0 3-15,0 0-4 0,0 0-3 16,0 0 0-16,0 0-9 0,0 0-11 0,0 0-24 0,0 0-28 15,0 0-45-15,0 0-51 0,7-8-65 0,-2 3-67 16,-4 3-268-16,0-2-601 0,3-3 266 0</inkml:trace>
  <inkml:trace contextRef="#ctx0" brushRef="#br0" timeOffset="-85246.51">14945 14703 47 0,'0'0'245'0,"0"0"-19"0,0 0-8 0,1-3-15 16,-1 3-15-16,0 0-13 0,5-4-11 0,-5 4-10 16,0 0-10-16,3-3-14 0,-3 3-12 0,0 0-13 15,0 0-9-15,0 0-13 0,5-2-9 0,-5 2-10 0,0 0-6 0,0 0-9 16,12 2-5-16,-12-2-4 0,12 2-7 0,-8 3-4 16,4-2-4-16,0 2 0 0,-2 4-7 0,4-4-3 15,-2 3-4-15,0-1-4 0,-3 1 0 16,1 1-5-16,-1 1 0 0,-2 1-6 0,-2 0-4 0,-1-2-6 15,-1 3-3-15,-3-3 0 0,-1 1 6 0,-2 0-3 16,2-3 0 0,-1 4 1-16,-2-4 3 0,-2 2 0 0,6-4 1 15,-1 0 5-15,0 2-6 0,1-3 7 0,0-3-3 16,0 5 4-16,3-3-1 0,1-3 5 0,-5 6 14 16,5-6 12-16,-1 1 5 0,1-1 3 0,0 0 1 15,0 0-1-15,10 4-3 0,-1-5-4 0,1 1-3 16,4-2-3-16,4 1 1 0,-4 0-4 0,0-2-3 15,-2 3-2-15,0 0-2 0,6-2-1 0,-9 1 1 0,4 1-2 0,-5-1-2 16,-2 1 3-16,0-1-10 0,1 0-18 0,-7 1-20 16,6 0-21-16,-6 0-19 0,0 0-32 0,5-4-36 15,2 2-24-15,-7 2-27 0,0 0-185 0,0 0-411 16,0 0 182-16</inkml:trace>
  <inkml:trace contextRef="#ctx0" brushRef="#br0" timeOffset="-84830.21">15534 14819 249 0,'0'0'266'16,"0"0"-27"-16,5-1-28 0,-5 1-25 0,0 0-25 15,0 0-33-15,0 0-17 0,0 8-4 0,-4-1-11 0,0 1-10 16,-2 3-10-16,-1-1-7 0,-3 5-7 0,0 0-7 16,-1 2-5-16,-1-1-9 0,1 0-2 0,1-2-2 15,1 1-3-15,-3-2-3 0,3-3 2 0,3-2-10 16,2-1-3-16,0-2 5 0,-2-2-2 0,2 1 2 16,3-1 27-16,-2 0 42 0,3-3 42 0,-4 4 27 0,4-4 6 15,0 0 8-15,0 0-14 0,0 0-23 0,7-10-8 16,-6 3-17-16,4 2-12 0,4-6-10 0,-4 2-12 15,3 1-11-15,-2-1-6 0,0 1 3 16,1 2-12-16,-3 1-6 16,-2 0-2-16,2 1-17 0,-1 1-3 0,-1 0-13 15,1 2-21-15,-3 1-16 0,7-3-15 0,-7 3-12 16,7 5-1-16,-3-1-13 0,1 4-8 0,1 0-22 16,0 1-29-16,-2 0-30 0,0 1-33 0,0 1-39 15,1 0-31-15,-2-3-275 0,-2-1-575 0,0 1 256 16</inkml:trace>
  <inkml:trace contextRef="#ctx0" brushRef="#br0" timeOffset="-84407.13">15442 14815 35 0,'0'0'235'0,"-7"-1"-18"0,7 1-15 0,0 0-17 0,0 0-15 15,-7-2-23-15,7 2-9 0,0 0-17 16,0 0-14-16,0 0-5 0,0 0-6 0,0 0-7 16,0 0-8-16,0 0-5 0,0 0-7 0,0 0-6 15,0 0-5-15,0 0-2 0,-4-3 3 0,4 3-9 16,0 0-2-16,0 0-5 16,0 0-4-16,0 0-2 0,0 0-4 0,0 0-1 15,0 0-6-15,0 0 4 0,0 0-2 0,0 0 2 16,0 0-2-16,0 0-2 0,0 0 0 0,0 0-5 15,0 0 10-15,0 0-10 0,0 0 7 0,0 0 3 16,0 0-1-16,0 0-1 0,22 0-6 0,-8 0 2 16,13-2-5-16,5 3 0 0,1-4-2 0,5 1-2 15,2-1-3-15,15-2-1 0,-5 3 0 0,-11 0-3 0,-3-1-1 0,-4 1-2 16,-1 2 15-16,-10-3 4 0,-5 0 14 0,-2 1 6 16,-8 0 5-16,4 1-4 0,-3 0-5 0,0 0 0 15,-1-1-10-15,-3 1-6 0,-3 1-16 16,0 0-18-16,6-1-33 0,-6 1-51 0,0 0-54 15,0 0-54-15,-25-1-98 0,14 2-158 0,-1-2-493 16,12 1 218-16</inkml:trace>
  <inkml:trace contextRef="#ctx0" brushRef="#br0" timeOffset="-81723.45">16900 13817 118 0,'0'-2'202'0,"0"2"-11"0,1-7-10 0,-1 7-15 15,3-3-14-15,-3 3-12 0,0 0-13 16,0-3-17-16,0 3-11 0,0 0-11 0,0 0-12 0,0 0-13 16,0 0-10-16,0 0-7 0,-8-1-3 0,-2 5-1 15,1 1-8 1,-9 5-1-16,-5 3-5 0,-4 3-5 0,-2-2 3 16,0 1-6-16,-2 4-1 0,-1-2-2 0,1 2-2 15,1 0-5-15,-2-1 1 0,5 1-2 0,3-2 10 0,1 1 0 16,2-2-2-16,7-2-6 0,1-1 2 15,3-1-2-15,2-2-1 0,3 2 0 0,4-1-1 16,1 0 0-16,1 2 0 0,7-3 4 0,3 3-6 16,5-1 5-16,8 4-6 0,2-2 0 0,2 1 5 0,2-2-6 0,0-1 0 0,-1 2-1 15,-1-1 1-15,-1-3 1 0,-5-1-3 0,-2 0 0 16,-4 2-6-16,-5-5 4 0,-1 1-3 0,-2 1 0 16,-1-2 2-16,-4 0-3 0,0-1-1 0,-3 1 5 15,-3 1 2-15,-4-1 0 0,-5 1 0 0,-6 1 3 0,-2-2-2 16,-6 0-3-16,-3 3 8 0,2-5-6 15,-2 0 2-15,8-1-5 0,-2 0 4 0,-4-2-1 0,7 2 0 16,1-2 1-16,5-1 1 0,2 0 3 0,2 0-4 16,2 0 2-16,3 0-7 0,5 0-48 15,0 0-30-15,0 0-26 0,23-12-22 0,-1 8-20 0,7-3-41 16,2 1-101-16,2 0-313 0,0-2 140 0</inkml:trace>
  <inkml:trace contextRef="#ctx0" brushRef="#br0" timeOffset="-81520.72">17016 14273 108 0,'4'-3'293'0,"-1"0"5"0,-1-1-6 0,2 1-17 15,-3 0-13-15,-1 3-19 0,3-4-27 0,-3 4-21 16,3-2-26-16,-1-1-23 0,-2 3-14 0,0 0-19 16,0 0-19-16,0 0-8 0,0 0-7 0,0 0-9 15,0 0-6-15,1 13-6 0,-1-7-13 16,0-3-18-16,-1 2-12 0,0 2-20 0,1-2-9 0,-1 0-11 15,2 3-25-15,-1-1-21 0,-1-3-23 16,-1 1-19-16,1 0-29 0,-3 0-25 0,2-1-48 0,-2-1-183 16,-1-1-430-16,5-2 190 0</inkml:trace>
  <inkml:trace contextRef="#ctx0" brushRef="#br0" timeOffset="-81373.61">17055 14050 7 0,'2'-3'231'16,"-2"-2"-23"-16,0 1-26 0,2 0-21 0,-2 4-47 16,2-4-47-16,-2 4-27 0,0 0-38 0,0 0-54 15,0 0-108-15,5 9-174 0,-5-3 77 0</inkml:trace>
  <inkml:trace contextRef="#ctx0" brushRef="#br0" timeOffset="-80988.53">17265 14149 232 0,'0'0'244'0,"0"0"-28"0,6 1-23 16,-6-1-21-16,2 7-20 15,-2-2-13-15,0 1-13 0,0 5-14 0,-2-1-13 16,0 1-11-16,0 1-7 0,0 5-7 0,1 0-9 15,-1-2-8-15,0-3-4 0,1 1-5 0,-3-4-5 16,3 3 0-16,0-6-9 0,0-1-3 0,-1 2-3 16,2-2-2-16,0-1 4 0,0 0 5 0,-2 0 40 15,2-4 33-15,0 5 34 0,0-5 25 0,0 0-2 16,0 0-8-16,0 0-16 0,0 0-15 0,16-13-16 0,-9 7-11 0,2-2-8 16,1 0-16-16,0 0-10 0,-4 3-1 0,4-3-15 15,-2 4 1-15,-3-1-8 0,3 1-3 16,-4 1-10-16,1 1-7 0,4-1-11 0,-4 3-5 15,3 0-9-15,-8 0-3 0,14 3-7 0,-8-1-17 0,1 2-13 16,2 1-23-16,-1 1-30 0,0 0-32 0,0 0-39 16,0 1-44-1,0 0-48-15,-1 1-280 0,-1-4-584 0,1 1 259 16</inkml:trace>
  <inkml:trace contextRef="#ctx0" brushRef="#br0" timeOffset="-80518.58">17906 14029 118 0,'0'-5'264'0,"0"5"-27"0,0 0-26 15,2-3-27-15,-2 3-20 0,0 0-20 0,0 0-19 16,0 0-10-16,0 0-14 0,-4 12-9 0,3-6-11 0,0 5-8 16,-2-2-9-16,-2 4-6 0,2 3-6 15,-1 1-8-15,-2 0-3 0,1 1-5 0,0 0-2 16,-5-1-6-16,6 0 0 0,-1-2-3 0,1 0-4 16,-1-2 9-16,1-4-15 15,2 1 0-15,-2-3-2 0,0-1 2 0,4-1 3 16,-1-2 25-16,0 1 37 0,-1-1 43 0,2-3 48 15,-1 5 28-15,1-5 19 0,0 0-8 0,0 0-23 16,0 0-20-16,8-12-17 0,-2 5-17 0,2-6-14 16,2-1-10-16,3-2-13 0,-1 0-11 0,4 2-9 15,-3-1-6-15,-1 1-8 0,1 2-1 0,-4 3-14 16,0 1-6-16,-3 1-1 0,-1 4-4 0,-1-1-15 0,0 1-4 0,0 2-27 16,1 1 7-16,-5 0-1 0,10 4-2 0,-6 1 1 15,1 0-35-15,2 2 1 0,-2 2 21 0,-4-1-5 16,4 1-2-16,0 4-5 0,-1-3-14 0,1 1-22 15,-1 1-19-15,0-2-14 0,-1 1-21 0,0-3-25 16,0 3-37-16,-2-3-36 0,2 1-35 0,-2-3-50 16,-1-2-246-1,2 1-593-15,1-5 262 0</inkml:trace>
  <inkml:trace contextRef="#ctx0" brushRef="#br0" timeOffset="-80124.13">18399 14026 41 0,'1'-4'352'15,"3"3"-40"-15,-4 1-34 0,1-5-30 0,-1 5-29 16,3-2-25-16,-3 2-21 0,0 0-18 0,1 8-21 16,-1-1-10-16,-1 1-14 0,-2 5-13 0,2-4-6 15,-3 7-12-15,0 2-8 0,1 0-4 0,-3 1-12 0,-2-2-4 16,1 2-1-16,2-2-7 0,-1-3-4 0,0-4-4 0,3 0-1 15,0-2-6-15,-1 0 1 0,2-3-2 0,-1-2 3 16,3 3 15-16,-4-3 39 0,4-3 27 0,-2 3 33 16,2-3-12-16,0 0-17 0,0 0-10 0,4-14-9 15,-2 8-12-15,2-5-12 0,1 1-11 0,4-1 1 16,-3 1-8-16,2-5-6 0,-1 7-7 0,0-1-7 16,0 1-6-16,-1 4-1 15,-2-1-8-15,-2 2-6 0,1 0-6 0,3 1-6 16,-6 2 3-16,0 0 1 0,13 3-10 0,-8 0-24 15,3 3-14-15,1 2-14 0,-3 0-26 0,-2 1-26 16,4 3-28-16,-2-3-31 0,-1 1-34 0,0 2-32 16,0-3-45-16,-1 2-257 0,-2-4-579 0,0 0 256 15</inkml:trace>
  <inkml:trace contextRef="#ctx0" brushRef="#br0" timeOffset="-79954.88">18404 14038 59 0,'-1'-4'335'0,"-2"3"-9"16,3 1-14-16,-1-5-17 15,1 5-20-15,-3-6-29 0,3 6-31 0,8-4-18 16,1 2-25-16,1 0-17 0,12 0-20 0,7 1-36 16,5-2-34-16,4 2-44 0,2 0-52 0,0-1-62 15,13-1-64-15,-14 2-101 0,-2-3-137 0,-3-1-428 16,-5 1 190-16</inkml:trace>
  <inkml:trace contextRef="#ctx0" brushRef="#br0" timeOffset="-79415.93">17741 14459 123 0,'-6'0'160'0,"6"0"9"0,-7 2 4 16,7-2 7-16,-8 0 6 15,8 0 0-15,0 0-6 0,0 0-5 0,-5 1-7 16,5-1-6-16,0 0-9 0,0 0-10 0,0 0-9 15,0 0-15-15,0 0-11 0,0 0-9 0,0 0-15 16,-7 0-6-16,7 0-9 0,0 0-8 0,0 0-3 16,0 0-6-16,0 0-9 0,0 0 1 0,0 0-6 15,0 0-5-15,0 0-6 0,0 0-3 0,0 0-1 16,0 0-1-16,0 0-6 0,0 0-3 0,0 0 0 0,0 0-2 0,0 0-1 16,0 0-2-16,0 0 0 0,0 0 3 0,0 0-3 15,0 0 1-15,0 0 4 0,0 0 3 0,0 0 6 16,0 0-2-16,0 0 0 0,18-4-4 0,-6 3 2 15,10-2-1-15,10-1 2 0,20-1 5 0,5 0 9 16,5 1 2-16,30-3 2 0,-27 1 6 0,30 2 0 16,-32 2 4-16,-1-7-8 15,-2 8-2-15,-5-3-6 0,-2 2-2 0,-20-2-2 16,-1 0-3-16,-3 1-3 0,-10 1 2 16,-5 0-6-16,-1 1 3 0,0 0 2 0,-8-1-3 0,3-1 3 15,-3 3-5-15,1-3 3 0,-1 3-9 0,-5 0 10 16,7-2-37-16,-7 2-23 0,0 0-37 0,0 0-33 15,0 0-37-15,0 0-40 0,-23 5-38 0,15-2-45 16,-6 0-255-16,4-2-567 0,-1 2 252 0</inkml:trace>
  <inkml:trace contextRef="#ctx0" brushRef="#br0" timeOffset="-78883.78">18183 14557 217 0,'0'0'273'0,"0"0"-28"15,0 0-23-15,0 0-25 0,0 0-22 0,0 0-18 0,33 0-17 0,-19 1-16 16,-1-1-13-16,5 7-12 0,-7-3-10 0,2-1-11 15,0 3-11-15,-4 0-6 0,1 1-12 0,-2 2-8 16,0 0-8-16,-5 1-12 0,1 1-7 16,-4 1-6-16,0 0-7 0,-5 0-2 0,1 1 2 0,-4-1-2 15,-3 2 0-15,-2 0 0 0,1-2 0 0,1-4 3 16,2 0-4-16,-3-1 2 0,3 1 1 0,-3-2 3 0,6 0-2 16,-2-2-23-16,3-2 6 0,0 1 5 0,1 1-3 15,0-1 3-15,-1 0 3 0,5-3 8 0,-5 2 16 0,5 0 7 31,0-2 11-31,0 0 2 0,-4 4-3 0,4-4-2 16,0 0-1-16,-4 4-2 0,4-4-3 0,0 0 0 16,0 0-4-16,0 0 1 0,0 0 6 0,0 0 11 15,0 0-1-15,0 0 4 0,0 0 5 0,0 0 5 0,0 0 2 16,9 2-6-16,4-2 3 0,1-3-11 0,5 2 1 16,11-5-9-16,0 4 2 0,4-2-6 0,0-1-1 15,2 2 1-15,-3-2 6 0,4 1 3 0,-5-1 1 16,-11 2 6-16,0 0 15 0,-2 1 6 0,-8-1 13 15,0 2 5-15,-1-2-1 0,-2 3-12 0,-3-2 0 16,0 2-9-16,-1-2-10 0,-4 2-7 0,9-1-42 0,-9 1-50 0,0 0-65 16,0 0-77-16,9 1-101 0,-9-1-298 0,0 0-637 15,0 0 282-15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17:13.09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4698 1992 8 0,'0'0'197'0,"0"0"-20"0,0 0-12 16,0 0-11-16,0-4-14 0,0 4-8 0,0 0-14 15,0 0-7-15,0 0-14 0,0 0-14 0,0 0-8 16,0 0-6-16,0 0-2 0,0 0-15 0,0 0 2 16,0 0-11-16,-4-3-6 0,4 3-1 0,0 0-3 15,0 0-6-15,0 0-2 0,0 0-3 0,0 0 4 0,0 0-6 0,0 0 6 16,0 0-14-16,0 0 15 0,0 0 6 16,0 0 12-16,0 0 14 0,0 0 10 0,0 0 1 15,-2-4 6-15,2 4 10 0,-3-5-6 0,1 2 4 16,-1 0 5-16,3-1 4 0,-4 0 4 0,3-1-5 15,0 2 2-15,1 3 4 0,-3-6-4 0,3 2-6 16,0 4 1-16,-2-7-3 0,2 7-8 0,-2-5-8 0,2 5-14 0,-1-2-6 16,1 2-7-16,0 0 14 0,0-6-28 0,0 6-23 15,0 0-23-15,0 0-30 0,0 0-31 16,0 0-42-16,0 0-17 0,0 0-1 0,0 21 21 16,-1-4 5-16,-1 9 14 0,1 5 10 0,0 18 9 0,-3 3 7 15,2 9 13-15,2-3 8 0,0 25 7 0,0-28 11 16,3 3 6-1,1-4 1-15,-1-1 2 0,1-4 8 0,-2-2-2 16,1-16 5-16,1 2 3 0,-2-5 1 0,2-1 2 16,-4-8 4-16,0-1-4 0,0-2 2 0,-1-4-3 15,-1-2 2-15,2 0 6 0,0-3-2 0,-1-2 3 16,1 1 17-16,-2-1 20 0,0 0 15 0,2-5 13 16,-2 4 7-16,2-4 7 0,-3 6 6 0,3-6-3 15,-5 2-4-15,5-2-4 0,0 0-3 0,0 0-15 0,-15 1-3 16,15-1-1-16,-13-1-2 0,5 1-13 0,8 0 1 15,-16-2-2-15,8 0-12 0,-2 1-1 0,1 0-3 0,1-1 0 16,8 2-1-16,-13-1-4 0,13 1-8 16,-10-2-12-16,10 2-27 0,-6-2-32 0,6 2-34 15,0 0-84-15,-8-5-124 0,8 0-192 0,-1-1-539 16,1 0 239-16</inkml:trace>
  <inkml:trace contextRef="#ctx0" brushRef="#br0" timeOffset="632.69">4403 2476 79 0,'0'0'160'0,"0"0"-15"16,-7 1-5-16,7-1-14 0,-1 3-13 15,1-3-9-15,0 0-9 0,0 0-9 0,0 0-11 16,0 0-4-16,0 0-9 0,0 0-6 0,0 0-10 0,0 0 0 16,0 0-7-16,0 0-4 0,0 0 12 0,0 0-9 15,0 0 5-15,12 4 6 0,-1-4-6 0,6 0 2 16,6-3-4 0,10-1-9-16,3 2 4 0,15-4-8 0,-11 4 2 15,12-5-3-15,-15 2-2 0,3 1-2 0,-2 2-5 16,-4-4-3-16,-3 3 2 0,-3 1-3 0,-10 2 1 15,1-1 1-15,-7-1 1 0,-2 0 1 0,-4 2 2 16,2-1-4-16,-8 1-3 0,13 0 3 0,-13 0-3 16,6-4-8-16,-6 4-4 0,0 0-13 0,0 0-19 15,0 0-25-15,0 0-32 0,0 0-30 0,0 0-36 0,-36 5-136 16,25-5-315-16,2-2 140 0</inkml:trace>
  <inkml:trace contextRef="#ctx0" brushRef="#br0" timeOffset="1365.41">5336 2251 243 0,'0'0'251'16,"0"0"-25"-16,0 0-20 0,1-14-26 0,-1 14-17 15,9-6-19-15,-3 2-13 0,7 1-14 0,-4 2-19 16,4 0-7-16,-3 1-13 0,4 1-7 0,4 3-6 15,0-1-9-15,-1 6-6 0,-3-1-2 0,1 1-8 0,-1 5-1 16,-1 1-5-16,-3 1-5 0,-1 0-5 0,-4 2-4 16,-1 2-4-16,-2 0 3 0,-3 6-2 15,-4-7-5-15,-3-1 3 0,1-1-6 0,-4-2 0 0,0 2 6 16,-1-3-3-16,1-1 2 0,-4 0-1 0,4-6 3 0,0 0 6 16,6-2 0-16,0 1 15 0,0-4 19 0,-2 1 26 15,3 0 33-15,4-3 32 0,-6 3 37 0,6-3 23 16,0 0-13-16,0 0-28 0,-1-12-31 15,5 0-19-15,3-1-14 0,2-11-13 0,8 3-14 16,-3-2-19-16,2 2-15 16,1-3-10-16,0 0 1 0,-2 4-8 0,-6 4 8 15,2 2-19-15,-2-1 10 0,4 0-3 0,-8 4 0 16,-1 1 12-16,1 1 2 0,-1 3-4 0,0 2 3 16,-3-1-17-16,-1 5-1 0,4-7-9 0,-4 7-12 15,5-4-8-15,-5 4-33 0,0 0-16 0,0 0-6 16,0 0 1-16,0 0 8 0,0 0 1 0,-4 23 11 15,3-11 5-15,-3 5 4 0,4-1 8 0,0 2 5 0,3 1 0 16,-2-1 4-16,4 0-14 0,0 1 2 0,0 0-4 16,4-2-10-16,0-2-19 0,3-2-21 0,-2 2-29 15,4-4-41-15,0-4-55 0,3 0-90 0,-5-7-207 16,6 0-551-16,-5-4 244 0</inkml:trace>
  <inkml:trace contextRef="#ctx0" brushRef="#br0" timeOffset="1634.92">5798 2112 243 0,'-1'-6'303'15,"1"6"-36"-15,0 0-25 0,0 0-30 0,0 0-27 16,0 0-16-16,0 0-17 0,0 0-13 0,27 14-11 15,-17-3-15-15,4 4-5 0,2 8-13 0,0 4-7 16,-2-3-5-16,-2 7-9 0,0 1-7 0,-1-1-1 16,-1 1-9-16,-5-1 4 0,-3-2-19 0,-2 2-17 15,-3-1-15-15,-4-3-2 0,-4 1-10 0,-2-3-16 0,-5-1-27 16,-6-2-48-16,-2-1-48 0,-6-4-94 0,-2-6-166 16,-1-2-434-16,-2-5 192 0</inkml:trace>
  <inkml:trace contextRef="#ctx0" brushRef="#br0" timeOffset="2004.63">5326 2057 127 0,'0'0'182'0,"-17"6"-24"15,7 1-3 1,-7 4-20-16,-5 7-8 0,2 4-15 0,-3 4-5 15,0 3-15-15,-5 8-7 0,1 6-8 0,8-11-8 16,-3 11-5-16,8-11-5 0,4-1-10 0,3 1 3 16,3-1 3-16,3-1 14 0,1-3-3 0,5-2 8 15,3 1-4-15,5-3 0 0,3-4-12 0,9-1-11 16,4-4-30-16,7-2-60 0,18-3-98 0,-16-6-191 16,19-3-360-16,-3-4 159 0</inkml:trace>
  <inkml:trace contextRef="#ctx0" brushRef="#br0" timeOffset="2606.11">6385 2359 164 0,'0'0'174'0,"0"0"-6"0,0 0-16 16,0 0-7-16,0 0-17 0,0 0-9 0,0 0-10 16,0 0-12-16,0 0-5 0,0 0-4 15,0 0-11-15,0 0 4 0,0 0-1 0,0 0 0 16,0 0-6-16,0 0-2 0,0 0-1 0,0 0 2 16,0 0-6-16,0 0-2 0,27 0-11 0,-15-1-7 0,9-4-4 0,-2 3-4 15,12-1-4-15,-3 1-2 0,-7 0-2 0,0-1-6 16,2 1 0-16,-3-2-4 0,0 3 3 0,0-2-5 15,-3 3-4-15,-6-1 2 0,2-2-4 0,-2 3-2 16,-3 0 2-16,-3 0-17 0,2-1-21 0,-1 0-28 16,-6 1-23-16,0 0-31 0,0 0-48 0,0 0-53 15,0 0-128-15,0 0-363 0,0 0 160 0</inkml:trace>
  <inkml:trace contextRef="#ctx0" brushRef="#br0" timeOffset="2938.15">6439 2494 169 0,'0'0'248'0,"0"0"-7"0,-4 4-4 0,4-4-17 15,0 0-19-15,-2 3-14 0,2-3-15 0,0 0-19 0,19 0-16 0,-6-3-13 16,6 1-12-16,12-1-10 0,-2-1-10 0,2 1-10 16,0 1-8-16,1-2-10 0,-3 3-4 0,2-3-4 15,-3 1-5-15,-10 2-6 0,1-1 2 0,-6 0-8 16,-5-1-2-16,0 3-3 0,-1 0-3 0,-1-1-3 16,1 2 0-16,-7-1-3 0,8-1-6 0,-8 1-13 15,7-1-12-15,-7 1-15 16,0 0-20-16,0 0-33 0,0 0-26 0,0 0-50 15,0 0-73-15,0 0-195 0,0 0-452 16,0 0 199-16</inkml:trace>
  <inkml:trace contextRef="#ctx0" brushRef="#br0" timeOffset="4857.53">7660 1603 38 0,'-1'-2'143'0,"1"2"-6"0,0 0-3 0,-1-5-4 16,1 5 0-16,0 0-5 0,0 0-4 0,0-5-9 0,0 5 1 0,0 0-9 15,0 0-1-15,0 0-4 0,0 0-3 0,0 0-5 16,0 0-2-16,0 0-7 0,0 0 1 0,0 0-11 16,0 0-6-16,0 0-7 0,0 0-5 0,0 0-3 15,0 0-6-15,0 0 0 0,-2-5-7 0,2 5 2 16,0 0-1-16,0 0 5 0,0 0-6 0,0 0-3 15,0 0-1-15,0 0-7 0,0 0 0 0,0 0-4 0,0 0-7 16,0 0 2-16,0 0-2 0,0 0-6 0,0 0 2 16,0 0-3-16,0 0 5 0,0 0-15 0,0 0 6 15,0 0-3-15,0 0 2 0,0 0-6 0,0 0-8 16,0 0 0-16,0 0-9 0,0 0 1 0,0 0-3 16,0 0 4-16,0 0-3 0,0 16 1 0,0-8 7 15,2 1-5-15,-2 8 6 16,0 1-1-16,1 11 3 0,-2 2-1 0,-2 3 5 15,-2 14 0-15,1 1-2 0,-5 2 6 0,3 1-1 16,-3 0 5-16,1 4 0 0,-3 6 2 0,-1 16 5 16,3-25-5-16,-1 3-2 0,1-5 3 15,0 0-4-15,-5 4 0 0,5-7 3 0,0-2-4 16,-5 0 1-16,4-14 0 0,1-2 1 0,-5 2 0 16,5-3-2-16,-1 1 4 0,-2-3-1 0,3-4 1 0,-1 2-2 0,1-11 2 15,3 1-1-15,1-4 1 0,-2 0 1 0,4-4 0 16,-1-3 10-16,0 1 22 0,4-5 34 0,-5 8 32 15,5-8 39-15,0 0-10 0,0 0-28 0,0 0-17 16,0 0-8-16,0 0-11 0,-3-24-11 0,8 14-4 16,2 1-11-16,0 0-6 0,-3 0-7 0,1 2 5 15,-1 1-8 1,0 2-17-16,2-1-1 0,0 1-10 0,-6 4-1 16,16-1 1-16,-16 1-3 0,22 6-13 0,-8 3 0 15,-2 3-4-15,5 9 0 0,-3 2-1 0,-1 8 1 16,2 15 6-16,-7 2-1 0,-3 5 2 0,-4 1 0 15,3 4 6-15,-4 3-1 0,-9 21 1 0,8-23 1 16,-7 0 10-16,3 2-8 0,-5-2 5 0,2-2 0 16,-1 23 1-16,2-22 4 0,2-7 4 0,-1-2-9 0,4-2 4 0,-1-10-3 15,2-3 3-15,0 1-8 0,2-4 1 0,3 2 1 16,-2-6-1-16,6-1 3 0,2-1 2 0,3-3-3 16,5-1 4-16,1 0 3 0,4-3 0 0,0-1 9 15,4-2-8-15,2 0-4 0,1-3 5 16,2-2-7-16,0 3 5 0,-2-3-3 0,2 0 12 15,-5-1-8-15,2 0-14 16,-4-1-12-16,-5-1-20 0,3-5-28 0,-4-2-31 16,-1 0-46-16,0 0-74 0,0-5-295 0,-1-3-556 15,-3-2 246-15</inkml:trace>
  <inkml:trace contextRef="#ctx0" brushRef="#br0" timeOffset="6144.82">8884 1700 64 0,'0'0'251'0,"0"0"-7"0,-1-8-18 0,1 8-20 16,0 0-20-16,0-7-18 0,0 7-20 0,4-4-17 15,-4 4-13 1,5-2-18-16,-5 2-2 0,9-3-22 0,-9 3-4 16,13 3-12-16,-7-1-7 0,3 2-7 0,0 2-11 15,1 4-6-15,0 2-6 0,-1 4-9 0,0 1 3 16,3 6-6-16,-6 2 2 0,-2 2-2 0,-3 3-1 15,-3 0 2-15,-2 2-3 0,-3-3 1 0,-2 0 0 16,-1 0-3-16,-1-3 1 0,-2-1 3 0,-2-2-4 16,3-6 1-16,2-2 4 0,0 0-2 0,2-6 2 0,0-1 3 0,2 2 6 15,-2-3-5-15,6-2 9 0,-2-2 12 0,4-3 24 16,-7 6 32-16,7-6 29 0,0 0 29 0,0 0 1 16,0 0-31-16,0 0-20 0,0 0-15 0,12-31-14 15,1 14-8-15,1-2-2 0,4-3-19 0,0-3-5 16,2 1-7-16,-2 1-1 0,2-2-4 15,1 1-1-15,-4 1-7 16,0 1-3-16,-2 1 4 0,-3 4-1 0,0 0 6 16,-2 3 5-16,0-1 9 0,-6 4 7 0,4 0 11 15,-2 0 17-15,2 3-2 0,-4 0-6 0,-3 1 0 16,0 2 3-16,2-1-6 0,-3 6-12 0,4-8 2 16,-3 5-3-16,-1 3-9 0,0 0-2 0,1-6-7 15,-1 6-6-15,0 0-9 0,0 0-11 0,0 0-24 16,0 0-17-16,0 0-25 0,4-5-17 0,-4 5-15 0,0 0 14 15,0 0 13-15,-1 19 0 0,-2-7-2 0,-2-2 12 16,1 9 10-16,-1-3 5 0,1 4 1 0,-1 6 4 16,0-8 2-16,1 3 5 0,3-1 6 0,-3-1 0 15,7-3 8-15,-1 3 1 0,2-4 4 0,0-3-3 16,0-1 16-16,5 5-3 0,-3-7 1 0,6 0 7 16,4-1-1-16,0-1 3 15,-1-1 1-15,-2-1 0 0,6-2 17 0,1 1-11 16,-2-3 3-16,0 3-9 0,-5-3-5 0,1 1 11 15,-3-2-9-15,0 0 1 0,-11 0-1 0,14 2 3 16,-14-2-5-16,11 0 4 0,-11 0-2 0,0 0 5 16,13 1 2-16,-13-1-2 0,0 0-4 0,0 0 2 15,7 2-4-15,-7-2 0 0,0 0 2 0,0 0-12 16,0 0-37-16,0 0-28 0,10 0-56 0,-10 0-57 0,0 0-43 16,0 0-63-16,6 5-266 0,-6-5-597 0,0 0 265 15</inkml:trace>
  <inkml:trace contextRef="#ctx0" brushRef="#br0" timeOffset="8396.92">11569 1678 144 0,'0'0'194'0,"0"0"-12"16,0 0-9-16,0 0-13 0,0 0-7 0,0 0-15 15,0 0-14-15,0 0-10 0,0 0-8 0,0 0-14 16,0 0-2-16,0 0-14 0,0 0-5 0,-9-2-11 16,9 2-9-16,-8-2-1 0,8 2-2 0,-11 0-11 15,3 2-6-15,-2 0-1 0,-1-2-6 0,0 1 0 16,-3 0-6-16,5 3-5 0,-1 2 1 0,-4 0-7 0,1 5-3 0,-2-1 1 16,-1 3-1-16,3 3 0 0,-5 2 3 0,5-1 0 15,1-2-4-15,2 2-1 0,3 0 3 0,-1 0-1 16,4 0 2-16,-1-1-3 0,5 0 2 0,0-4 4 15,0 0 5-15,2 0-1 0,5 5 2 16,-2-9 2-16,4 4 3 0,0-5-5 0,1 2 5 16,3-1 4-16,3 0-2 15,2-2-2-15,-2-4 1 0,1 1-1 0,-4-3 3 16,6-2 25-16,-6 1 0 0,1-3 14 0,3 1 9 16,2-6 5-16,-4 1-3 0,-1-1 4 0,-1-4-2 15,1 1 3-15,-2-3-6 0,-3-1 1 0,0-1-5 16,-2-1-4-16,1 0 9 0,-3-2-11 0,0 1 6 15,-4 0 4-15,2 2 7 0,-3-1-7 0,0 7-1 16,-4-1-11-16,4 0-3 0,-6 3-8 0,2-2-11 0,0 2 5 16,0 1-16-16,-1 1-17 0,1 3-20 0,-1 1-25 15,1-1-28-15,4 4-27 0,-12-3-26 0,12 3-24 16,-13 2-30-16,8 3-21 0,-2-2-39 0,2 1-36 16,1 1-217-16,-1 0-521 0,5-5 231 0</inkml:trace>
  <inkml:trace contextRef="#ctx0" brushRef="#br0" timeOffset="8898.08">12201 1548 202 0,'0'0'255'0,"4"-5"-13"0,-4 5-24 0,0 0-20 15,0 0-25-15,4-5-17 0,-4 5-16 0,0 0-21 16,0 0-19-16,0 0-14 0,0 0-11 0,0 0-11 0,-4 17-6 16,-1-8-3-16,-5 4-9 0,-4 3 0 0,0 4-6 15,-8 3-5-15,3 2-6 0,-3-2 0 0,1 2-3 16,0 0-1-16,1-1-7 0,0 2 2 0,1-1-2 15,3-5-2-15,3-3-1 0,4-1 0 0,0-3-6 16,2-3 5-16,0 1-5 0,3-4-1 0,-1 3 10 16,4-4-1-1,-2 2 9-15,3-1-2 0,4 1 7 0,0-1 5 16,1-2-4-16,4 4 4 0,5-1-4 0,4 1-2 16,6 1-2-16,4-2-4 0,4 3 2 0,-1-1-3 15,2 1-6-15,-2-3 3 0,-3 2-4 0,1 0-1 16,-2 0 1-16,-8-4-6 0,-2 1 3 0,-2-3-5 15,-4 0 0-15,-1 1 1 0,-3-1-3 0,1-1-1 16,-3-1 12-16,-5-2 4 0,10 3 6 0,-10-3 13 0,0 0-6 0,8 3 2 16,-8-3 0-16,0 0-1 0,8 3-2 0,-8-3-5 15,0 0-7-15,0 0-15 0,0 0-20 0,5 1-15 16,-5-1-22-16,0 0-19 0,0 0-49 16,0 0-79-16,0 0-64 0,0 0-184 0,1-16-484 15,2 8 215-15</inkml:trace>
  <inkml:trace contextRef="#ctx0" brushRef="#br0" timeOffset="9383.5">12589 1724 92 0,'2'-3'260'0,"2"-1"-20"0,0 1-18 16,-4 3-23-16,9-5-21 0,-6 3-16 0,-3 2-23 16,11-2-13-16,-11 2-13 0,10 4-16 0,-5 1-4 15,0 0-18-15,3 2-2 0,-3 2-6 0,-1 2-11 16,-3 1-7-16,-1 4-4 0,0-4-1 0,-2 5-5 16,-2 0-3-16,-3 0-6 0,0 1 2 0,2-6-8 15,-3 5 2-15,3-3-4 0,-2-5-1 0,0 3 0 16,2-4-7-16,0 0 1 0,2-2 2 0,-1 1-1 15,3-3 31-15,1-4 28 0,-4 5 34 0,4-5 30 16,-5 6 26-16,5-6 25 0,0 0-13 0,0 0-26 16,0 0-13-16,22-19-7 15,-10 7-18-15,-1-1-6 0,3-1-19 0,0-1 4 16,-1 0-19-16,6-5-9 0,-5 6-5 0,-1 1-4 16,-1 2 0-16,-4 3-3 0,-3 2-6 0,0 0 4 15,-1 1-13-15,0 0-5 0,0 2-10 0,-4 3-22 16,5-3-32-16,-5 3-27 0,0 0-6 0,0 0 13 15,0 0 1-15,0 0 5 0,-4 22 6 16,3-9 2-16,-3 5 4 0,4 0 8 0,0 2 5 0,4-1 4 0,-2 0-1 16,11 6-4-16,-4-7-9 0,13 2-20 0,0-1-24 15,2-3-48-15,4-3-77 0,4-5-103 0,-1-6-298 16,1 1-652-16,-2-6 289 0</inkml:trace>
  <inkml:trace contextRef="#ctx0" brushRef="#br0" timeOffset="10100.79">13564 1576 7 0,'0'0'282'0,"2"-4"-19"0,-2 4-29 0,0 0-24 15,0 0-21-15,0-3-25 0,0 3-17 0,0 0-26 16,0 0-13-16,0 0-13 0,0 0-15 0,-9 19-5 0,2-9-9 0,-2 6-4 16,-7 7-6-16,-4 3 0 0,-2 2-10 0,1 0-4 15,0 1-6-15,-2-3-5 0,0 1 0 0,2-2-4 16,1-3-3-16,2-1-2 0,4-5-4 0,4 0-2 16,0-4 1-16,2-2-4 0,2-2-2 15,2 0-1-15,-1-1 2 0,1-2 9 0,3 0 8 0,-1 2 6 16,5 0 0-16,1-1 10 15,7-1-7-15,5 2 4 0,3 2-7 16,9-1-1-16,1 0-2 0,3 1-5 0,4 0-1 16,-4-2-3-16,2 1-4 0,-3 1 1 0,-1-1-7 15,-2-1 2-15,-2 0 2 0,-4-2-9 0,-8 2 7 16,0-4-6-16,-4 3-1 0,-1-3 5 0,-1-2-1 16,-2 1 6-16,-6-2 8 0,9 2 12 0,-5-1 12 15,-4-1 5-15,0 0 9 0,8 2 0 0,-8-2 0 0,0 0 0 16,0 0-12-16,0 0-2 0,9 0-7 0,-9 0 0 15,0 0-1-15,0 0-21 0,0 0-20 0,0 0-29 16,5 4-22-16,-5-4-39 0,0 0-32 0,0 0-42 0,0 0-39 16,0 0-77-16,0 0-206 0,0 0-524 0,4-9 232 15</inkml:trace>
  <inkml:trace contextRef="#ctx0" brushRef="#br0" timeOffset="11557.3">14346 1601 104 0,'0'0'233'16,"0"0"-29"-16,1-5-22 0,-1 5-22 0,0 0-16 15,0 0-20-15,0 0-7 0,0 17-14 0,-1-7-7 16,-3 1-11-16,3 1-7 0,-3 4-10 0,1 1-3 0,-2 0-12 0,0 1-3 16,1 2-7-16,-5-3 0 0,4 0-5 0,1 1-1 15,2-1-6-15,-2-4-4 0,0-3 0 0,1-3-2 16,2 0 0-16,1-2-5 0,-4 1 6 0,3-2 26 16,-3 0 33-16,4-4 39 0,0 0 42 0,-1 8 26 15,1-8-14-15,0 0-15 0,0 0-9 0,0 0-24 16,5-17-14-1,-4 7-13-15,3 3-10 0,0-5-7 0,1 3-14 16,-1-1-13-16,1 2 0 0,-1 3-2 0,1-2-7 16,-4 5-8-16,3-3 6 0,-4 5-26 0,4-5 1 15,-4 5-15-15,0 0-8 0,0 0-8 0,0 0-3 16,12 7-2-16,-10 0-2 0,6 1-2 0,-2 3 0 16,2 3-9-16,-3-2-7 0,5 2-27 0,-1 1-26 15,-1-1-22-15,-2-5-29 0,4 8-35 0,-3-8-37 0,-1 1-44 0,-1-2-57 16,-1-2-160-16,-1-1-508 0,2-4 225 0</inkml:trace>
  <inkml:trace contextRef="#ctx0" brushRef="#br0" timeOffset="11858.02">14187 1681 170 0,'0'0'249'16,"-6"-1"-7"-16,6 1 1 0,0 0-18 0,-8-2-23 0,8 2-14 15,0 0-23-15,0 0-19 0,24-5-13 0,-3 2-18 0,10-3-6 16,-1 1-16-16,10 4-3 0,-3-5-6 0,1 3-9 16,3-2-5-16,9 2-5 0,-13-2-3 0,0 1-9 15,-5 2-6-15,-11 2 1 0,0-2-10 0,-8 1-3 16,-2 1-6-16,0-3-8 0,-5 2-13 0,4 1-10 15,-10 0-22-15,0 0-11 0,0 0-20 0,0 0-16 16,0 0-21-16,0 0-18 16,0 0-12-16,0 0-21 0,-30 1-35 0,20-1-26 15,10 0-125-15,-15 0-355 0,15 0 158 16</inkml:trace>
  <inkml:trace contextRef="#ctx0" brushRef="#br0" timeOffset="12174.34">14951 1585 287 0,'0'0'340'0,"4"-1"-26"16,-4 1-30-16,0 0-32 0,0 0-30 0,0 0-37 16,0 0-37-16,0 0-18 0,4 9-13 0,-8 3-11 15,-6 6-10-15,-3 8-7 0,-6 5-12 0,-8 8-7 0,-1 0-6 16,9-8-5-16,-7 10-6 0,6-11-1 0,3-1-8 15,-2-1-3-15,5-4 0 0,1 1-6 0,3-7-6 16,1-1 0-16,0-6-3 0,4 3-4 0,0-5 0 16,1 0-6-16,0-1 2 0,0-4 2 0,0 0-2 15,2 0 8-15,2-4-7 0,-4 8 5 0,4-8-9 16,0 0 4 0,-2 5 2-16,2-5-9 0,-2 4-7 0,2-4-14 0,0 0-39 15,0 0-68-15,0 0-70 0,0 0-64 0,0 0-223 16,0 0-513-16,8-21 226 0</inkml:trace>
  <inkml:trace contextRef="#ctx0" brushRef="#br0" timeOffset="12628.69">14946 1914 200 0,'0'0'297'0,"9"-1"-24"0,-9 1-22 0,9-3-22 16,-9 3-16-16,13 0-21 0,-13 0-7 0,14 4-22 15,-6 0-11-15,-1 2-12 0,2 0-16 0,0 0-9 16,-4 2-12-16,1 1-12 16,-3 1-7-16,1 0-2 0,-3 4-15 0,1 1-8 15,-2-3-6-15,-5 3-3 0,1 2-6 0,0-6-4 16,0 1-4-16,-1 0 0 0,1-4-11 0,0 2 5 16,-2-2-5-16,3-2-1 0,1 0-3 0,2-6-3 15,-4 9 1-15,3-6-3 0,1-3 0 0,-3 7-1 16,3-7 1-16,0 0-3 0,0 0 5 0,-2 5-8 15,2-5 6-15,0 0-1 0,0 0 18 0,-4 8-2 0,4-8-1 16,0 0-2-16,0 0-5 0,0 0-2 0,0 0 2 16,0 0-1-16,0 0-4 0,0 0 11 0,0 0 12 15,0 0 3-15,0 0 7 0,0 0 2 0,0 0-9 16,23-3 3-16,-4 2-4 0,12-1-7 0,6-3-5 16,15 2 8-16,4 1-20 0,-1 0 3 0,3 0 9 15,-1 1 4-15,2 0 0 0,-7 1-4 0,-13-1 1 0,-4-4-2 16,-4 5-3-16,-13-2 3 0,-4 4 0 0,-1-2 8 0,-2-2 0 15,-11 2 4-15,13 2 1 0,-13-2 5 0,10 0 1 16,-10 0-6-16,0 0-10 0,0 0-23 0,13-2-22 16,-13 2-54-16,0 0-66 0,0 0-73 0,0 0-86 15,0 0-106-15,-37 2-241 0,23-4-691 16,14 2 305-16</inkml:trace>
  <inkml:trace contextRef="#ctx0" brushRef="#br0" timeOffset="14695.84">8510 3405 8 0,'0'-7'262'0,"3"4"19"15,-2-3 8-15,-1 6-7 0,2-7-11 0,-2 5-18 16,1-1-21-16,-1 3-26 0,2-3-19 15,-2 3-26-15,1-4-16 0,-1 4-23 0,0 0-30 0,0 0-14 0,0 0-15 16,0 0-3-16,0 14-9 0,0-3-6 0,-3 2-2 16,0 4-4-16,-1 1-4 0,-2 6-4 0,-2 1-3 15,3-6-2-15,-3 4-11 0,-1 6 11 0,4-12-1 16,0-1-5-16,-3-6 0 0,3 2-4 0,1-2-2 16,3 0 3-16,-3-5 1 0,4 1 1 0,-4-2 0 15,3 0 19-15,1-4 44 16,-1 5 32-16,1-5 29 0,0 0 21 0,0 0-17 15,0 0-12-15,0 0-18 0,0-14-16 16,1 4-12-16,4-1-8 0,-1-1-9 0,1-3-9 0,3 0-8 16,-3 5-5-16,-1-2-9 0,0 4-5 0,-4-1-6 15,6 4 1-15,-3-2-3 0,1 3-6 0,-2 1-10 16,-1 2-16-16,-1 1-26 0,5-6-4 0,-5 6 5 16,0 0-3-16,13 10-6 0,-5-3 2 0,2 1-2 0,-2 2 9 15,3 2-7-15,2 5-14 0,0-2-13 0,3-1-15 16,-3 0-33-16,-2 2-25 0,1 0-22 0,-3-2-33 15,0-5-38-15,-4 1-49 0,1-3-63 0,-3-2-195 16,1 0-578-16,-4-5 255 0</inkml:trace>
  <inkml:trace contextRef="#ctx0" brushRef="#br0" timeOffset="15099.06">8422 3430 177 0,'-7'0'236'0,"7"0"-5"15,0 0-10-15,-6-3-16 0,6 3-12 0,-7-2-18 16,7 2-11-16,0 0-18 0,0 0-15 0,0 0-8 16,0 0-13-16,-6 0-13 0,6 0-6 0,0 0-11 15,0 0-6-15,0 0-9 0,0 0 2 0,0 0-5 16,0 0-6-16,0 0 1 0,0 0-6 0,0 0-7 15,0 0-15-15,0 0 5 0,0 0 0 0,0 0-3 0,0 0-3 0,0 0-1 16,0 0-3-16,0 0-3 0,0 0 0 0,0 0-4 16,0 0 6-16,0 0-1 0,0 0-3 0,32-2-3 15,-9 0 3-15,9-3-3 0,5 2-4 16,0-1 0-16,4 0 0 0,14-3-4 0,-4 4 0 16,-13 1 3-16,-2-2-5 0,-4 2-1 0,0-1 4 15,-4 1-1-15,-6 0-10 16,-4 1-16-16,-5 1-24 0,-4-1-20 0,2 0-19 15,-5 1-16-15,0 0-17 0,-6 0-8 0,5 2-8 0,-5-2-16 16,-2 5-17-16,2-5-48 0,-9 4-146 0,2-1-387 16,-2-1 171-16</inkml:trace>
  <inkml:trace contextRef="#ctx0" brushRef="#br0" timeOffset="15613.15">9171 3585 105 0,'-4'2'194'16,"-2"0"-3"-16,6-2-11 0,-6 0-8 16,6 0-9-16,-6 3-6 0,6-3-6 0,0 0-8 15,-4 1-3-15,4-1-2 0,0 0-5 0,0 0-4 16,0 0-5-16,0 0-8 0,0 0-5 0,0 0-9 16,0 0-17-16,0 0 12 0,0 0-11 0,-5 3-1 15,5-3-5-15,0 0-6 0,0 0-4 0,0 0-8 16,0 0-3-16,0 0-6 0,0 0-6 0,0 0 0 15,0 0-2-15,0 0-7 0,0 0 3 0,0 0-7 0,0 0-1 0,0 0 1 16,0 0 0-16,0 0-7 0,0 0-3 0,0 0 0 16,0 0-2-16,0 0 1 0,0 0-8 0,0 0-4 15,23-4 1-15,-5 0 0 0,1 0-5 0,1 0-1 16,2 1 5-16,11-1-4 0,-1 1-3 0,-1-1-1 16,1 1 3-16,-3-2-6 0,0 2 6 15,-8 2-1-15,2-3-4 16,-4 4 4-16,-6-1-4 0,-4 0 1 0,2 1 0 15,-3-2 2-15,0 2-4 0,-3 0 4 0,-5 0-3 16,10-1-14-16,-10 1-8 0,7 0-9 0,-7 0-12 16,0 0-18-16,0 0-22 0,0 0-27 0,0 0-23 15,0 0-33-15,0 0-33 0,-26 1-43 0,18 1-211 16,8-2-487-16,0 0 215 0</inkml:trace>
  <inkml:trace contextRef="#ctx0" brushRef="#br0" timeOffset="16114.49">9797 3396 30 0,'9'-1'219'0,"6"-1"-14"16,-2 1-15-16,6 1-4 0,-2 3-23 0,2-2-14 15,-3 2-16-15,3 4-12 0,-2 0-10 0,-4 1-10 16,-3 1-12-16,4 0-7 0,-1 4-1 0,-3 1-14 16,-1 1-3-16,-4 0-6 0,-5 1-2 0,3-2-5 0,-5 2-1 0,0 1-5 15,-3-1-4-15,-4 1-1 0,1-3-1 0,-3 1-3 16,-2-1-3-16,5-4 2 0,2 0 1 0,-1-3 0 16,1-2 3-16,2 1 3 0,0-1 7 15,1-2 16-15,0 3 25 0,0-2 39 0,3-4 44 16,-5 4 23-16,5-4 4 0,0 0-15 0,0 0-20 0,8-15-18 15,1 5-21 1,6-3-14-16,-2-1-10 0,6-6-7 0,-1-1-8 16,4-1-12-16,-1-3-6 0,1 2-10 0,-4 2-2 15,1 1-8-15,-6 5-7 0,-2 1 15 0,-3 4 14 16,0 3-2-16,-5 1 0 0,3 2-12 0,-5-1-2 16,4 2-12-16,-5 1-15 0,4-1-25 0,-4 3-29 15,5-1-18-15,-5 1-12 0,0 0 22 0,-8 17 16 16,2-7-5-16,-1 5 2 0,0 2-1 0,1 2 7 0,-1 6 1 0,1-3-25 15,3 4 2-15,6-9-4 0,3 4-3 0,1-3-2 16,9 4-6-16,10-2-6 0,2-3-30 0,8-4-49 16,15 0-58-16,1-1-71 0,2-5-99 0,0-9-254 15,-14-1-670-15,-4-1 296 0</inkml:trace>
  <inkml:trace contextRef="#ctx0" brushRef="#br0" timeOffset="17687.12">12521 3162 94 0,'0'-6'263'0,"0"6"-16"15,0 0-25-15,0 0-24 0,0-2-23 0,0 2-21 16,0 0-18-16,0 0-12 0,0 0-14 0,0 11-12 15,-2-3-10-15,0 1-9 16,-2 3-11-16,0-1-4 0,-1 6-3 0,1 3-7 16,-2-2-6-16,0 2 24 0,-2 2-7 0,4-4-7 15,-2 1-7-15,-1-1-2 0,1-5-2 0,1-1-6 16,0 1-1-16,2-8-4 0,1 3-4 0,-2-3-1 16,3 0 14-16,-2-1 9 0,-1-1 32 0,3-1 15 15,1-2 57-15,-1 5 19 0,1-5-6 0,0 0-23 16,0 0-11-16,-1-14-5 0,1 6-14 0,0-3-10 0,1 3-11 0,0-5-14 15,4-3-9-15,-2 4-7 0,-1 1-10 0,2 2-3 16,0 0-4-16,-4 3-8 0,2 1-6 0,0 1 0 16,0-1-18-16,-2 2 0 0,0 3-9 15,5-2-1-15,-5 2-1 0,12 3-7 0,-6 3-14 16,-1 1 3-16,3 2-6 0,6 2-11 0,-5 4-24 16,0-2 17-16,2 4-15 15,-2-2-13-15,4-1-29 0,-4 1-16 0,0-1-23 16,0-1-30-16,-1-1-26 0,-3-1-21 0,0-2-53 15,0-1-27-15,-1-2-244 0,-4-2-576 0,0-4 255 16</inkml:trace>
  <inkml:trace contextRef="#ctx0" brushRef="#br0" timeOffset="17903.22">12310 3230 198 0,'0'0'257'0,"-7"-1"-6"0,7 1-8 0,-4-3-16 16,4 3-21-16,0 0-20 0,0 0-17 16,0 0-20-16,24-5-19 0,-4 4-9 0,11-3-11 0,1 1-10 0,5 2-12 15,0 0-11-15,2 0-19 0,-3-2-26 0,-2 3-37 16,-5-2-43-16,-2 2-43 0,-8 0-53 0,0 0-62 16,-7-2-146-16,0 1-380 0,-4-1 168 0</inkml:trace>
  <inkml:trace contextRef="#ctx0" brushRef="#br0" timeOffset="18257.3">12995 3127 298 0,'5'-2'328'15,"-5"2"-30"-15,0 0-30 0,0 0-30 0,0 0-27 16,0 0-27-16,0 0-20 0,0 6-17 0,-4 2-14 16,2 4-10-16,-10 5-16 0,-3 9-10 0,-2 5-11 15,-10 11-10-15,-1 0-6 0,3-1-6 0,-2 2-7 16,-1-3-3-16,10-13-4 0,-4 1-6 0,7 1-5 16,-2-3 3-1,3-2-8-15,7-6-3 0,0-2-8 0,1-1 1 0,0-4 0 16,2 0-1-16,0-5-3 0,3 0-8 0,-2-1 6 15,0-1 0-15,1 0-2 0,-1 0 16 16,3-4 20-16,-2 7-7 0,2-7-4 0,0 0-3 16,-2 6-5-16,2-6 4 0,0 0-5 0,0 0-14 15,0 0-17-15,-4 2-36 0,4-2-79 0,0 0-69 16,0 0-84-16,7-15-259 0,-3 11-568 0,1-4 251 0</inkml:trace>
  <inkml:trace contextRef="#ctx0" brushRef="#br0" timeOffset="18658.27">12941 3482 231 0,'10'-4'249'0,"-3"4"-15"0,-2 0-15 16,4 3-11-16,-3-3-14 0,6 3-14 0,-2 0-13 15,3 1-22-15,-3 1-7 0,-1 1-6 0,3 2-22 0,-3-1-1 16,0 3-10-16,2 2-6 0,-6-2-11 15,-1 4-1-15,-2-2-13 0,-2 2-3 0,-2 1-8 16,-2 2 1-16,0 0-11 0,-3 0 3 0,-2-2-11 0,0-1-2 0,2-2-5 16,0-2 2-16,2-3-7 0,-2 3-3 0,7-3-2 15,-5 0-4-15,5-5-1 0,-4 5 3 0,3-2 4 16,1-5 2-16,-3 5 0 0,3-5 7 0,8 8 1 16,0-5-3-16,10-2-2 0,1 2-5 0,8 1-1 15,2-3 3-15,-1 4-13 0,2-4 3 0,-1 0-10 16,0 1 15-16,2 1-5 0,-4-2-4 0,-6 2-1 0,-1-2 3 15,-1 1-5-15,-6 1 3 0,-1-3 5 0,-3 0-5 16,3 1 0-16,-6 0 2 0,-6-1 9 0,0 0 5 16,10-2 5-16,-10 2 1 0,0 0-4 0,12 0-12 15,-12 0-18-15,0 0-39 0,0 0-48 0,0 0-48 0,0 0-50 16,-12-13-89-16,6 8-259 0,2-1-576 16,-1 0 255-16</inkml:trace>
  <inkml:trace contextRef="#ctx0" brushRef="#br0" timeOffset="20346.18">14126 3047 34 0,'0'0'231'0,"6"-6"-9"0,-2 5-15 16,-4 1-17-16,0-2-20 0,0 2-15 0,0 0-16 15,0 0-18-15,4-4-14 0,-4 4-7 0,0 0-17 16,0 0-9-1,0 0-4-15,-7 16-2 0,3-5-12 0,-5 4-4 0,-2 1-3 16,-4 5 21-16,-2 1-2 0,-2 2-9 0,0-1-3 16,-1 2-9-16,-2-2-2 0,3 1-8 15,1-1-1-15,3-8-4 0,-2 6-3 0,4-7-3 16,2 1-1-16,2-2-1 0,0-2-6 0,1-2-1 16,3-3-2-16,0 0 2 0,1-1-5 0,0-1 6 15,4 0 4-15,-4 1-4 0,2-2 4 0,2-3 5 0,1 8 0 0,0-3 4 16,7-1 1-16,-3 1 2 0,7 2-3 0,2 2-3 15,1 0 0-15,4-1-6 0,7 2-1 0,3 4-8 16,-1-3 3-16,1 0-1 0,2 0 2 0,-4 1 0 16,0 1-4-16,0 0-1 0,-2-1 2 0,-6-5-4 15,1 1 1-15,-4 0-5 0,-7-2 2 0,-2-3-3 16,1 1 1-16,-2-1 1 0,0 0-1 0,-2-1 7 0,-4-2 12 16,6 4 8-16,-1-1 2 0,-5-3 21 0,0 0 6 15,0 0-7-15,5 3 4 0,-5-3-4 0,0 0-9 0,0 0-5 16,7 2-3-16,-7-2-13 0,0 0-14 15,0 0-22-15,0 0-18 0,0 0-55 0,0 0-77 16,0 0-56-16,0 0-62 0,0 0-234 0,-7-20-554 16,6 15 246-16</inkml:trace>
  <inkml:trace contextRef="#ctx0" brushRef="#br0" timeOffset="20809.64">14490 3243 199 0,'9'-6'265'0,"-3"-1"-16"0,3 3-23 0,-1 2-18 16,5-5-21-16,-3 7-20 0,3-1-15 0,0 2-12 15,-2-1-16-15,1 5-12 0,-3-1-6 0,0 2-9 16,1 3-9-16,-3 0-9 15,-1 1-6-15,-1 2-9 0,0 5-4 0,-4-4-5 16,-1 4-6-16,-2-1-6 0,-4 2 0 0,0-1-4 16,-3-3-1-16,-4 1-3 0,2 2 0 0,-1-3-9 15,2-2 2-15,1-5-2 0,3 0 2 0,-2 0-9 16,4-3 9-16,-1 2 6 0,4-4 7 0,-3 1 18 16,4-3 27-16,-5 5 36 0,5-5 26 0,0 0 16 15,-4 4 16-15,4-4-9 0,0 0-19 0,8-12-15 0,-2 3-17 16,3-1-9-16,4-3-17 0,-3-3-8 0,10-5-19 15,-4-1-14-15,4 1-5 0,-1 0-9 0,-1 2-4 16,-2 5-5-16,-5-1 0 0,-2 6-9 0,-3 1 1 16,2 3-2-16,-3 0-3 0,-1 1-4 0,0 0-16 15,0 1-23-15,-4 3-22 0,6-1-18 0,-6 1 9 16,0 0-1-16,0 12 13 0,-1-2 3 0,-2 2 2 0,-2 4-7 0,4 0 19 16,1 2-1-16,1 0 14 0,4 2-18 0,0 3 16 15,3-2 6-15,1-4-14 0,9 4-36 0,-1-3-45 16,-1-3-47-16,0-4-51 0,7 3-81 0,-3-5-347 15,0-6-684-15,-2-1 303 0</inkml:trace>
  <inkml:trace contextRef="#ctx0" brushRef="#br0" timeOffset="21379.89">15336 3066 134 0,'5'-4'282'0,"-5"4"-14"0,5-4-3 0,-5 4-12 16,1-3-18-16,-1 3-22 0,0 0-19 0,0 0-12 15,0 0-28-15,4-5-12 0,-4 5-18 0,0 0-19 16,0 0-18-16,0 0-5 0,0 0-13 0,-10 16-2 16,5-6-11-16,-5 7-1 0,-3-1-9 0,-6 6-4 15,0 3 0-15,-3 0-6 0,1 1-2 0,1 1-3 0,2-1-6 16,-1 1-3-16,4-4-1 0,2 1-2 0,1-8-4 15,6 1 4-15,-3-2-5 0,3-1-2 0,3-1 1 16,-1-2 5-16,4-4-4 0,0 4 3 0,0-4 9 0,4 3-4 16,3-2 2-16,2 2 0 0,1-3-1 15,5 2 0-15,3 0-5 0,0 0 0 0,2 0-8 16,1-1 5-16,-3 0-1 16,2 2 2-16,6 2 2 0,-8-4-8 0,-1 0 8 15,-4-3-11-15,1 0 8 0,-4-1-4 0,2 0 1 16,-6-3-1-16,-2 3 3 0,1-1 15 0,-5-3 12 15,9 4 5-15,-5-2 12 0,-4-2 2 0,0 0 4 16,9 3 1-16,-9-3 0 0,5 1-8 0,-5-1-25 16,0 0 14-16,0 0-1 0,0 0-11 0,7 3-11 15,-7-3-24-15,0 0-21 0,0 0-31 0,0 0-40 0,0 0-49 16,0 0-65-16,12 0-88 0,-12 0-307 0,10-7-651 16,-10 7 288-16</inkml:trace>
  <inkml:trace contextRef="#ctx0" brushRef="#br0" timeOffset="22097.18">15946 3177 99 0,'0'-4'342'0,"0"4"-12"0,5-3-20 15,-5 3-34-15,0 0-13 0,0 0-37 0,5-2-24 0,-5 2-27 0,0 0-24 16,0 0-19-16,0 0-14 0,0 10-11 0,-3-3-8 16,1 3-18-16,-2 2 3 0,-3 6-11 0,2-1-8 15,-9 4-2-15,0 5-6 0,-1-2-5 16,1 1 0-16,-4-3-12 0,4-1 1 0,2-6-8 15,2-3-1-15,5-7-5 0,0 3 4 0,-2-2-1 16,2 0-3-16,4-2 6 0,-3-2 44 0,3 1 41 0,1-3 40 0,-4 4 29 16,4-4-18-16,0 0-17 0,0 0-16 0,4-16-16 15,2 7-11-15,2-2-16 0,0 0-9 0,6 0-8 16,-4 0-10-16,-1 0-9 0,0 2-6 0,0 0-6 16,-3 2-6-16,-1 1-6 0,-2 3-6 0,2-1-4 15,0 2-10-15,0 1-15 0,0-1-7 0,-5 2-5 16,13 4-3-16,-5 0-15 15,-1 2-12-15,2 1-21 0,2 2-14 0,-2 0-31 16,0 1-17-16,2 2-46 0,-3-1-35 0,1 3-46 16,-3-2-50-16,-1-3-64 0,-5-2-245 0,4-2-665 15,-4 0 294-15</inkml:trace>
  <inkml:trace contextRef="#ctx0" brushRef="#br0" timeOffset="22413.59">15745 3254 53 0,'-5'-1'291'16,"5"1"-8"-16,-12 0-8 0,12 0-19 0,0 0-4 15,-7 0-4-15,7 0-4 0,-6-2-23 16,6 2 1-16,0 0-14 0,0 0-26 0,0 0-12 15,12-5-21-15,3 3-19 0,12-1-13 0,6 0-22 0,3-1 5 16,15 1-11-16,0 1-5 0,-11 1-34 0,15-1 14 16,-4 1-8-16,-11 1 0 0,-4-1-10 0,-4 2-4 15,1-2 2-15,-13 1-8 0,-6 1-8 0,0 0 4 0,-6-2-5 16,2 1-16-16,-4 0-25 0,0 1-34 0,-6-1-35 16,5 0-23-16,-5 0-29 0,0 0-45 0,0 0-87 15,-18 8-288-15,5-5-601 0,3-3 266 0</inkml:trace>
  <inkml:trace contextRef="#ctx0" brushRef="#br0" timeOffset="30794.74">23066 1401 133 0,'0'0'128'0,"0"0"-1"0,0-4-14 0,0 4-1 16,0 0-4-16,0 0-10 0,0 0-9 0,0 0 5 15,0 0-14-15,0 0-5 0,0 0-3 0,-2-5-7 16,2 5 0-16,0 0-8 0,0 0 0 0,0 0 3 16,0 0-5-16,0 0 0 0,0 0 4 0,0 0-3 0,0 0-7 15,0 0 2-15,0 0-9 0,0 0-4 0,0 0-4 0,0 0-3 16,0 0-1-16,0 0-2 0,0 0-6 0,0 0 3 16,0 0-16-16,0 0 1 0,0 0 5 0,0 0-4 15,0 0 1-15,0 0-10 0,0 0 4 0,0 0-5 16,0 0 0-16,0 0 3 0,0 0-2 0,0 0 0 15,5 14-3-15,-3-10 8 0,0 3-6 0,0 0-2 16,-1 0 0-16,1 2 5 0,2 2-1 0,-1-2-1 0,1 0 1 16,-2 2-2-16,1 1-2 0,-1 0-2 0,1 0 7 15,-1 0-2-15,1 2-1 0,-2-1 0 0,3 1 1 16,-1 2-1-16,-1-3-2 0,1 3 2 0,-1-3 1 16,-1-3 2-16,1 2 0 0,0-2-5 0,-2 1 2 15,2-1-1-15,0 0 1 0,-2 0 0 0,1-5 0 16,-1 4 2-16,2 1-6 15,-2-3 5-15,0 1-4 0,0-1 0 0,0 2-3 16,0 0 2-16,0-1 4 0,0 0-2 16,0-2 5-16,0 0-3 0,1 3 0 0,-1-4-3 15,1 2 4-15,1 0 1 0,-2 1-7 0,2-1 5 16,-2 0 3-16,0-1-4 0,2 1 1 0,0 0 0 16,-2-2 0-16,1 2 4 0,1-1-6 0,1-1 0 0,-3 1 0 15,0-1-1-15,2 2 4 0,-4-2-4 0,6 0 4 0,-4 1 0 16,0-6-3-16,3 8 2 0,-5-3-7 0,4 0 8 15,0 0 1-15,-2 1-4 0,0-6 3 0,0 8-2 16,-2-2 0-16,2-6-2 0,0 9 3 0,2-4-2 16,-2 0 4-16,-4 1-2 0,4-6 1 0,0 10-2 15,0-5 3-15,0-5-3 0,-1 10 3 0,1-5 0 16,0-1 0 0,0-4-7-16,0 10 4 0,0-6-1 0,0 2 2 15,0-1 0-15,0 1-1 0,0 2 0 0,0-3 0 16,0 3 0-16,-2 0 3 0,0-3-3 0,2 1 5 15,-3 3-8-15,1-4 2 0,1 8 4 0,-3-6-3 16,4 2 1-16,-4-4 1 0,4 3-4 0,-1-1 4 16,1 2-1-16,0-2 0 0,-1 3 3 0,-1-2-5 15,2 1 2-15,-1 1 3 0,-1-4-7 0,4 3 2 0,-4-2 2 0,0-2 2 16,2-5 1-16,0 16-2 0,-2-11-3 0,2 0 6 16,0-5-7-16,-3 12 3 0,3-5-2 0,0-7-2 15,-2 10 3-15,-1-3 3 0,3-7-6 16,0 8 9-16,-2-1-6 0,2-7 0 0,-2 10 2 15,1-5-11-15,0 2 10 0,1-7 5 0,0 10-8 16,0-3 4-16,0-7-4 16,-1 12 9-16,1-8-7 0,0-4 1 0,0 8-3 15,0-8 5-15,-3 9-2 0,3-4-2 0,0-5 3 16,0 8-2-16,0-8 2 0,-1 9-2 0,1-9 0 16,0 13 3-16,0-13-3 0,0 5 0 0,0 3 4 15,0-8-8-15,1 8 7 0,-1-2-2 0,0-6 0 16,1 9-3-16,-1-9-1 0,0 9 6 0,0-9-3 15,0 10-6-15,0-5 9 0,2 0 1 0,-2-5-6 0,2 10 6 16,-2-6-2-16,0 4-2 0,1-1 9 0,-1-1-11 16,0-6 9-16,-1 13-6 0,2-6 1 0,-1 0-2 15,2-1-1-15,-2 1 0 0,2 4 3 0,-2-5-3 16,0 3 2-16,3-3 2 0,-3 3-3 0,1-2-7 16,0 3 8-16,-1-3 2 0,0 0 1 0,1 3-3 15,-1-3 1-15,2 1-1 0,0 1 0 0,-2 1 1 0,0 0 1 16,0-3-4-16,0 3 2 0,0-1-1 0,2 1 0 15,0 0 3-15,-2-3-1 0,0 3-1 0,1-1 0 16,1 1 2-16,-1-1-2 0,-1 2-3 0,3-2 0 0,-5 3 6 16,2-2-2-16,2-1 0 0,-2 3-2 0,2-3-2 15,-2 3 6-15,0-2-1 0,0 0 0 0,0-2-1 16,0 3-4 0,2-2 3-16,-2 4 2 0,2 0-2 0,-2-1 3 15,0 5-3-15,0-7-5 0,0 4 7 0,0-5-4 16,1 4-3-16,-1 1 4 0,0-3-1 0,2 2 6 15,1-2-3-15,-3 1-1 0,0 5 4 0,0-8-1 16,0 5-4-16,0-2 2 0,0 4-2 0,2 0 0 16,-2-1 4-16,0-3-6 0,0 4 0 0,2-6 3 15,-2 4 3-15,0 2 2 0,0-7-6 0,0 8 8 0,0-5-5 16,1 1-2-16,-2 3-2 0,1-5 3 0,1 5 2 16,-1-4-8-16,2 0 7 0,0 0-4 0,-2 1 4 15,-2 2-1-15,2-4-7 0,-2 6 5 0,1-6 1 16,1 2 3-16,-4 4-1 0,4-5 1 0,-3 1 1 15,3-2-3-15,-2 2 0 0,2 1 5 0,0 1-6 16,0-2 3-16,-1 2-1 16,1-2-4-16,0-3 1 0,3 3 1 0,-3 2-1 15,3-3 1-15,-3 1 0 0,0 0 3 16,0 2-4-16,4 3 4 0,-3 2-2 0,1-5 1 16,0-3 4-16,-2 4-7 0,0 2 4 0,2-3-4 15,0 3 0-15,-2-2 0 0,0-1-1 0,0 2 3 16,0-5 2-16,0 5-1 0,-2-4-3 0,2 0 0 15,0 3 1-15,0-3-1 0,-2 2 2 0,2-4 3 0,0 2 4 0,0 0-6 16,0 2-2-16,-2-3 0 0,2 1-3 0,2-1 7 16,-2 0-4-16,-2 1 1 0,4 3 1 0,-2-4 3 15,-2 0-7-15,2 2 0 0,0-3 5 0,0 0-1 16,-2 8-3-16,2-10 1 0,0 4 0 0,-1-1 1 16,1 1 0-16,0-1-2 0,0 0-1 0,0-1 0 15,0 1 1-15,0 0 2 0,1 2 1 0,-2-4-3 0,1 4 3 16,0-3 1-1,1 2-5-15,-1-1 0 0,2 0 1 0,-2 1 3 16,-2 3-2-16,2-1-2 0,0-5 1 16,0 9 0-16,2-6 3 0,-2-1-3 0,0 3-1 15,-2 1-1-15,4 2 8 0,-4 2-11 0,2-5 7 16,-1 2-2-16,1-2-1 0,0 2 2 0,0 0 0 16,0-6 1-16,0 1 0 0,-2 5-1 0,2-5 2 0,0 2-4 15,0 1 0-15,-2-2 2 0,2 2 2 0,0 2-3 0,2-2-2 16,-2 3 3-16,0-4 2 0,0 3-2 0,0 0 3 15,0-1-1-15,2 0 0 0,-2 3 0 16,0-7-4-16,0 5 3 0,0 0-1 0,0-5 6 16,0 3-4-16,0 3 1 0,0-7-1 0,0 1-4 15,0 2 2-15,1-2-2 0,1 5 4 0,-2-5-3 0,2 0 1 0,0 0 0 16,-2 1 0-16,2-1 1 0,-1 5-1 0,2-5-1 16,-3 5 5-16,0-5-4 0,1 5-3 0,-1-5 3 15,0 4 2-15,2 1-1 0,0-6-1 0,-2 1 2 16,0 4 1-16,0 1-1 0,1 0 0 15,2 0 0-15,-3 0 1 0,0-2-4 0,0 2 5 16,0-1 1-16,0-3-8 0,0 2 5 16,-3-4 3-16,3 6 4 0,0-2 3 15,-1-1-1-15,1 1-2 0,0 0 2 0,0-2 1 16,0 0-2-16,0 4 5 0,0-3-6 0,0 3-2 16,0-2 0-16,0 2-3 0,0 0 3 0,-2-4-3 15,2 3-1-15,0-1 1 0,0-2 0 0,0 2 1 16,0-1-2-16,0-3 1 0,2 5 0 0,-2 0-1 15,0-3-2-15,0-1 2 0,0 1-2 0,0-1 1 0,0-1 2 16,1 2-1-16,-2-3 3 0,5 2-3 0,-7-1-1 16,3-2 2-16,0 0-6 0,0-9 2 0,0 14-1 15,0-8 0-15,0-6 1 0,-1 10 1 0,1-10 1 16,1 8-5-16,-1-8 4 0,0 0 0 0,3 8 7 16,-3-8 0-16,0 0 2 0,0 0 0 0,0 8-4 0,0-8-36 15,0 0-87 1,0 0-345-16,0 0-497 0,5-25 221 0</inkml:trace>
  <inkml:trace contextRef="#ctx0" brushRef="#br0" timeOffset="33463.11">20152 3721 117 0,'0'0'152'0,"0"0"-2"0,0 0 1 16,0 0 1-16,0 0-8 0,0 0-5 0,0 0-7 16,0 0-8-16,0 0-10 0,-1-5-16 0,1 5-3 15,0 0-10-15,0 0-7 0,0 0-6 0,0 0-6 0,0 0-13 16,0 0-2-16,0 0-5 0,0 0-7 0,0 0-2 0,0 0-4 16,0 0-2-16,10-3-8 0,-5 3-3 0,4 0-1 15,3-1-1-15,-2-1-2 0,4 0 0 16,0 0-3-16,5-4-2 0,-1 5-3 0,4 1 0 15,7-3 3-15,1 2-2 0,3 1-4 0,-1-4 1 16,2 1 0-16,2 3-5 16,0-1-2-16,0-2-2 0,3 3 1 0,-3 0 5 15,3 0 0-15,0 0-1 0,-1 0 0 0,3 0 1 16,-4 0-1-16,4 0-1 0,10-2-1 0,-14 4 2 16,-1-2-3-16,2-2 0 0,-2 1 4 0,4 1-1 15,-1-2-1-15,2 1-2 0,9 0 2 0,-9-3 2 16,11 4 0-16,-13-3-1 0,0 0-2 0,-2 0-3 15,2 1 3-15,0 1-1 0,-2 1 1 0,0-1-1 0,1 1 0 0,-3-1 3 16,1 1-1-16,0 0-3 0,-3-3-3 0,3 4 2 16,-2-1-1-16,2-1 4 0,-3 1-6 0,-1 0 6 15,4-1-3-15,0 1 0 0,0 0 1 0,-2-3-9 16,4 1 8-16,-2 1 4 0,0-2 1 16,4 0-1-16,-1-1-2 0,0 3 1 0,0-3 0 0,-3 3-1 15,1 0-4-15,1-1 3 16,-4 0 1-16,0 1 4 0,-1 0-3 15,3-1 0-15,-5 1 2 0,-2-1-9 0,2 2 7 16,-2 0 1-16,2 0-1 0,-3-3-4 0,5 3 4 16,-3 0 1-16,-2 0 5 0,1-2-5 0,1 2 0 15,0 2 1-15,-2 1-8 0,4-3 8 0,-2 0 0 16,0 2-3-16,2-1 2 0,2 0-3 0,-4 0 3 16,5-2-2-16,-3 1 2 0,2-1-3 0,-1 0 1 0,-1 1-1 0,1-2-1 15,2 2 6-15,-6-3 0 0,6 3-3 0,-4 0 2 16,-2 0-1-16,2-2 2 0,-1 1-4 0,-2 1 2 15,2-1-4-15,-2-1 3 0,1 2 0 0,2-2 0 16,-2 2-1-16,-6 2-4 0,7-5 4 0,0 3 0 16,0 1 3-16,3-2-1 0,-2 1-1 0,1-3 4 15,1 2-11-15,1 1 8 16,-2 0 0-16,0 1-1 0,1-1 4 0,1-1-3 16,-2 1 0-16,0 0-1 0,-2 0 2 15,2 1-2-15,3-1 2 0,-6 0 0 0,1 0 0 16,0 3-2-16,5-2 0 0,-5-1-3 0,2-1 3 0,-1 1 0 15,1 0 0-15,0 3-4 0,0-5 3 0,-2 4 6 16,2-2-2-16,-1 1-2 0,0-1-2 0,1 1 6 16,-3-3-7-16,4 4 2 0,-3-2-6 0,0 0 6 0,2 4 2 15,0-4 0-15,1-2-3 0,-3 4 1 0,1 1 2 16,-1-3-4-16,1 0 5 0,-3-3-1 0,1 3 1 16,3-2 0-16,-2 1-1 0,2 2 0 0,-4-2 0 15,1 1-2-15,-1 0-2 0,3 0 4 0,-2 0-3 16,1 0 2-16,-4 0-1 0,3-1 2 0,-1 1-2 15,-2 1 0-15,4-1-1 0,-2 1 1 0,0-2-1 0,3 0-5 0,-2 1 2 16,-1 0-1-16,1-1 2 0,0 1 3 0,-1-1-3 16,0-1 4-16,-6 1-2 0,6 1 1 0,-9 0-2 15,3-3 3-15,7 3-5 0,-1 0 3 0,-6-1 1 16,4 0 4-16,3-1-8 0,-9 2-4 0,9-2 3 16,-9 1 1-16,9-1 3 0,-7 1-6 0,-3 0 4 15,3-1 0-15,-3 2-1 16,3 2 2-16,-3-4-2 0,-1 4 7 0,4-2-3 15,-1 0 0-15,-3 0 0 0,0-2-3 0,5 2 0 16,-5 0-3-16,5 0 6 0,-1 2 2 0,6-2-2 16,-8 0 1-16,2 0-2 0,0 0 5 15,-2-2-6-15,-1 4-2 0,3-4 3 0,-6 2 1 16,5-1 3-16,-3 1-2 0,-1 0 1 0,0-3-2 0,0 1 1 16,-3 0 4-16,-1 0 6 0,5-1-1 0,-5 0 2 0,1 1-1 15,1 0 0-15,-5 1-3 0,4-1-2 0,4-2-3 16,-5 1 2-16,-3 3 1 0,9-3 1 0,-7 2-4 15,2 0-2-15,-1-1 5 0,5 1-1 0,0 0-3 16,-1 1 5-16,2 0-8 0,-6-4 0 0,0 4 3 16,1-2-2-16,4 3-3 0,-4-1 4 0,-1 0-1 15,5 0 2-15,-8 0-3 16,5 1 0-16,-3-1 3 0,-1 0-2 0,1-1-1 16,-2 0 2-16,3-1-2 0,-2 2 1 0,3 0 1 15,-5 0-4-15,2 2 7 0,1-2-8 0,1 0 7 16,-3 0-1-16,8-2-4 0,-5 2 7 0,2 0-3 15,-2 0 0-15,1 0-5 0,-2-1 4 0,2 1 1 16,-3-2-4-16,1 2 3 0,0 0-2 0,1-1 2 16,-4 0-4-16,3-1 3 0,-3 0-1 0,-2 2 3 0,6-3-2 15,-4 1 2-15,0 1 1 0,2 1-3 0,1-1-1 16,-3 1 4-16,5-2-2 0,-5 1 26 0,4 1-2 16,-3 0-5-16,2 0 4 0,0 0-4 0,-1 0 0 15,-1 0-2-15,0 0-1 0,-2 0-4 0,2 0 5 16,-3 0-8-16,1 0 8 0,0 0 0 0,0 0-1 15,0 0 0-15,0 1-1 0,-3-1 1 0,3-1-3 0,-1 2 0 0,1-1 0 16,-8 0-2-16,13 0-1 0,-8 0-3 0,4 0 1 16,-1 0 1-16,2 1-3 0,-1-1-1 0,0 0 0 15,-1 1-3-15,3-1 1 0,0 0 2 0,-2 0-4 16,4 2 1-16,-3 0 1 0,-1-2 1 0,1 3-4 16,-2-3 4-16,1 0-5 0,-5 0 5 15,1 0-2-15,1 2 11 0,-6-2 9 16,0 0 11-16,9 0 8 0,-5 2 6 0,-4-2 5 15,0 0-4-15,0 0-5 0,9 0 3 16,-9 0-1-16,0 0-1 0,0 0-4 16,0 0 2-16,0 0 0 0,0 0-9 0,0 0-4 15,0 0-3-15,0 0-2 0,7-2-4 0,-7 2-1 16,0 0-5-16,0 0-5 0,0 0 5 0,0 0-1 16,0 0-4-16,0 0-12 0,0 0 18 0,0 0-10 0,0 0-1 0,0 0 5 0,0 0-4 15,0 0-4-15,0 0 5 0,0 0-2 0,0 0-6 16,0 0-1-16,0 0-8 0,0 0-17 0,0 0-22 15,0 0-28-15,0 0-31 0,0 0-35 0,0 0-51 16,0 0-100-16,0 0-177 0,0 0-509 0,-25-7 225 16</inkml:trace>
  <inkml:trace contextRef="#ctx0" brushRef="#br0" timeOffset="36122.71">22718 3868 105 0,'0'0'176'0,"0"0"-6"15,0 0-9-15,-2-5-13 16,2 5-15-16,0-1 1 0,0 1 0 0,0 0-3 16,-2-4-10-16,2 4-14 0,0 0-8 0,-4-5-4 15,4 5-6-15,0 0-13 0,-3-4-7 0,3 4-6 16,-4-3-8-16,4 3-7 0,-7-1-6 0,1-1-3 16,6 2-7-16,-13 0-2 0,7 2 2 0,-3-2-4 15,-1 1-8-15,-2 2-2 0,1-2-5 0,-1 4-2 16,2 3-1-16,-3-3 0 0,2 9-1 0,-3-4-1 0,2 2-1 15,3-3-1-15,-5 3-3 0,5 1 3 0,0 2-2 0,0-1 0 16,2 0-4-16,0 1 3 0,1 2 3 0,2 0-4 16,1-2-2-16,0 0-1 0,1-1 0 0,2 3 4 15,0-1-1-15,2-3 1 0,1 4 1 0,0-4 3 16,-1 0-2-16,2-1 3 0,-4 0-2 0,4-2 1 16,1 2-1-1,-1-3-1-15,1 1 5 0,4 0-6 0,-4-4 6 16,3 0 0-16,1 1-1 0,-2-1 5 0,1 1 2 15,0-4-4-15,0 1-4 0,2-1 2 0,-4-1-3 16,2 1 9-16,1 0 5 0,-3-2 1 0,1-1 14 16,-1 1 7-16,-6-1 7 0,14-1 4 0,-9 0 16 15,1-2-3-15,1 0 2 0,-1-1 3 0,2 0-9 0,1-2 5 16,0-2 2-16,0-2-8 0,-2 1-1 0,4-6-9 0,1 0-6 16,-3-1-3-16,-1-4 0 0,1 1 0 0,1-5 13 15,-2 6-19-15,-7-2-2 0,4-6 4 0,-1 9 2 16,-4-1 7-16,-1-2 2 0,-2 3-1 0,1 0-8 15,-5 0 0-15,-2 3-9 0,1-1-4 0,-1 5-21 16,-4-4-19-16,-4 5-19 0,-5 4-31 0,-6-1-25 16,3 6-27-16,-6 3-38 15,3 4-50-15,6-2-61 0,-6 1-283 0,13 2-591 16,5-1 262-16</inkml:trace>
  <inkml:trace contextRef="#ctx0" brushRef="#br0" timeOffset="37057.36">25005 3659 56 0,'-1'-4'281'15,"1"4"-7"-15,0 0-17 0,0-5-3 0,0 5-5 16,0 0-11-16,0-5 6 0,0 5-19 0,0 0-7 16,-3-3-16-16,3 3-9 0,0 0-20 0,0 0-16 15,0 0-14-15,0 0-15 0,0 0-14 0,0 0-9 16,-1-4-12-16,1 4-10 0,0 0-19 0,0 0-16 0,0 0-24 0,0 0-24 16,0 0-4-16,0 0-4 0,-3 14 5 0,0-4-2 15,2 1 9-15,-2 0-10 0,1 9-21 0,2-1-31 16,-3 0-46-16,0 7-52 0,2-1-85 0,0-6-296 15,2-2-580-15,3-5 258 0</inkml:trace>
  <inkml:trace contextRef="#ctx0" brushRef="#br0" timeOffset="37826.54">24826 4184 214 0,'0'0'306'0,"0"0"-25"16,0-2-26-16,0 2-30 0,0 0-21 0,0 0-31 16,0 0-37-16,0 0-13 15,0 0-13-15,0 0-11 0,-6 19-12 16,3-8-8-16,-3 0-9 0,2 1-6 0,-2 3-3 16,1-1-8-16,-2 4-5 0,0-4 5 0,-1 3-15 0,2 0-2 15,-1-5-1-15,0-2-1 0,0 0-4 0,2-1-2 16,0 0-1-16,1-4-5 0,0-2 1 0,3 3 2 15,-4-2 15-15,4-2 28 0,1-2 32 0,-3 3 18 16,3-3-22-16,0 0-11 0,0 0-12 0,0-15-10 0,4 7-2 16,-3-1-10-16,4-3-5 0,2 2-8 0,-5-4-7 15,5 4 1-15,-2 1-5 0,1 0-2 0,-3 2-11 16,-1 2 4-16,1 0-1 0,-2 1-12 0,2 0 4 16,1 1-7-16,-4 3-4 0,5-1-1 0,-5 1-1 15,7 4-6-15,0 2-5 0,-2-1 1 0,1 2-6 16,2 1 0-16,-1 2-21 15,0 2-15-15,-1-3-27 0,1 3-29 0,0-1-26 16,1-2-39-16,2 0-53 0,-5-1-61 0,1-3-166 16,-3-1-496-16,2-1 220 0</inkml:trace>
  <inkml:trace contextRef="#ctx0" brushRef="#br0" timeOffset="38011.4">24805 4189 102 0,'-3'-2'331'0,"2"-1"-7"16,1 3-25-16,-3-4-26 0,3 4-20 0,-2-5-36 16,2 5-23-16,0 0-19 0,13-3-23 0,-1 1-12 15,4 2-24-15,4 2-49 0,-2 0-46 0,5-1-49 0,-3 6-58 16,1-6-65-16,1 1-67 0,-2 0-146 0,-1-1-394 0,-1-2 174 16</inkml:trace>
  <inkml:trace contextRef="#ctx0" brushRef="#br0" timeOffset="38289.98">25244 4170 269 0,'0'0'315'0,"0"0"-23"16,0 0-39-16,0 0-28 0,0 0-25 0,1 4-26 15,-1-4-16-15,-1 8-17 0,-1-2-16 16,-3 5-3-16,-3 3-21 0,2 1-12 0,-7 9-8 0,0-2-6 15,-1 3-4-15,-1 1-6 0,2-2-11 0,0-2-2 16,0 2-10-16,4-6 4 0,-1-1-6 0,5 2-6 0,-3-2-1 16,1-8-5-16,0 3 1 0,4-2 0 0,-1-2-12 15,1-1-14-15,0-2-6 0,1-1-6 0,1-2-2 16,-1 4-6-16,0-4-8 0,2-2-7 0,-2 5-13 0,2-5-48 16,0 0-39-16,0 0-54 0,9-10-58 15,-6 5-151-15,4 1-427 0,0-2 189 0</inkml:trace>
  <inkml:trace contextRef="#ctx0" brushRef="#br0" timeOffset="38528.21">25296 4422 212 0,'5'-1'263'16,"-5"1"-18"-16,0 0-22 0,7-1-23 0,-7 1-14 15,0 0 6-15,9 4-5 0,-4 0-6 0,0 0-11 0,4 0-17 16,-5 2-4-16,1 1-13 0,-1 2-12 0,1 1-9 15,-2 4-15-15,-6 1-6 0,3 5-5 0,-1-1-12 0,-3-7-2 16,0 5-7-16,-3-3-7 0,0-2-8 0,6-1 0 16,-3-2-11-16,0 0-2 0,4-1-2 0,-2-3-3 15,0 0-9-15,2-1 1 0,4-1-3 16,5-1 3-16,9-2-4 0,14 2-27 0,5-4-44 0,3 0-55 0,14-5-73 16,0 2-109-16,1-3-227 0,0-1-555 0,-3-5 245 15</inkml:trace>
  <inkml:trace contextRef="#ctx0" brushRef="#br0" timeOffset="39476.35">27010 3600 126 0,'0'0'279'16,"0"0"-6"-16,2-3-5 0,-2 3-11 0,0 0-10 15,0 0-17-15,0 0-24 0,0 0-22 0,0 0-22 0,0 0-12 16,0 0-19-16,0 0-21 0,0 0-15 0,0 0-10 15,0 0-14-15,0 0-4 0,0 0-7 0,-6 16-8 0,5-5-17 16,0 0-23-16,1 6-32 0,0 1-45 0,-4 0-55 16,8 3-86-16,-3 3-243 0,0-3-485 15,3-7 215-15</inkml:trace>
  <inkml:trace contextRef="#ctx0" brushRef="#br0" timeOffset="40178.01">27129 4211 26 0,'1'-4'303'0,"2"2"-33"15,-3 2-30-15,1-4-25 0,-1 4-28 0,0 0-24 16,0 0-22-16,0 0-8 0,0 12-14 0,-1-7-10 16,-3 5-9-16,0 1-14 0,-2 5-2 0,-2 0-9 15,3-2-8-15,-4 2-6 0,-1 1-8 0,1 2 1 16,-1-2-9 0,-2 0-3-16,3 1 1 0,-2-4-10 0,3-5 1 0,2 0-3 15,2-3-5-15,0-1 4 0,2 0-2 0,-2 0 25 16,2-1 42-16,0-1 39 0,2-3 32 0,0 0 26 15,0 0-25-15,0 0-18 0,0 0-6 16,6-13-25-16,2 5-12 0,-4-3-10 0,2 1-8 16,2 0-15-16,-1 1-7 0,1-1-9 0,-1 0-5 0,0 3-2 15,-2 0-10-15,-1 3-3 0,0 0-10 0,-3 0-9 0,3 1-8 16,-4 3-30-16,0 0-9 0,8 2 3 0,-8-2-7 16,7 8 1-16,-3-3-6 0,-1 5-9 0,-1 0-22 15,5 1-29-15,-3 1-28 0,-2-2-31 0,3 6-35 0,0-5-48 16,-1 0-43-16,-1-2-275 0,-2-4-604 15,-1 2 268-15</inkml:trace>
  <inkml:trace contextRef="#ctx0" brushRef="#br0" timeOffset="40431.55">26967 4290 47 0,'0'0'308'0,"-10"-1"-10"0,10 1-14 0,-7 0 5 0,7 0-8 0,0 0-27 16,-6-1-25-16,6 1-18 0,0 0-27 0,18-3-17 16,1 2-22-16,14 1-10 0,4-2-15 0,3 2-3 15,16 0-23-15,-1-3-9 0,-1 1-11 0,-15 2-18 16,3 0-15-16,-6 0-23 0,-1-2-9 0,-7 1-14 16,-10 1-14-16,-6-1-16 0,1 1-20 0,-3 0-21 15,-6 0-21-15,-4 0-12 0,0 0-30 0,0 0-50 16,0 0-70-16,-23 2-152 0,4-3-444 0,0 0 196 15</inkml:trace>
  <inkml:trace contextRef="#ctx0" brushRef="#br0" timeOffset="42667.86">25001 2022 34 0,'0'0'68'0,"0"0"-13"0,0 0 12 0,0 0-6 15,0 0 5-15,0 0-2 0,0 0-5 0,0 0 4 16,0 0 2-16,0 0 4 0,0 0-2 0,0 0-2 15,0 0 2-15,0 0-16 0,0 0-4 0,0 0-9 16,0 0 14-16,0 0-12 16,0 0-1-16,0 0-9 0,0 0-6 0,0 0-2 15,0 0 3-15,0 0 5 0,0 0-12 0,0 0 6 16,0 0 3-16,0 0-2 0,0 0 2 0,0 0 7 16,0 0 3-16,0 0 0 0,0 0 3 0,0 0-2 15,0 0-3-15,0 0-4 0,0 0-3 0,0 0-6 16,0 0 1-16,0 0-2 0,0 0-3 15,0 0 0-15,0 0-6 0,0 0-2 0,0 0-1 0,0 0 2 0,0 0-1 16,0 0 3-16,0 0-5 0,0 0 3 0,0 0 6 16,0 0-11-16,0 0-3 0,0 0 3 0,0 0-1 15,0 0 3-15,0 0-5 0,0 0 2 0,0 0-6 16,0 0 5-16,0 0-1 0,0 0-2 0,0 0 4 16,0 0-7-16,0 0 4 0,0 0-1 0,0 0-5 15,0 0 8-15,0 0-2 16,0 0 5-16,0 0 3 0,0 0 7 0,0 0-3 15,0 0 2-15,0 0-1 0,0 0 7 16,0 0 0-16,0 0-3 0,0 0 4 0,0 0-13 16,0 0 8-16,0-5-3 0,0 5 4 0,0 0 0 0,0 0 5 15,0 0 2-15,-2-3-1 0,2 3-3 0,0 0-4 16,0 0-2-16,0 0-5 0,0 0 1 0,0 0-4 16,0 0-4-16,0 0-8 0,0 0-4 0,0 0 1 0,0 0-7 15,0 0 1-15,0 0-7 0,0 0 0 0,0 0-1 16,0 0 3-16,0 0 2 0,0 0-4 0,0 0 9 15,0 0-8-15,0 0 14 0,0 0-3 0,0 0 3 16,0 0 3-16,0 0 6 0,0 0 13 0,0 0 11 16,0 0 14-16,0 0 5 0,0 0 11 0,0 0 4 15,0 0-1-15,0 0 2 0,0 0-4 0,0 0-3 0,0 0-7 0,0 0-12 16,0 0-10-16,0 0-23 0,0 0-34 0,0 0-43 16,0 0-48-16,0 0-27 0,0 0-87 15,0 0-121-15,0 0-385 0,0 0 171 0</inkml:trace>
  <inkml:trace contextRef="#ctx0" brushRef="#br0" timeOffset="43870.59">25051 2002 69 0,'0'0'74'0,"-2"3"-9"16,2-3-4-16,0 0-14 0,0 0 0 0,0 0-5 15,0 0-3-15,0 0 0 0,0 0-7 0,0 0 4 16,0 0 12-16,0 0-5 0,0 0 9 0,0 0 0 16,0 0-4-16,0 0 6 0,0 0-13 0,0 0 10 0,0 0-9 0,0 0 5 15,0 0 3-15,0 0-4 0,0 0 2 0,0 0-6 16,0 0-5-16,0 0 7 0,0 0-11 0,0 0-5 15,0 0-18-15,0 0 8 0,0 0-4 0,0 0-3 16,0 0 1-16,0 0-4 0,-1 5 6 0,1-1-3 16,-3-1-2-16,3-3-3 0,-1 4 5 0,-1 0-8 15,2-4 2 1,-2 2 7-16,2-2-9 0,0 0 1 0,0 7 16 16,0-7 10-16,0 0 12 0,0 2 14 0,0-2 14 15,0 0 6-15,0 0-7 0,0 0-7 0,0 0-10 16,0 0 1-16,0 0-2 0,8-9 3 0,-7 6-4 15,1 0-3-15,-2 3 1 0,0 0-3 0,3-4-5 16,-3 4-6-16,0 0-8 0,3-3-10 0,-3 3-2 16,0 0-14-16,0 0-8 0,0 0 2 0,0 0-2 0,0 0 1 0,0 0-3 15,0 0 5-15,-12-1-3 0,12 1 6 0,0 0-3 16,0 0 0-16,0 0 2 0,-10 4-1 0,10-4 3 16,0 0-3-16,0 0 5 0,0 0-4 15,0 0 3-15,-5 0 8 0,5 0-4 0,0 0 4 16,0 0-3-16,0 0 3 0,5-10-2 0,-3 8-1 15,-2 2 13-15,3-5 7 0,-3 5 11 0,0 0 0 0,1-4-1 0,-1 4 4 16,0 0-6-16,0 0-7 0,0 0-12 0,3-4-11 16,-3 4-27-16,0 0-30 0,0 0-24 0,0 0-26 15,0 0-64-15,0 0-210 0,0 0-409 0,0 0 181 16</inkml:trace>
  <inkml:trace contextRef="#ctx0" brushRef="#br0" timeOffset="45211.18">23114 2092 87 0,'-5'0'168'16,"5"0"-17"-16,0 0-8 0,0 0-9 0,0 0-9 15,0 0-12-15,0 0-7 0,0 0-14 0,0 0-5 16,0 0-7-16,0 0-10 0,0 0 1 0,0 0-12 0,0 0-4 16,0 0 0-16,0 0-12 0,0 0 4 15,0 0-8-15,0 0-2 0,0 0 0 0,0 0-3 16,0 0 1-16,0 0 6 0,0 0 9 0,0 0-5 15,0 0-5-15,0 0-11 0,0 0 4 0,0 0-11 16,0 0-11-16,26 0-21 0,-12-3-39 0,4 1-48 0,3-1-80 16,2 0-124-16,7-3-327 0,-5 3 145 0</inkml:trace>
  <inkml:trace contextRef="#ctx0" brushRef="#br0" timeOffset="46229.16">22220 1949 191 0,'0'0'242'0,"0"-5"-18"0,0 5-21 0,0 0-18 16,0-5-20-16,0 5-18 0,0 0-23 0,0 0-9 15,0 0-22-15,0 0-11 0,0 0-9 0,0 0-8 16,4 13-6-16,-4-6-7 0,1 3-9 0,-1-1-3 16,-1 3-4-16,1-1-2 0,-2 1-5 0,0 5 0 0,-2-1-1 0,1 1-3 15,1-5-4-15,-2 4-1 0,1-5 0 0,2 2-5 16,0-5 0-16,1 4 1 0,-1-7-3 0,-1 0-3 15,2-5 3-15,-1 13-3 0,1-9 2 0,0-4 16 16,-1 5 25-16,1-5 24 0,0 0 30 0,0 0 21 16,0 0 17-16,0 0 10 0,0 0 11 0,0 0-10 15,0 0-19 1,0 0-11-16,0 0-20 0,10-17-11 0,-5 10-14 16,0 2-1-16,2 0-12 0,-2 0-11 0,1-2-10 15,0 5-14-15,-2-2-14 0,1-2-5 0,1 3-14 16,-6 3-14-16,12-2-10 0,-7 1 3 0,-5 1-22 15,0 0-10-15,18 6-14 0,-9-3-19 0,-2 0-17 16,3 2-21-16,-1 3-22 0,-2-1-26 0,2 1-26 16,2 0-32-16,-4-1-42 0,0-1-191 0,-1 0-501 0,-1-1 222 0</inkml:trace>
  <inkml:trace contextRef="#ctx0" brushRef="#br0" timeOffset="46414.01">22160 2017 166 0,'0'0'164'0,"0"0"-17"0,0 0-8 0,14-4-15 16,-4 3-6-16,3-2-26 0,3 3-6 0,4-1-12 15,1-2-34-15,7 1-50 0,-6 0-62 0,-3-2-106 16,8-1-194-16,-5 1 86 0</inkml:trace>
  <inkml:trace contextRef="#ctx0" brushRef="#br0" timeOffset="46746.04">22581 1884 163 0,'0'0'236'15,"0"0"-26"-15,0 0-24 0,0 0-17 0,0 0-24 0,0 0-18 16,0 0-12-16,0 0-19 0,2 14-3 0,-5-5-12 16,2 2-7-16,-3 6-10 0,1 0-7 15,-7 7-4-15,1 1-6 0,0 0 2 0,-1 0-8 16,1 1 0-16,0 0-8 0,-1 0-4 0,0 0 0 0,1 0-2 0,2-9-3 16,-3-1-4-16,5 0 0 0,0-4-6 0,2-1 1 15,1-5 4-15,-1 3-2 0,1-6-5 0,-2 2 4 16,4-5-7-16,-1 9 14 0,1-9 7 0,-3 5 2 15,3-5 5-15,0 0-1 0,0 0-2 0,0 0-1 16,-4 7-5-16,4-7 1 0,0 0-15 16,0 0-12-16,0 0-24 0,0 0-54 0,0 0-62 0,0 0-45 0,0 0-186 15,0 0-399-15,2-27 177 0</inkml:trace>
  <inkml:trace contextRef="#ctx0" brushRef="#br0" timeOffset="46993.35">22645 2092 120 0,'0'0'234'15,"0"0"-17"-15,11-1-23 0,-11 1-19 0,0 0-21 16,7-2-17-16,-7 2-17 0,0 0-9 0,0 0-7 16,10 3-7-16,-10-3-6 0,5 11-9 0,-1-5-4 15,-4 5-5-15,0-1-4 0,0 5-3 0,0 2-9 16,-2 0-4-16,-1 0-2 0,-1-3-7 0,-1 3 0 0,1-5-6 0,-1 0-5 15,3-4-3-15,-2 3-5 0,1-2 1 0,2-3-4 16,0-3-3-16,1-3 0 0,-2 9 4 16,2-9-7-16,3 8 4 0,-3-8-4 0,20 2 3 15,1-4-5-15,13-3-43 0,3-4-66 0,2-2-99 0,12-8-202 16,0 2-428-16,0 3 189 0</inkml:trace>
  <inkml:trace contextRef="#ctx0" brushRef="#br0" timeOffset="50601.55">23174 3549 67 0,'0'0'78'16,"0"0"-12"-16,0 0-2 0,0 0-1 0,0 0-2 15,0 0-15-15,0 0 0 0,0 0 1 0,0 0-9 16,0 0 11-1,0 0-11-15,0 0-9 0,0 0-4 0,0 0 7 16,0 0-9-16,0 0-9 0,0 0-3 0,0 0 6 16,0 0-4-16,0 0 4 0,5-3-14 0,-5 3 12 15,0 0-6-15,4-4 1 0,-4 4-6 0,5-5 2 16,-5 5 4-16,3-3-8 0,-2 1 6 0,-1 2-5 16,5-3-1-16,-2 1-1 0,1 1-2 0,-2-4 2 15,3 4-9-15,-1-3 2 0,0 1 2 0,1 1-8 0,-1 0-4 0,0-2 3 16,2 1-4-16,-2-1 2 0,1 0-1 0,-1 1 17 15,0 0 1-15,1-1 1 0,-3 2-3 0,2-2 0 16,1 1 0-16,-2-1-1 0,-1 0 8 0,4 1-3 16,-3 1-5-16,1-1 3 0,0-1 8 0,-1 1-10 15,0 0 8-15,1 0 1 0,-4 3-7 0,5-7 3 16,-1 5-1-16,1-2-5 0,-2 1 2 0,2 0 2 0,-1 1 7 16,0-1-16-16,-2 1 5 0,3-1 6 0,-3-1-6 15,-2 4-2-15,6-3 6 0,-3 1-3 0,1-1-1 16,-2 1 1-16,4-2 1 0,-2 1-8 0,-1 2 6 15,-3 1 1-15,6-3-2 0,-1 0 0 0,-1 2-2 16,-4 1 6-16,6-4 4 0,-2 1-8 0,0 0 1 16,-4 3 0-16,5-4 10 15,-1 0-11-15,1 1 3 0,-1 0-6 0,2 0 2 16,-2-1 6-16,0 2-8 0,0-3 8 0,1 4-10 16,-1-3 7-16,0 2-1 0,1-2 0 0,0 0-1 15,-1 2-1-15,1-1 6 0,-1-1-9 0,0 1-5 16,-1-3-6-16,4 2 1 0,-2 0 5 15,-1 0-2-15,1-2-8 0,0 3 3 0,0-1 8 16,1-1-5-16,1-1 1 0,-3 2 1 0,1-1-1 0,0 0 4 0,-1 1-4 16,3 0 3-16,-3-1 0 0,1 1 8 0,-2 0-7 15,-1 1 7-15,2-2-1 0,0 1 3 0,1-1 2 16,0 2 1-16,-1-1 1 0,1-1 3 0,-1-1 1 16,5 0-5-16,-3-1 7 0,2 0-4 0,-3-1 4 15,3 1-3-15,-1 0 1 0,1 1 5 0,-3-1-4 16,3 2 1-16,-3 0 1 15,5-2-4-15,-3 2-2 0,0-2 1 16,-1 3-2-16,-2-1 0 0,2 0-2 0,-3 1 1 16,1 0 3-16,4-2-5 0,-3 1 11 0,0 0-14 0,0 0 3 15,-1 2-3-15,0-2 3 0,0 1 2 0,1 1 1 16,1-4-2-16,1 2-3 0,-3 3 3 0,1-4 0 16,-3 4-1-16,5-4-1 0,0 3-2 15,0-1 5-15,-1 1-3 0,-1-1 7 0,-1 0 5 0,4 0-3 0,-2-1 5 16,0-3-2-16,2 5 10 0,-4-2-8 0,2-4 1 15,3 4 2-15,0-4-8 0,3 4 3 0,-6-2-5 16,3 0 8-16,3 1-6 0,-2-2-2 0,-1 3 7 16,1-5-9-16,1 4 3 0,-2-1 0 0,0 1 0 15,2 0-3-15,-2-1-3 0,-2 3 3 0,3 1-4 16,-5-3 4-16,1 1-3 0,0-1 6 0,-1 3-7 0,4-2 5 0,-4 1-10 16,0-2 10-16,3 0-7 0,-3 1 1 15,1 2 6-15,1-2 0 0,-1-2 1 0,1 3-6 16,-1-4 7-16,4 3 2 0,-2 0 2 0,1-2-7 15,0 0 8-15,0 0-5 0,0-1-1 0,0 2 5 0,1-4 0 16,-1 3-4-16,1-1 1 0,1 1 2 0,1 1-8 16,-3-2 4-1,2 2-2-15,0-1 6 0,-3-1-4 0,4 2 1 16,-5 1 3-16,0-2-1 0,3-1-5 0,-2 4 8 16,0-2-8-16,1-1 8 0,-3 3-6 0,-1-1-2 15,0 0-5-15,3-2 8 0,0-1-5 0,-3 4 4 16,4-2-6-16,-2 2 2 0,-1-3 21 0,2 2-27 15,0-1 1-15,0-1 4 0,-2 2-3 0,3-1 3 16,-1-1 1-16,0 3 3 0,2-5-10 0,-1 3 8 0,-2 0 0 0,2 1-5 16,0-2 6-16,0 1-1 0,0 1-2 0,1-2 1 15,-1 1 4-15,0 1-9 0,1-2 3 0,2 0-10 16,-6 0 6-16,5 1 1 0,-4-1 0 16,2 0 3-16,-2-2-4 0,-1 3 1 0,3-3 4 15,-4 4-2-15,0 2-3 0,-1-1-1 0,1-4 4 16,0 5 5-16,1-6-2 15,0 4 1-15,1 1 4 0,-2-2-3 0,3 1-1 16,-3 0-3-16,0 0 3 0,2-1 3 0,-1 0-11 16,0 0 5-16,-2 1-1 0,5-5 2 0,-1 4 6 15,-3-2 1-15,4 0 3 0,-3-1 8 0,3 2 2 16,-1 0-4-16,-2 1-3 0,3-3 3 0,-2 4-1 16,-2-2-1-16,1 2-1 0,2-2-3 0,-3 2-2 15,4-1-5-15,-4 2 3 0,4-3-1 0,-3 2-3 0,-1 0 1 0,2 0 2 16,-2 1-1-16,1-2 11 0,1 2-16 0,-2 0 2 15,0-2 1-15,0 1 3 0,1 0 2 0,1 0-3 16,-1-2-1-16,-3 3 1 0,3-1 4 0,-2 0-3 16,4 2-4-16,-2-2-3 0,-1 1 4 15,-1 0-2-15,1 0 3 0,0 2-5 0,0-3 1 16,-1 3 3-16,1-1-26 0,-1-1 12 16,0 1 1-16,0 1-2 0,1-1 13 15,-4 0-12-15,4 1 17 0,-1-1-6 0,-1 0 6 16,-3 3-6-16,5-6 7 0,-4 6-5 0,-1 0-2 15,7-4 3-15,-6 3 2 0,-1 1 1 0,1-4 2 16,-1 4 0-16,0 0 4 0,0 0-7 0,5-5 6 16,-5 5-9-16,0 0 1 0,0 0 1 0,0 0-4 15,4-1 3-15,-4 1-2 0,0 0 1 0,0 0 3 0,0 0-5 0,5-2 6 16,-5 2-9-16,4-3 3 0,-4 3 4 0,0 0-1 16,4-2-4-16,-4 2 1 0,0 0 5 0,0 0 4 15,4-3-6-15,-4 3 14 0,0 0-11 0,0 0 6 16,0 0-1-16,0 0-1 0,4 0 2 0,-4 0-2 15,0 0-7-15,0 0 9 0,0 0-11 0,0 0 8 0,3-4-7 16,-3 4 5-16,0 0 2 0,0 0 2 0,0 0 6 16,0 0 5-16,0 0 8 0,0 0 0 0,3-3 3 15,-3 3-2-15,0 0-1 0,0 0-3 0,0 0 4 16,0 0 0-16,0 0 0 0,0 0-2 0,0 0 1 16,0 0 4-16,0 0-7 0,0 0-2 0,2-4-5 15,-2 4 3-15,3-2-7 0,-3 2 3 0,0 0-6 16,0 0 1-16,0 0-1 15,0 0-5-15,0 0-1 0,0 0 2 0,0 0-6 16,4-3 4-16,-4 3-3 0,0 0 0 0,0 0 0 16,0 0 1-16,0 0 0 0,0 0-3 0,0 0 1 15,0 0-2-15,0 0 3 0,0 0-6 0,0 0-1 16,2-2-6-16,-2 2-3 0,0 0-6 0,0 0-3 16,0 0-4-16,0 0-9 0,0 0 2 0,0 0-7 15,0 0-8-15,0 0 0 0,0 0-9 0,0 0 9 0,0 0-2 16,0 0-5-16,0 0-15 0,0 0 8 0,0 0-5 0,0 0 5 15,0 0-4-15,11 0 4 0,-11 0 2 16,0 0-4-16,0 0-10 0,0 0-8 0,6-5-13 16,-6 5-90-16,0 0-197 0,0 0 88 0</inkml:trace>
  <inkml:trace contextRef="#ctx0" brushRef="#br0" timeOffset="54063.21">25069 2056 8 0,'0'0'31'15,"0"0"-2"-15,0 0-11 0,0 0 16 0,0 0-18 16,0 0 8-16,0 0-7 0,0 0 0 0,0 0 1 15,0 0-8-15,0 0 2 0,0 0-2 0,0 0-3 16,0 0 0-16,0 0 3 16,0 0-3-16,0 0 0 0,0 0-1 15,0 0-2-15,0 0 9 0,0 0-12 0,0 0 1 16,11 7 10-16,-11-7-9 0,2 2-6 0,-2-2 10 16,5 7 1-16,-5-7-4 0,6 5 4 0,-2-2 3 15,0 1-3-15,0-1-5 0,-4-3 7 0,5 5-7 16,-1 4 0-16,2-6 11 0,-2 2-11 0,0 1 3 15,1-1 7-15,0-1 0 0,0 2 0 0,4 2 4 0,-4-8 1 16,2 7 0-16,-2-2 11 0,0 0-3 0,0-2-4 16,7 2-3-16,-10 2-2 0,5-2-1 0,-2-1 0 0,0 1-2 15,1-3 5-15,-6-2-5 0,9 10-5 0,-4-8-2 16,-1 3 4-16,0 2-4 0,2-3 1 0,-2 1 1 16,1 0-4-16,-1 1 1 0,0-2 3 15,1 1 1-15,3 3 0 0,-5-2 1 0,3-2-3 0,-1 3-2 0,1-2 5 16,-1 0-3-16,2 1 5 0,-4 1-12 0,3-4-5 15,1 5 6-15,-2-3 8 0,2-1-10 0,-3 1 9 16,2 0-5-16,-1 0 1 0,-1 2-5 0,1-2 5 16,0-1 11-16,0 1-20 0,-1 0 12 0,0 0-5 15,1 0 3-15,-1 0-5 0,1 0 6 0,0-1-5 16,0 1-1 0,0 0 2-16,-1 0-3 0,-4-5 1 0,7 9-3 15,-4-4 0-15,-3-5 5 0,8 5-1 0,-3-2 4 16,-5-3-6-16,8 7 5 0,-8-7-8 0,8 4-2 15,-5-1 11-15,-3-3 2 0,8 3 5 0,-8-3 8 16,6 6-13-16,-6-6-2 0,8 5 2 0,-8-5-7 16,5 3 2-16,-5-3 5 0,4 6-2 0,-4-6 2 15,6 4-2-15,-6-4-12 0,7 3 9 0,-7-3 0 0,6 4 3 0,-6-4-2 16,5 5 3-16,-5-5 4 0,0 0-7 0,6 5 0 16,-6-5 8-16,0 0-4 0,10 4 6 15,-10-4-7-15,5 4 3 0,-5-4-2 0,6 2 4 16,-6-2-6-16,5 4 13 0,-5-4-16 0,5 6 3 15,-5-6-3-15,5 4 0 0,-5-4 4 0,8 5-1 16,-4 0-4-16,-4-5 3 16,0 0 8-16,9 7-3 0,-9-7 5 0,7 2 1 15,-3 2-6-15,-4-4-1 0,8 5-2 0,-8-5-5 16,5 6 9-16,-1-4-1 0,-4-2-1 0,9 7-1 16,-5-4-8-16,-4-3 5 0,6 7 0 0,-1-4 1 15,-5-3 3-15,9 7 0 0,-1-5-4 0,-4 1-2 16,2 1 2-16,1-2 2 0,-5 3-5 0,6-4 1 15,2 1 0-15,-5 1 1 0,1 1-4 0,0-1 2 0,-1-1 3 16,-2 1-2-16,3-1-2 0,1 0 6 0,-3 1-7 16,1 1 2-16,3-2 0 0,-2 0 2 0,-1 0-3 15,1 2 0-15,1-3-8 0,-1 5 10 0,2-5-13 16,-3 2 9-16,1-1-12 0,1 2 19 0,-1-1-2 16,2-1 4-16,0 1 0 0,-3 0-8 0,1-1 1 15,1 1-1-15,-2-1 8 0,1 2-6 0,-2-1-1 0,4-1-1 0,-6 1 0 16,5 0 0-16,-2 1 4 0,1 0-3 0,-1-2-3 15,3 2 6-15,-3 0-4 0,1-1 0 0,0 1 3 16,0-1-7-16,2 2 7 0,-2-3-6 0,3 3-1 16,-3-1 5-16,2-2 4 0,-2 2-3 15,0 0 2-15,1-2-2 0,3 3 0 0,-2-4-1 16,1 2-3-16,-3 0 2 16,3 0 3-16,-4-1-1 0,3 3 7 0,0-4-9 15,-8-1 3-15,14 4-2 0,-8 1-2 0,1-2 2 16,-1 0-2-16,-6-3 4 0,10 4-4 0,-2-1 6 15,-3 1-9-15,-5-4 3 0,13 6 5 0,-7-2-11 16,-1-2 12-16,-5-2-7 0,12 5 5 16,-5-2-5-16,-1 0-2 0,-6-3 8 0,11 6-2 0,-6-3 4 15,3-1-10-15,-2 3 2 0,-6-5 2 0,9 7 0 0,0-4 0 16,-5 1 6-16,-4-4-5 0,11 6-2 0,-7-4 2 16,-4-2 2-16,9 9-5 0,-5-6 3 0,1 2 5 15,-5-5-8-15,7 5 4 0,-1 0-2 0,-6-5-4 16,9 4 10-16,-5 0-7 0,2 0 2 0,-2 1 4 15,-4-5-7-15,9 5 5 0,-4 1-3 0,-5-6-8 16,10 7 16-16,-10-7-5 16,9 4-4-16,-9-4 0 0,7 8 3 0,-7-8-3 15,6 6-2-15,-6-6 9 0,9 4-3 16,-9-4 0-16,8 5 1 0,-8-5-4 0,6 7-1 16,-6-7 7-16,8 5-6 0,-8-5-2 0,12 3-2 0,-12-3 7 15,8 5-4-15,-8-5 1 0,9 5 1 0,-9-5 6 16,10 5-7-16,-5 0 1 0,-5-5 1 0,9 9-2 15,-4-7 0-15,-5-2 3 0,12 8-2 0,-8-4-1 0,-4-4 0 16,11 5 0-16,-7 0 7 0,-4-5-12 0,14 10 4 16,-9-8 3-16,-5-2 0 0,9 7-1 0,-4-4 0 15,-5-3-1-15,9 6-1 0,-1-2 1 0,-8-4-12 16,9 6 12-16,-9-6 0 0,6 6 1 0,-6-6-3 16,9 7 6-16,-9-7-3 0,9 5 0 0,-4 1 0 15,-1-3-2 1,-4-3 5-16,5 6-7 0,0-2 2 0,-5-4 3 15,9 5 1-15,-9-5-7 0,7 5 5 0,-1-1 1 0,-1-1 7 16,-5-3-4-16,14 5 6 0,-9-3-12 0,1 4 2 16,-6-6 2-16,10 5 0 0,-5-1-3 0,0 1 0 15,1 0 1-15,-6-5 0 0,9 7-2 0,-4-3 1 16,0 1 1-16,-5-5-1 0,8 8-2 0,-5-3-4 16,1-1 6-16,-1 1 5 0,4-1-5 0,-7-4 3 0,11 8 1 15,-6-5-2-15,-1 1-3 0,0 1 5 0,-4-5-3 16,10 8 1-16,-5-6 1 0,-1 3 3 15,-4-5-6-15,8 9-1 0,-4-6 16 0,-2 2-18 16,-2-5 1-16,8 8 2 0,-8-8-4 0,6 8 7 16,-3-4-6-16,-3-4 1 0,8 6 4 0,-6-2 0 0,-2-4-1 15,8 8 0-15,-8-8-4 0,6 6 5 0,-2-4-5 0,-4-2 1 16,6 7 5-16,-6-7-1 0,7 7-2 0,-2-4-5 16,-5-3 6-16,7 8 2 0,-7-8 1 0,6 6 1 15,-6-6-4-15,5 5-3 0,-1 0 2 0,1-3-2 16,-5-2 6-16,10 7 1 0,-10-7-7 0,5 6 7 15,-5-6-11-15,8 4 4 0,-4 0 1 0,-4-4 9 16,8 5-8 0,-8-5 3-16,5 5-3 0,-5-5-2 0,6 6-2 15,-6-6 4-15,2 4 3 0,-2-4-4 0,7 3-1 16,-7-3-1-16,0 0 2 0,4 5 2 0,-4-5-4 16,2 5 1-16,-2-5 2 0,0 0-3 0,6 5 6 15,-6-5-1-15,4 4-6 0,-4-4 9 0,0 0-3 16,5 5 4-16,-5-5-5 0,4 5-3 0,-4-5 1 15,5 5 1-15,-5-5-2 0,4 5 0 0,-4-5-2 0,6 6 1 0,-6-6 8 16,7 4-2-16,-7-4-1 0,1 6 2 0,-1-6 0 16,0 0-2-16,8 5 3 0,-8-5-2 0,4 3 2 15,-4-3-2-15,5 7-2 0,-5-7 4 0,0 0 3 16,9 5-2-16,-9-5-5 0,5 5 3 16,-5-5-1-16,6 4-3 0,-6-4 2 0,4 5 6 15,-4-5-7-15,7 3 5 16,-7-3-4-16,0 0-1 0,11 5 2 0,-11-5-2 15,4 4 0-15,-4-4 1 0,4 5 2 0,-4-5-3 16,0 0 2-16,6 4-9 0,-6-4 8 0,0 0-4 16,9 5 13-16,-9-5-6 0,5 4-6 0,-5-4 8 15,0 0 0-15,6 4 4 0,-6-4-9 0,4 4 0 16,-4-4 6-16,0 0-4 0,8 5-2 0,-8-5 1 16,4 6-1-16,-4-6 1 0,5 4-4 0,-5-4 2 0,4 5 2 15,-4-5 0-15,0 0 0 0,0 0 3 0,5 5-3 16,-5-5 0-16,0 0-3 0,5 6 3 0,-5-6-2 15,0 0-1-15,4 3 1 0,-4-3 2 0,0 0-5 16,0 0 2-16,6 4-1 0,-6-4-1 0,0 0 4 16,0 0-3-16,0 0 5 0,0 0-4 0,5 4 2 15,-5-4-1-15,0 0-4 0,0 0 5 0,0 0-12 0,0 0 7 0,5 5 5 16,-5-5 0-16,0 0 1 0,0 0-2 0,0 0 3 16,0 0-6-16,7 4-1 0,-7-4 4 0,0 0-6 15,0 0 7-15,0 0-4 0,0 0 5 0,0 0-4 16,6 3 1-16,-6-3 1 0,0 0-3 0,0 0 4 15,0 0-1-15,0 0-5 0,0 0 4 0,5 6 4 16,-5-6-3 0,0 0 2-16,0 0-2 0,0 0 1 0,0 0 4 15,0 0-6-15,2 6 0 0,-2-6 0 0,0 0-1 16,0 0 6-16,0 0-9 0,7 3 6 0,-7-3-4 16,0 0 4-16,0 0-2 0,0 0-4 0,1 5 3 15,-1-5-6-15,0 0 8 0,0 0 2 0,6 5-3 16,-6-5 0-16,0 0 3 0,0 0-3 0,0 0 1 15,0 0 2-15,0 0 1 0,0 0-3 0,0 0 1 0,0 0-2 0,0 0 2 16,0 0-2-16,0 0 2 0,0 0 1 0,0 0-1 16,0 0-1-16,0 0 0 0,2 6-2 0,-2-6 4 15,0 0-5-15,0 0-1 0,0 0 5 16,0 0-4-16,0 0 5 0,0 0-4 0,0 0 4 16,0 0-1-16,0 0 7 0,0 0-13 0,0 0 9 15,0 0-5-15,0 0 2 16,0 0 0-16,0 0-2 0,0 0 7 0,0 0-17 15,0 0-26-15,0 0-58 0,0 0-186 0,0 0-302 16,0 0 134-16</inkml:trace>
  <inkml:trace contextRef="#ctx0" brushRef="#br0" timeOffset="89773.78">2922 6388 111 0,'0'0'170'15,"0"0"-18"-15,0 0-12 0,1-6-18 0,-1 6-6 16,0 0-18-16,0 0-2 0,0 0-16 0,0 0-10 16,0 0-8-1,0 0-7-15,0 0-2 0,0 0-13 0,0 0 2 16,0 0-5-16,0 0 2 0,-2-3-6 0,2 3-1 0,0 0-5 16,0 0 28-16,0 0 13 0,0 0 11 0,0 0-6 15,0-4-9-15,0 4-6 0,0-5-4 16,-2 1-2-16,1-2-5 0,1 1 1 0,-1 0-3 15,0-1 2-15,-1 0-3 0,2 0 12 0,-2-2-7 16,2 1-1-16,-2 0 1 0,0 0 7 0,0-1 4 0,1 2 6 0,-1-3 0 16,0 2-4-16,4 0-3 0,-5 2 8 0,1-2-4 15,-1 2 5-15,2 2-4 0,0-1-4 0,-2-1-10 16,2 2-5-16,1 3 10 0,-2-5-21 0,2 5-20 16,0 0-13-16,0 0-19 0,0 0-28 0,0 0 4 15,0 0 2-15,-5 17 2 0,1-2 5 0,-1 17 2 16,-2 17 5-16,-2 3-1 0,4 4 4 0,-4 26 6 0,1-25 6 0,3 4-5 15,-4 26 0-15,5-3 9 0,3-25-2 0,-2 0 4 16,2 1 1-16,1-5-3 0,-1 2 4 0,1-9 0 16,1 0 0-16,-2-14 0 0,-3 3 4 0,4-9-3 15,-4 0 0-15,0-5 3 0,3-3-2 16,-4-4 4-16,1-1-3 0,-1-3 0 0,-3-3 3 16,4 1 11-16,-1-3 9 15,0 0 9-15,1-4 11 0,-1 2 13 0,-5-2-2 16,-3-2 5-16,2 0 3 0,-2-1-3 0,1-2 3 15,0 1 4-15,0-1-6 0,-6-3-2 0,5 2-11 16,2-1 4-16,-3 0-2 0,1 0-8 0,2 0 7 16,-1-1-21-16,2 2 1 0,-3-1-1 0,3 2-5 15,2-1-8-15,-1 0-15 0,2 1-24 0,0-1-31 16,1-1-35-16,-2 2-46 0,3-1-36 0,-1 0-56 0,2-1-78 0,3-2-187 16,-1-1-534-16,4-2 237 0</inkml:trace>
  <inkml:trace contextRef="#ctx0" brushRef="#br0" timeOffset="90444.05">2362 7045 113 0,'-5'0'179'0,"-5"-2"-3"15,10 2-12-15,-9 0-8 0,9 0-12 0,-9-1-9 16,9 1-7-16,-8 1-3 0,8-1 2 0,0 0-7 15,0 0-8-15,0 0-6 0,-9 0-4 0,9 0-3 16,0 0-2-16,0 0-4 0,0 0-3 0,0 0-6 16,0 0-2-16,0 0-8 0,-3 2 2 0,3-2-6 15,0 0-4-15,0 0-3 0,0 0-4 0,0 0-5 16,0 0-1-16,0 0-6 0,0 0-3 0,0 0 0 0,0 0-3 0,-6 2-5 16,6-2 1-16,0 0-3 0,0 0-7 0,0 0-4 15,0 0 1-15,0 0-5 0,0 0 0 0,0 0-2 16,0 0-3-16,0 0-1 0,0 0-7 0,0 0 1 15,0 0 4-15,0 0-13 0,0 0 2 0,0 0-1 16,0 0-1 0,26 1 4-16,-13 2 1 0,7-3-1 0,10 0-2 15,3-1 3-15,22-2-2 0,-4 1 1 0,0 0-5 16,0-1 6-16,-11 2-2 0,-4-1 4 0,-2 0 3 16,-1 0-6-16,-2 1-4 0,-3-6-3 0,-8 7 7 15,-2 0 0-15,-5 0-1 0,-3-2-1 0,-1 1 0 16,-1 1-4-16,-3 0-6 0,0-1-11 0,-5 1-27 15,12 0-28-15,-12 0-33 0,0 0-23 0,0 0-31 16,0 0-64-16,0 0-214 0,0 0-477 0,0 0 211 0</inkml:trace>
  <inkml:trace contextRef="#ctx0" brushRef="#br0" timeOffset="99015.28">3474 6890 70 0,'-1'-3'93'0,"1"3"-6"16,0 0-5-16,-4-4-1 0,4 4-8 0,-4-3-18 16,4 3-9-16,0 0-6 0,-4-5-11 0,4 5 1 15,0 0-24-15,0-3 0 0,0 3-1 0,0 0 1 0,-1-4-6 16,1 4 0-16,0 0-7 0,0 0-11 0,0 0-96 16,1-7-124-1,-1 7 55-15</inkml:trace>
  <inkml:trace contextRef="#ctx0" brushRef="#br0" timeOffset="99779.39">3513 6895 128 0,'0'0'156'16,"-10"0"-3"-16,10 0-17 0,-6 0-5 0,6 0-4 0,0 0-4 0,-9 0-10 15,9 0-6-15,0 0-7 0,0 0-2 0,0 0-7 16,0 0-7-16,0 0-9 0,0 0-4 0,-6 0-15 16,6 0-4-16,0 0-4 0,0 0-8 0,0 0 0 15,0 0-6-15,0 0-6 0,0 0 0 0,0 0-1 16,-8-3-10-16,8 3-2 0,0 0-4 0,0 0 3 16,0 0-2-16,-5 5-3 15,5-5 2-15,0 0-4 0,-4 4-4 0,4-4 6 16,0 0-9-16,0 0 9 0,0 0 1 0,0 0-2 15,0 0-2-15,-4 1 0 0,4-1-3 0,0 0 1 16,0 0 2-16,0 0-5 0,0 0 2 0,0 0-1 16,0 0 4-16,0 0 8 0,0 0 4 0,0 0 0 15,0 0 0-15,0 0 2 0,0 0 0 0,0 0 1 16,0 0-3-16,0 0-2 0,0 0 1 0,0 0-1 0,0 0-3 16,0 0 3-16,0 0-5 0,0 0 0 0,0 0 1 0,0 0-3 15,0 0-4-15,0 0 0 0,0 0-1 0,0 0-1 16,0 0 2-16,0 0 2 0,26-7 2 0,-10 4-5 15,13 1 1-15,1 0-4 0,2-1 1 0,0 1 0 16,1 1-1-16,-1-6-1 0,0 5 6 0,-3-1-6 16,-8 0 0-16,-1 3 1 15,-1-2 0-15,-7-2 1 0,1 4-1 16,-6 0-13-16,1-1-9 0,-3 1-16 0,3-1-1 16,-8 1-7-16,9 0-7 0,-9 0-18 0,0 0-18 15,0 0-20-15,0 0-31 0,-18 6-185 0,6-4-350 0,1-1 155 16</inkml:trace>
  <inkml:trace contextRef="#ctx0" brushRef="#br0" timeOffset="100480.76">4063 6699 99 0,'0'0'204'0,"1"-6"-23"16,3 4-21-16,0 0-17 0,2 1-14 0,2 1-15 15,2 0-13-15,3 1-9 0,0 1-12 0,-3 1-8 16,7 2-13-16,-5-2-5 0,5 4-8 0,-5 0-1 15,-1-1-8-15,3 6-4 0,-2-1-10 0,-5-2 2 16,2 3 0-16,-4 3-5 0,-3-1-5 0,0 3 0 16,-6 0-2-16,-1-2 2 15,-4 2 1-15,0 0-2 0,-2-3 2 0,-1 1-3 16,0-2 6-16,2-4 6 0,0 0 0 0,0-2-2 16,2 1 6-16,2-7 17 0,1 5 17 0,0-3 11 15,4 1 16-15,-3-1 19 0,1-2 20 0,3-1 16 16,-5 3 20-16,5-3-10 0,0 0-17 0,0 0-19 15,4-16-10-15,1 7-9 0,4-6-8 0,1 1-11 16,7-7-10-16,-1 2-7 0,1-1-5 0,1-1-8 0,-3 2-3 0,-2 4-6 16,-1 1-2-16,-1 1-3 0,-2 5-4 0,-3-1 2 15,2 2 9-15,-3 1-7 0,0 1-4 0,-1 0-8 16,-3 2-5-16,2 0-1 0,1 1-13 16,-3 0-19-16,-1 2-23 0,3-5-29 0,-3 5 17 0,0 0 3 15,0 0 5-15,-7 15 5 0,2-5 2 0,1-1 4 16,-1 4 1-16,-1 0 4 0,2 4 2 0,-2 0 4 0,4-2 1 15,1 2-10-15,-2-1-5 0,3-3-7 0,3-1-9 16,-3 0 0-16,5-2-2 0,0 2-5 0,4-2-19 0,0-1-32 16,3-3-41-16,4-2-69 0,1-1-278 0,5-3-536 15,-1-6 238-15</inkml:trace>
  <inkml:trace contextRef="#ctx0" brushRef="#br0" timeOffset="100750.24">4510 6553 135 0,'0'0'223'16,"0"0"-17"-16,0 0-25 0,0 0-24 0,0 0-15 15,13 11-17-15,-5-4-13 0,3 5-14 0,2 3-10 16,5 6 0-16,0 1-3 0,-3 4-5 0,-3 1-9 15,2 2-2-15,-4 4-8 0,-2 0 3 0,-1 3-8 16,-2-3-5-16,-4 4-2 0,-1-4-1 0,-6 0-5 16,-1 0-2-16,-8-5 0 15,-4 2-14-15,-4-1-22 0,-6-4-31 0,-12 5-41 16,9-11-61-16,-19 7-227 0,4-12-383 16,6-5 170-16</inkml:trace>
  <inkml:trace contextRef="#ctx0" brushRef="#br0" timeOffset="101198.05">3551 6494 2 0,'-4'-4'188'0,"4"4"-19"0,0 0-19 16,-7-2-15-16,7 2-14 0,-12 6-14 0,3 0-11 16,-7 5-14-16,-5 7-8 0,-5 3-7 0,-1 6-12 15,-10 8-6-15,1 8-3 0,-3 2-10 0,6 5-6 16,2 0 7-16,4 2-6 0,3-1-3 0,5-1-2 0,5-1-7 16,7-14 11-16,6-1-9 0,6 1 4 0,8-4 3 15,3-1 0-15,10-4 2 0,19 9-3 0,5-10-10 16,8-6-24-16,32 0-45 0,0-7-96 0,-29-9-111 15,5-4-278-15,1-1 123 0</inkml:trace>
  <inkml:trace contextRef="#ctx0" brushRef="#br0" timeOffset="101868.49">5379 6767 92 0,'-5'-3'116'0,"5"3"-6"16,-5-3-3-16,5 3-15 0,-3-2 3 0,3 2-12 15,-5-2-7-15,5 2-6 0,-6-1-5 0,6 1-3 16,0 0-1-16,-6-2 0 0,6 2-2 0,0 0-4 16,0 0-1-16,0 0 0 15,-9 0-1-15,9 0 0 0,0 0-3 0,0 0 2 16,0 0-4-16,0 0-3 0,0 0-5 0,0 0-1 16,0 0-1-16,0 0 0 0,0 0 1 0,0 0-2 15,0 0 5-15,0 0 1 0,29-2-4 0,-16 2-6 16,7-2-3-16,2 0-5 0,5-1-2 0,-8 3 1 15,10-5 1-15,-8 5-8 0,-2 0 3 0,1 0-6 16,-2-1-4-16,-1-1-5 0,-3 2-10 0,-4-2-21 0,-2 1-23 0,1 2-21 16,-3-2-25-16,-6 1-3 0,7 0-27 0,-7 0-163 15,0 0-312-15,0 0 138 0</inkml:trace>
  <inkml:trace contextRef="#ctx0" brushRef="#br0" timeOffset="102222.27">5337 7003 24 0,'0'0'216'0,"0"0"-3"16,-4 2-7-16,4-2-9 0,0 0-17 0,0 0-15 0,0 0-22 0,22-5-12 16,-3 4-16-16,0-4-8 0,13 0-10 0,1 0-9 15,2 0-14-15,2 3-4 0,0-3-7 0,-4 3-8 16,3-1-4-16,-8 1-6 0,-1-2-5 0,-8 3-4 15,-4-1-2-15,-3 1-3 0,-2 1-16 0,0-3-28 16,-3 3-35-16,-2 2-21 0,0-1-35 0,-5-1-29 16,0 0-206-1,0 0-366-15,-17 5 163 0</inkml:trace>
  <inkml:trace contextRef="#ctx0" brushRef="#br0" timeOffset="105792.72">7159 6193 2 0,'0'0'174'0,"-1"-2"-7"0,1 2-5 16,0 0-6-16,0 0-8 0,0 0-7 0,0 0-14 16,0 0-5-16,0 0-7 0,0 0-10 0,0 0-4 15,0 0-9-15,0 0-8 16,0 0-7-16,0 0-2 0,0 0-10 0,0 0-6 15,0 0-3-15,0 0-10 0,0 0-6 0,0 0 0 16,0 0-7-16,0 0-1 0,0 0-3 0,0 0-7 16,0 0 0-16,0 0-3 0,0 0 0 0,0 0-5 15,0 0-1-15,0 0-2 0,0 0 0 0,0 0 3 16,0 0-2-16,0 0 5 0,0 0-4 0,0 0 3 16,0 0-7-16,0 0 6 0,0 0-1 0,0 0-4 0,0 0-1 0,0 0-3 15,9-3 1-15,-9 3-3 0,15-2 1 0,-2 0-4 16,7 0 1-16,8-2 4 0,4 1 2 0,-1-1-3 15,1 3 2-15,5-3 3 0,-4 2-7 0,-1-2 5 16,-1 3 2-16,-2-1-2 0,-7 2-2 0,-3-4 3 16,-1 3-4-16,-5 1-2 0,0 0 1 0,-7-2 3 15,2 2-4-15,1 0 1 0,-9 0 1 0,9 0-3 0,-6-1-6 16,-3 1-13-16,6-1-17 0,-6 1-6 0,0 0-25 0,0 0-26 16,0 0-26-16,0 0-34 0,0 0-51 0,0 0-120 15,-21 2-347-15,21-2 154 0</inkml:trace>
  <inkml:trace contextRef="#ctx0" brushRef="#br0" timeOffset="106525.39">7930 5983 213 0,'0'0'200'0,"0"0"-11"0,0-5-24 0,0 5-20 0,0 0-15 15,9-3-13-15,-4 1-15 0,2 0-6 16,1 1-12-16,3 1-9 0,2 0-4 0,0 1-13 15,1 3-8-15,2-2-3 0,0 3-9 0,3 1-4 0,-2 1-4 16,-1 2 0-16,-1 1-7 0,-5-3-2 0,4 6-2 16,-3 3-1-16,2-1-2 0,-8 1 0 0,2 0-2 15,-3 3 1-15,-2-2-6 0,-6 2 10 0,2-2-8 0,-5 0-4 16,0-3 0-16,-4 2-1 0,1-3 2 0,-3 0-2 16,-1-1 2-16,0-2 1 0,2-1 7 0,3-2-4 15,-2-2 8-15,1 1 5 0,4-2 11 0,1-1 8 16,-2 1 14-16,5-3 13 0,-3 3 21 0,2-4 25 15,3 0 19-15,0 0-4 0,0 0-14 0,-6-7-10 0,7 2-12 16,7-3-9 0,-1-1-14-16,2-8-6 0,7 2-12 0,3-4-5 15,-2-1-5-15,2-1-3 0,0 1-8 0,-3 1-3 16,0 4 0-16,-4-1-1 0,1 3-6 0,-3 3-2 16,-2-2 1-16,2 3 2 0,-5 1 2 0,2 2-1 15,-3 1 6-15,-2 1 3 0,2-2-1 0,1 4 10 16,-5-1-28-16,4-1-9 0,-4 4-1 0,1-3-26 15,-1 3-7-15,0 0 13 0,0 0-11 0,-10 10 0 0,6-2 4 0,-2 1-4 16,-3 5 2-16,1 2-11 0,-1 1-7 0,4 0-7 16,5 1 1-16,0 1 7 0,1 0-2 0,2-1 5 15,3 2 1-15,12 1 5 0,5 2 0 0,6-5-8 16,15 6-34-16,-7-9-60 0,14 1-78 0,-1-7-294 16,0-2-548-16,-9-6 243 0</inkml:trace>
  <inkml:trace contextRef="#ctx0" brushRef="#br0" timeOffset="107596.4">10006 5909 61 0,'3'-4'183'0,"-3"4"-13"16,0-5-6-16,0 5-7 0,1-4-7 0,-1 4-5 15,0 0-6-15,0-5-8 0,0 5-17 0,0-3 4 16,0 3-12-16,0 0-9 0,3-4-8 0,-3 4-8 15,0 0-10-15,0 0-4 0,0 0-8 0,0 0-5 16,0 0-10-16,-9-1-11 0,9 1-8 0,-13 3-1 16,3-1-3-16,-3 2-3 0,1 3-6 0,-3-2 1 0,2 3-6 0,-1 0 2 15,0 3-1-15,0 1-4 0,0-2 3 0,2 1-1 16,-1 5-5-16,2-3 0 0,1 1 0 16,0 0 3-16,2 3-2 0,2-2-1 0,2-4 1 0,-1 2-2 15,1-2 4-15,3 0-8 0,2 1 8 0,-1-5 2 16,4 3-5-16,0 0 4 0,1-1 4 0,0-3 3 15,4 1 6-15,2-5 8 0,1 5 2 0,2-5-2 0,4 1 13 16,0-3 6-16,-2 0 6 0,6-3 9 0,-9-1 9 0,3-1 5 16,5-3 1-16,-3-1 1 0,0 0 2 15,-3-4 1-15,0 1-3 0,-2-2-5 0,2-1-4 16,-3 0 0-16,-1-2 6 0,-2 1-11 0,0 1-1 16,-5 3-10-16,0 0 2 0,-3-2-6 0,-1 2-13 0,-1 2-10 15,-3-3-6 1,-1 5-10-16,-1-1-8 0,-3 1-8 0,-4 1-8 15,-4 1-9-15,-2 1-17 0,0 2-9 0,1 2-15 16,0-1-23-16,0 4-15 0,0 2-24 0,2 1-19 16,3-3-28-16,1 5-23 0,2 0-15 0,3-2-226 15,0 2-475-15,3-2 211 0</inkml:trace>
  <inkml:trace contextRef="#ctx0" brushRef="#br0" timeOffset="108226.69">10885 5759 88 0,'3'-1'243'0,"1"-4"-5"16,-4 5-7-16,5-3-15 0,-3 1-15 0,-2 2-21 0,0 0-17 15,4-3-18-15,-4 3-18 0,0 0-13 16,0 0-16-16,0 0-17 0,0 0-40 0,0 0-6 0,0 0-6 15,-6 13 1-15,-2-6-3 16,-5 5-3-16,-2 3-2 0,-8 3-4 0,1 2-3 0,0 0-1 0,-4 1 2 16,-1 5-4-16,0-3-1 0,0-1-1 15,3-3 0-15,2 2 0 0,3 0-2 0,0-4-4 16,6-3 2-16,-1-2-1 0,5 1-2 16,0-5 3-16,3 1-3 0,0-6 0 0,0 2 4 0,5-1-4 15,-1 2 5-15,0-4-1 0,-2 1 3 0,0-3-2 0,4 6 4 16,0-6-3-16,2 6 4 0,2-4 4 15,2-1-5-15,5 3 2 0,1 3-3 0,7-4 1 0,-1 2-1 16,1 3-4-16,8 0-1 16,2 0 3-16,-1 1-4 0,0 0-3 0,-2 0 1 0,1-1 1 0,-6 0 3 15,4 2-5-15,-4-3 0 0,-2 0 1 16,0-2 0-16,-2 0-3 0,-5-2 1 0,-1 2 0 16,-4-1 1-16,0-4-1 0,-1 1 17 0,-1 1 11 15,-1 0 10-15,-2 1 5 0,-2-3 1 0,8 1-4 0,-8-1-3 16,4 4-2-16,-4-4-5 0,6 1-2 0,-6-1-4 15,0 0-20-15,0 0-26 0,5 1-22 0,-5-1-36 16,0 0-54-16,0 0-86 0,8-2-212 16,-3-2-467-16,5-2 207 0</inkml:trace>
  <inkml:trace contextRef="#ctx0" brushRef="#br0" timeOffset="109317.4">11215 5997 44 0,'-6'1'141'0,"6"-1"-6"16,0 0-6-16,-12-1-8 0,12 1-6 0,0 0-6 16,-4 1-3-16,4-1-13 0,0 0-7 0,0 0-13 15,0 0-1-15,0 0-6 0,0 0-7 0,0 0-9 16,-10-1-2-16,10 1-6 0,0 0 0 0,0 0-7 0,0 0 1 16,0 0-8-16,0 0 6 0,0 0 4 0,0 0 2 15,0 0-2-15,0 0 8 0,0 0 0 0,0 0 5 16,0 0-4-16,0 0-4 0,0 0 1 0,0 0-6 15,0 0-1-15,18-4-5 0,-8 1 0 0,8 1-4 16,2-1 0-16,1 0-5 0,10-1-1 0,-2 3-1 16,2-3-1-16,-1 0-7 0,-1-1 3 0,1 4 4 15,-11-1 0-15,4 1-3 0,-7 0-1 0,-1-2-1 0,-4 2-3 16,0 1 5-16,0-2-3 16,-4 2-1-16,-1-2 9 0,-2 0-1 0,-4 2 2 15,9 0-3-15,-9 0-5 0,6-2-2 0,-6 2-11 0,0 0-13 0,0 0-7 16,8 0-8-16,-8 0-27 0,0 0-32 0,0 0-32 15,0 0-38-15,0 0-206 0,0 0-390 0,0 0 173 16</inkml:trace>
  <inkml:trace contextRef="#ctx0" brushRef="#br0" timeOffset="110647.32">11892 5823 9 0,'1'-7'148'16,"2"5"-13"-16,-3 2-19 0,8-3-6 0,-3 2-9 15,0 0-15-15,5 1-7 0,2-1-7 0,-1 3-10 0,2-1-6 16,0-1-13-16,6 3 4 0,-1-1-6 0,-3 5-9 15,2-2 0-15,-6 2-2 0,4 0-6 0,1 1-1 16,-1 4-18 0,-6-3 13-16,0 2 2 0,-1 0-7 0,-2 4 4 15,-2-3-4-15,-4 0 0 0,0 2 1 0,-1 4-1 0,-7-2 5 0,-1-1 3 16,0 0-6-16,-5 0 0 0,3-2 5 16,-4-1-6-16,2 0 0 0,2-4 4 0,-1-1 9 15,0-2 9-15,2 5 0 0,1-6 4 0,1-1 7 16,3 1 0-16,-1-1 12 0,0 0 0 0,2-2 16 15,-2 0 16-15,6-1 23 0,-6 2 14 0,6-2 5 0,0 0-18 16,0 0-11-16,0-12-11 0,4 7-4 0,1-5-16 16,9-5-7-16,-1 2-12 0,8-7-9 0,4 2-3 15,-5-3-17-15,5 3 1 0,-3 0-9 0,0 1 20 16,0 0-3-16,-5 5-1 0,-2 0-8 0,-1 3 0 16,-1-1 1-16,-2 3-6 0,-3 2 1 0,-3 1-5 15,-1 0 0-15,0 0-5 16,0 1-9-16,-1 1-18 0,-3 2-25 0,5 0-12 15,-5 0 4-15,0 0 6 0,-6 10 4 0,-2-1 2 16,-2 6 6-16,-3-2 1 0,-2 9 5 0,3-5 1 16,0 0 2-16,2 6 5 0,-1 1 0 0,5-7 2 15,2 1 2-15,2-1 2 0,3 0 5 0,0 1-2 16,6-3 2-16,4-1 2 0,1-1 7 0,10 1-6 16,4 0-17-16,2-4-36 0,5-2-61 0,4-7-63 0,-1 4-243 15,5-5-458-15,0-2 204 0</inkml:trace>
  <inkml:trace contextRef="#ctx0" brushRef="#br0" timeOffset="112081.45">13161 5649 33 0,'0'0'116'0,"3"-3"-10"16,-3 3 3-16,0 0-7 0,2-3 3 0,-2 3-3 0,0 0 10 15,0 0-12-15,4-2-7 0,-4 2-1 0,0 0-9 0,0 0-7 16,0-5-7-16,0 5-3 0,0 0-6 0,0 0-2 16,0 0 3-16,0 0-8 0,1-4-8 0,-1 4-1 15,0 0-9-15,0 0 12 0,0 0-13 0,0 0-8 16,0 0-2-16,0 0-3 0,0 0-6 0,4-3-2 16,-4 3 0-16,0 0 1 0,0 0-2 0,0 0-1 15,0 0 0-15,0 0-1 0,0 0 4 0,0 0-4 16,0 0 5-16,0 0 3 0,0 0 3 0,0 0 1 15,0 0 0-15,0 0-4 0,0 0 2 0,0 0-3 0,0 0-5 0,0 0 1 16,0 0-3-16,0 0-3 0,0 0 2 16,0 0-1-16,0 0-2 0,0 0 2 0,0 0-2 15,0 0-4-15,0 0 10 0,0 0-7 0,0 0-4 0,0 0 1 16,0 0 4-16,0 0-4 0,0 0 2 0,0 0-1 16,0 0-4-16,0 0 5 0,0 0-5 0,0 0 6 15,0 0 2 1,0 0 4-16,0 0 5 0,0 0 1 0,0 0-3 15,0 0 1-15,0 0-3 0,0 0-2 0,0 0-1 0,0 0-4 16,0 0 1-16,0 0 2 0,0 0-3 16,0 0-1-16,0 0-1 0,0 0-1 0,0 0-2 15,0 0 6-15,0 0-7 0,0 0 4 0,0 0-2 16,0 0 1-16,0 0 1 0,0 0 0 0,0 0 2 0,0 0-2 16,0 0-2-16,0 0 5 0,0 0 4 0,0 0-1 0,0 0 5 15,0 0 0-15,0 0 2 0,0 0 2 0,0 0-1 16,0 0-1-16,0 0-1 0,0 0-6 0,0 0 3 15,0 0-2-15,0 0 1 0,0 0-5 0,0 0-7 16,0 0-9-16,0 0-8 0,0 0-1 0,0 0 1 16,-11 12 4-16,3-7-2 0,-5 9 6 0,-2 0 1 15,-3 4-4-15,-2 2 6 16,-1 1-2-16,-2-1 1 0,-1 2 3 0,-2-1-2 16,3-3 2-16,1 4-1 0,2-5 2 0,0 1 0 15,6-3 4-15,0-5-5 0,2 2 2 0,4-5 6 16,0 2-3-16,2-4-2 0,0-2 0 0,3 3-1 15,0-2 1-15,0-2 4 0,-1 0 2 0,3 1-2 16,1-3 12-16,-5 4 9 0,5-4 6 0,-4 3 9 16,4-3 1-16,0 0 1 0,-4 3 5 0,4-3-4 0,0 0-1 0,-1 2 3 15,1-2-3-15,0 0 2 0,0 0-8 0,0 0-1 16,0 0-1-16,0 0-6 0,0 0-3 0,-4 3-2 16,4-3-5-16,0 0-4 0,0 0-3 15,0 0-4-15,0 0 0 0,0 0 1 0,9 6-4 16,-3-1 1-16,2-2 0 0,7 6-1 0,6-1 2 0,7 4-2 15,5 2-2-15,14 3 3 0,1 0-3 0,-11-2 5 0,13 3-1 16,-2 2-4-16,-12-10 2 0,-3 5 2 0,-1-3-4 16,-1 0 6-16,-4-2-7 0,-2-2 4 0,-7 0-5 15,-5-3 6-15,3 0-4 0,-3 0 2 0,-8-3 0 0,3 1 4 16,0-2 2-16,-6 2 17 0,3-2 7 16,-5-1 8-16,9 1 1 0,-6 0-3 0,-3-1 0 15,5 2-3-15,-5-2-5 16,0 0-4-16,5 1-5 0,-5-1-22 0,0 0-21 15,0 0-23-15,0 0-21 0,0 0-67 0,0 0-69 16,7-4-34-16,-7 4-227 0,3-6-501 0,1 3 222 16</inkml:trace>
  <inkml:trace contextRef="#ctx0" brushRef="#br0" timeOffset="112736.31">13832 5782 72 0,'1'-1'278'0,"-1"1"-6"0,0-4-10 0,0 4-15 16,0-3-18-16,0 3-24 0,4-3-22 0,-4 3-25 15,0 0-18-15,1-4-17 0,-1 4-23 0,0 0-19 16,0 0-20-16,0 0-3 0,0 0-10 0,0 0-5 16,-4 15-4-16,3-8-5 0,1 3-4 0,-5 2-2 15,0 0-5-15,0-2 5 0,-1 6-5 0,-1 0 3 16,-2 0-7-16,4-2-2 0,-3 0-4 0,3-3 7 0,0 0-8 0,0 0-1 15,1-7 0-15,2 5 0 0,-1-5 1 0,2 0 2 16,-2 1 5-16,2-3 34 0,-1 3 37 0,2-5 35 16,0 0 27-16,0 0-13 0,0 0-18 15,0 0 2-15,0 0-25 0,5-15-14 0,-3 6-7 0,2 4-7 16,1-5-11-16,-1 5-2 0,0-1 5 0,0 1-25 16,-1-1 2-16,-1 1-7 0,2 0-5 0,-2 1-7 0,0 3 3 15,0-2-9-15,-2 3-20 0,6-4 8 0,-6 4-10 16,0 0-14-16,11 4-7 0,-5-1-4 0,4 1-4 0,-5 1-14 15,6 1-5-15,0 1-17 0,-1 1-17 0,-1 2-10 16,4 0-26 0,-3 2-21-16,-1-3-32 0,5 2-24 0,-6-4-34 15,-2 2-59-15,-2-4-165 0,0-3-498 0,-1 1 221 16</inkml:trace>
  <inkml:trace contextRef="#ctx0" brushRef="#br0" timeOffset="112983.65">13652 5770 230 0,'0'0'248'0,"0"0"-17"0,0 0-23 0,0 0-22 15,0 0-21-15,19-7-16 0,-1 4-13 0,2 1-16 16,10 1-14-16,-1-2-10 0,4 2-8 0,3-2-7 15,0 3-11-15,-3 0-17 16,-1-4-19-16,-1 6-20 0,-3-3-20 0,-8 1-36 16,0-1-33-16,-4 0-44 0,-6-1-27 15,3 2-159-15,-8-2-330 0,0 2 146 0</inkml:trace>
  <inkml:trace contextRef="#ctx0" brushRef="#br0" timeOffset="113315.39">14320 5709 19 0,'0'0'271'0,"0"0"-25"16,0 0-23-16,5-2-24 0,-5 2-25 0,0 0-20 0,0 0-27 15,0 0-20-15,4 5-9 0,-4 2-10 0,-4 0-9 16,2 3-9-16,-6 7-6 0,-1 1-2 0,-4 5-11 15,-2-3-5-15,2 6-7 0,-2-2 0 0,2 0-4 16,1 0-5-16,4-7-3 0,-4 7-3 0,3-8-1 16,2-2-4-16,-1 2 0 0,3-4-3 0,1-2 0 15,0-2 2-15,1-1-8 16,1-1 1-16,-2-2 3 0,2 0 0 0,0-1 1 16,0 2 1-16,1-1 4 0,-2-2 11 0,3-2 10 15,-3 3-3-15,3-3 1 0,0 0-2 16,-2 3-26-16,2-3-43 0,0 0-50 0,0 0-46 0,0 0-41 15,6-15-210-15,-2 10-409 0,4-3 181 0</inkml:trace>
  <inkml:trace contextRef="#ctx0" brushRef="#br0" timeOffset="113700.72">14380 5932 177 0,'0'0'228'0,"0"0"-22"0,8 0-15 0,-8 0-16 15,6 0-15-15,-6 0-8 16,8 6-11-16,0-5-9 0,-2 3-14 0,-1-1-11 16,0 0-8-16,4 6-9 0,-4-6-9 0,0 5-5 15,-1 0-10-15,0 1-7 0,1 2-8 0,-5 1 0 16,0 0-8-16,0-1-5 0,-2 5-1 0,-1-6-4 16,-1 2-2-16,-2 2-3 0,-2-1-5 0,2 0 2 15,1-5-3-15,0 2-4 0,-2-1-3 0,2-1 1 16,1-1-2-16,0-2-3 0,2-1 0 0,1 0-2 0,-2-2 4 0,2 2-1 15,-2-1-1-15,3-3 1 0,-2 3 17 0,2-3 13 16,0 0 15-16,0 0 0 0,5 5-4 0,5-5-2 16,3 0-7-16,7 0-2 0,7-1-1 0,1-1-5 15,-1 1-10-15,4 2 0 0,-2 1-4 0,-1-2-4 16,-6 1-2-16,6-1 1 0,-9 1-4 0,0 0 2 16,-6-1-5-1,-1 2 16-15,-1-2-11 0,-7 0 1 0,5 0 1 16,-9 0-2-16,9 0-2 0,-9 0-3 0,6 0-19 0,-6 0-35 15,4 2-34-15,-4-2-21 0,0 0-40 0,0 0-63 16,-17 5-288-16,10-5-530 0,-1 0 234 0</inkml:trace>
  <inkml:trace contextRef="#ctx0" brushRef="#br0" timeOffset="115805.31">7213 7540 183 0,'0'-4'233'0,"0"-3"-5"0,1 5-9 16,0-3-6-16,1 3-10 0,-2-2-13 0,0 4-18 0,2-6-14 16,-2 6-15-16,0 0-16 0,1-4-15 15,-1 4-16-15,0 0-16 0,0 0-12 0,0 0-16 16,0 0-7-16,4 10-9 0,-4-10-7 0,-2 15-5 0,-1-3-1 0,1 5-6 15,-4 2 1-15,-4 8 3 0,0 0-7 0,-3 0 2 16,-2-1-4-16,2 0-1 0,-5-1 2 0,2 1-3 16,3-5 0-16,-4-1-3 0,8-3 0 0,2-6 0 15,0-3 2-15,1 4-2 0,1-7 2 0,2-1 1 16,-1 3 29-16,2-5 31 0,-1 1 45 0,1 1 36 16,2-4-7-16,0 0 11 15,0 0-32-15,-3-19-10 0,4 10-11 0,3-4-18 16,-1-5-5-16,1 0-12 0,4-8-11 0,0 1-9 15,3 0-12-15,-2 3-4 0,-2 2 2 0,2 5-6 16,-5 4-3-16,1 4 1 0,-1-2-10 0,-3 3 2 16,3 1-11-16,-2 1-25 0,1 1-23 0,1 1-13 15,-4 2 5-15,6 0 3 0,-6 0 11 0,11 8-18 16,-4 0 4-16,2 2 1 0,0 1-4 0,4 3-5 0,-4 4-14 0,1-4-15 16,3 1-19-16,-4-4-23 0,1 5-26 0,-1-3-19 15,-1-4-38-15,-2-1-42 0,-1 0-194 0,0-3-486 16,-2-3 215-16</inkml:trace>
  <inkml:trace contextRef="#ctx0" brushRef="#br0" timeOffset="116074.75">7072 7539 26 0,'-7'0'228'16,"7"0"-15"-16,-8 0-10 0,8 0-12 0,0 0-13 0,0 0-9 15,0 0-9-15,-6 0-13 0,6 0-13 16,0 0-13-16,0 0-13 0,0 0-11 0,0 0-11 16,0 0-6-16,25-3-8 0,-4 3-11 0,8-7-7 15,4 5-13-15,3-3-9 0,16 3-16 0,-13 1-13 0,13-2-13 16,-15 1-19-16,2 1-13 0,-4 2-15 0,-5 1-29 0,-1 0-32 15,-2-2-46-15,-8 0-155 0,-6 0-347 0,-2 0 154 16</inkml:trace>
  <inkml:trace contextRef="#ctx0" brushRef="#br0" timeOffset="116638.5">7951 7728 143 0,'0'0'136'15,"-9"0"-2"-15,9 0-8 0,0 0-10 0,-8 0-9 16,8 0-2-16,0 0 3 0,0 0-2 0,0 0 3 16,0 0-3-16,0 0 7 0,-7 1-2 0,7-1-1 15,0 0 0-15,0 0-6 0,0 0-15 0,0 0-5 16,0 0-7-16,18-4-9 15,-4 3-9-15,1-3-4 0,6 2-4 16,6-1-5-16,2-2-7 0,3 2-5 0,1 2-4 0,3-2 0 16,-2 0-6-16,0 1-1 0,-1-1-3 0,-4 2 0 15,-7 1-9-15,-1-4-12 0,-2 3-11 0,-8 1-18 16,1 0-24-16,-5 0-15 0,1-3-27 0,-3 2-64 16,-3-4-204-16,-2 2-394 0,0 3 175 0</inkml:trace>
  <inkml:trace contextRef="#ctx0" brushRef="#br0" timeOffset="116892.37">8150 7573 119 0,'0'0'296'0,"-2"-5"-4"0,1 2-4 16,1 3-15-16,0-7-16 0,0 7-15 0,0 0-22 15,0-2-22-15,0 2-23 0,0 0-22 0,0-6-30 16,0 6-11-16,0 0-38 0,0 0-28 0,0 0-9 15,0 0-3-15,-1 15-5 0,1-5-2 0,0 7-4 16,-2 2 0-16,2 5-1 0,-1 2-2 0,2-1-3 0,1-5-6 16,-2 6-16-1,0-6-22-15,1 1-15 0,-1-4-19 0,-1 3-21 16,1-3-26-16,0-1-26 0,1-2-41 0,0-1-239 16,-1-5-447-16,2-1 199 0</inkml:trace>
  <inkml:trace contextRef="#ctx0" brushRef="#br0" timeOffset="117478.19">8658 7541 210 0,'3'-1'224'16,"-3"1"-8"-16,5-4-11 0,0 3-19 0,-5 1-18 15,6-6-20-15,-2 5-16 0,3 0-14 0,-7 1-16 16,15 1-12-16,-8 0-6 0,2 5-11 0,3-2-10 0,-3 1-7 15,0 4-8-15,1-2-2 0,-2 3-5 0,-1 5-5 16,0-1-5-16,-2 2-5 0,-1 1-3 0,-3 1 0 16,-2 2-5-16,-3-4-5 0,-1 4 2 15,-3-4-1-15,0 1-2 0,-2-2 1 0,0 0-2 0,-2 0-4 16,1-4 3-16,5-2-3 0,-2 0 3 0,1-3-2 0,0-1 2 16,3-2 8-16,2 1 4 0,-1-2 17 0,-1 4 21 15,4-6 26-15,-4 1 33 0,4-1 24 0,0 0 9 16,0 0-12-16,0 0-18 0,0 0-15 0,7-19-12 0,-2 10-7 15,5-2-12-15,-1-5-14 0,4 0 13 0,2-4-24 16,2-2-3-16,-2 1-11 0,2 1-9 16,-5 2 3-16,-1 3 3 15,-2 2-7-15,-2 2 6 0,0 3-8 0,-1 1 5 16,-2 1-1-16,-2 1-7 0,1 1-5 0,-2 0-8 16,4 1-15-16,-5 0-20 0,0 3-21 0,4-3-15 15,-4 3-11-15,0 0 6 0,0 0 6 0,-4 14 7 16,4-3 4-16,-1-1 6 0,1 3 7 0,0-1-3 15,1 5 7-15,4 1 8 0,4 1 1 0,5 3 6 16,3-3 2-16,6 1-4 0,5-3-28 0,1 0-45 0,6-5-67 0,2 2-97 16,0-6-254-16,3-4-552 0,-7-2 244 0</inkml:trace>
  <inkml:trace contextRef="#ctx0" brushRef="#br0" timeOffset="119366.34">10364 7278 136 0,'1'-5'250'15,"3"-1"-14"-15,-3 2-4 0,2-1-12 0,-2 0-7 0,0 1-6 16,2 0-8-16,-2-1-28 0,-1 5-19 0,3-4-15 16,-3 4-16-16,0 0-16 0,0 0-19 0,1-3-24 15,-1 3-19-15,0 0-8 0,0 0-5 0,0 0-5 16,0 16-3-16,0-7-3 0,0 3 0 0,0 0-2 16,-4 5-1-16,3-1-3 0,-2 1-3 0,1 2 3 15,-2-1-2-15,-1-1 1 0,1 0-5 0,0-3 2 0,3-2-2 0,-2-2 2 16,2-3-4-16,-1 0 5 0,0-2 4 0,1 0-7 15,1-1 9-15,0-4 24 0,0 5 29 0,-3-3 36 16,3-2 31-16,0 0 18 0,0 0-20 0,0 0-12 16,0 0-20-16,0 0-5 0,4-16-5 0,0 8-16 15,-3 3-6-15,3-4-13 0,-1 2 2 0,2 1-8 16,-4 0-17 0,3 2 8-16,-3-1-5 0,3 3-3 0,-4-1-10 15,0 3-11-15,4-5 4 0,-3 1-27 0,-1 4-30 0,0 0-12 16,0 0 3-16,8 0-4 0,-8 0-3 0,9 8-2 15,-3-4-4-15,-2 1-5 0,4 1-11 0,0 2-5 16,2 0-17-16,-1 1-8 0,-2-1-15 0,6 5-19 16,-7-5-20-16,1-1-25 0,1 0-25 15,-3-3-34-15,-2-1-184 0,1 0-464 0,-1-3 206 0</inkml:trace>
  <inkml:trace contextRef="#ctx0" brushRef="#br0" timeOffset="119551.19">10294 7256 206 0,'-5'-3'247'0,"5"3"-16"0,-7-3-17 16,7 3-25-16,0 0-16 0,-2-1-17 0,2 1-21 16,0 0-10-16,16 0-14 0,-2 0-10 0,3 1-13 15,11 2-18-15,4-3-36 0,0 3-40 0,-1-1-51 16,-2 1-54-16,-2-2-49 0,-6 0-131 0,-4-1-316 15,4 0 140-15</inkml:trace>
  <inkml:trace contextRef="#ctx0" brushRef="#br0" timeOffset="119883.16">10770 7193 183 0,'0'0'273'16,"4"-3"-26"-16,-4 3-26 0,0 0-19 0,0 0-19 15,4-3-28-15,-4 3-24 0,0 0-29 16,0 0-11-16,0 0-11 0,0 16-8 0,-3-4-7 0,0 5-8 16,-3 1-8-16,-5 10-2 0,-2-2-4 0,-3 3-9 15,-1 0 2-15,-2 2-5 0,0-1-4 0,1 0-2 16,0 1-3 0,1-4-2-16,2 1 1 0,2-4-1 0,1-1-5 15,2-7 1-15,1 0-4 0,4-3-3 0,-1-4 1 0,4-2 0 16,-2-1-2-16,1 1 1 0,-1-3 3 0,4 0 3 15,-4-1 20-15,3 0 19 0,1-3 14 16,-1 4 18-16,1-4-5 0,0 0-3 0,0 0-7 16,-3 4-7-16,3-4-5 0,0 0 0 0,0 0-7 0,0 0-18 15,0 0-14-15,0 0-32 0,0 0-46 0,0 0-48 0,0 0-42 16,0 0-39-16,0 0-48 0,9-11-193 0,-5 7-464 16,0-1 205-16</inkml:trace>
  <inkml:trace contextRef="#ctx0" brushRef="#br0" timeOffset="120199.5">10901 7497 118 0,'4'-1'273'0,"-4"1"-22"0,6-1-26 15,-6 1-25-15,6-3-23 0,-6 3-19 0,0 0-19 16,9 3-15-16,-9-3-14 0,7 7-11 0,-5-5-12 15,0 4-10-15,1 5-11 0,1-4-6 0,-4 5-9 0,0 1-3 0,-4 4-3 16,-1-1-8-16,-2 1 1 0,-4-2-3 0,0 2-7 16,-2 0-2-16,4-2-5 0,-2-1 0 0,3-4-1 15,0 2-3-15,1-4-3 0,0 1-2 0,2-4 1 16,4 2-1-16,-3-4 1 0,0 1 13 0,3-2 9 16,1-2 6-16,-3 4 9 0,3-4-4 0,0 0-7 15,13 1-3-15,0-1-10 0,10-2 2 0,6-2-18 0,6 0-36 16,-1 0-44-16,4 0-69 0,1-4-83 0,-3 0-195 0,0 2-450 15,0-9 200-15</inkml:trace>
  <inkml:trace contextRef="#ctx0" brushRef="#br0" timeOffset="120753.61">11893 7203 43 0,'0'0'269'15,"3"-2"-16"-15,-3 2-16 0,0 0-20 0,0-6-23 16,0 6-14-16,0 0-28 0,0 0-13 0,0 0-20 16,0 0-16-16,0 0-19 0,0 0-11 0,0 0-13 15,0 0-1-15,-8 22-6 0,0-10-7 0,-4 3-7 16,-6 4-3-16,-4 3 1 0,-3 1-5 0,-5 2-7 0,1-2-1 15,0-1 2-15,2 3-5 0,0-1-7 0,4-5 4 0,2 0-2 16,8-5-6-16,-2 2 2 0,5-7 0 0,3 1-5 16,0-3 1-16,1 1 4 0,2 2-5 0,0-8-1 15,0 6 1-15,4-1 0 0,0-5 4 0,5 5-1 16,4-2 7-16,0 3-1 0,8 0-5 0,-2 0 1 16,8-3 2-16,5 4-7 0,4 0 5 0,0-1-5 15,-1 0 3-15,-4-3-4 0,-1 3 1 0,-7-1-3 0,0 0 2 0,-2-2 4 16,-5 1-9-16,-2-3-6 0,-1 0 8 0,-3-2 1 15,1 2-2-15,-2 1 10 0,-1-3 5 0,1-1 6 16,-5 0 8-16,9 3-4 0,-8-2-3 0,-1-1 1 16,7 1-2-16,-7-1-3 0,0 0-6 0,0 0-17 15,5 0-23-15,-5 0-35 0,0 0-35 0,0 0-39 16,5 2-72-16,-5-2-212 16,0 0-453-16,0 0 200 0</inkml:trace>
  <inkml:trace contextRef="#ctx0" brushRef="#br0" timeOffset="121517.58">12337 7442 116 0,'0'0'152'0,"-9"0"-9"0,9 0-15 16,0 0-15-16,0 0-6 0,0 0-8 0,0 0-7 15,-9 0-8-15,9 0-7 0,0 0-3 0,0 0-6 0,0 0-6 16,0 0 2-16,0 0-7 0,0 0-4 0,-4-2 1 16,4 2-1-16,0 0 6 0,0 0-7 15,0 0 2-15,0 0 3 0,0 0-3 0,0 0-3 0,0 0-3 0,0 0 2 16,0 0-7-16,0 0 4 0,0 0 1 0,0 0-6 16,0 0-2-16,0 0-4 0,22 0 0 0,-8-1-4 15,4-2-4-15,10 0-3 0,2 2-6 0,1-2 1 16,-1 3 1-16,5-2-2 0,-3-1 1 0,-1 1-3 15,0 0 0-15,-6-1-1 0,4 3-3 0,-12 0 2 16,-2-2-3-16,1 4-3 16,-4-2 2-16,-1-2-6 0,-5 2 4 0,2 0-8 15,-3 0-10-15,-5 0-14 0,10 0-19 0,-10 0-20 16,7 0-24-16,-7 0-28 0,0 0-34 0,0 0-209 16,0 0-386-16,-22-3 171 0</inkml:trace>
  <inkml:trace contextRef="#ctx0" brushRef="#br0" timeOffset="122056.48">12931 7257 101 0,'0'0'223'0,"5"-4"-19"0,-1 1-20 0,1 3-16 0,1-2-21 15,2 0-19-15,0 2-10 0,1 0-10 0,1 2-14 16,0-1-8-16,3 3-12 0,-4 0-9 0,0 1-2 16,-1 0-9-16,2 3-6 0,-4 0-5 0,1 3-6 0,-3-1-5 15,-2 2-4-15,-2 0-3 0,-1 5 0 0,-3-5-3 0,-1 3-5 16,-3 2 3-16,-2-3-5 0,0 0-1 0,-3-2-2 15,-1 1-1-15,-2 0-4 0,3-2 4 16,2-4-4-16,3-1 3 0,-2 0-2 0,7-1 0 16,-4-3 9-16,2 3 10 0,2 0 17 0,1-5 32 0,2 0 21 15,-6 4 30-15,6-4 27 0,0 0 1 0,0 0-24 0,0 0-7 16,0 0-12-16,8-16-12 0,0 7-14 0,5-4-10 16,2 0-11-16,7-6-10 0,-3 0-2 0,3 0-15 15,2-2-8-15,-3 1-6 0,0 2-6 0,-5 4-1 0,-2 2-2 16,-5 4 1-16,1 2-5 0,-2-1 0 15,-3 2-7-15,1 1-8 0,-5 0-10 0,6 3-17 16,-5-2-28-16,-2 3-15 16,0 0 7-16,0 0 0 0,0 10 10 0,-5-3 4 15,-2 3 5-15,1 1 10 0,0 5-2 0,-2-2 5 16,2 3 4-16,1 0-3 0,4 0 8 0,1 1 4 16,3-1 1-16,6 3 5 0,4-1-11 0,6-1-26 15,3-2-40-15,6-2-71 0,3-3-104 0,2-5-159 16,1 0-462-16,0-6 205 0</inkml:trace>
  <inkml:trace contextRef="#ctx0" brushRef="#br0" timeOffset="123205.9">14045 7025 188 0,'2'-2'182'0,"-2"2"-8"0,3-5-2 0,-3 5-8 16,7-3-10-16,-7-1-12 0,0 4-12 0,1-2-10 15,-1 2-13-15,0 0-11 0,0 0-16 0,0 0-9 0,0 0-11 16,0 0-11-16,0 0-7 0,0 0-3 0,-5 14-7 15,-3-3-2-15,-3 2-2 0,-4 2-4 0,-6 5-5 16,-3 4 0-16,-2-1 3 0,3 1-7 16,-5 0-2-16,1 1-1 0,3-3-3 0,1-1 2 0,3 1-5 0,-1-6-1 15,8 0 8-15,-1-4-4 0,4-1-8 0,2-2 2 16,0-1 3-16,-1 0-3 0,3 1-6 0,3-4 9 16,-1 2-1-16,0-4-3 0,1 0-1 0,2 1 5 15,-1 0 2-15,2 0-3 0,0-4 7 0,5 7 4 0,1-1 1 16,3-2 3-16,5 1-4 0,5 0 2 15,12-1-1-15,-2 2 0 0,7 0-1 0,0-3-4 0,2 4-1 0,0-5 0 16,-4 2-2-16,4 0 1 0,-6 0 2 0,-1-2-6 16,-11 1 1-16,2 0 0 0,-4-3 1 0,-6 0-3 15,0 2 3-15,-4-1 16 0,1-1 18 0,-4 0 16 16,1 0 10-16,-1 1 8 0,-5-1 6 0,8 0-3 16,-8 0-2-16,7 0-2 0,-7 0-10 0,0 0-12 15,8-1-3-15,-8 1-19 16,0 0-11-16,0 0-13 0,0 0-19 0,0 0-17 15,4-3-93-15,-4 3-56 0,0 0-40 0,-2-8-247 16,2 8-502-16,-2-8 223 0</inkml:trace>
  <inkml:trace contextRef="#ctx0" brushRef="#br0" timeOffset="123637.82">14716 7115 172 0,'4'-2'295'16,"-3"-1"-19"-16,-1 3-20 0,4-4-27 15,-4 4-22-15,3-3-26 0,-3 3-21 0,0 0-24 0,0 0-28 0,0 0-22 16,0 0-6-16,0 0-8 0,1 12-5 0,-5-2-9 15,-1 1-8-15,0 3-3 0,-4 2-6 0,0 2-3 16,-4 4-2-16,3-4-3 0,-3 3-5 0,2-3 3 16,-1-2-10-16,3 1-1 0,-1-2-5 0,3-4-1 0,-1-1-3 15,4-2 5-15,-1-2-2 0,1 0 4 0,1-1-4 16,0-2 15-16,2-1 37 0,-2 4 35 0,3-6 29 16,-4 2 35-16,4-2 14 0,0 0-13 0,0 0-17 15,0 0-18-15,7-13-12 0,-4 8-14 0,4-7-12 16,-2 5-14-16,2-2-4 0,0 1-10 0,0-1-10 15,0 4-5-15,-2-1-6 0,0 2-7 0,0-1-4 0,-2 3-5 0,2-1-10 16,-4 0-27-16,3-1-20 0,-4 4-18 0,8 0-12 16,-8 0-12-16,11 4-15 0,-6 0-13 0,4 3-17 15,-2 2-21-15,3-2-22 0,-3 3-32 0,1-1-34 16,0 1-49-16,-3-2-268 0,1 0-585 0,-3-3 260 16</inkml:trace>
  <inkml:trace contextRef="#ctx0" brushRef="#br0" timeOffset="123960.67">14558 7170 47 0,'-8'-2'256'0,"8"2"-15"0,-5-2-11 0,5 2-16 0,0 0-8 15,0 0-21-15,0 0-15 0,0 0-10 0,0 0-5 16,0 0-6-16,0 0-20 0,-9 0-11 16,9 0-15-16,0 0-10 0,17-3-10 0,-3-1-1 15,6 1-12-15,11 0-8 16,3-1-6-16,6 0-8 0,15-2-7 0,2 1-5 16,1 3-3-16,-3-2-5 0,0 1-2 0,-4 2-1 15,-17 1-3-15,-4 0-2 0,-1-1 0 0,-10 1-6 16,-5 1 0-16,-2-1-5 0,1 0-3 0,-7 1-13 15,2-1-15-15,-2 2-22 0,-6-2-27 0,8 0-48 16,-8 0-16-16,0 0-43 0,0 0-74 0,0 0-136 16,-18 2-419-16,9-2 186 0</inkml:trace>
  <inkml:trace contextRef="#ctx0" brushRef="#br0" timeOffset="125965.26">6676 6007 43 0,'1'-5'114'0,"-1"5"-3"0,3-7-13 0,-3 5-5 16,0 2-9-16,1-5-4 0,2 3 4 0,-3 2-4 16,1-6 8-16,-1 6 0 0,0-3-2 0,0 3-4 15,0 0-6-15,0-6 5 0,0 6-4 0,0 0-5 16,-1-5-3-16,1 5-5 0,0 0-7 0,0 0-1 0,-3-3-2 0,3 3-2 16,0 0-5-16,0 0 3 0,0 0-5 0,0 0-9 15,0 0 6-15,0 0-7 0,0 0-4 0,0-4 0 16,0 4-7-16,0 0 0 0,0 0-2 0,0 0-2 15,0 0 2-15,0 0-4 0,0 0-3 0,0 0 3 16,-1-6-6-16,1 6-1 0,0 0-2 0,0 0 1 16,0 0-1-16,0 0 5 0,0 0-1 0,0 0 0 0,0 0 3 15,0 0-3-15,0 0-1 0,0 0-6 0,0 0 1 0,0 0 0 16,0 0-4-16,0 0-3 0,0 0-2 0,0 0-13 16,0 0-24-16,0 0 4 0,0 0-5 0,0 0 2 15,1 13 4-15,-1-6 8 0,0 3 0 16,0 2-1-16,0 8 5 0,0 8 5 0,0 5 0 0,0 1 3 15,-1 13 3 1,1 0-1-16,-4 3 2 0,-1 3 3 0,-1 0-2 16,-1 0 4-16,2 3-2 0,-3-5 4 0,-2-1-6 15,-2 0 3-15,-1-3 3 0,0 3-2 0,0 0 13 16,-2-2-8-16,2-2 0 0,-2 5 3 0,-2-3-5 0,1-3 4 16,-4 0 1-16,1-2-6 0,5-13 4 15,-5 0 3-15,2-1-1 0,1-4 0 0,-1 3 3 16,2-6-3-16,-2-1-4 0,4-7 8 0,2 0-7 0,-1-2 2 0,1 1 1 15,2-5 1-15,0-1 2 0,5-1-2 0,-1-2 11 16,1 0 23-16,-1-2 20 0,4 4 23 0,-3-5 23 16,4-1-3-16,0 0-25 0,-9-9-7 0,9 3-4 15,-1-2-9-15,1-4-12 0,1 1-2 0,0-1 11 16,2-4-2-16,2 0-6 0,0 7-3 0,0-4-1 16,-1 2-6-16,1 1-6 15,2 1-1-15,-2 2-6 0,0 2-5 0,-1 0-9 16,-2 1-16-16,2 1-4 0,1 2 2 0,-5 1-2 15,9 5 0-15,-3 2 0 0,-1 0 4 0,5 8 3 16,-3 2-7-16,1 5 4 0,-4 7-4 0,1 1 3 16,-3 5 0-16,0-2 3 0,-1 14 1 0,0 6-2 15,-3 1 2-15,0 1 2 0,-2-4 5 0,1 2-3 16,-1 0-2-16,0 1 2 0,0-2 2 0,4-1-2 0,-2 1 1 0,2-5-1 16,-2-10 1-16,2-3-1 0,0 1 8 15,-1 0-2-15,2-1-3 0,2-1 4 0,-2-1 0 0,7-2 5 16,2 1 2-16,4-3-3 0,5-2 4 0,8-1 0 15,10 7 1-15,9-5-10 0,4-3-37 0,2 0-73 16,8-7-121-16,3-5-232 0,0-9-496 0,27-1 219 16</inkml:trace>
  <inkml:trace contextRef="#ctx0" brushRef="#br0" timeOffset="133301.84">3222 10248 72 0,'0'0'110'0,"0"-7"-2"0,0 7-5 0,0-5-6 16,-1 1-7-16,1 4-13 0,0-6-2 0,0 6-3 16,0-7-14-16,0 3-2 0,0 4-9 0,0-5-2 15,0 5-2-15,1-4-7 0,-1 4-5 0,3-6-1 16,-3 6-6-16,0 0 5 0,-3-5 6 0,3 5-2 16,3-2-2-16,-3 2-2 0,-3-4-6 0,3 4 2 0,0-5 0 0,0 5 3 15,0-6 5-15,0 6-3 0,0-6 2 0,-1 3 7 16,1-2-2-16,0 5 4 0,-3-8-1 0,2 4 4 15,1-1-3-15,-1 1-5 0,-2-1-2 0,3 0-1 16,-1 1-5-16,1-2 0 0,-3 1 0 0,2 2 4 16,-2-2-2-16,2-1 5 0,-1 2-7 0,2-1-5 15,-3 1 4-15,2 0-2 16,1 4-7-16,-3-6 0 0,3 6-3 0,-1-3-8 16,1 3 0-16,0 0-14 0,-2-4-15 0,2 4-11 15,0 0 2-15,0 0 1 0,-3 20-2 0,0-4 9 16,0 9 1-16,-3 4-3 0,5 4 7 0,-5 15-4 15,2 1 6-15,-1 2-4 0,2 4 9 0,-1-1 1 16,3 3 0-16,1 2 4 0,0 1 7 0,-4 21-3 0,6-25 1 16,-2-1 9-16,2 0-6 0,-2-2 4 0,1-1-1 0,2-2-1 15,-3-14 2-15,-1 1-8 0,-1-3 9 0,1-2 6 16,-3-2-5-16,3-2-4 0,-3-2 1 0,1-9-4 16,0-4 2-16,2-1-1 0,-2-2 6 0,-1 1 1 15,2-6 5-15,-1 2 9 0,0-2 11 0,0-1 9 16,-1-3 2-16,-4 0-4 0,2-1 1 0,-4-2 9 15,-3-2 5 1,0-1 5-16,3-2 3 0,-4-3 12 0,1 0-8 16,-1-3-8-16,1 2-5 0,-1 0-4 0,3-2-7 0,-1 1-7 15,-1 0 2-15,6 3-9 0,-2-1-3 0,-1 0-2 16,1 4-4-16,-1-4-3 0,0 4-1 16,3-1-13-16,-1 2-8 0,0 0-15 0,1 2-10 15,2-2-12-15,-1 3-24 0,3 0-30 0,-3-2-27 0,4 1-37 16,2 3-37-16,-4-4-185 0,4 4-413 0,3-8 182 0</inkml:trace>
  <inkml:trace contextRef="#ctx0" brushRef="#br0" timeOffset="133849.91">2862 10831 29 0,'0'0'167'15,"-4"-3"0"-15,4 3-15 0,0 0-2 0,0 0-2 16,-9 0-8-16,9 0-7 0,0 0-12 0,0 0-5 15,0 0-15-15,0 0-10 16,0 0-10-16,0 0-8 0,-4 4-6 0,4-4-10 16,0 0-3-16,0 0-10 0,0 0-3 15,23-5 0-15,-4 2-1 0,10 3-1 0,5 0 4 0,2-5 1 16,16 4-4-16,4-3-3 0,-2-3 7 0,-4 5-14 16,-12 0-3-16,-2 1-2 0,-3 0-2 0,-2 0-4 15,-4-2-3-15,-8 2 2 0,-2 1-1 0,-6 0-2 16,0 0-5-16,-3 0-6 0,0-2-11 0,-3 2-6 0,-5 0-10 0,9 0-2 15,-9 0-5-15,0 0-15 0,0 0-23 0,0 0-31 16,-17 7-29-16,7-6-41 0,0 2-141 16,-2-3-336-16,2 0 150 0</inkml:trace>
  <inkml:trace contextRef="#ctx0" brushRef="#br0" timeOffset="134489.14">3833 10798 112 0,'0'0'123'0,"-6"0"-1"0,6 0-9 16,0 0 2-16,0 0-3 0,-7-1-2 0,7 1 0 16,0 0-14-16,0 0-6 0,0 0-8 0,0 0-5 15,0 0-9-15,0 0 0 0,-8 0-9 0,8 0 1 16,0 0-15-16,0 0-4 0,0 0-3 0,0 0-6 0,0 0-2 0,0 0-5 15,0 0 1-15,0 0-5 0,0 0-1 0,0 0-1 16,0 0-7-16,0 0-1 0,0 0 2 0,0 0-2 16,0 0-2-16,0 0-1 0,0 0-3 0,25 3 2 15,-10-6-2-15,7 3 3 0,6-4-1 0,-2 1-5 16,2 2-2-16,4 0-1 0,1-1 1 0,1 0 3 16,-2-2 0-16,-1 0 1 15,-3 4 1-15,-7-2 1 0,-2 1-5 0,-3-3-2 16,-3 3 2-16,-3 0 2 0,-2 1 12 0,0 0 0 15,-2 0 12-15,-6 0 5 0,9 0-4 0,-9 0-2 16,5-3-7-16,-5 3-3 0,0 0-7 0,0-4-16 16,0 4-11-16,0 0-19 0,-13-1-28 0,13 1-23 15,-11 1-33-15,11-1-178 0,-10-1-321 0,10 1 142 16</inkml:trace>
  <inkml:trace contextRef="#ctx0" brushRef="#br0" timeOffset="135085.59">4501 10585 106 0,'13'2'122'0,"1"-2"-12"16,-1 2-5-16,6 3-14 0,-1-2-12 0,0 4-1 15,-2 1-15-15,0 1 2 0,-1 1-12 0,-1 2-9 16,0 0-8-16,-6-3 1 0,1 6-4 0,-3 1-1 0,-2 1-9 0,-4 0-2 15,0-2 4-15,-9 2 3 0,4 0-8 0,-8-2-3 16,-1-1 6-16,0 3 3 0,-2-5 4 0,-1 0 6 16,-1-2 8-16,0-3 0 0,3 2 10 15,2-4 4-15,-1-4 2 0,5 4 16 0,0 0 13 0,0-3 16 16,4 2 20-16,0-3 16 0,1-1 14 0,4 0-12 16,0 0-18-1,-4-6-10-15,8-2-12 0,1-1-15 0,9-5-10 16,-1 0-7-16,0 0-7 0,9-8-14 0,0 0-12 15,3-2-3-15,-3 6-9 0,-2-3-4 0,0 4-1 16,-3 2-3-16,-3 3-1 0,-1 0-2 0,-3 5 1 0,-1 0 0 16,0 0 4-16,-4 3-5 0,-1 0-6 15,2 2-4-15,-2-2-4 0,0 1-8 0,-3 1-23 16,-1 2-4-16,0 0 1 0,0 0 5 0,0 11 1 0,-1-6 3 0,-3 7 2 16,3 0 2-16,-3 5 2 0,-1 4 3 0,1 2-1 15,3-4 2-15,-2 0 1 0,6-2 1 0,-2 0 0 16,3 0-1-16,1-1-2 0,0-1-11 0,3-4-8 15,2 2-24-15,1-7-34 0,4 4-50 0,4-4-74 16,-1-5-192-16,0-1-441 0,-1 0 195 0</inkml:trace>
  <inkml:trace contextRef="#ctx0" brushRef="#br0" timeOffset="135353.57">4923 10485 26 0,'0'0'168'16,"9"1"-19"-16,-3 3-17 0,3 1-14 0,3 3-9 16,3 3-3-16,1 1 1 0,4 8-4 0,-1 4-8 0,2 0-10 15,-1 3-7-15,-1 4-5 0,0 11-2 0,-6-7-10 16,-4 0 0-16,-4-1-7 0,-4 3-3 0,-2-4-4 0,-5 4-4 15,-6-3-4-15,-6-4-1 0,-2 0-4 0,-3-2-5 16,-7-5-20-16,-13 6-36 0,0-7-53 0,-9-4-217 16,1-6-321-16,-2-8 142 0</inkml:trace>
  <inkml:trace contextRef="#ctx0" brushRef="#br0" timeOffset="135792.28">4040 10421 1 0,'-4'-3'151'0,"-2"3"-25"15,1-3-15-15,5 3-7 0,-14 3-14 0,3-1-13 16,-4 5 0-16,-2 1-16 0,0 4-8 0,-6 8-6 0,-2 2 0 0,1 3 1 16,-8 12 0-16,0 6 3 0,4 1-8 0,1 1-3 15,5 1 2-15,6 1-8 0,3-1 3 0,8-12-6 16,1 3-6-16,4-4-3 0,7 1 2 0,2-4-1 16,7-2-5-16,6-2 4 0,4-3 3 0,18 3 2 15,7-9-5-15,3 0-18 0,10-8-63 0,-3-2-187 16,3-6-266-16,-3-3 118 0</inkml:trace>
  <inkml:trace contextRef="#ctx0" brushRef="#br0" timeOffset="136525.29">5759 10732 134 0,'0'0'147'0,"0"0"4"0,-6-2 0 0,6 2-11 16,0 0 0-16,0 0-10 0,0 0-2 0,0 0-3 16,0 0-11-16,0 0-4 15,0 0-6-15,0 0-11 0,0 0-5 0,0 0-8 16,0 0-10-16,0 0-4 0,9-3-7 0,-1 1-6 15,0-1-5-15,5-1-1 0,-1 0-4 0,9 0-2 0,-1 0 3 16,6-2-9-16,3 1 2 0,2 3-5 16,-3-2 2-16,-1 1-3 0,-5 0-1 0,-1 1-6 15,-3 0-4-15,0 0-2 0,-4 2-3 0,0 1-17 16,-2-2-20-16,-2 2-25 0,-3-1-23 0,0 1-34 0,-1 1-17 0,-2 0-12 16,-1 1-34-16,-3-3-153 0,0 0-345 0,-7 7 152 15</inkml:trace>
  <inkml:trace contextRef="#ctx0" brushRef="#br0" timeOffset="136841.64">5924 10917 104 0,'0'0'222'0,"0"0"-14"0,0 0-19 0,0 0-17 15,0 0-18-15,0 0-11 0,0 0-18 0,19-3-14 16,-1 1-13-16,3 1-1 0,7-2-13 0,4-5-3 16,4 5 4-16,1 3-7 0,14-4 3 0,-15 3-10 15,1 0-2-15,-5-1-11 0,-1-2-1 0,-12 4-2 16,3-2-10-16,-9 4-8 15,-2-4-1-15,-3 2-1 0,-1 0-8 16,-2-1-1-16,-5 1-24 0,11-2-29 0,-11 2-33 0,5 2-6 16,-5-2-35-16,0 0-46 0,0 0-212 0,-14 7-388 15,7-6 172-15</inkml:trace>
  <inkml:trace contextRef="#ctx0" brushRef="#br0" timeOffset="139901.68">7531 9820 14 0,'0'-3'99'0,"0"3"-3"15,-3-6-4-15,3 6-2 0,0-5 1 0,0 5-8 16,-1-5-1-16,1 5-11 0,0-3-5 0,0 3-5 0,0-7-4 16,-2 5-8-16,2 2-4 0,0 0 3 0,0-6-3 15,0 6 5-15,-3-7-3 0,3 7-3 0,0-4-5 16,0 4 3-16,0-6-2 0,0 6-9 0,0-6 1 0,0 3-3 16,0 3 1-16,1-4-6 0,-1 4 2 0,-1-6-11 15,1 2 0-15,0 4 2 0,-3-3-3 0,3 3 1 16,-1-5-4-16,-1 2-4 0,2 3-1 0,-4-4 4 15,4 4-5-15,0 0 2 0,-1-5 0 0,1 5-1 16,-2-5 1-16,2 5-6 0,-3-4 3 0,3 4 2 0,-2-3-2 16,2 3 0-16,0 0 6 0,-2-5 1 0,2 5-2 15,-2-4 3-15,2 4 3 0,0 0-3 0,0-5 0 0,0 5-1 32,0 0 3-32,-1-4-3 0,1 4-4 0,0 0 2 0,0 0 1 0,0 0-2 15,-1-4 0-15,1 4-2 0,0 0-2 0,0 0 2 16,0 0 1-16,0 0-3 0,0 0 1 15,-1-4 1-15,1 4 3 0,0 0 0 0,0 0 3 16,0 0-3-16,0 0-3 0,0 0 3 16,0 0-2-16,0 0-1 0,0 0 2 0,-3-3-2 15,3 3-3-15,0 0 3 0,0 0-2 0,0 0-3 0,0 0 2 0,0 0-4 0,0 0 4 0,0 0-5 16,0 0 2-16,0 0-1 0,0 0 1 0,0 0 0 16,0 0-2-16,0 0-1 0,0 0-14 0,0 0-2 15,0 0 2-15,0 0 1 0,0 0 3 16,-4 12 0-16,3-7 4 0,-2 0 4 0,1 2-4 15,-1 3 3-15,1 0 1 0,-1 2-6 0,2 5 3 16,-3 0-1-16,0 4 3 0,0 4-5 0,-2 2 6 0,2 4 1 16,0 2 1-16,-1 12 1 0,3-10 1 0,-2 11-4 15,1 3 5-15,-1-13-3 0,2 12-1 16,-2 1 3-16,-1-3-5 16,2 2 3-16,0-13 2 0,-1 12 1 0,0-10-4 15,-1-3 0-15,-8 13 1 0,4-2 7 0,0 1-1 16,-1-10 1-16,-2 10-2 0,3-10 5 0,-1-1-6 15,0 10 1-15,0-14 0 0,-2 0-1 0,7-2-1 16,-4-1-4-16,-1-2 2 0,0-2 2 0,5-8-5 0,-2 0 2 16,2-4 3-16,2-1-4 0,-1 1 3 15,0-6 1-15,2-2 7 0,1 2 16 0,0-3 35 0,-2 1 36 0,3-4 1 16,0 0-10-16,0 0-11 0,0 0-6 0,-2-14-7 16,3 7-10-16,2-3-9 0,-1 5-2 0,2-5-4 15,2 2-7-15,-1-1-1 0,2 2-3 0,-2 2-3 16,3 0-2-16,0-1-7 0,-2 3-8 0,1 2-7 15,1-1-1-15,2 4-3 0,-1 1-6 0,0 5 0 0,1 0 4 16,3 5-6 0,-4 4 3-16,1 1-1 0,-1 8 1 0,-1 5 2 15,-4-1-1-15,0 4-2 0,-1 13 1 0,-3-1 0 16,1-3 2-16,-3 6-3 0,-3 0 2 0,1-3 0 16,3 4 1-16,-7 1 2 0,8-14 2 0,-5 15-2 15,1 1-9-15,0-1 8 0,-1-3 1 0,0 1 0 16,1-2-2-16,3-2 2 0,-3-14-4 0,3 6 0 15,-6-2-1-15,7 0 3 0,-1-3-3 0,1 3 5 0,0-2 3 0,1 1-1 16,2-2 1-16,2 0 2 0,0-4-1 0,3 1 0 16,5-2 11-16,2-4-2 0,8 1 2 0,5-4 4 15,4 0-1-15,17 0-1 0,-1-2 2 0,7-2-14 16,-2-5-40-16,-1-3-56 0,3-9-88 0,-14-4-151 16,9-8-366-16,-3-6 162 0</inkml:trace>
  <inkml:trace contextRef="#ctx0" brushRef="#br0" timeOffset="141204.37">8253 10150 64 0,'-5'0'127'0,"5"0"0"0,-10 0-7 0,10 0-3 0,-8 0 4 16,8 0-12-16,0 0-8 0,0 0-8 0,-9 0-5 16,9 0-9-16,0 0-6 0,0 0-7 0,0 0-2 0,0 0-3 15,0 0 0-15,0 0-4 0,0 0-2 16,0 0-3-16,0 0-7 0,-1-3-3 0,1 3-3 16,0 0-5-16,0 0-2 0,0 0-5 0,0 0-2 0,0 0-2 15,0 0-2 1,0 0 1-16,0 0-5 0,0 0-1 0,0 0-4 15,0 0 2-15,0 0-3 0,0 0-1 0,0 0-1 16,0 0 4-16,0 0-5 0,0 0 0 0,0 0 10 0,0 0-1 16,0 0 3-16,0 0 1 0,0 0 0 0,0 0-2 15,0 0-1-15,0 0-1 0,0 0-4 16,0 0 0-16,0 0-1 0,0 0-3 0,0 0-1 16,0 0 0-16,0 0-2 0,0 0-3 0,0 0 3 0,0 0-4 0,0 0 1 15,0 0 0-15,0 0-1 0,0 0-1 0,0 0 1 16,0 0-3-16,0 0 0 0,0 0 0 0,0 0-3 15,0 0 1-15,0 0 4 0,0 0-2 0,0 0 3 0,0 0-1 16,28 0 1-16,-11 0 3 0,6-3 0 0,6 3 6 16,2-1-1-16,3 0-2 0,2-2 3 0,2 2-5 15,0-2 3-15,-2 0-3 0,0 2 5 0,-1-1-5 0,-5-1-1 16,1 0 1-16,-3 1-4 0,-9 1 3 0,-2 1 0 16,-4-2 1-16,-1 2-3 0,-3 0 1 0,-1 0 0 15,-2 0-5-15,-6 0 1 0,11-3-5 0,-11 3-16 16,8 0-9-16,-8 0-12 0,0 0-18 0,0 0-18 15,0 0-22-15,0 0-29 0,0 0-58 0,-17 6-110 16,12-5-320-16,5-1 143 16</inkml:trace>
  <inkml:trace contextRef="#ctx0" brushRef="#br0" timeOffset="142538.84">9242 9864 154 0,'-2'-5'164'0,"2"5"-11"0,0-7-13 0,2 5-8 15,-2 2-10-15,2-3-10 0,2-1-14 0,0 0-5 16,1 0-14-16,3 2-7 0,-1 1-9 0,4-3-7 0,-1 3-8 15,4 0 1-15,-2 1-13 0,-2 2-1 16,4 2-3-16,0-1-9 16,0 2-6-16,0 2 5 0,1 2-4 0,-2 0-3 15,0 4 0-15,-3 2-7 0,-2-2 2 0,-2 3 2 16,3 1-5-16,-8 2-2 0,1-1 0 0,-4 0-1 16,1 2 2-16,-6-3-3 0,-1 0 1 0,0 0 3 15,-1 0-5-15,-3 1 5 0,0-3 0 0,-1-1-3 16,2-3-2-16,-2 1-2 0,3-3 11 0,0-1-6 0,2-1-2 15,-2-2 6-15,3 0-7 0,2-1 7 0,1-1 11 0,2-1 23 16,-1 1 25-16,3-3 18 0,-9 4 10 0,9-4 2 16,0 0-12-16,0 0-11 0,0 0-7 0,13-18-10 15,0 6-7-15,1-3 0 0,0 0-9 0,5-6-2 16,0 0-9-16,3-2-3 0,0 1-3 0,-2-2-2 16,1 2 1-16,-1 1-3 0,-6 1-4 0,1 6-1 15,-3 1-3-15,2-1 0 16,-9 6 7-16,3-1-1 0,-4 5-3 0,1-3-6 15,-3 3-5-15,2 2-4 0,0-1-20 0,-4 3 1 16,0 0 0-16,0 0-3 0,-10 14 3 0,2-4 3 16,-1 8-1-16,3 0 2 0,-7 5 2 0,4 1-3 15,5 2 5-15,3 0 2 0,1-1 0 0,5 2 0 16,9 2 2-16,5-4 1 0,4-2-24 0,17 9-36 16,2-9-52-16,9-2-86 0,-15-10-201 0,18-1-437 0,-3-8 194 0</inkml:trace>
  <inkml:trace contextRef="#ctx0" brushRef="#br0" timeOffset="150087.21">11626 9973 5 0,'0'0'162'0,"0"0"-3"0,0 0-11 0,0 0-10 15,0 0-7-15,-7 0-7 0,7 0-6 0,0 0-7 16,0 0-8-16,0 0 1 0,0 0-6 0,0 0 1 16,-3-5-5-16,3 5 1 0,0 0-10 0,0 0-4 15,0 0-5-15,0 0-3 0,0 0-5 0,0 0-6 0,0 0-6 0,0 0-3 16,0 0-7-16,0 0-1 0,0 0-6 0,0 0-1 15,0 0-2-15,0 0 0 0,0 0-1 0,0 0 2 0,0 0-1 16,0 0-2-16,0 0-1 0,0 0 0 16,0 0 0-16,0 0-7 0,0 0-1 0,0 0-3 15,0 0-1-15,0 0-1 0,0 0-4 0,0 0-1 16,0 0-3-16,0 0-1 16,0 0-2-16,0 0 1 0,0 0-2 0,0 0 1 15,0 0-5-15,0 0 5 0,0 0-4 0,0 0 1 16,0 0 0-16,10-3-3 0,-10 3 2 0,0 0-1 0,0 0-1 15,0 0 0-15,0 0 1 0,0 0-5 16,0 0 1-16,0 0 1 0,0 0 1 0,0 0 0 16,0 0 1-16,0 0 0 0,0 0-1 0,0 0 0 15,0 0-3-15,0 0 1 0,0 0-2 0,0 0 2 0,0 0 1 0,0 0-2 16,0 0 0-16,0 0-2 0,0 0 4 0,0 0-4 16,0 0 2-16,0 0 2 0,0 0-2 0,0 0 0 15,0 0 0-15,0 0-1 0,0 0-2 0,0 0 4 0,0 0 0 16,0 0-1-16,0 0-3 0,0 0 3 15,0 0 3-15,0 0-3 0,0 0 0 0,0 0-1 16,0 0 3-16,0 0-2 0,0 0 1 0,0 0-1 0,0 0-2 0,0 0 3 16,0 0-3-16,0 0 1 0,0 0 0 0,0 0-2 15,0 0-2-15,0 0-3 0,0 0 3 0,0 0 1 16,0 0-2-16,0 0-1 0,0 0 1 0,0 0 3 0,0 0 0 16,0 0 2-16,0 0-2 0,0 0 1 15,0 0 1-15,0 0-2 0,0 0 0 0,0 0 0 16,0 0-4-16,0 0 4 15,0 0-1-15,0 0 2 0,0 0 0 0,0 0 1 16,0 0-1-16,12 0 0 0,-12 0 1 0,11 0 1 16,2 0-4-16,6 0 4 0,8-3 2 0,3 0-4 15,-1 2 1-15,3-1 0 0,0-1 2 0,5 3-2 0,-5-2 1 16,-1 2 0-16,1-1 0 0,-3-1 2 0,-7-1-1 16,-2 2 2-16,-1-2-1 0,-5 3 1 15,-1-2 0-15,-4 2 0 0,1 0-1 0,-6 0 0 0,2-2 1 0,-6 2-4 16,11-1 2-16,-11 1-6 0,6 0-11 0,-2-2-22 15,-4 2-27-15,0 0-14 0,0 0-22 0,0 0-27 16,0 0-33-16,0 0-211 0,0 0-403 0,0 0 179 0</inkml:trace>
  <inkml:trace contextRef="#ctx0" brushRef="#br0" timeOffset="150926.99">12738 9661 169 0,'0'-3'240'0,"1"-1"-10"0,-1 4-14 15,3-4-21-15,-3 4-21 0,1-4-16 0,-1 4-24 0,0 0-17 16,0 0-20-16,0 0-14 0,0 0-9 0,0 0-10 15,0 12-3-15,-5-2-9 0,0 0-7 0,-3 6-3 16,2 1-4-16,-6 4-3 0,-4 4-5 16,3-4 0-16,-1 4-3 0,1-3-5 0,4-5-4 0,0 0 3 15,0 0-3-15,0-3-4 0,2-1-2 0,-1-6 2 0,6 0-2 16,-2-2-1-16,1 0 5 0,1 1 25 0,-1-3 39 16,-2 0 31-16,5-3 37 0,-4 2 18 0,4-2-14 0,0 0-17 15,0 0-19-15,4-15-9 0,0 6-4 0,1-2-18 16,0-1-9-16,3-1 8 0,1-3-25 0,1 3-17 15,-2 4-3-15,-2-2-4 0,-1 4-1 16,1 0-7-16,0 0-1 16,-4 2-15-16,2 2-4 0,-3 1-33 0,3 0-24 15,-4 2 3-15,7 0 8 0,-7 0-5 0,10 5 6 16,-4-1 5-16,-1 3-13 0,3 0 8 0,-1 4-12 16,2 3-7-16,-1-2-7 0,1 1-12 0,1 1-12 15,-5-3-23-15,3-1-19 0,0 5-23 0,-2-4-22 0,-2-3-15 16,0 0-17-16,-3-1-209 0,-1-4-450 15,1 3 200-15</inkml:trace>
  <inkml:trace contextRef="#ctx0" brushRef="#br0" timeOffset="151158.47">12655 9650 171 0,'-5'-1'218'16,"5"1"-16"-16,0 0-17 0,-4-3-14 16,4 3-17-16,0 0-16 0,0 0-15 0,18-3-9 15,-5 1-11-15,5 2-7 0,3-2-11 0,11 0-9 0,-1 1-4 16,0 1-16-16,1-3-10 0,-2 2-24 0,0 1-28 16,-9 0-31-16,0 0-28 0,-2 0-32 0,0 0-45 0,-6-1-140 15,1-1-304-15,-9 1 136 0</inkml:trace>
  <inkml:trace contextRef="#ctx0" brushRef="#br0" timeOffset="151528.18">13302 9632 163 0,'4'-3'241'16,"-4"3"-16"0,6-4-24-16,-6 4-21 0,0 0-26 0,2-3-20 15,-2 3-17-15,0 0-15 0,0 0-8 0,-4 15-13 16,-2-3-15-16,-3 0 2 0,-4 5-10 0,-3 6-8 16,-4 2-7-16,0 2 1 0,-3 1-8 0,-7 8 0 15,5-9-4-15,1 3-4 0,4-2-2 0,0-2-4 16,1-1 1-16,3-1-6 0,-1-1 0 0,3-2 0 15,4-7-3-15,1-4-6 0,0 0 3 0,1-1-2 0,2-1-1 0,2-2 1 16,0 0 0-16,0-1 1 0,3-3-1 0,-3 1 3 16,4 2 1-16,-4-3-3 0,4-2 6 0,-1 3 3 15,1-3-2-15,-4 4-3 0,4-4-2 0,0 0-11 16,0 3-16-16,0-3-27 0,0 0-49 0,0 0-38 16,0 0-45-16,0 0-164 0,9-10-366 0,-4 5 162 15</inkml:trace>
  <inkml:trace contextRef="#ctx0" brushRef="#br0" timeOffset="151891.37">13312 9922 136 0,'0'0'204'16,"0"0"-23"-16,0 0-22 0,0 0-17 0,0 0-16 15,9 0-16-15,-7 4-10 0,1 3-13 0,1-1-2 16,-2-1-12-16,0 4-9 0,0 3-7 0,-2-1-7 16,-1 1-3-16,0 5-3 0,-3 0-9 0,-3 0-1 15,1 0-3-15,-4 1-2 0,1-3-5 0,-1 2-2 0,-3-2-12 16,4-3 6-16,1-1-2 0,-2-3-1 0,5 1 3 16,0-3-5-16,1-1 0 0,0-1-5 0,0 1 9 0,3-4 5 15,-3 3 4-15,4 0 10 0,0-4 2 0,0 0 4 16,5 4-6-16,3-4 2 0,5 1 0 0,6-1-4 15,0 2-6-15,2 0 1 0,0-2-3 16,7 1-3-16,3 2-4 16,-3 1 0-16,0-4-3 0,-6 3-1 0,-1-1-1 0,-1 2 0 15,-3-1-16-15,-3 0-18 0,-3-1-22 16,-1 0-37-16,-3-1-30 0,0 0-49 0,-1 2-175 16,-3-2-362-16,-3-1 161 0</inkml:trace>
  <inkml:trace contextRef="#ctx0" brushRef="#br0" timeOffset="153096.46">14490 9509 196 0,'0'0'199'0,"4"-3"-10"0,-4 3-13 0,0-3-14 0,0 3-9 16,5-3-19-16,-5 3-6 0,0 0-12 0,0 0-15 15,0 0-9-15,1-4-12 0,-1 4-10 0,0 0-13 0,0 0-21 16,0 0-7-16,0 0-7 0,0 0 2 0,-14 15-6 16,7-4 1-16,-4 4 1 0,-7 5-5 0,-2 1-2 15,-2 3 3-15,-3-4-10 0,-1 6 1 0,1-4 1 16,-1 1-2-16,4-2 3 0,1 0-1 0,0-3-6 15,0 1 2-15,3-2 3 0,4-2-4 0,1-2 0 0,1 0-1 16,3-4-1 0,2-1-2-16,0 0 2 0,2-2-2 0,-1-2 0 15,2 0 2-15,0 0-1 0,3 1 3 0,0-2 1 16,-2-1 0-16,3-2-1 0,0 6 1 0,0-6 5 16,0 5 1-16,4-2-1 0,-3-1 2 0,6 2-3 15,-1-3 1-15,0 2-3 0,2 1 3 0,2 0 0 16,2 0-2-16,-1-1-2 0,7 1 3 0,0 2-6 15,2-4 2-15,8 3 3 0,-1 1-5 0,0 0 1 0,1 1 1 0,-7-2 1 16,-2 0-3-16,0-2 1 0,-1 2-1 0,-5 0-1 16,-1-3 8-16,0 0-9 0,-4-2-2 0,-1 0 1 15,1 3 1-15,-3-2 6 0,-1 0 7 0,2 1 6 16,-6-2 4-16,5 2 3 0,-5-2 2 0,4 0 0 16,0 3-1-16,-4-3-3 0,0 0 0 0,4 3-4 15,-4-3-5-15,0 0 7 16,0 0-4-16,0 0 0 0,0 0-5 0,0 0-4 15,0 0-17-15,0 0-13 0,0 0-18 0,10-3-12 16,-10 3-25-16,0 0-26 0,0 0-117 0,0-5-132 0,0 5-381 16,5-7 168-16</inkml:trace>
  <inkml:trace contextRef="#ctx0" brushRef="#br0" timeOffset="153795.7">14955 9615 73 0,'3'-4'163'0,"-1"3"-9"0,5-2-16 0,-3 1-19 0,1 1-8 0,1 0-8 0,2 1-13 0,-8 0-12 16,14 0-7-16,-5 1-14 0,0 0 4 0,1 4-12 16,-2 1-4-16,2 0-11 0,-4 4 3 0,-1-3-12 15,0 5-2-15,-2 0 1 0,-2 0-2 0,3 5 2 16,-8-2-10-16,2 4-3 0,-2-5 5 0,-1 3-6 16,-3-2 2-16,-1 2-2 0,-2 0-5 0,-1-5 6 15,2 2 1-15,-3-2-6 16,3-4-2-16,1 1 0 0,0-1 1 15,4-4 2-15,-3 1-13 0,4 0 13 0,-2 1 11 0,5-2 13 16,-3 0 25-16,1-2 20 0,3-2 23 0,-5 4 18 16,5-4 19-16,0 0-10 0,0 0-10 0,0 0-14 15,8-10-11-15,1 0-8 0,1 1-9 0,3-4-12 16,2 1-1-16,3-7-7 0,4 2-7 0,-1-4-11 16,1 3-4-16,-1 1 1 0,0 0-8 0,-6 3-4 0,-2 2 10 15,-1 0-12-15,-3 3-4 0,0 1 0 0,-3 1-2 16,1 2-1-16,-2 0 0 0,-1 4-7 0,1-3 8 15,-3 0-18-15,2 3-21 0,-4 1-13 0,0 0 2 0,0 0 6 16,0 0-1-16,-5 13 4 0,-4-3 4 0,4 1 4 16,-4 2-3-16,1 1 3 0,2 3 0 0,2 0 2 15,-1 1 7 1,1-2-5-16,4 0 2 0,0-1 4 0,5 2-2 0,-1-2 4 16,9 0-3-16,1-2-20 0,10 3-32 15,4-3-43-15,4-1-57 0,2-4-253 0,3 1-449 16,3-6 198-16</inkml:trace>
  <inkml:trace contextRef="#ctx0" brushRef="#br0" timeOffset="154497.44">16351 9436 175 0,'0'0'176'0,"0"0"-18"0,0 0-19 16,0 0-13-16,3-1-16 0,-3 1-13 0,0 0-16 16,0 0-2-16,0 0-13 0,-14 12-6 0,8-6 2 15,-4 3-13-15,-2 1-3 16,-2 6-15-16,-9 0 8 0,5 2-7 16,-5 0-5-16,-1 1-6 0,-1 0 4 0,0 1-3 0,1-1-5 15,-4-2 3-15,4 0-9 0,1-3 1 0,6-3 2 16,-1-2-6-16,4 0-2 0,5 1 4 0,0-3-4 15,0-2 0-15,2 1 2 0,1-2 2 0,3-2-6 16,-3 2 3-16,4-1-2 0,-1-1 1 0,3-2 0 16,-4 6 5-16,3-5-6 0,1-1 7 0,1 8 14 0,5-6 9 15,1 1 5-15,2 5-5 0,5-2 1 0,4 0-1 16,1 3-3-16,12 0 4 0,0 2 4 0,1 1 3 0,2-2 4 16,1 1-6-16,2 1 1 0,-3-2-3 0,1 1-6 15,-5-1-5-15,-2 1 0 0,-1-5 3 0,-9-1-11 16,0 1-2-16,-4-4 0 0,-2 5-1 15,-2-5-3-15,-5-1-1 0,0-1 6 0,1 0-3 0,-6 0 1 0,8 2 3 0,-3 0-3 16,-5-2 0-16,7 1-12 0,-7-1-5 16,0 0-3-16,0 0-7 0,0 0-10 0,5 1-27 15,-5-1-45-15,0 0-56 0,1-6-243 0,3 3-423 16,-3-2 187-16</inkml:trace>
  <inkml:trace contextRef="#ctx0" brushRef="#br0" timeOffset="155252.28">17199 9484 67 0,'0'0'99'0,"-9"-3"-9"0,5 1-9 16,0-1-5-16,4 3-7 0,-10-2-5 0,0 0 0 0,5 2-10 15,-3 0-3 1,-1 0-8-16,-2-1-1 0,3 1-1 0,-2 1-7 16,-3-1 4-16,4 0-3 0,-2 4-6 0,1 1-4 15,-1-2-5-15,2 2-9 0,-2 0 0 0,2 2 4 16,0 1 0-16,-1-2-10 0,1 2 3 0,0 6 9 0,0-4-11 16,3 0 3-16,-1-1-2 0,1 3-3 15,0 0-9-15,-1 2 3 0,2-1 3 0,1-1 10 16,0 0-6-16,2 1 0 0,0-2-8 0,1 1 9 0,0 0-6 0,2-2 6 15,0 2 6-15,2 0 21 0,1 0 0 0,0-3 8 0,2 4 10 16,0-3 8-16,1-3-4 0,2 3 13 0,-2-3 4 16,3 1-1-16,2-1 1 0,3 2 4 0,-3-6 4 15,3 2-3-15,3 0 1 0,-1-3 2 0,3 1 4 16,-2-1 1-16,0-2 4 0,1-2 7 0,1 1 1 16,-3-4-2-16,2 1 3 0,-2-1-3 0,1-3-2 0,2-1-5 15,-6-1-5-15,4-4-3 0,-1 2-11 0,2-6-2 16,0-1-5-16,-10 5-6 0,0-3-8 0,-1 1-8 15,-2-2 1-15,-6 1-20 0,-5 0-13 0,0-1-16 16,-9-3-21-16,-8 3-25 0,-6 1-31 0,-6 5-44 16,-16-1-54-16,0 3-90 0,-8 1-202 0,3 1-514 15,1-2 228 1</inkml:trace>
  <inkml:trace contextRef="#ctx0" brushRef="#br0" timeOffset="158175.24">8456 11469 63 0,'0'0'225'0,"0"0"-15"0,0-7-21 16,0 5-21-16,0 2-21 0,0 0-20 0,0-5-17 15,0 5-21-15,0 0-11 0,0 0-11 0,0 0-10 16,-1 13-7-16,-4-3 0 0,0 4-8 0,-2 2-3 0,2 5-5 15,-5 3-3-15,-3 2-4 0,4 0-1 0,-5-1-2 16,3 0-1-16,-5 3-6 0,1-6-3 0,1 2 1 0,6-7-3 16,1-2 0-16,-1-1-3 0,0-4 0 0,3-3-2 0,1-1 2 15,2-1 25-15,1-1 32 0,-2-1 42 16,2 1 41-16,1-4 26 0,0 0-14 0,0 0-19 16,0 0-18-16,-2-16-8 0,5 5-14 0,2-3-12 15,0-3-4-15,3 0-12 0,2-5-8 0,0-5-11 0,3 5-2 16,-3-2-7-16,-1 9-4 0,1-1-1 0,-3 4-7 0,-2 0-3 15,1 4 5-15,-2 2-10 0,0 0-8 0,1 1-16 16,-4 1-16-16,3 2-21 0,-4 2-3 0,0 0 1 0,0 0 3 16,9 10 3-16,-4-3 4 0,-1 3 1 15,2 2 2-15,1-2 2 0,-2 7-5 0,3 0-7 16,-2 0-6-16,3-2-7 0,0 2-18 0,-1-2-18 16,0 2-22-16,-2-4-22 15,0-1-26-15,-1-3-15 0,2 0-36 0,-3-3-216 16,0-4-454-16,2 0 201 0</inkml:trace>
  <inkml:trace contextRef="#ctx0" brushRef="#br0" timeOffset="158360.07">8406 11518 27 0,'-5'-1'209'16,"5"1"-12"-16,0 0-15 0,0 0-20 0,-5 0-12 15,5 0-14-15,0 0-16 0,0 0-10 0,22-3-7 16,-2 6-11-16,14-3-19 0,0-3-14 0,4 1-38 16,3 4-55-16,9-7-67 15,-10 0-150-15,-3 2-273 0,-1-5 121 0</inkml:trace>
  <inkml:trace contextRef="#ctx0" brushRef="#br0" timeOffset="158961.51">9058 11664 43 0,'0'0'156'0,"-8"3"-11"0,8-3-14 16,0 0-15-16,0 0-6 0,0 0-6 0,0 0-6 16,0 0-3-16,0 0-3 0,0 0 1 0,0 0-4 0,0 0-1 15,0 0-8-15,0 0-4 0,0 0-4 0,0 0-7 16,0 0-1-16,0 0-4 0,0 0-10 0,0 0 0 0,0 0-7 16,0 0-5-16,0 0 0 0,0 0-9 0,0 0 1 15,0 0-6-15,0 0-3 0,0 0 0 0,0 0 0 16,0 0-5-16,0 0-4 0,0 0 0 0,0 0-4 15,0 0 2-15,0 0-1 0,0 0-3 0,0 0 3 16,0 0-3-16,0 0-1 0,0 0-3 0,0 0 3 0,0 0-2 16,0 0 3-1,0 0-5-15,0 0 2 0,27-3 0 0,-15 1-2 16,-1 0 2-16,7 0 3 0,3-1-5 0,1 2 1 16,5-2 2-16,1-1 1 0,3 1 1 0,1 0 4 0,1-2 2 15,-2 2 0-15,0-1-1 0,-5-1 3 16,-8 3-5-16,0-1 0 0,-5 2-4 0,-3 1-9 15,-1-3-12-15,-4 3-14 0,1-1-12 0,-6 1-23 16,6 0-20-16,-6 0-34 0,0 0-35 0,0 0-156 0,-13-6-334 0,4 5 148 16</inkml:trace>
  <inkml:trace contextRef="#ctx0" brushRef="#br0" timeOffset="159224.26">9242 11520 134 0,'-2'-3'291'0,"2"-5"-3"15,-2 2-16-15,2 0-17 0,-1 2-20 0,1 1-15 16,0 3-15-16,1-5-19 0,-1 5-23 0,0 0-15 16,-2-7-17-16,2 7-18 0,0 0-18 0,-2-5-21 15,2 5-21-15,0 0-8 0,0 0 0 0,2 14-15 0,-2-4 2 16,2 7-5-16,-2-1-3 0,0 9 1 0,2-1-1 15,0 1-8-15,-2 1-8 0,2-1-20 0,1 1-13 16,-3-2-28-16,1 2-26 0,3-2-29 0,-4-4-31 16,5-2-45-16,-1-1-240 0,0-6-458 0,3-2 203 15</inkml:trace>
  <inkml:trace contextRef="#ctx0" brushRef="#br0" timeOffset="159948.06">9802 11508 23 0,'4'-3'166'0,"1"1"-11"0,1 0-15 0,0-2-7 0,2 4-15 15,-1 0-13-15,0 0-14 0,3 0-11 0,-2 0-7 16,-1 5-3-1,-1-2-17-15,4 6-2 0,-5-3-4 0,2 3-7 16,-1 4-4-16,-1-2-2 0,-5 5-7 0,1-4-2 16,-1 5-7-16,-1 0 7 0,-3 1 5 0,3-4-14 15,-7 6-8-15,3-3 3 0,-3-1-1 0,-2-1 0 16,1 0-1-16,-1-2-5 0,0-2 7 0,0 0 3 16,3-3-8-16,-2 1-1 0,3-4 0 0,1 0 2 0,0-1 15 15,1 0 11-15,0-2 15 0,-1 0 21 0,5-2 22 0,-5 5 20 16,5-5 17-16,-1 1 11 0,1-1 2 0,0 0-16 15,0 0-11-15,5-13-13 0,4 5-14 0,-3-3-3 16,6-3-11-16,2-2-12 0,2-3-11 0,2-2-10 16,-1 0-7-16,1 1-4 0,-2-3-2 0,-3 8-1 15,-4 1-4-15,5 0-5 0,-5 2 1 0,-4 2-2 16,5 0-4-16,-6 3-1 16,1 3 2-16,-1-2-3 0,-1 0-5 0,-1 3-1 15,1-1-5-15,-2 1-12 0,-1 3-21 0,4-1-8 16,-4 1 1-16,0 0 2 0,-8 12 8 0,3-1-1 15,-1-1 3-15,-6 6 3 0,3 1-1 0,3 0 9 16,-5 0 1-16,4 1-3 0,-2 0-2 0,5 1 7 16,-1 1 3-16,5-4-1 0,-3 2 4 0,6-6 2 15,0 0 2-15,3 0 3 0,3-3 2 0,6 0 3 0,3 1 4 0,9-2-2 16,5-3 0-16,-1 0-2 0,-1-2 0 0,1-2 11 16,-3-2-10-16,0-2 3 0,-5 2-1 0,-3-2-2 15,-4 0 2-15,3 0-1 0,-7 1 3 0,-1 0 0 16,-5 0-2-16,1 0 2 0,-2 1-6 0,-5 1-20 15,9-2-28-15,-9 2-34 0,0 0-53 0,0 0-71 16,0 0-227-16,0 0-467 0,0 0 207 0</inkml:trace>
  <inkml:trace contextRef="#ctx0" brushRef="#br0" timeOffset="162153.37">12572 11211 102 0,'0'0'98'16,"0"0"-2"-16,0 0-7 0,0 0-12 0,0 0-11 15,-9 3-6-15,9-3 3 0,0 0-19 0,0 0-2 16,-5 0-2-16,5 0-9 0,0 0 1 0,0 0 6 16,0 0-8-16,0 0-5 0,0 0-4 0,0 0 2 15,0 0-8-15,0 0 3 0,0 0-4 0,0 0-2 0,0 0 5 16,0 0-9-16,0 0 0 0,0 0 7 0,0 0-15 16,0 0-14-16,0 0-23 0,0 0 6 0,0 0-8 0,0 0-7 15,0 0 1-15,0 0-2 0,-4 3 15 0,4-3-6 16,0 0 15-16,0 0 2 0,0 0 0 0,-5 1 6 15,5-1 7-15,0 0 11 0,0 0-2 0,0 0 11 16,-1 4 5 0,1-4 10-16,0 0 7 0,0 0 14 0,0 0 9 0,0 0 3 15,0 0-1-15,0 0 11 0,0 0-1 16,0 0-4-16,0 0-4 0,0 0-10 0,0 0-4 16,0 0-2-16,0 0-3 0,0 0-14 0,0 0-5 15,0 0-12-15,0 0-5 0,0 0-3 0,0 0-3 0,0 0 5 16,0 0-4-16,0 0-7 0,0 0 10 0,0 0-4 15,0 0-1-15,0 0 4 0,0 0 5 0,0 0-1 0,0 0 0 16,0 0 2-16,0 0-1 0,0 0-1 0,0 0-2 16,0 0-3-16,0 0 1 0,0 0-1 0,0 0-1 15,0 0 2-15,0 0 5 0,-4 3-6 0,4-3-1 16,0 0 3-16,0 0-8 0,0 0-5 0,0 0-5 16,0 0-22-16,0 0-12 0,0 0-18 0,0 0-20 15,0 0-30-15,0 0-86 0,0 0-218 0,0 0 96 0</inkml:trace>
  <inkml:trace contextRef="#ctx0" brushRef="#br0" timeOffset="163233.64">12267 11550 74 0,'0'0'125'0,"19"-4"-12"16,-13 4-13-16,-6 0-11 0,7 0-7 0,-7 0-14 15,6 0-7-15,-6 0 1 0,0 0-11 0,10 0-9 0,-10 0 0 0,0 0-8 16,0 0 2-16,4 0-2 0,-4 0 6 16,0 0-16-16,0 0 2 0,0 0-3 0,0 0-1 15,0 0 3-15,5-3-9 0,-5 3 6 0,0 0-2 16,0 0-6-16,0 0 0 0,0 0-1 0,0 0 1 0,0 0-4 15,0 0-2-15,0 0 8 0,0 0-8 0,0 0-3 16,0 0 0 0,4-4 0-16,-4 4 4 0,0 0-2 0,0 0-4 15,0 0-2-15,0 0 0 0,0 0 3 0,0 0 3 0,0 0-8 16,0 0-2-16,0 0 3 0,0 0 0 16,0 0 2-16,0 0-2 0,0 0 1 0,0 0 4 15,0 0-7-15,0 0-1 0,0 0 5 0,0 0-2 16,0 0 0-16,0 0 5 0,0 0 3 0,0 0 0 0,0 0 3 15,0 0 8-15,0 0 6 0,0 0 1 0,0 0 2 0,0 0-3 16,0 0 3-16,0 0 1 0,0 0-8 0,14 0 2 16,-1-3-6-16,6 0 3 0,8-1 9 0,2-4-2 15,6 4-1-15,2-2-2 0,1-1 4 0,-3 3-8 16,1 1-4-16,-2-3 5 0,-6 2-3 0,0 2 1 16,-5 0-5-16,-4-1 1 0,-6 1-3 0,-2-1 0 15,1 2-3-15,-4 0 4 16,-3-1 7-16,4 0 10 0,-3 2 5 0,-6 0 0 15,7-1-1-15,-7 1-1 0,6 0-4 0,-6 0-6 16,4-3-6-16,-4 3-1 0,0 0-11 0,0 0-12 16,4-3-25-16,-4 3-31 0,0 0-43 0,0 0-67 15,0 0-139-15,0 0-337 0,0 0 149 0</inkml:trace>
  <inkml:trace contextRef="#ctx0" brushRef="#br0" timeOffset="168527.11">13455 11354 129 0,'3'-3'200'16,"-3"3"-14"-16,1-4-13 0,2 3-6 0,0-4-10 15,-3 5-7-15,4-4-19 0,0 3-12 0,-4 1-17 16,5-1-11-16,-5 1-11 16,5-5-14-16,-5 5-13 0,0 0-8 0,0 0-4 15,3 9-10-15,-4-2-3 0,-1-3-1 0,-3 7-8 16,2-1 4-16,-3 4-3 0,-4 3-5 0,2 0-1 15,-5 7-1-15,2-2 2 0,-2 2-3 0,2-2-3 16,0-4-2-16,2-1 3 0,0-3-3 0,1-1 1 16,3-2-1-16,-1-5-3 0,4 2 5 0,-1-3 2 15,-1-1 0-15,3 0 14 0,-2 0 36 0,0 0 38 0,2 0 29 0,1-4 21 16,0 0-5-16,0 0-12 0,0 0-17 0,0 0-10 16,1-14-13-16,5 6-7 0,-1-3-15 0,4-3-5 15,-2 0-6-15,3-1-8 0,0 1-3 0,-4 2-8 16,2 5 0-16,1-4-5 0,-5 5-1 0,-2 0-9 15,2 1-6-15,0-1-2 0,0 4-19 0,-4-1-18 16,0 3 1-16,9-1-2 0,-9 1 0 0,9 6-1 0,-4 3-4 0,3-1-2 16,-1 2-6-16,0 0 0 0,-1 4-4 0,1-2-9 15,3 3-3-15,-4-1-15 0,3 0-24 0,-4-2-16 16,0-2-25-16,1 1-25 0,-3-1-25 0,1 0-13 16,-3-3-45-16,3-1-148 0,-3 0-417 0,-1-6 185 15</inkml:trace>
  <inkml:trace contextRef="#ctx0" brushRef="#br0" timeOffset="168881.2">13302 11385 146 0,'0'0'148'0,"0"0"-11"0,0 0-13 0,0 0-11 0,0 0-10 15,0 0-8-15,0 0-4 0,0 0-13 0,0 0-4 16,21 0-6 0,-4 0-1-16,4-2 1 0,9-1-4 0,6 2-1 15,-4-2 7-15,9-1 1 0,14 1 1 0,-16 3-4 0,-2-2-4 16,2 2-6-16,-6 0-5 0,-2-3-3 0,-10 3-5 15,-2 0-4-15,-6 0-4 0,1 0-5 16,-6 0-1-16,1 0-5 0,-4 0-2 0,4 0-9 16,-9 0 4-16,9 0-2 0,-9 0 1 0,5 0-6 0,-5 0-4 15,0 0-6-15,0 0-11 0,0 0-16 0,0 0-21 0,0 0-22 16,0 0-27-16,0 0-35 0,0 0-58 0,-13 5-98 16,13-5-308-16,-5 2 136 0</inkml:trace>
  <inkml:trace contextRef="#ctx0" brushRef="#br0" timeOffset="169416.31">14486 11214 183 0,'4'-2'176'0,"-3"0"-6"15,7-2-12-15,-8 4-15 0,5-4-15 0,-5 4-16 16,4-2-10-16,-4 2-18 0,4-3-3 0,-4 3-16 16,0 0-9-16,0 0-3 0,-3 12-7 0,-2-4-3 15,1 1-10-15,-7 5-5 0,-5 1 3 0,-3 3-1 0,-4 3-2 16,3 0-10-16,-4 1 5 0,-3 1-1 0,3-3-9 0,-2 2 0 15,0-2 1-15,5-3 0 0,0 0-1 0,4-5-7 16,2-1 5-16,2 1-5 0,5-3 0 0,0-2-3 16,0 3 6-16,4-7-5 0,-1 0 1 0,0 3 5 15,3-4-4-15,-1 1 5 0,3-3-5 0,-2 4-1 16,2 1 3-16,0-5 1 16,10 8-3-16,-3-4-2 0,5 1 7 15,7 0 3-15,-1 2-4 0,2-2-2 0,11 3 0 16,-3-1 1-16,3-1 2 0,-1 1 2 0,2 1-4 15,-2 0-3-15,-1-3 10 0,-2 2-10 0,-9-4-2 0,1 2-2 16,-5-2 5-16,-1 3-2 0,-3-3-1 0,-1-1 1 16,-3 0 4-16,0-1 0 0,-1 0 10 15,-5-1 5-15,9 1-4 0,-6 1 1 0,-3-2 0 0,6 2-8 0,-6-2-3 0,3 0 1 16,-3 0-13-16,0 0-13 0,0 0-20 0,0 0-3 16,0 0-32-16,6 3-23 0,-6-3-28 0,0 0-36 15,0 0-139-15,9-10-318 0,-6 6 140 0</inkml:trace>
  <inkml:trace contextRef="#ctx0" brushRef="#br0" timeOffset="169998.79">15036 11318 36 0,'7'0'147'15,"2"-3"-15"-15,0 3-22 0,3 3-6 0,-3-2-11 0,-2 2-5 16,4-1-14-16,0 3-3 0,-4 1-14 0,0 1 0 15,2 1-8-15,-3 2-5 0,-2-3-1 16,0 5-11-16,-3-1 0 0,2 1-8 0,-3 3-3 0,-4 2 5 16,-1-5-10-16,1 3 4 0,-6 0-1 0,-1 2-6 15,0-2 2-15,-5-1 2 0,3-1-1 0,-1 0-6 16,1-3 0 0,2 0 4-16,4-3-16 0,0-1 10 0,0-2-1 15,2 0 9-15,0-3 17 0,2 2 22 0,3-3 34 0,-6 3 26 16,6-3 27-16,-1 5 18 0,1-5 12 15,0 0 0-15,0 0-32 0,0 0-14 0,16-19-10 16,-3 10-14-16,1-4-12 0,1-1-5 0,8-3-10 16,0-5-9-16,3 2-5 0,-3 1-10 0,0-2-9 0,1 0-8 15,-2 3-5-15,-2 0-3 0,-6 4-1 0,-2 2-4 0,-3 3-1 16,0 1-6-16,-3 1 0 0,-1 2-3 0,1 0 9 16,-4 1-25-16,1 1-17 0,-1 2-16 0,-2 1 7 15,0 0-5-15,0 0 3 0,-13 10 0 0,7-1 1 16,-3 1 9-16,-1 6-5 0,1 0 2 0,-1-1 3 15,5 5 3-15,-2 2 3 0,2 3-3 0,5-7 5 16,3 6 0-16,6 0 4 16,3-2 5-16,5-3-2 0,7-1-26 0,4-3-40 15,8 1-60-15,14-2-81 0,-12-7-223 0,1-2-474 16,1-5 210-16</inkml:trace>
  <inkml:trace contextRef="#ctx0" brushRef="#br0" timeOffset="170900.79">16553 11107 118 0,'0'0'184'16,"2"-4"-9"-16,-1 2-19 0,-1 2-17 0,0 0-16 16,0 0-17-16,0 0-7 0,0 0-16 0,0 0-10 15,0 0-8-15,-5 12-10 0,-1-3 2 0,-7 5-6 0,-7 3-12 0,-6 4-4 16,2 2-3-16,-7 2-5 0,-6 8-4 0,9-9 1 15,0-2-2-15,1 2-3 0,-1-2-4 0,6 0-4 16,0-1 3-16,7-6-4 0,2-2-4 0,2 0 2 16,-1-1 2-16,5-4-5 0,0 2-1 0,2-3 7 15,0-2-6-15,1 0 4 0,3 0 8 0,0-1 8 16,2 0 7-16,2 1 9 16,4-1 1-16,2 3-4 0,4-2-1 0,6 0-6 15,0 0 2-15,2 3-8 0,4-2-4 0,6 4 1 16,-2-3 0-16,1 0-5 0,-2 2-1 0,-1-3 1 15,-6 0-3-15,0-2-2 0,-2 1-1 0,-5 1-4 16,0-4 2-16,-2 1-4 0,-1 1 0 0,-3-3 0 16,-3 1 2-16,1-2 2 0,-2 3 0 0,1-1-5 15,-5-2 5-15,8 1-2 0,-4 0-1 0,-4-1-4 0,0 0-14 0,6 0-18 16,-6 0-24-16,0 0-31 0,0 0-39 0,0 0-35 16,0 0-159-16,5-8-344 0,-1 5 152 0</inkml:trace>
  <inkml:trace contextRef="#ctx0" brushRef="#br0" timeOffset="171486.65">16884 11419 52 0,'-6'0'155'0,"6"0"-4"0,0 0-14 16,0 0-11-16,0 0-11 0,0 0-1 15,0 0-13-15,0 0 3 16,0 0-4-16,0 0 1 0,0 0-3 0,0 0-14 15,0 0-2-15,0 0-3 0,0 0-4 0,0 0-9 16,0 0-11-16,0 0-3 0,0 0-3 0,0 0-8 16,0 0-2-16,0 0-8 0,0 0-1 0,0 0-1 15,0 0-1-15,0 0-7 0,0 0 0 0,0 0-2 0,0 0-4 16,0 0-3-16,0 0 2 0,0 0-1 0,0 0-1 16,0 0-4-16,0 0 0 0,0 0 2 0,0 0 0 0,0 0 1 15,0 0-3-15,0 0-2 0,0 0 4 0,0 0-7 16,0 0 1-16,0 0 0 0,0 0 0 0,-4-2-3 15,4 2 4-15,0 0-3 0,0 0-1 0,0 0 0 16,0 0 0-16,0 0 1 0,0 0 1 0,0 0 0 0,0 0 2 16,0 0 2-16,0 0 3 0,0 0-5 0,22-2 1 15,-10 1 0-15,1 1 2 0,7-1-5 0,2-2 2 0,6 3 0 16,0-3-1-16,4-1-5 0,2 2 5 0,2-1 8 16,0 1 2-16,0 2-1 0,-3-3 2 0,-4 0-2 15,2-1-1-15,-12 4 1 0,-1-1 4 0,-5 1-8 16,-3-1 0-16,0 0-1 0,-3 1-2 0,-1-2 1 15,-6 2-3-15,9-1-1 0,-9 1-10 0,8 0-23 0,-8 0-24 16,0 0-24 0,0 0-26-16,6 1-28 0,-6-1-15 0,0 0-19 15,0 0-139-15,0 0-331 0,0 0 146 0</inkml:trace>
  <inkml:trace contextRef="#ctx0" brushRef="#br0" timeOffset="172235.23">17935 11226 16 0,'0'0'210'0,"5"-3"-6"16,-5 3-7-16,0 0-11 16,2-6-11-16,-2 6-12 0,2 0-16 0,-2 0-13 15,0 0-16-15,0 0-13 0,5-3-18 0,-5 3-10 16,0 0-13-16,0 0-9 0,0 0-3 0,0 0-9 16,-1 11 0-16,-2-6-8 0,2 0-4 0,-3 6 0 15,-1 0-8-15,-1 0-1 0,-2 5 1 0,2-2-6 16,-5 1-2-16,1 2-1 0,-1 0-1 0,2-2 0 15,-4 2-4-15,3 0-1 0,2-10 0 0,-2 3-4 0,5-1 4 0,0-1 1 16,1-3 0-16,3-1 5 0,-3-1 4 0,1 1 28 16,1-2 37-16,0 1 32 0,-4 0 36 0,6-3 2 15,0 0-14-15,0 0-19 0,8-12 1 0,-3 6-27 16,0-3-8-16,3 0-11 0,4-4-5 0,-3 4-10 16,3-3-6-16,0 0 6 0,-3 4-21 0,1 1-11 15,0 0 5-15,-5 3-4 16,1-1-8-16,-2 0-3 0,1 4 2 0,1-4-23 15,-2 4-6-15,3 1-5 0,-1 0-1 0,-1 1-7 16,4 1-2-16,-3 1-17 0,2 1-14 0,1 4-13 16,1-1-16-16,-2 3-26 0,-3 1-26 0,4-2-26 15,0 0-31-15,-4 3-29 0,2-3-255 0,-2-1-515 16,0-3 228-16</inkml:trace>
  <inkml:trace contextRef="#ctx0" brushRef="#br0" timeOffset="172658.31">17715 11252 120 0,'0'0'157'0,"-5"-1"-9"16,5 1-5-16,-5-1-18 0,5 1-5 0,-4-3-10 16,4 3-3-16,0 0-5 0,0 0-2 0,0 0-3 0,0 0-5 0,0 0-4 15,0 0-1-15,0 0-5 0,-6-1-7 0,6 1-9 16,0 0-2-16,0 0-6 0,0 0 0 0,0 0 1 16,0 0 5-16,0 0 8 0,0 0-2 0,0 0 3 15,0 0 0-15,0 0 3 0,0 0-3 0,0 0-11 16,0 0-9-16,24-6-4 0,-5 4-5 0,3-2-4 15,10 1-6-15,6-2 0 0,16 2-6 0,2-3 2 0,3 3-1 0,-2-3-4 16,0 0-5-16,-5 4 0 0,-14-1-5 0,-2 0 3 16,-3-1-7-16,-3 3 1 0,-11-2 2 0,-2 0-9 15,-6 2-19-15,1-1-22 0,-6 2-27 0,-1 0-27 16,-5 0-17-16,0 0-6 0,2 5-19 0,-2-5-49 16,-17 5-214-16,4-2-427 0,2 1 189 0</inkml:trace>
  <inkml:trace contextRef="#ctx0" brushRef="#br0" timeOffset="184685.42">3793 13963 33 0,'0'-3'175'0,"0"3"-9"0,0-5-13 0,0 5-10 15,0 0-17-15,-2-4-15 0,2 4-11 0,-1-5-4 16,1 5-22-16,0 0-13 0,0 0-9 0,-7 0-2 16,7 0-10-16,0 0-10 0,-18 4-7 0,7-2-9 0,-2 1 9 15,-2 2-10-15,-2 1 4 0,-1 1-8 0,-1 2 7 16,-7 3-7-16,2 0-9 0,6-2 0 0,-6 7 6 15,-2-3-9-15,5 3 2 0,0-1-1 0,1 2 2 0,6-3 4 16,-3 0-3-16,3-1 1 0,4 2-7 0,-2 0 3 16,6-1-6-16,-3 1 6 0,4-2 4 15,2 0-5-15,2-3-1 16,1 0 5-16,1 2-6 0,2-2 2 0,2-1 0 16,4 0 4-16,0-1 2 0,4 1-2 0,1-4-1 15,-4 0 0-15,8-2 8 0,0 2-5 0,1-3 1 16,0-3 3-16,0 2 3 0,2-2 3 0,-2-3-13 15,0-1 28-15,0-1 6 0,-2 0 14 0,-2-5 6 16,3 3 7-16,-4-4 0 0,-1-2 6 0,2 1 1 16,-2-5-2-16,2-5 1 0,-2 2 2 0,-2-5-4 0,-4 7-6 0,2-8-6 15,-3 2-2-15,-2 6 2 0,-4-1 0 16,2 0 0-16,-5 2-5 0,0 0-5 0,-2 0-1 0,0 5-13 16,-1 3-11-16,-3-2-12 0,0 5-5 0,-1 1-13 15,-4 2-14-15,-3-1-10 0,-1 4-20 0,0 0-26 16,0 6-22-16,2-1-32 0,-1 2-31 0,3 1-28 15,3 0-129 1,4-1-351-16,-1 0 155 0</inkml:trace>
  <inkml:trace contextRef="#ctx0" brushRef="#br0" timeOffset="186035.6">4647 14050 39 0,'-4'-5'134'0,"-1"0"-15"0,-1 2-15 0,-5-1-11 16,0 1-8-16,-3 2-14 0,-4-2-2 16,-2 2-3-16,-2 1-15 0,-5 1-3 0,-3 2 2 0,2 1-10 15,0 0-5-15,1 2-15 0,-1 1 6 0,3 0-3 16,3 2 2-16,4-2-8 0,-6 6-3 0,6-5-9 16,1 3 2-16,2 1 0 0,2-2 14 0,2 2-11 15,1-2-7-15,3-1-6 0,1-1 4 0,2 2-5 0,-1-2 1 16,2 1 13-16,2-2-14 0,1-1 10 15,1 2-3-15,4-4 8 16,-1 1 9-16,3 1 16 0,2-2 6 0,3-2 13 16,0-1 0-16,2-1 6 0,0-2 4 0,5-1 9 15,-1-3 16-15,0-1 1 0,-4-2 7 0,5 0 5 16,-2-4-1-16,-1 0 4 0,3-7 0 0,-2 0-12 16,1-4-6-16,-4 0-10 0,0-5-6 0,0 1-10 15,0-4-5-15,-4 3-6 0,0-4-4 0,-3 4-4 16,-1 3-4-16,1 7 10 0,-6 0 1 0,2 2 3 0,-2 0 0 15,-1 5-3-15,1 2 2 0,-2 0-5 0,1 1-4 16,0 3-4-16,0 0-6 0,0 1-7 0,0 5-3 16,0-4-29-16,0-2-34 0,0 6-19 0,0 0 0 0,0 0 10 15,-8 11 2-15,3 2 3 0,-1 2 10 0,-2 5 1 16,0 6 1-16,-2 3 6 0,1 0 1 0,0 2 2 16,0 1 2-16,3-5-1 0,1 4 7 0,1-5 1 0,2-1-4 15,0 0 5-15,2-5-2 0,-1-1 11 0,4-2-8 16,-1-3 3-16,2-2 2 0,1 0 0 0,7 1 2 15,0 0 2-15,5-4 4 0,2-1-4 0,8-2 3 16,1 0 2-16,5-2-2 0,4-3-3 0,-2-2-9 16,1-1-4-16,-1 0-10 0,4-4-9 0,12 0-9 15,-15 1-4-15,0-2-2 16,-2 2-7-16,3-3-2 0,-5 0 3 0,-4 0 2 16,1 0 4-16,-4 1 17 0,-5 0-4 0,-2 0 4 15,-3 0 9-15,-1 3 12 0,-2-3 15 0,-3 3 18 16,1-2 4-16,-5 0 5 0,2 1-2 0,-2 2-1 15,-4-2-2-15,3-1-5 0,-3 1-1 0,-1 5 1 16,-1-8-9-16,1 8 0 0,-8-8-3 0,3 6-2 16,-5-1-6-16,-4 2 2 0,1 1-3 0,-7 0-5 0,-1 2 3 15,2 1-6-15,-1-1 3 0,-1 4 1 0,1-1-3 0,-1 1 2 16,1 1 1-16,2 0-4 0,0 1-7 16,1 1-6-16,2-1-13 0,2 2-3 0,3-3-18 15,2 2-1-15,3-2-6 0,-1 0-6 0,2-1 14 16,1 1 3-16,3-2 8 0,0-5 8 0,5 12 5 15,2-12 8-15,3 4 1 16,5-3 5-16,3-1-3 0,4-1 7 0,0-3-6 16,6-1 12-16,-1-1 6 0,-2-3 13 0,1 0 11 15,-7 0 9-15,5-7 11 0,-2 0 15 0,-4-1 6 16,2-3 0-16,-3-4-7 0,0 2-2 0,-5-4 4 16,1-4 3-16,-4 1-5 0,0 0 2 0,-2 0 1 15,0 0 8-15,-3 0 1 0,-2 4 2 0,0-2 2 16,-2 9 3-16,0 1-7 0,0 5-6 0,-2-5-8 0,1 5-1 15,-1 2-9-15,0 2 1 0,1 0-4 0,1 3-5 0,0 5-5 16,-3-9-7-16,2 6-8 0,1 3-19 0,-1-7-26 16,1 7-25-16,0 0-3 0,0 0 4 0,0 0 4 15,0 0 3-15,-9 14 5 0,7-4 3 16,-1 4 3-16,0 3 3 0,0 10 5 0,-1-5 0 16,1-1 6-16,-3 6-1 15,2 0 2-15,0 2 4 0,-1-1 1 0,1 2 2 16,-1-6-3-16,4 2 6 0,-2-6-5 0,2-2 3 15,1 2 5-15,-5-3-5 0,5-1 2 0,0-3 0 16,0 0 4-16,-1-3-4 0,1 2 4 0,-3-2-1 16,6-1 2-16,-3-2 3 0,1 0-1 0,-1-1 1 15,0-2 2-15,0 1-2 0,0-1 3 0,0 0-3 16,5-3 3-16,-5 3 3 0,0-4 3 0,5 5 12 0,0-3 1 16,7-1 3-16,8 0-4 0,8-3-3 0,4 0-33 0,3-4-76 15,17-4-119-15,-2-7-175 0,4-5-418 0,-3-4 185 16</inkml:trace>
  <inkml:trace contextRef="#ctx0" brushRef="#br0" timeOffset="186922.1">6284 13756 45 0,'0'0'87'0,"4"-4"-2"0,-3 2-1 0,-1 2 5 0,5 0-6 15,-5 0 1-15,4-10-5 0,0 8 11 0,-3-1-8 16,-1-2 2-16,4 1 6 0,-3-1 3 0,3-2-6 16,-1 1 6-16,-1-1 2 0,-1 0-2 0,1 0 0 15,-1 0-3-15,-1 2-3 0,3-3-4 0,-2 1-7 16,0 2-5-16,-1-2 0 0,1 0-7 0,2 4-8 15,-3-3-2 1,0 3-8-16,0 3-8 0,0-6-6 0,0 6-15 16,0 0-17-16,0 0 1 0,0 0 0 0,-12 8-3 0,6 2 0 15,0 7-2-15,-7 7 2 0,0 0-1 0,3 5-4 16,-3 3 4-16,0 13 0 0,1 1-7 0,3 0 7 16,2-9 15-16,-2-3-2 0,4 12-2 15,0-13 0-15,4 1 3 0,1-3-4 0,-2-3-1 0,1-2-1 16,1-8 2-16,0 0 0 0,0-6-2 0,0 0-1 0,0-4 3 15,0 1 1-15,-2-5 4 0,0 0 33 0,2 0 23 16,-1 1 20-16,1-5 17 0,-3 3-12 0,3-3-11 16,0 0-11-16,-19-5-7 0,9 0-7 0,-3-1-6 15,-2-1-13-15,0-1-12 0,-2 0-3 0,3 0-4 0,-1 1-12 16,-2-3-5-16,4 5-8 0,4 1-2 16,-5-2-11-16,4 0-10 15,-1 1-19-15,0 4-21 0,6-2-27 0,-3 1-28 16,2-1-40-16,1 0-38 0,1 3-211 0,2-2-447 15,2 2 198-15</inkml:trace>
  <inkml:trace contextRef="#ctx0" brushRef="#br0" timeOffset="187269.45">5977 14047 4 0,'0'0'145'0,"21"-7"-12"0,-6 4-16 0,8-1-8 16,10-3 0-16,3 2 0 0,16-4-10 0,-3 1-4 15,-11 3-8-15,-2 0-10 0,-1-2-10 0,-6 3-5 16,-1 0-6-16,-8 2-9 0,-2-2-3 0,-5 1-2 15,-1 2-4-15,-6 0-3 16,1-1 0-16,0-1-2 0,-2 2-7 0,-1 0 3 16,-4 1-5-16,5-1-7 0,-5 1-3 0,0 0-12 15,0 0-9-15,0 0-13 0,0 0-12 0,-24 0-13 16,24 0-31-16,-10 2-16 0,3-1-31 0,7-1-87 16,-10 0-228-16,10 0 101 0</inkml:trace>
  <inkml:trace contextRef="#ctx0" brushRef="#br0" timeOffset="187993.25">6625 13902 140 0,'3'-2'265'0,"-3"2"-21"16,0 0-25-16,2-3-20 0,-2 3-28 0,0-5-17 15,0 5-23-15,0 0-15 0,0 0-13 0,0 0-10 16,2 14-8-16,-2-8-9 0,-2 0-11 0,0 3-8 16,2 0-2-16,-2 5-8 0,0-6-5 0,2 5-1 15,-3-1-10-15,2-1 0 0,1-1-3 0,0-1-2 16,0 0-4-16,1-2-2 0,-1-3 0 0,2 1-1 0,-2-1 1 0,1 1 2 16,0-2-5-16,-1-3 4 0,7 1 10 0,-7-1 0 15,13-4 11-15,-6 2 2 0,3-6 1 0,3 1 4 16,-3 1-2-16,4-6-8 0,-1 1-2 0,0-1-6 15,-2-2-3-15,-3 7 2 0,1-3-9 0,1 3-1 16,-5 2-2-16,0-2-3 0,0 3 1 0,-1 2-3 16,0-2-5-1,-1 2-6-15,0 1-7 0,-3 1-22 0,4-4 2 16,-4 4 3-16,0 0-3 0,5 9 4 0,-2-4-2 16,0 0 0-16,0 2-4 0,1 2 0 0,1-1-4 0,2 2-3 15,0-1 4-15,0-1-13 0,7 1-5 0,-1 3-8 16,3-4-11-16,1 0-7 0,-1-3-7 15,1-1-7-15,1-2 10 0,-5 0 3 0,2-1 5 16,-2-2 6-16,-1-3 15 0,-1 0 8 0,0 0 37 0,-1-4 16 0,-1 2 14 16,-1-2 19-16,1 0 11 0,-3-2 17 0,0 0 13 15,-3 0 3-15,1-2 5 0,0 4 9 0,1-4 1 16,-2 7 9-16,-1-2-3 0,2-1-1 0,-4 4-13 16,4-1-8-16,-4 1-12 0,1 0-12 0,-1 4-13 15,2-1-8-15,-2 1-22 0,2-4-29 0,-2 4-6 16,0 0-3-16,0 0 4 0,0 0-3 0,1 16 0 0,-1-6-1 0,-1 2-14 15,1 0 0-15,-4 3-1 0,3 1-4 0,1 1 0 16,-3-2 2-16,2-2-5 0,2 0-6 0,-1-1 0 16,0 0 3-16,0-4 4 0,0-1 4 0,-1 2 8 15,2-6 3-15,-1 2 23 0,3 0 23 0,-3-5 22 16,1 4 2-16,-1-4-5 0,0 0 2 0,13-9 2 16,-8 4 1-16,0 2-2 15,3-5-7-15,-3 1-2 0,5 1-5 0,-2-2-5 16,-3 1-4-16,3 0 0 0,-3 1-3 15,1 2-2-15,-2-1 1 0,1 1-3 0,-1 1-5 0,-1 1-6 16,0-1-2-16,0 1 2 0,-3 2-19 0,10-2-17 16,-5 2-20-16,-5 0-27 0,14 2-28 0,-4 0-47 15,-1 1-52-15,2-1-66 0,-2 1-152 0,2-3-459 16,-2 1 203-16</inkml:trace>
  <inkml:trace contextRef="#ctx0" brushRef="#br0" timeOffset="188895.58">7490 13958 33 0,'-4'-3'161'0,"4"3"-21"0,0 0-16 0,0 0-12 15,0 0-4-15,0 0-17 0,0 0-10 0,14-2-3 16,-8 1-11-16,2-1-7 0,0 0-6 0,-3 0-6 15,4 2-9-15,1-3 5 0,-2 1-5 0,-2-3-3 16,2 4-5-16,1-5 8 0,-1 3 4 0,-3-2 7 0,0 0 11 0,-1 1 3 16,2-2 9-16,-3 1-2 0,0 1-8 0,-1-1-4 15,-1 0-9-15,-2 1-6 0,1 4-6 0,-3-5 1 16,-2 2-10-16,-2 0-5 0,-4 3-3 16,11 0-3-16,-27 3-4 0,17 2-3 0,-8-2 0 0,4 2-1 15,4 4-1-15,-1-4-3 0,0 5 0 0,0-3-5 16,2 3 3-16,1 2-4 0,1-2-2 0,0 0 2 0,3 2-2 15,0-2 0-15,4 2 1 0,0-1-1 0,2-1 3 16,3-1 0-16,1-1 1 0,4 1 0 0,-1-1 4 16,9-6-3-16,0 3 2 0,1-3-1 0,3-2 1 15,-3 0-1-15,11-4 1 0,-4-1 5 0,-4-2 0 16,2-3 6-16,-4-1 7 0,-3 1 12 0,5-6 0 16,-3-1 3-16,3-1 0 15,-4-2 1-15,0-4 3 0,-4 3 2 0,0-7 5 16,-5 1-6-16,2 3 0 0,-3-2 4 0,-3 11 8 15,0-2 0-15,-2-2 7 0,1 9 5 0,-3 1-1 16,3 2-3-16,-3 1-4 0,0 2-13 0,2-1-7 16,-2 1-32-16,-1 4-22 0,2-3-5 0,-2 3 1 15,0 0 4-15,0 12 1 0,0-2 3 0,0 2-5 16,-3 8 6-16,0 6 2 0,1 5-2 0,-2-2 2 0,2 2 1 0,-1 2 1 16,2-2 0-16,-2-1 4 0,3-3-1 0,0 1-1 15,-1-10 0-15,2 2 1 0,0-8-1 0,-1-2 2 16,2 1-1-16,-1-4 5 0,-1 1-1 0,0-1 7 15,0-4 25-15,0 1 27 0,0-4 25 0,0 6 20 16,0-6-4-16,0 0-11 0,0 0-9 0,0 0-18 16,1-15-15-16,-1 8-4 15,-1 0-30-15,0-3-19 0,-3-1-23 16,0 0-4-16,-2 4-1 0,-1-5-4 0,0 4 0 16,-2-1-2-16,1 2 5 0,-2 0-3 0,2 1 4 15,-1 0-1-15,5 2-3 0,-1 2-6 0,0-3-10 16,4 4-5-16,1 1-10 0,-4-3-4 0,4 3 21 0,0 0-2 15,9-3-6-15,0 3 4 0,4-2 4 16,7 0 2-16,11 1 4 0,1-2 1 0,2 0-5 0,-2 2-7 0,0-2 4 16,0-1 4-16,0 3 1 0,-1-1 4 0,-3-2 6 15,-7 1 3-15,1-1 6 0,-4 1 7 0,-7 0 17 16,1 1 24-16,-3 2 22 0,1-1 14 0,-6 0 6 16,4 1 0-16,-8 0-4 0,6-3-4 0,-2 1-10 15,-4 2-5-15,0 0-6 0,6 0-7 0,-6 0-7 16,0 0-2-16,7 4-5 15,-7-4-1-15,0 6 0 0,0-1-3 0,0 2-2 16,-3-3 0-16,3 3 2 0,0 1-3 0,-1 1-2 16,1 1 0-16,-3 0-1 0,3-1 0 0,0-1 1 15,-1-2-7-15,1 1-12 0,0-2-8 0,0 0-9 16,0 1-11-16,0-1-11 0,0-5-8 0,-1 2 0 16,1-2 0-16,1 4 0 0,-1-4-26 0,0 0-112 15,0 0-166-15,-5-14-396 0,5 6 175 0</inkml:trace>
  <inkml:trace contextRef="#ctx0" brushRef="#br0" timeOffset="189044.94">8245 13733 229 0,'-1'-3'292'0,"1"3"-25"0,0-4-24 0,0 4-27 0,0-5-31 0,0 5-41 16,0 0-43-16,0 0-38 0,0 0-20 0,0 0-28 15,0 0-31-15,0 0-44 0,13 9-38 0,-8-5-173 16,4 0-293-1,-2 2 129-15</inkml:trace>
  <inkml:trace contextRef="#ctx0" brushRef="#br0" timeOffset="189427.77">8588 13829 134 0,'-11'5'139'0,"5"0"-19"0,1 0-12 0,-1 2-15 16,-2 1-8-16,0 1-8 0,1 3-6 0,-1-3 3 15,3 2-21-15,0 1 3 0,-1-2-11 0,2 1-6 16,0-3 2-16,3 3-2 0,-1-5-11 0,4 2 1 0,-2-2-2 16,2 1 20-16,2-2 19 0,3 0 6 15,0-3 9-15,3 2 2 0,3-2 1 0,-2 0 5 16,2-4 5-16,1 0 3 15,-1-2 5-15,-3 0-5 0,0-1 5 0,2-2-6 16,-2-2-5-16,-1 1-11 0,-1-4-6 0,1-1-4 16,-3 1-10-16,-1-7-2 0,-5 4-9 0,3-1-3 15,-3 4-8-15,0 2-3 0,-4-2-7 0,0 2-2 16,-2 0-6-16,-2 1-3 0,0 3-5 0,2 0-9 16,-4 0-9-16,1 2-17 0,-1 2-20 0,-2 1-21 15,2 1-22-15,10 0-28 0,-16 3-30 0,6 1-24 0,4 0-38 0,-2 1-165 16,3 1-401-16,4-1 178 0</inkml:trace>
  <inkml:trace contextRef="#ctx0" brushRef="#br0" timeOffset="189775.34">8869 13834 19 0,'0'0'299'0,"1"-1"-29"0,-1 1-31 15,0 0-25-15,0 0-25 0,0 0-22 0,0 0-20 16,0 0-17-16,0 0-16 0,8 7-10 0,-8-7-11 0,-4 10-12 16,4-5-23-1,0 6-10-15,-1-2-13 0,-3-1-12 0,4 5-9 16,0-8-4-16,0 5-3 0,0-4-1 0,0-1-1 16,0 0 3-16,-3-1 7 0,3 1 4 0,0-5 15 15,0 5 31-15,0-2 30 0,0-3-2 0,0 0-8 16,0 0-6-16,17-8 2 0,-12 6-1 0,0-3 6 15,2-3-6-15,-1 4-8 0,2 1-15 0,-3-2-8 16,1 0-5-16,-2 2-5 0,4-1-8 0,1 4-2 0,-4-1-7 0,2 1-2 16,1 1-3-16,2 2-4 0,2-1-5 15,-2 5-18-15,1 0-11 0,-2-1-25 0,7 6-35 16,-6-5-47-16,2 4-60 0,0-2-71 0,-7-1-201 0,3-2-499 16,-4 1 221-16</inkml:trace>
  <inkml:trace contextRef="#ctx0" brushRef="#br0" timeOffset="195526.62">10638 13712 43 0,'0'-6'155'15,"0"1"6"-15,-3 1-6 16,3-1-3-16,0 0-4 0,0 0-11 0,0-2-8 15,-1 2-15-15,-2 1-9 0,2-1-20 0,-3 1-7 16,0-2-6-16,-4 3-8 0,1 1-7 0,-5-1-10 16,-1 1 4-16,-2 2-13 0,-6 2-1 0,1 1-7 15,-3 1-4-15,-4 4-4 0,7-3-3 0,1 4 0 16,-3-2-6-16,3 3 1 0,2 0-7 0,2 0-1 16,2 2-8-16,2 0-3 0,1-5-13 0,3 5 7 0,2-2 5 0,2-1-4 15,3 1 1-15,3 0 2 0,3 0 1 0,2-3 9 16,6-2-5-16,4 0-2 0,5-1 0 0,-4-1-3 15,12-3-5-15,-4-4 3 0,-7 1 4 0,6-4 2 0,-6 1-3 16,2-3 3-16,-3 2 1 0,-4-5-2 16,2 2 3-16,-2-1-1 0,-2-1 7 0,-5 2 10 15,1 1-2 1,-3-2 11-16,-1 1 7 0,-1 3 2 0,-1-3 3 16,2 2 2-16,-4 1-4 0,-1 1-7 0,0 1-2 0,1 2-8 15,-1 3-1-15,-2-8-3 0,2 8 1 0,-8-2-8 16,8 2-3-16,0 0 2 0,-15 10-1 15,5-1-2-15,-2 6 1 0,0 0-6 0,-2 9 0 16,4 5 0-16,-4 0 4 0,3 0-2 0,2 5-1 0,1 0 4 16,0 1-5-16,3 0 0 0,0-1 2 0,2 2 11 0,2-2-1 15,1-1 2-15,0-1-2 0,0-3 4 0,1 0-10 16,2-2 1-16,-2-8-5 0,1 1 1 0,0-1-5 16,1 1 2-16,-2-3-1 0,-1-1-1 0,1-1-6 0,-1-3-1 15,-1 0 2-15,0 0-4 0,-2-3-1 16,1-1 4-16,-2-1 2 0,-1 0 8 0,-3 2-6 15,0-4 0-15,1 2 7 16,0-4-2-16,-3-1 2 0,0-1 3 0,1-1 8 16,-5 0-2-16,5-2 11 0,-1-1-1 0,-3 1 6 15,4-4 1-15,1 1 5 0,-2-6-4 0,0-1-2 16,-2 0-4-16,4-5 5 0,1 0-7 0,-1-8-2 16,4-4-14-16,4 1-3 0,3-2-2 0,6 0 1 15,0 0-3-15,9 1 4 0,-2 0-3 0,5 1 2 16,5 3 1-16,11-9-2 0,-8 12 4 0,2 3 2 0,-1 1-2 0,1 0 3 15,0 6-4-15,-5 2-1 0,-5 2 1 0,-4-1 0 16,2 2 1-16,-3 1 0 0,-4 2-1 0,-2 1-1 16,-2 3 3-16,-2-2-3 0,-1-1 0 0,-1 1 1 15,-4 2-2-15,5-2 0 0,-5 2-1 0,5-3-3 16,-5 3 0-16,0 0-8 0,0 0-14 0,0 0-17 16,0 0-27-16,0 0-23 0,0 0-32 0,0 0-30 0,-14 8-159 0,10-6-341 15,4-2 151-15</inkml:trace>
  <inkml:trace contextRef="#ctx0" brushRef="#br0" timeOffset="196090.3">11160 13885 96 0,'0'0'104'15,"-7"2"-9"-15,7-2-10 0,-7 1-5 0,7-1-13 16,0 0-6-16,0 0 1 0,-8 0-3 0,8 0 11 15,0 0 0-15,0 0-2 16,0 0 3-16,0 0 5 0,0 0-6 0,-6 1-3 16,6-1-7-16,0 0-1 0,0 0-1 0,0 0-12 15,0 0 4-15,0 0-5 0,0 0-2 0,0 0-3 16,0 0 1-16,0 0-7 0,0 0-2 0,0 0 0 16,0 0-3-16,0 0-1 0,0 0-7 0,0 0 1 15,0 0-3-15,0 0 1 0,0 0-5 0,0 0-1 16,0 0-3-16,0 0 1 0,0 0-4 0,0 0 1 0,0 0-2 15,0 0 2-15,0 0-1 0,0 0 0 0,0 0-1 0,0 0-2 16,0 0-1-16,0 0 1 0,22-5 0 0,-8 4 0 16,5-2 7-16,0-2-9 0,11 1 0 15,3 1-2-15,-4-3 4 0,6 1-3 0,-1-1 4 16,0 5-4-16,-3 0 3 0,-3-3-4 0,-7 1 2 0,-1 2 0 16,-7 0-2-16,1 1 1 0,-4-3 5 0,-1 0-6 0,-1 3 0 15,-2 0 4-15,-6 0-2 0,9 0-4 0,-9 0-13 16,0 0-2-16,3-1-13 0,-3 1-13 0,0 0-10 15,0 0-26-15,0 0-28 0,-21 1-30 0,13 2-132 0,1-3-289 16,7 0 127-16</inkml:trace>
  <inkml:trace contextRef="#ctx0" brushRef="#br0" timeOffset="196691.74">11735 13692 79 0,'6'-1'141'0,"1"-1"-15"0,1 0-12 0,-2 2-9 16,2 0-17-16,-1 0-3 0,2 2-10 0,0 0-5 15,0 1-11-15,0 2-9 0,-1 0-6 0,1 2-2 0,-3 0-9 16,-1 4 4-16,0-5-5 0,-1 6-1 0,-3 2-11 0,3 1 0 15,-9 0-4-15,1 1 0 0,2-1-1 0,-5 2-4 16,0-1 10-16,-2 0-10 0,-1-3 1 0,3 0 4 16,-3-1 0-16,0-3 7 0,1 0 7 0,0-2 7 15,2-3 5-15,1 1 15 0,3-2 15 0,0-1 16 16,-1 1 22-16,1 1 23 0,3-4 22 0,0 0-15 16,0 0-8-16,0 0-22 15,4-14-10-15,5 7-10 0,-1-4-7 0,3-3-10 16,2-2-5-16,2 1-10 0,2-8 3 0,-1 5-15 15,-1 3-4-15,1-5-3 0,-6 7-6 0,3 0-2 16,-4-1 0-16,-1 4-2 0,-3 5-8 0,4-3 1 16,-7 3-7-16,2 1-2 0,-1 3 2 0,-2-5-12 15,3 4-2-15,-4 2-14 0,1-3-17 0,-1 3 3 16,0 0 3-16,0 0-2 0,-1 12 4 0,0-9 2 0,-2 4 3 0,2 4-4 16,-2 2 1-16,2-1 2 0,1-2-4 0,-3 6-4 15,3-3-2-15,4-1-1 0,-1 0-17 16,1 0-11-16,1 0-33 0,1-4-33 0,3 4-47 0,-1-6-54 15,-1 2-166-15,5-4-421 0,-2-1 186 0</inkml:trace>
  <inkml:trace contextRef="#ctx0" brushRef="#br0" timeOffset="196945.6">12167 13588 26 0,'9'13'97'0,"-1"4"-13"0,0 4 0 0,0 3-3 16,-1 3-11-16,-2 1-8 0,-4 6 3 0,-2-1-2 15,0-3-14-15,-3 0 2 0,-4 0-9 0,-6-3-3 16,1 2 1-16,-2-2-6 0,-7-2-2 0,-1-4-18 0,-2-1-45 0,-4-2-120 15,-4-5-163-15,0-2 73 0</inkml:trace>
  <inkml:trace contextRef="#ctx0" brushRef="#br0" timeOffset="197408.8">11213 13539 6 0,'-20'20'86'0,"-1"4"-8"0,-1-1 5 0,1 5-2 15,-2 1-11-15,-2 12-4 16,2 2-6-16,5 0-2 0,4-12-10 0,1-1 2 16,3 2-2-16,4-1-1 0,3-2-9 0,3-2-7 15,3-1 10-15,3-6-14 0,4-3 3 0,4 2-1 16,9 1-2-16,8-4-4 0,3-2 3 0,17 1-7 16,4-4-35-16,-1-3-63 0,0-4-85 0,-16-4-175 15,17-3 77-15</inkml:trace>
  <inkml:trace contextRef="#ctx0" brushRef="#br0" timeOffset="197894.37">12681 13771 51 0,'0'0'160'0,"0"0"-1"0,0 0 3 16,0 0 3-16,-4-3-2 0,4 3-8 0,0 0-14 15,0 0-16-15,0 0-14 16,0 0-11-16,11-4-8 0,-2 1-14 0,4 1-6 16,5-3-8-16,1 2-6 0,4 2-8 0,4-2-8 15,0 0-9-15,1-2-13 0,0 5-11 0,-6-1-15 16,-1 0-14-16,-3-1-22 0,0 2-14 0,-5-1-23 16,-2 0-14-16,0 1-20 0,-5 0-26 0,2 0-105 15,-8 0-264-15,5-3 117 0</inkml:trace>
  <inkml:trace contextRef="#ctx0" brushRef="#br0" timeOffset="198179.47">12787 13923 33 0,'0'0'214'0,"0"0"-18"0,0 0-14 0,0 0-18 0,0 0-16 16,0 0-16-16,24-2-13 0,-6 0-8 0,11 0-11 15,2 1-29-15,2-1-29 0,0 2-41 0,3 0-52 16,-4-2-54-16,-5 4-122 0,-7-4-245 0,-2-1 109 15</inkml:trace>
  <inkml:trace contextRef="#ctx0" brushRef="#br0" timeOffset="202404.52">13454 13841 118 0,'-3'-4'141'0,"3"4"1"0,0 0-15 0,0 0-17 16,0 0-5-16,0 0-11 16,0 0-8-16,0 0-7 0,0 0-6 0,0 0-8 15,-1-3-6-15,1 3 3 0,0 0-14 0,0 0-1 16,0 0-2-16,0 0-4 0,0 0-5 0,0 0 2 15,0 0-1-15,0 0-3 0,0 0-4 0,0 0 0 16,0 0-3-16,0 0-1 0,0 0-5 0,0 0 3 16,0 0-2-16,0 0 0 0,0 0-2 0,0 0 1 15,0 0 1-15,0 0 9 0,0 0-4 0,0 0-1 0,0 0-2 16,0 0-2-16,0 0-1 0,0 0-3 0,0 0-3 0,5-4-4 16,2 3 3-16,4 0 3 0,2-2-7 0,6 1-1 15,8 0-3-15,2-2-6 0,2 2 5 16,3-2 1-16,-2 1-3 0,3 0 4 0,-5 3-8 0,-1-2 7 15,-9 0-5-15,-3 0-1 0,-3 1 2 0,-3 1 2 16,-2 0 0 0,-3-2 7-16,2 2 8 0,-8 0 4 0,9 0 4 15,-5-2-3-15,-4 2-5 0,5-1-2 0,-5 1-5 16,0 0-1-16,0 0-20 0,0 0-14 0,0 0-16 0,0 0-30 16,0 0-25-16,0 0-43 0,0 0-185 0,0 0-350 15,-17-2 155-15</inkml:trace>
  <inkml:trace contextRef="#ctx0" brushRef="#br0" timeOffset="203175.19">14567 13638 96 0,'-4'-4'129'0,"0"-1"-8"0,-3 0-12 0,-1 3-16 15,-4-3-14-15,-2 5 3 0,-1-3-15 0,-7 3-4 16,3 0-4-16,1 2-7 0,-4-1-10 0,1 1-4 15,-5 3-5-15,3 0 1 0,4 0-17 0,1 1 18 16,0 0-10-16,4 1 0 0,1-2-14 0,3-1-2 16,0 4 4-16,2-1 2 0,3-2-4 0,1 3-2 15,4-2-7-15,0-1 3 0,4-1 5 0,3 2-6 0,5-3 6 0,-2-1-8 16,11 0-11-16,-3-4-2 0,2 2 0 0,1 0-4 16,-3-5 5-16,1-1-1 0,-3 1 3 15,2-3 3-15,-4 0 5 0,2-1 12 0,-9 0 8 0,2 1 1 16,0-2 16-16,-2 1-2 0,-1-1 7 0,-1 0 9 15,-1 2 0-15,-2 1 3 0,2 0-7 0,-4 2 4 16,4-2-10 0,-4 2-6-16,0 2-5 0,0 3-7 0,-4-4-6 15,4 4 5-15,0 0-6 0,-10 7-3 0,5-3-4 0,-1 7-2 16,-1 1-4-16,3 5 6 0,-6 2-4 16,2 6-4-16,1 2 2 0,-1 3 3 0,2 4-2 15,3-2-5-15,2 5 3 0,-3-1-3 0,4 0-1 16,0-2-6-16,1-2 5 0,-2 1-3 0,4-3 3 0,-3 0-4 15,2-1 8-15,-2-2-1 0,0-8-6 0,0 1 3 0,-1-1-4 16,-2-4 6-16,2-3-3 0,-1 0-4 0,-1-2-7 16,-1-1 16-16,2-4 2 0,-2 0 1 0,-1 4 3 15,0-6 7-15,1 1-4 0,-1-1 9 0,-1 0 7 16,3-1 12-16,-5-2 5 0,8 0 1 0,-15-3 9 16,8-1 6-16,0 1 2 0,2-1-5 0,-2-6 27 15,3 2-2-15,-1-4-5 0,1-4-16 0,-1-4-14 0,9-6-15 0,0 0-12 31,2-2-3-31,6-2-5 0,3 2-2 0,2-1-1 0,11-11-3 16,-6 17 4-16,2-5-3 0,1 3 0 0,1 3-1 16,-3 3 7-16,4 2-3 0,-4 0 1 0,-8 6 0 15,2 2-2-15,-4 0-2 0,-2 1 0 0,-2 3 0 16,-3 1-2-16,0 0-6 0,0 3-15 0,-2-4-15 16,-1 2-26-16,0 2-25 0,-3 1-13 0,0 0 1 0,8 0-21 15,-8 0-21-15,0 0-32 0,6 4-163 0,-6-4-358 16,-4 5 158-16</inkml:trace>
  <inkml:trace contextRef="#ctx0" brushRef="#br0" timeOffset="203692.01">14951 13639 154 0,'3'-3'148'0,"-3"3"-15"0,5-1-17 16,0 0-13-16,-5 1-11 0,9 2-6 0,-5 0-8 15,2 1-11-15,-2 0-12 0,1 3-8 0,-1 2-1 0,0-1-11 0,0 1 2 16,-2 3-7-16,0-1-4 0,-4 0-3 0,0 2-1 16,-2 1-8-16,0-3 9 0,0 2-6 0,-1 1 2 15,-5 0-9-15,5-1 2 0,-3-3 3 0,2-2-2 16,-1-1 8-16,5-1 15 0,-2 0 20 0,0-1 27 16,3-2 21-16,1-2 24 0,-4 3 15 0,4-3-10 15,0 0-11-15,0 0-14 16,0 0-14-16,9-15-8 0,0 7-9 0,0-3-8 15,1-1-7-15,3 0-7 0,-3-1-7 0,3 4-3 16,-2-2-3-16,0 2-7 0,-4 2-1 0,2 0-6 16,-4 3 1-16,2-2-5 0,-2 4-7 0,-1-2-5 15,-2 1-1-15,3 2-3 0,-5 1-3 0,5-1-3 16,-5 1 3-16,7 5-3 0,-5-1-5 0,1 0-12 16,0 1 1-16,0 3-9 0,0 1-1 0,1-1-9 0,-2 4-10 0,2-1-22 15,-1 4-15-15,1-5-29 0,-2 2-34 0,1-2-43 16,1-1-216-16,-4-1-434 0,0-4 192 15</inkml:trace>
  <inkml:trace contextRef="#ctx0" brushRef="#br0" timeOffset="203908.12">15302 13539 177 0,'2'-2'163'0,"-2"2"-19"16,0 0-18-16,0 0-11 16,13 7-15-16,-9-1-8 0,2 2-11 0,-1 2-4 15,-1 2-11-15,3 5-4 0,1-2-7 0,-4 2-1 16,-4 2-4-16,1 1-8 0,-2 7 12 0,-3-8-13 16,-1 5-12-16,-4 2-21 0,-2-4-7 0,-6 0-21 15,1-2-36-15,-5-2-48 0,-2-2-123 0,-5-3-245 16,1-4 109-16</inkml:trace>
  <inkml:trace contextRef="#ctx0" brushRef="#br0" timeOffset="204277.83">14977 13428 23 0,'-9'7'122'15,"-5"8"-8"-15,-8 2-7 0,1 6-6 0,-4 0-10 16,1 3-10-16,-6 14-3 0,6-10-10 0,4 0-7 16,-7 11-4-16,14-7-5 0,-1-2-3 0,9 1-6 0,1-2-6 15,7-1 0-15,6 1 1 0,6-5-1 0,11 0-7 0,16 6 2 16,6-9-12-16,8-4-74 0,2-3-150 0,2-5-221 16,-2-9 97-16</inkml:trace>
  <inkml:trace contextRef="#ctx0" brushRef="#br0" timeOffset="-129213.68">13423 11803 25 0,'0'0'17'0,"3"-2"-24"16,-3 2-9-16,0 0 4 0</inkml:trace>
  <inkml:trace contextRef="#ctx0" brushRef="#br0" timeOffset="-128612.48">13293 11812 56 0,'-14'2'51'0,"2"0"6"15,-2-2-7-15,0 0 0 16,1 3-2-16,-1-2 5 0,4 1-16 0,-4-1 6 15,1 1 6-15,0-1 3 0,1-1-2 0,3 4 3 16,0-5-10-16,0 2 18 0,4-1 6 16,5 0 6-16,-9 0-6 0,9 0 9 0,-8 0 0 0,8 0 0 0,0 0 5 0,-7-1 1 15,7 1-3-15,0 0-5 0,-7 1-2 0,7-1-6 16,0 0-7-16,0 0-4 0,0 0-6 16,0 0-3-16,0 0-3 0,0 0-3 0,-5 3-6 15,5-3-3-15,0 0-2 0,0 0-7 0,0 0 2 0,0 0-1 16,0 0-5-16,0 0 5 0,0 0-5 15,0 0-1-15,0 0 0 0,0 0 1 0,0 0-2 16,0 0 4-16,0 0-2 0,0 0 5 0,0 0-4 16,0 0 2-16,-4-7 1 0,4 7-6 0,0 0 0 0,0 0-2 15,0 0-1-15,0 0-1 0,0 0-3 0,0 0 0 0,0 0 2 16,0 0-3-16,0 0-2 0,0 0-1 0,0 0-5 16,0 0 5-16,0 0-1 0,0 0-2 0,0 0 4 15,0 0-3-15,0 0-3 0,0 0 1 0,0 0 3 16,0 0-1-16,0 0-2 0,0 0-1 0,0 0 4 15,0 0-3-15,0 0-2 0,0 0 1 0,0 0-2 16,0 0 2-16,0 0 6 16,0 0-3-16,0 0 0 0,0 0-4 0,0 0 4 15,0 0-2-15,22 0-5 0,-9-3 6 0,8 1-2 16,9 0-3-16,4-3 2 0,2 3-2 0,18-6 2 16,-2 4 4-16,7-4 8 0,0 3 1 0,-1 1-2 15,1-3 5-15,-4 2 3 0,-18-1-2 0,3 2-2 16,-6-1 3-16,-4 0 2 0,-5 1 6 0,-7 0 4 0,1 1 0 0,-8 2 2 15,-4-1 5-15,2 1-4 0,-1-1-3 0,-3 0 0 16,-1 1-4-16,-4 1-5 0,6-2-4 0,-6 2-6 16,4-2 2-16,-4 2-25 0,0 0-18 0,0 0-19 15,0 0-19-15,-18 5-33 0,13-1-27 0,-4-1-33 16,4 1-43-16,-4 1-162 0,1 0-397 0,3-3 176 16</inkml:trace>
  <inkml:trace contextRef="#ctx0" brushRef="#br0" timeOffset="-127957.79">13454 11919 59 0,'0'0'241'0,"-3"-3"-20"16,3 3-21-16,0 0-21 0,4-5-19 0,3 4-16 15,0 0-19-15,-1-1-13 0,5 4-11 0,1-1-10 0,0 0-7 16,0 3-16 0,-1 0-4-16,1 1-9 0,-2 1-3 0,-3 1-9 15,1 0-10-15,0 1-5 0,-1 2-10 0,-3-1-9 16,-3 3-2-16,-1-4-3 0,-1 5-2 0,-1-4 4 16,-5 0-1-16,2 1-1 0,-6 4-2 0,2-6 1 15,-1-1-2-15,1 0 1 0,-2 1 2 0,1-2-3 16,1-1 1-16,1 0-3 0,0 0 4 0,3-2-4 15,-2 1 1-15,4-1-3 0,1 0 4 0,-2-1 1 0,4-2-1 0,-4 3 1 16,4-3 2-16,-6 2 0 0,6-2 2 0,0 0 2 16,-4 4 4-16,4-4 5 0,0 0 0 0,0 0 5 15,-4 1 1-15,4-1 5 0,0 0 0 0,0 0 1 16,0 0-1-16,0 0 5 0,0 0-2 0,0 0-1 16,-5 3-1-16,5-3-4 0,0 0 0 0,0 0-5 15,0 0 3-15,26-2-5 16,-15 2-4-16,7-1 8 0,3 0-9 0,7 0-1 15,1-2-3-15,0 5-2 0,2-4 1 0,-3 4-1 16,-5-2-2-16,-1 0-1 0,-2 0 1 16,1 0-4-16,-3 1 6 0,-2-1-4 0,-4 0-2 0,-2 0 2 15,-1 1-1-15,-4-1 2 0,1 0 3 0,-6 0 15 16,9 0-8-16,-9 0 0 0,0 0-5 0,9-1 2 16,-9 1-1-16,4 1-5 0,-4-1-24 0,0 0-28 0,0 0-34 0,0 0-36 15,0 0-49-15,0 0-232 0,0 0-430 0,0 0 191 16</inkml:trace>
  <inkml:trace contextRef="#ctx0" brushRef="#br0" timeOffset="8371.79">17374 13626 107 0,'0'0'103'16,"0"0"-9"-16,0 0-12 0,0 0-10 0,-5 0-4 15,5 0-11-15,0 0 2 0,0 0-12 0,0 0-3 16,-9 0 4-16,9 0-18 0,0 0 5 15,0 0-11-15,-9 0 2 0,9 0 1 0,0 0-8 0,-11 0 2 16,11 0 0-16,-7 0-1 16,7 0-11-16,-9 0 3 0,9 0 0 15,-10 0-2-15,10 0-2 0,-8 0-3 0,8 0 10 16,-6 0-1-16,6 0 1 0,-8 0 4 0,8 0 0 16,0 0 4-16,-10 0 8 0,10 0 0 0,0 0 2 0,-5 0 2 15,5 0 5-15,0 0 2 0,-6 0 0 0,6 0 6 16,0 0-3-16,0 0 3 0,0 0 6 15,0 0 1-15,0 0 2 0,0 0 2 0,0 0 5 0,-7-2-4 0,7 2 0 16,0 0-1-16,0 0-1 0,0 0 3 0,0 0 0 16,0 0 1-16,0 0 2 0,0 0 2 0,0 0-5 15,0 0-2-15,0 0-4 0,0 0-5 0,0 0-3 16,0 0-5-16,0 0-3 0,0 0-2 0,0 0-5 16,0 0-3-16,0 0-1 0,0 0 1 0,0 0-2 0,0 0-8 15,0 0-1 1,0 0-3-16,0 0-1 0,0 0-2 0,0 0-1 15,0 0 2-15,0 0-5 0,0 0-1 0,0 0-2 16,0 0 3-16,0 0-2 0,0 0-1 0,0 0-2 16,0 0 2-16,0 0-1 0,0 0 0 0,0 0 0 15,0 0-2-15,0 0-1 0,0 0 1 0,0 0-1 16,0 0 4-16,0 0-1 0,0 0-5 0,0 0 3 16,0 0 0-16,0 0-2 0,0 0 0 0,0 0 1 0,0 0 0 0,0 0 0 15,0 0-2-15,0 0 0 0,0 0 1 0,0 0 3 16,0 0-2-16,0 0-1 0,0 0 0 0,0 0-5 15,0 0 6-15,0 0 0 0,0 0-3 0,0 0 5 16,0 0-3-16,0 0-1 0,0 0-2 0,0 0 1 16,0 0 1-16,0 0 1 0,0 0 1 0,0 0-1 15,0 0-3-15,0 0 5 0,0 0-1 0,0 0-4 0,0 0 4 0,0 0-2 16,0 0 0-16,0 0 1 0,0 0 0 0,0 0 0 16,9-7 1-16,-9 7-1 0,0 0 0 0,0 0 0 15,0 0-1-15,0 0 1 0,0 0-3 0,0 0 2 16,0 0-1-16,0 0-4 0,0 0 1 0,0 0 2 15,0 0 2-15,0 0 0 0,0 0 0 0,0 0 0 16,0 0-2 0,0 0-3-16,0 0 0 0,0 0-2 0,0 0 2 15,0 0 1-15,19 6 4 0,-10-6-1 0,9 0 0 0,4 1 0 16,10-2 2-16,1 2-1 0,5-2 0 16,1 2-2-16,0-2 3 0,2 0 1 0,-4-2-1 15,-3 3 2-15,-4 3-3 0,3-6 1 0,-4 3 2 16,-13 3-3-16,2-3 2 0,-3 0 1 0,-3 0-2 15,-7 0 3-15,4 0 9 0,-1-3 5 0,-8 3 7 0,9 0 5 0,-9 0 1 16,6 0 1-16,-6 0-7 0,6 0-2 0,-6 0-9 16,0 0-15-16,0 0-24 0,0 0-19 0,9 0-40 15,-9 0-55-15,0 0-67 0,0 0-251 0,0 0-495 16,0 0 220-16</inkml:trace>
  <inkml:trace contextRef="#ctx0" brushRef="#br0" timeOffset="10462.68">17352 13636 94 0,'0'0'140'0,"0"0"-8"0,-1-5-11 0,1 5-3 15,0 0-12-15,0 0 1 0,0 0-12 0,0 0-3 16,0 0-1-16,0 0-6 0,0 0-5 0,0 0-6 15,0 0-8-15,0 0-6 0,0 0-5 0,0 0-3 16,0 0-6-16,0 0 1 0,0 0-8 0,0 0-3 16,0 0-1-16,0 0-6 0,0 0-1 0,0 0-4 15,0 0 1 1,0 0-1-16,0 0-5 0,0 0-2 0,0 0-3 0,0 0 2 16,0 0-2-16,0 0-5 0,0 0 2 0,0 0-2 15,0 0 1-15,0 0-3 0,0 0-4 0,0 0 5 16,0 0-1-16,0 0 0 0,0 0 0 15,0 0 0-15,0 0 2 0,0 0-1 0,0 0 6 0,0 0-4 16,0 0 0-16,0 0 1 0,0 0 2 0,0 0 0 16,0 0 8-16,0 0-9 0,0 0 7 0,0 0-3 0,0 0 4 15,0 0 1-15,0 0-1 0,0 0-1 0,0 0-1 16,0 0 1-16,0 0-3 0,0 0-3 0,0 0-1 0,0 0 0 16,17-2-3-16,-7 0-2 0,9 1 2 0,2-2-1 15,-1-1-2-15,10 2 4 0,-2-3-6 16,1 2 2-16,3 1-2 0,-1 1 0 0,-2-1 1 15,0-2-4-15,-7 4 0 16,0 0 2-16,-2-3 3 0,2 3-6 0,-8-2 0 16,-2 1 4-16,-1 1-4 0,2-1 3 0,-7 2 2 15,2-1 0-15,-3 0-2 0,-5 0 2 0,10-1 9 16,-10 1 7-16,8-1-3 0,-8 1 4 0,0 0-1 16,6-3 1-16,-6 3 6 0,5 0-10 0,-5 0-2 15,0 0-1-15,0 0-1 0,0 0-3 0,7-1-1 16,-7 1-1-16,0 0-4 0,0 0-8 0,0 0-10 0,0 0-13 0,0 0-23 15,0 0-22-15,0 0-31 0,0 0-43 0,0 0-38 16,5 4-176-16,-5-4-389 0,0 0 173 0</inkml:trace>
  <inkml:trace contextRef="#ctx0" brushRef="#br0" timeOffset="23751.75">17747 13528 1 0,'0'0'94'0,"0"0"6"15,-5-3-10-15,5 3-19 0,0 0 3 0,0 0 5 0,-4-4-23 0,4 4-10 16,0 0-1-16,-3-5-6 0,3 5-9 0,-7-3 10 16,5 1-15-16,2 2-5 0,-7-3 8 0,0 3-3 15,7 0-10-15,-9-1 5 0,1-1-9 0,0 2 0 16,-2 0-2-16,0 0-1 0,-2 0-3 0,1 0-2 15,-2 2 2-15,-1-1-3 0,1 1 0 0,-6 1-1 16,9 0 1 0,-3-1-2-16,0 2 5 0,-4 1-5 0,4 1 0 0,2-2-2 15,-3 3 1-15,3-1 2 0,-4 3 0 0,0 0-3 16,2 3 1-16,2-4-4 0,1 4-1 0,1-3 3 16,0-1-1-16,0 2 4 0,3 1 0 15,-2-3 2-15,3 1-10 0,1 1 3 0,0-2 3 16,4 2-3-16,-1-2 5 0,1 2 1 0,1-3 0 0,6 1-3 15,-1 1 13-15,5-1-1 0,2-1 1 0,4 0 6 0,0-2-6 16,2 2 8-16,1-7 3 0,1 2-21 0,-1-4 27 16,0 2-3-16,1-5 1 0,1 1-6 0,-2-3 5 0,-2-2-3 15,8-3-3-15,-7 3 12 0,-4-3 0 0,0 2 7 16,-1-3-18-16,-1 0 22 0,-3 1-2 16,-2 0 0-16,-4 2-15 0,2-3 8 0,-6 2-5 15,0-1-5-15,-5-3-9 0,0 6-4 0,-6-6 0 0,0 5-8 0,-5 1 6 16,0 2-6-16,-3 2 5 0,-1 0-9 0,1 1-1 15,-1 3 1-15,0 2-2 0,2 0 7 0,-4 3 4 16,3 0-12-16,1 0-3 0,0 1-3 0,4 6 9 16,-1-1 0-16,4 1-8 0,-2 3 3 0,5-5 0 15,2 2-5-15,-1 1 1 0,3-1-13 0,3 0 3 16,1-1 1-16,4-1 1 16,2 1 10-16,5-1 0 0,5-1 9 0,2-1-5 15,5-2 3-15,4 0 7 0,-7-2-4 0,11-2-2 16,-3-1 0-16,-7 0 0 0,0-5 6 0,0 0-8 15,-2-2 6-15,0-2 1 0,0 2-7 0,-6-3-2 16,0-2-3-16,-2 0 0 0,-2-3-3 0,-1 3-9 16,-3-1-17-16,-1-1-2 0,-4 2 14 0,-3-1 1 15,-2 3 2-15,-4-3 3 0,0 3-4 0,-2 0 7 0,-2 5 4 0,-5-1 7 16,0 1-9-16,-2 5 0 0,1 0-3 0,-2 0 8 16,0 7 4-16,-1 0-2 0,1 1 3 0,-3 4 0 15,1 3-7-15,5-4 0 0,2 4 6 0,3-1-2 16,0 1 9-16,4 1-7 0,3 0-5 0,0 0 2 15,4-4 7-15,2 1-6 0,5 1 6 0,2-2 9 16,5-3 6-16,6-1-4 16,-2-3 8-16,4-1 1 0,8 1-6 0,-6-5 5 15,-3 0 11-15,8-8-12 0,-5 2 8 16,-6-1-12-16,1-2 3 0,-1 0-13 0,-3-2 3 0,-1-2-2 16,0-1-10-16,-3 1 3 0,-1-1-7 0,-4 0-3 15,-3 2 3-15,-1 1 10 0,-1 2-1 0,-5 0-5 16,-1 0 5-16,-4 1-5 0,-1 3 2 0,-1 0-3 15,-1 2-2-15,-2 1 4 0,-3 0 1 0,1 4 2 0,-4 3 0 0,3 1-1 16,1 0-2-16,1 4 1 0,-2 0 8 0,5-2-8 16,1 5 0-16,-1-1-4 0,6-3 11 15,3 2 1-15,3 1-7 0,2-2 3 0,2 0 1 16,6 1-5-16,2-5 14 0,8 3-2 0,5-4-5 0,5-1 1 16,2-3-6-16,-3-2 4 0,1-1 3 0,-7-3 0 15,6-2 2-15,-8 0-4 0,-1 0-2 0,-3-1-1 0,-3-1-1 31,-3 1-2-31,0 0 4 0,-4-1-4 0,-4-1 8 0,-2 3-10 0,-3-2 7 0,-5 1-5 0,-1 0 1 0,-3 4 7 16,-5 0-2-16,1-1-8 0,-3 2 5 16,-1 3-1-16,-1-2-2 0,1 4 2 0,-4 2 10 15,-3 4-12-15,6-4 2 0,4 5-3 0,-1-2 5 16,-1 5 1-16,4-5-6 16,2 5 9-16,5-3-13 0,2 0 8 0,0 0-10 15,2-1 9-15,3-1-3 0,3 3 4 0,2-4-1 16,1 0 5-16,4 0-1 0,1-1 12 0,2-2-22 15,0 0 23-15,0-2-1 0,1-1 6 0,-2-1-3 16,0-3 2-16,-1 0-6 0,0-1 13 0,-4 0-7 16,0 0 1-16,4-4-6 0,-5 1-5 0,-3-2-3 15,2-1-3-15,-3 1-6 0,-3 1 1 0,2-1-2 0,-4 0-3 0,-3-1 3 16,2 5 1-16,-2-2-1 0,-6 1-2 0,4 4-1 16,-2-1 4-16,-3 2-3 0,-2 2 2 0,-3 1 2 15,2 4-11-15,0-2 6 0,2 4-4 0,0 1 5 16,1-1 2-16,2 3 0 0,-1 4 3 0,5-6-8 15,3 1 0-15,-1 3 0 0,6-2 7 0,1 0-5 16,5-1 3-16,0 2 7 16,8 0-3-16,5-1-1 0,4-4 0 0,6 2-2 15,-1-3 6-15,2-3 4 0,1-1-2 0,-4-1-3 16,4-3-8-16,-10-2 10 0,1 4 5 0,-6-7-9 16,4 3 5-16,-7 0 2 0,3-5-2 0,-5 4 10 15,-2 0 0-15,-2-1 10 0,-1 0-4 0,-1 2 8 16,-1-3-6-16,-3 4-1 0,-2-3-6 0,1 2 2 15,-1 0-9-15,-5 2 7 0,2 0-8 0,-3 0 6 0,2 2-12 16,-3-1 2-16,3 2-7 0,-2 2-4 0,2-1 7 0,1 2-8 16,0 1-4-16,-1-2-6 0,3 3-12 0,0 0 6 15,3 1 2-15,3-1 10 0,0 1-15 0,8 1 16 16,-1-3 0-16,3 1-2 0,4-2 5 0,-4-1 4 16,8 0-6-16,-1-1 5 0,-2-1 0 15,-4-1-4-15,-1 0 17 0,-2-2 10 16,2 0 18-16,-6 1 7 0,-1-1 10 15,0-1 7-15,-2-1-3 0,1 0-5 0,-3-2-6 16,-2 4-5-16,-2-3-2 0,0 1-6 0,-1 1-10 16,-1 0 2-16,-3 0-12 0,-1 3-6 0,0-1-5 0,2 2-25 15,6 0-18-15,-18 3-28 0,14 1-32 0,-5 1-178 16,3 3-299-16,2 0 133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26:02.45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4335 3207 81 0,'0'0'161'16,"0"0"-2"-16,0 0-7 0,0 0-4 0,0-4-13 15,0 4-1-15,0 0-3 0,0 0 2 0,4-3-3 16,-4 3-5-16,3-2-4 0,-3 2-5 0,0 0-8 16,0 0-2-16,0-5-3 0,0 5 2 0,2-5-1 0,-2 5 1 15,3-5 4 1,-3 5-5-16,1-3-5 0,-1 3-5 0,0-7-8 16,0 7 0-16,-1-4-11 0,1 4-4 0,-3-7-12 15,3 4-8-15,-1-1 0 0,-3 0-10 0,4 4-15 16,-4-7 9-16,-1 2-7 0,-1 1-8 0,-2 0-18 15,-1 0 11-15,0 0-9 0,-5 2-5 0,1 1-5 16,-5-2-6-16,2 3 4 0,-3 1-3 0,1 2 0 16,1 1-4-16,-1 1-7 0,-1 0-9 0,4 2-2 0,1 2 0 0,-7 0-9 15,6 1-7-15,2 1-7 0,0 1-3 16,2 2-11-16,3-4 1 0,0 3-13 0,0 1 1 16,4 1 3-16,1-3 6 0,3 4 5 0,2-5 5 15,4 4 8-15,1-5 3 0,1 1 5 0,0-2 0 16,5-2 6-16,-2-2-7 0,7 1 7 0,-1 0 6 15,-3-6 11-15,0 0-7 16,0 0 4-16,1-5 14 0,2-2 17 0,-6 1 21 16,1 0 17-16,-1-3 23 0,-2 0 13 0,-1-1 8 15,3-1 16-15,-2-4 7 0,-2 6 15 0,-1-1 13 16,-1 0 13-16,-2 0 7 0,0 1-5 0,0 2 11 16,-2-1-6-16,-1 3-8 0,3 0-9 0,-3 0-19 15,1 1-14-15,-1 0-8 0,0 4-16 0,2-4-6 16,-2 4-11-16,0 0-33 0,0-6-36 0,0 6-52 0,0 0-27 15,0 0-35-15,0 0-4 0,0 0 14 0,2 18 7 0,-1-3 12 16,-4 10 9-16,0 4 13 0,0 1 1 0,2 5 10 16,-5 12 11-16,-2-2-3 0,4 2 6 15,-1-1 6-15,1-10 6 0,3 12 7 0,-2-1-2 16,2-12 9-16,-1 15 3 0,-5-3 2 0,10 0 2 16,-3-12-1-16,0 11 3 0,0-11 1 0,-5-1 0 0,0 1 3 0,-2-4-2 15,3-2 9-15,0-3-4 0,-1 2 0 0,-5-4 0 16,5-4-6-1,0-3 5-15,0 1 2 0,0-2 2 0,-2 0-3 16,1-5-2-16,2 1 8 0,-1-3-1 0,-1 2-5 16,2-4 2-16,-1 1 2 0,0-3-1 0,2-1 3 15,-1 0 6-15,4-4 6 0,-5 7 9 16,1-5 10-16,4-2 8 0,0 0-2 0,0 0-4 0,-10 2-9 16,10-2 2-16,0 0 2 0,-10-12-4 0,3 5 6 15,2 1-19-15,-1-5 26 0,2 3-1 0,0-5 12 0,-1-1-5 16,-3-2 0-16,2 1 3 0,-2-3 2 0,3-9 12 15,4 4-14-15,-3-5-5 0,2-1-2 0,2-2-9 0,2-1-1 0,6-15-5 16,-2-3 3-16,4 2-9 0,3-3-9 16,5 4 8-16,0 2-9 0,1 0-5 0,-6 10 3 15,5 4 3-15,-2-2 10 0,1 5 4 0,2-3-9 16,-1 4 0-16,3-1 6 0,0 5-8 0,-4-1 0 16,1 5-5-16,-5 2 10 0,-2 7-1 0,-2 0-1 15,0 1-4-15,-5 4-1 0,5 0-2 0,-4-2-4 16,-1 3-3-16,0 1-2 0,-2 0-3 0,-1 1-29 15,-1 2-28-15,3-5-36 16,-3 5-40-16,0 0-43 0,0 0-20 16,0 0 19-16,0 0-18 0,9 11-28 0,-8-6-46 15,-1 1-299-15,0-6-609 0,0 8 271 0</inkml:trace>
  <inkml:trace contextRef="#ctx0" brushRef="#br0" timeOffset="686.59">4758 3288 134 0,'0'0'311'0,"0"0"-7"0,0 0-24 16,0 0 3-16,0-4-11 0,0 4-21 0,0 0-8 15,0 0-27-15,0 0-17 0,0 0-18 0,0 0-20 16,0 0-20-16,0 0-10 0,0 0-18 0,0 0-16 15,3-3-16-15,-3 3-12 0,0 0-6 0,9 6-1 16,-4-4-25-16,-1 3-15 0,3 2-11 0,0 1-8 16,-2 2-8-16,0 1-1 0,0 3-2 0,0 3 0 0,0-1 1 15,-4 2-1-15,1-3 3 0,-2 5-1 0,0-2 0 16,-4 1 2-16,0-2 0 0,0-1 3 0,-2 0-1 16,2-1 0-16,-1-3-1 0,1-4 5 0,1 0-13 15,1-1 14-15,-3 0-2 0,5-3 3 0,-1 1 6 16,1-5 14-16,-3 6 27 0,1-2 29 0,2-4 40 15,0 0 27-15,0 0 27 16,0 0 8-16,0 0-19 0,0 0-25 0,2-15-10 16,2 5-18-16,3-6-9 0,0 2-13 0,2-3-13 15,4-5-13-15,-1-3-11 0,-1 1 1 0,4 5-11 16,-5 2-1-16,2-1-3 0,-1 3-7 0,-2 1 1 16,1 0-9-16,-2 4 1 0,-2 1 2 0,-3 2-2 15,1 2-5-15,1 0 1 0,0 2-2 0,-5-1-4 16,1 1-4-16,3 1-10 0,-4 2-14 0,0 0-14 0,0 0-21 15,0 0-34-15,0 0-23 0,0 0 17 0,0 0-3 16,8 16 15-16,-8-4-9 0,1 5 27 0,-1 1 3 16,-4-1 11-16,7 4-2 0,-2-3 8 0,0-2 8 0,-1 4 11 15,3-4-1-15,2 1-1 0,0-3 5 16,0-3 0-16,-1 0 2 0,0-2 3 0,1 0 13 16,-1 0-15-16,1-2-6 15,4-3-27-15,-4 0-34 0,1-1-41 0,1-1-61 16,-7-2-79-16,20-4-103 0,-9-1-225 0,1 1-639 15,-3-4 282-15</inkml:trace>
  <inkml:trace contextRef="#ctx0" brushRef="#br0" timeOffset="987.38">5159 3181 47 0,'0'0'338'0,"3"-4"-31"0,-3 4-37 15,0 0-28-15,1-2-31 0,-1 2-23 0,0 0-23 16,8 8-13-16,2 0-16 0,-1 3-8 0,0 4-25 16,5 7 3-16,-5 2-14 0,3 5-4 0,-1-2-17 15,-3 4 4-15,-3 3-8 0,-1 2-1 0,-3 9-4 16,-2-11-10-16,-4 1 1 0,-3-3-6 0,-6 1-5 15,1-2-9 1,-6 0-15-16,-3-1-11 0,-3-5-20 0,-2 1-25 16,1-5-31-16,-3-1-51 0,-2-3-88 0,-6-3-245 15,1-5-491-15,0-7 217 0</inkml:trace>
  <inkml:trace contextRef="#ctx0" brushRef="#br0" timeOffset="1551.14">4774 3113 30 0,'0'0'274'0,"0"0"-15"0,-4-4-18 0,4 4-18 16,0 0-26-16,0 0-19 0,-3-3-21 15,3 3-15-15,0 0-14 0,0 0-16 0,-14 7-15 0,5-2-12 16,1 2-12-16,-1 3-5 0,-2 3-6 0,-4 2-9 16,-2 5-8-16,-2 2-4 0,0 2-7 0,5 2-2 0,-3 1-1 15,2 0-6-15,1 2-1 0,2-1-3 0,5 2 16 16,-2-1 2-16,2 0 1 0,3-5 1 0,3 3 4 16,5-6 0-16,-3-2 1 0,7 6-8 0,1-6 14 15,1-2-2-15,7 2 7 0,-2-6-2 0,0-1 3 16,1-1-2-16,2-1 1 0,-3-1 5 0,-1-2-4 15,-1-1 1-15,-3 0-5 16,0-4-3-16,-5 1 1 0,3 1 1 0,-3-2 3 16,-5-2 8-16,9 3 20 0,-9-3-2 0,0 0-3 15,10 0 0-15,-10 0-19 0,0 0-1 0,0 0-9 16,9 3-16-16,-9-3-28 0,0 0-28 0,0 0-36 16,0 0-58-16,0 0-72 0,0 0-89 15,0 0-95-15,0 0-188 0,0 0-606 0,0 0 268 0</inkml:trace>
  <inkml:trace contextRef="#ctx0" brushRef="#br0" timeOffset="1952.09">5495 3467 59 0,'0'0'329'0,"0"0"-14"15,0 0-8-15,0 0-4 0,0 0-20 0,0 0-20 16,-2 4-20-16,2-4-29 0,0 0-18 0,0 0-15 16,0 0-21-16,0 0-14 0,0 0-17 15,22-4-32-15,-11 2-18 0,4 1-36 0,3-1-45 16,1-1-47-16,2 0-49 0,-2 3-50 0,12-5-59 15,-13 2-75-15,0 1-146 0,2 1-461 0,-7-1 204 16</inkml:trace>
  <inkml:trace contextRef="#ctx0" brushRef="#br0" timeOffset="2090.08">5548 3623 79 0,'-9'7'174'0,"1"1"2"0,4-3 11 15,2 0 2-15,3-1 7 0,3 1-4 0,7-1-18 16,9-2-16-16,6 2-18 0,5-4-52 0,4-3-79 0,1-2-126 15,0 1-158-15,3-2-297 0,-5-2 132 0</inkml:trace>
  <inkml:trace contextRef="#ctx0" brushRef="#br0" timeOffset="4395.7">6767 1828 4 0,'0'0'141'15,"0"0"-8"-15,0 0 2 0,0 0-7 0,0 0-8 16,0 0 0-16,0 0-13 0,0 0 0 0,0 0-18 15,0 0 0-15,0 0-7 0,0 0-1 0,0 0-8 16,0 0 2-16,0 0-3 0,0 0-4 0,0 0 0 16,0 0 2-16,0 0-2 15,0 0-2-15,0 0-6 0,0 0-4 0,0 0-5 16,0 0-2-16,0 0-5 0,0 0 1 16,0 0 0-16,-1-5-4 0,1 5 2 0,0 0-5 15,0 0 3-15,0 0 2 0,0 0-4 0,0 0-3 16,0 0-2-16,0 0 2 0,0 0-2 0,0 0-2 15,0 0 3-15,0 0-6 0,0 0 4 0,0 0-4 16,0 0-1-16,0 0-4 0,0 0-2 0,0 0 2 0,0 0-3 0,0 0 0 16,0 0 4-16,0 0 8 0,0 0-9 0,0 0 3 15,0 0 1-15,0 0-3 0,0 0 0 0,0 0-2 16,0 0 0-16,0 0-5 0,0 0 2 0,0 0-2 16,0 0-3-16,-3-3-4 0,3 3 6 0,0 0-7 15,0 0 2-15,0 0-3 0,0 0-1 0,0 0 0 16,0 0 1-1,0 0-4-15,0 0-2 0,0 0 3 0,0 0-6 16,0 0 5-16,0 0-5 0,0 0-3 0,0 0 6 16,0 0-3-16,0 0 2 0,0 0-9 0,0 0-4 15,0 0-5-15,0 0 0 0,0 0-2 0,0 0-5 16,0 0 0-16,0 0-7 0,0 0-7 0,0 0-12 16,0 0-7-16,0 0-17 0,0 0-12 0,0 0-20 15,0 0 7-15,0 14 8 0,0-10 11 0,0 3 7 0,0 0 9 0,0 5 6 16,0 4 6-16,-1 0 7 0,2 2 2 0,-1 0 7 15,0 2 1 1,-1 4 10-16,1-4-3 0,0 6 7 0,1-6 1 16,-1 10 0-16,0 0 1 0,3 5 9 0,-2-1 1 15,-1 0 1-15,-1 0 3 0,-2 1-1 0,3 13-3 16,0-11 6-16,-3 8 5 0,1-9 0 0,-3 12 5 0,-1-1-5 0,2-12-2 0,-4 11 5 0,4-14 2 16,0 4 3-16,2 0 5 0,-6 11-2 0,8-14 3 15,-5 3-3-15,-3 10 3 0,4 1 1 0,-2 1 9 16,-2-4 1-16,2-8-2 0,1 10-1 0,-3-1 3 15,-2 4-1-15,5-14-2 0,-3 10-4 0,2 1 4 16,-7-2 1-16,4-8-3 0,-6 8 1 0,5-10-3 16,-3 12 0-1,-1-11 1-15,3-2 2 0,-2 13-4 0,-3 1 2 16,2-2 3-16,-1 0 5 0,-2-1-4 0,7-11-4 16,-3 12 2-16,-1-11-5 0,1-1 1 0,-3 13-1 15,4-14-1-15,-1 1-1 0,-2 11 0 0,2-12 1 0,1 1-3 16,0-2-1-16,-2 1 0 0,1-2 2 15,-2 1-3-15,1-1 1 0,-4 0-1 0,5-1 1 16,-5-2-2-16,5 2-2 0,-1-1 2 0,0 0-1 0,0-2-2 0,1 0 0 16,2-5 1-16,2-4-3 0,1-6-1 0,5 0-1 15,-3-2-5-15,0-1-2 0,2 1 4 0,2-4 9 16,2-5 5-16,-4 8 10 0,4-8 6 0,0 0 3 16,0 0-5-16,0 0-7 0,0 0-9 0,0 0-6 15,0 0-3-15,31-18-1 0,-19 10-2 16,5 1 1-16,-1 0-4 15,1 0 0-15,0-2 3 0,3 4-3 0,-6 2-2 16,4-1 1-16,-4 4-2 0,4 0 0 0,-1 4-2 16,0-1-3-16,-5 2 5 0,5 4-1 0,-3 5 0 15,0-2 3-15,-3 5-2 0,3 8 3 0,-1-1-2 16,-4 5 0-16,0 4-1 0,-3 2 3 0,2 15-1 16,-8-3-3-16,0 2 8 0,-3-2-1 0,-2 1 0 15,-1 1 0-15,-3 3-2 0,0 5 4 0,-5-2 2 0,0 27 5 0,1-27 0 16,0 2-2-16,1 0 3 0,-5-1 2 15,5 0 2-15,-1 0-5 0,1-2 4 0,2 2 0 16,-3-1 1-16,5-1 0 0,-1 5 0 0,3-1 0 0,-2 0 6 16,2 2-2-16,3-1 1 0,-1-1 0 0,2 3 2 15,-2-4-3-15,-1 4 2 0,5-6-1 0,0 0 0 16,0-3-3 0,0 3-4-16,5 0 5 0,-1 5-2 0,-3 0 3 15,4-7-4-15,3 6-4 0,-3-4 6 0,4-2-4 16,5 3-1-16,-5-3-2 0,5-3 3 0,-2-4 0 15,4-1-6-15,-5-12 4 0,1 1 0 0,6-1 0 16,3 10 1-16,0-13 0 0,1-3-2 0,10 11 4 16,5-3 2-16,8-7-8 0,3-6-10 0,2-4-41 15,9-6-46-15,2-5-94 0,6-8-165 0,31-10-183 0,-12-11-574 0,-2-16 254 16</inkml:trace>
  <inkml:trace contextRef="#ctx0" brushRef="#br0" timeOffset="8072.95">8387 2042 85 0,'0'0'226'15,"4"-4"-5"-15,-4 4-14 0,1-4-20 0,-1 4-18 0,0-4-17 16,0 4-16-16,4-4-6 0,-3 0-19 0,-1 4-9 16,4-5-14-16,0 5-8 0,1-4-12 0,-1 3-7 15,-4 1-7-15,11-2-7 0,-3 4-8 0,1-4 1 16,-1 5-8-16,2-2-2 0,-1 4-9 0,3 0-1 15,-1 2-9-15,1 4-3 0,-3-2 0 0,1 3-5 0,-3 5-5 16,1-3 7-16,-2 5-4 0,-1 1-1 0,-5 0 5 16,0-1-5-16,-5 7 4 0,0-2 7 0,-1 1-7 15,-1-6 0-15,0 0 1 0,-3-3-5 0,-1 2 2 16,1-3-1-16,-1-1 4 0,2-2 0 0,0-3-2 16,0-1 6-16,4-3 0 0,1 2 1 0,0-2 0 15,0-2 15-15,0 1 15 16,-2-1 20-16,6-1 19 0,0-2 18 0,-5 3 8 15,5-3-13-15,0 0-13 0,0 0-12 0,5-17-8 16,-3 9-4-16,6-4-7 0,1-1-12 0,-1-3-5 16,2-2-10-16,2 0-2 0,1-2-3 0,-2 3 14 15,3-7-17-15,0 9-1 0,-3-2-2 0,3 1 1 16,-2 2-4-16,0-1 4 0,0-1-6 0,-1 3 4 16,-2 4-1-16,-1-1 7 0,0 5 3 0,-3-5 11 0,-1 5 7 15,1 2 2-15,0-3 0 0,-1 1 7 0,-4 2-12 16,5 0-7-16,-5 2-3 0,4-2 5 0,-4 3-10 15,1-4 2-15,-1 4-7 0,0 0-6 0,4-4-12 16,-4 4-13-16,0 0-17 0,0 0-17 0,0 0 3 16,0 0 7-16,0 0 5 0,-8 16 2 0,6-7 3 15,-2 3 2-15,0 2 4 0,-2 3 6 0,-2 1-1 0,4-2-4 0,0 4 6 16,1-5 5-16,0 2 2 0,-1-1-4 0,4-1 9 16,0 1 1-16,0-4 7 0,1-1 1 15,2-2 5-15,2 2 9 0,0-4 5 0,4-1 3 16,8 2 4-16,-2-4-2 0,7 0-2 0,10-2-1 15,-3-4-5-15,2 3 1 0,0-3-3 0,-2 2-4 16,-6-2 4-16,-5-1-7 16,1 2 7-16,-5 0-9 0,-2 1 1 0,-6-3 0 15,2 3 0-15,-8 0 19 0,11-2 7 0,-11 2-6 16,9-2 19-16,-9 2-1 0,0 0 1 0,8 0 1 16,-8 0-4-16,0 0 2 0,0 0-22 0,0 0-24 15,9 0-38-15,-9 0-43 0,3-1-46 0,-3 1-67 16,0 0-61-16,0 0-306 0,0 0-607 0,9-5 268 15</inkml:trace>
  <inkml:trace contextRef="#ctx0" brushRef="#br0" timeOffset="10610.14">11312 1914 86 0,'3'-4'119'0,"-2"2"2"0,-1 2 1 0,1-3-11 16,-1 3 2-16,1-4-8 0,-1 4 3 0,3-5-3 0,-3 5-3 0,0-3 1 15,0 3-12-15,3-4 7 0,-3 4-4 0,1-4-2 16,-1 4-4-16,0 0-10 0,0 0-2 0,0 0-4 16,0 0-2-16,0 0-2 0,0 0-4 0,0 0-5 15,0 0-8-15,0 0-4 0,0 0-1 0,0 0-11 16,-5-8-6-16,5 8-7 0,0 0-5 0,-8-1-2 16,8 1 2-16,0 0-6 0,-16 1 0 0,16-1-3 0,-16 3-1 15,10-2 1-15,-2 2-7 0,-1-2 3 0,-2 2-1 16,1 2 4-16,-1 0-6 0,1 0-2 0,1 2 2 15,-2 1-5-15,-3 1 9 0,-1 3-5 0,8-3-1 16,-2-1 5-16,2 4-2 0,0-2-4 0,-1 3-1 16,2-2 3-16,1 1 0 0,0 0-2 0,1-2 3 15,1 2-1-15,2 0 1 16,-1 0 2-16,2-2-3 0,2 0 4 0,-1 2-1 16,2-3 0-16,-1 1 3 0,2 0-4 0,-1-5 3 15,3 3 3-15,3 1 0 0,-3-6-2 16,2 3 1-16,3-1 6 0,0-2-8 0,0 0 3 15,3 1 1-15,-1-3 1 0,4 0-2 0,-2-1-3 16,-4 0 2-16,5-2 16 0,-1-5 5 0,2 2 9 16,1-3 7-16,-3 0 2 0,0-5-2 0,2 3-4 0,-3-6-2 0,4-5 4 15,-3 0-1-15,-1-1-3 0,0 0 2 0,-6 5 2 16,1 0 16-16,-3 1 8 0,-2-1 2 16,0 6 7-16,-4-2 6 0,0 0-5 0,0 1-8 0,0 3-9 15,-4-2-8-15,0 2-20 0,-2 2 2 0,-2 0-19 16,1 0-19-16,-5 2-24 0,1 2-20 0,-1 2-31 15,-2 2-30 1,-1-1-44-16,1 3-35 0,-3 4-47 0,1-2-52 16,-1 2-154-16,4-1-479 0,4-2 213 0</inkml:trace>
  <inkml:trace contextRef="#ctx0" brushRef="#br0" timeOffset="11450.84">12028 1679 14 0,'0'0'209'0,"0"0"-5"0,0 0-4 16,0 0-11-16,0 0-3 0,0 0-18 0,0 0-14 0,0 0-14 0,2-3-14 15,-2 3-10-15,0 0-15 0,0 0-14 0,0 0-16 16,0 0-27-16,0 0-9 0,0 0-1 0,0 0-11 16,-11 19 6-16,4-9-8 0,-5 2 0 0,-8 6-6 15,3 3 0-15,0 1 3 0,-2 2-3 0,-3 0 1 16,-1 2-3-16,5-2-7 0,-5 1 4 0,8-2-3 15,-2 2 0-15,-1-4-1 16,8-4 1-16,-3 3 2 0,2-8 3 0,6 0-6 16,0-2-1-16,-1-3 1 0,0 2-4 15,5-3 6-15,-4-2-3 0,5-4 7 0,-4 8 5 16,0-3 9-16,4-5 1 0,0 0 2 0,-4 5 11 16,4-5 2-16,0 0 7 0,0 0 7 0,0 0-1 15,0 0 2-15,0 6 0 0,0-6 3 0,0 0-7 16,0 0 0-16,0 0-7 0,0 0 1 0,0 0-11 0,0 0-2 0,-5 6-1 15,5-6-8-15,0 0 1 0,0 0-9 0,0 0-6 16,0 0 4-16,0 0-4 0,12 5 1 16,-6-1-2-16,4-1-4 0,2 4 0 0,7 1 4 15,-1 3-2-15,9 1-1 0,-2 5 0 0,2-2-2 0,2 2 1 16,-2 0-2-16,0-3 3 0,2 1-5 0,-5 0 3 16,0-1-1-1,-5-2-1-15,-2-2-3 0,-1 0 5 0,-3 0 1 16,1-3 0-16,-5-1-5 0,-3-1 3 0,2-2-1 15,-3 1-2-15,0-1 6 0,-5-3-1 0,7 3-3 0,-7-3 2 0,6 4 4 16,-6-4 12-16,0 0 0 0,6 3 3 0,-6-3-1 16,0 0-3-16,0 0-3 0,7 5 2 0,-7-5-1 15,0 0-3-15,0 0 0 0,0 0 1 16,0 0 8-16,0 0-15 0,0 0 3 0,0 0-5 16,0 0 3-16,0 0-3 0,0 0-3 0,0 0 2 15,0 0-8-15,0 0-14 0,0 0-11 0,0 0-21 16,0 0-29-16,0 0-72 0,0 0-46 0,0 0-50 0,10-8-253 0,-10 8-538 15,0-12 239-15</inkml:trace>
  <inkml:trace contextRef="#ctx0" brushRef="#br0" timeOffset="13162.8">12509 1826 10 0,'0'0'179'0,"8"-3"-19"0,-4 0-8 0,1 0-15 16,1 3-16-1,2-1-8-15,-3-2-13 0,9 3-11 0,-5 0-15 0,4 0-2 16,-3 3-12-16,3 0-9 0,0 1 2 15,-3 3-8-15,4 1-2 0,-2 1-10 0,-2 6 3 16,-4-5-6-16,3 6 0 0,-4 3-6 0,-2-2 1 16,-1 3-2-16,-3-1-5 0,-2-1 5 0,-3 2 1 15,0-2-4-15,-2-1-3 0,-2 7-3 0,1-7-3 16,-1-3 4-16,-1-1-1 0,1 2 11 0,0-6 3 0,1 1 9 0,5-5 1 16,-2 2 8-16,-2-2-1 0,3-1 16 15,1 0 8-15,-1 0 19 0,5-4 27 0,-8 2 16 0,8-2 17 16,0 0-10-16,0 0-16 0,0 0-8 0,0 0-16 15,4-17-10-15,1 5-10 0,3 2-6 0,6-4-13 16,4-8-4-16,5 3-5 0,-3-3-12 0,-2 0-3 16,3 0-6-1,-2 1-3-15,0 3 2 0,-1-1-8 0,-8 4-1 16,2 2 0-16,-1 0-3 0,-6 4 1 0,3 1-1 16,-4 1-5-16,1 2 3 0,-1 1-3 0,-3-1-1 15,3 2-4-15,-3 1-5 0,-1 2-13 0,4-4-14 16,-4 4-20-16,0 0 4 0,0 0 0 0,-6 11 7 15,-1-1 3-15,1 0 1 0,-3 4 5 0,1 2 6 16,-1 1-4-16,3-1 4 0,-2 5 0 0,4-3 2 0,1 0 6 0,0-1-3 16,4 0 7-16,3-1 3 0,4 1 0 0,-2-6 3 15,11 3-3-15,6 0-17 0,5-4-45 16,2-5-56-16,5-2-86 0,2-3-76 0,-1 0-163 16,5-3-485-16,-4-3 215 0</inkml:trace>
  <inkml:trace contextRef="#ctx0" brushRef="#br0" timeOffset="13886.34">13634 1768 22 0,'0'0'281'0,"0"0"-7"0,0 0-21 0,0 0-16 0,0-5-23 0,0 5-20 16,0 0-26-16,1-3-16 0,-1 3-18 0,0 0-19 15,0 0-18-15,0 0-18 0,0 0-4 0,0 0-14 16,-1 15-10-16,-2-8-3 0,2 3-6 0,-3 2-5 16,-1 4-1-16,1-2-5 0,-5 3 0 0,4-1-3 15,-4 1 0-15,4 1-3 0,-5-1-4 0,2-1-3 16,1 0 3-1,3-6-1-15,0-1-7 0,-2-1 5 0,3-3-7 16,-1 0 2-16,3-1 6 0,1-4 2 0,-3 6 39 0,3-6 29 16,-3 4 31-16,3-4 14 0,0 0-15 15,0 0-16-15,0 0-10 0,9-15-3 0,-6 6-13 16,5 0-12-16,-4-1-1 0,3-4-8 0,1 4-11 0,-1-2-4 16,1 3-1-16,0 0-8 0,-7 5-1 0,7-4-11 15,-4 1-2-15,1 5-3 0,-4-2-9 0,-1 4-3 0,5-4-6 16,-5 4 0-16,0 0-1 0,12 4-17 15,-7 0-7-15,0 2-2 0,4 2-6 0,-1 2-3 16,-2 1-6-16,6 2-12 0,-3 3-13 0,0-3-22 16,-3 2-20-16,4-4-26 0,-3-2-23 0,-1 0-33 15,2-4-45-15,-2 2-52 0,-4-5-150 0,4 1-478 16,-6-3 211-16</inkml:trace>
  <inkml:trace contextRef="#ctx0" brushRef="#br0" timeOffset="14250.19">13442 1778 165 0,'-6'2'236'0,"6"-2"-7"0,-8 0-11 16,8 0-16-16,0 0-13 0,-5 1-11 0,5-1-24 15,0 0-15-15,0 0-19 0,22-7-5 0,-9 3-13 16,7 1-13 0,3 0-8-16,9-3-9 0,1 1-4 0,0 0-10 15,-1 0-6-15,3 1-4 0,-3-1-6 0,-1 2-6 16,-5 2 1-16,-5-2-5 0,-4 2-3 0,-5-2-3 0,1 2-2 15,-3 0 26-15,-5-1-10 0,-5 2-22 0,11 0-4 16,-11 0-17-16,10 0-22 0,-10 0-7 0,0 0-12 16,0 0-17-16,0 0-13 0,0 0-26 0,0 0-26 15,0 0-50-15,-25 5-195 0,25-5-401 0,0 0 177 16</inkml:trace>
  <inkml:trace contextRef="#ctx0" brushRef="#br0" timeOffset="14635.03">14129 1702 22 0,'0'0'342'0,"0"0"-23"15,4-2-26-15,-4 2-20 0,0 0-30 0,0 0-24 16,0 0-28-16,0 0-19 0,0 0-22 0,0 0-28 15,0 0-27-15,0 0-11 0,3 10-9 0,-7 1-9 16,-3 4-7-16,-5 7-5 0,-2 5-5 16,-1 4-5-16,-2-1 0 15,-3 0-5-15,-3 11-3 0,4-10-1 0,2 0-6 0,-1-3-1 16,4-1-6-16,-1-3 2 0,2 0-3 16,5-5 2-16,-2-1-4 0,4-8-4 0,-1-1 4 15,2 1-8-15,0 0 1 0,0-4 3 0,1 1 1 16,4-2 0-16,0-5 13 0,0 0 15 0,-8 8 8 15,8-8 3-15,0 0 2 0,-1 4-5 0,1-4-19 16,0 0 12-16,0 0 0 0,0 0-14 0,0 0-19 0,0 0-27 0,-5 4-57 16,5-4-53-16,0 0-48 0,0 0-55 0,0 0-295 15,1-20-568-15,3 15 252 0</inkml:trace>
  <inkml:trace contextRef="#ctx0" brushRef="#br0" timeOffset="15136.23">14153 1971 191 0,'9'-1'282'0,"-9"1"-26"0,6 0-31 16,-6 0-21-16,0 0-19 0,13 1-15 0,-8 1-16 15,1 4-8-15,3-1-25 0,0 1 6 0,-4 0-15 0,4 3-12 16,-5 0-7-16,1 3-4 0,-1 4-8 0,-1-6-7 15,-1 6-7-15,-4 0-8 0,-1 1-4 0,3-2-5 16,-4 0-15-16,-1 2 9 0,1-1-4 0,1-4-4 16,-3-3-3-16,4 2-5 0,1-1-3 0,-3-2-2 15,1-2 0-15,1 1-4 0,2-7-1 0,-3 7 0 16,3-7-1-16,-3 7 3 16,3-7-2-16,0 0 1 0,-2 6 9 0,2-6 12 15,0 0 2-15,0 0 2 0,-3 7 4 0,3-7-4 16,0 0-14-16,0 0 14 0,0 0-2 0,0 0-5 15,0 0-2-15,0 0-2 0,0 0-9 0,0 0 0 16,0 0 8-16,0 0-1 0,0 0 2 16,0 0-12-16,0 0 23 0,0 0-4 0,0 0-7 15,0 0 1-15,0 0 3 0,0 0-9 0,0 0 0 0,23-2-6 0,-23 2-1 16,32-5-5-16,-10 0 4 0,-2 2-5 0,10 3-6 16,-1-4 9-16,1-1-12 0,-1 0-1 0,0 0 5 15,1 3 0-15,-2-1 1 0,-9 2 0 0,3 0-2 16,-5 1-2-16,-4 0 2 0,-4 0-5 0,-1 2-4 15,-8-2 14-15,14 0-14 0,-14 0 12 0,0 0 7 16,13-1-2-16,-13 1-2 0,0 0-8 0,0 0-7 0,10-1-44 16,-10 1-33-16,0 0-27 0,0 0-50 0,0 0-44 15,0 0-69-15,0 0-329 0,0 0-646 0,0 0 285 16</inkml:trace>
  <inkml:trace contextRef="#ctx0" brushRef="#br0" timeOffset="17673.58">7996 3353 190 0,'0'0'251'0,"0"0"-20"16,0 0-18-16,5-3-25 0,-5 3-18 0,0 0-22 16,0 0-19-16,0 0-19 0,0 0-9 0,0 0-12 0,-6 17-10 15,2-7-7-15,-1 2-10 0,-4 2-2 0,1 1-4 16,-2 2-10-16,1 2-4 0,0 0-2 0,-2-1-7 0,2-2-4 15,0 3 2-15,-1-3-2 0,1-2-6 0,0 1 0 16,0-2-3-16,2-4 2 0,4-2 0 16,-3-1 11-16,3 0 18 0,0-3 15 0,0 3 20 15,1-4 32-15,2-2 30 0,-5 4 10 0,5-4 49 0,0 0-11 0,0 0-22 16,0 0-9-16,0 0-20 0,0-18-25 0,3 10-3 16,0-1-15-16,1-6-6 0,1 1-15 0,3-3-9 15,-2 2-7-15,3 1-5 0,-4 4-9 0,0 2-6 16,1 0-1-16,-3 1-6 0,0 3-11 0,1-1 2 15,-1 1-14-15,-1 1-13 0,2 1-25 0,-4 2 0 16,0 0-1 0,0 0-13-16,14 7 0 0,-10 0 4 0,3 2-2 15,2 1 5-15,-2 1-14 0,2 6-8 0,2-3-15 16,-2 0-31-16,0-2-21 0,1 4-28 0,-2-2-21 16,-3-2-29-16,0 0-39 0,3-3-48 0,-6-1-277 0,1-4-608 15,-2-1 269-15</inkml:trace>
  <inkml:trace contextRef="#ctx0" brushRef="#br0" timeOffset="18127.9">7826 3433 20 0,'0'0'186'15,"0"0"-11"-15,-10 1-10 0,10-1-6 0,-5 1-10 16,5-1-7-16,0 0-9 0,0 0 2 0,0 0-17 16,-4 2-3-16,4-2-11 0,0 0 1 0,0 0-1 0,0 0-3 0,0 0 1 15,0 0-4-15,0 0-5 0,0 0-7 0,0 0-5 16,0 0-5-16,0 0-7 0,0 0-1 0,0 0-10 15,0 0-6-15,0 0-4 0,0 0-6 0,0 0 0 16,0 0-2-16,0 0 5 0,0 0-6 0,0 0 1 16,0 0 2-16,0 0-7 0,0 0 0 0,0 0-5 15,0 0-5-15,23-5 0 0,-3 0-6 0,-2 3-1 0,12-2-2 16,-1-1-8-16,4 2 4 0,2-1 0 0,-3-1-1 16,1-1-1-16,-5 3 3 0,2 0-4 0,-9 0-1 15,1 1-9-15,-3-1 6 0,-1 1 3 0,-4 0-5 16,-5 1 1-16,0 0 1 0,0 0-1 0,-3 1-11 15,-2 0-15-15,-4 0-23 0,9-2-21 0,-9 2-23 16,0 0-31-16,0 0-35 16,0 0-27-16,0 0-43 0,0 0-182 0,0 0-438 15,-19 4 193-15</inkml:trace>
  <inkml:trace contextRef="#ctx0" brushRef="#br0" timeOffset="18729.41">8519 3517 140 0,'0'0'226'0,"-5"3"-17"0,5-3-12 16,0 0-12-16,-7 0-10 0,7 0-16 0,0 0-11 16,0 0-12-16,0 0-8 0,0 0-11 0,0 0-14 0,-2 4-1 0,2-4-13 15,0 0-1-15,0 0-3 0,0 0-2 0,0 0-3 16,0 0-2-16,0 0-5 0,0 0-2 0,0 0-1 15,0 0-7-15,0 0-1 0,0 0 2 0,0 0-8 16,0 0 3-16,0 0-10 0,0 0-6 0,0 0-11 16,0 0 14-16,0 0-8 0,0 0-4 0,0 0-6 15,0 0-1-15,0 0 0 0,0 0-14 0,0 0 10 0,0 0-5 16,0 0 1-16,0 0-3 0,0 0-1 0,0 0-1 16,0 0-3-16,0 0 1 0,0 0-3 0,0 0-4 0,0 0 3 15,0 0-4-15,0 0 1 0,0 0-2 0,0 0 5 16,0 0-2-16,0 0 2 0,0 0 0 0,0 0-2 15,0 0 3-15,12-7-2 0,-12 7 0 0,0 0 1 16,11-3-7 0,-4 2 7-16,2 0-3 0,4-1-2 0,0 1 0 15,5-2-3-15,2 0 1 0,2 0-1 0,5-1-1 16,-7 2 1-16,7-1-9 0,-6 1 15 0,-2 0-5 16,0-1 1-16,-6 2 1 0,-2 0-1 0,1 0-6 15,-5 0 5-15,-1-1 2 0,1 1-3 0,-1 1 3 16,-6 0-2-16,8 0 1 0,-4-1-5 0,-4 1-14 15,0 0-11-15,6-1-28 0,-6 1-31 0,0 0-35 0,0 0-44 0,0 0-53 16,0 0-273-16,0 0-531 0,0 0 236 0</inkml:trace>
  <inkml:trace contextRef="#ctx0" brushRef="#br0" timeOffset="19261.84">9073 3399 218 0,'7'-3'211'0,"-1"2"-14"0,4-1-16 0,1 2-18 15,0 0-16-15,1 0-13 0,-2 2-16 0,1-2-13 0,-1 3-3 16,2 2-17-16,-1 0-6 0,-2 0-8 0,-1 4-8 15,-3-1-5-15,1 1-8 0,-2 1-1 16,-1 3-6-16,-3 1-9 0,-3-1 3 0,-3 3-4 16,0-1-2-16,-3 2-3 0,0-3-2 0,-5 2 0 15,1 2-6-15,-1-6 3 16,1 0-4-16,4-3 0 0,-1 0 3 0,4-1 4 16,-1-2-3-16,2-1 3 0,0-1 5 0,0 2 13 15,1-3 18-15,4-3 23 0,-4 5 17 0,4-5 25 16,-5 3 4-16,5-3-8 0,0 0-18 0,0 0-8 15,17-19-8-15,-7 9-26 0,3-2 8 0,2-4-6 16,3-2-9-16,1-3-4 0,3-1-6 0,-3 3-6 16,1 1-5-16,-7 4-1 0,-1 0 12 0,1 1 12 0,-6 5-1 15,2 1 7-15,-3-1 2 0,-2 2 3 0,0 2-5 16,0 1-21-16,0 0 9 0,-3-2-10 0,4 3-6 0,-2 0-11 16,-3 2-31-16,0 0-17 0,0 0 1 0,0 0 2 15,-9 14 5-15,5-5-3 0,-4 1 12 16,3 7-11-16,-3-1 10 0,1 1 1 0,3 3-1 15,2-3-3-15,2 3-4 0,2-3 5 0,3 2 2 0,9-3 0 0,3 3-2 16,10-4-23-16,1-3-40 0,8-3-64 0,3 1-92 16,15-2-145-16,1-9-212 0,-3-2-632 0,-15-2 281 15</inkml:trace>
  <inkml:trace contextRef="#ctx0" brushRef="#br0" timeOffset="21370.99">11423 3242 163 0,'0'0'278'0,"2"-4"-10"0,-2 4-11 16,1-4-7-16,-1 4-18 0,0 0-15 0,0-5-21 15,0 5-16-15,0 0-23 0,0 0-18 0,6-3-14 16,-6 3-16-16,0 0-19 0,0 0-20 16,0 0-8-16,0 0-7 0,-2 16-7 0,2-8-4 0,-4 2-2 0,1 5-7 15,2 2 0-15,-5 0-1 0,0 0-6 0,0 2-5 16,-3 6-5-16,2 0 6 0,-1-7-3 0,1 1-3 16,0-4 0-16,2 0 1 0,0-6-1 0,-1 0-3 15,4-4-2-15,-1 2 3 0,1-3 0 0,0 0 11 16,1-1 36-16,1-3 36 0,-3 6 31 0,1-4 27 15,2-2 18-15,0 0-1 16,0 0-20-16,0 0-15 0,4-13-15 0,-2 4-20 16,2-2-5-16,0 0-9 0,4-2-12 0,-3 1-8 15,3-3-4-15,-3 4-12 0,0 1-7 0,1 0 4 16,-3 5-11-16,1-2-10 0,0 1 1 0,-1 3-11 16,-2-2-6-16,1 2-7 0,-2 3-25 0,4-3-19 15,-4 3-1-15,0 0 12 0,11 6-1 0,-6-1-13 16,4-1-11-16,-4 4-3 0,3 1-7 0,5 3-15 0,-3 0-20 15,-1-2-18-15,5 2-18 0,-5 2-23 0,-1-4-15 16,-2 0-20-16,3-2-27 0,-4 0-30 0,4 0-31 0,-4-3-53 16,-2-3-172-16,1 0-546 0,-4-2 242 0</inkml:trace>
  <inkml:trace contextRef="#ctx0" brushRef="#br0" timeOffset="21551.38">11345 3305 101 0,'-5'-1'263'0,"5"1"-15"15,-5-3-19-15,5 3-17 0,0 0-24 0,0 0-18 0,15-4-22 16,-2 1-11-16,5 1-16 0,11-1-10 0,2-2-12 0,2 1-10 16,5 1-12-16,-1 1-34 0,-3-1-51 0,-5 1-58 15,2-2-77-15,-4 1-194 0,-7 0-365 0,1 2 163 16</inkml:trace>
  <inkml:trace contextRef="#ctx0" brushRef="#br0" timeOffset="21905.29">11914 3244 2 0,'0'0'344'0,"0"0"-24"0,0 0-28 15,0 0-31 1,0 0-28-16,0 0-30 0,0 0-18 0,0 0-30 16,0 0-27-16,0 6-19 0,-1-1-5 0,-3 6-12 15,-5 3-11-15,1 3-6 0,-7 9-8 0,0 0-4 16,-5 3-8-16,5 2-13 0,-4-1 7 0,0-2-4 16,3 1-6-16,-1 2-7 0,1-9 2 0,2 4-4 15,5-8-4-15,3-2-1 0,-4 0 1 0,2-6-5 16,4 0 0-16,0 1-1 0,0-4-4 0,3 0-2 0,-3 0 5 15,3-4 8-15,-4 1 3 0,5-4 4 0,0 4 7 16,0-4 0-16,-4 7 1 0,4-7-2 0,0 0-7 16,-1 4 0-16,1-4-3 0,0 0-13 0,0 0-12 0,0 0-43 15,0 0-51-15,0 0-49 0,0 0-53 16,0 0-54-16,0 0-239 0,5-18-523 0,0 14 231 16</inkml:trace>
  <inkml:trace contextRef="#ctx0" brushRef="#br0" timeOffset="22183.92">11941 3529 90 0,'10'0'219'0,"-10"0"-24"16,12 2-16-16,-7-1-18 0,0 4-8 0,1-3-9 15,2 4-9-15,-4-2-10 0,2 6-13 0,-1-2-6 16,-2 2-8-16,2 2-11 0,-4 0-6 0,-1 1-6 15,-3 3-6-15,0 0-4 0,-4 0-8 0,2 0-3 16,-1-2-7-16,-3 4-4 0,0-3-3 0,3-1 6 16,-1-4 0-16,2-3 9 0,4 1-3 0,-3-1-2 0,-1-3 2 0,1-1 4 15,3 1 8-15,-2 2 11 0,3-6 5 0,0 0-1 16,0 5-6-16,0-5-8 0,0 0-3 0,23-2-12 16,-7-1-11-16,3-3-33 0,7 0-40 0,-5 1-48 15,8-2-61-15,-2-2-90 0,-1-1-233 0,3 2-505 16,1-4 225-16</inkml:trace>
  <inkml:trace contextRef="#ctx0" brushRef="#br0" timeOffset="22807.58">12828 3202 116 0,'2'-3'246'0,"-2"3"-10"0,0 0-12 16,0 0-16-16,4-1-19 0,-4 1-21 0,0 0-18 15,0 0-15-15,0 0-15 0,0 0-16 0,0 0-10 16,0 0-9-16,0 0-7 0,-8 16-6 15,-1-4-9-15,-2 1-6 0,-8 7-1 0,-1 1-6 16,0 0-3-16,-3 1-8 0,-2 3 1 0,-1-3-6 16,3 3-4-16,-4-3-1 0,6 0-4 0,0-2-1 0,7-6-4 0,1 0-4 15,-1-1 1-15,6-3-2 0,2 0-1 0,-3-3 2 16,4 0 11-16,1 1-7 0,4-4 13 0,0 4 7 16,1-2 1-16,5 0-4 0,5 3 5 0,-1-1-8 15,12-2 0-15,-4 2-13 0,10 4 11 0,0-6-6 16,-1 3-2-16,1-2-6 0,0 1 4 0,0-1-7 15,-1 2-7 1,-9-3 7-16,1 0-2 0,2-2-4 0,-6 2 4 0,-5-3 1 16,2 1-5-16,-6-1-4 0,1-2 2 0,-2 2 2 15,1-1 11-15,-4 0 1 0,-2-2 10 0,7 1 2 16,-7-1-4-16,0 0-3 0,5 0-7 0,-5 0-14 16,0 0-18-16,0 0-26 0,5 3-25 0,-5-3-36 15,0 0-55-15,0 0-78 0,0 0-262 16,0 0-535-16,0 0 238 0</inkml:trace>
  <inkml:trace contextRef="#ctx0" brushRef="#br0" timeOffset="23609.49">13294 3370 39 0,'0'-7'248'16,"1"5"-25"-16,-1 2-18 0,3-4-27 0,-3 4-17 16,5-2-15-16,-5 2-17 0,0 0-16 0,13 2-12 15,-7 3-8-15,-2 0-12 0,1 5-9 0,-1-3-9 16,0 4-1-16,-1 0-5 0,-3 5-2 0,2-3-9 0,-6 4-2 0,0-1-4 15,-1 1-3-15,-3 0-2 0,1 1-7 0,-5-1-2 16,3 0 9-16,-2-4-13 0,-1 3-1 0,2-4-1 16,1-2-1-16,2-2 2 0,-1 0 2 15,4-4 0-15,-1-1 4 0,2 2 12 0,-2 0 16 0,3-2 15 16,-1-1 26-16,2 0 20 0,1-2 32 0,0 0 2 16,0 0-23-1,0 0-13-15,11-10-8 0,-2 3-19 0,4-3-9 16,1-2-5-16,12-5-12 0,-4-2-7 0,-2-2 1 15,4 1-23-15,2 1-2 0,-7 0 3 0,0-1-10 16,0 1-7-16,-6 6 2 0,-1 1 3 0,-2 5-3 16,-1 0-8-16,-5 3 8 0,1 0-14 0,0-2-2 15,-2 3-2-15,-3 3-4 0,3-1-32 0,-3 1 0 16,0 0 3-16,0 0 7 0,-9 18-3 0,4-8 4 0,-1 5-1 0,-1 1 4 16,1 1 3-16,-3 1 3 0,5 2 1 0,0-1 6 15,4-1-2-15,0 2 8 0,7-1-2 0,3 5 2 16,0-7 6-16,12 0-12 0,1-3-20 0,5-1-73 15,3-3-89-15,6-3-148 0,-2-7-188 16,2-3-572-16,2-2 254 0</inkml:trace>
  <inkml:trace contextRef="#ctx0" brushRef="#br0" timeOffset="24411.26">14329 3182 67 0,'0'0'189'0,"0"0"-16"16,5-2-17-16,-5 2-21 0,0 0-11 0,0 0-17 16,0 0-10-16,0 0-11 0,-2 11-1 0,-5-3-7 15,-2 4-1-15,-1 3-4 0,-8 3-3 0,-1 5-5 16,-4-1-7-16,1 4 2 0,-2-3 23 0,-2 2-5 15,2-4-5-15,0 0-6 0,6-1 1 0,3-7 6 16,2 1 1-16,0-2-6 0,4-3-7 0,1 1-1 0,2-1-5 16,1-1 3-16,1-3-6 0,3 2 6 0,1-2 1 15,0 4 2-15,5-7 7 0,3 4-3 0,3 1-7 16,7-2-4-16,3-1-6 0,4 5-4 0,3-5-3 16,-1 3-6-16,2-2-12 0,0 0 8 0,1-1-4 15,1 0-1-15,-11 0-11 0,6 0 4 0,-6 0-5 16,-6-2 2-16,-1 1-2 15,-1-2 1-15,-2 2-2 0,-2-3 0 0,-2 0-4 16,-2 1 25-16,2 1 4 0,-6-2 9 0,9 0-1 16,-9 0-1-16,6 0-2 0,-6 0 2 0,0 0-37 15,0 0-11-15,6-3-61 0,-6 3-33 0,2-4-22 16,-2 0-31-16,0 4-40 0,4-9-54 0,2 5-238 16,-2-4-520-16,1 0 231 0</inkml:trace>
  <inkml:trace contextRef="#ctx0" brushRef="#br0" timeOffset="25028.32">14945 3246 214 0,'0'0'318'0,"0"0"-21"0,0 0-21 0,6-2-25 16,-6 2-27-16,0 0-25 0,0 0-24 0,0 0-23 16,0 0-20-16,0 0-21 0,4 6-8 0,-4-1-20 15,-1 3 2-15,-2-3-11 0,1 7-5 0,-2 0-8 0,0 0 0 16,-1 3-6-1,-4 1-5-15,0 2-4 0,2-1-4 0,-2 2-3 16,-2-3-5-16,1 0-4 0,4-5-5 0,-1-1-1 16,5-3-1-16,-2 0-1 0,0-3 2 0,0 0 0 15,2 0 0-15,-1 1 33 0,2-3 33 0,1-2 31 16,-3 3 26-16,3-3-8 0,0 0-17 0,0 0-16 16,0 0-9-16,8-16-10 0,-3 10-10 0,4-2-9 15,-3 2-6-15,2-2-9 0,-3-1-3 0,1 5-5 0,0-1-5 0,0 2-5 16,-2-1-11-16,1 1-4 0,-1 1-4 0,2-2-1 15,-2 3 2-15,-4 1-11 0,10 1-11 0,-2 3-5 16,-2 0-13-16,1 1-16 0,-1 0-20 16,2 4-33-16,-3-1-27 0,4-1-35 0,-4 2-35 15,3-1-40-15,-4 1-49 0,2-1-74 0,-2-2-197 0,-2-4-595 16,1 1 263-16</inkml:trace>
  <inkml:trace contextRef="#ctx0" brushRef="#br0" timeOffset="25429.28">14728 3275 121 0,'0'0'234'0,"-8"0"-16"15,8 0-18-15,-4 2-17 0,4-2-11 0,0 0-17 16,0 0-10-16,0 0-14 0,0 0-9 0,-4 3-13 0,4-3-10 0,0 0-12 16,0 0-7-16,0 0-8 0,0 0-4 0,0 0-9 15,0 0-6-15,-4 0-2 0,4 0 3 0,0 0 0 16,0 0 1-16,0 0 1 0,0 0 1 0,0 0 1 16,0 0-2-16,0 0-1 0,0 0 13 0,0 0 6 15,0 0 1-15,0 0 6 0,0 0 0 0,0 0-4 16,0 0-1-16,17 1-5 15,-3-2-12-15,7-2-3 0,7 1-14 16,5-2 6-16,2 0-11 0,4 0-4 0,-1 1-1 16,16-1-1-16,-4 2-8 0,1-1 2 0,-14 0-3 0,-1 1-5 15,1 0 9-15,-6 2-15 0,-9-1 0 0,-3 0 0 16,-2 0 2-16,-4 1-5 0,-5 0-25 0,1-2-29 16,-3 2-33-16,1 0-53 0,-7 0-54 15,6 2-56-15,-6-2-293 0,0 0-581 0,0 0 257 0</inkml:trace>
  <inkml:trace contextRef="#ctx0" brushRef="#br0" timeOffset="27618.83">6952 5142 89 0,'0'0'196'0,"0"0"-6"15,-2-1-15-15,2 1-9 0,0 0-11 0,0 0-10 0,0 0-6 0,0 0-12 16,0 0-6-16,0 0-2 0,0 0-3 0,0 0-5 16,0 0-4-16,0 0-4 0,0 0 4 0,0 0-12 15,-4-3-3-15,4 3-7 0,0 0-5 0,0 0-8 16,0 0-3-16,0 0-4 0,0 0-7 0,0 0-5 16,0 0-5-16,0 0-6 0,0 0-5 0,0 0-4 15,0 0 1-15,0 0-5 0,0 0 0 0,0 0-2 0,0 0-1 0,0 0-1 16,0 0-2-16,0 0-3 0,0 0-2 0,0 0 1 15,0 0-1-15,0 0-5 0,0 0-2 16,0 0 0-16,0 0-2 0,0 0-1 0,0 0 1 16,0 0-2-16,0 0 4 0,24 3-6 0,-11-2 1 0,0-1-2 15,5 0 2-15,2 0-2 0,1 0-2 0,0 0 3 16,0-1-1 0,1 1-1-16,-1 0 3 0,-2-3-3 0,0 3 2 15,-5 0-2-15,-1 0 1 0,1 0-4 0,-2 0-1 16,-1-2 5-16,-4 2-3 0,-2-1 0 0,1 2 2 15,-6-1 0-15,9 0-1 0,-9 0-1 0,0 0-3 16,9-1-8-16,-9 1-21 0,0 0-35 0,0 0-48 16,5 1-47-16,-5-1-46 0,0 0-265 0,1 5-509 15,-1-5 226-15</inkml:trace>
  <inkml:trace contextRef="#ctx0" brushRef="#br0" timeOffset="33909.21">7849 5147 35 0,'0'0'237'0,"-10"0"-9"0,10 0-13 0,0 0-7 16,-9-1-9-16,9 1-9 0,0 0-12 0,0 0-10 16,0 0-14-1,0 0-9-15,0 0-8 0,0 0-11 0,-4 1-7 0,4-1-12 16,0 0-5-16,0 0-5 0,0 0-8 0,0 0-13 15,0 0-1-15,0 0-8 0,0 0-6 0,-5 3-4 16,5-3-10-16,0 0 4 0,0 0-15 16,0 0 0-16,0 0-3 0,0 0-7 0,0 0-1 15,0 0 0-15,0 0-4 0,0 0-3 0,0 0-2 0,0 0-1 16,0 0 1-16,0 0-8 0,0 0 1 0,0 0 0 0,0 0-1 16,0 0-1-16,0 0-2 0,0 0-1 0,0 0 2 15,0 0-1-15,0 0-2 0,0 0 2 0,0 0-1 16,0 0 1-16,0 0-2 0,0 0 0 0,0 0-1 0,0 0-1 15,0 0-2-15,0 0 7 0,0 0-5 0,0 0-3 16,0 0 3-16,0 0 0 0,0 0 2 0,0 0-1 16,0 0-1-16,0 0-1 0,0 0 0 0,0 0 2 0,0 0-1 15,0 0 3-15,0 0 1 0,0 0-5 0,0 0 6 16,0 0-5-16,0 0 6 0,0 0-5 0,18 0 0 16,-4-3-1-16,4 2 5 0,2-3-5 0,1 3 0 15,8 1 4-15,3-3-1 0,-4 1-2 0,3 0-2 16,-2-2 3-16,-8 2 0 0,-1 0-1 0,-1 1-2 15,-2 0-1 1,-7 1 5-16,3 0-1 0,-5-3-4 0,-2 3 16 0,-1 0 6 16,-5 0 6-16,10-1 5 0,-4-1-2 0,-6 2 7 15,6 0-20-15,-6 0-3 0,0 0-9 0,0 0-11 16,5-2-22-16,-5 2-31 0,0 0-32 0,0 0-30 16,0 0-36-16,0 0-38 0,-22 2-49 15,22-2-239-15,-9-2-523 0,9 2 233 0</inkml:trace>
  <inkml:trace contextRef="#ctx0" brushRef="#br0" timeOffset="34633.04">8437 4983 34 0,'4'-8'224'16,"-3"7"-22"-16,3-2-19 0,1 3-16 0,3 0-16 15,-2-2-18-15,7 1-14 0,-3 1-9 0,3 1-11 16,0 1-14-16,1 1-6 0,-3 1-10 0,2 3-10 15,1-1-5-15,1 5-1 16,-6-4-1-16,4 6-4 0,-3-3-6 0,-2 2 7 16,-4 0-11-16,-2 3-4 0,1 1-1 0,-3 0-1 15,-5 2-3-15,-2-1-3 0,1-2-4 0,-5-1-1 16,0 0 2-16,0-3 2 0,-2 1 2 0,3-5 4 16,-2 1 7-16,2-2 15 0,0 0-3 0,2-1 8 15,1-3 16-15,2 2 11 0,-1-1 28 0,1-2 27 16,5-1 29-16,0 0-9 0,-8-1-18 0,8 1-10 0,-2-8-11 0,4 2-25 15,4-2 2-15,-1-4-15 0,4-1-13 0,2-1-1 16,2-3-12-16,5-4 2 0,-5 5-14 16,1 2-8-16,1 0-5 0,1 0-9 0,-3 1 3 0,-4 4 6 15,-1 1 0-15,-2 1-1 0,2 1 4 0,-3 1-10 16,-1 0-2-16,0 2-19 0,2 2 11 0,-3-3-6 16,-3 4-37-1,4-3 8-15,-4 3-31 0,0 0 15 0,0 0-3 16,5 11 1-16,-4-4 2 0,-1 4 3 0,4 0 4 0,-4 0 0 15,0 6 9-15,0-5 1 0,5 5 2 0,-1-2 5 16,1 2 0-16,-1-5-17 0,5 2-14 16,-4-2-22-16,-1-1-18 0,1-2-20 0,1-2-26 15,-2-2-33-15,2 0-51 0,1-2-64 0,-3-3-234 16,3 0-555-16,-7 0 246 0</inkml:trace>
  <inkml:trace contextRef="#ctx0" brushRef="#br0" timeOffset="34864.75">8916 4863 103 0,'13'4'175'0,"-5"0"-3"0,-1 2-8 0,2 2-5 15,-1 2-10-15,3 4-6 0,0 2-8 0,-2 1-4 16,2 8-10-16,-1-1-3 0,-2 2-9 0,-3-1-3 15,-1 1-9-15,-4 1-7 0,0-1-6 0,-4-2-6 16,-4 4-9-16,-3-2-5 0,-6-1-19 0,1 0-20 0,-7-3-27 16,-4-2-43-16,-4-2-38 0,-1-1-62 0,-1-3-199 15,-3-3-373-15,1-5 166 0</inkml:trace>
  <inkml:trace contextRef="#ctx0" brushRef="#br0" timeOffset="35497.48">8179 4707 194 0,'0'0'207'0,"0"0"-3"0,0 0-9 0,0 0-10 16,0 0-16-16,0 0-10 0,0 0-17 0,0 0-12 16,0-2-16-16,0 2-11 0,0 0-11 0,0 0-10 15,-21 9-8-15,9-3-10 0,-5 5-9 0,-6 3-6 16,-1 4-9-16,-3 3-3 0,-10 16-3 0,-3 2-4 15,-3 0-5-15,1 3 9 0,1 2-13 0,0 0 0 16,1 2 2-16,10 0-4 0,-2 0 10 0,6-4 7 0,12-10 4 0,1-2 3 16,4 4-4-16,5-5 0 0,6 0 6 0,3-4 8 15,4 0-2-15,2-8 6 0,9 3-9 0,4-5-3 16,5-1-3-16,3 0-3 0,4-5 9 16,3-3-17-16,11 2-5 0,-14-5 0 0,-2 1-3 0,1-2-3 15,-7 1-1-15,0-3-4 0,-8 0 2 0,-7 0-2 16,-1 2 0-16,-2-4-2 0,2 2 1 0,-7 0 6 0,0 0 19 15,1 2-1-15,-6-2-11 0,8 0-3 0,-8 0-5 16,0 0-13-16,8 0-24 0,-8 0-30 0,0 0-41 0,0 0-44 16,0 0-74-16,0 0-305 0,0 0-553 15,2-6 244-15</inkml:trace>
  <inkml:trace contextRef="#ctx0" brushRef="#br0" timeOffset="37286.01">6763 6718 154 0,'0'0'195'0,"0"0"-5"16,-4 2-16-16,4-2-7 0,0 0-16 0,0 0-8 16,-2 2-8-16,2-2-13 0,0 0-8 15,0 0-7-15,0 0-11 0,0 0-9 0,0 0-5 16,0 0-8-16,0 0-5 0,0 0-3 0,0 0-2 0,0 0-3 16,0 0-4-16,0 0-4 0,0 0-4 0,0 0-4 15,0 0-4-15,0 0-4 0,0 0-5 0,0 0-4 0,0 0 1 16,0 0-6-16,0 0-4 0,0 0-3 0,0 0 1 0,0 0 1 15,0 0-5-15,0 0 1 0,0 0-5 0,0 0 2 16,0 0-3-16,-9 0 0 0,9 0 0 16,0 0-3-16,0 0 2 0,0 0 1 0,0 0-4 15,0 0-2-15,0 0 0 0,0 0 3 0,0 0 0 0,0 0-3 16,0 0 1 0,27 0 3-16,-15-1-2 0,5 0-3 0,3 1 2 15,8-3 1-15,3 3 0 0,-3-1-2 0,4 0-3 16,1 1 2-16,1-2 1 0,-2-2 0 0,-2 1-1 15,1 3 3-15,-11-1-3 0,1 0 1 0,-2-1 15 16,-6 2 11-16,-3-2 1 0,-1 1 8 0,-3 1 11 16,1-3 3-16,-2 2 3 0,-5 1 1 0,7 0-2 15,-7 0-7-15,0 0 0 0,8 0-16 0,-8 0-14 0,5-1-10 0,-5 1-23 16,0 0-56-16,0 0-53 0,0 0-52 0,0 0-64 16,0 0-216-16,0 0-496 0,-13-5 220 0</inkml:trace>
  <inkml:trace contextRef="#ctx0" brushRef="#br0" timeOffset="38018.71">8018 6269 49 0,'0'-3'237'0,"0"3"-5"16,0-5-7-16,0 5-8 0,0 0-9 0,-1-6-14 16,1 6-3-16,-3-2-17 0,3 2-15 0,0 0-14 15,0 0-16-15,0-6-17 0,0 6-17 0,0 0-16 16,0 0-8-16,0 0-10 0,-14 16-7 0,0-4-6 15,-3 6 14-15,-4 5-8 0,0 2-4 0,0 1-7 16,-7 13-3-16,6-9-5 0,-4 11-4 0,10-11-2 0,3 0 2 0,1-2-4 16,3 2-1-16,5-3-3 0,4 0 3 0,4-2 0 15,5 0 3-15,0-9 5 0,9 3 0 0,2 1-2 16,5-7 2-16,4 3 2 0,3-3 1 0,1-5-11 16,3 1-2-16,-4-2-3 0,3-5-3 0,-6 3 1 15,-7-4-4-15,-2 0-1 0,-2 2 2 0,-4-3-3 16,-2 0 1-1,-2 2 19-15,-4-2 8 0,1 2 16 0,-7-2 11 0,10 0 2 16,-10 0 10-16,0 0 0 0,0 0-4 0,0 0-5 16,14 1-13-16,-14-1-8 0,0 0-9 0,0 0-43 15,0-5-42-15,0 5-43 0,0 0-36 16,0 0-43-16,-13-10-38 0,13 10-59 0,-4-7-310 16,3 4-620-16,1 3 274 0</inkml:trace>
  <inkml:trace contextRef="#ctx0" brushRef="#br0" timeOffset="38519.91">8599 6406 50 0,'0'0'327'0,"3"-2"-17"0,-3 2-23 0,0 0-16 0,0 0-25 16,0 0-23-16,6-3-25 0,-6 3-22 0,0 0-23 0,0 0-22 16,0 0-20-16,1 9-13 0,-2-5-9 0,1 3-12 15,-3 3-7-15,0 1-7 0,-1 4-4 0,-4 4-5 16,-2 4-1-16,-3-1-11 0,3 1 1 0,-3 0-6 15,2-7-2-15,-1 1-5 0,0-2-3 16,5-4-1-16,-2-1-2 16,4-2-1-16,0-2-2 0,0 2-1 0,1-3 7 15,3-1 32-15,1-4 42 0,-4 5 21 0,4-5 15 16,0 0-18-16,0 0-12 0,0 0-9 0,5-18-5 16,-1 8-11-16,3 0-4 0,1-3-10 0,-3 1-5 15,3-4-8-15,3 4-6 0,-5 1-7 0,1 2-4 0,-2 2-1 16,-1 2-1-16,0 0-26 0,0 2 8 15,-2-1-6-15,1 1-6 0,-3 3-11 0,6 0-2 0,-6 0-14 0,8 4-7 16,-4 1 2-16,3 1-7 0,-1 0-1 0,1 4-5 16,1 2-16-16,-3-2-17 0,1 0-31 0,2 0-33 15,-4 2-29-15,2 0-39 0,1-5-46 0,-1 3-52 16,-2-5-257-16,0 0-605 0,-2-2 268 0</inkml:trace>
  <inkml:trace contextRef="#ctx0" brushRef="#br0" timeOffset="38720.39">8429 6425 180 0,'-6'-3'205'0,"6"3"-11"0,-8 0-10 0,8 0-13 15,-5-1-10-15,5 1-11 0,0 0-10 0,0 0-12 16,0 0-11-16,37 0-13 0,-7 0-5 15,2-1-22-15,6 1-40 0,13-4-53 0,-14 2-64 16,18-4-89-16,-3-1-112 0,-14 1-303 0,-4-2 134 16</inkml:trace>
  <inkml:trace contextRef="#ctx0" brushRef="#br0" timeOffset="39243.6">9085 6553 53 0,'0'0'241'0,"-8"1"-13"0,8-1-10 0,-5 1-12 15,5-1-16-15,0 0-10 0,0 0-10 0,-8 3-11 16,8-3-11-16,0 0-11 0,0 0-9 16,0 0-9-16,0 0-11 0,0 0-11 0,0 0-6 0,0 0-8 15,0 0-4-15,0 0-9 0,0 0-7 0,0 0-5 0,0 0-1 16,0 0-6-16,0 0-1 0,0 0-5 0,0 0-8 15,0 0-1-15,0 0-5 0,0 0-4 0,0 0-3 16,0 0 1-16,0 0-8 0,0 0 2 0,0 0-3 0,-5 1 0 16,5-1-1-16,0 0 0 0,0 0 1 15,0 0 6-15,0 0 0 0,0 0-2 0,0 0-1 16,0 0-4-16,26-4 3 16,-15 2-7-16,2-1 4 0,5 2-6 0,0-2 0 15,6 1 2-15,7-3-3 0,0 2-1 0,-1-1-2 16,1-1 0-16,-3 3 1 0,0-1-6 0,-8 1-7 15,-1-1-14-15,-2 1-20 0,-5 0-20 0,0 0-20 16,0 2-11-16,-5-2-25 0,-2 0-28 0,0 0-31 16,-5 2-35-16,0-5-219 0,0 5-464 0,-8-4 206 15</inkml:trace>
  <inkml:trace contextRef="#ctx0" brushRef="#br0" timeOffset="39475.33">9272 6445 245 0,'-3'-7'292'16,"3"7"5"-16,-3-5-3 16,3 5-17-16,-1-2-19 0,1 2-19 0,0 0-20 15,-2-3-33-15,2 3-14 0,0 0-23 16,0 0-17-16,0 0-19 0,0 0-13 0,0 0-13 0,0 0-12 16,-2 17-4-16,4-8-12 0,-4 2 0 0,4 5-5 15,-2 2-6-15,0-2-6 0,2 3 0 0,-2 6-5 16,1-6-2-16,-1 1-27 0,3-2-18 0,-2 0-23 15,4-2-27-15,-4-1-26 0,2-4-34 0,1 1-42 0,-3-1-66 0,3-5-255 16,0-1-521-16,0 0 231 0</inkml:trace>
  <inkml:trace contextRef="#ctx0" brushRef="#br0" timeOffset="39991.89">9634 6418 175 0,'5'-2'250'0,"-5"2"-19"0,8-2-19 0,-3 2-14 16,2-3-26-16,-1 3-16 0,4-1-19 0,-10 1-11 15,16 1-15-15,-5 2-11 0,-2-1-12 0,0 4-9 0,2 2-4 16,-3-3-6-16,1 5-5 0,-4 1-7 0,4 2-6 16,-4-1-3-16,-2 0-4 0,-2-1-3 0,-2 5-3 15,-2 0-3-15,2-1-4 0,-8-1-1 0,4-1 0 0,0 2-6 16,-3-6 3-16,-1 3-5 0,0-4-1 0,4 1 2 16,-4-2 5-16,4-2 3 0,0 0 4 0,-1 0 7 15,3-3 15-15,-1 1 26 0,4-3 26 0,-4 5 31 16,4-5 30-16,0 0-6 0,0 0-15 0,0 0-15 15,0 0-12-15,2-15-14 0,4 5-11 0,-1 0-5 16,5-3-9 0,2-2-13-16,-1-2-5 0,6 1-9 0,-3-5-5 0,-1 7 5 15,-3 2-19-15,-1 1-2 0,0 2 0 0,-4 3-4 16,1 0-7-16,0 2 0 0,-4-1-10 0,2 2 1 16,0 1-8-16,-4 2-12 0,4-4-25 15,-4 4-18-15,3-1 7 0,-3 1 0 0,4 8-1 16,-2-2 2-16,0 1 10 0,1 3-2 0,-1 2-13 0,1-2 21 15,2 2 0-15,1 4-2 0,2-2-10 0,-2-1-13 0,6-2-26 16,-2 1-43-16,-1-3-32 0,-3-2-54 0,7-1-75 16,-4-2-320-16,0-2-648 0,4-3 287 0</inkml:trace>
  <inkml:trace contextRef="#ctx0" brushRef="#br0" timeOffset="40245.74">9991 6224 15 0,'-1'-4'305'16,"1"1"-27"-16,0 3-26 0,-3-4-27 0,3 4-28 16,0 0-21-16,0 0-17 0,0 0-20 0,19 8-15 0,-9 2-10 0,5 5-5 15,4 3-4-15,-2 7-6 0,4 0-3 0,-2 5-3 16,4 13-4-16,-5 2-9 0,0 0-3 0,-9-10-5 15,-4 9-7-15,-5-8-7 0,-1-1-12 0,-7-1-17 16,-1-3-19-16,-7-1-25 0,-4 0-36 0,-7-3-49 16,-16 5-69-16,2-6-278 0,8-11-483 0,-3-2 215 15</inkml:trace>
  <inkml:trace contextRef="#ctx0" brushRef="#br0" timeOffset="44632.88">11353 5020 92 0,'0'0'173'15,"0"0"-7"-15,0 0-3 0,0 0-2 0,0 0-1 16,0 0 0-16,-8 0-7 0,8 0-1 0,0 0-5 0,0 0-1 16,0 0-8-16,0 0 0 0,0 0-8 0,0 0-8 0,0 0-6 0,0 0-9 15,0 0-5-15,0 0-7 0,0 0-8 0,0 0-10 16,0 0-5-16,0 0-10 0,0 0-3 0,0 0-11 16,0 0 2-16,0 0-12 0,0 0 0 0,0 0-8 15,0 0 0-15,0 0-4 0,0 0-3 0,0 0-1 16,0 0-7-16,0 0 1 0,0 0-2 0,0 0-3 15,0 0 0-15,0 0 0 16,0 0 1-16,0 0-1 0,0 0-3 0,0 0-3 16,0 0-1-16,0 0 1 0,21-2-6 0,-8 1 8 15,5-3-4-15,3 1 2 0,6-1-3 0,2-2-1 16,2 3-1-16,0-1 0 0,1 2-2 0,0-1 2 16,-3 0 0-16,-1 1 3 0,-5-2-6 0,-5 3 3 15,1-2 2-15,-6 2-3 0,1 1 2 0,-2 0-2 16,-4 0 3-16,-2-3-1 0,0 3 0 0,-6 0-3 0,8 0-5 0,-8 0 0 15,6 0-11-15,-6 0-10 0,0 0-12 0,6-2-10 16,-6 2-20-16,0 0-21 0,0 0-17 0,0 0-29 16,0 0-11-16,0 0-36 0,0 0-61 15,0 0-138-15,0 0-412 0,0 0 182 0</inkml:trace>
  <inkml:trace contextRef="#ctx0" brushRef="#br0" timeOffset="45071.39">12337 4834 230 0,'0'0'298'0,"5"-4"-13"0,-1 2-28 16,-4 2-19-16,0 0-26 0,0 0-19 0,0 0-20 15,4-4-18-15,-4 4-26 0,0 0-16 0,0 0-20 16,0 0-17-16,0 0-20 0,0 0-6 0,0 0-10 0,1 14-3 16,-5-7-5-16,4 1-2 0,-4 3-2 0,-1 0-3 15,0 5-1-15,-3 1-2 0,2 0-4 0,0 0-1 16,-2-2 1-16,4-1-4 0,-3-6 0 0,1 1-2 0,4-2-1 16,-1 2 1-16,-2-4 0 0,3 0 0 0,0-2 3 15,1 0 4-15,-1 0 24 0,2-3 29 0,-2 6 28 16,2-6 20-16,0 0-16 0,0 0-14 15,0 0-10-15,8-16-7 16,-4 8-3-16,-1-2-11 0,3 3-8 0,0-6 6 16,-1 5-21-16,-1 0 1 0,1 0-9 0,0 2 1 15,-4 2-8-15,2-1-2 0,1 1 2 0,-3 0-5 16,-1 4-10-16,4-3-6 0,-3 1 0 0,-1 2-15 16,0 0-1-16,0 0-1 0,14 2-11 0,-10 3-5 15,1 0-10-15,2 1-19 0,-1-1-15 0,3 3-23 16,-1 1-19-16,-2 2-21 0,3-1-29 0,0-2-40 0,-1 0-32 0,-1-2-232 15,-4 1-511-15,2-5 227 0</inkml:trace>
  <inkml:trace contextRef="#ctx0" brushRef="#br0" timeOffset="45271.86">12267 4804 19 0,'-5'-3'261'16,"5"3"-21"-16,0 0-20 0,0 0-23 0,-3-4-18 16,3 4-20-16,0 0-14 0,15-1-14 0,-1 0-15 15,8 1-12-15,0-3-8 0,6 6-13 0,4-3-26 0,-1-3-37 16,-2 3-50-16,2 0-61 0,-2 0-82 0,-1-1-117 0,-9 0-312 16,3-3 139-16</inkml:trace>
  <inkml:trace contextRef="#ctx0" brushRef="#br0" timeOffset="45572.58">12816 4722 216 0,'0'0'274'0,"0"0"-22"0,0 0-32 0,0 0-22 16,0 0-24-16,0 0-23 0,0 0-23 15,0 0-17-15,3 9-15 0,-3-5-10 0,-3 7-10 0,-2 4-5 16,-1 2-8-16,-7 9-9 0,0 0 6 0,-2 0-15 15,-2 3-5 1,-2-1 0-16,4-1-6 0,-2 0-3 0,2-3-2 16,-1 0 5-16,6-7-9 0,0 0-5 0,-2-3 1 15,6-3-6-15,0 0 0 0,0-4-1 0,3 0-3 0,0-2 3 16,-2 0-2-16,4-1 1 0,0 1 4 16,-2-2 8-16,3-3 10 0,-4 4 3 0,4-4 0 15,0 4 3-15,0-4-3 0,0 0-13 0,0 0-11 16,0 0-22-16,0 0-63 0,0 0-80 0,0 0-53 0,0 0-210 0,9-13-448 15,1 6 199-15</inkml:trace>
  <inkml:trace contextRef="#ctx0" brushRef="#br0" timeOffset="45904.31">12878 4979 65 0,'0'0'204'0,"7"5"-9"0,-1-1-9 16,0-1-17-16,-1-1-14 0,1 5-8 0,1-1-16 16,-1 2-12-16,0 0-7 0,-2 4-10 0,-3-4-12 15,-2 3-7-15,2 2-9 0,-2-1-4 0,-3 1-4 16,0 3-12-16,-1-3-1 0,-1-3-3 0,1 1-6 0,-2-2-8 16,2 0 0-16,1-1-5 0,1-3-2 0,-1 0-3 15,1 0 0-15,2-1-3 0,0 0 9 0,1-4 23 16,-3 6 16-16,3-6 8 0,-1 3 2 0,1-3-2 15,9 0 0-15,0 0-11 0,4-1-1 0,6-1-14 0,1-2-7 16,8 2-9-16,-6 1 0 0,0 1-5 16,-3-2-15-16,3 1-26 15,-3 0-28-15,-2 1-39 0,-4 0-44 0,-1 1-50 16,1-1-57-16,-8 1-202 0,1-2-464 0,-6 1 206 16</inkml:trace>
  <inkml:trace contextRef="#ctx0" brushRef="#br0" timeOffset="46737.54">13998 4775 2 0,'0'0'207'0,"0"0"-22"15,3-2-14-15,-3 2-12 0,0 0-19 0,0 0-13 16,0 0-19-16,0 0-16 0,0 0-8 0,0 0-5 0,0 0-7 0,-12 17-6 16,4-7-11-16,-5 4-4 0,-9 5-3 0,4-2-6 15,-5 4-7-15,1 0 4 0,-5 0-5 0,4 2-3 16,0-2-1-16,2-3-4 0,1 0-6 0,5-4 2 16,2-1-2-16,2 1-2 0,-2-3-5 0,7-3 6 15,-3 0-7-15,4-1 6 0,2-2 4 0,-1-3-4 16,2 3 4-16,-2 0 6 0,1-2 2 0,3 1 11 0,0-4 8 15,4 7 6-15,4-3 1 0,-1 0-3 0,7 2 3 0,2 2-16 16,4-3-4-16,7 4-3 0,1-3-1 0,1 0-1 16,5 4 4-16,-1 0 3 0,-1-3-2 0,-3 3-4 15,1-3-2-15,-3 3-4 0,-2 0-3 16,-7-3-1-16,-3-1-5 0,-2-2 1 0,-4 1 0 16,0-2-1-16,-1-1-3 15,-4 2 0-15,1-1 1 0,0-3 4 0,0 1 5 16,-4 3 0-16,-1-4 3 0,8 0 1 0,-8 0-3 15,4 3-2-15,-4-3-8 0,0 0-12 0,0 0-20 16,0 0-36-16,0 0-46 0,0 0-53 0,4-8-67 16,-4 8-220-16,-3-8-475 0,4 2 211 0</inkml:trace>
  <inkml:trace contextRef="#ctx0" brushRef="#br0" timeOffset="47392.36">14431 4867 156 0,'7'-5'188'0,"-4"0"-23"0,3 5-9 0,-1-1-15 16,-5 1-10-16,10 0-15 15,-2 1-17-15,-2 4-7 0,0 0-5 0,1-1-13 16,0 0-6-16,1 5-3 0,-4 1-7 0,1 0-8 16,-4-1-1-16,2 6-7 0,-2-1-3 15,-2 3-8-15,-2-2 5 0,1 2-1 0,-6-2-7 0,0-1 0 16,1 1 1-16,-3-1-5 0,-1 1-1 0,1-4-6 16,1 1 3-16,3-7-1 0,1 2 4 0,-2-3 2 15,4 0 3-15,0 0 8 0,-1-1 8 0,2 3 17 0,-1-5 22 16,0 2 20-16,3-3 22 0,0 0 18 0,-2 2 0 0,2-2-18 15,0 0-13-15,9-13-12 0,-3 7-12 0,3-2-9 16,1 0-6-16,3-4-7 0,1-1-16 16,3-2 0-16,-2 1-7 0,2-5-10 0,-3 6 1 15,0 0-1-15,0 4-4 0,-5 0-5 0,-4-1 1 16,3 5 1-16,-2 0-9 0,-1 0-4 0,-2 2-3 0,1-1-10 0,-2 2-11 16,-2 2-20-16,4-3-17 0,-4 3 0 0,0 0 6 15,0 0 4-15,-3 16 1 0,1-7 5 0,-2 0 2 16,1 5 5-16,1-2 7 0,-1 4 1 0,2-4 3 15,0 0 9-15,3 2-4 0,1 1-4 0,1-1 6 16,2-2-7-16,4 0-8 0,0-2-31 0,5 0-36 16,2 0-55-16,5-6-65 15,5 0-284-15,-5-1-533 0,1-6 236 0</inkml:trace>
  <inkml:trace contextRef="#ctx0" brushRef="#br0" timeOffset="47855.71">15364 4766 154 0,'0'0'233'0,"4"-3"-15"16,-4 3-14-16,0 0-23 0,1-4-24 0,-1 4-17 15,0 0-20-15,0 0-15 0,0 0-12 0,0 0-8 16,0 0-10-16,-10 16-7 0,2-5-5 0,-4 3-5 16,0 2-4-16,-8 3-7 0,-1 2-2 0,1 0-8 15,-1 0-1-15,1-1-2 0,-2-1-8 0,8-3 2 0,0-1-7 0,0 0-1 16,2-3 0-16,2 0-4 0,1-2 0 0,4 2-1 15,-2-6-9-15,3 0 9 0,1 1-1 0,0-3 6 16,2 2 2-16,2-1 13 0,2 0 6 0,2 0 1 16,4 0 1-16,3 2-9 0,3-1 4 0,4-2-2 15,-2 3-4-15,1-2-2 0,1 0-6 0,-1 1 2 16,2-3-5-16,-2 2-3 0,1 0 3 0,-1 2-5 0,-4-4-2 0,-3 1 0 16,-3-2-5-16,1 1 4 0,-1-1-1 15,-3-1 2-15,0 0-3 0,0 2-1 0,-1-2-1 16,-4-1-12-16,5 0-13 0,-5 0-15 0,0 0-16 15,0 0-35-15,0 0-59 0,0 0-55 0,0 0-220 16,-1-8-450-16,1 8 199 0</inkml:trace>
  <inkml:trace contextRef="#ctx0" brushRef="#br0" timeOffset="48294.43">15841 4838 98 0,'0'0'265'15,"0"0"-26"-15,1-4-16 0,-1 4-24 0,0 0-18 16,0 0-18-1,0 0-19-15,0 0-17 0,0 0-12 0,0 0-11 16,0 0-12-16,-19 5-11 0,11 2-9 0,-1 0-7 16,-1 0-8-16,2 1-10 0,-1 2 1 0,-2 2-10 0,3-2-1 15,-2 3-4-15,0-1-3 0,0 4-5 16,4-4 0-16,-1 3 1 0,0-4-3 0,2 1 2 16,3 1 0-16,1 0-4 0,1 2-1 0,1-5 0 15,1 0 4-15,5 2 2 0,-2-1 3 0,4-3 8 0,1 0 9 0,1-2-1 16,6 1 12-16,2-2 0 0,0-5 15 0,-1 0 9 15,4 0 5-15,-5-2 2 0,2-3 0 0,-1-2-3 16,-3-2 3-16,2-3-8 0,-3 1-6 0,-2-2-2 16,-1-3-2-16,-2 0-17 0,-2 0 2 0,0-1-5 15,-1 0-13-15,-5 0-4 0,-1 4-6 0,-1-2-15 16,-5-1-22-16,-4 3-27 0,-6 1-43 0,-3 2-44 0,-13 2-47 0,-2 1-65 16,-2 7-104-16,1-2-184 0,1 2-568 0,4 1 252 15</inkml:trace>
  <inkml:trace contextRef="#ctx0" brushRef="#br0" timeOffset="52904.74">11766 6689 47 0,'-10'0'183'0,"10"0"-4"0,0 0-5 0,0 0-1 16,-8 0-12-16,8 0-8 0,-4-2-7 0,4 2-12 15,0 0-4-15,0 0-6 0,0 0-8 0,0 0-11 16,0 0-7-16,0 0 0 0,-5-3-12 0,5 3-3 15,0 0-10-15,0 0-5 0,0 0-4 0,0 0-5 16,0 0-4-16,0 0-4 16,0 0-5-16,0 0 0 0,0 0-7 0,0 0-2 15,0 0-3-15,0 0-1 0,0 0-3 0,0 0 0 16,0 0 0-16,0 0 1 0,0 0-4 0,0 0 0 16,0 0-2-16,0 0 1 0,0 0-1 0,0 0-4 15,0 0 5-15,0 0-1 0,0 0-1 0,0 0 1 16,0 0 1-16,0 0-1 0,0 0 2 0,0 0-3 15,0 0 0-15,0 0-5 0,0 0-2 0,0 0-3 0,0 0 3 0,0 0-7 16,0 0 4-16,0 0 10 0,0 0-15 0,0 0 0 16,0 0-6-16,0 0 6 0,0 0-4 0,0 0-2 15,0 0 3-15,0 0-4 0,0 0 1 0,0 0 3 16,0 0-4-16,0 0-4 0,0 0 4 0,0 0-1 16,0 0-3-16,0 0 8 0,0 0-7 0,0 0-2 15,0 0 3 1,0 0-2-16,0 0 4 0,0 0-5 0,0 0 3 15,0 0-2-15,0 0 1 0,0 0-2 0,0 0 4 0,0 0-2 16,0 0-3-16,0 0 2 0,0 0 1 0,0 0 4 16,0 0-2-16,0 0 1 0,0 0-1 0,0 0-2 15,0 0 2-15,0 0 2 0,0 0-6 16,20 0 4-16,-6-2-2 0,7-1 5 0,6 0-5 0,2-1 6 16,4 2-12-16,-2-3 0 0,5 2-9 0,-3-1 5 0,0 3-1 15,-1-2 0-15,0 2-3 0,-4-2 2 0,-10 2 5 16,3 0 0-16,-9-1 22 0,1 1-2 0,-4 1 0 0,0-1 2 15,-3 0 2-15,-1 1-2 0,-5 0-4 0,8-3-4 16,-8 3-2-16,5 0-5 0,-5 0-19 16,0 0-25-16,0 0-20 0,0 0-26 0,0 0-28 15,0 0-31-15,-13-4-39 16,13 4-63-16,-7-4-169 0,4 1-457 0,3 3 202 16</inkml:trace>
  <inkml:trace contextRef="#ctx0" brushRef="#br0" timeOffset="53352.56">12623 6474 13 0,'1'-5'326'0,"-1"5"-21"16,3-3-19-16,-3 3-20 0,0 0-32 0,3-4-22 15,-3 4-24-15,0 0-24 0,0 0-21 0,0 0-28 0,0 0-24 0,0 0-16 16,0 0-7-16,0 0-6 0,-3 16-6 0,-1-6-8 16,-1 0-2-16,-1 1-5 0,-2 5-2 0,-1-2-7 15,0 1-2-15,-2 2-4 0,0-1-4 0,2-1 1 16,2-3-7-16,-1-2 1 0,3-1 3 0,1-1-2 16,0-1-2-16,3-2-2 0,-4-1 2 0,3-1 8 15,0 0 10-15,0-1 24 16,2-2 24-16,-2 6 34 0,2-6 21 0,0 0-8 15,0 0-10-15,0 0-12 0,0 0-10 0,4-16-5 16,0 11-16-16,1 0-5 0,0-2-10 16,-1 1-4-16,-3 1-3 0,3 0-16 0,0 0 1 0,1 2-3 15,-1 0-9-15,-3 1 3 0,-1 2-12 0,1-6-9 16,-1 6-4-16,7-1-11 0,-7 1 4 0,0 0-13 16,0 0-5-16,10 5-3 0,-6-1 0 0,1 0-6 0,4 1-11 15,-1 1-4-15,-2 2-16 0,4-1-18 0,-2 0-16 0,0 0-23 16,1 1-22-16,1 0-24 0,-3-1-31 15,1-1-41-15,0-3-42 0,-2 1-221 0,0-3-539 16,0-1 239-16</inkml:trace>
  <inkml:trace contextRef="#ctx0" brushRef="#br0" timeOffset="53575.17">12457 6467 73 0,'0'0'269'0,"-8"2"-3"0,6-1-2 15,2-1-18-15,-5 1-12 0,5-1-15 0,0 0-20 16,0 0-17-16,0 0-19 0,0 0-10 0,0 0-16 16,32-6-11-16,-6 1-17 0,9 2-9 0,1-2-10 15,1-2-32-15,15 0-45 0,-15 2-57 0,4 4-69 16,-4-3-78-16,-5-3-235 0,4 0-461 0,-4 1 205 15</inkml:trace>
  <inkml:trace contextRef="#ctx0" brushRef="#br0" timeOffset="54254.48">13639 6266 137 0,'0'0'250'0,"0"0"-18"0,4-2-15 0,-4 2-18 15,0 0-24-15,0 0-15 0,0 0-17 0,9 0-18 16,-9 0-21-16,0 0-13 0,0 0-24 0,0 0-2 16,-4 9-10-16,-1-4-6 0,1 0-6 0,-5 7 0 0,-4 2-5 15,-6 5-5-15,-1 3-7 0,-2-1 1 0,-2 3-3 16,-4 2 1-16,1 0-5 0,1-2-3 0,2 0-1 16,0-2-1-16,3-1-1 0,2-3-2 0,6-4-2 15,-1-1 1-15,5-4 0 0,2 1-4 0,0-5 1 16,1 0 1-16,1 0-3 0,3-1 14 0,-1-1 2 0,1 0 0 15,0-1 2 1,2-2 1-16,0 7 5 0,1-5 0 0,2 1 4 16,2 0 0-16,5 2-2 0,-2-1-2 0,2 1-2 15,4 0-5-15,-1-1-1 0,4 1 1 0,4 5-3 16,-2-5-3-16,3 1-1 0,-3 1-2 0,0-1-2 16,-6-2-3-16,4 2 1 0,-5-1 2 0,1-1-3 15,-4 1-2-15,-1-3-1 0,1 0 0 0,-4 1 2 16,1-1-1-16,-3-1 6 0,3-1 1 0,-3 3 3 0,-3-3-3 0,4 2-3 15,-4-2-5-15,7 2-12 0,-7-2-13 0,0 0-18 16,0 0-15-16,0 0-26 0,0 0-17 0,0 0-27 16,0 0-71-16,7-7-226 0,-5 5-453 0,2-2 201 15</inkml:trace>
  <inkml:trace contextRef="#ctx0" brushRef="#br0" timeOffset="54740.05">13868 6408 131 0,'1'-3'230'15,"4"-1"-11"-15,-1 2-17 0,4-1-10 0,-1 2-23 16,0-2-20-16,-1 2-17 0,3 1-6 0,1 1-19 15,-1 2-13-15,2-1-6 0,-1 5-9 0,-1 0-7 16,-2-2-7-16,2 7-6 0,-4-2-8 0,0 2-3 16,-1-1-7-16,-2 7-1 0,-4-6-6 0,1 4 1 0,-3-1-8 0,-1 1 0 15,-4 0 0-15,3 0-2 0,-5-3-3 0,1 1-2 16,1-4-3-16,2 0 0 0,0-3 3 0,1 0-1 16,0-2 1-16,3-1 5 0,-1 0 15 0,2-2 19 15,-2 2 28-15,1-1 25 0,3-3 26 0,-4 1 29 16,4-1 13-16,0 0-21 0,0 0-8 0,12-13-19 15,-3 5-19 1,5-4-10-16,1-2-10 0,6-3-12 0,0-1-6 0,1 1-9 16,-1-1-7-16,-2 1-10 0,-4 5-1 0,-5 3-4 15,-1 1-5-15,0 1-6 0,-2 2 0 0,-1 0-8 16,-2 2-4-16,-2 2-7 0,-2 1-17 0,8-5-24 16,-8 4-27-16,0 1-23 0,0 0 0 0,0 0 6 15,8 7 11-15,-8-1 3 0,0 3 10 0,0 0 6 16,0 1 1-16,0 6 8 0,1-3 0 0,2 2 14 0,1 0-5 15,3 1 6-15,2-1-26 0,1-1-17 0,8-2-31 16,0-1-50-16,-1-2-70 0,8 0-99 0,3-4-227 16,-6-3-581-16,7-2 257 0</inkml:trace>
  <inkml:trace contextRef="#ctx0" brushRef="#br0" timeOffset="55294.62">15118 6212 113 0,'0'0'248'0,"0"0"-18"0,0 0-19 0,0 0-20 16,5-2-22-16,-5 2-19 0,0 0-9 0,0 0-24 0,4-1-12 15,-4 1-20-15,0 0-11 0,0 0-7 0,-4 11-4 16,1-6-9-16,-3 4-4 0,-5 3-1 0,-3 2-8 15,-5 4-3 1,1 3-4-16,-3-1-1 0,-2-1 6 0,2 1-16 16,-2-1 0-16,4-1-4 0,6-2-2 0,-2-2-3 15,2-3 1-15,0 3-4 0,3-4-3 0,4-1 0 16,1-4 1-16,-1 2-3 0,3-2 5 0,0 0 1 16,1 0 1-16,3-1 7 0,-1 3 5 0,5-1 4 15,3 1 2-15,-1-1 2 0,4 2-2 0,5 1 0 16,3 1-5-16,-1-2-1 0,1 1-5 0,12 2 1 0,-3 0 0 0,1-1-2 15,-2 0 1-15,-2 0-3 0,0-1 5 0,-6-2-4 16,-2 0-1-16,-3-2-1 0,-4-1-4 0,2 0 2 16,-6 0 10-16,-1-1 5 0,-1-3 12 0,1 2 5 15,-1-2 5-15,-4 0-6 0,8 3-4 0,-8-3-4 16,3 0-11-16,-3 0-19 0,6 2-22 0,-6-2-47 16,0 0-81-16,0 0-86 0,0 0-248 0,0-10-515 0,0 10 228 0</inkml:trace>
  <inkml:trace contextRef="#ctx0" brushRef="#br0" timeOffset="56011.53">15552 6447 33 0,'-4'0'219'0,"-2"1"-10"0,6-1-2 0,-8 0-8 0,8 0 11 0,0 0-12 16,0 0-11-16,-9 1-12 0,9-1-10 0,0 0-2 16,0 0-15-16,0 0-6 0,0 0-4 15,0 0-5-15,-6 0-7 0,6 0-1 0,0 0-11 0,0 0-7 16,0 0 6-16,0 0-22 0,0 0-5 0,0 0-7 31,0 0-10-31,0 0-2 0,0 0-13 0,0 0 1 16,0 0-5-16,0 0-9 0,0 0 9 0,0 0-24 15,0 0 3-15,-5 1-5 0,5-1-1 0,0 0 1 16,0 0-5-16,0 0-6 0,0 0 1 0,0 0-4 16,0 0 6-16,0 0-6 0,0 0-1 0,0 0 16 15,0 0-3-15,0 0-5 0,0 0-2 0,26-5-1 16,-8 2-9-16,4 1 7 0,5-3-1 0,1 1 0 0,3 1-7 0,1 0 3 16,1-1 1-16,1-1-3 0,3 3-8 0,-2-1 7 15,-4 0-4-15,-1-1 3 0,-9 3 3 0,-2-1-4 16,-4 0 4-16,-3 0-4 0,-2 2 6 0,-4-1 9 15,3 1-2-15,-5-1 0 0,-4 1-6 0,9 0-10 16,-9 0-14-16,7-1-22 0,-7 1-15 0,4-2-26 16,-4 2-37-16,0 0-34 0,0 0-42 0,0 0-43 0,0 0-41 0,-19-4-236 15,15 2-553-15,3-2 245 0</inkml:trace>
  <inkml:trace contextRef="#ctx0" brushRef="#br0" timeOffset="56512.64">16392 6236 249 0,'5'-2'308'15,"-5"2"-21"-15,0 0-19 0,0 0-23 0,0 0-31 16,0 0-26-16,0 0-14 0,0 0-26 0,0 0-19 16,0 0-22-16,4 9-13 15,-6-6-11-15,2 2-5 0,-2 5-12 0,-1-2-6 16,-1 4-6-16,-2 2-5 0,-3 1-4 0,0 1-5 15,0 0-2-15,-5 5-5 0,0 0-3 0,4-6-2 16,-2 0-1-16,4-4-3 0,2-1 0 0,0-2-2 16,-2-1-2-16,4 0-1 0,2-3-3 0,-1-1 3 15,-1 0 5-15,3 0 42 0,1-3 34 0,-4 4 34 0,4-4 21 16,0 3 23-16,0-3-2 0,0 0-22 0,0 0-16 0,4-13-12 16,-3 6-14-16,6 2-17 0,-2-5-8 0,0 0-9 15,4 5-11-15,-3-4-5 0,-2 2-5 0,3 2-10 16,-4 0-4-16,2 0-9 0,-1 3-2 0,0-1-6 15,-1 0-1-15,-1 1-10 0,-2 2-12 0,4-2-10 16,-4 2-10-16,0 0-4 0,12 3-12 0,-5 1-16 16,0 1-15-16,2 2-25 0,1 0-34 0,-3-3-27 0,2 7-32 15,0-4-34-15,0 2-37 0,0-1-62 0,-2 0-303 0,-1-4-668 16,0 0 297-16</inkml:trace>
  <inkml:trace contextRef="#ctx0" brushRef="#br0" timeOffset="56998.21">16215 6255 168 0,'0'0'194'0,"-5"0"-5"0,5 0-4 15,0 0-8-15,0 0-6 0,-8 0-13 0,8 0-7 16,0 0-7-16,0 0-12 0,0 0-2 0,0 0-6 16,0 0-9-16,0 0-4 0,0 0-2 0,0 0-9 15,0 0-5-15,-8 0-9 0,8 0-5 0,0 0-7 16,0 0-9-16,0 0-6 0,0 0-8 0,0 0-1 16,0 0-5-16,0 0-7 15,0 0-3-15,0 0-2 0,0 0-3 0,0 0 1 16,0 0-6-16,0 0-3 0,0 0 5 0,0 0-2 15,0 0-1-15,0 0 2 0,0 0-1 0,0 0-3 16,0 0 4-16,0 0-2 0,0 0 1 0,0 0-1 16,0 0-2-16,0 0 2 0,0 0 5 0,0 0-3 15,0 0-1-15,0 0-4 0,0 0-2 0,30-2-3 16,-12-2 2-16,1 4-4 0,2-3-2 0,2 3-3 0,6 0 1 0,2-3-1 16,-1 2-1-16,1-3-2 0,-2 3-3 0,1 1-1 15,-10 0 1-15,-2 1 3 0,-4-1-2 16,-2-1 3-16,-1 2 7 0,-5-2-15 0,1 1 5 0,-2-1-1 15,-5 1 2-15,8 0-5 0,-8 0-8 0,9 0-15 16,-9 0-22-16,0 0-25 0,6 0-20 0,-6 0-21 16,0 0-28-1,0 0-40-15,0 0-36 0,0 0-65 0,0 0-151 16,0 0-467-16,0 0 207 0</inkml:trace>
  <inkml:trace contextRef="#ctx0" brushRef="#br0" timeOffset="57330.18">16868 6217 69 0,'0'0'349'0,"0"0"-38"0,5 0-27 0,-5 0-31 16,0 0-27-16,0 0-24 0,0 0-30 0,0 0-21 15,0 0-19-15,0 7-17 0,0 0-15 0,-5 1-9 16,1 2-12-16,-6 5-1 0,-5 10-9 0,-3-2-9 0,0 3-8 0,-4 1-3 15,1 0-5-15,1-1-4 0,1 1-4 0,3-1-2 16,-1-3-3-16,-1-2-6 0,9-7-1 0,0 1-1 16,-1-1-3-16,2-4-3 0,1 0 3 0,1-1-3 15,3-3-3-15,0 0-1 0,-1-2-1 0,2 2 1 16,-1-4 0-16,1 2-1 0,2-4 1 0,-3 5 2 16,2-3-2-16,1-2-1 15,0 0-13-15,-3 5-12 0,3-5-17 0,-1 2-22 16,1-2-25-16,0 0-35 0,0 0-34 0,0 0-70 15,0 0-227-15,0 0-480 0,0-10 213 0</inkml:trace>
  <inkml:trace contextRef="#ctx0" brushRef="#br0" timeOffset="57662.14">16992 6452 36 0,'4'2'248'0,"0"1"-3"0,1-1-20 16,0 1-15-16,3 2-13 0,-3-1-10 16,0 3-11-16,-1 1-16 15,-2 0-13-15,2 1-9 0,-1 1-12 0,-1-1-8 0,1 3-12 16,-6-1-12-16,1 2-8 0,-1-1-9 16,1 0-4-16,-6 1-9 0,3-1 1 0,0 0-8 15,-3-3-5-15,2 1-3 0,-1-2-1 0,1-1 0 16,1 0-5-16,0-2-7 0,1 0 0 0,0-3-2 15,-1 2 0-15,4-1-3 0,-3 0 20 0,4-3 21 0,-3 2 12 16,3-2 7-16,0 0 14 0,0 0 3 0,0 0-6 0,12 5-15 16,-1-6-7-16,8 0-4 0,4 0-17 0,9-1-2 15,-2 0-16-15,4-1-48 0,-2 0-39 0,3 3-41 16,-6-1-48-16,0 1-61 0,2 0-76 0,-11 1-314 16,-3 2-636-16,-2-3 282 0</inkml:trace>
  <inkml:trace contextRef="#ctx0" brushRef="#br0" timeOffset="62194.01">4458 10188 122 0,'-3'-6'204'0,"2"0"-22"0,-2 1-15 15,1 0-25-15,-3 0-6 0,1 1-14 0,-1-1-16 16,0 0-13-16,-2 2-7 0,2 1-8 0,-5-1-8 16,1 2-10-16,0 1-8 0,-2 0-6 0,-1 0-4 15,-1 4-4-15,2-2-5 0,-2 4-2 0,-5 1-5 16,4 2-6-16,0-1-3 0,0 2-2 0,1 1 1 15,0 1-3-15,1 0-5 0,4-2 4 0,0 2-4 0,3-4 9 0,0 4-23 16,-1-1-8-16,5-2 0 0,-1 0 2 0,2-2 1 16,0 0 6-16,3-1-1 0,2-2 2 0,-1-1 12 15,3 1 3-15,0-4 5 0,4 2 4 0,2-4 3 16,-1-3 15-16,4-2 8 0,-2-3 7 0,0 1-2 16,2-2 0-16,-5-1-1 0,2-2 1 0,-4 0-4 15,5-1 10-15,-9 5 7 0,3-1 2 0,-2 1 3 0,0 1 3 16,-2 3 7-16,-1 0 2 0,1 0-4 0,-3 1-13 0,2 1-3 15,-2 2-21-15,-1 2-11 0,2-5-20 0,-2 5-29 16,3-3-37-16,-3 3-8 0,0 0 3 0,0 13 5 16,-3-2 4-16,1 7 10 0,-2 9-2 15,0 2 5-15,-2 4 5 0,2 0 9 0,-5 16-1 16,0-1-1-16,6-1 3 16,0-12 3-16,-1 11 5 0,1-10 2 0,2 14-1 15,-2-3 7-15,1-1 1 0,2-10-1 0,0-2 1 16,2 0 3-16,1 0-5 0,-3-2 7 0,1 0 2 15,-1-3 2-15,-1-1-2 0,-2-9 0 0,1 0 0 16,1-2-1-16,-2-2 0 0,-1-2 4 0,2-3 16 16,-1-1-2-16,-1-1 3 0,0 1 4 0,2-4 6 15,-3 0 12-15,1-1 8 0,0 1 6 0,-1-3 1 0,-3-1 4 0,3 1 4 16,5-2 1-16,-16-3 7 0,6 1 5 0,0-3 11 16,3 0-1-16,-1-4 7 0,0-1-3 0,1-6-9 15,0-4-7-15,3-5-6 0,2-4-13 0,3-1-5 16,4-4-9-16,7-15-5 0,1 3-6 0,4 2-11 15,4 1 4-15,-2 13-1 0,9-10-3 0,-5 11-2 16,-2 3 4-16,2 1 3 16,-2 5 1-16,0-1-10 0,1 1 7 0,-6 8-4 15,-3-2 1-15,-3 4 1 0,3 3 4 0,-8-1 5 16,0 3-6-16,0 1 2 0,-1 0-1 0,1 1-10 16,-1 1-12-16,-3-1-23 0,3 0-27 0,-4 3-38 15,4-2-39-15,-4 2-24 0,0 0 2 0,0 0-7 16,0 0-23-16,0 12-40 0,0-9-33 0,-4 1-239 15,4 1-526-15,0-5 232 0</inkml:trace>
  <inkml:trace contextRef="#ctx0" brushRef="#br0" timeOffset="62695.2">4942 10300 118 0,'4'-3'155'15,"1"2"-14"-15,-5 1-12 0,9 0-18 0,-9 0-19 16,10 1 1-16,-2 1-9 0,-3 1-5 0,-1 2-8 15,1 5-4-15,0-1-8 0,0 3-4 0,-2 1-6 16,-2-2-1-16,-1 6-14 0,0 0 0 0,-4 1 2 16,-1 1-6-16,-2-2-1 0,0 1-6 0,1 2 3 15,-1-6-9-15,2-2 4 0,-4-2-1 0,4-1 17 0,1 0 7 0,0-3 20 16,3-3 22-16,-1 3 21 0,0-2 19 0,1-2 21 16,1-2 25-16,-3 4 19 0,3-4 28 0,0 0-34 15,0 0-18-15,0 0-17 0,12-17-11 0,-6 9-19 16,2-3-10-16,6-2-17 0,-2-2-2 0,-1 1-7 15,3-2-16-15,-2 3-7 0,0 2-10 0,-1 2-3 16,-4 1-13-16,0 1 0 16,-2 2 0-16,0 0-13 0,0 2-6 0,-2 1-11 15,1-1-21-15,-4 3-17 0,4-3-14 0,-4 3-2 16,0 0 2-16,0 0-8 0,11 7-4 0,-7 0 4 16,-2-2 6-16,2 4 3 0,0 1 5 0,2-1-5 15,-6 4-14-15,4-4-18 0,1 3-23 0,-5 1-30 16,3-1-42-16,-1 0-32 0,0-3-51 0,-2-1-208 15,2-2-503-15,-2-2 223 0</inkml:trace>
  <inkml:trace contextRef="#ctx0" brushRef="#br0" timeOffset="62926.93">5228 10254 249 0,'2'-3'228'0,"-1"1"-27"0,-1 2-22 0,4-4-19 16,-4 4-18-16,0 0-9 0,10 8-9 0,-2-1-13 16,-1 1-8-16,1 3-7 0,2 7-11 0,-1-1-6 15,-1 5-5-15,2 2-6 0,-5 5-5 0,-1-4-3 0,-3 5-8 16,-1-1-2-16,-2 0-4 0,-2 0 0 16,-4 0-8-16,-1-4 0 0,-4 2-4 0,0-3-11 0,-2 0-19 0,-5-3-22 15,1-1-34-15,-4-3-54 0,2-6-79 0,-3 1-170 16,-3-6-383-16,5-1 170 0</inkml:trace>
  <inkml:trace contextRef="#ctx0" brushRef="#br0" timeOffset="63274.51">4966 10142 109 0,'-11'1'175'0,"2"0"-18"0,-5 5-11 0,-3 3-16 0,2 0-13 16,-6 8-10-16,1 3-19 0,-2 2-6 0,4 4-2 15,-2 3-9-15,0 0-7 0,3 3-5 0,2 1-6 0,-1-1-2 16,7-1-7-16,3-1-3 0,2-4 16 0,3 1-2 16,1-6 3-16,5 4-6 0,1-6 7 0,6-1-4 15,3 3 0-15,7-4-7 0,6-3-24 0,3-2-36 16,1-2-59-16,6-3-87 0,0-4-142 0,2 1-324 16,1-5 144-16</inkml:trace>
  <inkml:trace contextRef="#ctx0" brushRef="#br0" timeOffset="63744.32">5902 10414 219 0,'0'0'245'0,"0"0"-6"0,0 0-4 15,-7-1-3-15,7 1-12 0,0 0-3 0,0 0-17 16,0 0-10-16,0 0-18 0,0 0-13 15,0 0-11-15,0 0-17 0,0 0-12 0,0 0-11 0,0 0-14 0,17-5-11 16,-5 2-25-16,1 2-22 0,4-4-45 0,2 2-39 16,2 1-41-16,1 1-54 0,4-2-46 0,-4 2-250 15,-5-3-473-15,2 1 210 0</inkml:trace>
  <inkml:trace contextRef="#ctx0" brushRef="#br0" timeOffset="63897.93">6000 10519 40 0,'-9'5'185'0,"5"-2"-2"0,1-1-9 16,0 1 1-16,0 0-1 0,3-3-13 0,-5 5-12 15,5-5-14-15,0 0-5 0,17 3-19 0,-3-4-36 16,9 2-67-16,9-5-93 0,1-3-185 0,-1 1-291 16,-3-2 129-16</inkml:trace>
  <inkml:trace contextRef="#ctx0" brushRef="#br0" timeOffset="65748.88">7370 9196 42 0,'0'0'126'0,"0"-7"1"0,1 4 4 0,2 0 0 15,-2-1 3-15,-1 4-4 0,0-4-6 0,0 4-2 0,3-3-2 16,-3 3-5-16,0-3-8 0,0 3-7 0,0 0-10 16,0 0-6-16,0 0-12 0,0-5-2 0,0 5-9 0,0 0-5 15,0 0-5-15,0 0-2 0,0 0-5 0,1-4-3 0,-1 4-3 16,0 0-5-16,0 0-2 0,0 0-3 0,0 0 0 15,0 0-5-15,0 0-3 0,0 0-3 16,0 0 0-16,0 0-3 0,0 0-1 0,0 0-1 0,0 0-1 16,0 0 1-16,0 0-3 0,0 0-1 0,0 0 1 15,0 0-1 1,0 0-2-16,0 0 1 0,0 0-3 0,0 0 2 16,0 0-1-16,0 0-2 0,0 0-1 0,0 0 2 0,0 0-1 15,0 0 0-15,0 0 2 0,0 0-3 0,0 0 8 16,0 0 0-16,0 0 5 0,0 0 3 15,0 0 0-15,0 0 7 0,0 0 0 0,0 0 6 16,0 0-7-16,0 0 5 0,0 0 3 0,0 0-4 0,0 0-1 16,0 0 2-16,0 0-3 0,0 0 1 0,0 0-1 0,0 0-1 15,0 0 1-15,0 0 1 0,0 0 0 0,0 0 3 16,0 0 0-16,-4-5 0 0,4 5-1 0,0 0 1 0,0 0-4 16,0 0-6-16,0 0 0 0,0 0-5 0,0 0 0 15,0 0-4-15,0 0-7 0,0 0-11 16,0 0-11-16,0 0-13 0,0 0-14 0,0 0-22 0,0 0-8 15,0 0 9 1,0 14 9-16,0-7 2 0,0 3 7 0,-4 3 6 16,2 3 2-16,-1 11 4 0,-3 1-3 0,-2 5 5 15,-1 14 1-15,0 2 3 0,-5 0 2 0,3 4 6 0,-1-2-7 16,2 2 13-16,0 1 2 0,-3 1-2 0,5-2 4 16,-3 0-2-16,1 5 6 0,-1 0-3 15,0-1 4-15,-1-1 3 0,2 1-9 0,-4-2 14 16,3-2-2-16,-5 0-2 0,1-4 1 0,-3-1 7 0,1-2-6 0,0-1 3 15,-3-2 4-15,5-12 4 0,1 1-3 0,-4-1 3 16,1-1 1-16,1 0-5 0,-2-6 5 0,5 0 0 16,2-6-1-16,-1-4-1 0,3 1 3 0,4-5-3 15,0 0 7-15,-3-3 10 0,6-2 19 0,-1 0 25 16,2 0 18-16,-3-1 13 0,2-3 5 0,2-1-15 16,0 0-24-16,0 0-13 0,10-10-6 0,-3 4-4 0,5-1-7 0,-3 0-5 15,6-3-7-15,1-1-2 0,-1 0-1 0,2 4-3 16,-5 0-5-16,1 2-4 0,4-1-5 0,-6 0-2 15,1 3-6-15,0 0-8 0,0 2-6 0,-2 2-10 16,-1 2-5-16,0 0-4 0,0 6 3 0,0 3 5 16,-3 3-5-16,2 4 5 0,-4 8 3 0,0 2 2 15,-4 4-2-15,2 14 8 16,-4 1-2-16,-3 2 2 0,-2 1 2 0,1 1 1 16,-2-3-1-16,-2 1 2 0,1 0 1 0,0-2-3 15,-2 2 1-15,-2 2 1 0,2 0 3 0,-3 1 1 16,3 2 1-16,-2-1 1 0,2 2-2 0,-3 1 5 15,1 0 1-15,0 0 0 0,-2-1 3 0,1-3-8 16,-3 3 8-16,0 1-3 0,2-3 6 0,1 7-2 16,-12 17-2-16,10-21-2 0,-3 2 4 0,-8 16 0 0,9-21-1 0,3 1-2 15,-6 0-1-15,2 1 0 0,1-1-1 0,3-6 8 16,-2 2 1-16,3-1 4 0,1 2-2 0,-2 3 3 16,5-2-2-16,1-1 3 0,3 2 2 0,2-2-4 15,2-1-6-15,4 0 1 0,2 1 1 0,6-4 3 16,0-2 1-16,8-2 2 0,-3-11-4 0,17 6 4 15,0-1-4-15,10-3 0 16,3-4 0-16,15-3-7 0,27 2-16 0,4-5-30 16,11-11-48-16,5-10-70 0,13-5-285 15,8-15-486-15,10-4 215 0</inkml:trace>
  <inkml:trace contextRef="#ctx0" brushRef="#br0" timeOffset="67221.07">9148 9353 125 0,'0'-3'224'0,"0"3"-18"0,7-7-17 0,-4 5-20 16,-1 0-19-16,-2 2-14 15,9-3-18-15,-5 1-11 0,1 0-13 0,-5 2-9 16,13 0-13-16,-5 2-10 0,-3 0-1 0,3 3-6 15,2 1-5-15,-3 3-7 0,-3-1-7 0,3 4-6 16,0 2-2-16,-4 3-1 0,-1 2-2 0,0 2-4 16,-4-2-1-16,-2 1-2 0,0 4-2 0,-2-4 1 15,-3 2 0-15,3-4-3 0,-3-1 1 0,-1 0 2 16,-1-2 4-16,4-6 1 0,-1 0-1 0,3 0 0 0,1-2-1 0,0-2 0 16,0-2 4-16,2 1 21 0,-1-1 17 0,1 0 31 15,2-3 24-15,-4 5 21 0,4-5 24 0,0 0 23 16,0 0-15-16,0 0-24 0,0 0-11 0,14-15-14 15,-5 7-12-15,4-8-14 0,2-2-4 0,3-2-13 16,0-3-10-16,1 2-2 0,0 1 0 0,-6 5-14 16,0 1-13-16,-4 2 9 0,-3 4-16 0,2 1-1 0,-4 0 0 0,0 4-6 15,-1-1-11-15,1 0-6 0,0 0-3 0,-1 2-38 16,-3 2-30-16,0 0-3 0,0 0 5 0,5 9 8 16,-4-1 1-16,-2 3 7 0,1 0 6 0,0 5 4 15,1 1 16-15,3 0-10 0,0 3-10 0,3-2-5 16,1 0-12-16,1-2-11 0,11 4-31 0,2-3-54 15,4-2-66-15,7-2-110 16,5-7-195-16,2-3-564 0,12-1 250 0</inkml:trace>
  <inkml:trace contextRef="#ctx0" brushRef="#br0" timeOffset="68239">11636 9145 138 0,'2'-3'225'0,"-2"3"-6"0,0 0-12 16,1-5-9-16,-1 5-6 15,3-2-6-15,-3 2-11 0,0 0-11 0,0 0-9 16,2-4-12-16,-2 4-11 0,0 0-12 0,0 0-9 15,0 0-12-15,0 0-14 0,-1-6-13 0,1 6-7 16,0 0-12-16,0 0-12 0,0 0-6 0,-9 10-1 16,0-5-6-16,-4 7-2 0,-1-4-3 0,1 6-1 15,0-2-6-15,-2 3 2 0,-2 4-15 0,2 4-4 16,-1-5 1-16,3 2 1 0,2-4-2 0,0 1-2 0,2-2 3 0,2 2 1 16,-1 0-2-16,3-2 0 0,1-3-1 0,0 1 4 15,3-1-1-15,-2-1-1 0,3-1 2 0,3 2 6 16,-2-3-2-16,3 0 3 0,1-3 0 0,3 1 8 15,2-2 2-15,0-1 0 0,2-3-1 0,2 1 2 16,-1-2 12-16,1-2 5 0,-3-1 13 0,6-2 11 16,-4-4-6-16,1 3 6 15,0-6 0-15,-3-2-4 0,5 0-10 0,-5-1 1 16,-1 1 0-16,3-10-5 0,-4 7-10 0,-5-3-1 16,2 3-1-16,-2 0-3 0,-4-3-6 0,0 3 11 15,0 1-4-15,0-1-12 0,-2 8 1 0,0-1-6 16,-3 0-5-16,4 4-9 0,-3 0-12 0,0 1-16 15,-1 0-22-15,0 0-13 0,1 3-24 0,-5 2-25 16,4 0-26-16,5 0-36 0,-15 2-27 0,10 1-39 0,-3 1-233 16,3-1-512-16,1-1 227 0</inkml:trace>
  <inkml:trace contextRef="#ctx0" brushRef="#br0" timeOffset="68708.95">12387 9010 162 0,'0'0'261'0,"4"-2"-17"0,-4 2-19 16,0 0-19-16,0 0-21 0,5-1-21 0,-5 1-21 15,0 0-22-15,0 0-15 0,0 0-12 0,0 0-9 16,-17 14-9-16,3-5-8 0,0 2-6 0,-4 1-6 16,-10 6-8-16,6 1-3 0,-6 0-11 0,3 0 2 15,-1 0-4-15,1 1-2 0,-1-1-1 0,7-1-6 16,-2-1-2-16,7-3 0 0,0 2-8 0,1-2 4 0,1-1 0 0,4-4-5 16,2 1-2-16,-1-4 2 0,1 1-1 0,2 0 0 15,1-2 2-15,2 4-3 0,1-4 1 0,3 1 1 16,1 0 1-16,4 0-3 0,3 1 3 0,2 3-5 15,3-3-2-15,3 4 0 0,4-1-1 0,4 2-1 16,0-2 0-16,0 4-1 0,1-1 0 0,-1 0-1 16,-2-2 1-16,-2 3-4 15,-4-4 3-15,2 0 1 0,-6-1-3 0,-1-2 2 16,-2-1-1-16,-2-2-1 0,-2 2 0 0,-2-2 1 16,-1-2 2-16,0 1 15 0,1-1 10 0,-4 0 4 15,4-1 4-15,-3 2 0 0,-3-3 3 0,4 4-5 16,-4-4-4-16,0 0-9 0,4 1-5 0,-4-1-12 15,0 0-13-15,0 0-18 0,0 0-48 0,0 0-59 16,0 0-55-16,1-11-258 0,-1 5-483 0,2 0 215 0</inkml:trace>
  <inkml:trace contextRef="#ctx0" brushRef="#br0" timeOffset="69225.62">12849 9138 45 0,'0'0'168'0,"0"0"-16"0,10 2-16 0,-7 1-12 15,0-1-13-15,-1 2 1 0,2 0-16 0,-3 1 5 16,3 6-17-16,-1-4-8 0,-2 6-1 0,0 2-5 0,-1-1-10 16,-1 0-5-16,0 3-3 0,-2-1-11 0,-3 2 3 15,1-1-6-15,-2 0-1 0,0-1-3 16,-1-2 0-16,3-2-3 0,0-1-1 0,1-1-1 0,-5-2 5 0,6-2-5 16,0-1 11-16,0 1 15 0,-1-2 26 0,4-2 25 15,-2 2 22-15,-1-1 22 0,3-3 16 0,0 0 28 16,-4 2 19-16,4-2-33 0,0 0-21 0,9-13-21 15,0 5-9-15,4-4-12 0,0-2-15 0,0 0-7 16,6-3-12-16,0-4-10 0,-1 2-10 0,-3 3-1 16,3-2-1-16,-4 3-2 15,-5 5-14-15,-3 3-6 0,3-1-1 0,-5 3-6 16,1 2-9-16,-1 1-11 0,0-2-19 0,-3 0-19 16,3 3-20-16,-4 1-20 0,0 0 4 0,0 0 5 15,6 9 1-15,-6-1 10 0,0 2-1 0,-1 3 11 16,2 3-1-16,2 1 7 0,-2 3 6 0,7 2-7 15,1-4-16-15,5 5-24 0,0-1-34 0,8-3-59 16,1-2-80-16,-5-7-313 0,10-3-603 0,2-2 267 0</inkml:trace>
  <inkml:trace contextRef="#ctx0" brushRef="#br0" timeOffset="69973.98">13821 8966 171 0,'3'-1'196'0,"-3"1"-20"15,0 0-17-15,5-1-21 0,-5 1-15 0,0 0-17 0,0 0-10 16,0 0-13-16,0 0-1 0,-6 14-9 0,-2-6-4 0,-2 6-7 16,-2 2 0-16,-7 4-9 0,-2 4-4 0,-2 1-10 15,1-1 3-15,-2 2-4 0,-2 1-8 0,2-1 1 16,1-4 0-16,4 0-6 0,2-2-5 0,3-6 2 16,4 1-2-16,1-8-2 0,1 3 0 0,2-3 5 15,1-2 13-15,2 1 0 0,-1-1 4 0,2-1 7 16,2 3-1-1,1-3 9-15,0 2 3 0,5-1-4 0,0 1-4 16,4-1 1-16,3 1-4 0,5 2-7 0,3 0-2 16,8 1-5-16,1 1-5 0,1 1-1 0,0-3 1 0,0 2-1 15,0 0-1-15,-1 2-5 0,-1-4 0 0,-6 3 0 16,-1-4 5-16,-6 1 0 0,0-3-4 16,-5 0 1-16,1-1-1 0,-6-1-2 0,1-1 12 15,0 1 7-15,-3-3-6 0,-2 2 2 0,-2-2 4 0,8 2 1 0,-8-2 3 16,3 1-19-16,-3-1-7 0,0 0-6 0,0 0-37 15,0 0-45-15,0 0-43 0,5-5-46 0,-5 0-50 16,1 2-250-16,-1-4-497 0,2 0 219 0</inkml:trace>
  <inkml:trace contextRef="#ctx0" brushRef="#br0" timeOffset="70412.69">14490 9128 331 0,'1'-3'339'0,"-1"3"-24"0,3-6-25 16,-3 2-25-16,0 4-30 0,5-1-25 0,-5 1-22 15,0 0-22-15,0 0-19 0,1-4-16 0,-1 4-22 16,0 0-14-16,0 0-11 0,-4 11-9 0,2-1-5 15,-2-4-6-15,-1 6-8 0,-3 1-4 0,-1 2-4 16,-1 1-5-16,-3 6-7 0,1-7 2 0,0-1 0 0,2-2-11 0,0-3-2 16,3-1-2-16,1 0-1 0,1-4-2 0,1-1 2 15,0 1 0-15,-1-1 12 0,3 1 30 0,2-4 36 16,-3 3 21-16,3-3 27 0,-3 1 9 0,3-1-14 16,0 0-13-16,0 0-18 0,6-13-8 0,0 8-11 15,-1 1-9-15,1-6-10 0,1 4-5 0,0-2-15 16,1 4-4-16,-3 0-4 15,0-1-10-15,-1 3-5 0,1-2-6 0,0 1-4 16,2 0 5-16,-4 1-18 0,3 0 1 0,-6 2-7 16,11 3-13-16,-1-2-6 0,-2 2-11 0,1 1-2 15,2 1-15-15,1 0-13 0,-3 2-36 0,1 1-24 16,-1-3-41-16,0 4-27 0,0-2-28 0,1 2-34 16,-2-3-55-16,-3-2-30 0,0 0-248 0,-2 0-629 15,2-2 279-15</inkml:trace>
  <inkml:trace contextRef="#ctx0" brushRef="#br0" timeOffset="70591.03">14443 9078 78 0,'-3'-3'272'0,"-1"1"-11"0,1-2-5 0,3 4-13 0,-5-1-19 0,5 1-20 16,-2-4-20-16,2 4-21 0,0 0-17 0,12-3-17 15,-1 5-6-15,6-2-15 0,3 2-16 0,11-2-31 16,-3 0-34-16,3 0-40 0,-1 0-44 0,-1 3-43 15,2-3-46-15,0-3-231 0,-3 2-406 0,-6-3 180 16</inkml:trace>
  <inkml:trace contextRef="#ctx0" brushRef="#br0" timeOffset="70860.52">15024 8956 64 0,'3'-4'302'0,"-1"1"-10"0,-2 3-8 16,4-2-13-16,-1-2-24 0,-3 4-20 15,4-3-25-15,-4 3-25 0,0 0-22 0,3-3-20 16,-3 3-34-16,0 0-10 0,0 0-10 0,-3 14-12 0,-2-1 8 0,-3 1-21 16,-5 8-10-16,-5 2-4 0,2 3-2 0,-4 2-2 15,1 1 6-15,-9 9-15 0,7-9 2 0,1 0-7 16,2-3-2-16,3-2 1 0,0-1-6 0,4-6 0 0,4-2-1 16,-2-1-1-16,4-6-4 0,-3 1 0 15,4-2-1-15,2-4 2 0,0 3 0 0,0-2-1 16,-1-1 5-16,3 0-2 15,0-4-3-15,-1 4 5 0,1-4 0 0,0 0-6 16,-1 5-9-16,1-5-28 0,0 0-39 0,0 0-54 16,0 0-58-16,11-12-69 0,-4 6-211 0,-1-2-497 15,5-1 220-15</inkml:trace>
  <inkml:trace contextRef="#ctx0" brushRef="#br0" timeOffset="71145.62">15097 9193 31 0,'0'0'292'16,"6"-1"-31"-16,-6 1-24 0,5-1-22 0,-5 1-21 16,8 0-17-16,-8 0-19 0,9 2-10 0,-5-1-12 15,2 6-13-15,-1-2-9 0,3 2-4 0,0 1-10 16,-3 2-6-16,-4-1-7 16,4 0-7-16,-1 3-8 0,-1 0-5 0,-3 0-7 15,-3 6-5-15,-1-2 0 0,-3-6-6 0,-1 5-1 16,4-3-4-16,-4-3-6 0,5 1 0 0,-5-3-11 15,4 1 2-15,0-1-5 0,1-2 0 0,1 0 0 16,0-1-4-16,0 0 9 0,2-4 9 0,2 5 10 16,4-2 9-16,-1 0 7 0,9-1-10 0,7 2-1 15,8-3-7-15,8 1-5 0,-2-2-12 0,0-2-28 0,5 1-49 0,-4 1-59 16,-3 1-70-16,4-1-90 0,-8 0-249 0,-7-1-558 16,-1 1 247-16</inkml:trace>
  <inkml:trace contextRef="#ctx0" brushRef="#br0" timeOffset="72717.88">8861 10732 256 0,'0'-3'236'0,"0"3"-22"0,0 0-22 16,3-2-21-16,-3 2-23 0,0 0-23 0,0 0-19 15,0 0-14-15,0 0-12 0,-4 14-6 0,1-8-11 16,2 8-4-16,-8 1-8 0,4 2-6 0,-4 9-9 16,-4-2-2-16,3 1-3 0,-5 4-1 0,0 0-7 15,0-3 6-15,0 0-4 0,0-1-6 0,1-5-1 16,5-4 0-16,1-5-1 16,4-1-5-16,-2-3 6 0,2 1 18 15,-1-4 22-15,4 0 22 0,-2 1 29 0,2 0 33 16,1-2 27-16,0-3 30 0,0 0-9 0,0 0-22 0,0 0-8 15,5-18-30-15,0 7-8 0,5-5-19 0,-1 0-13 16,0 0-3-16,5-4-8 0,-4 3-15 0,2 2-4 16,-3 1-6-16,-1 4-6 0,-2 3-3 0,-1 1-14 15,-1 2-4-15,1 0-11 0,0 0-15 0,0 3-20 0,-2-2-15 16,-3 3-6-16,0 0-2 0,11 5-1 0,-6 0 0 16,3 4 5-16,-3-2-5 0,3 5 0 0,-2 1 9 15,3 3-5-15,-1-2-17 0,-2 1-30 0,2 2-24 0,1-3-32 16,-5-4-41-16,1 3-29 0,0-2-45 0,-2-5-248 15,-1 1-546-15,3-5 242 0</inkml:trace>
  <inkml:trace contextRef="#ctx0" brushRef="#br0" timeOffset="73065.45">8649 10877 47 0,'-8'1'222'0,"8"-1"-10"0,-10 0-9 0,10 0-7 15,-5 0-9-15,5 0-13 0,0 0-8 0,0 0-14 16,-8 0-15-16,8 0-9 0,0 0-7 0,0 0-11 16,0 0-10-16,0 0-6 0,0 0-7 0,0 0-13 15,0 0-4-15,0 0-10 0,0 0-4 0,0 0-7 0,26-7 1 0,-13 4-12 16,2 2-7-16,7-2 0 0,9 0-6 0,4 0 8 15,2-2-5-15,0 0 1 0,17-1 0 0,-17 3-6 16,0 0 2-16,-3-1-2 0,0 0-1 0,0 3-7 16,-2-2 1-16,-10 3-1 0,0-5-5 0,-2 5-9 15,-2-4-7-15,-5 3-5 0,-3-1-4 0,-2 1-13 16,-2 0-10-16,-2 1-12 16,0-3-17-16,-4 3-21 0,0 0-19 0,0 0-27 15,0 0-27-15,0 0-53 0,0 0-148 0,-28 3-392 16,21-2 173-16</inkml:trace>
  <inkml:trace contextRef="#ctx0" brushRef="#br0" timeOffset="73419.55">9473 11003 80 0,'0'0'215'0,"-5"3"-6"0,5-3 0 0,0 0-9 15,0 0-10-15,-4 2-15 0,4-2-13 0,0 0-17 16,0 0-13-16,0 0-13 0,0 0-10 0,18-3-11 15,-5 3-7-15,-3-2-11 0,7 2-14 0,2-4-4 0,4 2-6 0,-1 0-5 16,-2 1-6-16,-1 0-4 0,2-2-4 0,-4-1-4 16,0 4-1-16,-4-1 0 0,-1 1-5 0,-1-3-6 15,-6 3-6-15,0 0 3 0,-5 0-2 0,12-1-5 16,-10-1-4-16,-2 2-15 0,7-1-9 0,-7 1-13 16,0 0-33-16,0 0-41 0,0 0-40 0,0 0-42 15,0 0-186-15,0 0-403 0,-17-2 178 0</inkml:trace>
  <inkml:trace contextRef="#ctx0" brushRef="#br0" timeOffset="73936.23">9978 10829 16 0,'8'-2'214'0,"1"-1"-17"0,2 1-11 15,-1 2-22-15,-1 0-16 0,3-3-15 0,-1 6-16 0,1-3-12 0,-1 4-8 16,0-1-3-16,-2 4-14 0,-1 0-8 0,1-1-5 16,-1 5-5-16,-3-3-11 0,4 3-2 15,-8 1-3-15,3-3-4 0,-6 5-9 0,0 2 0 16,-2 1-1-16,-3 0-3 0,-1 0-5 0,1-1-1 0,-4 1-7 15,-1-2 7-15,1 0-2 0,0-2 0 0,2-6-2 16,1 2 6 0,2-1 3-16,0-3 3 0,2 2 14 0,1-4 19 15,-2 1 24-15,5-1 21 0,-3 1 22 0,2-1 12 16,1-3 32-16,0 0-11 0,0 0-24 0,0 0-2 16,17-17-20-16,-3 7-8 0,1-5-13 0,7-3-7 15,-2-2-11-15,4 2-15 0,-2-2 2 0,4 0-13 16,-6 0-2-16,-3 8-9 0,0 1 3 0,-6 0-5 15,-1 4-11-15,-2 2-1 0,-3-1 5 0,0 3-5 0,-1 2-1 0,1-2-6 16,-4 0-33-16,3 2-12 0,-4 1-25 0,4-4-20 16,-4 4-5-16,0 0 10 0,0 0 4 0,-1 14 3 15,1-5 9-15,-2 1 4 0,0 2 4 0,2 6 7 16,1 1 3-16,2 0 3 0,3 0-1 0,2 1-6 16,8 1-29-16,4-3-35 0,5-2-64 0,10-3-107 15,2-5-270-15,1-4-583 16,14-4 258-16</inkml:trace>
  <inkml:trace contextRef="#ctx0" brushRef="#br0" timeOffset="74784.75">12093 10667 248 0,'6'-5'270'15,"-5"3"-15"-15,2-3-8 0,1 2-15 0,-4 3-17 16,2-5-14-16,1 2-19 0,-3 3-14 0,4-4-18 16,-4 4-17-16,0 0-16 0,0 0-12 0,1-1-17 0,-1 1-25 0,0 0-13 15,0 0-8-15,0 0-10 0,0 11-6 0,-1-4-5 16,-3 1-2-16,0 1-1 0,-4 9-4 0,1-3 1 15,-2 2 2-15,-3 6-6 0,1-6 3 0,2 0-3 16,-1 0 2-16,2-3-2 0,0-2-1 0,3-4-3 16,1 0 2-16,2-3 3 0,-2 1 1 0,3-1 17 15,-2-1 16-15,0-1 25 0,1-1 30 0,2-2 41 0,0 0 21 0,-2 3 20 16,2-3 10-16,0 0-8 0,0 0-18 0,0 0-20 16,7-10-13-16,-2 3-14 0,2 0-15 0,-1-1-10 15,1 3-12-15,1-2-10 0,-2 2-11 0,0-2-4 16,0 5-17-16,0-3 2 0,1 3-8 0,-2 0-15 15,-1-2-17-15,1 3-17 0,3 1-6 0,-8 0-8 16,15 4-11-16,-10-2-4 16,8 3-5-16,-4-1-18 0,0 4-18 0,3-1-20 15,0 1-20-15,1 0-29 0,-2 0-36 0,0 2-37 16,-3-2-39-16,3 2-38 0,-3-5-303 0,-3 5-656 16,0-6 291-16</inkml:trace>
  <inkml:trace contextRef="#ctx0" brushRef="#br0" timeOffset="74969.61">12067 10683 242 0,'0'0'275'0,"-7"-2"-12"0,7 2-19 0,-3-3-10 16,3 3-13-16,-2-4-18 0,2 4-17 0,0 0-21 15,12-2-16 1,-3-1-8-16,4 3-18 0,7-2-13 0,7-4-11 15,4 5-10-15,-3-2-9 0,1 1-41 0,0 2-39 0,-1 2-57 16,-8-4-65-16,11 0-72 0,-12 0-221 0,-1-1-451 16,0 3 200-16</inkml:trace>
  <inkml:trace contextRef="#ctx0" brushRef="#br0" timeOffset="75270.32">12598 10594 49 0,'0'0'305'0,"0"0"-25"0,0 0-27 0,0 0-22 16,0 0-28-16,0 0-25 0,0 0-22 0,0 0-21 15,0 0-15-15,0 0-8 16,0 11-17-16,-4 3-10 0,-5 1-10 0,-8 8-8 16,3 3-4-16,-4 3-7 0,-1 0-7 0,-1-1-4 15,-1 4-2-15,0-4-7 0,1 3-3 0,4-6-2 16,-1 2-6-16,3-3 0 0,4-5 0 0,-3-5-6 15,4 2-3-15,4-7 1 0,0 0-2 0,-3-1-1 0,7-2-4 16,-3 0 1-16,0 0 6 0,3-5-2 16,1 2 4-16,-4 1 6 0,4-4-8 0,-1 5 0 0,1-5-3 0,-3 4-5 15,3-4-8-15,0 0-15 0,0 0-41 0,0 0-57 16,0 0-72-16,0 0-257 0,17-16-478 0,-7 11 211 16</inkml:trace>
  <inkml:trace contextRef="#ctx0" brushRef="#br0" timeOffset="75571.03">12688 10843 101 0,'0'0'234'0,"7"-1"-20"0,-7 1-23 16,6-2-19-16,-6 2-8 0,6 4-15 0,-3-2-10 16,-2 3-11-16,3 2-9 0,-3 0-8 0,1 5-13 15,-2 0-7-15,-3-1-9 16,1 7-6-16,-5 2-8 0,-3 3-4 0,0 1-11 15,-1-2-1-15,-4 0-8 0,-4-1-4 16,9-4-2-16,-4-4 0 0,1 0-4 0,0-1 2 0,7-4-2 16,-3-2 0-16,4 1-3 0,1-3 2 0,0 1 6 15,0-1 13-15,3-3 8 0,-2 3 3 0,3-4 3 16,-1 4 0-16,1-4-4 0,8 5-5 0,2-5-6 16,4 2-6-16,7-2-2 0,8 1-14 0,2-2-43 0,5-1-54 15,-1 2-77-15,2-6-108 0,3-1-218 0,8-5-509 16,-11 3 226-16</inkml:trace>
  <inkml:trace contextRef="#ctx0" brushRef="#br0" timeOffset="76103.48">13698 10574 11 0,'2'-4'228'0,"-2"4"-25"0,0 0-21 0,0 0-16 16,0 0-17-16,0 0-16 0,0 0-12 0,0 0-15 16,-12 10-6-16,0-1-15 0,-2 3-8 0,-5 5-8 15,-7 0-6 1,1 3-9-16,-3-1 3 0,-2 0-12 0,3 2-5 0,2 0-4 15,2 0-4-15,2-3-2 0,2 1-2 0,6-7-2 16,2 2-5-16,2-4-2 0,3 0 3 0,2-1 6 16,1-1 5-16,-2 0 4 0,7 0 11 0,1 0 11 15,4 2 6-15,0-3 0 0,5 1-3 0,3 1 1 16,7 0-5-16,1-1-2 0,5 1-2 0,-1 2 2 16,4-2-3-16,-3 0-5 0,1 0-4 0,-1-1-3 0,-4 1-4 15,-7-3-1-15,2-1-7 0,-7-1-7 0,-2-2 3 16,0 0 1-16,-3-1-4 0,-1 2-8 0,0-2-1 0,-1 1-12 15,-1-1-26-15,-4-1-28 0,5 1-42 0,-5-1-44 16,4 2-48-16,-4-2-264 0,0 0-486 0,0 0 215 16</inkml:trace>
  <inkml:trace contextRef="#ctx0" brushRef="#br0" timeOffset="76874.16">14347 10657 39 0,'0'-2'248'0,"0"2"-24"15,5-5-19-15,-1 2-19 0,1 0-15 0,4-1-8 16,-3 4-17-16,2-1-11 0,1-2-14 0,1 3-11 15,-1 2-9-15,-1-1-14 0,2 0-10 0,0 2-5 16,0 2-9-16,0 0-3 0,0 3-7 0,-1 3-3 16,-3-1-5-16,-1 1-6 0,4 6-5 0,-8-2 0 15,3 1-4-15,-4 2-6 16,-4 1 1-16,0 0-13 0,-2-1 4 0,-3 1-2 16,0-2-2-16,-1 0-1 0,1-2 1 0,-1-1 5 15,0-2 7-15,1-4 3 0,-2 1 3 0,4-2 1 16,-1-2 13-16,4 0 8 0,0-1 25 0,1 0 9 15,-1 0 32-15,2-2 28 0,2-2 44 0,-5 3 23 16,5-3 10-16,0 0-7 0,0 0-25 0,0 0-21 16,7-12-21-16,-1 3-21 0,2-1-5 0,2 0-15 0,3-5-16 15,7-6-12-15,-2 1-18 0,3 1-11 0,0 2-5 0,-7 5-8 16,0-1-6-16,-3 4-9 0,-1 2 2 0,-1 1-5 16,-3 2-17-16,-2 0-8 0,1 0-24 15,-1 3-22-15,0-2-21 0,0 3-19 0,-4 0-16 0,0 0 14 16,9 5-6-16,-7 0 6 0,2 4 10 0,-1-3 1 15,-1 3 15 1,2 3 5-16,5 2-1 0,-4 1 1 0,3-1-10 16,1 0-11-16,2-1-23 0,3 0-19 0,1-2-46 15,2-3-51-15,2-1-56 0,-1-3-279 0,5-1-602 0,0-3 266 16</inkml:trace>
  <inkml:trace contextRef="#ctx0" brushRef="#br0" timeOffset="77328.53">15300 10503 12 0,'2'-2'250'0,"-2"2"-12"0,2-4-23 15,-2 4-18-15,4-2-24 0,-4 2-19 0,0 0-18 16,5-2-13-16,-5 2-16 0,0 0-9 0,0 0-14 16,-8 14-8-16,3-6-8 0,-2 3-6 0,-6 3-9 15,-1 1-2-15,-5 2-5 16,-2 5-5-16,-6-2-6 0,3 1-7 0,1 1-1 16,-2 0-6-16,5-2 2 0,4-6-2 0,2 2-2 15,1-3-3-15,3 0 0 0,4-4-6 0,0 1 17 16,0-3 1-16,2 0 3 0,1-1 3 0,3 0 12 15,0 1-5-15,4 1 7 0,8 1-3 0,2-1 1 16,5 0-8-16,8 2-3 0,2-2 2 0,3-2-3 16,-4 4-5-16,3-4-6 0,-1 4 2 0,2-4 0 0,-2-1-5 0,-4 3-1 15,-5-3-2-15,-2 0-5 0,-2-1 1 0,-4-1-2 16,-3-1 6-16,-5-1 4 0,4 0 11 0,-4 2 11 16,1-2 1-16,-2 0 6 0,-4-1-2 0,7 3 2 15,-7-3-5-15,5 0-11 0,-5 0-15 0,0 0-22 16,7 0-20-16,-7 0-25 0,0 0-94 0,0-5-103 15,0 5-260 1,-7-7-546-16,6 2 242 0</inkml:trace>
  <inkml:trace contextRef="#ctx0" brushRef="#br0" timeOffset="79264.48">15976 10536 92 0,'4'-4'212'0,"-3"0"-1"0,3 0-1 16,-1-1 2-16,0 2-6 0,0-1-9 0,0 2-12 15,-1-1-14-15,-2 3-15 0,4-5-18 0,-4 5-17 16,1-2-17-16,-1 2-8 0,4-3-18 0,-4 3-13 16,0 0-16-16,0 0 0 15,4 10-8-15,-8-5-7 0,3 2 2 0,-3 2-8 16,0 5-2-16,-5-1-2 0,-1 2-2 0,1 0-3 15,-1 1 0-15,-3 1-2 0,3 0 6 0,0-2-8 16,0-5 1-16,2-1-5 0,3 1 3 0,-2 0 0 16,3-5-3-16,2 1 3 0,-2 1-2 0,2-4 31 15,-1 0 32-15,3 1 21 0,0-4 30 0,0 0-11 16,0 0-10-16,0 0-19 0,9-9 3 0,-3 0-14 0,1 2-4 0,3-2-15 16,0 0 0-16,2-3-10 0,-1 5-5 0,1-1-5 15,-1 1-8-15,-2 2-2 0,1 0-8 0,-3 1 0 16,0 1 0-16,1 1-1 0,-3-1-18 0,1 2-13 15,1 1-7-15,-7 0-9 0,10 4-11 0,-2-1 6 16,-2 1-20-16,2 3-13 0,-3 1-27 0,0 0-30 16,3 1-32-1,-4 0-47-15,1 1-48 0,-4 0-264 0,2-5-558 16,-2 2 248-16</inkml:trace>
  <inkml:trace contextRef="#ctx0" brushRef="#br0" timeOffset="79596.42">15832 10570 182 0,'-9'1'208'16,"9"-1"1"-16,-5 1-13 0,5-1-12 0,0 0-9 0,0 0-9 0,0 0-10 15,0 0-5-15,-11-1-5 0,11 1-1 0,0 0-7 16,0 0-5-16,0 0-12 0,0 0-4 0,0 0-11 16,0 0-12-16,0 0-10 0,21-8-8 0,-7 7-10 15,13-1-9-15,2-1-3 0,4-3-6 0,5 3-2 16,1-1-7-16,19 0 0 0,-2-1-2 0,1 2-1 0,2 0 1 16,-5 1-9-1,-16 1 3-15,-2-1-4 0,-3 2 1 0,-6 0-7 16,-7-2 0-16,-3 2-16 0,-4 0-22 0,-7 0-34 15,2 0-43-15,-8 0-21 0,0 0-45 0,0 0-60 16,0 0-239-16,0 0-497 0,-32 2 221 0</inkml:trace>
  <inkml:trace contextRef="#ctx0" brushRef="#br0" timeOffset="82255.78">9090 12264 115 0,'9'0'146'0,"0"-2"-10"15,-1 2-10-15,-1 0-10 0,2 2-10 0,1-1-2 16,-2 3-7-16,2 0-8 0,-2 2-7 0,0 1-1 16,-2 0-4-16,0 4-9 0,-2 0-4 0,-1-1-9 15,-3 7 6-15,-2-1-8 0,-3 1-2 0,-2 0-4 16,-2-1-6-16,0 2-2 0,-9 2-7 0,3 0 3 0,-2-4-4 16,-1 3-3-16,4-5 0 0,1-2-7 15,1-2 7-15,5 0-2 0,-2-4-2 0,1 2-4 0,3-5 8 0,0 2 9 16,3-3 19-16,-1 1 26 0,-1-1 25 0,2 1 28 15,2-3 26-15,0 0 14 0,0 0-15 0,0 0-19 16,13-14-13-16,-3 6-16 0,5-5-12 0,-1-1-8 16,8-5-8-16,2-3-2 0,2-3-14 0,2 4-7 15,-5-2-11-15,1-3 3 0,0 5-16 0,-2-1-4 16,-6 8 1-16,0 2-1 16,-7 4-2-16,0-1 3 0,-4 6-8 0,0-3 6 15,-1 3-7-15,0-2-3 0,0 2-11 0,-3 1-15 16,3-1-23-16,-4 3-22 0,0 0 9 0,0 0-8 15,5 8 3-15,-5-3 2 0,-3 4 8 0,3 6 4 16,0-1-2-16,0 3 8 0,4 0 3 0,0 1 0 16,5 7 9-16,5-3 2 0,4 0-6 0,4-5-37 15,4 3-56-15,6-3-92 0,4-5-131 0,0-3-183 0,2-6-558 0,2-3 246 16</inkml:trace>
  <inkml:trace contextRef="#ctx0" brushRef="#br0" timeOffset="83073.32">11956 12291 4 0,'0'0'198'16,"0"0"-10"-16,0 0-7 0,-5 2-12 0,5-2-8 16,0 0-8-16,0 0-8 0,0 0-12 0,0 0-6 0,0 0-7 15,0 0-7-15,0 0-1 0,0 0-7 0,0 0-3 16,0 0 1-16,0 0 2 0,0 0-3 15,0 0-2-15,-5-5-4 0,5 5-11 0,0 0-10 0,0 0-4 0,14-2-8 16,-2-2-4-16,3 1-11 0,2 0-4 0,3-1-3 16,8-1-6-16,0 2-14 0,4-1-2 0,-4-1 2 15,0 3-6-15,-6 0-4 0,-1-2 3 0,-1 2-4 16,0-2 0-16,-7 1 0 0,-1 1-1 0,-1 1-3 0,-2 1 3 16,-4-2-4-16,4 2 1 0,-9 0-20 0,9-1-14 15,-5-1-27-15,-4 2-28 0,0 0-24 0,0 0-41 0,0 0-31 16,0 0-253-16,0 0-468 0,0 0 207 0</inkml:trace>
  <inkml:trace contextRef="#ctx0" brushRef="#br0" timeOffset="83489.89">12722 12141 160 0,'2'-2'335'0,"2"0"-23"0,-4 2-24 0,0 0-23 16,3-1-22-16,-3 1-28 0,0 0-26 0,5-4-22 15,-5 4-26-15,0 0-23 0,0 0-20 0,0 0-13 0,0 0-8 0,2 9-13 16,-2-4-6-16,-5 2-8 0,1 0-3 0,0 5-8 16,-2-3-2-16,0 1-5 0,-2 0-4 0,0 0 0 15,3 0-2-15,-3 1-7 0,5-2 2 0,-3 0-1 16,2-4-2-16,0 0 2 0,2 1 0 0,0-2-4 15,-1-2 6-15,3 2 24 0,0-4 19 0,-2 3 26 16,2-3 36-16,0 0 3 16,0 0-7-16,0 0-8 0,9-13-19 0,-4 6-11 15,2 0-1-15,0-1-16 0,1 0-14 0,-1 2-6 16,-1 2 3-16,0 0-10 0,-1 0-13 0,-1 0 3 16,-1 0-4-16,0 0-20 0,2 2 8 0,-2-1-8 15,-3 3-10-15,7-3-7 0,-7 3 9 0,0 0-17 16,13 6 0-16,-8-2-9 0,4 1-2 0,-4 0-4 15,3 2-14-15,-3 0-14 0,5 2-20 0,-1 0-24 0,-1 0-25 16,0 2-36-16,-1-1-38 0,0-2-39 0,-1 0-49 0,0-1-230 16,-2-5-565-16,1 1 251 0</inkml:trace>
  <inkml:trace contextRef="#ctx0" brushRef="#br0" timeOffset="83659.13">12701 12136 108 0,'-2'-4'278'0,"2"4"-27"0,0 0-29 0,0 0-18 0,7-6-22 16,2 3-19-16,1 1-18 0,10 1-14 0,1 1-16 15,10-3-30-15,0 3-32 0,-1 3-40 16,1-3-49-16,1 1-62 16,-5 0-205-16,-7-2-328 0,3 1 145 0</inkml:trace>
  <inkml:trace contextRef="#ctx0" brushRef="#br0" timeOffset="83906.48">13339 12019 37 0,'0'0'285'16,"5"-4"-25"-16,-5 4-24 0,2-2-25 0,-2 2-27 16,0 0-20-16,0 0-19 0,0 0-17 0,0 0-12 15,-1 12-13-15,-4-1-5 0,-3 1-16 0,-2 4-11 16,0 2-6-16,-5 3-3 0,-2 2-9 0,2-1-4 15,-4 1-5-15,3 2-2 0,2-3-5 0,0 0-6 16,1 0-1-16,4-8-4 16,0 3 0-16,2-5-1 0,-1 3-1 0,2-8-3 15,-1 5-1-15,2-3-33 0,1-1-29 0,-2-1-19 16,2-2-21-16,2 0-22 0,-1 0-25 0,2-1-19 16,1-4-22-16,-2 4-151 0,2-4-348 0,0 0 154 15</inkml:trace>
  <inkml:trace contextRef="#ctx0" brushRef="#br0" timeOffset="84175.95">13317 12248 98 0,'4'-1'282'0,"-4"1"-21"0,4-3-19 16,-4 3-22-16,6-3-17 0,-6 3-17 0,8 0-20 16,-8 0-10-16,11 3-11 0,-4 0-12 0,-1 2-3 15,4 1-14-15,-5 1-13 0,3 3-6 0,-3 1-5 0,-1-1-14 16,0 6-9-16,-4-2-4 0,-3 3-7 0,2 1-8 0,-3 1-3 15,-4-2-4-15,2 0-9 0,-1-2 0 0,1-3-3 16,1 1-9-16,0-5 3 0,1 2-4 16,0-3-3-16,2 1 1 0,0-4 8 0,-1-2-10 15,3 4 3-15,-3-4 14 0,3-2 14 0,0 5 12 0,0-5-5 16,0 0-7 0,10 3-2-16,3-3-12 0,1-3-5 0,8 1-39 15,5-1-40-15,1-6-59 0,0 4-87 0,5-7-354 16,1 0-596-16,0-2 265 0</inkml:trace>
  <inkml:trace contextRef="#ctx0" brushRef="#br0" timeOffset="84608.22">14396 12035 56 0,'0'0'260'0,"5"-1"-16"15,-5 1-22-15,6-3-22 0,-6 3-17 0,0 0-23 16,0 0-15-16,0 0-21 0,0 0-13 0,0 0-10 15,0 0-11-15,-15 13-10 0,4-6-7 0,-8 5-9 0,-5-1-7 0,-3 3-9 16,4 2-3-16,-5 0-1 0,1 0-7 0,2 2-5 16,0-4-1-16,0 4-6 0,7-6-2 0,3-2-6 15,-1 1-1-15,1 0 2 0,6-4-4 0,1 0-3 16,3-1 2-16,0-2 4 0,1 1-1 0,1 0 3 16,1-2 9-16,4 3 10 0,0 2 7 0,7-2 4 15,0 0 7-15,5 2 3 16,5-1-3-16,1 3-1 0,6-2-2 0,0 3-5 15,4-5 8-15,1 4-20 0,-3 0-14 16,-1-4-17-16,-5 1-33 0,-3 0-41 0,3-2-58 0,-3 4-59 16,-3-6-280-16,-2-2-504 0,1-1 224 0</inkml:trace>
  <inkml:trace contextRef="#ctx0" brushRef="#br0" timeOffset="85410.11">14720 12094 146 0,'9'-1'167'0,"1"1"-16"0,-1 0-14 0,3 1-7 15,3 2-11-15,-2 0-11 0,2 2-10 16,-2 2-3-16,1 1-10 0,-4-2-12 0,-2 4-1 0,0 0-2 16,-2 2-7-16,-2 1-9 0,-2-2-3 0,-2 5 1 0,-1 2-9 15,-3-1 0-15,-2-2-6 0,-3 1 4 0,1 1-1 16,-2-2-5-16,-1-3-5 0,-1 2 3 0,4-7 4 0,1 1-1 15,-1-3 4-15,4 0 7 0,2-1 7 0,-1 0 7 16,-1-1 27-16,2-1 18 0,2-2 24 16,-4 4 24-16,4-4 28 0,0 0-13 0,0 0-15 15,0 0-20-15,15-13-15 0,-2 1-10 0,4-1-16 0,4-5-8 0,0-1 6 16,3-1-24-16,0 2-14 0,-1-1-11 0,-1 2-9 16,0-1-9-16,-6 7-3 0,0 0 2 0,-6 4 10 15,1 1-16-15,-3-1-2 0,-1 5-9 0,-4-1-11 16,2-1-16-16,-1 1-18 0,-4 3-18 0,5-2-3 0,-5 2 7 15,0 0 0-15,3 13 5 0,-4-9 0 16,-2 6 8-16,2 3 4 16,-1-2 3-16,0 2 3 0,3 3 3 0,0 1 4 15,2 0 3-15,2 3-21 0,2-4-16 0,0 1-26 16,3-3-31-16,-1 1-31 0,-1-6-48 0,11-1-54 16,-1-2-208-16,1-2-490 0,3 0 216 0</inkml:trace>
  <inkml:trace contextRef="#ctx0" brushRef="#br0" timeOffset="85779.61">15760 11960 7 0,'4'-2'215'16,"-4"2"-24"-16,0 0-16 0,0 0-17 0,0 0-17 0,0 0-16 16,0 0-5-16,-13 14-14 0,4-7-9 0,-5 5-7 15,0 1-10-15,-4 0-8 0,-5 2-4 0,2 1-4 16,-2 4-8-16,-3-3-9 0,3 1 2 0,1 0-9 16,3-2-1-16,1-3-6 0,4-1-5 0,2-2-2 0,1-1-3 0,5-1-5 15,-2-1 0-15,2 0 14 0,2-2-2 0,0 1 3 16,3-1 6-16,1 1 8 0,0-1 12 15,2 0 15-15,5 4 1 0,0-3 2 0,4 1 5 0,3 1-1 16,4 2-4-16,1-2-5 0,0 0 3 0,1-2-13 16,2 2-4-16,6 0-7 0,-6 0-13 0,-2-4-22 15,7 3-27 1,-6-2-42-16,-3 0-37 0,-1 1-43 0,4-3-61 16,-7 0-254-16,1-1-484 0,-1-3 214 0</inkml:trace>
  <inkml:trace contextRef="#ctx0" brushRef="#br0" timeOffset="86227.43">16289 12061 106 0,'0'-5'215'0,"0"5"-14"0,0 0-13 0,-1-5-17 15,1 5-11-15,0 0-22 0,0 0-11 0,-5-4-17 16,5 4-10-16,-8 0-11 0,8 0-8 0,-10 4-14 16,2-2-1-16,-2 3-8 0,1 0-11 0,0 0-3 15,-3 3-10 1,-1 1 0-16,-1 3-9 0,2-2-1 0,2 2-5 0,-3 1 0 15,5 1-3-15,-1-2-1 0,3 2-1 0,2-2 2 16,0 0 7-16,3 1 1 0,1 1 6 0,3 1 3 16,1-2 15-16,2-2 8 0,2-2 11 0,4 1 10 15,4 0 2-15,0-2 7 0,3-2-2 0,3-3 6 16,-1-3 2-16,2-3 0 0,3 2-9 0,-4-6-7 16,5 1 13-16,-4-6-18 0,0-2-1 0,-6 3-4 0,-2 0 3 15,-5-4-13-15,3 1 0 0,-8-2 2 0,0 0-9 0,-1 1 1 16,-4-1-24-16,-4 1-25 0,-2-4-27 0,-11 6-32 15,-3-3-30-15,-6 4-43 0,-7 2-51 0,1 2-59 16,-4 3-286-16,-2 0-570 0,6 1 252 0</inkml:trace>
  <inkml:trace contextRef="#ctx0" brushRef="#br0" timeOffset="88698.17">8532 13779 81 0,'0'0'155'0,"0"0"-4"0,0 0-10 0,0 0-17 15,0 0 2-15,0 0-12 0,0 0-7 0,0 0-6 0,0 0-12 0,0 0-9 16,0 0-1-16,0 0-6 16,0 0-8-16,-11 0-6 0,11 0-8 0,0 0-4 0,0 0-7 15,0 0 1-15,0 0-3 0,0 0-4 16,0 0-1-16,0 0-2 0,0 0 2 0,0 0 1 0,0 0 2 15,0 0-3-15,0 0 1 0,0 0-3 16,0 0-2-16,0 0-5 0,0 0 4 0,0 0-8 0,0 0-3 16,0 0 0-16,0 0-6 0,0 0 3 15,0 0-9-15,0 0-12 0,0 0-3 0,0 0-7 0,0 0-13 16,0 0-9-16,0 0 3 0,0 0-4 0,0 0 2 0,0 0 8 16,0 0 0-16,0 0 3 0,0 0 1 15,0 0 4-15,0 0-3 0,0 0-13 0,0 0-2 0,0 0-19 16,0 0-16-16,0 0-42 15,0 0-137-15,0 0-274 0,0 0 121 0</inkml:trace>
  <inkml:trace contextRef="#ctx0" brushRef="#br0" timeOffset="89379.18">8386 13794 42 0,'-6'2'152'15,"6"-2"-1"-15,0 0-15 0,0 0-8 0,-4 0 0 0,4 0-14 16,0 0-5-16,0 0-5 0,0 0-8 16,0 0-10-16,0 0 1 0,0 0-1 0,0 0-5 0,-6 3-2 0,6-3-10 15,0 0 0-15,0 0-13 0,0 0-2 0,0 0-6 16,0 0-9-16,0 0-4 0,0 0 0 0,0 0-4 15,0 0-5-15,0 0 3 0,0 0-2 0,0 0-4 16,0 0 1-16,0 0-3 0,0 0-2 0,0 0-4 16,0 0 4-16,0 0-5 0,0 0-2 0,0 0 1 15,0 0-3-15,0 0 3 0,0 0-4 0,0 0 0 0,0 0-1 0,26-6 1 16,-12 4-4-16,5 1-2 0,2-3-3 0,7 4 2 16,4-2 4-16,1 1-3 0,3-3 0 0,-2 2 1 15,2 1-3-15,-4 1-3 0,0 0 4 0,-4 0-1 16,-6 0 0-16,-4 0 1 0,2 0-8 0,-9 0 2 15,1 0-8-15,-5 0-12 0,-1 0-4 0,-6 0-12 16,10 0-6-16,-5-2-9 16,-5 2-21-16,0 0-23 0,0 0-27 0,0 0-43 15,0 0-109-15,-23-5-299 0,18 4 133 0</inkml:trace>
  <inkml:trace contextRef="#ctx0" brushRef="#br0" timeOffset="89864.16">9333 13618 195 0,'0'0'244'0,"6"-1"-18"0,-6 1-18 0,4-5-18 16,-4 5-21-16,0 0-22 0,0 0-14 0,5 0-17 15,-5 0-16-15,0 0-10 0,0 0-11 0,0 0-5 16,-2 11-7-16,-1-5-8 0,-1 4-8 0,-2-1-3 16,1 1-5-16,-3 5-6 0,-1 1-3 0,-1-1-5 0,2-1 2 0,-1 1-3 15,0 2-5-15,3-8 0 0,0 0-4 0,0 2-3 16,1-4 7-16,1 0-8 0,0-4 2 0,2 2 3 15,-2-1 26-15,2-1 23 0,0 0 28 0,2-3 28 16,0 0 22-16,0 0-9 0,0 0-15 0,0 0-15 0,10-12-7 16,-7 4-11-1,6 0-11-15,-2-3-9 0,2 3-2 0,-1-2-18 16,1 3 6-16,0-2-13 0,0 1-2 0,0 3-4 16,-4 1-12-16,2-1-1 0,0 2-7 0,-3 1-4 15,3-1-19-15,-1 3-1 0,-1-2-3 0,-5 2-10 16,13 5-7-16,-7-2 0 0,1 1-3 0,-1 1-10 15,3 5-13-15,-3-3-19 0,1 3-30 0,-1 1-21 16,-1-3-44-16,3 4-35 0,-2-3-44 0,-2 2-253 16,-1-4-539-16,-1-2 239 0</inkml:trace>
  <inkml:trace contextRef="#ctx0" brushRef="#br0" timeOffset="90049.01">9254 13643 113 0,'-6'-2'233'16,"6"2"-9"-16,-4-1-8 0,4 1-21 0,0 0-14 15,-7-1-17-15,7 1-15 0,0 0-15 0,19-3-9 16,-6 2-15-16,6 0-12 0,9-1-6 0,4 1-10 16,7-1-21-16,-2 2-35 0,2-3-52 0,2 1-57 15,10-3-75-15,-16 4-165 16,0 0-350-16,-3-4 156 0</inkml:trace>
  <inkml:trace contextRef="#ctx0" brushRef="#br0" timeOffset="90412.21">9882 13729 64 0,'-3'1'185'0,"3"-1"-8"0,0 0-11 0,0 0-9 15,-7 0 0-15,7 0-11 0,0 0-7 0,0 0-8 16,0 0-9-16,0 0-12 0,0 0-11 16,0 0-7-16,22-4-10 0,-11 3-7 0,8-2-9 0,3 2-8 0,9-4-4 0,-2 2-7 15,6 1-10-15,-3-1-17 0,0-1-25 16,0 0-23-16,-2 0-28 0,-2 0-29 0,-5 2-33 16,-3-1-43-16,-8-1-128 0,0 1-313 0,-3 0 140 15</inkml:trace>
  <inkml:trace contextRef="#ctx0" brushRef="#br0" timeOffset="90650.43">10082 13600 26 0,'-2'-3'292'0,"2"3"-4"0,0 0-15 16,-2-5-15-16,2 5-23 0,-2-4-25 0,2 4-21 15,0 0-20-15,0 0-21 16,-2-4-20-16,2 4-19 0,0 0-18 0,0 0-10 15,0 0-3-15,1 16-18 0,-1-10-4 0,1 4-11 16,1 0-2-16,-1 2 0 0,0 3-10 0,-1-2-2 16,0 3-2-16,0 2-3 0,3 0 0 0,-1 1-12 15,0-2-33-15,-1 1-29 0,2 0-33 0,0 0-33 16,-3-5-36-16,3-2-32 0,-2-2-217 0,2 1-430 16,-1-3 190-16</inkml:trace>
  <inkml:trace contextRef="#ctx0" brushRef="#br0" timeOffset="91098.3">10370 13577 205 0,'8'-4'220'0,"-3"2"-19"16,0-1-17-16,3 3-23 0,1-2-13 0,-3 2-17 15,6 2-13-15,-1 1-11 0,0 3-6 0,-1-3-10 16,2 4-6-16,-1 1-8 0,0-2-9 0,-2 4-2 16,-1 1-7-16,-2-1-9 0,-1 1 1 0,0 1-7 0,-1 0-4 0,-4 1-6 15,0-1-4-15,-2 0-1 0,-5 5 0 0,1-4-7 16,0 3 0-16,-1-4-2 0,-1-3 0 0,1 1-2 16,2-5-4-16,1 2 10 0,-1-2 1 0,2-1 17 15,1-1 3-15,-2 0 16 0,0 0 30 0,4-3 22 16,-5 1 29-16,5-1 12 0,0 0-13 0,0 0-15 15,5-11-10-15,0 1-23 16,4 2 2-16,1-7-18 0,3 1-3 0,0-2-11 16,7-4-12-16,-8 6 0 0,4 0-9 0,-2 2-1 15,0 2-10-15,-5 3-2 0,0-1 2 0,-1 3-8 16,-3 0-3-16,0 2 8 0,-1-1-4 0,0 2-18 16,0-1-13-16,0 1-13 0,-4 2-17 0,0 0-5 15,0 0-4-15,10 5 6 0,-9-3 0 0,-1 3 3 16,4 2 3-16,-3 0 0 0,0 4 6 0,1-2-9 0,-1 3-25 0,-1-2-23 15,4 1-27-15,-3-1-33 0,2 2-35 0,-2-4-42 16,2 1-55-16,-3-6-194 0,2 2-508 0,-2-5 225 16</inkml:trace>
  <inkml:trace contextRef="#ctx0" brushRef="#br0" timeOffset="91329.98">10804 13430 177 0,'2'0'189'0,"-2"0"-9"16,0 0-9-16,9 5-15 0,-4 4-6 0,4 2-12 15,-4 1-7 1,2 3-8-16,2 8-8 0,-3 1-4 0,-1 2-9 16,-1 2-4-16,-4 5-11 0,-4-3-5 0,-1 3-5 15,-5 1-10-15,-2 0-1 0,-7 8-8 0,1-13-20 16,-1 2-12-16,-5-4-15 0,-3-1-11 0,-4-2-19 15,-2-2-37-15,-9 2-48 0,7-9-51 0,-3-2-182 16,4-4-365-16,-2-5 163 0</inkml:trace>
  <inkml:trace contextRef="#ctx0" brushRef="#br0" timeOffset="91915.69">9383 13297 112 0,'0'0'154'0,"-12"1"-9"0,2 6-10 0,1-1-5 16,-4 2-4-16,-2 4-8 0,-8 6-5 0,2 3-2 15,-2 5-10-15,0 0-7 0,-7 16-7 0,8-13-5 16,-4 11-11-16,2 3 0 0,9-13-7 0,2 4-4 16,4-1-5-16,4 2-4 0,1 0-3 0,3-2 2 0,10-1-4 15,-3 1-3-15,7-3 2 0,6-1 0 0,3-2 5 16,5-1-8-16,4-4-13 0,13 2-52 0,-11-7-90 0,-1 0-244 16,5-3-387-16,2-7 171 0</inkml:trace>
  <inkml:trace contextRef="#ctx0" brushRef="#br0" timeOffset="93350.17">12262 13673 149 0,'0'0'170'0,"-9"-1"-13"0,9 1-8 0,0 0-10 16,-11 0-4-16,11 0 3 0,0 0 5 0,-6 0-8 15,6 0 5-15,0 0 2 0,0 0-5 0,0 0-13 16,0 0-3-16,0 0-7 0,0 0-4 0,0 0-6 0,0 0-9 15,0 0-8-15,0 0-6 0,0 0-10 0,0 0-4 16,-6 0-13-16,6 0 0 0,0 0-7 0,0 0-5 16,0 0-7-16,0 0-2 0,0 0-3 0,0 0-1 15,0 0-8-15,0 0 0 0,0 0-6 0,0 0 0 16,0 0-1-16,0 0-1 0,0 0-1 0,0 0-2 16,0 0-1-16,0 0-1 15,0 0-2-15,0 0-2 0,0 0 1 0,0 0-3 16,0 0 4-16,0 0-1 0,0 0-2 0,0 0 0 15,0 0 0-15,0 0-3 0,0 0 4 0,0 0 2 16,0 0-3-16,24-4-1 0,-10 2-2 0,6-2 2 16,8 0-2-16,3 1 5 0,1-3-5 0,3 1 0 15,0 2 1-15,1 1-1 0,2-2 8 0,-6 1-11 16,-1 0 5-16,1 1-1 0,-11 1-1 0,-2-1-2 0,-2 1 2 0,-4 0 0 16,-2 1 3-16,0-3-5 0,-5 3 9 0,0-1 3 15,0 0-15-15,-6 1-6 0,10 0-10 0,-10 0-12 16,5 0-5-16,-5 0-7 0,0 0-24 0,0 0-24 15,0 0-28-15,0 0-25 0,0 0-28 0,0 0-44 16,0 0-162-16,0 0-412 0,-18-5 182 0</inkml:trace>
  <inkml:trace contextRef="#ctx0" brushRef="#br0" timeOffset="93772.96">13079 13523 129 0,'3'-3'296'0,"-2"0"-18"0,-1 3-17 15,4-4-18-15,-4 4-27 0,3-2-25 0,-3 2-23 16,0 0-20-16,4-3-18 0,-4 3-17 0,0 0-13 16,0 0-11-16,1 10-8 0,-1-3-11 0,-3 0-4 15,1 2-8-15,-2 1-2 0,-3 2-6 0,1 5-9 16,-3-3-1-16,0 1-7 0,0-2-2 0,-1 0 0 0,4-4-5 0,-1 2-4 15,2-3 0-15,1-1-1 0,3-2-2 0,-2-1 1 16,-3 0-1-16,5-3 5 0,1-1 40 0,-3 6 38 16,3-6 49-16,0 0 17 0,0 0-11 0,0 0-36 15,0 0 6-15,4-15-15 0,5 7-13 0,-4-1-7 16,4-1-11-16,-1 1-10 0,3-4-7 0,-2 3-9 16,-1 1 1-16,2 2-15 15,-2 0-3-15,-2-2-2 0,1 5-8 0,-4 0-3 16,4-1-7-16,-4 2-7 0,3 1-13 0,-1 0 1 15,-5 2-5-15,14 2-19 0,-7 0 17 0,1 1-9 16,1 2 4-16,1-1 0 0,-1 3-2 0,-1 0-6 16,2-1-7-16,0 5-23 0,2-5-25 0,-2 4-26 15,-2-2-27-15,1-2-26 0,-3 2-39 0,2-2-39 16,-3-3-39-16,-1 0-35 0,-2 1-217 0,0-3-567 0,-2-1 251 16</inkml:trace>
  <inkml:trace contextRef="#ctx0" brushRef="#br0" timeOffset="93957.81">13032 13494 14 0,'-5'-3'310'16,"5"3"-12"-16,-4 0-9 0,4 0-15 0,-5-3-19 16,5 3-23-16,0 0-24 0,9-6-19 0,5 3-25 15,3 0-12-15,4 0-14 0,9-3-20 0,3 3-11 16,4 0-30-16,-5-1-41 0,3 2-49 0,-6-1-62 15,4 3-77-15,-5-2-93 0,-5 2-151 0,0-5-429 16,-6 2 189-16</inkml:trace>
  <inkml:trace contextRef="#ctx0" brushRef="#br0" timeOffset="94637.37">14189 13307 7 0,'5'-2'238'16,"-3"-1"-18"-16,-2 3-23 0,5-4-21 0,-5 4-21 16,4-1-8-1,-4 1-21-15,0 0-16 0,0 0-9 0,0 10-7 16,-2-3-8-16,-5 3-12 0,-4 5-5 0,-7 4-6 0,-1 3-7 16,-7 2-9-16,2 2-1 0,-14 6-8 0,-1 0-2 15,1-1-2-15,8-9-3 0,2-1-4 16,0 3-3-16,0-5 1 0,3-1-4 0,4-1-4 15,6-3-1-15,1-2-3 0,5-6 1 0,1 0 4 0,3 0 10 16,-3-1 11-16,6 0 6 0,-2-1 1 0,0-2 1 0,3 3 2 16,0-3 5-16,3 3 1 0,2-2-2 0,2-1-4 15,7 4-5-15,1-5-7 0,3 3 4 0,3 2-8 16,-1 1-6-16,3-3-2 0,5 4-4 0,-7-1 0 0,7 1-6 16,-6-1 1-16,-2 1-3 0,-1-3 0 15,2 3-3-15,-10-3 0 0,3-1 1 0,-3 1-2 16,2-3 4-16,-6 1-3 0,-1-2-1 0,-1 2-2 0,1-3 1 0,-5 0 1 15,8 3-1-15,-4-3-3 0,-4 0 6 0,5 2-6 16,-5-2-9-16,0 0-15 0,5 2-22 0,-5-2-20 16,0 0-19-16,0 0-26 0,0 0-18 0,0 0-15 15,0 0-51-15,12-7-220 0,-6 2-444 0,4 0 196 16</inkml:trace>
  <inkml:trace contextRef="#ctx0" brushRef="#br0" timeOffset="95176.36">14445 13482 143 0,'5'-3'223'0,"1"0"-14"0,1 1-19 16,0 0-13-1,0 1-19-15,2-1-19 0,-1 2-10 0,2 2-17 16,-1-1-13-16,-4 3-9 0,5-1-5 0,1 4-6 16,-5 3-9-16,2-1-6 0,-2 1-6 0,-2 0-4 15,-2 4-6-15,-2-2-7 0,-1 5-3 0,-4 0-3 16,0-1-6-16,-1 1 7 0,-3 3-11 0,-2-5 0 15,0 0-4-15,-2 0-3 0,-1-1 2 0,3 1 0 16,0-5 4-16,1-2 6 0,1-1 2 0,1 2 5 0,3-5 8 0,0-3 15 16,0 3 18-16,1 0 27 0,2-2 28 0,2-2 53 15,-4 3-1-15,4-3 23 0,0 0-4 0,0 0-19 16,0 0-22-16,10-17-16 0,-1 8-20 0,5-6-9 16,3 1-11-16,6-4-17 0,1-1-13 0,2-3-20 15,0 1-15-15,3 3-12 0,-5 0-7 0,-4 1-3 16,-2 4-4-16,-4 4 1 15,-2 0-6-15,-2 3 2 0,-5 1-11 0,-1 3-3 16,1-2-12-16,0 1-27 0,0 3-31 0,-5 0-9 16,0 0 7-16,0 0 6 0,4 9 11 15,-6-4 0-15,-1 6 9 0,0 1 4 0,2-2 7 16,-2 6-1-16,1 0 7 0,2 3 3 0,5-1 14 0,2-1-14 16,0-2-29-16,5 1-38 0,3-1-55 0,3-3-77 15,5 1-122-15,5-8-222 0,-1 0-617 0,2 0 274 0</inkml:trace>
  <inkml:trace contextRef="#ctx0" brushRef="#br0" timeOffset="96278.83">15740 13302 103 0,'4'-4'181'0,"-2"3"-15"0,1-2-11 16,-3 3-9-16,6-2-22 0,-6 2-13 0,1-3-14 15,-1 3-8-15,0 0-9 0,0 0-8 0,0 0-6 16,-3 15-5-16,-4-7-2 0,-4 6-1 16,-6 4-12-16,-2 5-4 0,-5-1 2 0,-4 5 12 15,-7 4-5-15,-2 1-3 0,6-6-6 0,1-4-3 0,2 1-5 16,1-1 1-1,0 1-2-15,5-6-4 0,8-2-1 0,0-2 6 16,4-5 0-16,1 1 1 0,1-4 2 0,3 3 3 16,-2-3 1-16,5 0 1 0,-3-1 2 0,5 3 3 15,0-2 5-15,5 0 1 0,5 5 2 0,2-5-3 16,4 0-2-16,5 4 1 0,6-4-3 0,2 6-9 16,2-5-3-16,3 4 1 0,0-4 3 0,2 2-4 15,-1-1-3-15,-3 0 1 0,-1 1-6 0,-3-1-3 0,-9-2-1 0,0 1 1 16,-6-2-8-16,-3-3-1 0,0 1 1 0,-4 0-1 15,1 0 6-15,-2-1 4 0,0 0 6 0,2-1 2 16,-7 0 0-16,6 3-3 0,-6-3-2 0,4 1-3 16,-4-1-18-16,5 1-10 0,-5-1-21 0,0 0-22 15,0 0-22-15,0 0-21 0,0 0-59 0,0 0-100 16,5-5-229-16,-1 1-516 0,-1 0 228 0</inkml:trace>
  <inkml:trace contextRef="#ctx0" brushRef="#br0" timeOffset="109407.59">16050 13515 157 0,'-6'-2'181'0,"6"2"-6"16,0 0-7-16,-9-1-8 0,9 1-16 0,-4-2-17 0,4 2-13 16,0 0-13-16,0 0-9 0,0 0-12 0,0 0-5 15,14-5-11-15,-14 5 0 0,4-2-8 0,-4 2-5 16,0 0-11-16,5-3 1 0,-5 3-4 0,0 0-6 0,3-1-2 16,-3 1 0-16,0 0-4 0,0 0-4 0,0 0-2 15,0 0-6-15,6-3-3 0,-6 3 4 16,0 0-6-16,0 0 5 15,0 0-4-15,0 0-2 0,0 0-3 0,0 0 2 16,0 0 2-16,0 0-7 0,0 0 3 0,0 0 3 16,0 0-2-16,0 0-2 0,0 0 0 0,0 0-3 15,7 0 3-15,-7 0 1 0,0 0-5 0,15 0 4 16,-2 0-3-16,6 0 1 0,9-2 0 0,3 1 2 16,4-1-1-16,4 2 18 0,12 0 8 0,2-2 3 15,2-1 12-15,-2 0-2 0,-12 2-2 0,-4 1-2 0,-3 0-5 0,-3 0-4 16,-7 0-2-16,-5-1-1 0,-5 1-3 0,-1 0-2 15,-3 0 2-15,-2-2 2 0,-3 2 0 0,-5 0-3 16,4-3-5-16,-4 3-5 0,0 0-1 0,0 0-3 16,-13-4-4-16,3 1-13 0,1 1 4 0,0-1-17 15,-4 1-19-15,3 2-17 0,-1 0-26 0,1 0-28 16,2 0-36-16,1 0-34 16,0 0-163-16,7 0-374 0,-10 0 166 0</inkml:trace>
  <inkml:trace contextRef="#ctx0" brushRef="#br0" timeOffset="109855.13">17126 13351 158 0,'4'-5'242'0,"0"2"-8"0,1 0-14 0,-4-1-19 16,2 1-22-16,-3 3-22 16,4-2-21-16,-4 2-16 0,0 0-14 0,0 0-12 15,0 0-9-15,-3 13-8 0,-1-6-8 0,-6 4-8 16,4-1-4-16,-6 2-7 0,-2 5-3 0,1-2-6 16,-2-1-3-16,2 1-1 0,-2-1-7 0,3 0-3 15,0-3-1-15,3-1-1 0,1-3-6 0,3 0-2 16,1-3 3-16,0 0-1 0,2 0 26 0,-3-1 20 15,3-1 26-15,2-2 33 0,-5 3 19 0,5-3 6 0,0 0-12 0,0 0-13 16,5-11-16-16,2 5-9 0,-1-2-4 0,0-1-16 16,5-1-8-16,0-2-7 0,1 1-9 0,-2 1-2 15,0 3-11-15,-1-3-6 0,0 6-7 0,1-4-4 16,-1 2 2-16,-5 3-15 0,1 0 4 0,-1-1-6 16,2 2 4-16,-2 2-5 0,-4 0-8 0,0 0-14 15,13 2-1-15,-9 2-1 0,1-1-7 0,1 2 7 0,-2 2-6 16,4 1-5-16,0-1-13 0,-1 3-19 0,-1-1-23 0,2-1-25 15,-1 2-30-15,0 1-32 0,1-3-32 0,-2-1-35 16,2 0-41-16,-4-2-206 0,1-2-522 16,1-1 231-16</inkml:trace>
  <inkml:trace contextRef="#ctx0" brushRef="#br0" timeOffset="110055.6">17076 13322 218 0,'-6'-3'296'16,"4"0"-5"-16,2 3-18 0,-7-4-14 0,5 4-23 15,2 0-19-15,0 0-24 0,0 0-20 0,0 0-19 0,11-7-11 0,3 6-15 16,2-5-13-16,5 6-13 0,10-1-11 0,-1-2-23 16,1 2-31-16,1 1-37 0,0-1-46 0,-4 1-57 15,0 0-58-15,-6 0-85 0,-1-2-161 0,-1 1-440 16,2-3 195-16</inkml:trace>
  <inkml:trace contextRef="#ctx0" brushRef="#br0" timeOffset="110356.32">17746 13200 245 0,'2'-2'289'0,"-2"2"-29"0,0 0-24 16,3-4-27-16,-3 4-25 0,0 0-32 0,0 0-18 16,0 0-16-16,0 0-13 0,-9 19-8 0,4-7-14 15,-3 2-8-15,-4 10-8 0,-4-3-7 0,0 7-8 16,-1-1-5-16,-5-1-2 0,4-2-3 0,-2 3-6 16,0 0-5-16,0-5-2 0,4 2-4 0,-1-5 0 15,3-4-1-15,3-1-5 0,-1-1-1 0,3-1 2 0,3-3-1 0,-1 0-27 16,-1-5-21-16,4 5-20 0,0-5-30 0,0-1-24 15,0 3-23-15,3-3-27 0,-2 0-40 0,3-3-142 16,0 0-362-16,0 0 160 0</inkml:trace>
  <inkml:trace contextRef="#ctx0" brushRef="#br0" timeOffset="110625.79">17737 13447 61 0,'4'-3'336'16,"1"1"-22"-16,-5 2-23 0,6-5-24 0,-2 3-24 16,1 1-31-16,2 0-17 0,-7 1-18 0,11 4-20 15,-3-1-14-15,-3 4-11 0,4-2-18 0,-3 4-11 0,1 1-11 16,-3 0-10-16,-3 5-8 0,0 1-5 0,-3 2-11 0,-1-1-5 16,-3 2-3-16,-3-2-7 0,0 1-1 15,0-2-5-15,1-1-11 0,-1-1 3 0,0-3-5 16,1-2-1-16,6-3 1 0,-3-1-5 0,1 0 2 15,0 0 7-15,3-2 6 0,1 1 7 0,5-2-5 16,5 1 2-16,7-2-9 16,11 0-21-16,8-1-62 0,5 0-82 0,12-4-116 15,2-2-296-15,-1-1-593 0,1 0 263 0</inkml:trace>
  <inkml:trace contextRef="#ctx0" brushRef="#br0" timeOffset="114851.15">25756 7680 118 0,'0'0'138'0,"0"0"-14"16,0-6-6-16,0 6-11 0,0 0-9 0,0 0-10 15,0 0 1-15,0 0-11 0,3-4-18 0,-3 4 11 16,0 0-7-16,1-3-7 0,-1 3-11 0,0 0-2 15,0 0 2-15,0 0-6 0,0 0-10 0,0 0-5 0,0 0-2 0,0 0-7 16,0 0 5-16,0 0-3 0,0 0-3 0,0 0 2 16,0 0-4-16,0 0-3 0,0 0-5 0,0 0 12 15,0 0 0-15,0 0 4 0,0 0-5 0,0 0-2 16,0 0 7-16,0-5 5 0,0 5 3 0,0 0 2 16,0 0 1-16,0 0-2 0,0 0 0 0,0 0-1 15,0 0-2 1,0 0 7-16,0 0-4 0,0 0 2 0,0 0 2 0,0 0 3 15,0 0 0-15,0 0-2 0,0 0 2 0,0 0-1 16,0 0 4-16,0 0-1 0,0 0-2 0,0 0-2 16,0 0-3-16,0 0 1 0,0-5-4 0,0 5-5 15,0 0-3-15,0 0-3 0,0 0 2 0,0 0-3 16,0 0-7-16,0 0-2 0,0 0-9 0,0 0-7 16,0 0-4-16,0 0-6 0,0 0-12 0,0 0 6 0,0 0 4 15,0 13 1-15,0-9 1 0,-1 0 3 0,1 3 0 16,0-2 1-16,0 5 7 0,0-4-4 0,1 6-1 0,-1-3 1 15,3 1 3-15,-3-1-1 0,0 3 3 0,1-1-1 16,-2 2 3-16,2-2 1 0,-2 0-3 0,2 3 5 16,-1-3 0-16,0 1-3 0,0 3 2 15,0-3 1-15,0-1 0 0,-1 5 1 16,-2-4-2-16,3-1 4 0,0 2-3 16,-1-1 1-16,1-2 1 0,-3 2-3 0,3-3 0 15,-2 3-2-15,2-2 5 0,0 0-3 0,0-1 5 16,-2 1-5-16,0 0 4 0,1 0-1 0,-1-3 4 0,0 2-8 15,2-1 0-15,0 1 6 0,-2-3-4 0,0 2 0 16,2-3 3-16,0 2-3 0,0 1-1 16,0-1 5-16,2 2 0 0,0-2-14 0,-2-1 13 0,0 2 0 0,0 1-1 15,4 1-2-15,-4-3 2 0,0 0 0 0,0 1 5 16,0-1-3-16,0 0-2 0,1 0 0 0,-1 1-1 16,0-2 0-16,0 1 4 0,2-1-5 0,-2 1 1 15,2 0 2-15,-2-1-2 0,0 0-2 0,0 2 2 16,0-3 5-16,2 1-4 0,-2 0-2 0,3 1-2 0,-3-2 7 15,0 2-1-15,-3-1-9 0,3 0 9 0,0 1-4 0,0-2 2 16,0 2-2-16,0-1 3 0,0 0-1 0,0 1-4 16,3-1 0-16,-3 3 6 0,0-4-1 0,0 3-4 15,0-1-4-15,0 0 6 0,0 0 3 0,4 0-3 16,-4-1 1-16,1 1 1 0,-2-1-2 0,2 2 2 16,-1-2-3-16,0 0 2 0,0 1-3 0,0 1 2 15,2-2 0-15,-2 0 0 16,0 4 0-16,0-3-4 0,2 2 1 0,-2 0 1 15,0 0 3-15,1-2-6 0,-1 2 8 0,0-2 2 16,3 4-4-16,-3-1 0 0,1 1 4 0,-1-1-2 16,0 0-2-16,3 0-2 0,-2 1 0 0,-1 0 0 15,0 0 4-15,2 0-2 0,0 1-3 0,-2 1 1 16,0-1 11-16,0 5 4 0,1-5-6 0,-1 0 1 16,4 4-2-16,-4 1-1 0,0-1 1 0,0-5 0 0,5 6-3 0,-5-1-1 15,0 0 5-15,0-1-5 0,0-1 2 0,0-4 1 16,1 3-3-16,2 3 2 0,-3-5-7 0,0 5 5 15,0-2 2-15,1 1-5 0,-2-3 0 0,2-2 2 16,-1 3 0-16,-1-2 1 0,1 3-8 0,0-2 6 16,0-1-1-16,0 0 3 0,0 2-4 0,-3-2 4 15,3 1-3 1,-1 0 4-16,1 1-5 0,0 3 4 0,0-4-3 0,-2 1 2 16,-1-1-1-16,3-1 7 0,0-1-3 0,-4 3-1 15,3-1 1-15,-1 0-4 0,0 0 2 0,1-2 1 16,-2 3 2-16,-1-2-3 0,3-1-4 0,1 2 3 15,-4 0-1-15,3 0-1 0,-3 0-3 0,1 0 7 16,1 0 0-16,2-2-2 0,-4 4 1 0,3-2-4 16,-1-1 2-16,0 0-1 0,0 4-3 0,0-3 4 0,1 0 1 15,0 0 0-15,-2 2-4 0,3-3-3 0,-2 3 8 0,0 0-1 16,0-2-1-16,-2 0 1 0,2 3-1 0,0-4-2 16,0 1 3-16,0-1-6 0,2 1 3 0,-1 2 1 15,0-2-2-15,0-2 2 0,1 2-4 16,0 0 5-16,-2 0 2 0,2-1-4 0,0 0 1 0,0 1 2 15,-2 0-3 1,0 0-5-16,1-3 5 0,1 4 0 0,-1-1 2 16,0-3-4-16,-1 4 3 0,2-3 3 0,-1 2-4 15,0-2-1-15,-1 2 5 0,1-3-3 0,-1 3-3 16,-2 0 3-16,4-2 1 0,-1 2-4 0,-1 1 0 0,1-4 3 16,1 3 1-16,-1 1-2 0,1 0 1 0,-2-4 0 15,2 3 0-15,-1-1-3 0,2 1 3 16,-1 1-2-16,0-1 1 0,2-3 3 0,-4 3 4 0,2 3-5 0,0-8-1 15,0 5 1-15,2 0 0 0,-1 3-3 0,-1-4 3 16,1 0 1-16,-1 1 0 0,0 0-2 0,0 0 1 16,2 1 1-16,-1 0-6 0,0-1 5 0,-1 1-3 15,0 1 2-15,-1 3 0 0,1-4-1 0,0-2 2 16,1 5-1-16,2-4 5 0,-3 1-5 0,0-1 4 16,0 0-3-16,0-2 1 0,1 5 0 0,-1-5 0 0,0 2-2 0,0 1-1 15,0-3 3-15,1 2-1 0,0-1-1 0,1 1 1 16,-2 0 2-16,1-2 0 0,0 1-2 0,1 1-2 15,-2-2 0-15,2 3 4 0,-1-2 1 0,1 1-5 16,-2-2 0-16,0 2 3 0,0 0-1 0,0-1 5 16,2 3-2-16,-2-3 1 0,-2 0 1 0,4 3-1 15,-4-2-2-15,0 2 0 16,2 3 0-16,-1 0 1 0,0-2-1 0,1 1-2 16,0 1 3-16,0-4 1 0,-1 4-3 0,1-2-3 15,0 1 2-15,1-1 1 0,-2 2 0 0,2-4-1 16,0 3-2-16,-1-4 3 0,1 4 0 0,-1-2 0 15,0-1-4-15,0-1 3 0,2 5 1 0,0 0-4 16,-2 0 5-16,2-1-1 0,-2 0-2 0,0 0 3 16,1-1-3-16,0 3-1 0,-1-1 1 0,1-1-1 0,-1 1 4 0,2-2-4 15,-4 1 3-15,2-1-2 0,0 1-1 0,0 1 3 16,0 0-2-16,0 1 0 0,0-3 2 0,2 2-1 16,-4 0 2-16,2 1-3 0,0-2-3 0,0 0 5 15,0 3-1-15,0-1-2 0,-1-1-5 0,-1 1 6 16,2 0 0-16,-2 1 1 0,0-1-1 0,0 3 0 15,2 5 2-15,-1-6-4 16,-3 6 6-16,3-7-2 0,0 1-3 0,-2 4 5 16,1-5-2-16,2 6-4 0,-3-6 0 0,2 1 4 15,1 4-5-15,-1-2 6 0,-1-4-6 16,2 7 0-16,-2-1 4 0,2 0-2 0,-2-3 1 0,2 4 0 16,0-5-1-16,-1 4 5 0,2 2 2 0,-2-7-3 15,0 1-1-15,0 6-1 0,-2-1 4 0,2 0-2 16,1-6-3-16,-3 7 3 0,2-2 2 0,0 1-3 0,1 1 2 15,0-1-1-15,-2 1 2 0,4 3 1 0,-2-4-2 0,1 2-1 16,0-4 0-16,0 6 0 0,-2-3 0 0,1-1 1 16,-2-1-1-16,2 3-1 0,0-4 2 15,-3 2-4-15,2 2-2 0,-1-3 3 0,-2 2 6 16,1-1-8-16,0-1-3 0,2-4 1 0,0 6 5 0,0-2-6 16,-1-5 6-16,2 6 0 0,-1-7 0 0,1 0-3 0,0 2 0 15,1 1 3-15,2 3-5 0,-2-5 5 0,2-1-4 16,-2 2 2-16,0 1 3 0,1-2 3 0,-1 1-6 15,2 3 5-15,-1-1 0 0,-1 3-2 0,-1-8 0 0,3 8 5 16,-3-5-2-16,2 5 1 0,-1 2-3 16,2-4 2-16,-3 4 0 0,0-8 0 0,1 6-5 15,1-1 2-15,-1 4 18 16,0-2-3-16,0 0-4 0,-1-1 1 0,2 0-2 16,-1 0-3-16,0 2 2 0,-1-8-3 0,3 7 0 15,-3-6-1-15,5 4-3 0,-1 0 1 0,-4-3 0 16,2-1-1-16,1 6-1 0,-1-8 6 0,0 7-8 15,0-4 4-15,0-3 1 0,-1 2-5 0,0 6 3 16,-2 0 1-16,1-7-2 0,1 7-1 0,-1-1 0 16,1-1 4-16,1-3-5 0,-4-1-1 0,4 1-2 0,-4 3 3 0,1-4 0 15,2 4-3-15,-3 1 2 0,2-4 1 0,-1 1-4 16,1-1-2-16,-2 4 4 0,2-4 0 0,0 4-2 16,0-6 2-16,0 1-2 0,0-3 2 0,2 2 3 15,-2 0-4-15,2 1-2 0,-1-3 7 0,-1 2-3 16,2-1-2-16,2-2-2 0,-3-2 5 0,0 3-6 15,1 0 4-15,0-2 1 16,0-1 2-16,0 0-4 0,0 2 4 0,0-4-3 16,-1 3 0-16,-1-3 3 0,1-1-1 15,0 1 1-15,-1-1 0 0,2 0 3 0,0 3-3 16,0-6 3-16,-2 4-1 0,2 0 0 0,-1-3-2 0,1-1 1 16,0 0 1-16,-2-1 0 0,0 0 1 0,2 0 1 15,1-2-2-15,-3-1-2 0,0 0 3 0,0 0 0 16,1 1 1-16,-1-5-1 0,3 5 0 0,-3-5 2 0,0 4-14 15,0-4-19-15,0 0-31 0,0 0-38 0,0 0-105 0,0 0-251 16,0 0-487-16,0-17 216 0</inkml:trace>
  <inkml:trace contextRef="#ctx0" brushRef="#br0" timeOffset="122206">20266 11013 41 0,'0'0'98'0,"0"0"-11"0,0 0-7 0,0 0-1 16,0 0-8-16,0 0-4 0,0 0-12 0,0 0 6 0,0 0-12 15,0 0-2-15,0 0-3 0,0 0-6 0,0 0-3 16,0 0-4-16,0 0-11 0,0 0 19 0,0 0-9 0,0 0-14 15,0 0 0-15,0 0-1 0,0 0-1 0,4 2 5 16,-4-2-4-16,0 0 6 0,0 0 3 0,5 2-6 16,-5-2 0-16,0 0-1 0,8 0-4 0,-8 0-2 15,0 0 0-15,9 0 2 0,-9 0-4 0,8-2 6 16,-3 1-1-16,3 1 1 0,-8 0-15 0,14-1 8 16,-9 0 11-16,3 1-10 15,-8 0 5-15,15 0-3 0,-7-1 5 0,-2 1 2 16,2-1-3-16,1 1-3 0,-3 0 2 0,2 0-6 15,-8 0 3-15,15-2 3 0,-4 2-2 0,-1-1 2 16,1 0-6-16,1 0-1 0,-1 1 4 0,3-2 2 16,2 2-5-16,3-2 1 0,1 0 0 0,-2 0 2 15,1 0 1-15,3 0-2 0,-4-1-7 0,1 2 11 16,4-2-1-16,-4 3-3 0,0-4 6 0,1 0-7 0,-1 2 2 0,1 1 1 16,-2-2 2-16,0 0 5 0,1 2-2 0,-1-2-5 15,3 2 5-15,-2 0 2 0,0-2-10 0,3 0 5 16,-2 3-9-16,8-2 3 0,-5-1-4 0,4 1 18 15,-4 0-11-15,0 1-5 0,-2 1 0 0,0-1 2 16,1 1 1-16,0 0 1 0,6-3-3 0,-7 3-1 16,1 0 3-16,-3 0-4 0,2 0-3 0,-1-3-3 0,0 3 0 0,-3 0 6 15,2 0 1-15,1 0 5 0,-1-2 3 0,-1 2 0 16,0-2-1-16,1 1 2 0,1 0-4 16,-2-2-2-16,4 2 3 0,0 0 3 0,-1-2 1 0,6 3-1 15,1-3 1-15,-7 3 0 0,-1-1-9 0,3-2 0 16,-4 1 1-16,3 2 1 0,0-3-1 0,-2 3-4 15,2 0 1 1,0-2 1-16,1 1-3 0,-2 0-3 0,1 1 1 16,1-1 0-16,-3 1 5 0,1-1-1 0,7-1-1 0,-5 1 2 15,6 1-1-15,-2-1 3 0,1-2-2 0,0 2-1 16,-7 1-2-16,7-3 2 0,0 3-2 16,2 0 1-16,-4 0 4 0,-4 0-10 0,6 0 4 15,0 0 0-15,-1 0 4 0,-5 0-12 0,6 0 14 0,0 0-5 16,-6 0-4-16,6 0 6 0,-6 2-3 0,8-4-2 0,-10 2 4 15,10 3-5-15,-3-3 4 0,-8 1-2 0,3-1-2 16,5 3 2-16,-6-3 4 0,0 0-6 0,-1 0 1 0,2 0 3 16,-2 1-2-16,1-1 1 0,2 0 2 0,-1 1 3 15,-1-2-4-15,0 1-2 0,8-1-1 16,-7 2 2-16,7-1 2 0,-1 1-2 0,-1-2-1 16,3 0-2-16,-10-2 3 15,7 2-3-15,1 1 3 0,-1-3-3 0,-5 3-1 16,-1 0-4-16,1 0 7 0,6 0-1 0,-1-1-1 15,-4-1 1-15,-1 2 6 0,5 0-6 0,-7-1-2 16,4 0 1-16,-6 0 1 0,5 0 3 0,-1 1-6 16,-2-5 2-16,1 5 2 0,-1-2-1 0,1 2 0 0,-2 0-4 0,8 0 4 0,-7-1 3 15,3 1-5-15,4 0 2 0,-5-2 0 16,6 2 1-16,-1 0-3 0,-6 2 3 0,7-4 0 16,1 2 4-16,-10 0-5 0,5 0-2 0,-4 0 4 15,10 0-1-15,-11 0 0 0,12 0-1 0,-3 0 2 16,-1 0-1-16,-6 0-3 0,7 0 2 0,-6 0 0 15,6-1 0-15,-1 1 0 0,-4 0 2 0,0 0-3 16,5 0 2-16,-6 0-3 0,6 0 4 0,-5 0-4 16,5-1 2-16,-1 1-3 0,-4 0 10 0,4 1-10 0,0-1 3 0,1 0 2 31,0-1 0-31,0 1-2 0,-7-1 0 0,0 1 0 0,0 1-3 0,8-2 3 0,1 1-2 16,-1-2 2-1,0 1-3-15,-3-1 3 0,3 2 3 0,-1 2-1 0,-1-2-4 0,3 1 3 0,-2-2-2 16,0 2 3-16,-3-1-4 0,6 0 2 15,-10 0 1-15,9-1-5 0,-3 2 6 0,1-1-4 16,0-1 3-16,3 2 1 0,-2-2 1 0,1 1-3 16,0 0 2-16,-2-2-3 0,2 1 2 15,-2-2-1-15,-1 6-2 0,0-6 4 0,2 3-2 0,-1 0-2 16,4 0 4-16,-4-1 1 0,0 1-2 0,2 1 2 16,0-1-1-16,0 0 1 0,0 3-1 0,1-3 1 15,-3 0-2-15,3 1-2 0,-2 1 2 0,-1-1 1 16,2-1-2-16,-2 2 0 0,1-2-1 0,-1-2 3 0,-1 4-1 0,1-1-1 15,-6-1 1-15,6-1-1 0,2-1 3 0,-4 2-4 16,2 0 1-16,-1-3-1 0,-4 3 3 16,-1 0 1-16,6 0-4 0,0-1 1 0,-1 1 0 0,-5 0-2 15,-1-3 2-15,10 6-2 0,-4-2 4 0,0-1-3 16,1 0-4-16,-6 0 9 0,1 2-5 0,7-5 0 16,-3 0 3-1,-5 3-3-15,-2 0-2 0,3 0 5 0,-2 0-2 16,6 0-4-16,-6 0 3 0,0-1 0 0,-1 1 1 0,3-2 2 15,-2 2-4-15,0-1 0 0,1 1 2 16,6-1-3-16,-6 0 0 0,6 0 2 0,0 2 0 16,0-1-1-16,2 0 4 0,-1 0-4 0,-1 1 2 15,-7 0 2-15,7-3-4 0,-7 3 4 0,8-1-2 0,-3 0 0 16,-4 0 0-16,1 0 3 0,5 1-2 0,-6-1 0 0,-3-1-1 16,4 1-4-16,4-1 6 0,-4 1-2 0,-1 0 3 15,-2 0 0-15,3 1-9 0,-2-2 7 0,-1 0-2 0,2 1 3 16,-2 0-3-16,2 0 2 0,-2 1-2 15,1-1 5-15,-3 0-1 0,2 0-5 0,1-1 4 16,-3 0-3-16,1 1-1 0,1 1 3 0,-2-2 0 16,1 1 3-16,-1-2-2 0,3 2 2 0,-2-2-2 0,-1 4 1 0,2-2 0 15,0 0-7-15,-2 2 9 0,1-2-1 0,0-2-2 16,1 2 0-16,-1-2 0 0,-1 4-1 0,0-4-1 16,0 2 3-16,-6 2-3 0,8-2-1 0,-6 0 1 15,-1-2 4-15,4 1-5 0,-4-1-2 0,2 2 1 16,-2-2 6-16,1 2-3 0,-1-2-2 0,1 2 3 15,3-1 1-15,2-1 3 16,0 0 0-16,-1 2-3 0,-5 0 2 0,1 0-3 16,5-1-1-16,-6 0 2 0,1-1-3 0,-3 2 2 15,2-1 1-15,1 1 1 0,-4 0-4 0,4 0 3 16,-2 0 1-16,1 0-5 0,-2-3 1 0,5 3 1 16,0 0 1-16,1 0 0 0,-2 0-2 0,3-1 8 15,0 1-8-15,0 1 0 0,2-1-5 0,-1 0 5 16,0 0-2-16,3 3 2 0,0-2 2 0,0 1-2 0,-2-1 0 0,2 1-1 15,0-2 1-15,6 3 4 0,-8-2-4 0,2-1 3 16,-2 1-3-16,3 0-6 0,-3 1 5 0,0-2 3 16,-1 0-3-16,-1 0 6 0,0 2-4 0,-3-1-2 15,-3-1-1-15,1 2 3 0,1-4 0 0,0 2 2 16,-3-1-3-16,-2 2 4 0,1-1-2 0,-1-1 0 16,4 2-1-16,-4-4-1 15,3 3 0-15,-2 0 2 0,0 0-1 16,-1-2 1-16,4 1-1 0,-2 1-1 0,2 0 2 0,0 0 2 15,-2 0-2-15,2 0 3 0,0-1 1 0,-1 1-1 16,1 0-2-16,0 0-1 0,-1 0-1 0,-1-1 6 16,-2-1-6-16,4 1 5 0,-7 1-7 0,3-1 4 15,1 0 2-15,-2 1-4 0,0-1 2 0,1 1 1 16,-3-3-4-16,2 3 4 0,-2 0 0 0,2-3-1 0,1 3 2 0,0-1-5 16,1 1 0-16,1-3 3 0,0 3-2 15,1-1-1-15,-1-2 3 0,0 2-3 0,0 0 0 0,1 1-2 16,-3-2 0-16,5 2 1 0,-4-2 2 0,-1 2-6 15,3 0 5-15,-3-3 0 0,2 6-3 0,-1-3 4 16,-3 0-2-16,2 0-1 0,0 0 1 0,-3 0 4 16,2-3 3-1,-2 3-5-15,-6 0-3 0,15 0 2 0,-9 0 0 0,1-1 0 16,2 1 2-16,-1 0-5 0,2 1 2 16,-1-2 1-16,1-2 0 0,0 3 4 0,2 0-8 15,-1 2 2-15,2-4 0 0,1 4-5 0,-2-2 0 16,2-2 3-16,-1 4-2 0,0-1 2 0,-1-1 1 0,1 0-4 15,-2 0 3-15,2 0 3 0,-2 0-3 0,-1 1 4 16,1-1-2-16,0 0-1 0,1 3 2 0,-3-3-2 0,-1 0 1 16,-1 2-5-16,5-2 0 0,-2 2-1 0,3-2 2 0,-5 0-2 15,-2 0 5-15,2 1-1 0,1 0 1 16,-9-1-2-16,11 0 4 0,-4-1-1 0,-7 1 3 16,12 0 0-16,-7-1 0 0,2 1-1 0,-7 0 0 15,10-2 3-15,-2 2-7 0,-8 0 5 0,10 0-4 0,-4-2 0 16,0 2 4-16,-6 0-1 0,12-3-2 0,-5 3 3 0,-1-1-5 15,-1 0 3-15,4 1-2 0,-9 0 1 0,14 0-1 16,-9 0 1-16,4 0-1 0,-4 1 2 0,4-1-5 16,-2 1 5-16,0-1 1 0,0 0-1 0,-1 0 1 15,-1 0-3-15,3 0 0 0,-2 3 0 0,1-3 5 16,-1 0 0-16,0 2-3 0,-6-2 1 0,12 0 0 16,-6 0 0-16,-1 0-2 15,2 2 2-15,-7-2-1 0,12 0 4 0,-6 0-7 16,1 1 2-16,0 0 6 0,0 0-2 0,4-1-2 15,-2 3 2-15,3-1-3 0,-3-1-2 0,2 0 1 16,1 2-2-16,-3-3-8 0,0 0 16 0,4 1-10 16,-3 1 3-16,2-2 0 0,-3 1-2 0,-2 0 4 15,0 0-5-15,-1-1 4 0,2 0 2 0,-8 0 1 16,9 0-3-16,-9 0-3 0,9 0 4 0,-7 1-1 0,-2-1 0 0,0 0-1 16,9 2 5-16,-9-2-4 0,0 0 2 0,0 0 1 15,6 0 3-15,-6 0-3 0,0 0 3 0,0 0-1 16,0 0-16-16,0 0 15 0,0 0-1 0,0 0 1 15,0 0-2-15,0 0 6 0,8-2-6 0,-8 2 6 16,0 0-3-16,0 0 6 0,0 0-4 0,0 0 6 16,0 0-3-16,0 0-5 15,5 3 1-15,-5-3 3 0,0 0-5 0,0 0 5 16,0 0-6-16,0 0-1 0,0 0 4 0,0 0-1 16,7-3-3-16,-7 3 0 0,0 0 3 0,0 0 2 15,0 0-4-15,0 0 1 0,7 0-2 0,-7 0 1 16,0 0 3-16,0 0-6 0,0 0-3 0,0 0 10 15,0 0-8-15,0 0 4 0,7-1 5 0,-7 1-3 16,0 0-5-16,0 0 2 0,0 0 1 0,0 0-2 0,0 0-1 16,0 0 1-16,0 0 2 0,0 0-2 0,0 0 2 15,0 0-4-15,0 0 6 0,0 0-1 0,0 0-1 0,0 0-1 16,0 0-3-16,0 0 1 0,0 0 3 0,0 0-2 16,0 0 3-16,0 0 1 0,0 0-6 0,0 0 5 15,0 0 0-15,0 0 0 0,0 0-1 0,0 0-2 16,0 0 4-16,0 0-3 0,0 0 6 0,0 0-4 0,0 0-1 0,0 0-2 15,0 0 4-15,0 0-3 0,0 0 0 16,0 0 0-16,0 0 0 0,0 0-1 0,0 0 2 16,0 0 1-16,0 0-3 0,0 0 1 0,0 0 1 15,0 0 3-15,0 0-3 0,0 0-1 0,0 0 4 16,0 0-1-16,0 0-6 0,0 0 3 0,0 0-3 0,0 0-1 16,0 0 4-1,0 0 1-15,0 0-2 0,0 0-2 0,0 0 5 16,0 0-6-16,0 0-1 0,6 3 4 0,-6-3 2 15,0 0-4-15,0 0 4 0,0 0-2 0,0 0 6 16,3 2 1-16,-3-2-9 0,0 0 7 0,0 0-3 16,0 0 1-16,0 0 0 0,0 0 0 0,0 0-1 15,0 0-1-15,0 0 0 0,0 0-3 0,0 0 4 16,0 0-2-16,0 0 3 0,0 0-1 0,0 0-6 0,0 0 2 0,0 0 3 16,0 0-2-16,0 0 0 0,0 0 3 0,0 0-2 15,0 0-1-15,0 0 3 0,0 0-2 0,0 0 4 16,0 0-2-16,0 0 0 0,0 0 0 0,12-1-2 15,-12 1 0-15,4 2-1 0,-4-2 3 0,9 2-1 16,-5-2 0-16,-4 0-2 0,14 0 0 0,-9 3-3 16,0-3 3-16,-1 2-5 15,4 0-1-15,-2-2 1 0,-1 0-1 0,3 2 4 16,-3-2 0-16,-5 0-4 0,9 1 4 0,-5 0 0 16,-4-1 7-16,8 0-6 0,-8 0 0 0,3 3-2 15,-3-3 2-15,0 0 0 0,7 1 3 0,-7-1-8 16,0 0 8-16,0 0-1 0,0 0-2 0,5 0 2 15,-5 0-2-15,0 0 0 0,0 0-2 0,0 0 4 16,10 0 3-16,-7 3 0 0,-3-3-4 0,0 0 2 0,7 0 0 0,-7 0 3 16,0 0-4-16,0 0 5 0,9-3-1 0,-9 3-1 15,0 0 1-15,8 0 2 0,-8 0-6 0,0 0 5 16,6-1-5-16,-6 1 2 0,0 0-1 0,9 0-1 16,-9 0 0-16,0 0 4 0,11-2-3 15,-11 2 2-15,8 0 0 0,-8 0-3 0,8 0-2 0,-3-1 3 16,-5 1-2-16,9 0 5 15,-9 0-4-15,10-2 1 0,-10 2 1 16,8 0 2-16,-5-1-4 0,-3 1 3 0,7 0-1 16,-7 0-5-16,9 0-1 0,-9 0 5 0,8 0-2 15,-8 0 4-15,6 0-5 0,-6 0-1 0,8 1 0 0,-8-1 2 16,6 1 1-16,-6-1-2 0,5 1 0 0,-5-1 2 16,7 0 1-16,-2 1 1 0,-5-1-1 15,9 2 0-15,-4-1 1 0,0-1-2 0,0 3 1 0,2 0-2 0,-1-2 1 16,-1-1 0-16,3 3 0 0,2-2-2 0,-3-1 4 15,-1 1-2-15,0 1 2 0,1-2-1 0,-4 1-1 16,-3-1-2-16,11 2 3 0,-5-2-1 0,0 4-1 16,-6-4 0-16,7 1 2 0,-7-1-2 0,6 1 4 15,-6-1-6-15,10-1 4 0,-10 1 1 0,0 0-3 0,5 0 4 16,-5 0 1-16,0 0-6 0,8 0 1 0,-8 0 1 0,9 0 1 16,-9 0-1-16,9-1 2 0,-9 1-3 0,5-4-5 15,-5 4 7-15,9 0 1 0,-9 0-1 0,5 5-1 16,-5-5 1-16,0 0 1 0,8 1 0 0,-8-1 0 15,5 0 4-15,-5 0-5 0,0 0 0 0,4 2 1 16,-4-2-3-16,0 0 7 0,0 0-4 0,0 0 3 16,0 0-5-16,9-1 0 15,-9 1 1-15,0 0 0 0,0 0 3 0,0 0-6 16,0 0-1-16,0 0 2 0,0 0-1 0,0 0 0 16,0 0 3-16,5 1 2 0,-5-1-1 0,0 0 1 15,0 0-9-15,0 0-8 0,0 0-22 0,0 0-18 16,0 0-24-16,0 0-11 0,0 0-20 0,0 0-56 15,0 0-117-15,0 0-306 0,-17 4 135 0</inkml:trace>
  <inkml:trace contextRef="#ctx0" brushRef="#br0" timeOffset="124110.67">27852 10824 5 0,'0'0'142'0,"0"0"-1"0,0-6 1 15,0 6 3-15,0-4 0 0,0 4-2 0,0 0 0 0,0 0-5 16,0 0 1-16,2-4-6 0,-2 4-6 0,0 0-12 15,0 0-8-15,0 0-12 0,0 0-13 0,2-5-8 0,-2 5-5 16,0 0-13-16,0 0-6 0,0 0-19 0,0 0-5 16,0 0-13-16,0 0 1 0,0 0-7 0,0 0 0 15,-4 14 5-15,1-9-2 0,0 2-1 16,-1 2-9-16,2 2 6 0,-2 1-4 16,0 2 5-16,1-2-3 0,-1 0-1 15,1 1 1-15,-2-1-2 0,2 0 1 0,1-3-3 16,-1-1 3-16,2 0-1 0,-3-2-1 0,3 0 4 15,-2 0-2-15,2-2 0 0,-1 0 4 0,1-1 26 0,1 0 19 16,0-3 26-16,0 0 29 0,0 6 21 0,0-6 18 16,0 0-16-16,0 0-12 0,0 0-18 15,0 0 2-15,3-15-14 0,-1 8-12 0,1 0-3 0,-1-2-15 0,2 1-4 16,-1-1-6-16,1 1-3 0,-2 0-5 0,2 1-3 16,-2 2-3-16,1 1-3 0,-2 0-3 0,1 0-9 15,-2-1-2-15,0 5-12 0,1-4-12 0,-1 4-13 16,1-4-14-16,-1 4-17 0,3-2-2 0,-3 2-22 15,0 0-11-15,0 0-6 0,0 0 10 0,0 0 9 0,0 0 4 16,0 0 11-16,-7 13 5 0,5-8 6 0,-1 0 4 0,1 2 6 16,-3-2 2-16,1 0 3 0,1 0 5 0,1-1 6 15,0 2-1-15,0-5 4 0,1 3 1 0,1-4 5 16,-3 6 2-16,0-6 7 0,3 0 25 0,0 0 16 16,-1 6 26-16,1-6 25 0,0 0 27 0,0 0 15 15,0 0-2-15,0 0-16 0,0 0-19 0,0 0-12 16,4-17-2-16,0 10-12 15,-2-1-7-15,1 1-5 0,0 0 4 0,-1 0-20 16,2 2-2-16,0-1-6 0,-3 4-9 0,0-3 3 16,-1 5-3-16,4-3-6 0,-3-1-1 0,-1 4-18 15,2-5-17-15,-2 5-20 0,0 0-21 0,0 0-16 16,1-2-21-16,-1 2-8 0,0 0 9 0,0 0 8 16,0 0 6-16,-5 12 19 0,3-6-2 0,0-2 6 15,1 5 4-15,-3-4 2 0,0 2 4 0,4-2-1 0,-2 0 1 0,-1 0 7 16,2-1 4-16,-2-1 1 0,3-3 7 0,-2 5 9 15,2-2 2-15,0-3 21 0,-2 4 26 16,2-4 21-16,-1 2 18 0,1-2 16 0,0 0 13 0,0 0-13 16,0 0-10-16,0 0-15 0,6-10 0 0,-3 3-8 15,-2 3-3-15,3-2-6 0,-4 0 0 0,3 1-2 16,-2 0-7 0,4 2-3-16,-4 0-12 0,-1 3 2 0,3-7 0 15,-3 7-6-15,1-2-2 0,-1 2-7 0,0 0-18 0,0 0-22 16,3-3-18-16,-3 3-27 0,0 0-29 0,0 0-33 15,0 0 12-15,0 0 5 0,-7 12-23 16,2-3-45-16,0 2-76 0,-1 0-184 0,-1-2-491 16,1 3 218-16</inkml:trace>
  <inkml:trace contextRef="#ctx0" brushRef="#br0" timeOffset="125636.61">27714 11497 54 0,'0'0'89'0,"0"0"10"0,0 0-10 16,0 0-7-16,2-6-4 0,-2 6 8 0,0 0 7 16,2-2 4-16,-2 2 11 0,0-4 5 0,0 4 12 15,2-5 0-15,0 3-5 0,-2 2 9 0,0 0-3 16,0 0-13-16,0 0-3 0,4-4-9 0,-4 4-7 15,0 0-8-15,1-3-7 0,-1 3-9 0,0 0-11 0,0 0-6 0,0 0-11 16,0 0-16-16,0 0-5 0,0 0-13 0,0 0 3 16,0 0-1-16,-4 12-5 0,3-5 2 0,-5 3 2 15,-1-2-2-15,-1 7-3 0,0 0 2 0,-3 2 1 16,2 0-4-16,-1 0 1 0,1-1-1 0,-1-2 2 16,-1 2-1-16,3-4 0 0,0-1 1 0,2-2 1 15,0-1 1-15,0 1-4 16,3-5 19-16,-1 1 13 0,1-1 11 0,2 0 20 15,-2 0 27-15,3-4 23 0,-4 0 1 0,4 0-10 16,0 0-7-16,0 0-10 0,-1-13-5 16,2 6-11-16,2-3-1 0,1-1-11 0,0-2 9 0,1-3-23 15,1 0-12-15,3 0-3 0,-3 2-3 0,1 4-1 16,-2 0-2-16,0 1-2 0,-2 4-5 0,0-2-4 16,0 2-2-16,0 1-2 0,-1 0 4 0,-1 3-27 0,-1 1-15 0,4-4-14 15,-4 4 5-15,0 0 0 0,7 6 7 0,-5 1 1 16,2 1-2-16,0 1-7 0,0 0 8 0,0 3 0 15,-2 0 0-15,1 0 1 0,1 1 1 16,-1 2-14-16,1-4-11 0,0 3-11 0,0-3-15 16,-2-1-15-16,2 0-18 0,0 1-17 0,-1-3-13 0,-1-2-21 15,2-1-18-15,-3-2-30 0,3 0-191 0,-4-3-432 0,0 0 191 16</inkml:trace>
  <inkml:trace contextRef="#ctx0" brushRef="#br0" timeOffset="125837">27652 11502 67 0,'0'0'259'16,"0"0"-16"-16,0-5-22 0,0 5-24 0,5-4-23 15,-5 4-16-15,14-2-16 0,-1 2-13 0,4 0-15 16,4-2-22-16,7 2-25 0,0 0-39 0,-6 1-45 15,-3 0-53-15,3 0-66 0,-2-1-142 0,-2 1-302 0,1-2 134 0</inkml:trace>
  <inkml:trace contextRef="#ctx0" brushRef="#br0" timeOffset="126153.27">28052 11473 14 0,'0'0'223'0,"0"0"-27"0,0 0-19 0,0 0-19 16,0 0-18-16,0 0-18 0,0 0-14 0,0 0-6 15,0 10-16-15,-3-4-4 0,-1 2-10 0,-1 6-7 16,-5 4-11-16,-3 4 3 0,4 0-9 0,-5 3-5 16,-1 2-5-16,-2 1-5 0,1 0-2 0,2 1-4 0,1-4 2 0,-1 1-12 15,2-2 5-15,3-7-1 0,0 0-2 16,3-3-2-16,1-1-2 0,0-4-3 0,1 0-2 15,-1-1-1-15,2-1 2 0,2-2 15 0,-2 0 14 0,2-1 6 16,0-1 11-16,1-3-2 0,-3 5 0 0,3-5 5 16,-2 3-1-16,2-3-4 0,0 0-1 0,-2 2-6 15,2-2-8-15,0 0-7 0,0 0-21 0,0 0-61 0,0 0-64 16,0 0-44-16,-1-10-54 0,1 5-151 0,0-1-391 16,3 0 173-16</inkml:trace>
  <inkml:trace contextRef="#ctx0" brushRef="#br0" timeOffset="126422.57">28093 11780 221 0,'0'0'215'0,"12"2"-18"0,-7-1-20 15,1 1-16-15,-1 3-12 0,0-2-11 0,1 4-13 16,-3 1-11-16,1 0-9 0,-2 2-10 0,-1 2-12 15,-2 2-3-15,1-2-9 0,-2 4-8 0,0 0-8 0,-3-1-4 0,-4-1-4 16,6-3-7-16,-1 0-4 0,-2-1-5 0,4-3-1 16,-1-1-6-16,3-1-3 0,-4-1 4 0,3 1-1 15,-1-2 0-15,2 1 11 0,0-4 3 0,2 5 0 16,5-3-8-16,4 0-7 0,10-2-39 0,8 0-66 16,4-3-86-1,4-3-216-15,-1 1-415 0,4-5 184 0</inkml:trace>
  <inkml:trace contextRef="#ctx0" brushRef="#br0" timeOffset="128104.24">29880 10880 192 0,'0'0'202'0,"0"0"-18"0,2-2-17 15,-2 2-14-15,0 0-16 0,0 0-15 0,0 0-15 16,0 0-11-16,0 0-10 0,0 0-10 0,0 0-9 16,0 0-6-16,0 0-8 0,0 0-8 0,0 0-3 15,0 0-6-15,0 0-4 0,0 0-4 0,0 0-2 16,2 11-3-16,-2-11 4 0,-4 8-6 0,4-4-3 16,0 5-2-16,0-2 1 0,-1-1-4 0,1 0-4 0,-2 0 1 0,2-1-5 15,0 1 3-15,-2-1 2 0,2-1-2 0,0 1-1 16,0-5 2-16,0 5-4 0,-2-2 13 0,2-3 17 15,0 0 15-15,-2 4 19 0,2-4 25 0,0 4 22 16,0-4 11-16,0 0-12 0,0 0-9 0,0 0-4 16,0 0-5-16,4-15-11 0,-4 11-9 0,2-1-2 15,-2-1-9-15,2 0-1 16,-2 0-3-16,1 1 2 0,1 2-2 16,0-1 10-16,-2 4-19 0,0-8-9 0,3 5-3 0,-3 3-5 15,2-3-6-15,-2 3-6 0,0 0-9 0,1-4-26 16,-1 4-19-16,3-4-21 0,-3 4-19 0,0 0-13 15,0 0-12-15,0 0 1 0,0 0 8 0,0 0 11 16,0 0 8-16,-6 12 6 0,3-7 1 0,3 0 10 16,-2 1 5-16,0 0 8 0,1-2 0 0,1-2 1 0,0-2 11 15,-2 6 4-15,0-4 2 0,2 2 6 0,0-4 1 16,0 0 16-16,-2 3 25 0,2-3 23 0,0 0 25 0,-2 5 16 16,2-5 6-16,0 0-11 0,0 0-9 0,0 0-12 15,4-14 3-15,0 8-10 0,-3 0-15 0,3-2 0 16,1 1-9-16,-4-1-1 0,3 3 1 15,-4-2-9-15,2 4-4 0,0-3-3 0,-2 1 8 0,1 0-11 0,2 4-4 16,-3 1-11-16,1-4-21 0,-1 4-20 0,0-7-24 16,0 7-28-16,0 0-13 0,0 0-8 0,0 0 8 15,0 0 10-15,0 0 8 0,0 0 12 0,-1 12 7 16,-2-7 7-16,2 2 9 0,1-3 3 0,-2-1 4 0,2 3 5 16,-2-2-2-16,2-4 2 0,0 8 7 0,0-8 2 15,0 2 6 1,0-2 3-16,0 4 23 0,0-4 25 0,0 0 29 15,0 0 14-15,0 0-8 0,0 0-8 0,0 0-2 16,5-11-3-16,-1 7 1 0,0-3 7 0,0 3 8 16,-3-1-8-16,4-2 2 0,-3 1-9 0,1-1 4 15,-3 2 19-15,3 1-16 0,-2 1 0 0,2-1-12 16,-2 1-10-16,-1 3-1 0,0 0-12 0,4-5-11 16,-4 5-22-16,1-4-27 0,-1 4-25 0,0 0-29 0,0 0 3 0,0 0 11 15,0 11 2-15,0-4 2 0,0 3-3 0,-1 1-22 16,1 3-34-16,-3 3-28 0,2-2-70 0,1-4-183 15,-1 1-448-15,1-3 199 0</inkml:trace>
  <inkml:trace contextRef="#ctx0" brushRef="#br0" timeOffset="128990.69">30177 11443 281 0,'2'-4'313'15,"1"1"-17"-15,-2 2-25 0,-1 1-22 0,5-4-33 16,-5 4-21-16,4-5-21 0,-4 5-22 16,1-3-27-16,-1 3-25 0,0 0-23 0,0 0-20 0,0 0-8 0,0 0-6 0,2 11-5 15,-4-6-6-15,1 4 0 0,0 1-3 16,-4 3-4-16,0 2 3 0,-2 1-5 0,-2 8-3 16,-2-2 0-16,-1-1-5 0,-1 3-1 0,3-8 0 15,1-1-1-15,0 0-1 0,0-4-1 0,4-2 1 16,0-1-2-16,-1-3-4 0,3 2 5 0,-1-3 2 0,1 0 13 15,0-1 30 1,3-3 24-16,-2 6 31 0,2-6-4 0,0 0-13 16,0 0-15-16,0 0-7 0,8-23 1 0,-3 14-16 15,4-8-7-15,0 3-6 0,4-1-13 0,0 2-1 16,-2 0-4-16,-2 0-5 0,0 3 17 0,-1 4-22 16,-2 1-2-16,1-3-5 0,-5 4-7 0,2 1 1 0,0-1-4 15,0 3-4-15,-4 1-9 0,9 0-1 0,-9 0-7 16,10 8-10-16,-2-3-6 0,-1 4-6 0,2 0-13 0,0 6-22 15,-1-2-16-15,2 1-39 0,-2 4-30 0,-1-4-53 16,1 1-80-16,-2-5-171 0,-2-2-505 0,0-3 225 16</inkml:trace>
  <inkml:trace contextRef="#ctx0" brushRef="#br0" timeOffset="129291.4">30064 11454 278 0,'-5'1'283'0,"5"-1"-2"0,0 0 2 0,0 0-8 0,0 0-22 16,0 0-30-16,0 0-18 0,0 0-21 15,0 0-20-15,30-7-23 0,-9 5-22 0,7-1-7 16,8 0-33-16,-1-1-15 0,3 4-15 0,16-1-9 16,-2-2-2-16,-15 2-10 0,2 2-5 0,0-1-6 0,-10-1 3 0,-1 1-8 15,-9-1-2-15,-3 0-5 0,-6 1-11 0,2 0-28 16,-5 1-31-16,-3-2-26 0,-4 1-26 0,0 0-45 16,0 0-72-16,0 0-180 0,-32-2-447 0,18 1 199 15</inkml:trace>
  <inkml:trace contextRef="#ctx0" brushRef="#br0" timeOffset="134070.79">27870 8850 41 0,'-7'-2'134'0,"7"2"-38"0,0 0-25 0,-6-2-49 16,6 2-83-16,0 0-66 0,0 0 30 0</inkml:trace>
  <inkml:trace contextRef="#ctx0" brushRef="#br0" timeOffset="134402.44">27808 8852 233 0,'0'0'242'15,"0"0"-19"-15,0 0-24 0,0 0-20 0,0 0-21 16,0 0-13-16,0 0-16 0,0 0-7 0,0 0-19 16,2-8-10-16,-2 8-8 0,0 0-9 0,0 0-11 15,0 0-14-15,0 0-8 0,0 0-7 0,7-2-8 16,-7 2-9-16,0 0-4 0,0 0-5 0,0 0-2 15,0 0 2-15,0 0-4 0,0 0-5 0,0 0 6 16,0 0 4-16,0 0-11 0,0 0 1 0,0 0 4 0,0 0-5 0,0 0 6 16,0 0 4-16,0 0-4 0,0 0 3 0,0 0-1 15,0 0 3-15,0 0-5 0,0 0 2 0,0 0-10 16,0 0-29-16,0 0-57 0,0 0-51 0,0 0-213 16,1-4-380-16,-1 4 168 0</inkml:trace>
  <inkml:trace contextRef="#ctx0" brushRef="#br0" timeOffset="136259.99">27849 8857 166 0,'0'0'231'16,"-3"-3"-7"-16,3 3-15 0,0 0-11 0,0 0-15 15,0 0-16-15,0 0-14 0,0 0-13 0,0 0-16 16,0 0-16-16,0 0-1 0,0 0-15 15,0 0-14-15,0 0-12 0,0 0-5 0,0 0-13 0,0 0-12 16,0 0-13-16,0 0-12 16,0 0-19-16,0 0-8 0,0 0-15 15,0 0-5-15,0 0 2 0,0 0-4 0,0 0 9 16,0 0 2-16,-4 8 4 0,4-8-1 0,0 7-3 0,-1-4 1 16,1-3 1-16,1 5 4 0,-1-5-4 0,-1 5 4 15,1-5 3-15,0 4 4 0,0-4 0 0,0 0 11 16,0 5 14-16,0-5 10 0,0 0 10 15,0 0 19-15,0 0 15 0,0 0 7 0,0 0-2 0,0 0-9 0,0 0-6 16,0 0-10-16,0 0-11 0,0-14-3 0,0 14-17 16,-1-8-3-16,-1 3-4 0,1 1-5 0,0 1-1 15,-3 0 1-15,1-1 2 0,3 4-8 0,-7-5-3 16,-1 4 0-16,4 0 1 0,-3 1 1 0,7 0-3 0,-17 1-1 16,8 0 0-16,-3 2-1 0,2 1-8 0,4-2-12 15,-2 1-8-15,0 0-1 0,2 0-1 0,1 3-8 0,-1-3-1 16,3 0 0-16,-1 2-11 0,2 1 19 0,0-2 1 15,2 0 8-15,0 1 5 0,4-1 10 0,1-1-8 16,3 1 5-16,2-1 3 0,3-1-2 0,-3-2 6 16,4 0 5-16,-5 0-1 0,5 0 0 0,-2-2 3 15,-4-1-3-15,3-1 9 0,-5 2 11 0,-1-1 14 16,2-2 6-16,-3 1 3 16,0 1 11-16,1 0 5 0,-4-2-1 0,1 0-1 15,1 3-12-15,-4-3-1 0,1 5-8 0,-3-7-2 16,1 5-2-16,2 2-6 0,-5-5-1 0,5 5 1 15,-7-2-8-15,3 1 1 0,4 1-2 0,-6-2-9 16,6 2-10-16,0 0-12 0,0 0-14 0,0 0-9 16,0 0 0-16,-9 5 2 0,9-5 3 0,1 5-9 15,-1-5-15-15,5 5-28 0,-2-1-56 0,-1-2-140 0,2-1-314 0,-4-1 139 16</inkml:trace>
  <inkml:trace contextRef="#ctx0" brushRef="#br0" timeOffset="137246.37">25732 8961 58 0,'0'0'175'0,"0"0"-12"0,0 0-12 0,0 0-8 15,0 0-6-15,0 0-8 0,-4-3-8 0,4 3-2 16,0 0-11-16,0 0 2 0,0 0-7 0,0 0-2 15,0 0-5-15,0 0-8 0,0 0-9 0,0 0-4 16,0 0-10-16,0 0-8 0,11-4-7 0,-1 2-22 16,5 1-28-16,2-1-28 0,2 0-54 0,13-2-72 15,-4-2-162-15,2 1-341 0,-2 3 150 0</inkml:trace>
  <inkml:trace contextRef="#ctx0" brushRef="#br0" timeOffset="138248.59">24764 8357 226 0,'0'-4'234'0,"1"0"-10"15,-1 4-7-15,3-5-11 0,-2 1-16 0,-1 4-15 0,1-5-14 0,1 2-15 16,-2 3-19-16,2-2-10 0,-2 2-16 0,0 0-15 16,0 0-13-16,0 0-14 0,0 0-11 0,0 0-7 15,0 0-6-15,0 0-7 0,0 0-2 0,-4 16-4 16,3-9 6-16,-3 4-8 0,3 1 0 0,-6 2-4 16,1 1 0-16,2 4-2 0,-1-2-3 0,1-2 2 0,-1-1 5 15,1 1-7 1,3-3-4-16,-4-3 0 0,4-4 2 0,-2 0 0 15,-1 2-1-15,4-2 1 0,0-2 1 0,0 2 15 16,0-5 21-16,-1 4 29 0,1-4 28 0,0 0 14 16,0 0-5-16,0 0-16 0,0 0-12 0,15-14-8 15,-8 3-8-15,-1 2-13 0,8-5-6 0,-5-1-13 16,3 1-11-16,0 2-5 0,-3 3-4 0,-1 0-4 16,0 3-6-16,1 1 2 0,-3-3 0 0,-1 4-4 0,2 1-4 0,-1 0-9 15,2 0-5-15,-1 0 3 0,0 2-10 0,0 1 3 16,2 1-7-16,2 2-4 0,1 3-3 0,-3-3-6 15,1 1-4-15,2 1-17 0,-2 2-16 0,-1 0-23 16,0 2-22-16,1-2-35 0,-2 3-23 0,-3-5-29 16,4 1-54-16,-7 1-143 0,1-3-435 0,-2 0 192 15</inkml:trace>
  <inkml:trace contextRef="#ctx0" brushRef="#br0" timeOffset="138426.94">24820 8375 14 0,'-3'-4'231'15,"3"4"-23"-15,0-6-22 0,4 4-15 0,0-3-21 16,1 1-15-16,2 1-11 0,0 1-17 0,6 0-33 16,-4 1-20-16,6-1-50 0,2-2-52 0,0 1-81 15,-5 1-85-15,2-1-232 0,3 1 104 0</inkml:trace>
  <inkml:trace contextRef="#ctx0" brushRef="#br0" timeOffset="138727.66">25261 8216 17 0,'0'0'194'0,"0"0"-20"0,1-2-17 0,-1 2-17 15,0 0-22-15,0 0-3 0,0 0-13 0,-5 15-10 16,0-4-16-16,-3 3-6 0,1 2-5 0,0 0-10 0,-3 9-6 16,2-6-1-16,-2 9-8 0,1 0-3 0,-1-1-4 15,0 1-5-15,1-1 9 0,-3-1-10 0,6-9-1 16,-2 1-1-16,3-1-5 0,-3 0 1 16,3-3-2-16,-1-2-7 0,2-3 4 0,2-4-5 0,0 2 0 0,2-2 6 15,-4 0-5-15,3-2 4 0,1 2 18 0,0-5 3 16,-4 4 1-16,4-4 5 0,0 4 0 0,0-4-4 15,0 0-9-15,0 0-9 0,-2 3-17 0,2-3-31 16,0 0-52-16,0 0-43 0,6-11-202 0,1 5-350 0,-4-1 154 16</inkml:trace>
  <inkml:trace contextRef="#ctx0" brushRef="#br0" timeOffset="138965.87">25281 8432 236 0,'0'0'251'0,"3"-3"-23"16,-3 3-25-16,0 0-21 0,6-2-21 0,-6 2-15 0,0 0-14 0,11 5-16 15,-8-1-5-15,1-1-11 0,1 4-12 0,-1 0-8 16,1 4-8-16,-3 0-8 0,0 0-5 0,-2 0-6 16,0 7-4-16,-2-2-7 0,0-4-1 0,2 0-5 15,-2-3-6-15,-1 1 1 0,3-2-3 0,0 0-6 16,0-2 0-16,0 1-1 0,0-4-4 0,3 2 0 15,3-1-3-15,4-1-18 0,3-1-40 0,6-4-58 0,13-3-112 0,4-5-168 16,0 1-413-16,0-3 183 0</inkml:trace>
  <inkml:trace contextRef="#ctx0" brushRef="#br0" timeOffset="144899.43">25713 10853 106 0,'0'0'113'0,"0"0"-8"0,0 0-16 15,0 0-13-15,0 0-8 0,0 0-4 0,0 0-7 16,0 0 2-16,0 0-17 0,0 0 4 0,0 0-7 15,0 0 13 1,0 0 7-16,0 0 0 0,0 0-7 0,0 0 2 0,0 0 4 16,0 0-6-16,0 0-3 0,0 0-1 15,0 0-12-15,0 0-1 0,-4-4-5 0,4 4-3 16,0 0-1-16,0 0-7 0,0 0 0 0,4-4-6 16,-4 4 3-16,2-3-4 0,-2 3 0 0,2-3-7 15,-2 3-6-15,5-5 1 0,-3 0 0 0,-2 5-2 0,4-5-8 16,-2 3 8-16,0-1-1 0,2-1-5 0,-1 1 0 0,-1-2-4 15,2 3-13-15,0-3-4 0,-1 1 4 0,-1 1-8 16,3-1 7-16,0 0-11 0,-1 2 9 0,1-1 7 16,-1-1-4-16,0 0-2 0,0 1 13 0,2 1 0 15,-2-1-3-15,0-1-6 0,-2-1 8 0,2 2 0 16,0-2 9-16,1 4-7 0,0-4 1 0,-1 2 10 16,0-2-5-16,-3 2 8 15,3 1-5-15,1-1-9 0,-1 1 9 0,-1-4-1 16,2 3 6-16,-3 1 1 0,3 0-4 0,-2-5 9 15,1 5-18-15,0 0 8 0,-2-2 3 0,3 2-7 16,2-2 6-16,-2 0 6 0,-1 0-7 0,-2 1 3 16,2-1-6-16,0-1-4 0,0 1-1 0,0 0 16 15,2 0-11-15,-2-1-3 0,0 1 3 0,-1-1 7 16,3 0-3-16,-1 0 1 0,1 1-16 0,0-1 15 0,-2 0 1 0,1 0 0 16,1 1-4-16,-1 0-3 0,2-1 7 0,-3 1 3 15,1-1 0-15,-1 1-9 0,1 1-4 0,-1-2 5 16,2 3 7-16,-2-2-10 0,1-2 12 0,-1 2 2 15,0 1-5-15,0 0 3 0,0 0-10 0,2-2 7 16,-2 1-4-16,0 1 2 0,1 0 6 0,-4-2 5 16,4 2-16-1,-1 0 0-15,-1 1 0 0,-3 2 7 0,6-5 1 16,-5 2-10-16,3 2 12 0,-1-2 0 0,-3 3 5 0,2-4 2 16,1 3-5-16,-3 1-8 0,4-7 12 0,-2 5-7 15,1-1 0-15,-3 3 1 0,5-5-4 16,-1 2-2-16,-1-1 0 0,1 1 0 0,-1-2 1 15,-1 1 9-15,4 1-5 0,-1-1-2 0,0-2-1 0,0 0-5 16,0 1 12-16,-1 1-13 0,1-2-5 0,-1 1 11 0,-2-1 6 16,3 2 1-16,-1-1-5 0,1-1 12 0,-3 2-9 15,0 1 1-15,3-3-1 0,-1 1 4 0,-2 0-4 16,2 3-1-16,2-5 6 0,-4 2-6 0,3 0 1 0,-1-1-4 16,0 1 5-16,-1 1-8 0,0-1 5 15,5-2-1-15,-5 2-4 0,0 0 11 0,1-2-4 16,-1 3 4-16,-1-1-4 0,2 0-12 0,0 1 6 0,2-2 9 0,-3 1-8 15,1-1 3-15,-2 0 0 0,2 0 0 0,0 0 2 16,0 1-2-16,2-2 9 0,-2 2-12 0,0-2 10 16,-3 1-13-16,4 1 2 0,-1 0 4 0,0-2-3 15,1 3 3-15,-1-1-4 0,0 0 2 0,-2 1-2 16,2-1 4-16,0-1-2 0,0 1 3 0,0 1-1 16,1-1-7-16,2 1 7 15,0-3-3-15,1 1-6 0,-5 2 4 0,3-1-1 16,2 0 0-16,-4-2-1 0,3 2-2 0,-2-2 5 15,4 3 5-15,-2-2-7 0,0-1 8 0,0 1-17 16,-1 0 10-16,1 1 6 0,-2-2-10 0,3 2 11 16,-3 0 5-16,0-2-6 0,0 2-1 0,3-1-6 15,-2 0 7-15,2 1-6 0,1-3 2 0,-4 4 3 16,0-1-7-16,3-2 3 0,0 0-2 0,-1 2 6 0,1 0 0 0,0-2-3 16,-3 2 0-16,3-3 2 0,-1 4-4 0,-1-3-1 15,2 1 3-15,1-3-1 0,-3 6-12 0,-1-3 15 16,2-2-1-16,2 1-12 0,-2 2 15 0,-1-1 7 15,1-1-6-15,3 2-5 0,-2-4-3 0,-3 3 9 0,4 2 3 16,-4-3-5-16,3 2-1 0,-3 1-1 0,0-1 5 16,4 0-2-1,-4 1-8-15,0 0 9 0,2 0 3 0,-2-1-5 16,1 1 0-16,-1 0 7 0,2 0-12 16,-2-1 12-16,0 1-7 0,0 1 5 0,2-4-1 0,-1 4-10 15,0-2 7-15,2 0 2 0,-3-1-5 0,1 3-2 16,2-2 0-16,-2-1 7 0,0 0-10 0,1 0-3 15,3-1-2-15,-3 2-6 0,-1-4 4 0,1 2 1 16,-1 0-2-16,2 2 5 0,-1-3 7 0,1 1 0 0,2 1-3 0,-5-2-3 16,4 1 8-16,-2 1-8 0,-1-1 0 0,3 1 4 15,-4 1 3-15,-1-1-4 0,1 0 3 16,2 0 0-16,-1 0-9 0,-1 1 8 0,-1 0 6 16,0-1 2-16,1 0-1 0,0 3 0 0,-2-2-5 0,1-2 6 15,0 6 2-15,0-3 1 0,0 1-9 0,-1-1 4 16,0-2 1-16,1 2 9 0,-1-1-10 0,2 0-1 0,-1 1 2 15,0 0-2-15,1-2-3 0,-1 2 0 0,1-2 9 16,-1 1-9-16,2 1 1 0,0-2-5 0,-1 2 6 0,-1 0-3 16,1-1 1-16,-1-1-6 0,1 4-1 15,0-3 7-15,-1 1 3 0,1 1-6 0,-1-2 4 16,1 0-6-16,1 1 6 0,1 0-4 0,-2-2 4 16,0 3 3-16,2-2 1 15,-1 0-1-15,0-4-3 0,2 6 7 0,-3-2-2 16,2-2 3-16,-1 3-2 0,0-4-1 0,-1 3 0 15,2-2-1-15,-2 0-6 0,3 1 11 0,-2 0-9 16,-1-1 5-16,2-1 0 0,3 2-4 0,-3-2 5 16,2 0-7-16,-2 1 4 0,2 0 5 0,0 0-21 15,0-1 16-15,0 1 2 0,1-1-3 0,0-1 3 16,-4 1-2-16,3-1 6 0,0 2-14 0,0-1 3 0,0 1 7 0,-1 0-14 16,-2 0 11-16,1 2-2 0,-2 0-5 0,2-2 5 15,-3 2-6-15,1 0 2 0,0 1 0 0,1-1-2 16,-1 1 5-16,0-1 2 0,1 0 4 0,-2-1-4 15,0 4 1-15,0-3-2 0,0 1 1 0,-1-1 0 16,4 0 2-16,-4 0-2 0,1 2 4 0,1-2 4 16,1 0-1-1,-2 1-2-15,-1-2 5 0,4 2 6 0,-4-1-2 16,3 1 4-16,-3 0-2 0,1-1-3 0,0 1 5 0,2-1-8 16,-2 1 3-16,1-2-9 0,-1 1 6 0,0 1-6 15,1 2-2-15,-1-3 2 0,2 0-5 0,-1 0 9 16,-1 0-7-16,3 1 11 0,-1-1-13 15,-2 1-8-15,2-2 10 0,-2 2-4 0,0 1 7 0,1-2-5 16,-1 0-1-16,1 0 4 0,-1 3 2 0,0-3-2 0,0 1 6 16,-2 1 2-16,1 0 0 0,1 1-2 0,-1-2-2 15,0 1-4-15,-3 3 4 0,5-5 0 0,-1 2 1 16,-4 3-4-16,5-3 5 0,-3 0-4 0,1 0 4 0,1 0 2 16,-1-2-6-16,0 1 1 0,1-1-3 0,1 0 2 15,-2 2 3-15,1-1-4 0,1 1-1 16,0-4 0-16,-1 2-5 15,0 3 5-15,-1-1-1 0,2-2-1 0,-1 1-2 16,-1 1 0-16,-1 1 5 0,2-1 1 0,-4 3 1 16,4-5-1-16,-3 2 0 0,-1 3-1 0,4-4 3 15,-4 4 1-15,0 0-2 0,0 0 1 0,2-4-1 16,-2 4 0-16,0 0 3 0,0 0-2 0,0 0-3 16,4-1-2-16,-4 1-4 0,0 0 3 0,0 0-11 0,0 0 12 15,4-4 1-15,-4 4-4 0,0 0 2 0,0 0 0 0,0 0-3 16,4-3 4-16,-4 3-4 0,0 0-2 0,4-2 1 15,-4 2 3-15,0 0-3 0,3-3 3 0,-3 3-3 16,2-2 1-16,-2 2 1 0,0 0 1 0,4-3 0 16,-4 3-5-16,0 0 9 0,0 0-2 0,4-2 1 15,-4 2-3-15,0 0 0 0,0 0 0 0,0 0-2 16,0 0 1-16,0 0-2 0,0 0 3 0,1-4-3 0,-1 4 4 0,0 0 6 16,0 0-6-16,0 0 1 0,0 0 0 0,0 0-1 15,0 0 3-15,5-3-2 0,-5 3-1 0,0 0-2 16,0 0 7-16,1-3-1 0,-1 3-3 0,0 0 0 15,0 0-1-15,0 0 2 0,4-2 3 0,-4 2 2 16,0 0 0-16,0 0 3 0,0-4 3 0,0 4-1 16,0 0 2-16,0 0-7 15,0 0 6-15,0 0-6 0,0 0-3 0,5-2 4 16,-5 2-3-16,0 0-1 0,4-4-3 0,-4 4-1 16,3-2 1-16,-3 2 1 0,2-3 2 0,-2 3-4 15,0 0-1-15,4-2 2 0,-4 2-2 0,0 0 1 16,4-3 0-16,-4 3-1 0,0 0-2 0,4-2 0 15,-4 2 1-15,0 0-2 0,0 0 6 0,0 0 1 16,0 0-2-16,0 0-2 0,0 0-1 0,2-2-3 0,-2 2-7 16,0 0-11-16,0 0-12 0,0 0-19 0,0 0-15 0,0 0-28 15,0 0-35-15,0 0-15 0,0 0-22 0,0 0-170 16,0 0-362-16,0 0 161 0</inkml:trace>
  <inkml:trace contextRef="#ctx0" brushRef="#br0" timeOffset="148833.57">27852 8947 76 0,'0'0'151'0,"0"0"-1"0,0 0-5 16,0 0-14-1,0 0-1-15,0 0-14 0,0 0-7 16,0 0-10-16,0 0-7 0,-3-3-12 0,3 3-6 0,0 0-11 15,0 0-3-15,0 0-8 0,0 0-8 0,0 0 1 16,0 0-7-16,0 0-3 0,0 0 0 0,0 0-5 16,0 0 0-16,0 0-5 0,0 0 2 0,0 0-3 15,0 0-10-15,0 0 1 0,0 0-5 0,0 0-1 16,0 0-2-16,0 0 0 0,0 0-5 0,0 0 7 0,0 0-3 0,0 0-2 16,0 0-5-16,0 0 3 0,0 0 2 15,17 3-3-15,-13-1 0 0,1-2 1 0,-1 3-4 16,-4-3 3-16,10 2 1 0,-7 1-3 0,3-2 2 0,-2 5-3 15,-1-5 1-15,1 0 4 0,1 2-6 0,-2-1-2 16,1 3 1-16,0 0 0 0,1-3 2 0,1 0-2 16,-3 0 1-16,2 3 2 0,-1-3-1 0,1 1 5 0,-1-1-6 15,0 2 0-15,0 0-1 0,-2-1 3 0,2 0-1 16,1 0 0-16,-1 0 5 0,0 0-4 0,0-1 1 16,-3 0 1-16,4 1-1 0,-1-2-6 0,0 1 2 15,0 2-1-15,-2-2 5 0,3-1 2 0,-1 1-6 16,0 0 1-16,0 1 7 0,0-1-7 0,-4-2 3 0,7 6-7 15,-4-4 7 1,1 2-2-16,1-1 1 0,-3 2 2 0,1-2 5 16,-3-3-6-16,9 2-4 0,-4 2 7 0,0 0-3 15,-1-3-2-15,0 2 7 0,0-1-4 0,0 3-3 16,1-3 1-16,1 1 0 0,-2 1 4 0,1 1 1 16,-3-1-8-16,4 0 4 0,-2-3 0 0,2 2-3 15,0 0 4-15,-5 1 4 0,5-1-11 0,-3 1 5 16,0 0 4-16,0 0-6 0,0-1 3 0,2 2-3 0,-1-1 2 0,0-1 2 15,0 2-7-15,-3 0 10 0,3-1-8 0,0 1 2 16,0-4 3-16,-2 3 1 0,3 0-2 0,-2-1 1 16,1 0-1-16,-2-1-9 0,1 0 15 0,-3-2-3 15,5 5 0-15,-2-4-6 0,-1 3 4 0,1-3-2 16,2 3-1-16,-3-2-1 0,1 1 3 0,-3-3 1 16,5 5-1-16,-1-3 1 15,0 1 2-15,0 0-4 0,0 1-3 0,-1-2 8 16,0 4-4-16,1-4 2 0,1 2-2 0,-1 1 1 15,-1-2 3-15,1 1 1 0,0 0-2 0,0 1 0 16,1-1 4-16,-1 0 0 0,0 1-2 0,0 0 1 16,-1 0-3-16,1 1 0 0,0-2 0 0,0 1 0 15,0-1 2-15,-1 1 1 0,1 0-1 0,-1 0-1 16,-1-1-3-16,2-1 3 0,0 2-3 0,-2-1 1 0,2-1-1 0,0-1 3 16,-2 2 0-16,0-1-3 0,-2-3-6 0,5 4 5 15,-1 0 0-15,-3-2 2 0,3 1-3 0,0-1 0 16,1 1 4-16,-4-1-2 0,3 1 0 0,0-1-1 15,-3 1 3-15,3 1 2 0,0-1-9 0,-3 0 0 16,3 1 6-16,1-2-3 0,-1 3 4 0,0-1-4 16,0 0 2-16,-2 0 2 0,2 0 0 0,1 0-1 0,-1-2-3 15,1 3 1-15,-1 1 1 0,-3-3 1 0,3 0-4 16,0 2 2-16,1 0 1 0,-2-1 3 0,-1-2 0 0,2 1-4 16,0 2 2-16,0-1-6 0,-2-1 5 15,1 0 0-15,-1-3 1 0,2 5 1 0,0-1-2 16,-3-1-4-16,3 1 5 0,-4-4 1 0,5 3-2 15,-4-1-2-15,2 1 1 16,0 2 0-16,0-3 3 0,1 1-7 0,0 1 5 16,-1-3 1-16,-1 5-3 0,1-3 3 0,2 2-2 15,0-2 4-15,-1 1-7 0,-2-1 2 0,2 1-1 16,-1 0 1-16,1 0-1 0,0 0 2 0,-1-1 1 0,2 0 5 16,-3 0-5-16,2 1 2 0,-1-2 0 15,1 2-3-15,1-1 2 0,-1 0-1 0,1-1-3 16,0 1 2-16,-1 1 4 0,0-3-7 0,0 3 2 0,-1-1-1 0,0-1 2 15,2 5-9-15,-1-5 12 0,0 1 0 0,-3 1-2 16,3 1-1-16,1-2 2 0,-1 0-3 0,-4 4 2 16,5-3 0-16,-1-1 1 0,0 2-5 0,-2-2 6 15,1 3-3-15,1-3-1 0,-3 0 8 0,4 1 1 16,-1 1-6-16,-1-3-1 0,2-1-1 0,-2 3 0 16,1-1-1-16,-1-1 2 15,1 2-1-15,1 0-1 0,-1-2 1 0,0 0 1 16,-1 3-4-16,2-2 3 0,-1 1 1 0,0 1 1 15,0-1-4-15,0 0 3 0,0-2-6 0,2 3 4 16,-2 0-2-16,0-3 12 0,1 5-11 0,-1-5-1 16,-2 1 4-16,2 2 4 0,2 2-7 0,-3-4 0 15,1 2 3-15,-2 1-5 0,2-1 6 0,-1-2-2 16,1 5-3-16,0-3 3 0,-1-1 0 0,2 3-1 0,-1-2 0 0,0 0 0 16,1 0 1-16,-1-1 4 0,-3-1 0 0,3-1 1 15,1 2-5-15,0-2 2 0,-1 3-2 0,0 0-3 16,0-3 2-16,-2 1 3 0,2-2-1 0,3 2-4 15,-4 0 4-15,1 2 0 0,1-3-1 0,-1 1 1 16,-1-2 1-16,1 3-4 0,-2 2-2 0,1-4 3 16,-2 1 1-16,7 2 4 15,-6-4-10-15,3 3 5 0,-1 0 5 0,-1 0-7 16,-2 0 6-16,3 1-4 0,1-1 2 0,-1 0 0 16,1 0-3-16,0 0 1 0,0-1 3 0,-1-1-1 15,1 3-1-15,0 2 0 0,-1-6 4 0,0 5-1 16,0-1-6-16,0-2 1 0,-2 4 4 0,3-2-9 15,-2-1 4-15,4 0 3 0,-3 1 0 0,1-1-1 16,-1 1 4-16,-2 0-1 0,1-1 3 0,1 1-9 0,1-2 2 0,-4 1 7 16,3 1-3-16,0-2-5 0,1 2 8 0,-1-1-5 15,-3-1-4-15,3 2 7 0,0 0-3 16,2-1-1-16,-2 1 3 0,0-1 1 0,1-1-5 16,0 1 1-16,2 0 6 0,-2 0-2 0,0-2-3 0,0 3 0 15,-1-2 8-15,1-1-13 0,-1-1 4 0,-3 3 5 16,4-1-3-16,0-1-1 0,-5-2-1 0,4 5-4 0,1-2 6 15,-1-1 2-15,0 2 2 0,-1-1-6 0,-3-3 0 16,6 3-3-16,-4 1 5 0,-2-4 4 0,8 2-4 0,-5 3-1 16,1-4-2-16,-3 1 1 0,3 0 0 15,0 1 3-15,-1 1-1 0,0-2-2 0,1 2 3 16,-2-1 1-16,2 2 3 0,0-1-2 0,0-1-4 16,-2 2 4-16,1-1-8 15,1 1 6-15,-1-1-1 0,1 1 5 0,-1-2-5 16,1-1 0-16,-2 2 0 0,2 0 4 0,-3 0-4 15,1-1-2-15,2-1 3 0,-1 2-1 0,1-1 0 16,-1 1 1-16,1 0-2 0,-1-3 1 0,1 3 0 16,0-2 0-16,1 3 1 0,-3-3 1 0,5 1-3 15,-3 1 1-15,-1-3-1 0,3 4-5 0,-1-2 4 16,-1 0 0-16,2 0 0 0,-2 2 1 0,1 0 0 0,0-1 4 0,2-2-8 16,0 4 5-16,-3-1 1 0,4 0 0 0,-2 2-2 15,-1-2 1-15,2 1 2 0,-2-2 2 0,0 2-5 16,0 2 2-16,-1-3 2 0,2 2 0 0,1 2-3 15,-2-4 3-15,1 3 0 0,-2-1 0 0,0-1-2 16,2 2-1-16,-2-3 4 0,-1 2-2 0,0 1 3 16,1-6-5-16,0 3-1 15,1 0 4-15,-1 1 0 0,1-2 5 0,0 0-7 16,0 2 0-16,-1 1 0 0,0-3-1 0,1 1 2 16,4 2-5-16,-6-1 4 0,4 1 1 0,1 0 2 15,-3-2 0-15,-1 2-1 0,6 1-1 0,-5-2 1 16,2 1-3-16,-2 1 3 0,2-3-1 0,-3 1-1 15,0-3 1-15,0 4 1 0,1-2 3 0,-1-1-5 16,0 3 1-16,1-5 0 0,-1 2-1 0,-1-1 2 0,3 3 7 0,-1-3-9 16,-1-1-3-16,0 1 3 0,2 3 5 0,0 1-1 15,-2-5 0-15,0 3 0 0,0 2 1 0,0-3 2 16,0 1-8-16,0-1 4 0,-1 1 1 0,0-1 2 16,-1 3-4-16,3-2 3 0,-2-2-1 0,1 1 0 15,-2-2-2-15,-2-2-4 0,4 5 3 0,0-2-1 16,-2-1-3-16,0 3 2 0,0-3 2 0,-2-2-1 0,0 0 1 0,3 5-1 31,-3-5-4-31,2 3 3 0,-2-3-2 0,4 2 5 16,-4-2-4-16,4 3 1 0,-4-3 1 0,0 0-4 15,1 3 4-15,-1-3-3 0,6 4 1 0,-4-2 5 16,-2-2-5-16,5 3 0 0,-5-3 2 0,1 2-1 16,-1-2-3-16,2 4 5 0,0-1-1 0,-2-3-3 15,4 3-1-15,-3 0 1 0,3-1 3 0,-4-2-5 0,5 2 6 16,-2 1-1-16,-3-3-3 0,6 2 2 0,-2 0 2 15,-4-2-3-15,5 5 2 0,-1-3-1 0,-3-1 1 16,-1-1-2-16,8 2 3 0,-7 2-6 0,3-3 6 16,0 4 0-16,-4-5-6 0,6 2 3 0,-3 1 3 15,-1-2-2-15,-2-1-1 0,3 3-2 0,-3-3 4 0,4 6 0 16,-3-2 1-16,3-3-3 0,-4-1 0 0,3 3 0 0,-3-3 1 16,0 0-3-16,6 1 1 0,-5 3 0 0,-1-4 2 15,4 3-2-15,-4-3 0 0,0 0 3 0,0 3 0 16,0-3 0-16,2 4-4 0,-2-4 5 0,3 3-5 15,-3-3 4-15,0 0-1 0,0 0-1 0,5 3-2 16,-4-2 3-16,-1-1-1 0,0 0 1 0,4 5-2 16,-4-5 1-16,4 3 1 15,0-3 0-15,-3 4-3 0,-1-4 1 0,0 0 0 16,4 1 1-16,-4-1 0 0,0 0 2 0,0 0-1 16,3 4-1-16,-3-4 6 0,0 0-1 0,0 0-1 15,0 0 3-15,0 0-1 0,0 0-5 0,0 0-1 16,0 0 3-16,0 0-3 0,0 0 3 0,1 4-3 15,-1-4 1-15,2 4 3 0,-2-4-3 0,0 0 0 16,0 0 5-16,-1 4-6 0,1-4 1 0,1 3 0 0,-1-3 1 0,0 0-8 16,3 3 8-16,-3-3-2 0,0 0-1 0,0 0 4 15,0 0 1-15,0 0-6 0,-1 4 4 0,1-4-1 16,0 0 0-16,0 0 1 0,0 0-6 0,0 0 8 16,0 0-3-16,0 0-1 0,0 0 1 0,2 3-1 15,-2-3-1-15,3 2 4 0,-3-2-3 0,1 5-1 16,-1-5 4-16,0 0-4 0,0 0 4 0,5 2-5 0,-5-2 3 0,0 0 2 15,0 0-2-15,0 0-4 0,0 0 0 0,0 5 2 16,0-5 5-16,2 3 3 0,-2-3-5 0,0 4 3 16,0-4-2-16,0 0-7 0,0 0 9 0,0 0 1 15,2 4-4-15,-2-4 0 0,2 4 0 0,-2-4-3 16,0 0 3-16,0 0-2 0,0 0 3 0,0 0-3 16,0 0 3-1,0 0 3-15,0 0-4 0,0 0 0 0,0 0-1 16,0 0-1-16,0 0 0 0,-2 3 4 0,2-3 0 0,0 0-3 15,0 0-2-15,0 0-1 0,0 0 7 0,0 0-4 16,0 0 1-16,0 0 1 0,0 0-3 0,0 0 0 16,0 0 1-16,0 0-2 0,0 0 1 15,0 0 0-15,0 0-2 0,0 0 2 0,0 0 0 0,0 0 1 16,0 0-2-16,0 0 3 0,0 0-5 0,2 4 1 0,-2-4 1 16,0 0-1-16,0 0 7 0,0 0-2 0,0 4-3 15,0-4-3-15,2 3 3 0,-2-3 0 0,0 0 0 16,0 0-3-16,-4 5 0 0,4-5 1 0,-1 3 4 0,1-3-3 15,-1 3 4-15,1-3-4 0,-2 4 3 0,1 0-4 16,1-4 1-16,0 0 0 0,0 6 2 16,0-6-2-16,1 2 3 15,-1-2 3-15,0 0-4 0,0 5-1 0,0-5-1 16,2 4 1-16,-2-4 0 0,0 0 2 0,0 0-2 16,0 0 1-16,0 0 2 0,0 0-2 0,0 0-2 15,0 0 3-15,0 0-2 0,0 0-2 0,0 0 2 16,0 0 1-16,0 0-3 0,0 4 1 0,0-4 1 15,1 4 2-15,-1-4-2 0,0 0-1 0,5 0 1 0,-5 0-2 16,0 0 3-16,2 4 0 0,-2-4 2 0,0 0-3 0,0 4 0 16,0-4 3-16,0 0-4 0,0 0 2 0,3 4 1 15,-3-4 2-15,0 0-4 0,0 0 0 0,0 0 0 16,0 0-2-16,0 0 4 0,0 0-1 0,0 0-2 16,0 0 2-16,0 0-1 0,0 0 2 0,0 0-1 15,1 3-2-15,-1-3 0 0,0 0 0 0,0 0 0 16,0 0 1-16,0 0 0 15,0 0-3-15,0 0 0 0,0 0 0 0,0 0-3 16,0 0-10-16,0 0 1 0,0 0-3 0,0 0 3 16,0 0 7-16,0 0-7 0,0 0 2 0,0 0 4 15,0 0-1-15,0 0 3 0,0 0 3 0,0 0 1 16,0 0-4-16,0 0 4 0,0 0 3 0,0 0 0 16,0 0 0-16,0 0-3 0,0 0 5 0,0 0-6 15,0 0 6-15,0 0 0 0,0 0-4 0,0 0 3 0,0 0-4 0,0 0 4 16,0 0-5-16,0 0-1 0,0 0-5 0,0 0-13 15,0 0-14-15,0 0-25 0,0 0-66 0,0 0-225 16,0 0-381-16,0 0 168 0</inkml:trace>
  <inkml:trace contextRef="#ctx0" brushRef="#br0" timeOffset="153513.54">26080 11182 49 0,'0'0'109'0,"-4"-2"-13"16,4 2-10-16,0 0 0 0,-4-1-6 0,4 1-7 16,0 0 1-16,-6-4-28 0,6 4 6 0,0 0-2 15,-10-1 2-15,6 0-19 0,4 1 1 0,-9 0-6 16,9 0 1-16,-9 0 2 0,9 0-11 0,-10-1 2 15,3 1-2-15,7 0-22 0,-9 1 22 0,9-1 4 0,-10 0-10 0,5 1 4 16,5-1-6-16,-9 1-2 0,4 2-8 16,-1-2 9-16,-1 0 2 0,4 1-10 0,3-2 4 0,-9 4 2 15,5 0-7-15,-2 0-1 0,3-1-1 0,-2 0 0 16,0 3 4-16,1-2 2 0,-1 3-3 0,1-5-6 16,0 5 3-16,0 0-2 0,0 2 3 0,-1-1 5 15,1-1 10 1,2 3 1-16,-1-1-9 0,1 1 9 0,-1-1-4 0,0 1-1 15,1-1-10-15,1 1 5 0,-3 1 1 16,3-2 0-16,-2-2 3 0,2 4-6 0,-2-4 3 16,2 3-3-16,0-3 4 0,-1 3 0 0,2-4 2 15,0 2-2-15,0 0 3 0,0-1 5 0,2-1 0 0,-1 2-3 16,0-3-8-16,1 6 6 0,0-4 0 0,1 0 0 16,0 3-1-16,1 0 3 0,0 1-6 0,0 0-7 0,-2-2 4 15,4 1-5-15,-3-2 3 0,1 1 0 0,1-1-2 0,0 1 4 16,-1-1 1-16,-1-1-7 0,1-1 7 15,0-1 1-15,-1 1-3 0,1-1 1 0,1 1-5 16,0 0 11-16,-1-1 1 0,3 1 5 0,-1-2 3 16,0 1-1-16,-2-3-3 0,1 2 8 0,-1-2 1 15,3 0 5-15,-4 2-5 0,6-1 9 0,-5-1-2 0,1-1 8 0,0 1-2 16,3 0 0-16,-2 0 1 0,1-1-1 0,-1-1-5 16,1 0 6-16,-7 0-2 0,12-1-1 0,-5 1 1 15,-2 1-3-15,-5-1-3 0,13-1 0 0,-6 0-6 16,0 0 0-16,-2-1-5 0,1 1-3 0,-1 0 8 15,-5 1-1-15,11-3 6 0,-6 0 8 0,0 0 6 16,-1 1 9-16,1-1 5 16,2 0 3-16,-3-1 0 0,1 0 1 0,-1 0-1 15,1 1-4-15,-3-3-2 0,4 4 0 0,-4-5 13 16,2 2-13-16,0 1-6 0,1 0-7 0,-1 0-1 16,-3-1-3-16,3 1-3 0,0-3-5 0,-3 2-3 15,3 0 4-15,-3 0 4 0,2-1-7 0,-2 0-6 16,1-1 13-16,0 3-10 0,-1-2-3 0,2-1 2 15,-2 2-5-15,-1-1 3 0,3-1-7 0,-2 0 3 0,-1 3-4 0,1 0-4 16,2-2-2-16,-2-1 2 0,-1 2 0 0,0-1-1 16,0 1 1-16,0-1-4 0,0 0 2 0,0 1 0 15,0-2-1-15,0 1 10 0,0-2-10 0,0 3-3 16,0-2 2-16,-1 0 0 0,1 1-3 0,0 1 2 16,-3-3 0-16,2 3 0 0,1 1-3 0,0-3 13 15,0 3-10 1,-1 0-3-16,1-2-5 0,-3 2-1 0,2 1 7 15,1 3-3-15,-3-7-6 0,2 3 0 0,1 4 4 0,0-7-2 16,-2 3-5-16,0 1 5 0,2 3 2 0,-4-8-3 16,3 5 3-16,-3-1-4 0,3 0 6 0,1 4 12 15,-2-9-12-15,0 5-3 0,2 0 5 16,-1-1-4-16,-3 1 1 0,4 0-2 0,-2 0-1 0,0 2-4 16,0-2-1-16,2 4 3 0,-3-6-5 0,-1 4 3 0,0-2 2 15,2 0-3-15,-2 0-4 0,2 1-5 0,-2-2-3 16,1 3 3-16,-1-1-5 0,0-1 1 0,1 1 0 15,-4-2 2-15,2 4-4 0,1-2 0 0,1 0 0 0,-5 0-4 16,1-1-10-16,-4 0-13 0,-1 1-13 0,-1 3-14 16,-4-4-16-16,-2 3-24 0,-1-1-39 15,-4-1-33-15,-4 2-83 16,-3-2-149-16,2 2-456 0,0-2 202 0</inkml:trace>
  <inkml:trace contextRef="#ctx0" brushRef="#br1" timeOffset="162866.41">23588 10853 47 0,'0'0'116'0,"0"0"-3"0,0-4 5 0,0 4-11 15,0 0-3-15,0 0-4 0,0 0-7 0,0 0-7 0,0-4 1 0,0 4 0 16,0 0-2-16,0-5-9 0,0 5-6 0,0 0 3 16,0 0 1-16,0 0-6 0,2-4-1 0,-2 4-2 15,0 0-4-15,0 0-7 0,0 0-7 0,0 0-4 16,0 0-1-16,0 0-10 0,0 0-2 0,2-2-4 16,-2 2-6-16,0 0 0 0,0 0-4 0,0 0-2 15,0 0 0-15,0 0-2 0,0 0-3 0,0 0-4 0,-2 11 1 0,4-7 3 16,-2-4-2-16,0 9-1 0,0-4-4 0,0 0 1 15,0 2 2-15,0-2-5 0,1 4 4 0,-1-4-7 16,0 1-1-16,0 2 0 0,3-2 0 0,-2-2-1 16,-1 1 3-16,0 0 1 0,0-2-2 0,0-3 4 15,0 7-3-15,0-7 10 0,0 2 1 0,0-2 5 16,0 0 11 0,0 6 6-16,0-6 10 0,0 0 2 0,0 0-6 0,0 0 0 15,0 0-5-15,0 0 1 0,0 0-10 0,-7-13-1 16,5 8-5-16,0 3 1 0,0-6-3 0,1 4-5 15,1-4 0-15,0 1 1 0,0 1-6 16,-2-2 4-16,0 3-4 0,2 0 0 0,0 1 1 0,-2-2-2 16,0 3 0-16,2-1-5 0,0 4-1 0,-1-5-2 15,1 5-5-15,-1-4-10 0,1 4-5 0,0 0 6 0,0 0-7 16,0 0 11-16,-6 11 2 0,4-8 1 0,2 1 3 0,-4 1-3 16,2 1 1-16,1-2 3 0,-1 4 0 0,2-4 1 15,-2 1 0-15,0 2 2 0,2-2 2 0,2 1-2 16,-4-1 2-16,2-1 0 0,0-4-11 15,-1 7-4-15,1-5 2 0,0-2-1 0,0 5 12 0,0-5-10 16,0 0 7 0,1 3 13-16,-1-3 10 0,0 0 14 0,0 0-2 15,0 0-2-15,0 0-5 0,0 0-1 0,0 0-3 16,2-15 1-16,-2 9-1 0,2-2-3 0,-2-1 0 16,2 1-3-16,-1 4 0 0,-1-4 7 0,1 3 4 0,-1 2-1 15,0-3-2-15,0 2-2 0,0 4 2 16,1-5-5-16,-1 5 0 0,2-2-11 0,-2 2-20 15,0 0-9-15,0-7-7 0,0 7 7 0,0 0 1 0,0 0-13 0,-2 14-24 16,1-9-41-16,1 2-56 0,-4-1-206 0,2 1-393 16,-2-2 175-16</inkml:trace>
  <inkml:trace contextRef="#ctx0" brushRef="#br1" timeOffset="164069.26">23196 10462 76 0,'0'0'138'0,"0"0"-6"15,0 0-12-15,0 0-20 0,-4 2-5 0,4-2-4 0,0 0-14 0,0 0-4 16,0 0-2-16,0 0 2 0,0 0-9 0,0 0 0 16,0 0 0-16,0 0 0 0,0 0 2 0,0 0-2 15,0 0 3-15,0 0-4 0,0 0 1 0,0 0-10 16,0 0 6-16,0 0-1 0,0 0-7 0,0 0 5 16,0 0-11-16,0 0 1 0,0 0 1 0,0 0-1 15,0 0 2-15,0 0 9 16,0 0-1-16,0 0-1 0,0 0-9 0,0 0-3 15,0 0-2-15,0 0-8 0,14-9-4 0,-5 5-1 16,0 0-5-16,6 1-3 0,1-4-3 0,2 0 1 16,1 4-8-16,0-4 6 0,1 0-3 0,-2 2 3 15,1-2-5-15,-2 2 1 0,2 0-1 0,-7 3 0 16,-1-4-1-16,1 1 2 0,-3 3-2 0,-2 0 0 16,0 0-2-16,-2-1 0 0,-1 3-5 0,-4 0-13 0,6-3-17 0,-6 3-24 15,6-1-24-15,-6 1-22 0,0 0-25 0,0 0-37 16,0 0-220-16,0 0-409 0,-12 7 181 15</inkml:trace>
  <inkml:trace contextRef="#ctx0" brushRef="#br1" timeOffset="164623.79">23761 10137 121 0,'2'-2'241'0,"-2"2"-15"15,3-5-19-15,-3 5-20 0,1-4-15 0,-1 4-23 0,0 0-15 0,5-1-18 16,-5 1-18-16,0 0-12 0,0 0-10 0,0 10-9 16,-2-5-5-16,-1 2-8 0,1 5-4 0,-2-2-6 15,-3 7-6-15,1-1-4 0,0 4-3 0,-1-2-1 16,1 0-1-16,-2 1-5 0,2-2-6 0,-1-1 2 16,2 0 0-16,0-6-2 0,1-2 0 0,1 0-5 15,0-3 0-15,2 2 3 16,-1-2-4-16,1-2 16 0,-1 1 28 0,0-1 29 15,2-3 33-15,-2 5 10 0,2-5 19 0,0 0-5 16,0 0-14-16,0 0-11 0,0 0-15 0,5-12-7 16,-3 2-14-16,2 1-14 0,2-1-4 0,0 0-6 15,-3 1-10-15,4 1 12 0,-4 2-24 0,0 0 4 16,1 1-8-16,0 0-9 0,0 0-2 0,-2 1 0 16,1 2-4-16,-3 2-10 0,4-4-10 0,-4 4-5 0,7 0-14 15,-7 0-1-15,14 4-6 0,-6 0 1 0,2 1-10 0,2 2-6 16,-1-1-8-16,1 3-13 0,-1-2-17 0,-2 0-20 15,3 1-15-15,-2-1-31 0,-2 1-26 0,1-4-35 16,-3 1-27-16,-1 0-219 0,-1-4-494 0,1 0 218 16</inkml:trace>
  <inkml:trace contextRef="#ctx0" brushRef="#br1" timeOffset="164839.87">23652 10106 87 0,'0'0'254'0,"0"0"-12"0,-4 0-14 16,4 0-15-16,0 0-23 0,0 0-19 0,0 0-19 16,0 0-14-16,21-7-14 0,-10 2-13 0,6 0-8 15,2 2-12-15,1-2-7 0,9-2-11 0,-8 5-14 16,1-1-24-16,-3-5-33 0,3 4-33 0,-7-1-36 0,3 1-38 15,-5 0-50-15,-2 3-179 0,0-3-360 0,-5 0 159 0</inkml:trace>
  <inkml:trace contextRef="#ctx0" brushRef="#br1" timeOffset="165156.23">24130 9975 157 0,'0'0'149'16,"-14"10"-11"-16,12-7-19 0,-5 3 0 0,2 5-15 16,0-2-4-16,-4 5-21 0,-1 2 8 0,-1 1-7 0,5 0-5 0,-7 8-8 15,4-1 2-15,2-7-10 0,-1 8-9 0,-1-5-4 16,5-2-4-16,-2-1 1 0,1 0-3 0,0 0-2 15,1-4-4-15,1-3-8 0,-1-1 2 0,2 0 0 16,1-3 0-16,-2 0-7 0,0-1 0 0,3 0-3 16,-1-2 2-16,1 1 9 0,0-4 9 0,-4 6 0 15,4-6 2 1,0 4-5-16,0-4-3 0,0 0-17 0,0 0-47 16,0 0-59-16,0 0-42 0,0 0-177 0,7-16-335 0,-3 8 149 15</inkml:trace>
  <inkml:trace contextRef="#ctx0" brushRef="#br1" timeOffset="165425.7">24186 10164 152 0,'0'0'223'0,"4"0"-16"0,-4 0-12 0,0 0-23 15,0 0-12-15,7 3-14 0,-7-3-10 16,7 4-17-16,-5-3-13 0,2 3-5 0,0-2-8 15,-2 2-11-15,0 2-3 0,-1 0-5 0,1 0-11 0,0 4-6 0,-2-1-6 16,0-2-5-16,-2-1 2 0,0 3-10 0,1-1-4 16,1-1-3-16,0-1-7 0,-2 0 3 0,2-1-4 15,0 0-2-15,0-2 0 0,0-3 3 0,-2 6-8 16,2-3-1-16,0-3 3 0,5 4 2 0,3-4-4 16,3 2 0-16,6-4-10 0,2 2-37 0,3 0-54 15,5-4-77-15,-5 1-235 16,-3-1-431-16,0 0 191 0</inkml:trace>
  <inkml:trace contextRef="#ctx0" brushRef="#br1" timeOffset="166761.63">21640 10901 90 0,'0'0'166'0,"0"-4"-7"0,0 4-12 0,0 0-11 0,-2-4-7 15,2 4-11-15,2-4-15 0,-2 4-9 0,0-6-9 16,0 6-5-16,0 0-12 0,0 0-8 0,0 0-9 0,0 0-4 15,2-3-7-15,-2 3 0 0,0 0-6 0,0 0-6 16,0 0 0-16,0 0-4 0,1 14-6 0,-1-11 2 16,0 4-6-16,0-1 0 0,0 1-2 0,-1 2 2 15,1-4 2 1,0 3-6-16,0-1-3 0,0-2 2 0,-2-1-2 16,2 1 3-16,-2-1-2 0,2-4 4 0,0 5 10 15,0 0 17-15,0-5 16 0,0 0 18 0,0 4 20 16,0-4-6-16,0 0-9 0,0 0-11 0,0 0-5 15,2-13-4-15,0 8-10 0,2-3-2 0,-4 2-3 16,1-2-4-16,1 1-8 0,0 0-5 0,-1 2 0 16,-1 0 0-16,3 2-5 0,-3 3-2 0,1-6-5 0,-1 1-2 0,4 2-8 15,-4 3-11-15,0 0-8 0,0 0 2 0,0 0 3 16,0 0 3-16,-9 14 1 0,7-8-1 0,0 1 2 16,-3 2-2-16,3-2 0 0,0 0 4 0,2-2-1 15,-4 0 0-15,3-2 2 0,-2 1 0 0,3 0 1 16,-2 0 4-16,2-4 8 0,0 3 6 0,0-3 8 15,0 3 15-15,0-3-4 0,0 0-2 0,0 0-3 0,6-9-7 0,-2 4-3 16,0-2 1-16,0 2-8 0,1-1-13 0,-1 0-10 16,1 0-14-16,-3 1-19 0,2 2-24 0,-1-1-40 15,-2 1-48-15,0 1-53 0,-1 2-204 0,0 0-443 16,0 0 196-16</inkml:trace>
  <inkml:trace contextRef="#ctx0" brushRef="#br1" timeOffset="167516.69">20730 10476 119 0,'0'0'163'0,"-5"-3"-3"0,5 3-4 15,0 0-10-15,0 0-9 0,-6-1-11 0,6 1-12 16,0 0-7-16,0 0-9 0,0 0-9 0,-7-1-8 16,7 1-6-16,0 0-8 0,0 0-11 0,-5-2-6 0,5 2-4 0,0 0-6 15,0 0 2-15,0 0 0 0,0 0-8 0,0 0 5 16,0 0 8-16,0 0 9 0,0 0 6 0,0 0 1 15,0 0-1-15,0 0-7 0,0 0-7 0,0 0-3 16,18-9-14-16,-2 3-21 0,5 1-25 0,8-4-29 16,-1-1-27-16,4 3-47 0,-1-3-73 0,-3 1-148 15,-9 1-365-15,0 1 162 16</inkml:trace>
  <inkml:trace contextRef="#ctx0" brushRef="#br1" timeOffset="168061.03">21242 10133 33 0,'0'-3'257'16,"0"3"-13"-16,1-8-13 0,-1 8-20 0,4-4-18 15,-4 4-22-15,0-3-19 0,0 3-20 0,3-4-16 16,-3 4-15-16,0 0-14 0,0 0-11 0,0 0-11 0,0 0-5 15,6 9-9-15,-6-4-6 0,3 0-4 0,-2 2-4 16,2 0-4-16,-6 1-6 0,6 1-4 16,-3 2-1-16,0-1-1 0,0 1-4 0,0-2-2 15,0-1 1-15,0-3-2 0,0 2-2 0,-3-3-1 0,6-1 6 16,-3 3-4-16,0-6 0 0,-3 5 30 0,3-5 20 0,0 4 25 16,0-4 20-16,-1 4 20 0,1-4-3 0,0 0-13 15,0 0-12-15,0 0-10 0,10-15-9 0,-9 9-10 0,3 1-8 16,0-1-8-16,-3 1-1 0,2 0-8 15,-2 1-3-15,3 0 15 0,-3 1-27 0,1 1 0 16,-2 2-12-16,2-5-4 0,3 3-2 0,-5 2-2 16,0 0-7-16,5-4-8 15,-5 4-5-15,9 0-6 0,-9 0-7 0,12 4-9 16,-3-1-9-16,-3-2-9 0,3 4-9 0,0 0-20 16,-2 2-11-16,3 1-19 0,-3 1-12 0,1 0-25 15,-2-1-9-15,-3-1-25 0,1-1-24 0,-1 0-24 16,0-1-186-16,-2-2-448 0,-1 1 198 0</inkml:trace>
  <inkml:trace contextRef="#ctx0" brushRef="#br1" timeOffset="168245.86">21126 10178 24 0,'-8'-2'242'0,"8"2"-10"0,-4-3-18 16,4 3-23-16,0 0-19 0,5-7-20 0,1 5-16 0,0-2-16 15,4-1-6-15,3 0-16 0,2-1-6 0,4 1-19 16,8-3-27-16,-5 3-25 0,-3 0-49 0,4 1-27 16,-2-1-38-16,-3 3-76 0,1-4-95 0,-4 2-286 15,-4-2 127-15</inkml:trace>
  <inkml:trace contextRef="#ctx0" brushRef="#br1" timeOffset="168577.84">21559 9958 160 0,'0'0'218'0,"3"-4"-13"15,-3 4-14-15,2-3-22 0,-2 3-17 16,5-3-12-16,-5 3-18 0,0-4-14 0,0 4-14 0,0 0-16 0,0 0-11 0,0 0-11 16,0 0-3-16,0 12-2 0,0-3-15 15,-3 3 0-15,0 0-4 0,0 5-4 0,0 1-1 16,-1 2-2-16,-1 5-5 0,-2 0-3 0,0 1-2 15,3-7 0-15,-1 1 4 0,2-1-14 0,-1-2 4 0,0 0-1 16,-1-1 4-16,5-4-5 0,-1-4-2 0,-3 0 3 16,3-3 0-1,0 1-1-15,1-1 0 0,0 0 4 0,-3-3 6 16,3 1 15-16,0-3 6 0,0 6 10 0,0-6 0 16,-1 4 3-16,1-4-3 0,0 0 1 0,0 0-6 15,0 5-5-15,0-5-2 0,0 0-19 0,0 0-39 16,0 0-44-16,0 0-32 0,0 0-33 0,5-14-25 15,-5 10-214-15,1-2-399 0,-1 1 177 0</inkml:trace>
  <inkml:trace contextRef="#ctx0" brushRef="#br1" timeOffset="171057.12">21476 10079 87 0,'-5'2'109'0,"-3"-1"-7"0,2 3-7 16,-2-4-3-16,-1 3-9 0,4 1-4 0,-4 2-5 16,0-1-10-16,-1 1-18 0,2 2 17 0,1 0-10 15,-1 1-5-15,2 0-3 0,1 2-11 0,-1-2 1 16,1 3-5-16,4-3-6 0,-3 1 1 0,3 0-1 0,2-1 0 16,0-1 1-16,2-3 4 0,1 1-5 0,2 1 0 0,3-3 3 15,-1 1-2-15,-1-3 3 0,4-2-16 0,0 0 12 16,2-3 1-16,-3-1-3 0,-1 0 8 0,0-4-2 15,0 0-1-15,0-1 0 0,-3 1-1 16,1-5 13-16,-3 3-6 0,-2-1-6 0,-2-1 3 0,3 2-4 16,-6-1-4-1,1 2-3-15,-1 1-7 0,-5 0-1 0,2 3 0 16,-3 1-2-16,-1 1-1 0,-4 4 0 0,-5 1-2 16,-1 2-7-16,-6 3 2 0,-1 3-1 0,-3 2 2 0,1 1-2 15,2 3 2-15,0 2-12 0,4-1 11 0,-1 2 1 16,2 0 4-16,4 1-4 0,1 4-1 15,1-2-3-15,2 1 4 0,6-6-4 0,2 1 2 16,3-2-5-16,1-3 3 0,2-2-4 0,5 2 1 0,0-3 5 0,2-3 1 16,-1 2-2-16,5-4 1 0,0-3 0 0,0-1 3 15,3-3 0-15,-1-1-3 0,4-4 5 0,-6 0-2 16,7-3 3-16,-4-1-1 0,-4-2 0 0,-1-3-1 16,-2 0-7-16,-1 1-6 0,-1-2-2 0,-5 0 2 0,0 5-4 15,-9-2-6-15,4-1 6 0,-3 5 5 16,-6 1-3-16,0 2 3 0,-5 1 4 0,1 2-4 0,-10 4 1 0,6 3 5 15,-6-1-3-15,7 3 0 0,-4 4-1 0,6-1-1 16,0 1 3-16,1-1-3 0,0 4 5 0,3 2-2 16,0 1 1-16,3 2 2 0,1 0-5 0,5-3 1 15,4 1 4-15,2-4 2 0,4 1 5 0,2-2-2 16,8 1-6-16,5-2 2 0,-1-2 4 0,3-2-1 16,8-3 4-16,-2-2-10 15,1-2-4-15,-1-2 10 0,2-2-7 0,-3-3-1 16,-6 3 0-16,-1-3-4 0,-5-1 1 0,3-4-1 15,-8 1-2-15,0-1 7 0,-5 2 4 0,0 2 9 16,-4-2 1-16,-3 1 9 0,2-2 3 0,-3 3-3 16,-1 2 0-16,-4 0-1 0,-3 1-3 0,3 0-9 15,-1 3 6-15,-2-1 1 0,1 1-6 0,0 2-2 16,1-1 1-16,2 3-2 0,1-2-1 0,7 2-4 0,-11 0 4 0,11 0-16 16,-5 3-8-16,2-1 2 0,3-2-21 0,0 0-39 15,0 0-53-15,17 4-133 0,-11-4-285 0,5-4 126 16</inkml:trace>
  <inkml:trace contextRef="#ctx0" brushRef="#br1" timeOffset="171874.22">21011 9912 50 0,'0'0'169'0,"-7"2"-14"0,7-2-16 0,0 0-12 16,-5 1-13-16,5-1-5 0,0 0-10 0,0 0-14 0,0 0-3 16,0 0-6-16,0 0-4 0,0 0-4 0,-10 0-4 15,10 0-9-15,0 0-2 0,0 0-8 0,0 0-8 16,0 0-3-16,0 0-5 0,-7 2-3 0,7-2 3 15,-7 2-4-15,7-2-4 0,-6 0 0 0,6 0-6 0,-7 2 0 16,7-2 1-16,-7 1 6 0,7-1 13 0,-7 0 2 16,7 0 2-16,0 0 6 0,0 0 9 0,0 0 12 15,0 0 7-15,-6 0 1 0,6 0-2 0,0 0-6 0,0 0-4 16,0 0-6-16,0 0-5 0,13-7-11 0,-3 2-2 16,0-1-9-16,7-3-2 0,-1 0-1 0,2-1-2 15,0 0-3-15,-1 1-3 0,-3 1 2 16,1 1-2-16,-3 0-1 15,-2 2-2-15,0 0-2 0,-4 1-1 0,1 1 1 16,-2 0-1-16,2-1-9 0,-4 2-6 0,-3 2-23 16,5-3-27-16,-5 3-30 0,3-2-25 0,-3 2-26 15,0 0-28-15,2-3-32 0,-2 3-168 0,0 0-390 0,0 0 173 16</inkml:trace>
  <inkml:trace contextRef="#ctx0" brushRef="#br1" timeOffset="172359.8">21440 9581 196 0,'0'-3'268'0,"0"3"-6"0,3-8-11 16,-2 6-16-16,-1 2-15 0,0 0-21 0,0-4-25 16,0 4-17-16,0 0-15 15,0 0-20-15,1-3-17 0,-1 3-21 0,0 0-21 16,0 0-13-16,0 0-8 0,0 11-6 0,-1-7-7 16,1 5-3-16,-1-1-2 0,-3 4-2 0,-4 4-1 15,3 2 1-15,-1-1-3 0,-2-1-3 0,2 0-3 16,-1-2-1-16,3-2 3 0,1 0-1 0,1-7-1 15,-3 3-2-15,4-4 1 0,0 1 2 0,0 0 16 16,-1-3 15-16,0 3 27 0,2-5 32 0,0 0 14 0,0 0-8 0,0 0-12 16,4-12-17-16,2 4-7 0,0-1-7 0,1-8-5 15,2 2-8-15,3 1-6 0,-3-3-7 0,-1 7-1 16,-2 0-10-16,3-1-4 0,-4 3-3 0,-1 1 5 16,0 1-10-16,0 0-2 0,0 3-22 0,1-1-11 15,-3 1-5-15,2 2-9 0,-4 1-9 0,9 0-1 16,-1 0-6-1,-2 4-5-15,4 0-17 0,-1 0-17 0,-1 4-20 16,1-2-25-16,-1 5-27 0,-1-4-19 0,2 3-31 0,-2 0-40 16,-5-5-192-16,1 2-476 0,-2-1 211 0</inkml:trace>
  <inkml:trace contextRef="#ctx0" brushRef="#br1" timeOffset="172660.54">21316 9605 162 0,'-5'2'250'15,"0"-2"-6"-15,0 3-5 0,5-3-6 0,-9 0-3 16,9 0-14-16,-4 1-21 0,4-1-19 0,0 0-18 15,0 0-17-15,19-12-17 0,-5 3-12 0,6 0-14 16,6-4-12-16,4 0-11 0,4-2-11 0,2 1-6 16,1 1-4-16,12-6-7 0,-16 8-5 0,-2 0-3 15,-2 4-7-15,-9-1-1 0,-3 4-6 0,-4 1-7 0,-4 1-10 0,-3-1-17 16,1 1-29-16,-2-1-26 0,-5 3-29 0,0 0-48 16,0 0-50-16,-14 10-247 0,3-6-473 0,0-1 211 15</inkml:trace>
  <inkml:trace contextRef="#ctx0" brushRef="#br1" timeOffset="178664.78">23543 12603 36 0,'0'0'59'0,"0"0"-1"0,0 0-3 15,0 0 1-15,0 0-4 0,0 0-4 0,0 0-1 16,0 0-11-16,0 0-4 0,0 0 5 0,0 0-10 16,0 0-3-16,0 0 3 0,0 0-19 0,0 0 8 0,0 0 2 0,0 0 2 15,0 0-6-15,0 0 0 0,0 0-4 16,0 0-13-16,0 0 18 0,2-4 0 0,-2 4 3 15,0 0 0-15,0 0 7 0,5-3 3 0,-5 3-4 0,0 0 12 16,0 0 4-16,0 0 0 0,0 0 1 0,0 0-5 16,1-3-2-16,-1 3-4 0,0 0-2 0,0 0-1 15,0 0 9 1,0 0 1-16,0 0 2 0,0 0 3 0,1-5-4 0,-1 5 3 16,0 0 0-16,0 0-2 0,2-4 3 15,-2 4-1-15,0 0-1 0,0 0-4 0,0 0 0 0,0 0-4 16,0 0-1-16,0 0-6 0,2-4 0 15,-2 4-8-15,0 0 3 0,0 0-3 0,0 0-3 0,0 0-2 16,0 0-1-16,0 0 0 16,0 0-2-16,0 0-5 0,0 0 0 0,0 0 0 0,0 0-1 0,0 0 1 15,0 0-2-15,0 0-5 0,0 0-4 16,0 0 1-16,0 0-2 0,0 11 3 0,0-11 1 16,0 0-2-16,0 5-6 0,0-5 6 0,0 0 0 0,0 0 5 15,0 4 0-15,0-4 1 0,0 0 6 16,0 0 3-16,0 0 8 0,0 0 3 0,-2 5 11 0,2-5-1 15,0 0-6-15,0 0-3 0,0 0-6 16,0 0 0-16,0 0 6 0,0 0-4 0,0-16-6 0,0 16 1 16,0-5-4-16,0 5-1 0,0-4 6 15,0 4-5-15,0 0-2 0,0 0-3 0,0-5 0 0,0 5 9 16,0 0-13-16,-2-4 2 0,2 4-2 16,0 0-10-16,0 0 0 0,0 0-7 0,0 0 3 15,0 0 0-15,0 0 1 0,0 0 0 0,0 0 0 0,0 0 7 0,0 0-3 16,0 0 0-16,0 0 3 0,0 0 5 15,0 0-5-15,0 0 4 0,0 0 1 0,-7 9 4 0,7-9-1 16,0 0 3-16,0 0 8 16,0 0 4-16,0 0 2 0,0 0 2 0,0 0-7 0,0 0-1 15,0 0 2-15,0 0 0 0,6-13 4 0,-6 13 3 16,3-3-3-16,-3 3 2 0,2-3-4 0,-2 3-2 16,0 0-4-16,0 0 2 0,2-4-5 0,-2 4-1 15,0 0-5-15,0 0-4 0,0 0-4 0,0 0 0 16,0 0 3-16,0 0-2 0,0 0 2 0,0 0-1 15,0 0 3-15,0 0-2 0,0 0-2 0,0 0 10 16,0 0-7-16,0 0 2 0,0 0-3 0,0 0 2 16,0 0 1-16,0 0 4 0,0 0 5 0,0 0-8 15,0 0 1-15,0 0 1 0,11 0-3 0,-11-3 4 0,0 3 0 0,0 0-6 16,4-4 3-16,-4 4-11 0,0 0-25 0,0 0-35 16,0 0-41-16,0 0-71 0,0 0-118 0,0 0-324 15,0 0 144-15</inkml:trace>
  <inkml:trace contextRef="#ctx0" brushRef="#br1" timeOffset="184262.6">23590 12599 35 0,'0'0'96'0,"0"0"-5"0,0 0-10 16,0 0-10-16,0 0 9 0,0 0-22 0,0 0-16 0,0 0 13 15,0 0-8-15,0 0-15 0,0 0 0 16,0 0 11-16,0 0-10 0,0 0-2 0,0 0-8 0,0 0 5 0,0 0-9 15,0 0-3-15,0 0 9 0,0 0-9 0,0 0-1 16,0 0-2-16,0 0-7 0,7-10 7 0,-7 10-8 16,4-2 6-16,-4 2 2 0,0 0-7 0,6-4-1 15,-6 4-2-15,4-2 5 0,-4 2-4 0,4-3 4 16,0-1-9-16,-3 1 5 0,3 1 12 0,-4 2-11 16,5-5-1-16,-1 2-10 15,-3 1 4-15,3-3-4 0,-3 3 0 0,3-2 3 16,-1 1-5-16,-1 1-3 0,2-3 5 0,-1 2-3 15,-3 3-4-15,5-5-3 0,-4 2 4 0,4-1-14 16,-2 0 9-16,-1 3 8 0,1-2 1 0,-3 3 2 16,4-5-2-16,-4 5-3 0,4-4 5 0,-2 2-3 15,-2 2 5-15,5-5-1 0,-2 0 11 0,0 3-11 16,0-1 2-16,1-1-2 0,-2 1 4 0,4-2-2 0,-2 0 6 0,1 5-6 16,0-6 2-16,0 2 0 0,0 0-7 15,0 1 6-15,-2-2-5 0,0 1-2 0,1-1-5 16,-4 5 5-16,10-5 2 0,-7 2-3 0,1 0 9 15,-2-1-6-15,-2 4-1 0,7-5 6 0,-5 3-2 16,-2 2-3-16,0 0 1 0,9-4 3 0,-9 4 2 0,3-3-3 16,-3 3 6-1,2-4 4-15,-2 4-7 0,4-4 5 0,-4 4 1 16,4-6-5-16,-1 3 0 0,-3 3 3 0,6-5-6 16,-2 0 5-16,0 0 5 0,-1 1-7 0,4-4 6 15,-5 5-9-15,6-3 3 0,-4 2-6 0,5 0 12 16,-3-1-13-16,1-2-2 0,-1 2-3 0,2-2 0 15,-3 5-3-15,0-1 2 0,0-1 5 0,-1-2 2 16,1 2 2-16,1 1-1 0,-2-1-3 0,0 0 5 0,0 0 0 0,-2 0-2 16,2 1 1-16,0-3 8 0,0 2-2 0,1-1-7 15,-2 1 7-15,0 1 0 0,1-2 3 0,0 3 0 16,0-2 1-16,0-1-3 0,0 1-3 0,1 0 2 16,-1-1 0-16,-1 2 2 0,3-3-4 0,-1 3 9 15,0-2-9-15,2 0 8 0,-2 0 3 0,1-5-7 16,0 6 1-16,-1-1 4 0,0-2-4 0,2 4-2 0,-1-4 8 15,-3 5-3-15,3-6 4 0,-1 4-7 0,-1 1 12 0,2-1-4 16,-2-4-3-16,1 6-1 0,2-3 0 16,-2 1 0-16,1-2-4 0,-1 5 5 0,0-4 1 15,-1-1-2-15,3 1-1 0,-2 0-10 0,1-1 10 16,-1 1 0-16,0 0-5 0,0 0 3 0,2 0-1 16,-3 0-1-16,3-2 9 15,-2 2-13-15,2 0 5 0,-2 0-6 0,1 0 7 16,1 0-2-16,-2-1-7 0,1 1 5 0,-1 0-3 15,-1 1 3-15,2-3-2 0,0 1 0 0,-1 3 0 16,1-2 3-16,-3-2-6 0,3 1 3 0,0-2 3 16,2 4-3-16,-3-3 2 0,3-1 1 0,-3-1 3 15,5 1-11-15,-5 1 5 0,3 1 1 0,0-2 0 16,-1 1 1-16,0 1-6 0,-1-2-3 0,2 1 4 0,-2 2 5 0,3-2-5 16,-4 1 4-16,0 2 3 0,1-1-17 0,-2 1 14 15,2-1 3-15,-2 1 7 0,1-2-8 0,-1 4-2 16,-1-4 3-16,1 2 1 0,1-3-1 0,-1 3 1 15,0-2-3-15,0 3 0 0,1-3-5 0,-1 1 1 16,2 1 3-16,-2-1 2 0,0 0-4 0,0 0 5 16,1 1 2-16,1-3-7 15,-1 1-1-15,0 2 3 0,-1-2 0 16,1 3-3-16,0 0 5 0,1-2-6 0,-3 3 0 16,1-4 4-16,2 3-3 0,-2 1 3 0,0-2-8 0,1 0 5 15,2 2 6-15,-5-1-1 0,6-1-1 0,-2-1-3 16,-2 0 2-16,1 0-1 0,2 0 1 0,0-3 0 15,0 3-4-15,-2 0 7 0,1-3-2 16,1 3 3-16,1-3-3 0,-1 4-1 0,1-4 6 0,-2 2-8 0,2 2-3 16,-2-3-1-16,2 1 5 0,-4 0-2 0,1 1-7 15,5-2 13-15,-6 4-3 0,3-4-5 0,1 1 2 16,0 2-5-16,-5 0 8 0,3-1 3 0,0 3-6 16,-2-1-4-16,1-2 4 0,-4 1 3 0,7 1-2 15,-6-2 4-15,2 0 7 0,0 1-1 0,1-3 5 0,2 3-4 16,-1 0 6-16,-1-1-5 0,3-4 1 0,-2 4 0 0,-2-2 3 15,6 2-9-15,-6-2 1 0,5 3-6 0,-1-5 5 16,1 4 0-16,-2-1-6 0,-2 2-6 0,2 0 15 16,0 0-11-16,1-2 11 0,-3 2 0 0,2 0-9 15,-2 0 2-15,2 0-8 0,-1 0 10 0,-1 0-3 16,1 0 1-16,-1 0-10 0,0 2 14 0,0-3-5 16,0 1-4-16,-1 1 13 15,2 0-9-15,-4 1 1 0,3-1 3 0,0-1-5 16,-1 3 8-16,-4 1-10 0,5-7 1 15,0 5-3-15,-5-1 12 0,4 2-5 0,1-2-6 0,-2-2 4 16,2 2-7-16,0 2 5 0,-1-4 4 0,0 2-9 16,1-1 7-16,-1-1-2 0,1 2 4 0,1 0 0 15,-1-2 4-15,2 1-7 0,-2-1 2 0,0 1-4 16,1 1 1-16,-1-2-5 0,2 1 8 0,-2 1-4 0,-1-1 3 0,1 1 0 16,-1 2-2-16,-1-4 3 0,3 4 0 0,-4-2 4 15,-2 3-5-15,7-4-2 0,-6 3 1 16,-1 1 1-16,6-4 1 0,-6 4 4 0,5-3-5 15,-2 1 1-15,-3 2-7 0,5-4 7 0,-1 1-1 0,-2 2 4 16,2-2-4-16,0 1-3 0,1-1-5 0,0-1 14 16,0 1-4-1,-1 1-4-15,0-1 8 0,-1 1-4 0,0-1-6 16,-3 3 5-16,9-4-14 0,-5 1 11 0,0 2 1 16,-1-3 1-16,3 3-1 0,-2-2 3 0,-2 1-3 0,2-1-2 15,1 2 0-15,0-5-2 0,-1 4 4 16,0-1-5-16,1 0 11 0,-1 0-3 0,1-1 1 15,0 0-3-15,0 1-7 0,-1 2 8 0,1-3-7 16,-1 1 6-16,0 0-1 0,0-1 6 0,2 1-9 0,-1-1 7 0,0 0-4 16,2 1 1-16,-3-2 4 0,3 2 0 0,-2-2-1 15,1 1-1-15,0-2 5 0,-1 3-1 0,1-3-12 16,-1 2 11-16,1 0-4 0,-3 1-3 0,1 0 9 16,0 0 3-16,-1-1-8 0,1 2 4 0,-1-1-2 15,1 0 2-15,-4 3-2 0,5-4-1 0,-1 2-1 16,-1-1-1-16,-1 1 2 15,-2 2 5-15,9-3-12 0,-4-1 3 0,-1 0 5 16,1-1-3-16,0 1-10 0,3 1 9 0,-3-3 7 16,0 3-6-16,0 0 1 0,2-1-6 0,-1-1 5 15,2 3 3-15,-3-1-8 0,0 0 2 0,0 1 3 16,0-3 1-16,2 3 0 0,-1-1-1 0,-6 3-2 16,9-3-5-16,-4 1 9 0,-1-2-2 0,1 2-6 15,3-2-9-15,-2 1 18 0,-6 3-1 0,8-6-9 0,-2 4 11 16,-1-1-2-16,2 1-5 0,-7 2-2 0,7-6 3 15,-2 4 0-15,-5 2 2 0,8-7-3 0,-5 6 2 0,2-3 2 16,-5 4 1-16,11-5 1 0,-7 1-2 0,1 1-4 16,-1-1-1-16,2 2 2 0,-2-1 0 0,0-2 5 15,1 1-6-15,-1 0 8 0,-4 4-4 0,8-7-3 16,-5 6 4-16,-3 1-1 0,7-5-1 0,-6 0-6 0,-1 5 6 16,8-5-3-16,-8 5 15 0,5-3-20 0,-5 3 0 15,5-4 2-15,-1 1 3 0,-4 3 0 0,5-3 2 16,-5 3-7-16,0 0 4 0,8-3-1 0,-8 3 6 15,5-3 3-15,-5 3-8 0,4-5 3 0,-4 5-5 0,4-3 5 16,-4 3-1-16,4-4-3 0,-4 4 2 16,0 0 2-16,8-4-6 15,-5 0-5-15,-3 4 10 0,5-5 10 0,-1 4-16 16,-4 1 7-16,6-7-5 0,-1 6 6 0,-5 1 2 16,7-4-1-16,-7 4-1 0,7-4 6 0,-7 4-12 15,4-3 5-15,-4 3 5 0,4-2-5 0,-4 2 10 16,3-3 3-16,-3 3 6 0,0 0-7 0,0 0-1 15,0 0 5-15,1-4 1 0,-1 4-1 0,0 0 1 16,0 0-3-16,0 0-1 0,0 0 2 0,6-2 4 0,-6 2-3 0,0 0 3 16,0 0 1-16,0 0-3 0,0 0 8 0,0 0-1 15,3-3 1-15,-3 3-3 0,0 0-2 0,0 0-4 16,0 0-2-16,0 0 1 0,0 0-5 0,0 0 3 16,0 0 0-16,0 0-9 0,0 0 4 0,0 0 4 15,0 0-5-15,0 0 1 0,0 0-4 0,0 0 4 16,0 0-10-16,0 0 2 15,0 0 5-15,0 0-2 0,0 0 0 0,0 0 1 16,0 0-1-16,0 0 1 0,0 0-3 16,0 0-7-16,0 0 8 0,0 0-2 0,0 0-5 15,0 0 3-15,0 0-2 0,0 0-5 0,0 0-3 0,0 0 4 16,0 0-2-16,0 0 2 0,0 0 2 0,0 0-4 16,0 0 4-16,0 0 2 0,0 0-6 0,0 0 1 15,0 0 0-15,0 0 10 0,0 0-5 0,0 0 6 0,0 0-8 16,0 0 2-16,0 0 4 0,0 0-5 0,0 0 1 0,0 0 0 15,0 0 0-15,0 0 3 0,0 0-7 16,0 0 3-16,0 0 5 0,0 0-5 0,0 0-2 16,0 0 2-16,0 0-5 0,0 0-11 0,0 0-3 15,0 0-30-15,0 0-18 0,0 0-55 0,0 0-121 16,0 0-267-16,-16 14 119 0</inkml:trace>
  <inkml:trace contextRef="#ctx0" brushRef="#br1" timeOffset="189837.89">21630 11018 45 0,'0'0'103'0,"0"0"-9"0,0 0-10 15,0 0 0-15,0 0-13 0,0 0-6 0,0 0-6 16,0 0 11-16,0 0-18 0,0 0 1 0,0 0-6 15,0 0-2-15,0 0-3 0,0 0-5 0,0 0-6 0,0 0 2 16,0 0-8-16,0 0 5 0,0 0-9 0,0 0-3 16,0 0-4-16,0 0-8 0,0 0 11 0,0 0 0 15,0 0-1-15,0 0-7 0,0 0-1 0,0 0 3 16,0 0-5-16,0 0 5 0,-4 3-2 0,4-3-6 16,0 0 2-16,0 0-12 0,0 0 20 0,0 0-7 0,0 0-3 15,0 0 0 1,0 0-4-16,0 0 4 0,0 0-3 0,0 0 0 15,0 0-1-15,0 0-5 0,0 0 16 0,0 0-16 16,0 0 5-16,0 4 2 0,0-4-7 0,0 0 12 16,0 5-6-16,2-2 4 0,-2-3-2 0,2 6-7 0,1-3 4 15,-3 1 1-15,0-4-3 0,1 4 1 0,1-2 7 16,0 3-2-16,-2-5 1 0,0 4 0 0,0-4-7 16,4 6 6-16,-3-6 0 0,-1 0-6 0,3 5 5 0,-2-2-3 15,-1-3 0-15,4 3-2 0,-4-3 1 0,1 3 2 16,2 0 4-16,-2-1 6 0,-1-2-10 0,5 4 5 15,-4-1 10-15,-1-3-8 0,7 3 1 0,-6-2-1 16,3 2-1-16,1-1 8 0,-2 1 3 0,-2-1-6 16,-1-2 0-16,5 3-2 0,-1 0-4 0,0-1 5 15,-2 1 1-15,-2-3-9 0,3 4-1 0,-3-4 3 0,1 4-12 0,3 0 13 16,-3-2-4-16,-1-2 4 0,3 4-6 0,-2 0 5 16,-1-4-1-16,3 5 0 0,-2-3 2 0,2 2-5 15,-3-4 6-15,5 4-5 0,-4-1-1 0,0 0 0 16,-1 0 1-16,0-3-3 0,7 4 5 0,-6-1-8 15,-1-3 13-15,1 3-5 0,2 1-9 0,-3-4 12 16,2 1-8 0,-2-1 12-16,4 1-3 0,-4-1 0 0,3 3 0 0,-3-3-2 15,0 0 5-15,0 0-4 0,2 4-3 0,-2-4 3 16,0 0-4-16,3 3-1 0,-3-3 2 0,0 0 0 16,2 4 7-16,-1-1-8 0,-1-3 1 15,4 3 1-15,-1-2 4 0,-1 4-5 0,1-2-2 0,0 0 4 16,-1 2-3-16,1-4 1 0,-1 3 1 0,0 0-13 15,3-1 12-15,-5-3 4 0,3 5-5 0,0-4-5 0,-2 3 5 16,2-1 0-16,-1-2 5 0,0 3-5 0,-2-4 0 0,4 4-4 16,-2-2 6-16,2 2-5 0,-4-4 7 0,6 3-5 15,-4 0 2-15,0-1-11 0,1 2 7 0,-1-1-3 16,-2-3 4-16,4 4 0 0,-1 0 0 16,-1-2 4-16,2 2-4 0,-4-1 1 0,3 0-12 0,-1-1 17 15,3 1 0 1,-4 1-1-16,2-1-10 0,2-1 8 0,-3 2-1 15,0-2-1-15,3 0-1 0,-3 2-3 0,0-1 4 16,-2-3-4-16,6 3 7 0,-6-3-3 0,4 5-2 16,-4-5 4-16,1 0 0 0,-1 0-1 0,3 3-3 0,-3-3 0 15,1 3 5-15,3-1-5 0,-4-2 1 0,4 4-5 16,-3-1 9-16,3 0-7 0,0 0 6 16,1-2 0-16,-4 3 4 0,6 1-6 0,-5-1 0 0,2-1 1 0,1-1 4 15,-1 1-7-15,0 1 1 0,1-1 2 0,-1-1 3 16,0 1-2-16,1-1-4 0,-4 4 2 0,3-2 2 15,0-2-4-15,-2 1-1 0,1-1 2 0,-1 2-9 16,2-1 12-16,-1-1 4 0,-3-2-4 0,6 5-1 16,-2-3-6-16,0 1 6 0,0-2-2 0,1 2 2 15,-1-2-6-15,-1 2 6 0,1-1 1 0,-1 1-1 0,-1 1-1 0,4-3 2 16,-5 2-2-16,5 1-3 0,-1-3 5 0,0 2-4 16,1 1-4-16,-3-1 13 0,3 1-5 0,-3-1-1 15,2 1 4-15,-3-1-9 0,4 1 1 0,-5-1-5 16,3 1 5-16,-3 0-1 0,3 0 0 0,0-2 2 15,-2 2 2-15,0 0-5 0,3-2 1 0,-4 2 7 16,3 0-4-16,-3 2 0 16,3-5 3-16,0 3-3 0,-4 0 1 0,1 0 4 15,3 0-5-15,0-2 3 0,0 5 5 0,-3-4-10 16,0 2 4-16,3-1-2 0,0 1 3 0,1-1-8 16,-1 0 7-16,-1 0-1 0,-1 1 3 0,6 0-3 15,-6-1 1-15,2-1-5 0,0 1 7 0,-1 1-8 16,1-2 5-16,-2 2-3 0,2-2 2 0,-1 2-10 15,0-1 16-15,0-1-5 0,-1-1 3 0,1 1-6 0,-1 1 3 0,0 1-1 16,0-4-4-16,0 3 8 0,-2-4 1 0,3 6-5 16,-1-5-2-16,0 4 0 0,0-2-2 0,0 1 7 15,-1 1-3-15,3-2-2 0,-1 0 1 0,-1 0 0 16,1 3 0-16,-1-2 6 0,1-2-2 0,1 3-5 16,-2 2 5-16,2-2-6 0,-1-2 4 0,0 2-1 15,1 0 4 1,0-1-5-16,-1 3-4 0,-1-2 8 0,2 0-2 0,-1-2-6 15,1 2 7-15,-2-1-1 0,3 1 2 0,-2-2 1 16,-1 2-8-16,2-1 0 0,-1 2-2 0,-1-3 9 16,2 3-5-16,0-1 2 0,1-3-3 15,0 2 2-15,0 1 3 0,-1-1 1 0,1 1-3 0,0 2-3 16,2-3 5-16,0 2 2 0,0-2-10 0,-1 3 12 16,-2-4-1-16,1 1 0 0,3 2-2 0,-2-2 1 0,-2 1-5 15,1-2 7-15,-1 2-4 0,0 0-4 0,2-1 4 16,-1 0 2-16,-1 1-6 0,1-1 4 0,0 2 1 0,-1-3 4 15,1 1-7-15,0 2 12 0,-1-1-8 0,1 0 3 16,2-1-2-16,-3 0-2 0,2 0 2 16,-2 2-5-16,1-3 2 0,0 3-2 0,0-3 12 15,0 3-8-15,2-3 0 16,-2 2 0-16,1-1 3 0,-1 0-3 0,0 1 1 16,2 0-5-16,-1 0 6 0,-1 0-2 0,0 0 0 0,2 0-4 15,-2 2-4-15,1-5 4 0,-1 3 8 0,2 0-6 16,-1 1-3-16,-2-5 2 0,2 6 2 0,1-2 4 15,-2 0-2-15,0-2 1 0,0 2-1 0,3-1-7 16,-3 1-1-16,0 0 14 0,1-1-10 0,-2 0 0 16,1-1 0-16,0 1 2 0,0 0-1 0,-1-2 0 0,0 1-13 15,1 0 16-15,-2 2-3 0,2-1 1 0,0-1-4 16,-1-1 2-16,2 3 0 0,-2-2 0 0,1 1 1 16,-1 1-1-16,4-2 5 0,-3 1-5 0,1-1-5 15,1 4 3-15,-1-5-2 0,0 3 3 0,-1 2 4 16,3-2-3-16,1 0 4 0,1 3-3 0,-6-4 1 15,5 0-3-15,-5 2 1 0,1-2-2 0,4 2-1 0,-1 0 2 0,1 2 2 16,-4-3-1-16,4 2-2 0,-3 1 4 0,3 1 2 16,-1-3-1-16,2 1-5 0,-2 2 0 0,-1-1 3 15,2-1 0-15,-2 1-3 0,0-1 2 0,0-1-3 16,-2 2 4-16,0-4-5 0,1 1 3 0,-2-2-7 16,1 4 8-16,-1-5-9 0,-1 2 14 0,-1 2 0 15,3-1-2-15,-1-3-3 16,-3 2 3-16,3 4 4 0,1-5-14 0,-3 3 8 15,1-1-3-15,5 1 1 0,-3 0 10 16,3 2-5-16,-2-1 4 0,-2-2-5 0,4 1 2 0,-2 5 4 16,2-5 7-16,-3-1-8 0,4 3-1 0,-3-3-1 15,-1 0 3-15,0 1-4 0,1 0 0 0,0-1 1 16,2 5 3-16,-3-5-8 0,-1-3 6 0,1 6-3 16,-1-4 4-16,-1 0-8 0,1 2 5 0,1-1-2 0,0-1-1 0,-1-1 3 15,1 1 3-15,-1 0-1 0,0 0 5 0,1 0-1 16,-1-1 0-16,0 0 3 0,0 1-2 15,1 1-2-15,1-2-1 0,-2 0 0 0,2 1-1 16,-2-1-5-16,1 3 5 0,0-3 2 0,1 2-7 16,0 0 4-16,2 1-1 0,-1 0 10 0,2-1 0 0,-1 3-2 15,-2-2-3 1,3 1 3-16,-2-2-4 0,-2 0-4 0,4 2 1 16,-7-3-5-16,6 2 3 0,-3-3 0 0,0 2 3 15,0 2-4-15,0-5 0 0,-1 2 0 0,0-1-4 16,0 2 2-16,-2-2-1 0,2-1-3 0,-1 1 8 15,-1 1 7-15,3-2-11 0,-1 0 4 0,0 0 1 16,0 1 8-16,0 0 1 0,1 0 0 0,-1-1-1 16,3 1-1-16,-2-3 1 0,1 4 2 0,-1-1-5 0,1-1 0 0,-2 1-1 15,2-1-1-15,-2-1 0 0,1 1-4 0,0 0 4 16,1 0-3-16,-3 1-2 0,5-1 1 0,-3 0-2 16,-1 0-2-16,1 0 2 0,-1 0-3 0,0 1 2 15,2 1-1-15,-2-2-1 0,1 1 6 0,0-3-2 16,-2 3-6-16,-3-3 0 0,6 4 6 0,-2-2-4 15,2-2-4-15,-3 3 2 0,-3-3-5 0,5 4 5 0,-2-1 1 0,-3-3-1 16,5 2 3-16,-5-2-2 0,2 5-1 0,-2-5 3 16,3 0-3-16,-3 0-3 0,0 0 17 0,5 3-15 15,-5-3-2-15,0 0 1 0,2 1 1 0,-2-1 0 16,0 0 1-16,0 0-2 0,0 0 2 0,0 0 1 16,0 0-3-16,0 0 0 0,6 1 1 0,-6-1 1 15,0 0 0 1,0 0 0-16,0 0 2 0,0 0 2 0,0 0 0 15,0 0 5-15,0 0 1 0,0 0 3 0,0 0 0 0,0 0 2 16,0 0-2-16,0 0 4 0,0 0-3 0,0 0-2 16,0 0-3-16,0 0 0 0,0 0-1 0,0 0 3 15,0 0-4-15,0 0-4 0,0 0 3 0,0 0-2 16,0 0 1-16,0 0-2 0,0 0 1 0,3 5 2 16,-3-5-2-16,0 0-1 0,0 0 3 0,0 0-4 0,0 0-1 15,0 0-1-15,0 0-9 0,0 0-13 0,6 0-17 16,-6 0-21-16,0 0-21 0,0 0-23 0,0 0-54 15,0 0-78-15,0 0-124 0,0 0-389 0,-8-10 172 16</inkml:trace>
  <inkml:trace contextRef="#ctx0" brushRef="#br1" timeOffset="190793.45">23661 12589 61 0,'0'0'179'0,"0"0"-7"0,5-2-2 16,-5 2-11-16,5-3-14 0,-5 3-11 0,3-2 0 0,-3 2-10 0,0 0 1 15,0 0-8-15,5-3-6 0,-5 3-7 0,1-3-11 16,-1 3-8-16,0 0-10 0,0 0-7 0,0 0-7 16,3-4-5-16,-3 4-9 0,0 0-2 0,0 0-10 15,0 0-1-15,0 0-6 0,0 0-3 0,0 0-11 16,0 0-3-16,0 0-11 0,0 0-5 0,2-2-4 16,-2 2-2-16,0 0-3 0,0 0 0 0,0 0 6 0,0 0 1 15,-15 8 0-15,11-6 3 0,-2 1-1 0,1 0 2 0,1-1 2 16,-1 1-7-16,-3 2 1 0,-1-2 4 0,3 1-3 15,-2-2 3-15,-1 3-3 0,-1 0 0 16,-2 2 8-16,5-4-6 0,-1 1-4 0,-1 0 6 16,3 0-4-16,-1 0 5 0,-1-2-2 0,2 1 0 0,3 0 4 15,-1-1-4 1,1 1 0-16,3-3 0 0,-5 4 1 0,5-4 1 16,0 0 4-16,-5 2-6 0,5-2 3 0,-5 1-2 15,5-1 0-15,-5 5 2 0,5-5-1 0,-4 2 1 16,4-2 1-16,-7 3 0 0,4-1-3 0,-1 1 2 15,0-1 1-15,-1 0-4 0,5-2 1 0,-4 4 4 16,0-3 2-16,0 2-6 0,4-3-1 0,-5 2 3 16,5-2 2-16,0 0 0 0,-5 2-3 0,5-2 1 0,0 0 5 0,-5 2-7 15,5-2 4-15,0 0 1 0,0 0-4 0,-5 1 1 16,5-1 1-16,0 0 2 0,0 0-1 0,0 0-3 16,0 0 0-16,0 0 5 0,0 0-2 0,0 0-3 15,0 0-3-15,0 0 3 0,0 0-2 0,-4 2 0 16,4-2 1-16,0 0 1 0,0 0 2 0,0 0 1 15,0 0 1 1,0 0-1-16,0 0 4 0,0 0 9 0,0 0 3 0,0 0 3 16,0 0 1-16,0 0-6 0,0 0-1 0,0 0-2 15,0 0 0-15,0 0-2 0,0 0-2 0,0 0-1 16,0 0-2-16,0 0-3 0,0 0-3 0,0 0 2 16,0 0-2-16,0 0 2 0,0 0-1 0,0 0-3 15,0 0 3-15,-5 1 3 0,5-1-1 0,0 0 1 16,0 0-1-16,0 0-2 0,0 0 2 0,0 0 3 0,0 0-1 15,0 0 1-15,0 0 0 0,0 0 0 0,0 0-2 16,0 0-2-16,0 0 0 0,0 0-1 0,-8 2 1 0,8-2 0 16,-4 4-2-16,3-1 0 0,-4-1-9 0,5-2-10 15,-4 5-10-15,3-4-7 0,1-1-3 0,-5 2-15 16,5-2-13-16,-7 4-18 0,7-4-19 16,-3 3-14-16,3-3-12 0,-3 2-171 0,3-2-326 0,0 0 145 0</inkml:trace>
  <inkml:trace contextRef="#ctx0" brushRef="#br1" timeOffset="191125.41">23601 12671 123 0,'0'0'190'0,"0"0"-22"15,0 0-16-15,0 0-15 0,0 0-18 0,0 0-14 16,0 0-11-16,0 0-14 0,0 0-9 16,0 0-4-16,0 0-7 0,-17 7-6 0,12-5-7 15,-4 1-5-15,4 0-2 0,-1 1-9 0,1-1-1 0,0 1-2 16,-1-1-5-16,0-3 2 0,1 4 0 0,0-1-6 15,0-1-4 1,1 0 2-16,-1 1-14 0,1-2-16 0,4-1-22 16,-8 4-14-16,6-3-21 0,2-1-22 0,-5 1-41 15,5-1-97-15,0 0-247 0,0 0 110 0</inkml:trace>
  <inkml:trace contextRef="#ctx0" brushRef="#br1" timeOffset="194564.54">21671 11033 33 0,'4'4'88'16,"-4"-4"-4"-16,4 4-5 0,0-2-11 0,-4-2-1 16,5 3-5-16,-1-2-4 0,-4-1-6 0,5 3-2 0,-5-3-1 15,5 1-2-15,-2 4-10 0,1-4-6 0,-4-1 0 16,5 5-9-16,-4-3 4 0,3 1-6 0,0-2 11 0,-2 3-13 16,1 0 2-16,-1-2-3 0,2 1 9 0,-1 1-8 15,-1-1 3-15,1-1-1 0,1 4-2 0,1-4-1 16,-2 2 7-16,0-1-10 0,1 2 1 15,1-2-3-15,-2 2-2 0,2-1 5 16,-1 0-1-16,1 1-1 0,0 0-4 16,-1-1 2-16,-1 0 0 0,3 3-2 0,-3-3 3 15,1 1-3-15,3-1-2 0,-4 1-1 0,1 0 4 16,0 0 5-16,1-2-10 0,-1 2-5 0,-1 1 0 16,4-2 10-16,-3-1-9 0,1 1 5 0,-1 2-5 0,1-2-1 15,-1-1 2-15,2 3-7 0,-2-3 3 16,1 1-2-16,-1 0 15 0,-3 0-12 0,3 0 0 0,0-3 1 0,-1 3 5 15,-1 0-4-15,3-2 1 0,-1 2-4 0,0-1 1 16,-3 1 7-16,3 1-1 0,0-2 1 0,-1 1-17 16,-1 0 17-16,6 0-5 0,-6-2-3 0,1 2-4 15,-2 0 10-15,2 0 0 0,-1-1-10 0,0 1 10 16,-1 1-7-16,0-2 2 0,-1-3 0 0,0 6 2 0,3-1-9 16,-3 0 14-1,0-5-7-15,1 6 4 0,0-5-2 0,1 3 8 16,0-2-10-16,-1 3 3 0,3-5 6 0,-1 3-6 15,-1 1-5-15,1 2 15 0,-1-4-7 0,1 0-11 16,1 2 2-16,0 0 4 0,0 0-4 0,-1 0 7 16,1 1-7-16,0-1 2 0,0 0 5 0,0 1-1 15,-1 0-4-15,1-1 3 0,0-1-4 0,-3 2-1 16,4-1 7-16,-1 0-10 0,0-1 9 0,1 1 2 0,-1 1 3 0,1-1-11 16,-1 0 5-16,2-1-7 0,-1 2 5 0,1 0 1 15,0-1 0-15,-5 1 2 0,5 1 0 0,-2-3 4 16,2 3-6-16,0 3-6 0,-1-2 8 0,0-1-8 15,-1 3 10-15,2-3-1 0,2 3 3 0,-3-1 0 16,-1 0-4-16,1-3-2 0,-1 1 10 0,1-1-11 16,-1 1 8-16,0-1 6 15,1 2-9-15,0 1-6 0,2-3 5 0,-1 3 3 16,-2-4 7-16,2 2-14 0,0 2 3 0,0-2 3 16,0-2-5-16,-1 1 3 0,0 0 3 0,-1 0 1 15,1-1-1-15,-1-1 2 0,0 1-10 0,1-1 2 16,-1 1 2-16,-1 0-18 0,1 1 16 0,0-2-4 15,1 0 4-15,-1 3-1 0,1-1 1 0,0-2 4 16,-1 3-2-16,1-1-2 0,-1 0-3 0,0-3 3 0,-3 6 3 0,3-3-5 16,1-1 8-16,0 0-11 0,-1 1 9 0,-3 0-2 15,3-1-5-15,0 0 2 0,-3 0 6 0,3 1-3 16,1-2-1-16,-1 2-4 0,0-1 2 16,0-1 4-16,-2 1-6 0,2-1 2 0,0 0-1 0,0 1 2 15,-3-1-5-15,4 2 2 0,2-1 6 0,-5 0-1 16,2 1 1-16,2 0-2 0,1 1 1 0,-1 0-8 0,1-1 9 15,-1 0 3-15,0 1-3 0,3-2-4 0,-1 3 4 16,-2-3 2-16,0 0 1 0,0-1 1 0,0 2-11 0,-1 0 7 16,-1-1-3-16,0-1 0 0,1 1 4 0,-2-1-6 15,1 1 1-15,1-1 13 0,-3 2-13 16,3-1-2-16,-1 1 3 0,-1-1-2 0,3 0 6 16,-2 0 1-16,2 0-9 15,-2 2 9-15,1-1-2 0,0 0-5 0,2-2 6 16,0 2 1-16,-3 0-6 0,1 0 3 0,2-1-2 15,-2-1 3-15,0 1 0 0,1-2-5 0,-2 1 9 16,3 1-6-16,-2-1-7 0,0 0 9 0,-1 2 1 16,2-2-2-16,-2 1 2 0,1-2 2 0,-1 2-5 0,1 0 1 15,0 0 4-15,1-1-7 0,-1 3-1 16,1-1 2-16,0-2 7 0,-1 4-4 0,4-2-3 0,-4 0 1 0,0 0 0 16,0-1 2-16,1 2-4 0,-1-1-1 0,0 0 4 15,0-1-9-15,-3 2 9 0,2 0 5 0,0-1-11 16,1-2 6-16,-3 3-3 0,0 0 3 0,-1-3-1 15,4 3-4-15,-3-1 2 0,0 1 6 0,-1-3-7 16,2 3 6-16,-2-1-2 0,3-1 6 0,0 1-6 16,0 0-4-16,1 0-1 15,1-3 1-15,-2 3-1 0,0 0 5 0,1 2-2 16,-1-4 0-16,1 1 6 0,0 1-1 0,0 0-2 16,-1-2 3-16,3 1-5 0,-5-2 0 0,5 3-3 15,-4 0-1-15,4-2 2 0,-4 2 7 0,3-2-1 16,-1 1-7-16,0 0-1 0,-1 1-1 0,2-1-6 15,-1 0 13-15,-1 3-7 0,1-3 7 0,-1 2-3 16,3-1 1-16,-3 0 6 0,2 0-2 0,0-1 9 0,-1 1-17 0,0 1 6 16,1-2-1-16,0 1-2 0,-1 2-4 0,1-2 6 15,-2-3-5-15,-1 5 7 0,-1-3-7 0,4 0 0 16,-2-2 2-16,-2 5-6 0,0-2 12 0,2-2-4 16,-1 1-3-16,-1-2 2 0,2 1 0 0,0 1 1 15,-3-1-5-15,4-1-1 0,-5 2 9 0,5-2 4 16,-2 1-4-16,-2 1-3 0,3-1 3 0,0 1-3 0,0 1-3 0,-2-3 5 31,2 1-1-31,1 1-2 0,-1-1 3 0,-3 1-3 16,3-2 0-16,0 3 0 0,-1-2 0 0,2 1-5 15,-1 0 3-15,-1-1 3 0,2 1-1 0,-1 0 9 16,0 0 0-16,1-1 2 0,-2 1-7 0,2-2 3 16,0 3-3-16,-3 1-1 0,2-5 4 0,0 4 4 15,0-3-3-15,-1 2-2 0,-1 1-6 0,1-4 4 0,-1 2-5 16,0-1 4-16,1 1-1 0,0 2-1 0,-1-1 5 15,1-1-10-15,0-1 5 0,-1 3-2 0,2 0-3 16,0-3 8-16,0 5 1 0,2-4-5 0,-2 2 4 16,2 0-4-16,-1 1 0 0,1-3 3 0,-1 2-8 15,2 0 5-15,-4-2 0 0,3 2-1 0,-2-1 5 16,-3 1-2-16,3-2-3 0,-3 1 4 0,2-1-2 0,3 0-1 0,-4 1 5 16,0-1-9-16,-1 1 12 0,3-1-6 0,-1 1-3 15,-2 1 3-15,3 0 0 0,0-3-6 0,-3 2-2 16,4 2 9-16,0-1 1 0,-2-3-4 0,-2 2 2 15,3 0 3-15,-3-1-6 0,3 1 0 0,-4-2 7 16,4 1-6-16,-3 1 0 0,2-1 6 0,-2 2-6 16,-1-3 4-16,0-2-2 15,6 5-5-15,-4-1 3 0,-1-1 2 0,-1-3-2 16,1 5 4-16,3 0-2 0,-1-1-3 0,-2-2 3 16,3 2 8-16,0 1-7 0,-1-1-2 0,1-1 9 15,1 1-3-15,-1 1 1 0,3 0 0 0,-2-2-3 16,0 2 9-16,0-1-2 0,2 0 3 0,-3-2 1 15,3 2 6-15,-3-1 3 0,2-1-2 0,0 3 3 16,-4-5 4-16,1 3-1 0,-3-3 14 0,8 2-6 0,-8-2-2 16,3 3-1-16,-2-2-9 0,-1-1 0 0,5 3-7 0,-5-3 4 15,4 4-5-15,0-3-5 0,-4-1 1 0,4 4 1 16,-4-4 0-16,5 5-3 0,-3-2 0 0,2-3-4 16,-4 0 0-16,4 5-3 0,-4-5 4 15,3 3-5-15,-1 1 3 0,-2-4-4 0,5 2 3 16,-5-2-2-16,1 3-2 0,-1-3 0 15,4 1-1-15,-4-1 2 0,4 3-2 16,-4-3 2-16,0 0 0 0,0 0-1 0,1 4-3 16,-1-4 1-16,4 4 2 0,-4-4 1 0,3 2-1 0,-3-2-1 0,1 4-2 15,-1-4 4-15,5 3-3 0,-5 2 5 0,4-2-2 16,-4-3-5-16,5 4 3 0,-1-2-3 0,-3 1 3 16,2-1-2-16,-3-2 1 0,2 2 2 0,-2-2-2 15,4 3-1-15,-4-3 6 0,4 2 3 0,-4-2 3 16,4 1 9-16,-4-1 8 0,0 0 7 0,0 0-3 15,5 3 2-15,-5-3-3 0,0 0-3 0,0 0-4 16,4 2-1-16,-4-2 1 0,0 0-7 0,0 0-1 16,0 0-5-16,6 2 2 0,-6-2-1 0,0 0-5 15,8 0 3-15,-8 0-3 0,0 0 2 0,5 1-2 16,-5-1-2-16,0 0 0 0,0 0 0 0,4 2-1 0,-4-2 1 0,0 0-4 16,0 0 3-16,0 0-2 0,0 0 1 0,0 0-5 15,0 0-3-15,0 0-3 0,0 0-4 0,0 0-5 16,0 0-7-16,5 2-4 0,-5-2-4 0,0 0 2 15,0 0-2-15,0 0-2 0,0 0-1 0,0 0 1 16,0 0 8-16,0 0 0 0,0 0 4 0,0 0 2 16,0 0 2-16,0 0-1 15,0 0 4-15,0 0 3 0,0 0 1 0,0 0 3 16,0 0 0-16,0 0 2 0,0 0-1 0,0 0 4 16,0 0-2-16,0 0 3 0,0 0 0 15,0 0-5-15,0 0-23 0,0 0-17 0,0 0-31 0,0 0-48 16,0 0-207-16,0 0-362 0,0 0 161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30:25.70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2707 2092 45 0,'0'0'183'16,"0"0"-15"-16,2-5-9 0,-2 5-4 0,0-5-10 0,0 5-7 0,0 0-9 16,0 0-13-16,0 0-13 0,2-5-14 0,-2 5-2 15,0 0-11-15,1-5 0 0,-1 5-5 0,0 0 0 16,0 0-2-16,0 0 5 0,0 0 3 0,3-5 6 15,-3 5 1-15,0 0 4 0,0 0 2 0,0 0 0 16,0 0 1-16,0 0 3 0,0-4-14 0,0 4 0 16,0 0-3-16,0 0-3 15,0 0-2-15,0 0-4 0,0 0-2 16,0 0 2-16,0 0-7 0,4-7 3 0,-4 7-5 16,0 0-2-16,0 0-3 0,0 0-5 0,0-5-4 15,0 5-5-15,0 0-4 0,0 0-11 0,0 0-2 16,0 0-16-16,0 0-14 0,0 0-17 0,0 0-23 15,0 0-31-15,0 0-17 0,0 0 8 0,0 0 8 0,-5 21 11 16,3-9 1-16,2 5 8 0,-3 2 5 0,0 7 6 0,0 0 5 16,1-5 0-16,-2 3 11 0,4-5 1 0,-1 1 3 15,-1-3 1-15,2 0-2 0,-1 2 12 0,1-7-1 16,1 1 5-16,-1-3-1 0,0-3 1 0,0-2 3 16,-1-1 4-16,1-4 0 0,0 10 2 0,1-4 1 15,-1-6 5-15,0 0 13 0,-1 6 6 0,1-6 1 16,0 0 7-1,1 5 0-15,-1-5-3 0,0 0 2 0,0 0-3 16,0 0-5-16,0 5 2 0,0-5-5 0,0 0-6 16,0 0-17-16,0 0-21 0,0 0-19 0,0 0-133 15,0 0-274-15,4-20-490 0,-2 11 216 0</inkml:trace>
  <inkml:trace contextRef="#ctx0" brushRef="#br0" timeOffset="416.57">3065 1970 16 0,'0'-1'292'0,"0"1"-21"16,0 0-22-16,3-5-25 0,-3 5-22 0,0 0-25 16,0 0-22-16,0 0-21 0,0 0-34 0,0 0-25 15,0 0-14-15,0 0-5 0,-3 12-10 0,3-3-1 0,-1 2-6 0,-1 2-2 16,0-1-18-16,2 6-8 0,-1 1-7 0,2 0 4 16,-2 6-8-16,-2-6 6 0,2 8-2 0,-2 1 2 15,6-3-2-15,-3-6 3 0,0-3-2 0,-3-1-3 16,3 0 7-16,-2-7-4 0,2 5 1 0,0-5-1 15,0-3-2-15,0 0 3 0,-1 0 2 0,1-1 2 16,0-1 6-16,0-3 14 0,0 5 7 0,0-5 8 0,0 0 1 16,0 0-3-16,0 0 1 0,0 0-2 0,-3 8-3 15,3-8-5-15,0 1-6 0,0-1-12 0,0 0-12 16,0 0-69-16,0 0-89 0,0 0-27 0,-5-19-48 16,0 8-122-16,1-2-380 0,-1-2 170 0</inkml:trace>
  <inkml:trace contextRef="#ctx0" brushRef="#br0" timeOffset="654.54">3033 1799 280 0,'0'0'407'16,"0"0"-34"-16,0 0-26 0,0 0-29 0,0 0-30 16,-4-4-41-16,4 4-29 0,0 0-32 0,0 0-46 15,0 0-60-15,0 0-36 0,0 0-65 0,0 0-71 16,0 0-91-16,0 0-42 16,0 0-177-16,0 0-434 0,0 0 192 15</inkml:trace>
  <inkml:trace contextRef="#ctx0" brushRef="#br0" timeOffset="1017.78">2702 1845 315 0,'0'0'369'0,"0"0"-15"0,0 0-27 0,0 0-17 16,0 0-26-16,-6-4-19 0,6 4-18 0,0 0-28 16,0 0-21-16,0 0-24 0,0 0-38 0,0 0-17 15,0 0-40-15,0 0-44 0,0 0-55 0,0 0-62 16,0 0-69-16,0 0-86 0,0 0-254 0,0 0-531 16,24-1 236-16</inkml:trace>
  <inkml:trace contextRef="#ctx0" brushRef="#br0" timeOffset="2120.48">2597 1628 40 0,'-11'2'110'15,"-2"0"-14"-15,0 1-10 0,0 3-12 0,-3 0-5 16,3 1-7-16,-5 2-11 0,3 1-2 0,-3 1-12 0,3 2 7 16,-8 4-18-16,5-1 3 0,-1 5-3 15,-2 1-6-15,1 1 1 0,-1 4-3 0,3-2-4 0,-1 3-9 0,3-2 16 16,-1 3-2-16,2-4-4 0,-1 3 11 0,4 1-2 15,-1-3 4-15,0 2-6 0,3 3 5 0,1-6 8 16,-4 5-1-16,4-3-1 0,4-1 2 0,5 2-2 16,-6-3-4-16,3 3 5 0,2-10-2 0,1 8 4 15,-3-1-2-15,6-6-7 0,1 4 5 16,-1-2-2-16,5 2 2 16,-4-5 0-16,4 1 1 0,-2-2-1 0,4 0 2 15,2 0-6-15,2-1 10 0,5 2 4 0,-3-6 0 16,-1 2-5-16,8 3 2 0,2-5 6 0,2 0-6 15,-4 0-1-15,4-4 5 0,-5-3-4 0,4 2-2 16,1-1 6-16,1 0 7 0,2-1 3 0,0-4 2 16,5 0 1-16,-2 2 1 0,-1-4-1 0,1 1 4 15,1-3-3-15,-2 2 1 0,-1 1-1 0,0-5-6 0,1 2 0 0,-5-2-15 16,0 1 16-16,0-4 2 0,-6 4 6 16,6-4 0-16,-4-1-2 0,-4 2 0 0,2-1 7 15,4-4-9-15,-2 3 0 0,-4-1-15 0,6-4 17 16,-9 4-4-16,2-1-16 0,-4 0 17 0,4-1-5 15,-1-1 0-15,-2-1 0 0,3 2-6 0,-5 0-13 16,1-3 16-16,1 2-7 16,-3-1 7-16,0-2 2 0,0 2-8 0,1 1 7 15,-3-1-12-15,-1-2 2 0,1 3-7 0,-2-4-3 16,-1 0 6-16,1 2-11 0,0 0 2 16,-1-2 2-16,1 0-7 0,-3-1 4 0,3 2 4 15,-3-2-11-15,0 1 4 0,-1 0-3 0,0 1-3 0,-2-2 7 16,1 3 3-16,1-2-4 0,-3 5-1 0,-1 0 5 15,0-2-1-15,5 2-7 0,-5 0 1 0,-4-1 3 0,4-3 2 16,-1 4 0-16,1-3-5 0,-1 2 1 0,-2 0-2 16,2-2 11-16,1 0-5 0,-4-2-1 0,-1 3 5 15,1-5 1-15,0 2-2 0,-2 0 0 0,0 0-13 16,-1 0 4-16,1-3-6 0,-1 3 2 0,-3-7-3 16,4 7 2-16,-5-4 0 0,1 3 1 0,-3-4-13 15,3 4-1-15,-2 1-5 0,0 0-6 0,-3 2 3 0,-3-4-11 0,-5 4-3 16,-4 1-1-16,-4 2-11 0,-3 3-9 0,-3 1-2 15,-14 1-21-15,-3 4-18 0,1 1-29 0,-3 4-26 16,0-1-35-16,-3 8-43 0,6-4-73 16,5 9-337-16,10-9-679 0,5-3 300 0</inkml:trace>
  <inkml:trace contextRef="#ctx0" brushRef="#br0" timeOffset="6208.52">5221 1781 191 0,'1'-4'228'0,"-2"0"-14"0,1-2-6 0,0 6-8 16,0-7-8-16,1 3-7 0,-1 4-12 15,-4-8 1-15,4 4-8 0,0 4-13 0,0 0-29 0,0-6 4 16,0 6-14-16,0 0-11 0,0 0-18 0,0-4-18 16,0 4-25-16,0 0-28 0,0 0-17 0,0 0 2 15,0 0-4-15,-2 22 2 0,-1-6-2 0,-1 1 3 16,3 5-11-16,-4 4 12 0,1 1 1 0,0-1-1 0,3 2 2 15,-3-1-1-15,4-2 1 0,-1 0-2 0,1-6 5 16,1 1-4-16,-1-3 2 0,0-1 0 0,0-3-2 16,3-4 3-16,-3 3-4 0,1-6 8 0,-1 6-3 15,0-10-8-15,0 5 5 0,1-2-5 0,-1-5 4 16,0 5-1-16,0-5 2 0,3 4-5 0,-3-4 2 16,0 0-1-16,0 6 1 0,0-6-3 0,0 0-8 0,0 0-10 0,0 0-17 15,0 0-14-15,0 0-16 0,1 9-24 0,-1-9-21 16,0 0-28-16,0 0-22 0,0 0-23 15,0 0-116 1,0 0-329-16,10-20 146 0</inkml:trace>
  <inkml:trace contextRef="#ctx0" brushRef="#br0" timeOffset="6515.2">5480 1758 278 0,'1'-5'314'16,"-1"5"-25"-16,2-7-27 0,-1 4-31 0,-1 3-21 16,-1-5-26-16,1 5-21 15,0 0-34-15,0 0-41 0,0 0-6 0,0 0-5 16,0 0-11-16,5 20-10 0,-5-4 1 0,0 2-9 0,0 9-2 16,0 0-7-16,0-2-14 0,0 5 8 0,1-4-4 0,0 1 1 15,1-1 0-15,-2-5-1 0,0-3-7 0,1 1-4 16,-1 0 2-16,0-7-1 0,0 5-1 0,-1-4-4 15,2-5-1-15,-2 4-5 16,2-5-5-16,-2 0-10 0,2-2 8 0,-1-5-6 0,0 10 6 16,0-10-1-16,0 0-1 0,-3 7 4 0,3-7-17 15,0 0-30-15,0 0-46 0,0 0-47 0,0 0-44 16,-23-12-39-16,17 7-153 0,-2-4-404 0,1 0 179 16</inkml:trace>
  <inkml:trace contextRef="#ctx0" brushRef="#br0" timeOffset="6815.92">5190 2042 66 0,'-10'1'161'0,"1"-1"-5"0,9 0 1 15,-13 3-23-15,8-3 2 0,5 0-5 0,-9 2 2 16,9-2-7-16,0 0-12 0,0 0-8 0,0 0-10 16,0 0-7-16,0 0-9 0,0 0-8 0,46-7-7 0,-11 0-4 0,17 0-13 15,4-3 0-15,3 7-2 0,-4-8-6 16,1 6 1-16,-1-1-18 0,-4 1 0 0,-15 2-7 15,-2-1-3-15,0 0 0 0,-6 1 0 0,-7 1-5 16,-8 1-1-16,0 1 0 0,-3-1-3 0,-2 1 8 16,-2-1 1-16,-6 1 11 0,13-4 4 0,-13 4-4 15,5-1 1-15,-5 1-6 16,0 0-10-16,0 0-8 0,0 0-5 0,0 0-4 16,0 0-15-16,0 0-7 0,0 0-16 0,0 0-13 15,-36 1-30-15,36-1-43 0,-10 2-29 0,1 1-145 16,9-3-332-16,-14 1 147 0</inkml:trace>
  <inkml:trace contextRef="#ctx0" brushRef="#br0" timeOffset="7571.11">6014 1954 246 0,'0'0'259'0,"0"0"-24"0,-4-6-21 0,4 6-22 15,0 0-24-15,-9-3-19 0,9 3-16 0,-17 0-15 16,5 6-8-16,-1-4-12 0,-2 6-10 16,-3 1-13-16,0 0-7 0,-1 2-11 0,-4 2-1 15,1 3-1-15,8-1-11 0,0-3 1 0,0-1-9 16,5 0-2-16,0-2-17 0,3-2-18 0,2 1-1 0,0-2-11 0,3-2 6 15,1-4-4-15,-4 7 8 0,4-7 4 0,-1 7 10 16,1-7 20-16,0 0 11 0,0 0 16 0,11 3 8 16,-11-3 4-16,0 0 9 0,19-13-9 0,-10 9 0 15,0-1-6-15,3-3-9 0,-3 0-1 0,2 2-7 16,-3 0 3-16,0 0-6 0,-2 1-6 0,-2 0-2 16,2 3 2-1,-2-1-10-15,-4 3-3 0,8-4 0 0,-3 2-12 16,-5 2 4-16,9-1-17 0,-9 1-4 0,18 1-5 15,-8 3-4-15,1-4-1 0,1 5-17 0,4-1 7 16,-4-3-14-16,5 6-2 0,-2-2-14 0,4 2-4 16,-6-2-7-16,2 1 3 0,-2-3-3 0,1 0 8 15,-5-1-1-15,4-2 11 0,-3 3 5 0,0-6 12 16,1 0 11-16,-3-2 2 0,1 0 10 0,-2-4 2 0,-1-3 15 0,2 3 10 16,-3-7 4-16,0 0 2 0,0-2-1 0,2-7 2 15,-4 5 0-15,4-5 7 0,-3-3-9 0,-2 2 11 16,2 0-7-16,1 1 25 0,-5 0 9 0,1 8 7 15,2 0 5-15,-3 1 0 0,1 4 17 16,-1 3 7-16,2 0-1 0,-2 2-17 0,0 2-9 16,2-2-6-16,-2 7-9 0,0-6-8 0,0 6-9 0,0-6-23 0,0 6-26 15,0 0-36-15,0 0-32 0,0 0 5 0,0 0 6 16,0 0 5-16,0 20 4 0,0-3 9 0,-2-1-5 16,-1 4 16-16,0 3-9 0,2-3 19 0,-1 8 3 15,-1-10 0-15,0 7 6 0,2-6-5 0,-3 2 9 16,2-3 2-16,-1-1 2 0,2 1-1 0,1-3 1 15,0-3-10-15,0-1 14 16,0-2 1-16,0 1 3 0,0-3-2 16,0-3-9-16,0 2 12 0,0-6 3 0,0 7 4 15,0-7-6-15,0 9 9 0,0-9 4 0,0 3 11 16,0-3-16-16,0 0 22 0,0 0-3 0,0 0 3 0,4 5 1 16,-4-5-3-16,6 1 1 0,-6-1-3 0,18-1-1 15,0-2-28-15,10 1-47 0,0-4-72 0,5-3-103 16,-1 0-295-16,2-3-563 0,0-3 249 0</inkml:trace>
  <inkml:trace contextRef="#ctx0" brushRef="#br0" timeOffset="8203.82">6589 1649 274 0,'0'0'263'0,"2"-4"-16"0,-2 4-29 15,0 0-26-15,0 0-21 0,0 0-22 0,0 0-21 16,0 0-33-16,0 0-11 0,0 0-11 0,1 17-3 15,-1-1-14-15,0 8-2 16,-1 4-9-16,-3 5-2 0,-1-1-6 0,-4 15-2 16,-4-3-3-16,6-8-1 0,0-5-3 0,-2 4-2 15,5-6-2-15,-1 0-4 0,1-5-2 0,3 7 0 16,2-6-3-16,-1-5 0 0,0-3-4 0,3-5-2 16,-2-2 1-16,-1 1-3 0,3-2 4 0,-2-4 0 15,0 2 13-15,-1-2 22 0,0-5 19 0,1 5 27 16,-1-5 26-16,0 0 18 0,0 0 16 0,0 0-14 0,0 0-14 15,0 0-20-15,7-21-26 0,-5 11-22 0,-5-2-27 0,3-5-21 16,-3 0-18-16,0 2 1 0,-3-4-10 0,1 4 4 16,-3 0-2-16,-3 2 14 0,-1 0-9 0,-3 1-1 15,7 3 1-15,-1 1 2 0,-1 3-1 16,5 0 8-16,1 1 6 0,-1 0-10 0,2 0-10 16,2 2-2-16,-2 0-19 15,3 2 4-15,0 0-4 0,26-3-2 0,2 1-37 16,7 0-35-16,22-3-45 0,3 0-54 0,0 1-258 15,3-1-506-15,-4-3 224 0</inkml:trace>
  <inkml:trace contextRef="#ctx0" brushRef="#br0" timeOffset="8704.49">7697 1769 123 0,'-1'-5'290'0,"1"5"-10"0,-3-6-12 0,3 6-21 0,0-5-25 0,0 5-20 15,0 0-20-15,0-5-20 0,0 5-21 16,0 0-31-16,0 0-39 0,0 0-32 0,0 0-1 16,0 0-9-16,0 15-6 0,0-3 0 0,-1 2-2 15,0 8-1-15,0-3-1 0,-1 6-5 0,-2 0 1 16,3 0 3-16,-3-5-9 0,0 6-14 0,2-7-25 16,-2 6-7-16,1-8-13 15,1 1-6-15,-1-6-12 0,2 1-14 0,-1-4-14 16,-1 1-19-16,0-2-12 0,1-1-8 0,1-4-2 15,-2 2-135-15,3-5-293 0,0 0 129 0</inkml:trace>
  <inkml:trace contextRef="#ctx0" brushRef="#br0" timeOffset="9058.58">7675 1664 9 0,'3'-11'228'0,"0"3"-12"16,0-1-23-16,0 1-22 0,3-1-14 0,2 0-19 15,0 0-12-15,2 2-21 0,3 2-3 0,-2-3-10 16,7 6-10-16,-5-3-9 0,6 3-10 0,-1 1-14 16,0 1-5-16,-1 2-14 15,2 4 0-15,-3 0-13 0,0 3-8 0,-3 2-3 16,-2 4-6-16,-2 1-2 0,-3 4-2 0,-1 4-2 16,-4 1 1-16,-4 1-1 0,-9 1 6 0,-1 1-3 15,-6-1 0-15,-1 0 0 0,-2-3 0 16,2-3 1-16,-2-1-4 0,8-6 4 0,-4-2 8 0,5-2 5 15,4 0 5-15,-1-5 15 0,2 2 14 0,3-1 16 16,0-4 22-16,0 0 25 0,3 1 20 0,2-3 21 0,-7 3 12 16,7-3 4-16,0 0-18 0,0 0-14 0,-6 2-8 15,6-2-13-15,0 0-11 0,0 0-13 0,0 0-11 16,0 0-8-16,0 0-9 0,20 0-9 0,-10 0-30 16,3 3-35-16,1-3-31 0,4 4-28 0,1-1-32 15,8 2-30-15,4 0-35 0,-1-1-33 0,2 0-46 16,2 1-227-16,-5 0-513 0,3-5 227 0</inkml:trace>
  <inkml:trace contextRef="#ctx0" brushRef="#br0" timeOffset="9421.79">8270 1908 108 0,'-5'-3'184'0,"-2"-1"-10"15,-2 1-21-15,3 1-11 0,-7-1-20 0,4 1-11 16,-4 2-16-16,3 0-10 0,-3 2-8 0,1 3-8 15,1-1-7-15,-1 2-8 0,-1 3-1 0,2-1-9 16,-2 2 2-16,3-1-14 0,3 0 4 0,-2 1-9 16,4-2-8-16,1-1 1 0,1-1-5 0,1 1-1 15,-2-3 0-15,4 1-2 0,-1 0 2 0,1-5 11 16,4 5 11-16,-2-2 5 0,2-2 15 0,-4-1 5 0,10-1 13 16,-10 1 6-16,14-5-3 0,-5 2 4 0,1-4 1 15,-1 0-4-15,0 0-4 0,0-1-9 0,1 2-9 16,-1-3-4-16,-1 1-3 0,-3 1 0 0,1 2-7 0,1 0-1 15,-2 1-10-15,-1 2 1 0,1-4-12 0,0 5-13 16,-1-2-23-16,-4 3-23 0,5-2-39 16,-5 2-1-16,8 1 2 15,-8-1-1-15,9 5-11 0,-3-2-11 0,-1 1-17 16,4 2-8-16,4-1-20 0,1 1-6 0,-2-2 5 16,1 0-17-16,-1-1-102 0,6 1-287 0,-7-3 127 15</inkml:trace>
  <inkml:trace contextRef="#ctx0" brushRef="#br0" timeOffset="10192.56">8392 1964 786 0,'10'-2'-4'16,"2"-1"32"-16,-3 0 37 0,1-4 31 0,-1 0 39 15,-4 0 14-15,4-1 13 0,-5 3 14 0,-3-3 15 16,3-1 14-16,-1 2 15 0,-2 2-2 0,2-2-8 0,-1 2 2 0,-2 5-27 16,4-5-14-16,-4 1-27 0,0 4-17 15,4-5-23-15,-4 5-16 0,1-3-44 0,-1 3-41 16,0 0-30-16,0 0 5 0,0 0 5 0,0 15 0 16,-1-10 0-16,0 7 3 0,-2-3-1 0,3 3 4 15,-1 1 3-15,-2-4-15 0,3 3-6 0,0-4-4 16,0 3-3-16,-1-5-1 15,2-1 1-15,-1 1 9 0,0-3 2 0,0 2 17 16,0-5 24-16,0 0 37 0,0 0 18 0,0 0 15 16,0 0-5-16,0 0-7 0,0 0-12 0,0 0-7 15,24-14-2-15,-17 6-2 0,2 1-3 0,0-3-7 16,0 2-11-16,1-1 5 0,-4 2-9 0,2 0-3 16,-3 2-1-16,0 0-6 0,-2 3-1 0,1-1-19 15,-2 0-12-15,3-1-18 0,-5 4-26 0,6-2-11 0,-6 2 1 0,0 0-4 16,15 5-5-16,-4-1-13 0,-2 1-13 0,4 2-11 15,2 1-11-15,-1-3-9 0,3 2 0 16,-3 2-3-16,0-6-7 0,-1 0 14 0,3 2 16 16,-3-1 3-16,0-2 22 0,-3-1 7 0,2-2 3 15,-1-1 38-15,-1-1 17 0,-1-3 26 0,1 1 7 16,-2-1 14-16,0-1 9 0,-2-2 14 0,0-1 3 0,1 0 15 0,-2 1 3 16,-4 4 9-16,3-5 4 0,0 4 6 0,-1 0-1 15,-2 1-4-15,1 0-10 0,2 1-4 0,-4 1-11 16,0 3-7-16,0-5-18 0,0 5-13 0,4-4-22 15,-4 4-21-15,0 0-19 0,0 0-19 0,0 0 4 16,0 0 8-16,0 0 7 0,0 0 7 0,0 0 0 16,-5 15 5-1,2-11 0-15,1-2 9 0,2-2 0 0,-1 6 5 16,1-6 3-16,-3 2 3 0,3-2 7 0,0 0 14 16,-1 4 7-16,1-4 9 0,0 0 3 0,-3 3 10 0,3-3 0 15,0 0-7-15,0 0-4 0,0 0-3 0,0 0-5 16,18-3-3-16,-18 3 4 0,12 0-15 15,-8 0 5-15,3 3-7 0,1 1 0 0,-1 1-4 16,4 3-2-16,-1 1-3 0,1 5 3 0,0 3 1 0,1-1 1 0,-1 8-1 16,0 0 0-16,-3 2-2 0,-6 0 1 0,2 2-1 15,-4 7 3-15,-4-3 3 0,-2 1 0 0,-2-1-2 16,1-3-1-16,-4-2 2 0,4-7-1 0,-6 4-4 16,3-10 4-16,1-3-2 0,-4 2 5 0,4-5 8 15,0-2 9-15,-2 0 16 0,-1-4 18 0,2 1 39 16,1-3 17-16,9 0 21 15,-18-8 10-15,9 1 17 0,0-2-1 16,4-3-7-16,1-2 10 0,0-11-25 0,8-1-15 16,0 0-21-16,5-4-3 0,6 0-27 0,3 1-8 15,3 3-11-15,-1 1-3 0,2 1-1 0,0 3-15 16,0 1 5-16,-2 3-4 0,-2 5-10 0,-3 2-17 16,-1-1-21-16,0 1-23 0,-4 3-27 0,2 2-31 15,-2-1-33-15,0 4-35 0,-1-2-40 0,5 1-38 0,-5-1-47 0,1 3-280 16,-4 1-620-16,-6 0 275 0</inkml:trace>
  <inkml:trace contextRef="#ctx0" brushRef="#br0" timeOffset="10477.34">9256 2005 18 0,'0'0'203'0,"0"0"0"0,0 0-8 0,0 0 2 16,0 0-2-16,1 4-6 0,-1-4-15 0,0 0-11 15,0 0-10-15,23-6-13 0,-10 1-13 0,0 0-9 16,1 0-1-16,4-3-10 0,-8 1-7 0,8-3-10 16,-4-1-6-16,-1-2-14 15,0 4-5-15,-4-2-8 0,-2 2-4 0,-1 0-3 16,1-1 1-16,-4 3-10 0,-2 2 1 0,-1-3-12 16,-3 4-4-16,-1 1-7 0,-2 2-7 0,-5 1-2 15,-1 1 0-15,-1 4-5 0,-2 3 1 0,0 0-3 16,2 5-2-16,-1-1 0 0,5 3-9 0,0 1-10 15,5 4-2-15,4 0 0 0,8-1-2 0,8 3-22 16,10-3-46-16,10-3-79 0,16 1-287 0,8-10-494 0,2-4 219 16</inkml:trace>
  <inkml:trace contextRef="#ctx0" brushRef="#br0" timeOffset="11664.77">10774 1751 149 0,'0'0'152'0,"-5"-3"3"16,5 3-3-16,0 0-7 15,0 0-1-15,-4-2-8 0,4 2-12 0,0 0-14 16,0 0-12-16,0 0-5 0,0 0-16 16,0 0-8-16,0 0-9 0,0 0-2 0,0 0-12 0,0 0-4 15,0 0-6-15,0 0-9 0,0 0-8 0,0 0-2 16,0 0-6-16,0 0 0 0,0 0 3 0,0 0-1 16,0 0-1-16,0 0 3 0,14 0-4 0,-6-3 2 15,2-1 4-15,3-1-9 0,-4-2 3 0,6-1-7 0,-3-1 5 16,3 0 2-16,-6 1 12 0,0 0 4 0,1-1 3 15,-1 1-3-15,-4 3 15 0,-1-4 6 0,-1 5 3 16,2-1 1-16,-3 1 3 0,1-2-7 0,-5 1-12 16,0 3-8-16,-4 1-5 0,-1-3-11 0,-4 4-1 15,-7 1-4-15,0 3 2 0,-4 0-4 0,-6 8 1 16,0-3-2-16,-3 8-2 16,1-2-3-16,-1 5 2 0,-1 2-7 0,3 2 6 15,-11 9 2-15,13-6-7 0,-5 10 8 0,7-8 1 16,4 0 1-16,6 0-17 0,1-2-13 15,5-1 6-15,5 3-7 0,4-4 4 0,4-7-6 16,5 6 7-16,10-2 4 0,3-7 1 0,2 2 10 0,6-5-7 16,6-2 4-16,0-6 2 0,5 1 3 0,15-7-2 15,-2-1 6-15,-4-4-2 0,1-4 3 0,-13 2-3 0,11-7 5 16,-15 4-5-16,1 0 0 0,-2-4-3 0,0-1 6 16,-6 4-5-16,-4-4 2 0,-6 5 9 0,-3 0 9 15,-4 4 12-15,-2-2 0 0,-2 2 11 0,-2 0 0 16,-1 2-2-16,-3 0-11 0,-2 1-1 0,-2 0-5 15,-1 2-1-15,-5 1-8 0,-3 2 3 0,-6 2-6 16,-1 1 4-16,-6 6-5 0,-2 1 1 0,4 0-4 0,-2 3 3 0,8-4-5 16,3 0-12-16,6-2-19 0,1 3-9 0,-1 1-4 15,6-2 6-15,0 0-1 0,3-2 6 0,5 1 5 16,5-2 2-16,7 0 12 0,2-4-6 16,8 3 8-16,1-5-2 0,5-2 1 0,-1-3 1 15,-1-1 2-15,-2-3-4 0,-2 0 3 0,-4-2 7 16,-5 3-4-16,1-5-4 15,-3 1-1-15,-3 2 0 0,-1-2 2 0,-4 2-2 16,-4-1 2-16,0 1 0 0,-2 0 5 0,-4 0-11 16,0 3-4-16,-4-1-2 0,-2 1-2 0,-2 1-17 15,-3 2-2-15,-5 0-5 0,0 0-15 0,-1 3-11 16,1 1-13-16,0 0-17 0,2 1-18 0,2 0-31 16,3 2-94-16,2-3-265 0,2 0 119 0</inkml:trace>
  <inkml:trace contextRef="#ctx0" brushRef="#br0" timeOffset="12297.45">11703 1801 99 0,'0'0'157'0,"0"0"-20"0,0 0-14 0,0 0-14 0,0 0-11 16,-14 3-9-1,9 2-9-15,-8 0-11 0,0 1-6 0,-2 2-6 16,-2 1-5-16,0-3-7 0,1 6-2 0,1-4-3 16,0 1-4-16,1 0-2 0,3-1-12 0,4 1 10 15,-2-1-18-15,1 0 7 0,6-2-3 0,-2 4 2 16,1-4-6-16,3 2 6 0,3-1-4 0,1-1 1 16,1 0 0-16,6 1-2 0,-1-1-5 0,8 1 8 15,0-2-11-15,1 3 1 0,-2-2-1 0,2-1 5 0,0 0 3 0,-2 0-8 16,-6-3-1-16,-2 4-1 0,-4-4-9 0,3 2 6 15,-2-1-6-15,-2-2 2 0,-4-1 9 16,3 9 3-16,-3-9-4 0,-8 8 5 0,-2-3-3 16,-2 1 5-16,-3 0-8 0,-3 0 3 0,-2 1-2 15,1 0-3-15,-1-4 2 0,0 3 4 0,2-3-4 16,0-2-20-16,3 1-8 16,5 0-6-16,-2-2-41 0,7 0-33 0,5 0-25 15,-9-3-101-15,9 3-248 0,5-9 110 0</inkml:trace>
  <inkml:trace contextRef="#ctx0" brushRef="#br0" timeOffset="12566.91">11947 1925 211 0,'3'-3'315'15,"-3"3"-12"-15,1-4-34 0,-1 4-31 0,0 0-21 16,0 0-22-16,0 0-26 0,0 0-18 0,0 0-21 15,0 0-15-15,3-3-25 0,-3 3-22 0,0 0-11 0,0 0-3 16,1 10-9 0,-1-10-1-16,-4 9-7 0,7-2-5 0,-6-2-3 15,3 1-1-15,0 3-1 0,0-2-5 0,0 1 1 16,0 0-5-16,-1-1-2 0,1-1-15 0,0 0-6 16,-3-1-12-16,6 0-12 0,-6-1-14 0,6-2-9 15,-3-2-8-15,-3 6-1 0,3-6 3 0,0 5 0 16,0-5-5-16,0 0-48 0,0 0-47 0,0 0-42 15,-10-9-132-15,6 2-359 0,-1 0 159 0</inkml:trace>
  <inkml:trace contextRef="#ctx0" brushRef="#br0" timeOffset="12729.63">11882 1764 206 0,'0'-4'239'0,"0"4"-19"16,0 0-28-16,1-4-22 0,-1 4-39 0,0 0-36 15,4-4-34-15,-4 4-33 0,0 0-27 0,0 0-30 0,13 4-47 16,-8-3-47-16,-1 2-64 0,1-3-200 0,0 3 89 16</inkml:trace>
  <inkml:trace contextRef="#ctx0" brushRef="#br0" timeOffset="13230.83">12181 1881 94 0,'0'0'300'0,"1"-2"-13"16,-1 2-22-16,0 0-30 0,0 0-21 0,0-5-27 15,0 5-22-15,0 0-18 0,0 0-26 0,0 0-19 16,0 0-9-16,0 0-14 0,3 12-9 0,-3-4-8 16,0 3-5-16,0-1-10 0,-1 7 0 0,-2 0-4 15,1 0-1-15,-2 1-5 0,1 0-3 0,-2-1-9 16,1-2 5-16,0-3-8 0,1 0-15 0,0-2-8 15,2-3 1-15,-2-1-3 0,3-1 3 0,-1 0 10 0,1-5 24 16,0 7 23-16,0-7 27 0,0 0-8 0,0 0-9 16,0 0-5-16,0 0-5 0,19-16-4 0,-11 8-11 15,-2-1-6-15,5 1 4 0,-2-1-9 0,6-1-9 16,-7 3 1-16,1-2-9 0,0 4 4 0,0-2-5 16,-4 2-5-16,2 2-13 0,-1 1-13 0,-1-2-16 15,4 3-11-15,-5-1-12 0,3 1-10 0,0 1-13 0,-7 0-17 0,18 4-14 16,-9 0-15-16,0-1-18 0,5 1-9 0,-5-1-16 15,0 4-14-15,4-5 0 0,-3 1 3 0,0 2-5 16,0-1-102-16,-2-1-310 0,2-3 137 16</inkml:trace>
  <inkml:trace contextRef="#ctx0" brushRef="#br0" timeOffset="13569.03">12460 2039 852 0,'8'2'-47'0,"-8"-2"23"15,15-2 15-15,-9 1 24 0,2-2 21 0,-2 2 26 16,-1-2 11 0,-5 3 13-16,11-4-1 0,-7 3 5 0,-4 1 11 0,12-7-1 0,-11 5-5 0,4-3-2 15,2 1-2-15,-1-1-6 0,-1 0-5 0,4-1-7 16,-1-2 3-16,2 0 2 0,2 1 4 15,1-6 2-15,-1 2 3 0,-3 2 0 0,-1 0 1 16,1 1 3-16,0-1-10 0,-2 1 2 0,0 2 12 16,-1-1 12-16,-1 2 1 0,-1 1 1 0,-1-1-4 15,-1 1-3-15,1 0-13 0,-3 4-9 0,4-5-15 16,-4 5-22-16,0 0-21 0,0 0-2 0,-17 0-10 16,4 5 3-16,-5 2 0 0,-6 4-9 0,0 5 1 15,-2-2 2-15,12 1-34 0,0-1-18 0,5 3-11 16,1 0-3-16,2 1 7 0,6-4 11 15,3 6-3-15,7-4 4 0,4-2 10 0,8 0 2 16,6 1 7-16,5-7 1 16,2-3 3-16,1-1 4 0,4-1 12 0,0-3 17 15,13-2 9-15,-14 1 7 0,0-1 5 0,-7-1 2 16,-4 0 7-16,-10-1 14 0,-4 2 0 0,-2 2 9 16,-2 0-14-16,-1-1-3 0,-4-1-2 0,-5 2-15 15,10 0-11-15,-10 0-33 0,7-2-41 0,-3 4-57 16,-4-2-61-16,0 0-75 0,3 3-307 0,-3-3-597 15,0 0 264-15</inkml:trace>
  <inkml:trace contextRef="#ctx0" brushRef="#br0" timeOffset="16221.87">5414 2752 15 0,'0'0'138'0,"0"0"-19"15,1-4-6 1,-1 4-11-16,0 0-13 0,0 0-1 0,0 0-15 15,0 0-11-15,0 0 5 0,3-5-11 0,-3 5-14 16,0 0 2-16,0 0-3 0,3-2-5 0,-3 2-4 16,11-1-8-16,-6-1 3 0,-5 2-8 0,15 0 0 15,-7 0-7-15,2 0 2 0,1 0 0 0,0 0 1 16,1-1-3-16,8 2-7 0,0-4 5 0,-2 3-1 16,5 0 0-16,-3-3-6 0,15 2 0 0,-7 0 11 0,3 1-3 0,-1 0-8 15,2-2-4-15,4-1 2 0,0 3-1 0,0-2 2 16,2 2 2-16,-1-2-5 0,0 2 11 0,1 0-15 15,-2 0 6-15,5 0-9 0,0 0 11 0,-3 0-2 16,13-1 0-16,-12 1 5 0,-1-2-12 0,2-1 4 16,-3 3-1-16,1-2 4 0,3-2-4 15,-4 0 9-15,14 1 0 16,-11-2-2-16,12 0 1 0,-14 2 7 0,2-1-14 16,11-4 6-16,0 6-3 0,-10 0 1 0,10-3 6 15,-2 1-2-15,-8 3-7 0,-2-2-1 0,1 2 4 16,11 0 0-16,-14-1 1 0,4 1 1 0,0-1-6 15,-1 2 2-15,12-5 3 0,-15 8 0 0,15-6-4 16,-13 6 8-16,-1-6-10 0,3 3 3 0,-4 0 0 16,3 0-1-16,11 0 7 0,0-2-9 0,-13 4 2 0,16-4-2 15,-21 2 5-15,5 0-4 0,1 0 3 0,0 0 6 16,-3 0-6-16,1-2-4 0,-2 2 6 0,-2 0 5 16,1 0-7-16,1 0 8 0,-1 0-17 0,2-2 2 15,-3 2 6-15,1-3-1 0,0 3 0 0,2 0-2 16,-3-1 6-16,3-1-6 0,-3 0 8 0,3-1-8 0,0 3 1 15,2-4 1-15,-1 3 2 0,3-1-2 0,-2 0 1 0,0 1 5 16,2-3 1-16,-3 4 0 0,0-3-9 0,2 2 5 16,-1 1 1-16,-3-3 1 0,1 6-7 0,0-3 4 15,-4 0 4-15,0 1-4 0,-1-1-2 0,-2 3 3 32,2-3 1-32,-2 0-3 0,-1 2-1 0,0-1 5 15,2-2-1-15,-1 2-1 0,2-2-4 0,-1 2-1 16,1-1 8-16,1-1 1 0,1 1 4 0,-2-2-4 0,1 2 5 15,-1-1 1-15,-2-2-8 0,2 0 1 0,-1 1-2 16,1 1 2-16,1-1-2 0,-1 2 5 0,1-3-8 16,-2 2 6-16,4-1-10 0,-3-2 1 0,2 2 10 15,1 0-7-15,-2-1 5 0,-2 2-10 0,1-1 11 16,0-2-3-16,-2 4-2 0,3-3 3 0,0-1-5 16,0 4 5-16,-1-3 0 0,2 2 0 0,1-4-8 0,1 3 7 0,1-1-2 15,1 0 6-15,-3 0-6 0,1 1-2 0,-1-1 0 16,-2 1 4-16,0 1-3 0,-1-3 0 15,-1 3 1-15,0-1-2 0,-2 0 1 0,-6 0 1 0,-2-1 3 16,8 1-6-16,-6-1 2 0,6 1 0 0,-5-1 6 16,-2 0 8-16,7-1-10 0,0 3 1 0,-7 0 2 15,8-2-1 1,-8 1-1-16,10 0-1 0,-3-1 2 0,0 1-3 16,-1 2 1-16,1-5-1 0,-6 5 1 0,0-3 2 15,0 3-4-15,9-5 2 0,-5 6-5 0,2-4 2 16,3 1 6-16,-3-1-7 0,0 3 6 0,1-2-4 15,2-1 7-15,-2 2-1 0,5-2 4 0,-4 2-1 16,1-1 3-16,-2 3-6 0,3-4 0 0,-5 3-1 16,-3-3-3-16,-2 3 6 0,-1-1 0 0,0 1-2 0,9 0-4 0,-1 1 6 15,-1-2-7-15,1 1 4 0,2 0-4 0,-3-3-1 16,4 3-2-16,0-3 0 0,0 3 0 0,-1-2-2 16,2 2 7-16,0 0-2 0,2-3-1 15,-2 3 2-15,4-1 0 0,-3-1-2 0,2 0 1 16,-3 2 5-16,-2-1-5 0,1 2 9 0,1-2 4 15,-1-2 0-15,0 3 1 0,0 0 8 0,-4-3-4 0,2 4 1 0,-10-4 4 16,-1 3 5-16,-6 0 5 0,1 0-1 0,-1-3 9 16,0 3-6-16,-2-2 2 0,-1 0-3 0,-2-1-5 15,-1 1 0-15,5 2-5 0,-7-2-4 0,3 2 1 16,-3-1-4-16,1-1-2 0,-6 2-3 0,8 0-3 16,-8 0 2-16,4-1-6 0,-4 1 4 0,0 0-3 15,9 0-3-15,-9 0-2 16,0 0 1-16,0 0-10 0,0 0-9 15,6-1-23-15,-6 1-27 0,0 0-25 0,0 0-25 0,0 0-41 16,0 0-185-16,0 0-367 0,-28 5 163 0</inkml:trace>
  <inkml:trace contextRef="#ctx0" brushRef="#br0" timeOffset="17355.58">5886 3678 41 0,'2'-7'104'0,"-1"3"-7"0,-1-3 15 16,0-1 3-16,3 2 9 0,-2-2 9 0,0-3-5 0,-1 2-1 16,-1-3 11-16,2 3 4 0,-2 0-5 0,1-2-4 15,-1 0 2-15,-2 1 0 0,3 0-6 16,-1 3 2-16,1-1-3 0,-2 4-6 0,1-3-15 15,0 1-5-15,1 2-12 16,0 4-9-16,-1-7-9 0,1 4-9 0,0 3-8 16,0-5-14-16,0 5-24 0,0 0-26 0,0 0-31 15,0 0-22-15,0 0 6 0,0 0-3 0,-3 18 13 16,2-1 3-16,-3 2 10 0,-1 15-1 0,4-1 8 16,-4 17 0-16,-2 2 8 0,2 3 1 0,1-5 7 15,0 5-2-15,2-8 1 0,4-1 3 0,-2-12 0 16,0 3 3-16,0-4 2 0,4-2 0 0,0-3 1 0,-4 1-3 15,1-7 5-15,2-3 7 0,-3-2-5 0,0-4 1 16,-3-4-1-16,3 3-1 0,0-5 3 0,-1 1 9 0,1-3 3 16,0 0 9-16,-4 0 0 0,0-1 5 0,-2-1-5 15,1-2-2-15,-7 2-2 0,1 0 0 0,-2-3-5 16,-6 0 0-16,2 0-1 0,-3 0-1 16,6-3-1-16,-3 3-1 0,4-3-2 0,1 2-2 0,0-1 9 0,2 1-9 15,1 0 2-15,3-2-3 0,-1 2-1 0,2-1-1 16,5 2-2-16,-9 0 5 0,9 0-4 0,-9 0-16 15,9 0-12-15,0 0-17 0,-5-3-20 0,5 3-28 16,-3-2-48-16,3 2-27 0,0 0-45 0,8-6-134 16,-4 2-371-16,1-1 163 0</inkml:trace>
  <inkml:trace contextRef="#ctx0" brushRef="#br0" timeOffset="17756.53">5590 4045 168 0,'0'0'184'0,"-5"0"-11"0,5 0-9 0,0 0-19 15,0 0-8-15,-8-3-16 16,8 3-8-16,0 0-11 0,0 0-5 0,0 0-9 16,0 0-10-16,0 0-7 0,0 0-12 0,0 0 0 15,0 0-7-15,21-7-3 0,-1 5-6 0,-1-3-6 16,14-5-5-16,1 5-1 0,2-5-4 0,2 3 1 16,0 1-8-16,-1-2-1 0,-2 4 0 0,-3-1-4 15,-2 2-1-15,-8-1-1 0,-4 0 2 0,1 2-6 16,-9 1 0-16,-1-1-1 0,-1 1 0 0,1 0-3 0,-4 1-3 15,-5 0-2-15,10 0-4 0,-10 0 1 0,0 0 3 16,0 0-5-16,0 0-13 0,0 0-15 0,0 0-9 16,0 0-20-16,-23 4-20 0,18-2-20 0,0-2-35 15,5 0-35-15,-11 0-87 0,11 0-282 0,0 0 125 16</inkml:trace>
  <inkml:trace contextRef="#ctx0" brushRef="#br0" timeOffset="18342.08">6403 3823 87 0,'6'-1'112'15,"7"1"-11"-15,-3 0 2 0,-1 3-25 0,5 1-11 16,-4 1-3-16,2 1-6 0,-2 3-2 0,4 1-5 16,0 1-3-16,-5 2-6 0,-1 4-1 0,-3-3-2 15,1 5-13-15,-5-2 7 0,1 3 0 0,-2-1-5 16,-5-1 5-16,-2 0-2 0,1-1 0 0,0-2 11 15,-6-1 2-15,7-2 6 16,-4 0 3-16,0-2 11 0,4-4 0 0,-4 0 6 16,4-1 6-16,-2 0 10 0,5-2 12 15,-5-1 18-15,3 0 25 0,4-2 14 0,-7 0-18 16,7 0-9-16,-5-5-12 0,4 1-10 0,1-4-14 16,2-2-9-16,2-2-10 0,1-4-10 0,4 1-6 15,1-7-8-15,-1 5-4 0,5 0-8 0,-2 1-1 16,-3 2-6-16,1 0-1 0,-1 5-4 0,-1 0-7 0,-1 1 0 0,-3 1-3 15,2 2-1-15,-2 2-5 0,-1-2 0 0,2 1-7 16,-2 2-2-16,-3 2-16 0,6-3-12 0,-6 3 3 16,0 0-3-16,8 4-5 0,-5 1 1 0,0 0 1 15,0 0 3-15,0 5 2 0,0 1 9 0,-2 1-1 16,4 0-2-16,-2-1 1 0,1 4 2 0,0-1 1 16,-1-2 4-1,1-2-3-15,0 4 7 0,3-4 1 0,-1-1 2 0,0-1 1 16,1 1 2-16,3-2-11 0,0-4-19 15,4 1-23-15,-1-1-35 0,1-3-39 0,5-3-39 16,-2-1-53-16,-3 2-163 0,-3-3-414 0,2-4 184 16</inkml:trace>
  <inkml:trace contextRef="#ctx0" brushRef="#br0" timeOffset="18626.95">6812 3730 117 0,'0'0'137'15,"0"0"-14"-15,14 3-8 0,-8 1-8 0,2 2-5 16,3 3-7-16,2 3-4 0,-3 1-14 16,8 9 4-16,-9 1-6 0,6 0-4 0,-3 0-4 15,1 5-12-15,-4-1-1 0,-3-1-6 0,1 0-3 16,-5 3-3-16,3 0 1 0,-6-3-6 0,-3 0 0 15,-2-1-6-15,-6-3 1 16,-2 3-11-16,-5-2 4 0,-7-2-16 0,-1-1-23 16,-4-2-30-16,0-2-39 0,-5-3-53 0,0-4-108 15,-1-4-263-15,2-1 116 0</inkml:trace>
  <inkml:trace contextRef="#ctx0" brushRef="#br0" timeOffset="19027.93">6376 3692 86 0,'-1'-5'182'16,"1"5"-11"-16,0 0-20 0,-3-3-17 0,3 3-10 15,0 0-15-15,-13 8-16 0,6-1-11 0,-4 6-9 16,-6 8-11-16,-1 5-8 0,-3 4-7 0,-6 11-5 0,-1 7 0 15,5-5-7-15,1 3-2 0,3 3 0 0,5-5-4 16,5-12-1-16,4-1 6 0,7-3 0 16,1 3 11-16,6-2-5 0,4-5 7 0,5-3-3 0,9-3 1 0,7-3-4 15,16-1-24-15,5-6-41 0,3-3-78 0,0-5-204 16,8-7-330-16,-8-3 146 0</inkml:trace>
  <inkml:trace contextRef="#ctx0" brushRef="#br0" timeOffset="21217.27">8354 4120 67 0,'0'0'103'16,"0"0"-1"-16,0 0-7 0,0 0-8 0,0 0-6 15,0 0-6-15,0 0-3 0,0 0-2 0,-4 2 5 16,4-2-1-16,0 0-9 0,0 0-16 0,0 0 12 15,0 0-8-15,0 0-7 0,30-5-3 0,-18 1-5 16,10 2-2-16,6-4-9 0,4 1 2 0,0 1-1 0,0-1-11 0,0-1 3 16,1 2 8-16,3 1-15 0,-4 0 0 0,-3-4-4 0,-8 7 3 15,-2-2-4-15,0-1 1 0,-7 2-1 16,-3 1-1-16,-2-2-17 0,1 1 18 0,-2 1-4 16,-6 0 5-16,9-2-6 0,-9 2-1 0,5 0-1 15,-5 0-3-15,0 0-4 0,0 0 0 0,7 2-2 16,-7-2-18-16,0 0-21 15,0 0-20-15,0 0-28 0,0 0-119 0,-25 1-231 16,19-2 103-16</inkml:trace>
  <inkml:trace contextRef="#ctx0" brushRef="#br0" timeOffset="21618.23">8791 3884 63 0,'0'0'179'16,"0"0"-16"-1,0 0-13-15,0 0-21 0,0 0-17 0,0 0-13 16,0 0-9-16,0 0-11 0,0 0-5 0,13 9-4 16,-3-3-14-16,0-1-8 0,0 1 12 0,8 5 0 0,-4-2 0 15,4 3-5-15,-1 1-3 0,5 2 3 0,-7-3-5 16,3 7-9-16,-7-4-1 0,2 2 1 0,-3 0-7 15,-1-1-5-15,-2-1 2 0,-5 2-4 16,-1-5-8-16,-1 3-2 0,-5 2-1 0,-5-2-4 0,-1 2-12 0,-8 4-35 16,-6-4-63-16,-3-2-215 0,-5 1-340 0,-2-6 151 15</inkml:trace>
  <inkml:trace contextRef="#ctx0" brushRef="#br0" timeOffset="23090.35">10185 3792 98 0,'0'-7'248'0,"0"2"0"0,0-1-10 0,0 3-9 16,-5-2-10-16,8-1-12 0,-6 2-8 0,3 4-19 16,0-5-14-16,0 5-18 0,0-6-18 0,0 6-17 15,0-3-13-15,0 3-19 0,0 0-25 0,0 0-13 0,0 0-7 0,0 0 0 16,0 18-5-16,0-7-8 0,-4 6 1 0,4 0-6 15,0 2 0-15,-1 2-2 0,-3 2 1 0,3 4-2 16,-2-1 0-16,3-6-2 0,-4 5-2 0,3-7 0 16,1 2 1-16,-3-3-2 0,3-1-3 0,-1-3 1 15,1-3-1-15,0 1 1 0,0-5 1 0,0 1 0 16,0-3 2 0,0 1 3-16,1-2 1 0,-2 1 38 0,1-4 26 15,0 5 48-15,0-5 33 0,0 0 5 0,0 0 25 0,0 0-13 16,0 0-36-16,0 0-23 0,-6-20-11 15,3 9-24-15,2-4-29 0,-1-6-10 0,2-4-20 16,-2-6-14-16,1 4-8 0,1-4-11 0,0 0 3 16,0 1-1-16,0-1 2 0,0 4-1 0,1 10-7 15,-1-3 14-15,2 6 6 0,0 2 11 0,-4 0 0 0,4 0 5 0,-2 3-9 16,0-1-4-16,1 6 11 0,2-4-7 0,-2 1-11 16,5-2-7-16,2 1-8 0,1 4-7 0,4-5-15 15,1 4-12-15,5 1-29 0,0 1-25 0,2-1-19 16,2 3-16-16,-3 2-30 0,7 6-20 0,-7-2-31 15,2 1-27-15,-4 4-30 0,0-1-242 0,-4 0-558 16,0 3 248-16</inkml:trace>
  <inkml:trace contextRef="#ctx0" brushRef="#br0" timeOffset="23322.07">10199 4180 18 0,'0'0'228'0,"-4"3"-10"15,4-3-21-15,0 0-17 0,0 0-10 0,0 0-19 16,0 0-12-16,7 2-9 0,-7-2-16 0,19-1-9 16,0 0-10-16,8 0-8 0,4-1-9 0,1-3-12 15,2 2-21-15,-2 1-51 0,4-2-37 0,-3 0-55 0,-5-2-61 0,-1 0-128 16,-7 2-308-16,-1-2 136 0</inkml:trace>
  <inkml:trace contextRef="#ctx0" brushRef="#br0" timeOffset="23569.41">10251 3987 206 0,'-7'0'238'0,"7"0"-20"0,0 0-13 0,0 0-9 16,-6 2-12-16,6-2-18 0,0 0-15 0,0 0-17 16,0 0-20-16,0 0-9 0,22-5-26 0,-2 2-24 15,0 1-36-15,12-2-42 0,0 1-62 0,2-2-46 16,1 2-175-16,-3-2-330 0,-3-4 146 0</inkml:trace>
  <inkml:trace contextRef="#ctx0" brushRef="#br0" timeOffset="24039.4">10759 3846 244 0,'0'0'338'0,"-4"-1"-21"16,4 1-24-16,-1-4-28 0,1 4-27 0,0 0-26 15,0 0-18-15,0 0-18 0,0 0-24 0,0 0-22 16,-3-4-14-16,3 4-17 0,0 0-10 0,0 0-13 16,0 0-5-16,7 9-11 0,-2-4-8 0,-3 4-4 15,3-2-6-15,-1 4-5 0,1-5-1 0,-1 7-5 0,0-1-4 0,2 0-2 16,-2-2-3-16,1 2-6 0,-1 0 3 0,0 4 0 15,1-5 0-15,-1 2-5 0,2-3 1 0,-2 1-6 16,0 1-2-16,-3-7 3 0,3 1 1 16,-4 0-7-16,0-1 1 0,3-3 10 0,-2 3-4 0,0-2-2 15,-1-3 5-15,3 6 8 0,-3-6 25 0,0 2 23 16,0-2 24 0,0 0 16-16,0 0 26 0,0 0 18 0,0 0 13 15,0 0 4-15,0 0-28 0,5-11-36 0,-1 1-15 16,-2-2-5-16,5 2-12 0,-5-11-4 0,8 6-12 15,-2-2-8-15,-2 5-1 0,1-3-4 0,-1 1-7 16,-1 4-6-16,-2 6-6 0,1-3-1 0,-2 3 1 16,1-1-2-16,-2 0-5 0,2 1-1 0,-1 0-4 15,0 0-21-15,-2 4-22 0,2-4-35 0,-2 4-32 0,1-2-38 0,-1 2-39 16,0 0-29-16,0 0-25 0,0 0-12 0,11 0-14 16,-11 0-15-16,10 2-27 0,-4 0-27 0,-1-1-225 15,0 1-591-15,4-2 261 0</inkml:trace>
  <inkml:trace contextRef="#ctx0" brushRef="#br0" timeOffset="24872.27">11183 4017 2 0,'0'0'201'0,"0"0"-7"16,0 0-9-16,-2 4-21 0,2-4-9 0,0 0-17 16,0 0-12-16,0 0-16 0,0 0-9 0,0 0-8 15,17-5-11-15,-8 2-6 0,4 2-15 0,1-4 0 0,4-2-10 0,0 2-1 16,10-3-4-16,-2-1-9 0,-6 1 1 15,6-2-7-15,-10 2-3 0,5-3-5 0,-5 1-2 16,2 2-1-16,-1-3-3 0,-2 3-1 0,-2-4-4 0,-3 3 3 16,-1 4 6-16,0-5 8 0,-1 5 9 0,-5-3 10 15,0 3 13-15,0 0-1 0,-1-2 0 0,-1 3-10 16,-2 0-4 0,1 4-12-16,-6-7 0 0,-3 4-6 0,0-1 3 15,-4 2-10-15,-1 0-4 0,-4 4-1 0,-4 0-2 16,0 2-3-16,2 1-4 0,0 0 0 0,-1 2-2 15,2 2-1-15,0 0-4 0,3-1 0 0,0 4 3 0,2 1 8 16,5-5-8-16,3 2-1 0,2 0-12 0,0 0 3 16,5 2 0-16,3-4-1 0,1 3-1 0,8-1 0 15,5 1-1-15,9 0 5 0,3-4-4 0,4-2-12 0,4 2-20 16,-5-3-18-16,4-3-12 0,2-1-2 0,-4 0-7 16,3-3-14-16,-3-4 3 0,1 3 9 0,-7-5 9 15,1-1 7-15,-6-3 7 0,-5 5 16 0,-1-5 24 16,-5 2 19-16,-1-3 26 0,1-1 25 0,-2 2 33 15,-5 3 29-15,2 0 0 0,-2 0 21 0,-2-2 22 16,-1 2 14 0,-1 3 0-16,2 2 2 0,-3-1 2 0,1 3-6 15,0-3-10-15,-2 3-17 0,5 1-14 0,-5 2-17 0,0-4-14 16,0 4-9-16,1-5-16 0,-1 5-20 16,0 0-32-16,0 0-22 0,0 0-31 0,0 0-20 15,0 0-1-15,0 0 4 0,0 0 6 0,-1 17 3 16,-4-6 8-16,3-1 3 0,-1 2 0 0,0 4 6 15,2 0 3-15,-4-2 3 0,1-1 3 0,4-1 1 0,-2 0 2 0,0-3 1 16,2-2 1-16,-4 0 2 0,3-1 1 0,1-1 1 16,-4 0 5-16,4-2 13 0,0-3 12 0,-1 5 31 15,1-5 36-15,0 0 29 0,0 4 30 0,0-4 20 16,0 0-8-16,0 0-17 0,8-12-16 0,-4 3-15 16,2-1-14-16,3-4-13 0,-4 3-9 0,4 0-9 15,-4 0-4-15,3 5-7 16,-6-1-7-16,5 2-8 0,-6 0-2 0,4 2-10 15,-4 1-14-15,3-3-31 0,-4 2-34 0,0 3-40 16,8-2-4-16,-8 2 9 0,8 10-12 0,-2-5-8 16,-1 4-15-16,4 5-29 0,0 1-31 15,0-1-40-15,-1 4-62 0,1-1-74 0,-4-3-259 0,2-3-664 16,-2-7 294-16</inkml:trace>
  <inkml:trace contextRef="#ctx0" brushRef="#br0" timeOffset="30084.74">15994 3563 61 0,'1'-3'136'0,"1"-1"-8"0,-2 4-12 15,4-6-13-15,-2 2 8 0,-2 4 10 0,0-1-25 16,0 1 13-16,0 0-1 0,1-4-4 0,-1 4 5 0,0 0 0 0,0 0-4 16,-1-7-11-16,1 7-12 0,0 0-7 0,-2-7-9 15,0 6-6-15,-2-5-6 0,0 3-5 0,1-1-4 16,-4 2-4-16,2-2-7 0,0 0-4 0,-5 1-5 15,0-1-1-15,-1 2-5 0,0 0 2 0,-2 1-7 16,2-1 26-16,-2 1-4 0,0 0-4 0,0 1-4 16,-2 1-3-16,-2 0-3 0,-2 3-6 0,-2-1-1 0,3 1-1 15,-2 6-2-15,4-4-6 0,-2 5-1 0,0-1-1 16,4 2 2-16,-5 5 0 0,6-1-2 0,-1-3-3 16,5 2 3-16,4 1-1 0,-3-1-2 0,2 0 3 15,2 0-2-15,4 1 5 0,3 1 4 0,-2-4-3 16,5 3-1-16,-2-4-1 0,4 2 4 0,-2-5 1 15,3-1-2-15,0-2 2 16,0 0-1-16,4 0 3 0,-2 0 0 0,0-1 2 16,0-4 0-16,0 0 4 0,0-1 11 0,-2 2 16 15,2-5 10-15,-2-1 9 0,-4 1 1 0,8-3 12 16,-7 1 8-16,3-5 5 0,0 0 3 0,4-2-11 16,-8-2 13-16,3 4-15 0,-2-4 0 0,1 6 3 15,-5-3-3-15,2 0-3 0,2 1 4 0,-3 2-3 16,2-1-6-16,-2-2-8 0,-1 6-25 0,2-1 18 0,-3 1-6 15,1-1-2-15,0 2 1 0,-1-2-18 0,-1 6 20 16,3-5-7-16,-3 5-4 0,4-4-4 0,-4 4-4 16,0 0-1-16,1-5 0 0,-1 5-2 0,4-2-7 15,-4 2-14-15,0 0 1 0,0 0-8 0,0 0 5 16,0 0-13-16,2-2-19 0,-2 2-23 0,0 0-6 16,0 0-6-16,0 0 2 15,0 0 7-15,0 12 8 0,2-6 4 0,-1-1-5 16,-1 0 9-16,2 5 2 0,-2 0 2 0,3 1 9 15,0 0-1-15,-3-2 7 0,1 3-20 0,2-3 20 16,-1 4 4-16,-1 1 0 0,2 1 0 0,-2-1 6 16,1-3-3-16,0-1 7 0,-1-2-4 0,-1 0 1 15,3-2 5-15,-1 0-6 0,-2-1 5 0,0-5 1 16,2 7 2-16,-2-7 0 0,1 6 6 0,-1-6 0 0,0 0 15 16,0 0 1-16,0 0 9 0,4 5 8 0,-4-5-9 15,0 0-3-15,29-11-1 0,-5 1 0 0,11-2-26 16,11-12-54-16,4 3-79 0,7-2-102 0,-2 2-138 0,4-7-239 15,-8 5-660-15,-2 1 292 0</inkml:trace>
  <inkml:trace contextRef="#ctx0" brushRef="#br0" timeOffset="31225.23">16591 3659 36 0,'0'0'257'0,"0"0"-16"15,-4-7-15-15,4 7-17 0,0 0-21 0,0 0-19 16,0 0-17-16,0 0-18 0,0 0-13 0,4-3-16 0,-4 3-9 15,0 0-13-15,0 0-11 0,0 0-31 0,0 0-12 16,0 0-6-16,0 0-4 0,0 0 2 0,0 15-5 16,0-8 1-16,0 3-2 0,-3 1-1 0,3 0-3 0,-1-1-3 15,1 9 5-15,-2-2-12 0,0 0 4 16,0-1 4-16,0 1-2 0,0-5 3 0,1 1-5 16,-2 0 3-16,0-4-3 15,1 3-2-15,0-7-3 0,1 3 5 0,0-1 0 16,1-2 0-16,0 0 9 0,-1-1-2 0,1-4 25 15,-2 5 24-15,1-2 30 0,1-3 28 0,0 4 23 16,0-4 22-16,0 0 27 0,0 0 9 0,0 0-20 16,0 0-30-16,8-16-9 0,-3 6-24 0,4-5-7 15,0-2-13-15,0 1-11 0,1 0-7 0,1 2-13 16,0 2-7-16,-4 1-6 0,1 2-3 0,-3 3-2 0,0 0-1 16,-1 1-19-16,0 0-9 0,-3 1 8 0,3 1-14 15,-4 3 1-15,5-2-21 0,-5-2-24 0,0 4-20 0,4-1-19 16,-4 1 9-16,0 0 1 0,9 10-3 0,-5-5 5 15,-2 4 5-15,2 3-1 0,3 3 9 0,-5-4 5 16,6 6 2-16,-3-1 4 0,-1 2 7 16,0-1 2-16,1-4-2 15,-1 1 9-15,-1-3-2 0,1 1 8 0,0-3-2 16,-1 1 4-16,-2-3 0 0,1-1 6 0,1-1-2 16,-2 1 1-16,-1-4-2 0,2 1 8 0,-1 0 1 15,0 1-2-15,-1-4 4 0,1 3 5 0,-1-3-4 16,0 0-2-16,0 0 5 0,2 3-2 0,-2-3-5 15,0 0-16-15,0 0-11 0,0 0-70 0,0 0-66 16,0 0-55-16,6-13-40 0,-2 6-56 0,-2 0-171 0,5-1-524 0,-2-3 232 16</inkml:trace>
  <inkml:trace contextRef="#ctx0" brushRef="#br0" timeOffset="31673.05">17461 3563 71 0,'0'0'152'0,"0"0"-5"15,0 0-12-15,0 0-6 0,0 0-8 0,0 0-12 16,0 0-5-16,0 0-13 0,0 0 6 0,0 0-19 0,0 0 4 16,0 0 4-16,0 0 3 0,0 0-6 0,0 0-7 15,0 0-3-15,0 0 1 0,0 0-10 0,0 0-6 0,15-4-1 16,-4 3-7-16,3-2-7 0,2-1-5 15,7 2 0-15,4-2-7 0,1 1 0 0,0-2-4 16,-1 2-5-16,1-1-4 0,-1 1 3 0,-6 2-5 16,-1-1-3-16,-5-1 3 15,-1 2-2-15,-2 1-7 0,-2-3 3 0,-2 3-8 16,-2 0-8-16,1 0-2 0,-2-1-17 0,-5 1-14 16,9-2-20-16,-9 2-7 0,0 0-23 0,0 0-32 15,0 0-18-15,0 0-23 0,0 0-115 0,0 0-300 16,0 0 134-16</inkml:trace>
  <inkml:trace contextRef="#ctx0" brushRef="#br0" timeOffset="32089.62">17525 3727 112 0,'0'0'198'0,"0"0"-10"0,0 0-2 0,-6 3-8 16,6-3-7-16,0 0-10 0,0 0-11 0,0 0-13 15,-2 3-14-15,2-3-7 0,0 0-10 0,0 0-10 0,0 0-8 0,0 0-12 16,23-1-5-16,-6-6-7 0,2 5-4 15,10-3-9-15,5 3-2 0,-1-4-9 0,1 0-1 16,7-2-5-16,12 0-5 0,-2 1-5 0,1 3 8 16,-15-2-9-16,-4 2-2 0,1 1-2 0,-5 1 2 15,-7-1-6-15,-2 0-1 0,-2 2-1 0,-5-1 4 0,-3 1-3 16,-2-1-2-16,-2 1 7 0,0 1 7 0,0-1 5 0,-6 1-2 16,6-2-2-16,-6 2-3 0,7-2-3 0,-7 2-10 15,5 0-10-15,-5 0-12 0,0 0-11 0,0 0-14 16,0 0-20-16,7-1-23 0,-7 1-23 0,0 0-34 15,0 0-67-15,0 0-179 0,0 0-415 0,0 0 184 16</inkml:trace>
  <inkml:trace contextRef="#ctx0" brushRef="#br0" timeOffset="32705.43">18949 3347 137 0,'-8'-2'143'0,"8"2"-12"0,0 0-15 16,-15 0-4-16,15 0-8 0,-13 2-6 0,8-1-10 15,5-1-5-15,-13 2-12 0,5 0-10 0,2 3-4 16,-2-1-9-16,-2 2 3 0,2 2-8 0,-1-1-4 15,0 2-5-15,0-1-3 0,3 3-2 0,-2-1-4 0,3 0-3 16,-4-1-1-16,5 3-3 0,-1-1 5 0,1 0 11 16,2-1 6-16,-1 1 4 0,1 1-5 0,-2-1 1 15,4 0 0-15,0 0-1 0,1 0-4 0,0 2 3 0,3-3 4 16,0 1 0-16,1 0 3 0,2-1 0 16,-1-1-1-16,0 0 0 0,3-2 4 0,0-2-3 15,4 3 3-15,-3-2-1 0,3 0 2 0,0-1 4 0,-3-1 3 0,4-1 3 16,-1 0 4-16,-4 0 8 0,5 1-1 0,-1-4 18 15,-1 0 1-15,1 0 2 0,3-3 0 0,0-1 0 16,2 1-21-16,-2-1 7 0,1 0-2 0,0-2-4 16,1 1 1-16,0-2 0 0,-3 0 3 0,2-2-8 15,-1-1-1-15,2 0-3 0,-5-2 5 0,1-1 0 16,-1-1-3-16,-2-1-12 16,-1 7-2-16,-1-8-1 0,-1 0-7 15,-3 0-5-15,0-1-3 0,-5 2-20 0,-1-1-10 16,-8 1-17-16,-4 0-30 0,-10-3-31 0,-7 6-30 15,-7 0-42-15,-18 0-52 0,-8 6-70 0,-2 2-336 16,2 0-652-16,3 0 288 0</inkml:trace>
  <inkml:trace contextRef="#ctx0" brushRef="#br0" timeOffset="37145.71">5466 6525 64 0,'0'0'155'0,"-1"-8"-3"0,-3 6-5 0,4-2-9 0,-1 0-6 16,1 4-5-16,-3-7-3 0,0 2-11 0,3 1-8 16,0-1 1-16,-1 2-4 0,-1-1-5 0,-2 1-9 15,3-2-1-15,-3 1 1 0,0 1-10 0,3-2-8 16,-3 2-8-16,-1-1-8 0,-2 1-1 0,0 1-13 0,-1 0-4 15,-2 0-1-15,-3 2-7 0,-1 0-3 0,0-1-4 0,1 2-6 16,0 3 2-16,-3-2-3 0,-2 3 0 0,1 2-8 16,-3 2 0-16,-3 5 3 0,0 1 1 15,0 3-7-15,1 2 0 0,-1 2-2 0,5 0 0 16,-1 0 3-16,4 1-7 0,-1 1 3 0,3 0 1 16,2-2-3-16,3-2 5 15,3-1-2-15,1 0 4 0,2 1-7 0,1-1 1 16,-2-1 6-16,6-1-1 0,-2-6 1 0,0 5-1 15,2-5 2-15,-1 1 0 0,2-2 5 0,1-1-3 16,-1-4 1-16,-3 0 4 0,3 0-4 0,-3-1 4 16,2 1 8-16,-2-2 9 0,2 0 13 0,-3-3 10 15,0 0 6-15,14-6-3 0,-4 1 0 0,-1-1-4 16,0-2 2-16,4-5-3 0,0-1 4 0,0 0-2 0,-1 2-4 0,1-5-5 16,5-2 7-16,-8 4-12 0,3 0 0 0,-3 1-1 15,3-1 3-15,-4 6 6 0,-3-2 0 0,-1 1 9 16,2 2-8-16,-1 0 0 0,-1 0 0 0,-1 3-4 15,-3 1-3-15,2 0-11 0,-1 1 0 0,0 1-1 16,-2 2-7-16,2-6 0 0,-2 6-7 0,3-2-2 16,-3 2-19-16,2-3-14 15,-2 3-14-15,0 0-14 0,0 0 5 16,0 0 2-16,0 0 5 0,3 13 3 0,-2-6 4 16,2 2-1-16,-3 2 3 0,0 6 6 0,0 0-1 0,0-3 5 15,0-2-4-15,1 0 8 0,1 4 1 0,-2-4-1 16,3-1 1-16,-2 1 4 0,1-3-1 0,0 1-2 15,-1-5 6-15,2 2 3 0,0-1 5 16,-1-3 2-16,3 3 11 0,3-2 1 0,-2-4-2 0,7 0 1 0,5-6-2 16,2 2-8-16,11-5-26 0,1-1-43 0,-1-4-54 15,2 0-79-15,1-3-106 0,2 0-170 0,-4 1-511 16,0-7 226-16</inkml:trace>
  <inkml:trace contextRef="#ctx0" brushRef="#br0" timeOffset="37762.78">6042 6715 5 0,'0'0'254'0,"0"0"-16"15,0 0-13-15,0 0-17 0,-1-5-19 0,1 5-16 16,0 0-16-16,0 0-14 0,0 0-16 0,0 0-15 16,0 0-9-16,0 0-13 15,0 0-8-15,0 0-10 0,0 0-9 0,0 0-7 16,0 0-9-16,-19 5-3 0,13-2-5 0,-3 2-5 16,0 3-1-16,-2-2-8 0,2 2-6 0,2-1 1 15,-3 1-3-15,2 1-3 0,-1-1-2 0,2 1 0 16,-1 0-4-16,1-1 1 0,1 4-1 0,3-7-1 15,-1 4 0-15,3 1-3 0,0 0 0 0,1-5 1 16,0 2-3-16,1 0 5 0,0-2 1 0,5 2 2 0,-3-3 1 0,4-1 1 16,2 0-2-16,3-3 5 0,-1 0 0 0,0-1 3 15,-2 0-1-15,0-3 9 0,1 2 12 0,-1-5 14 16,-1 4 7-16,-3-3 0 0,4 1-3 0,-4-4 6 16,-1-1-5-16,1 0-8 0,-1 2 17 15,-3-3-22-15,-1 1-7 0,0 0-3 0,-1-1-9 0,-3 0-1 16,3 2-12-16,-6-1 5 0,3 3-7 0,-2 1-11 0,-3 1-4 15,0-1-11-15,-3 1-10 0,1 3-9 0,-2 1-8 16,2 1-13-16,1 0-16 0,-1 0-29 0,3 1-35 16,8-1-30-16,-12 2-20 0,7-1-7 0,5-1-44 15,-4 4-137-15,4-4-406 0,0 0 180 0</inkml:trace>
  <inkml:trace contextRef="#ctx0" brushRef="#br0" timeOffset="38283.83">6667 6638 160 0,'0'0'148'15,"0"0"-5"-15,0 0-9 0,-6 2-12 0,6-2-11 16,-4 1-6-16,4-1-15 0,0 0-3 0,0 0-15 15,0 0 0-15,0 0-13 0,0 0-2 0,0 0-9 16,0 0-2-16,0 0-3 0,0 0 0 0,0 0-4 0,0 0 6 0,0 0-2 16,0 0 8-16,0 0 4 0,0 0 7 0,0 0 5 15,0 0-5-15,0 0-4 0,0 0-4 0,0 0-4 16,0 0-3-16,0 0-7 0,0 0 0 0,14-5-4 16,-1 2-6-16,3 1-2 0,5-2-5 0,7-3-1 15,0 3-4-15,0 0 0 0,-7 2-2 0,0-1-1 16,1 0-1-1,-4 2-5-15,0 0 0 0,1 1 5 0,-5 0-9 0,-2-2 1 16,-3 2 0-16,-3-1-3 0,2 1 0 0,-3-1-1 16,-5 1-9-16,7 0-10 0,-7 0-14 15,0 0-12-15,0 0-2 0,6 1-14 0,-6-1-24 16,0 0-39-16,0 0-39 0,-21 5-166 0,14-2-355 16,-1-3 157-16</inkml:trace>
  <inkml:trace contextRef="#ctx0" brushRef="#br0" timeOffset="38663.18">6734 6769 57 0,'-3'2'182'15,"3"-2"-16"-15,-4 3-12 0,4-3-15 0,0 0-14 0,0 0-8 16,0 0-9-16,0 0-5 0,0 0 1 0,0 0-5 16,-6 3-9-16,6-3-7 0,0 0-7 0,0 0-1 15,0 0-7-15,0 0-3 0,22 0-8 0,-12-3-5 16,12-1-7-16,-1 1-5 0,7-3-1 0,2-1-6 15,0 2-3-15,2 1-3 0,2 2-3 0,-5-2-3 16,0 0-2-16,-7 3-2 0,-1-1 0 0,-2 0-4 16,-4 0 2-16,-3 2-6 0,-1-3 1 0,-2 3-3 0,-4 0 2 0,3-1-1 15,-3 1-3-15,-5 0 3 0,9-1-2 0,-9 1-6 16,6-1-10-16,-6 1-14 0,0 0-21 0,0 0-32 16,0 0-59-16,0 0-203 0,0 0-367 0,0 0 164 15</inkml:trace>
  <inkml:trace contextRef="#ctx0" brushRef="#br0" timeOffset="42023.63">8054 6204 73 0,'-4'-1'82'16,"4"1"-4"-16,0 0 5 0,-4-3-6 0,4 3-9 15,-4-2-6 1,4 2-2-16,0 0-10 0,-6-3 2 0,6 3-13 15,-3-3 10-15,3 3-9 0,0 0 6 0,-6-4 3 16,6 4 1-16,0 0-4 0,-4-2-3 0,4 2 14 0,0 0-2 16,0 0 2-16,0 0 2 0,0 0 0 15,0 0 1-15,0 0 1 0,-4-2-4 0,4 2-4 16,0 0 3-16,0 0-11 0,0-5-5 0,0 5-3 16,4-4-6-16,-4 4-1 0,9-4-4 0,-8 2 1 0,6-2-9 0,-2 0 3 15,1 0-6-15,1 0 3 0,1-1 1 0,4 2-1 16,-4-1-3-16,0 0-5 0,1 0 4 0,1 1-3 15,0 1 3-15,0-1-4 0,-4 1-6 0,2 1-1 16,2-3-4-16,-1 4 10 0,-4 0-2 0,3 0-3 16,2 2 0-16,-5 0-3 0,3 1-1 0,-2 0-1 15,2 2-2-15,-3 3 1 16,0 1-3-16,-1 1 0 0,1 4-3 0,-2 0 8 16,-2 6-8-16,-1-1 4 0,-4 5 0 0,-2 3 0 15,-2-2 4-15,-6 3-3 0,3-2 0 0,-5 1-5 16,2-3 3-16,1 1 6 0,-3-1 1 0,0-2-3 15,-2-2-6-15,6-4 6 0,-2-2 2 0,1-2 0 16,3-3-4-16,2-1 5 0,2-2-4 0,-1 0 2 16,5-2 8-16,-3 0 7 0,-2 0 13 0,6-1 13 0,-3 0 28 0,3-1 44 15,1-2 25-15,0 0 20 0,-7 2-12 0,7-2-20 16,0 0-27-16,3-11-9 0,-2 4-11 0,3-2-8 16,0 2-4-16,1-2-8 0,-1-1-5 0,2 3-6 15,-2 1-6-15,0 0-3 0,-3 1-12 0,3 1 4 16,-4 0-5-16,4 0-7 0,0 4-6 0,-3-4-3 15,-1 4 2-15,9-1-9 0,-9 1-2 0,10 1-2 0,-3 0 1 16,3 3 0-16,0 1 2 0,-1 3-1 0,0-3-4 16,1 5-4-16,-1-3-3 0,5 4-5 0,-2 2-4 15,-3-5-1-15,1 1 0 0,1-1-1 0,-2-1 2 0,0 0-2 16,0 0 2-16,-1-2 1 0,-2 0 0 0,-2-2 5 16,5-1 5-16,-4 2 12 0,-1-1 11 15,-4-3 8-15,9 0-1 16,-9 0 10-16,11-3-5 0,-4-1 4 0,-3 0-4 15,5-2 6-15,-2-1 2 0,-1 2-5 0,0 0 3 16,-3-2-5-16,1 4 0 0,0-1 1 0,-1 1 6 16,-1 1-17-16,2-2-4 0,-1 2-8 0,-3 2-9 15,3-4-30-15,-3 4-38 0,0 0-50 0,0 0-68 16,0 0-16-16,0 0-25 0,11 9-274 0,-9-8-546 16,-2-1 242-16</inkml:trace>
  <inkml:trace contextRef="#ctx0" brushRef="#br0" timeOffset="43019.17">7673 7003 71 0,'0'0'206'0,"-5"1"-24"0,5-1-14 0,-9 0-6 16,9 0-3-16,-4 2-8 0,4-2-8 0,0 0-11 0,0 0-15 15,0 0-12-15,0 0-10 0,0 0-8 0,0 0-11 16,0 0-7-16,0 0-10 0,-6 2-2 0,6-2-3 15,0 0-8-15,0 0-5 0,0 0-2 0,0 0-1 16,0 0-6-16,-3 2-1 0,3-2 2 0,0 0-4 16,0 0 1-16,0 0-4 0,0 0-6 0,0 0-1 15,0 0 1-15,0 0-6 16,0 0-1-16,0 0 2 0,0 0-8 0,0 0 3 16,0 0-1-16,0 0-4 0,0 0-2 0,0 0 0 0,0 0 0 15,0 0-3-15,0 0 4 0,0 0-1 0,0 0-2 16,0 0 5-16,0 0-5 0,0 0-2 0,0 0 2 15,0 0 1-15,0 0-2 0,0 0-2 0,0 0 4 16,0 0 2-16,0 0-5 0,0 0-2 0,0 0 3 16,0 0 0-16,0 0 2 0,0 0-3 0,0 0 3 15,0 0-2-15,0 0 2 0,0 0-2 0,0 0-1 16,0 0 4-16,0 0-2 0,0 0-1 0,0 0 1 0,0 0-1 16,0 0 0-16,0 0 1 0,0 0 1 0,0 0 0 15,0 0-1-15,0 0-1 0,0 0 0 0,0 0 2 16,0 0 0-16,0 0-1 0,0 0-1 15,0 0 2-15,0 0-3 0,0 0 3 0,0 0-1 0,0 0-1 0,0 0 2 0,0 0 3 16,26-2 1-16,-8-3-1 0,11 1 0 16,5-4 1-16,19 1 0 0,0-2-3 0,6-1 2 15,5-2 1-15,0 3 5 0,29-6 5 0,-2 1 1 16,-31 3-2-16,3 4-1 0,-5-3-2 0,3 3 0 0,-9-1-2 16,-15 3 1-16,0 3-3 0,-4-2 1 15,-2-1 1-15,-8 3-3 16,-4 0-4-16,-6 2 3 0,0 0-1 0,-2-2 1 15,-4 2 0-15,-1-1 4 0,0 1 11 0,-6 0 4 16,9 0 6-16,-9 0-1 0,5-3-1 0,-5 3-3 16,0 0-11-16,0 0-15 0,8 3-25 0,-8-3-25 15,0 0-34-15,0 0-46 0,3 1-42 0,-3-1-74 16,0 0-143-16,0 0-419 0,0 0 186 0</inkml:trace>
  <inkml:trace contextRef="#ctx0" brushRef="#br0" timeOffset="44391.18">8230 7302 137 0,'0'0'226'0,"0"-3"-4"0,0 3-4 0,0 0-11 16,3-4-10-16,-3 4-17 0,0 0-13 0,2-4-20 16,-2 4-19-16,0 0-15 0,0 0-17 0,0 0-20 15,0 0-23-15,0 0-5 16,0 0-6-16,-5 14-5 0,1-6-6 0,-2 4-1 16,-2 3-3-16,-2 2-5 0,-3 8 0 0,-3-1-3 15,3-1-4-15,-4 0 1 0,3-3-3 0,3-3 3 16,0 0-2-16,2-2-2 0,-2 0-3 0,3-7 1 15,4 1-1-15,1-5-1 0,-1 0 3 0,0 2 4 16,2-3 31-16,-2 0 36 0,1 1 26 0,3-4 29 16,-1 2 33-16,1-2 15 0,0 0 3 0,0 0-25 0,0 0-26 0,-3-14-17 15,4 7-19-15,2-3-11 0,4-5-15 0,-1 0-15 16,-2 1-5-16,1 2-11 0,1-2 1 0,-1 2-13 16,0 4 1-16,-2 3-1 0,1-2-4 0,-2 3-4 15,-1-1-9-15,2 0-23 0,0 2-29 0,-3 3-4 16,5-1 3-16,-5 1-7 0,0 0-2 0,16 5-4 15,-8-1 2 1,1 4 3-16,4-1-4 0,-3-1 3 0,5 6-3 16,-1 0 0-16,4 1-9 0,-5-2-14 0,1 1-17 0,0-2-23 15,3 2-23-15,-4 0-19 0,-3-6-19 0,1 3-26 16,-2-2-27-16,0 1-237 0,-5-5-500 0,1-1 221 16</inkml:trace>
  <inkml:trace contextRef="#ctx0" brushRef="#br0" timeOffset="44745.25">7991 7429 25 0,'-5'0'228'0,"5"0"-15"0,-8 0-13 15,8 0-13-15,0 0-13 0,-9 0-13 0,9 0-21 16,0 0-7-16,-6 3 1 0,6-3-12 0,0 0-16 16,0 0-10-16,0 0-6 0,0 0-8 0,19-4-9 15,-1-1-3-15,9-1-10 0,4-3-7 0,3 4-7 0,3-5-4 16,13 2-5-16,6-5 3 0,-6 2-12 0,2 3 1 0,-13 1-5 16,-1 0-1-16,-5 1-1 0,1 2-5 0,-6 0 1 15,-9 2-2-15,-6 2-6 0,-1-1 2 0,-3 0 0 16,-1 0-1-16,-3 1-3 0,1-2-2 0,-2 1-1 15,-4 1-2-15,9 0-3 0,-9 0-2 0,7 0-7 16,-7 0-8-16,0 0-14 0,7-2-7 0,-7 2-20 16,0 0-21-16,0 0-47 0,0 0-66 0,0 0-176 0,0 0-397 0,0 0 175 15</inkml:trace>
  <inkml:trace contextRef="#ctx0" brushRef="#br0" timeOffset="45698.17">9797 6093 95 0,'-3'-5'149'0,"-2"1"-13"0,4-1 6 0,0 3 2 15,-2-3-7-15,3 5-6 16,-4-7-1-16,3 5 1 0,1 2-3 16,-2-4-5-16,2 4-10 0,-1-5-6 0,1 5-11 15,0 0 0-15,-2-4-14 0,2 4-7 0,0 0-10 0,0 0-5 16,-3-2-9-16,3 2-1 0,0 0-9 0,0 0-6 16,0 0-6-16,0 0-3 0,0 0-5 0,0 0-4 15,-14 6-6-15,9-2 0 0,0 5-8 0,-3 1 8 16,-1-1-7-16,-1 8 0 0,-3 7-2 0,1-2-1 0,1 3 1 15,-2 4-2-15,1 2 0 0,0 3 4 0,-2 12-2 16,3-1-2-16,0 4 16 0,-1 0-1 0,3-1-1 16,1 0-2-16,0-1 0 0,2 1-2 0,2-1 1 15,2 3 1-15,-1-1 1 0,2 0 0 0,1-2-4 16,-3-1 2-16,7 4-2 0,-3-3-3 0,-1-11 8 0,0 10-7 16,0-9-2-1,-2-1 2-15,-1-3-2 0,-1 3 1 0,2-3 0 16,-3-5 0-16,-3 1-4 0,3-2 5 0,-3-1-9 15,-6-4-3-15,6-4-1 0,-2-3 6 0,0 0-4 16,-2-1 4-16,0-1 2 0,-5 0 3 0,3-1 12 16,-3-1 5-16,1-4 7 0,-1 2 12 0,1-2 8 15,-1-5 4-15,3 1 0 0,-3 3-2 0,6-3-4 16,-2-1-2-16,1 0-10 0,1-2-1 0,2 1-6 0,3-1-1 0,-2 2-8 16,3-1-1-16,1 0-30 0,-1-1-31 0,5 0-28 0,-9 6-29 15,4-1-34-15,0 0-39 0,2-1-56 0,1 1-187 16,2-1-448-16,0-4 198 0</inkml:trace>
  <inkml:trace contextRef="#ctx0" brushRef="#br0" timeOffset="46248.74">9545 7983 120 0,'0'0'220'0,"0"0"-31"0,0 0-11 16,0 0-19-16,0 0-17 0,0 0-18 0,-4-3-15 16,4 3-11-1,0 0-15-15,0 0-3 0,-13 11-13 0,8-3-8 16,-5 1-7-16,1 3-7 0,0 0-5 0,-1 3-6 0,0 1-3 15,1 0 0-15,0 1-9 0,1 0 0 0,2 1 1 16,-2-1-4-16,5 0-3 0,1-1-8 0,0-3 8 16,2-3-2-16,2 0 3 0,0 0 5 15,0-3 10-15,2-1 7 0,1 2 9 0,2-5 6 0,5 0 7 16,-1-1 8-16,7-2 2 0,-5-2 4 0,5-1 5 0,-4-2 9 16,0 0 7-16,-2-2 5 0,-2 0 1 0,0-3 4 15,-2-1-6-15,-3 0-6 0,-1-2-8 0,-3 2-21 16,-1-6-4-16,-1 2-14 0,-1 1-2 0,-4 0-16 0,-1 1-15 15,-3-1-19-15,-1 0-23 0,-3 3-31 0,-3 0-40 16,-2 1-44-16,1 3-49 0,-2-1-45 16,-1 2-237-16,10 0-513 15,0-3 228-15</inkml:trace>
  <inkml:trace contextRef="#ctx0" brushRef="#br0" timeOffset="47081.52">10010 5549 224 0,'0'0'243'0,"0"-4"-21"0,0 4-25 0,3-3-22 16,-3 3-23-16,0 0-17 0,0 0-19 0,0 0-19 0,0 0-23 0,0 0-14 16,0 0-1-16,0 0-6 0,1 15-11 0,-2-3 1 15,-2-1-7-15,3 5-5 0,-4 3-1 0,-1 7 1 16,0-1-4-16,-4 1-1 0,0-2-2 0,-1 1-4 16,2-8 0-16,-1 1 0 0,1-3-6 0,2-5 2 15,2 0-3-15,1-5-1 0,1 3 0 0,1-4 4 16,-3 0 16-16,2 0 34 0,0 0 28 0,2-4 26 0,-1 5 14 0,1-5 17 15,0 0-21-15,0 0-9 0,0 0-16 0,5-17-5 16,-1 5-13-16,1 0-12 0,3-1-9 0,2-2-8 16,0 1-5-16,-2-1-14 0,-2 6-2 0,3 0-3 15,-2 1-4-15,-2 4-6 0,-1-1-9 0,3 2-23 16,-3 1-20-16,4-1 0 0,-2 3-13 0,4 3-8 16,0-1-12-1,2 1-7-15,-1 5-11 0,0 0-20 0,2 2-17 0,-2 2-28 16,1 1-30-16,-5-2-37 0,3-3-241 0,-2 2-487 15,-3-5 215-15</inkml:trace>
  <inkml:trace contextRef="#ctx0" brushRef="#br0" timeOffset="47498.14">9844 5704 48 0,'-4'0'208'15,"4"0"-13"-15,-6 3-18 0,6-3-16 0,-5 2-12 16,5-2-15-16,0 0-13 0,0 0-11 0,0 0-13 16,0 0-5-16,-7 0-8 0,7 0-3 0,0 0-5 15,0 0-5-15,0 0-5 0,-4 2 1 0,4-2-3 16,0 0 3-16,0 0 2 0,0 0 3 0,0 0 2 15,0 0-1-15,0 0 0 0,0 0-4 0,0 0-4 16,0 0-4-16,0 0-8 0,0 0-5 0,0 0-2 0,0 0-6 0,0 0-4 16,0 0-1-16,0 0-2 0,0 0-4 0,20-8-5 15,-1 0-5-15,9-1 0 0,5-4 1 0,17-6-5 16,1 2-1-16,10 0-3 0,2-3 6 0,26-4 1 16,-30 10 0-16,1-1-4 0,-5 1 1 0,-4 6-1 15,-16 2-4-15,-6 1 1 0,-8 2-3 0,-4-2 0 16,-4 2-3-1,0 2-5-15,-8-2-5 0,3 2-7 0,-3 1-9 0,0-2-6 16,-5 2-4-16,0 0-20 0,0 0-16 16,0 0-35-16,-23 11-36 0,6-4-49 0,-1 0-241 15,-1 2-463-15,0-2 206 0</inkml:trace>
  <inkml:trace contextRef="#ctx0" brushRef="#br0" timeOffset="48231.01">10328 6632 98 0,'2'-6'183'15,"0"-1"-3"-15,-1-1-6 0,3-1-3 0,-4-1-2 16,1 0-4-16,1 0-2 0,-2 2 15 0,0 0 5 16,2 2-12-16,-2 0-8 0,0 0-20 0,0 2-12 15,0 2-14-15,0 2-15 0,0-7-20 0,0 7-26 16,0 0-27-16,0 0-6 0,0 0-1 0,0 0-3 16,-10 17-3-16,5-3-2 0,-3 3-1 0,-1 9-2 15,-3 2-4-15,1 3 0 0,2 3-1 0,-2-2-1 0,1 14 1 0,-1 1-2 16,5-12 1-16,-3 12-2 0,5-10 4 0,-1-2-3 15,1-1 1-15,2 0 0 0,-2-4 0 0,3-4-3 16,-2-6 3-16,2-1 0 0,0-7-2 0,-2-1 0 16,2 0 3-16,2-4 0 0,-2 0 3 0,1-1 21 15,-3-2 14-15,3 3 20 0,0-4 16 0,0-3 10 16,-4 2-8-16,4-2-4 0,0 0-5 0,-15-1-9 0,7 0-6 16,-1-1-7-16,-2-3-8 0,2-1-2 0,-1 2-6 15,0 3-2-15,1-4-2 0,-2 4-14 0,5-2-11 0,-2 1-18 16,3 1-22-16,-1-1-27 0,-2 0-34 0,2 0-40 15,-2 2-46-15,3-3-39 0,-2 3-60 0,1-2-185 16,6 2-503-16,-7-8 223 0</inkml:trace>
  <inkml:trace contextRef="#ctx0" brushRef="#br0" timeOffset="48569.04">10082 6931 225 0,'0'0'262'0,"-6"-3"-19"0,6 3-18 0,0 0-18 16,0 0-8-16,0 0-17 0,0 0-16 0,0 0-15 15,-6-1-16-15,6 1-15 0,0 0-13 0,0 0-7 16,28-7-12-16,-9 1-10 15,10-2-10-15,1 0-3 0,5-1-11 0,-2 0-4 16,0 2-5-16,0 1-5 0,-1 0-5 16,-5 1-3-16,-9 2-4 0,-4 0-2 0,-1 2 2 15,-3 1-7-15,-2-3-2 0,-2 1-2 0,1 2-4 0,-7 0-4 16,9-2-4-16,-9 2-1 0,6-1-2 0,-6 1-7 16,4-2-1-16,-4 2-6 0,0 0-15 0,0 0-20 15,0 0-24-15,0 0-20 0,-17 7-27 0,17-7-35 0,-12 3-32 16,6-2-204-16,6-1-422 0,0 0 186 0</inkml:trace>
  <inkml:trace contextRef="#ctx0" brushRef="#br0" timeOffset="49054.62">10793 6724 180 0,'5'-1'316'0,"-5"1"-31"0,4-2-31 15,-4 2-26-15,0 0-27 0,0 0-23 0,8-1-16 0,-8 1-19 0,9 0-15 16,-3 2-16-16,-2 0-13 0,1 2-9 0,3-2-12 16,-3 2-24-16,4 2-4 0,-4 2-11 0,3-2-6 15,-4 5-6-15,-1 1-4 0,-1 0-4 16,-4 2-1-16,-1 0-1 0,-4 3-4 0,-2-2 0 0,-1-3-3 15,1-1 1-15,0 2 1 0,-1-3 0 0,5-2 3 16,-3 0 3-16,3-4 5 0,1 0 9 0,-1-2 6 0,0 1 24 16,1 0 26-16,0-2 34 0,4-1 8 0,0 0-21 15,0 0-12-15,-1-9-12 0,6 0-18 0,-1-2 5 16,6-3-9-16,-1 0-5 0,4-2-8 0,6-5-4 0,-1 2-6 16,0 2-4-16,-2 3-8 0,0 0-5 15,2 1 0-15,-3 3 0 0,0-2-10 0,-2 5-1 16,-3 0-3-16,3 1 5 15,-3 2-8-15,3-2-5 0,-4 3-3 0,1 0 18 16,-1 3-25-16,0 0-6 0,-2 0-10 0,-2 4 6 16,2-1-3-16,0 2 0 0,-2 1-3 0,0 5 5 15,0 0 5-15,0 2-1 0,-2-3 0 0,-1 6 9 16,1 0-9-16,-1-2 1 0,0 2-18 0,-2-4-11 16,1-2-19-16,-1-2-17 0,1 3-20 0,-1-6-16 15,0 2-27-15,2-1-25 0,-2-2-34 0,0-1-21 0,1 2-47 0,-1-5-153 16,0 0-459-16,0 0 203 0</inkml:trace>
  <inkml:trace contextRef="#ctx0" brushRef="#br0" timeOffset="49317.59">11242 6615 140 0,'0'0'249'0,"-3"-4"-25"16,3 4-29-16,0 0-20 0,0 0-17 0,0 0-13 16,0 0-11-16,9 13-12 0,-5-3-12 0,1 1-4 15,0-1-10-15,3 7-5 0,1 3-6 0,-3-1-10 0,1 4-7 16,-2-3-3-16,-4 9-8 0,2-1-5 0,-3-1-2 16,-3 1-6-16,-3-2-19 0,-2 1-11 0,-6-2-17 15,-4 1-16-15,-4-7-34 0,-2 5-45 0,-3-4-63 16,-5-2-197-16,3-5-387 0,-7-5 170 0</inkml:trace>
  <inkml:trace contextRef="#ctx0" brushRef="#br0" timeOffset="49640.43">10681 6554 125 0,'-4'-1'224'0,"4"1"-24"0,-5-4-23 16,0 4-15-16,5 0-20 0,-8 6-14 0,0 0-16 15,2 4-12-15,-5 2-8 0,-1 7-13 0,-2 3-8 0,1 4-3 16,3 3-14-16,-3 3-1 0,3 2-8 0,1-1-2 15,2 0-5-15,7-1-2 0,-2 0-6 0,6-3 2 0,4 1 5 16,3-3 0-16,4-4 1 0,6-2-1 16,1-2 2-16,3-3-4 0,7-4-8 0,3 0-26 15,17-4-35-15,-2-3-45 0,7-4-69 0,-3-7-186 16,4 0-362-16,-2-3 161 16</inkml:trace>
  <inkml:trace contextRef="#ctx0" brushRef="#br0" timeOffset="50342.14">11842 6705 55 0,'-5'-3'186'0,"0"0"-19"0,-1-1-10 0,-3 2-17 16,-3 1-15-16,1-2-16 0,-4 3-19 0,-3 2-2 16,5-1-5-16,-7 2-11 0,3 4-4 0,-5-1-5 15,3 1-11-15,1 2-12 0,2 1 6 0,0 1-11 0,1-2-2 0,2 6-13 16,0-5 4-16,4 4 1 0,2-4-1 0,1 2-3 15,3-2 1-15,1 2 11 0,1 0-2 0,1-1 4 16,3 0 0-16,2 1-1 0,1-5 4 0,1 4-3 16,0-8 6-16,2 4-2 0,1-2 2 0,-2-4 1 15,3 2 2-15,0-3 2 0,-1-6 4 0,4-1-1 16,-4 2 3-16,3-2-3 16,-3-5-1-16,6-3 1 0,0-4-1 0,-3 4-3 15,1-7-4-15,-5 4-5 0,6-6-3 0,-7-3-7 16,1-1-4-16,1-5-10 0,-4 1-3 0,2-3-3 15,0 2 4-15,-4 0 1 0,1 1 8 0,-3 3 4 16,-2 6 13-16,0 6 12 0,2 2 5 0,-4 7-1 16,4-3 1-16,-2 3-7 0,-2 3 1 0,2-1-15 15,0 3-31-15,0 3-4 0,0 0 1 0,0 0-2 0,-8 14 0 0,2 2 2 16,4 2 1-16,-2 7 0 0,-1 3-2 0,1 1 4 16,4 0 2-16,-3 2-3 0,5 1-17 15,-2-2-11-15,3-2-13 0,3 2-12 0,-1-1-12 0,1-6-19 16,-1-3-14-16,0-1-25 0,2-4-28 0,-1-3-37 15,-6-3-210-15,7 0-429 0,-4-4 191 0</inkml:trace>
  <inkml:trace contextRef="#ctx0" brushRef="#br0" timeOffset="50758.7">12074 6603 150 0,'4'-1'186'16,"-4"1"-18"-16,9 0-14 0,-9 0-16 0,12 5-11 16,-7-2-1-16,3 2-8 0,-3 1-18 0,4 2-8 15,-4 1-10-15,0 3-7 0,3 3-5 0,-4-4-6 16,0 6-7-16,-3-1-2 0,2-1-10 0,-2 1-3 16,-1 1-3-16,0-3-7 0,-4-3-1 0,4 0 3 15,-4-1 2-15,4-3-1 0,-2 0 4 0,-1 0 5 0,3-2 6 0,0 0 10 16,-4-2 11-16,4 1 27 0,0-4 27 0,-1 3 18 15,1-3 12-15,0 0-8 0,0 0-18 0,0 0-14 16,8-15-16-16,-3 3-8 0,2 2-8 0,4-3-12 16,-1-3-4-16,2 0-11 0,1 1-11 0,-1 2 0 15,-1-1-5-15,-2 4-2 0,-2 2-5 0,2 0-12 16,-6 3 11 0,0 0-21-16,1 3-16 0,-2-2-24 0,0 1-19 15,-2 3 7-15,0 0 7 0,2 9 1 0,-3-2 11 0,0 1-2 16,-2 4-5-16,1 0 3 0,-1 5 5 0,2 0 4 15,-1 3 3-15,2-2 1 0,3 7 2 0,1-8 4 16,4 1-15-16,-1-1-10 0,7-2-12 0,-1-1-17 16,6-4-34-16,0-1-43 0,11-2-56 0,-1-6-68 15,3-1-195-15,0-6-496 0,-3 1 220 0</inkml:trace>
  <inkml:trace contextRef="#ctx0" brushRef="#br0" timeOffset="51005.05">13036 6702 154 0,'0'0'344'0,"-4"1"-26"0,4-1-36 0,0 0-32 0,0 0-39 0,0 0-28 16,0 0-27-16,21-8-34 0,-9 6-37 0,9-2-44 16,0-1-51-16,0 0-54 15,8 1-59-15,-7 0-203 0,1 0-351 0,-4-1 156 16</inkml:trace>
  <inkml:trace contextRef="#ctx0" brushRef="#br0" timeOffset="51144.01">13087 6795 5 0,'-3'3'149'16,"2"-1"-2"-16,1-2 16 0,5 4-14 0,4-1-9 16,10-5-16-16,12 1-36 0,1 0-73 0,8-6-179 0,13-3-176 15,-3-2 78-15</inkml:trace>
  <inkml:trace contextRef="#ctx0" brushRef="#br0" timeOffset="52825.21">14574 6000 67 0,'2'-2'120'16,"-2"2"-5"-16,-2-6-9 0,2 6 1 0,0-6-7 0,0 6 1 15,0-6-17-15,0 6 5 0,0-5-5 0,2 1 0 16,-2 4-12-16,0-5-5 0,1 2-9 16,2 1-3-16,-3 2-7 0,5-6-3 0,1 0-9 15,-1 4 3-15,2 1-13 16,3-1 6-16,1-1-9 0,1 1-2 0,-2-1 3 15,5 1-4-15,-2 0-10 0,1 2 9 0,4-1-3 16,0 1-3-16,0 3-2 0,-3 2 6 0,-1 0-4 16,-1-2-3-16,2 8-2 0,-6-3-4 0,2 4 0 15,-2 5 2-15,-2 3-1 0,-3 3-1 0,-5 4 1 16,-3 1-2-16,-5 2 4 0,-3 1-9 0,-2-1 11 16,-7 1-7-16,-2-2 6 0,-8 8-2 0,4-14-1 0,0 4-3 0,-1-5 0 15,5-1 0-15,-2-1 2 0,2-4 4 0,5-5 8 16,1-1-1-16,7-5 6 0,-2 2 14 0,7-3 23 15,0-1 37-15,0-1 19 0,5-2-7 0,0 0-10 16,-8-9-11-16,11 1-8 0,3 0-14 0,2-5 3 16,2-1-16-16,7 1-8 0,-3 1-2 0,9-4-6 15,-3 7-4-15,-2 0-5 0,0 1-2 0,0 3 13 0,1 1-4 16,2 1-5-16,-1 2-11 0,-5 5-2 0,6 0-6 0,-3 4-4 16,1 0 0-16,-5 2-11 0,4 3-23 0,2 4-34 15,-6-2-46-15,-2 0-64 0,2 2-85 0,-3-3-149 16,-2-3-440-16,0-3 195 0</inkml:trace>
  <inkml:trace contextRef="#ctx0" brushRef="#br0" timeOffset="53226.18">14301 6757 21 0,'-5'3'171'16,"-2"-2"-14"-16,5 0-18 0,2-1-14 0,-11 2-12 16,8-1-14-16,3-1 5 0,-7 2-22 0,7-2-7 15,0 0-1-15,-3 2-4 16,3-2-6-16,0 0 0 0,0 0-7 0,0 0 4 15,0 0 0-15,0 0-2 0,0 0-7 0,24-2-5 16,-5 1-7-16,9-1 1 0,4-2-5 0,8 0-1 16,14 0 1-16,8-1 15 0,28-3 6 0,-23 3 4 15,30-1 9-15,-5-1 0 0,-29 3-1 0,-4 3-8 16,2 0-5-16,-11 1-3 0,-12 0-5 0,-2 0-8 16,-3 0-3-16,-5-2-4 0,-9 2-3 0,-6 2-2 0,-1-2-6 0,-3 0-7 15,-2 0-4-15,0 0-14 0,-2 0-9 0,-5 0-3 16,0 0-19-16,0 0-27 0,0 0-35 0,0 0-36 15,-19 1-65-15,3 0-161 0,4-3-388 0,-4 2 173 16</inkml:trace>
  <inkml:trace contextRef="#ctx0" brushRef="#br0" timeOffset="53696.14">14771 7100 211 0,'0'0'350'0,"0"0"-30"15,0-2-30-15,0 2-23 0,0 0-30 16,0 0-29-16,0 0-21 0,0 0-27 0,0 0-21 15,0 0-33-15,0 0-30 0,0 0-12 0,0 0-6 0,-5 12-6 0,0-2-6 16,1 2-2-16,-2 5-5 0,-6 1-5 0,1 5-1 16,-2 1-2-16,-1-2-2 0,1-1 4 0,4-5-11 15,-2-1-3-15,2 0-1 0,2-5 0 0,1 0-1 16,2-4-5-16,0 0 3 0,1-1 2 0,-1-2 14 16,2 1 24-16,1 0 30 0,1-4 33 0,-3 1 8 15,3-1-19-15,0 0-12 16,4-14-12-16,2 4-8 0,1-1-13 0,2-3-5 15,1-3-9-15,3 1-7 0,1 3-5 0,-4-3-9 16,3 6-4-16,-6 0 0 0,3 4-7 0,-5-2-2 16,1 3-9-16,-1 3-7 0,-1-3-18 0,0 3-12 15,1 2-4-15,-5 0 1 0,13 2-5 0,-8 4 4 16,0 0-14-16,3 2-8 0,-3-1-7 0,4 4-14 16,-3 0-19-16,2 1-20 0,-2-3-29 0,2 3-29 0,-4-2-31 15,1-1-49-15,-1-3-215 0,-2-3-510 0,0-1 226 0</inkml:trace>
  <inkml:trace contextRef="#ctx0" brushRef="#br0" timeOffset="53927.86">14562 7074 246 0,'-8'0'325'0,"3"-2"-18"16,1 1-17-16,4 1-14 0,-6 0-24 0,6 0-28 15,-4-3-13-15,4 3-22 0,0 0-18 0,24-11-18 0,7 6-15 16,21-5-7-16,3 2-26 0,9-3-7 0,1 4-17 16,1-3-3-16,1 3-10 0,-2 0-7 0,-5 1-9 0,-5 4-6 15,-5-3-17-15,-17 4-10 0,-4 1-12 0,-9-3-20 16,-6 2-29-16,-3-2-26 0,-3 3-32 0,-3-1-14 16,-5 1-21-16,0 0-54 0,0 0-78 0,0 0-172 15,-32 0-474-15,14-5 210 0</inkml:trace>
  <inkml:trace contextRef="#ctx0" brushRef="#br0" timeOffset="59409.58">15986 5797 34 0,'-1'-4'174'0,"1"-5"-8"15,-4 4-8-15,4-2-1 0,0 2-12 0,0-2 5 16,4 4-9-16,-4-1-5 0,-4-3-9 16,8 4-10-16,-4 3-12 0,-4-5-9 0,4 5-14 15,0 0-6-15,0 0-12 0,0-5-9 0,0 5-29 16,0 0-34-16,0 0-22 0,0 0 11 0,4 14 2 0,-8-1-3 15,4 11 2-15,-1 6 5 0,-4 4 3 0,-3 15-4 16,1 5 6-16,1 6 1 0,-6 22 0 0,5-22 1 0,-2 23 2 16,1 0 0-16,2-27 2 0,3 0 0 0,-1 1 0 15,-2-2 8-15,4 0-3 0,-1-3-1 0,1 1-7 16,2-2 10-16,1-2 1 0,0-3-1 0,-2 0 9 16,1-13-3-16,-1 2 4 0,-2-2 2 0,3-1-2 15,0-1 6-15,0-1-1 0,0-2-4 0,-1-1-1 16,2-8 2-16,3-1 0 15,-4-4-3-15,0-2 3 0,0 1-7 0,1-2 4 16,-1-4-7-16,-1 0 2 0,2-2-6 0,-2 2 8 16,1-2-3-16,0 0 12 0,-1-2 16 0,1-3 2 15,0 5 3-15,0-5 5 0,1 4-4 0,-1-4-5 16,0 3-6-16,0-3 2 0,0 0-5 0,0 0 0 16,0 5-6-16,0-5-1 0,0 0-2 0,0 0-4 15,0 0 1-15,0 0-5 0,0 0-1 0,-1 4 1 0,1-4-1 0,0 0-1 16,0 0 1-16,0 0-6 0,0 0 0 0,0 0 1 15,0 0 0-15,0 0-2 0,0 0 1 0,0 0-3 16,0 0 1-16,0 0 0 0,0 0 1 0,0 0-1 16,0 0 2-16,0 0-2 0,0 0 2 0,2 3-2 15,-2-3-3-15,0 0 0 0,0 0 1 0,0 0 0 16,0 0 1-16,0 0 0 0,0 0 1 0,0 0-1 0,-6 5-1 0,6-5-1 16,0 0 1-16,-2 1 2 0,2-1-5 0,0 0 4 15,0 0 0-15,-4 3 3 0,4-3-4 0,0 0 1 16,0 0 2-16,0 0 2 0,0 0 18 0,0 0 8 15,0 0 8-15,0 0 12 0,0 0 14 16,0 0 3-16,0 0 0 0,0 0 8 0,0 0-20 0,0 0-17 16,23-15-18-1,6 4-16-15,6-4-26 0,18-8-40 0,6-2-38 16,22-11-71-16,-24 10-95 0,-2-2-174 0,-5-2-477 16,-9 0 211-16</inkml:trace>
  <inkml:trace contextRef="#ctx0" brushRef="#br0" timeOffset="60042.33">15958 5801 169 0,'0'0'205'0,"0"0"-12"16,0 0-20-16,0 0-6 0,0 0-9 0,0 0-15 15,0 0-14-15,0 0-17 0,0 0-9 0,0 0-11 16,0 0-8-16,32-5-21 0,-4 5-39 16,8-3-42-16,3-2-60 0,17-1-87 0,-4 0-94 0,-14-3-282 15,-2 2 125-15</inkml:trace>
  <inkml:trace contextRef="#ctx0" brushRef="#br0" timeOffset="61313.98">17372 5831 67 0,'-3'-3'175'0,"2"2"-13"16,1 1-12-16,-3-7-17 16,3 7-10-16,0 0-13 0,-2-4-13 0,2 4-6 15,-3-2-9-15,3 2-12 0,0 0-7 0,0 0-4 16,0 0-12-16,-1-3 0 0,1 3-7 0,0 0-2 16,0 0 2-16,0 0-5 0,0 0-3 0,0 0-5 15,0 0-1-15,0 0-10 0,0 0-5 0,0 0 10 16,0 0-10-16,0 0-4 0,-9 7 5 0,4-2-10 15,0 3 7-15,-2 3-2 0,-2 4-1 0,-1 2-2 0,-3 6 0 0,-1 5-5 16,4 3 8-16,-5 13-1 0,-1 6 2 0,4 3 0 16,-5 4-1-16,0 25-8 0,3-29 12 0,4 5 8 15,-1 2-8-15,2-2 2 0,-3 3 0 0,2-5-4 16,5 4 1-16,-4-3 1 0,2 4-1 0,2-3-4 16,-3-2 1-16,2-4 5 0,-3-2 1 0,4-4-3 15,-1-8-1-15,0-5 0 0,-3 0-2 0,-1-4-1 0,-2-5-1 16,3-6-6-16,0 0 5 0,-1-3-1 0,-1-3 7 15,1-4-1-15,-1-1 13 0,1 0 7 0,-2-4 3 0,-6-1 7 16,5-2 0-16,-6-3 7 0,1 1 2 0,3-1 5 16,-3-1 4-16,7 1 4 0,-1-1 4 0,2 1-3 15,2-1-6-15,3 1-6 0,-2 2-5 16,1-3-6-16,3 3-4 16,3 1-18-16,-10-1-20 0,10 1-22 0,-5-3-30 15,5 3-34-15,0 0-26 0,0 0-28 0,0 0-21 16,-11 3-216-16,11-3-411 0,-4 6 183 0</inkml:trace>
  <inkml:trace contextRef="#ctx0" brushRef="#br0" timeOffset="61968.92">16940 7634 168 0,'-4'-2'200'0,"4"2"-13"0,0 0-12 0,0 0-19 16,-5-4-9-16,5 4-15 0,0 0-14 0,0 0-14 15,0 0-16-15,0 0-6 0,-13 6-10 0,5 0-7 0,2 3-8 16,-2-1-6 0,-2 2-4-16,-2 3-6 0,2 1-6 0,0 0-3 15,1 3-2-15,3-1-4 0,-2 0-4 0,3 0-5 16,0-1 0-16,1-4 0 0,3 1 10 0,1-1 0 0,0 0 6 15,1 0 4-15,3 1 5 0,2-6-3 16,4 2 3-16,1-3 0 0,6-1-3 0,4-1-1 16,7-3-5-16,0-4-3 0,-1-4 0 0,-8 0 2 15,-2 2 6-15,-1-7 15 0,-1 0-5 0,-3 0 0 0,-3-3-2 0,-2 0 0 16,-3-2 6-16,-2 0 2 0,-2 1 2 0,-4-3 1 16,-1 2 9-16,1 1-20 0,-5 2-4 0,-3 0-2 15,-3 2-7-15,-1 4-5 0,-2 1-4 0,-4-1-12 16,3 7-19-16,0-2-26 0,-3 2-29 0,1 1-43 15,5 1-39-15,0 1-56 0,5-1-270 0,1-1-508 16,5 1 225-16</inkml:trace>
  <inkml:trace contextRef="#ctx0" brushRef="#br0" timeOffset="62817.49">17438 5279 137 0,'0'0'211'0,"0"0"-16"0,-1-4-23 0,1 4-16 16,0 0-22-16,0 0-17 0,0 0-12 0,0 0-10 15,0 0-14-15,0 0-6 0,0 0-5 0,5 16-5 0,-3-9-8 0,0 3-7 16,-1 0-2-16,-1 4-7 0,0 3-1 0,0 0-9 16,-1 3 8-16,-1 1 4 0,0-3-4 0,-3 7-3 15,0 1-4-15,1-8-1 0,1 1-1 0,-1-8-6 16,1 0 0-16,0-1 2 0,0-1-6 0,2-4 7 16,-2 2 20-16,3-2 33 0,2-1 36 0,-4-1 35 15,2-3 33 1,-2 5 16-16,2-5-25 0,0 0-18 0,0 0-16 0,2-16-16 15,0 6-9-15,-1 1-21 0,2-3-4 0,-1 0-11 16,2 2-8-16,0 0-9 0,0 2-12 0,-2 1-14 16,0 2 19-16,0 0-20 0,0 1-10 0,0 1-17 15,2 1-36-15,-4 2 10 0,0 0-16 16,9 0-6-16,-4 6 1 0,1 2-3 0,3-2-3 0,0 3 5 16,1 5-9-16,3-2-5 0,-4 1-21 0,0 2-18 0,0-2-23 15,1 1-19-15,-2-3-22 0,-2 5-29 0,-2-6-23 16,4-1-19-16,-7 0-239 0,-1-2-503 0,-4-3 223 15</inkml:trace>
  <inkml:trace contextRef="#ctx0" brushRef="#br0" timeOffset="63086.97">17200 5396 14 0,'-5'-4'250'0,"3"3"-20"0,-2-2-12 16,4 3-24-16,-3-2-22 0,3 2-18 0,0 0-15 15,13-4-10-15,4-3-13 0,3 3-13 0,12-3-11 16,6 0-9-16,16-2-7 16,0-3-8-16,0 2-10 0,-5 1-4 15,-13 0-8-15,1 3-1 0,-2-1-11 0,-5 3-9 16,-2-1-11-16,-8 0-11 0,-3 0-11 0,-4 4-8 0,-5 0-5 16,-2-2-16-16,-6 3-6 0,5-2-20 0,-5 2 4 15,0 0 5-15,0 0-10 0,0 0 12 0,-19-6-9 16,12 5-8-16,7 1-7 0,-14-1-15 15,14 1-7-15,-13 0-26 0,6 1-107 0,-2-1-249 0,9 0 111 0</inkml:trace>
  <inkml:trace contextRef="#ctx0" brushRef="#br0" timeOffset="63418.75">18062 5181 53 0,'2'-4'309'0,"1"3"-29"15,-3 1-28-15,4-3-31 0,-4 3-24 0,0 0-30 16,0 0-24-16,0 0-14 0,1 11-9 0,-2-3-16 16,-4 4-8-16,-2 8-11 0,-6 5-7 0,3 2-6 0,-5 17-8 0,1-13-5 15,1 3-8-15,-4-5-4 0,-1 15-4 0,7-15-1 16,-2 0-6-16,-1-3-3 0,3-2-3 0,0 1-5 0,5-12 1 15,1-3-4-15,1 2-2 0,0-4-2 16,0-1-3-16,2-2 2 0,-1 0-2 0,1-2 2 0,-1 2-1 16,-1-1 1-16,4-1 1 0,0-3-1 0,-2 2-4 15,2-2-21-15,0 0-19 0,0 0-28 0,0 0-30 16,0 0-22-16,-5-11-33 0,5 6-32 0,4-1-50 16,-3 2-137-16,5-6-388 0,-2 2 172 0</inkml:trace>
  <inkml:trace contextRef="#ctx0" brushRef="#br0" timeOffset="63703.86">18137 5454 231 0,'6'-4'284'0,"-2"2"-14"16,0 1-26-16,-4 1-21 0,5-1-19 0,-5 1-31 15,0 0-20-15,7-3-14 0,-7 3-17 0,0 0-12 16,7 5-16-16,-7 0-7 0,4-1-9 0,-4 1-10 15,1 3-5-15,-2 1-6 0,-2 4-4 0,2-1-5 0,-4 5-5 16,1-1 0-16,1 1-8 0,-3 0-3 0,1-2-3 16,0 2-1-16,0-7-4 0,1 3-4 0,0-3-2 0,3-3-4 15,-1-2 2-15,0 1-1 0,2 0-3 0,-2-2 4 16,0 0 17-16,2-4 15 0,4 5 11 16,-4-5 1-16,23-5-4 0,5 0-3 0,8-2-12 15,16-7-14-15,6 1-18 16,-2-1-32-16,2 4-46 0,-3 2-67 0,5 2-94 15,-8 6-266-15,-12-5-537 0,-3-1 238 0</inkml:trace>
  <inkml:trace contextRef="#ctx0" brushRef="#br0" timeOffset="70651.55">17902 6418 191 0,'-1'-4'192'0,"1"4"-6"0,0-3-8 0,0 3-10 16,1-5-13-16,-1 5-12 0,1-3-15 0,-1 3-12 15,5-4-16-15,-5 4-12 0,3-4-11 0,-3 4-5 16,8 0-8-16,-3-1-14 0,-5 1-2 0,12 1-3 16,0 3-7-16,-2 1 1 0,-1 1-7 0,5 2-5 15,0 5-2-15,-5-1-2 0,5 2-8 0,-5-1 4 16,0 3 0-16,1 1 0 0,-2 0-5 0,-2-1 1 0,-3 1-7 0,1 0 4 16,-5 0-1-16,-1-1 0 0,-2 2 3 15,-1-3-8-15,-4 2 6 0,-1-3-2 0,0 1 1 16,-3-4 0-16,4-1 1 0,-1-2 1 0,0 1-1 0,2-4 0 15,-4 1 7-15,2-2 1 0,5-1 6 0,-2-1 13 16,0 3 18-16,3-5 21 0,0 2 21 0,4-2 8 16,0 0-1-1,0 0-14-15,-10-7-7 0,10 2-4 0,2-2-15 16,0-4-6-16,8-3-12 0,1-3 1 0,5-4-6 0,3-1 2 16,4-4-12-16,0 4-6 0,0-2-2 15,2 2-8-15,-2-1 28 0,-2 4-2 0,-7 5 0 16,4 0-2-16,-5 2-2 0,-3 2-8 0,-1 3 3 15,-1 2-11-15,-2-4 0 0,-2 6 1 0,2 0-3 0,-2 0-13 16,0 1-8-16,-1-1-24 0,-3 3-18 0,2-2-14 0,-2 2 2 16,0 0 5-16,0 10 5 0,-5-4 5 0,1 5 6 15,-1 1 3-15,-5 3 3 0,2-1 7 0,1 1-3 16,0-1 7-16,0 1-1 0,4-3-3 0,-1 3 7 16,0-3 2-16,4-1-17 0,0 2-3 0,4-4 4 15,1 3-3-15,4-2-4 0,4 0-3 0,6-2-7 16,9 1-14-16,7-4-11 15,2-1-10-15,3-3-6 0,13 1-7 0,6-5-7 16,-4 2-9-16,2-5-2 0,2 0-5 0,-1 1 3 16,-3-1-9-16,-2 0 13 0,1-2-1 0,-16 0 13 15,1-1 3-15,-1-1 3 0,-4 0 9 0,-2-3 7 16,-4 2 21-16,-2-2 25 0,-9 4 22 0,-1-3 27 16,-5 4 27-16,-1 2 26 0,-4-4 11 0,-1 3 6 15,-2 0-7-15,-3 0-8 0,-2 0-6 0,0 0-6 0,-4 2-7 0,-3-1-4 16,-3 1-4-16,-4 0-4 0,-4 1-3 0,1 1-7 15,-4 3 0-15,-5 0-6 0,-1 3-1 0,7-1-8 16,-5 3 0-16,2 3-4 0,4-1 0 0,2 2-4 16,-2-1-1-16,5 2 1 0,1 0-4 15,-2 1 1-15,4 0-4 0,5-1 4 0,2-1-4 0,0 1 0 16,3-1-8 0,2 0-4-16,-2 0 1 0,5-2 3 0,0-1 1 15,3 1 1-15,3-2 0 0,2 0 3 0,2-1 0 16,4 0 0-16,1-3 0 0,2 0 0 0,0 1 6 15,-2-5-2-15,1 1 5 0,0-5 4 0,-1 2 6 0,0-5 5 16,0-4 5-16,-3 1 3 0,2-8 5 0,2 1 2 16,-5-5-5-16,0-3 0 0,-2-1-6 0,-3-4-6 15,1-2 1-15,1 0-5 0,-2 0 2 0,-3 3 17 0,-1 1 18 16,0 0 22-16,-3 4 5 0,-1 9 24 0,0 5 3 16,4-3 1-16,-4 5-6 0,0 3-12 0,-4 0-17 15,4 4-21-15,0-1-7 0,0-1-32 0,4 3-51 16,-4 3-30-16,0 0 8 0,0 0 1 0,-8 18 7 15,2-2 5-15,-1 3 8 0,1 9 0 0,-4 0 4 16,-1 4 6-16,5 2 1 0,-2-1 3 0,2-1 5 0,2 2-2 0,2-1 6 16,4-3-7-16,-6-2-13 0,4-1-13 0,0 0-10 15,0-10-24-15,2 2-19 0,-2-2-21 0,0-4-30 16,2-1-25-16,-2-2-37 0,0-2-213 0,0-2-458 16,2-1 202-16</inkml:trace>
  <inkml:trace contextRef="#ctx0" brushRef="#br0" timeOffset="71068.12">19255 6341 244 0,'9'-5'243'16,"-3"-2"-24"-16,2 4-17 0,-3-2-24 0,2 4-20 15,0 0-17-15,-3 1-17 0,5 1-12 0,0 0-4 0,4 4-13 16,-4 2-8-16,-1 1-5 0,0 1-11 0,1 6-7 15,-1 2-5-15,-3-3-8 0,-1 4 1 0,-2-1-9 16,-2 2-6-16,-1 0 0 0,-4-2-3 0,0 0-3 16,-1 0-3-16,-1 0-2 0,1-3-3 0,-3 0-1 15,2-2 0-15,4-6-2 0,-1 1-2 0,0 0 1 16,0-4 2-16,-1 0 12 16,4 3 22-16,-2-4 28 0,2 2 34 0,1-4 50 15,-4 2 25-15,4-2-1 0,0 0-20 0,0 0-19 16,4-13-18-16,1 4-15 0,5-5-10 0,3-3-10 15,0 2-13-15,3-8-11 0,1 1-12 0,-2 4-8 16,-1 3-1-16,-1 3 3 0,-4 2-31 0,-3 3 11 16,2-2-5-16,-3 6-8 0,-1-2-15 0,0 1-28 15,-1 1-24-15,-1-1-40 0,-2 4 3 0,0 0 1 0,9 7 3 0,-8 0 6 16,-1-2 5-16,0 7 7 0,0 3 4 0,2 1 6 16,0 1 4-16,2-1 6 0,0 2-6 0,2-1-16 15,4 0-13-15,3 0-21 0,1-3-26 0,3-2-31 16,8 1-47-16,3-4-61 0,3-2-251 0,4-4-551 15,1-3 244-15</inkml:trace>
  <inkml:trace contextRef="#ctx0" brushRef="#br0" timeOffset="71353.2">20156 6481 154 0,'-5'3'257'0,"5"-3"-16"0,-3 2-4 0,3-2 0 16,0 0-18-16,-5 2-22 0,5-2-19 0,0 0-19 16,0 0-13-16,27-4-17 0,-8 3-14 0,13-4-8 15,3 1-15-15,1 1-10 0,0-3-9 0,17 1-6 0,-15-3-10 0,15 3-18 16,-18 0-22-16,-1-1-16 0,-5 3-7 0,-10 1-24 15,-1-1-4-15,-9 2-19 0,4-1-16 0,-9-1-34 16,-2 2-36-16,1-2-27 0,-3 3-45 0,-9-4-122 16,-4 1-359-16,0 0 159 0</inkml:trace>
  <inkml:trace contextRef="#ctx0" brushRef="#br0" timeOffset="71553.69">20350 6336 195 0,'-1'-5'265'0,"1"-2"15"0,0 4 6 16,-3-1 0-16,3 1-12 0,-1-1-13 0,1 4-25 16,0 0-29-16,-4-6-26 0,4 6-27 15,0 0-35-15,0 0-14 0,0 0-12 0,-1 16-10 0,-3-4-8 0,0 6-11 16,0 8-3-16,1 4-6 0,-2-1-7 0,3 6-1 16,1-2-34-16,1-2-44 0,0-1-41 0,5 5-43 15,-2-2-66-15,2-3-96 0,2-4-175 0,1-9-490 16,-4-6 216-16</inkml:trace>
  <inkml:trace contextRef="#ctx0" brushRef="#br0" timeOffset="72524.6">22008 5559 26 0,'0'-5'159'0,"-2"-1"12"0,1 0-10 16,1 0-2-16,-1 0-6 0,2 1-8 0,-1 5-18 16,-1-6-8-16,1 3-16 0,0 3-10 0,-4-3-12 15,4 3-16-15,0 0-17 0,0 0-3 0,0 0-4 0,0 0-9 16,-13 12-4-16,5 5-5 0,-6 11 1 0,2 5-7 15,-8 10 4-15,0 8-4 0,-11 28-1 0,11-24 3 16,-9 22-6-16,12-21-2 0,-4 28 6 0,10-27-3 0,1 24 0 16,2-23-3-16,5-2-3 0,3 2 4 0,2-2-3 15,-1-1 2-15,3-4-4 0,0-4 2 16,-2-14-2-16,1-1 0 16,1-2-1-16,-6-3 2 0,0-1-4 0,-1-7 3 15,1-4 8-15,-3 3 2 0,1-6 3 0,-3-1 6 16,-3-1-2-16,3 0 7 0,-5-3 1 0,-6 0 0 15,0-2 0-15,-4 0 2 0,-6-2-1 0,7-3 1 0,-7-1 0 16,10 1 11-16,-1 0-2 0,7 0-1 0,-1-2-6 16,4 2-4-16,2-2-3 0,0 2-7 0,7 0-31 15,-10 2-48-15,6-2-19 0,4 0-34 0,-5 8-42 0,4-4-49 16,1-4-145-16,4 8-376 0,-4-8 167 0</inkml:trace>
  <inkml:trace contextRef="#ctx0" brushRef="#br0" timeOffset="73210.66">21582 7417 247 0,'1'-5'269'0,"-1"5"-22"0,2-4-28 0,-2 4-29 15,0 0-26-15,0 0-24 0,0 0-17 0,0 0-13 16,0 0-7-16,-9 21-13 0,-1-8-8 0,1 1-14 16,-2 2-2-16,0 2-6 0,-3 5-9 0,1 0-2 15,-2-1-6-15,-2 2-5 0,8-2-1 0,0-6-4 0,0-1-6 0,3-5 0 16,2-1-4-16,-2-1-1 0,4-2 1 0,-2-2 16 16,3 1 22-16,-1-1 25 0,-2 1 28 0,4-5 26 15,-2 3 20-15,2-3-21 0,0 0-9 0,0 0-20 16,2-15-5-16,2 6-10 0,2-5-16 0,-1-1-7 15,3 0-6-15,-1 1-7 0,1-1-14 0,-3 5 3 16,3 0-17 0,-3 3 3-16,-1 0-1 0,-2 2-10 0,2 1-25 15,0-1-15-15,-1 1-28 0,-1 3-9 0,-2 1 7 16,7 0 2-16,-7 0 5 0,10 5-9 0,-5 3 2 0,1-2-7 16,2 1-2-16,-1 3-5 0,4 4-12 0,-1 0-13 15,0 0-15-15,-1 0-16 0,0 0-26 0,-2-2-9 16,0-2-27-16,1-3-25 0,-2 4-238 15,-4-6-478-15,0-1 212 0</inkml:trace>
  <inkml:trace contextRef="#ctx0" brushRef="#br0" timeOffset="73371.33">21358 7502 268 0,'-6'-2'281'0,"2"-2"-18"16,2 3-16-16,2 1-24 0,-5-5-22 0,5 5-19 0,-2-2-17 0,2 2-18 0,7-4-18 15,4 2-12-15,8-2-12 0,11 1-10 0,3 1-20 0,3 1-29 16,3 0-43-16,0 1-48 0,-1-1-48 0,1 2-48 16,-3-2-237-16,-1-2-410 0,-6 1 181 0</inkml:trace>
  <inkml:trace contextRef="#ctx0" brushRef="#br0" timeOffset="73627.19">22042 7369 239 0,'7'-1'281'0,"-7"1"-33"0,0 0-25 15,6-1-24-15,-6 1-27 0,0 0-29 0,0 0-16 0,4 5-15 0,-4 1-15 16,-2 2-7-16,0 4-8 0,-4 2-9 0,-1 3-8 16,-2 8-9-16,-2 2 0 0,0-4-6 0,0 6-2 15,1-2-8-15,-2 0-3 0,1-1-2 0,1-4-5 16,1-4-3-16,1-1-4 0,3-2 0 0,-3-2-1 15,4-3-2-15,-1 2 0 0,1-4-15 0,2-3-16 16,-1 2-14-16,2-2-5 16,-2-1-8-16,2-3-4 0,-4 3-11 0,5 0-10 15,-4-1-16-15,4-3-69 0,0 0-211 0,-8-7-390 16,8 7 173-16</inkml:trace>
  <inkml:trace contextRef="#ctx0" brushRef="#br0" timeOffset="73896.66">22230 7651 145 0,'5'0'336'0,"-5"0"-35"16,9 0-31-16,-4 1-32 0,0 0-25 0,-5-1-21 16,0 0-26-16,5 3-27 0,-1-2-19 0,-4 5-15 15,2 1-16-15,1-3-12 16,-3 8-11-16,-3-3-7 0,1 4-4 0,-3 4-8 15,1 0-4-15,-4-1-4 0,3-1-3 0,-3 0-4 16,2-3-2-16,1-2-2 0,0-2-5 0,4-2-1 16,-3 1-6-16,3-2-5 0,-1-1-1 0,5 0 5 0,2-3-4 15,7-1-6-15,9-2-27 0,11-1-30 16,4-5-54-16,18-3-70 0,-5-3-255 0,0 2-466 16,1-5 206-16</inkml:trace>
  <inkml:trace contextRef="#ctx0" brushRef="#br0" timeOffset="74776.64">22192 4969 180 0,'0'0'258'0,"3"-1"-27"16,-3 1-24-16,0 0-22 0,6-1-21 0,-6 1-22 15,0 0-17-15,0 0-13 0,2 4-13 0,-2 1-8 16,0 3-10-16,-2-1-10 0,-4 5-4 15,4 0-10-15,-6 2-4 0,0 3-4 0,-3 1-5 0,1 5-1 16,2-6-5-16,-6 4-4 0,5-5-3 0,0 1-1 16,3-7-1-16,-2-1-6 0,3-2-4 0,1 1 2 0,0-1 0 15,4-3 0-15,-1 0 23 0,-4-2 39 0,5-2 34 16,0 0 30-16,0 0 29 0,0 0-1 0,0 0-25 16,0 0-7-16,6-10-19 0,-2 2-18 0,4 1-11 0,-2-4-12 15,7-2-13-15,-4 5-1 0,5-3-5 16,-4 4-14-16,-1-1-12 0,-1 3-3 0,-1 2-25 15,-1-2-29-15,-1 4-17 0,1-2-2 0,-1 3-8 0,-5 0-12 0,14 7-6 16,-7-2-5-16,-1 0-13 0,-1 5-16 0,3-3-17 16,-4 4-23-16,1 3-26 0,-4-1-36 0,2-3-33 15,-1 1-46-15,-4-4-166 0,-1 0-481 0,0 0 213 16</inkml:trace>
  <inkml:trace contextRef="#ctx0" brushRef="#br0" timeOffset="75093">21793 5058 157 0,'-12'0'191'0,"4"1"-6"0,0-1-12 15,1 0-4-15,7 0-13 0,-10 2-10 0,10-2-9 16,-7 0-9-16,7 0-2 0,-7 0 8 0,7 0-12 15,0 0-9-15,0 0-6 0,0 0-3 0,0 0-15 16,27-4-9-16,5-1-10 0,6-1-5 0,16-5-8 16,2 5-1-16,9-5 3 0,0 2-2 0,29-5 0 15,-32 7-7-15,30-7 1 16,-32 3-4-16,-1 2-4 0,-4 2-8 0,-22 2 5 16,-2 1-9-16,-8 2-1 0,-6 1-7 0,-5-1-15 15,-1-1-19-15,-5 3-28 0,0 0-13 0,-6 0-6 16,0 0-18-16,0 0-30 0,-24 8-35 0,5-4-34 15,-1 0-59-15,-9 1-134 0,10-3-397 0,-4-1 175 16</inkml:trace>
  <inkml:trace contextRef="#ctx0" brushRef="#br0" timeOffset="79054.86">22732 6020 36 0,'1'-5'231'0,"2"1"0"0,-2 0-9 16,-1 4-18-16,0-4-21 0,0 4-19 0,0 0-20 0,2-5-19 15,-2 5-22-15,0 0-11 0,0 0-9 0,0 0-10 16,-2 16-11-16,-2-6-2 0,0 0-7 0,-1 6-4 0,-3 4-8 15,-1 2 2-15,-2 2-5 0,-1 2-6 0,1-1-3 16,-4-1-4-16,3 0-1 0,0-3 0 0,3-3 0 16,0-4-5-16,2-2-3 0,1-1 1 0,-2-4-3 15,5-1 1-15,0 0 0 0,-1-1 13 0,2-1 36 16,0-2 25-16,0 3 22 0,2-5 34 0,-3 2 4 16,3-2-20-16,0 0-19 15,3-12-8-15,-1 3-16 0,2-3-12 0,1 0-3 16,2-5-11-16,4 0-8 0,-2 2-7 0,3 1-4 15,-2-1-3-15,-3 5-10 0,-1 3-4 0,-2 1 2 16,-1 2-10-16,4 0-6 0,-5-1-27 0,3 1-11 16,-5 4 6-16,9 0-3 0,-4 4-6 0,4-2-6 15,-4 6 0-15,1 1 4 0,5 3-18 0,-3-2-14 16,-1 4-22-16,5 0-15 0,-2-1-19 0,0 2-25 0,-2 0-26 0,2-1-20 16,-2-6-58-16,-3 0-180 0,-1-2-464 0,0-2 206 15</inkml:trace>
  <inkml:trace contextRef="#ctx0" brushRef="#br0" timeOffset="79424.35">22534 6070 71 0,'-4'0'149'0,"4"0"-15"0,-10 1-7 0,10-1-23 16,-10 0-4-16,10 0-22 0,-8 4 4 0,6-3-12 15,2-1-6-15,-6 3-4 0,5-1-10 0,1-2-5 16,0 0-6-16,-8 1 0 0,8-1-7 0,0 0 5 0,0 0 5 16,-1 4 3-16,1-4-2 0,0 0-3 15,0 0 6-15,0 0-4 0,0 0 10 0,0 0 5 16,0 0 0-16,22-4 1 0,-8 3 0 0,6-3 4 0,11 3-11 0,1-5 9 15,5 3-2-15,-1-2-2 0,16-3 2 0,-15 4-3 16,2-1-4-16,-1 2-3 0,-6 2-9 0,-2-2-2 16,-9 3-4-16,-2-2-3 0,-6 2-4 0,2 0-11 15,-6 0-21-15,0 0-16 0,-1-2-22 0,-3 4-16 16,-5-2-1-16,5 2-8 0,-5-2-14 0,-4 5-29 16,-1-2-22-16,-4-1-20 15,0-1-139-15,3 0-317 0,-2-1 141 0</inkml:trace>
  <inkml:trace contextRef="#ctx0" brushRef="#br0" timeOffset="79840.92">23229 6227 204 0,'0'0'180'15,"0"0"-14"-15,0 0-15 0,-5 2-13 0,5-2-11 16,0 0-3-16,0 0 8 0,0 0-6 0,0 0-8 0,0 0-2 15,0 0-9-15,0 0-9 0,0 0-10 0,0 0-11 16,22-2-8-16,-7-1-8 0,6-1-1 0,5-1-7 0,4-1-8 16,-1 5-4-16,1-4-2 0,0 0-4 0,2 0-2 15,-4 3-1-15,-1-3-3 0,-9 2-3 0,1 3 0 16,-5 0-8-16,-2-2 2 0,-6 0-3 0,3 1-2 16,-4 1-2-16,-5 0-4 0,10-1-12 0,-10 1-11 15,5 1 0-15,-5-1-10 0,0 0-9 0,0 0-13 16,0 0-20-16,0 0-17 0,0 0-14 0,-24 1-14 0,24-1-29 0,-9 0-46 15,0-1-110-15,4-2-321 0,1 2 141 0</inkml:trace>
  <inkml:trace contextRef="#ctx0" brushRef="#br0" timeOffset="80310.87">23729 6038 219 0,'4'-2'248'15,"-2"-3"-23"-15,2 2-25 0,0-1-21 0,2 1-20 16,4 2-19-16,1 0-13 0,-2 1-14 0,3 1-12 0,1 0-8 16,-4 3-8-16,4 0-12 0,-4 5-10 0,0-2-6 0,2 6-7 15,-3-1-8-15,-4 0-4 0,0 3-4 0,-2 2-5 16,-2 0-3-16,-2 1-3 0,-2-1-5 15,-4 0-1-15,3-1-3 0,-3-2 0 0,-2 0-4 16,1 1-3-16,0-8-2 0,-1 3 1 0,4-3 3 16,-1 0 4-16,2-2 6 15,1-1 9-15,4-1 13 0,-5 1 24 0,1-2 30 16,2 0 29-16,2-2-4 0,0 0-13 0,0 0-17 16,6-11-7-16,3 4-9 0,1-5-9 0,3-2-4 15,5 3-9-15,1-7 0 0,-1 1-6 0,-1 5-4 16,1-8-7-16,-3 8-4 0,-1 0 4 0,-3 3-6 15,-2 2 3-15,-1 1 0 0,0-1-15 0,-3 2 0 16,0 1 3-16,-1-2-3 0,0 2-11 0,-2 1-14 0,1 1-17 0,-3 2-16 16,0 0-5-16,0 0 5 0,0 0 4 0,11 9 6 15,-11-2 0-15,1 1 2 0,1 2 2 0,0 0 4 16,2 1-9-16,-3-1-16 0,2 2-18 0,0-1-17 16,-1-1-20-16,0 1-18 0,0-1-31 0,3-3-29 15,-4 0-36-15,1-2-205 0,0-1-457 0,-2-2 202 16</inkml:trace>
  <inkml:trace contextRef="#ctx0" brushRef="#br0" timeOffset="80557.98">24219 5883 152 0,'4'-4'273'0,"-4"1"-33"0,2 1-30 15,-2 2-22-15,0 0-23 0,0 0-17 0,0 0-18 0,7 9-12 16,-3-1-14-16,1 1-10 0,-4 8-10 0,3 4-8 16,-2 5-8-16,0 5-5 0,-2 2-3 0,-4 1-8 15,-1 0-6-15,-4 2 0 0,0-2-4 0,0 0-2 16,-10 10-3-16,4-15-3 0,-2 1-15 0,-4-1-5 0,-5-3-14 16,2-2-21-16,-6-2-29 0,0-1-52 0,-4-6-54 15,-4-3-207-15,4-2-393 0,-2-5 175 0</inkml:trace>
  <inkml:trace contextRef="#ctx0" brushRef="#br0" timeOffset="81174.81">22363 5827 109 0,'0'0'158'0,"0"0"-11"0,0 0-8 0,-14 5-20 15,6 3-14-15,-1 2-12 0,-10 10-15 0,1 2-5 0,0 3 0 16,-3 5-15-16,-5 14-4 0,4 1 0 0,-3 1-10 15,6 0-5-15,2 0-6 0,4 0 4 0,7-15-1 16,-1 5 7-16,7-2 16 0,0-1 9 0,4-1-1 16,8-4 4-16,3 0 0 0,3-4-1 0,10-2-2 15,1-1-3-15,7-4-4 0,15 0-9 0,0-1 0 16,-3-3-5-16,-9-5 0 0,0-1-23 0,-5-1-29 16,-2-2-29-16,-1 1-26 0,-11-3-30 0,-1-2-35 0,-1 0-209 15,-7 0-361-15,-1-2 160 0</inkml:trace>
  <inkml:trace contextRef="#ctx0" brushRef="#br0" timeOffset="82415.38">25122 6060 123 0,'0'0'208'0,"0"0"-3"0,0 0-7 0,0 0-8 15,-2-3-15-15,2 3-15 0,0 0-16 0,0 0-13 16,0 0-15-16,0 0-10 16,0 0-15-16,0 0-7 0,4-4-10 0,-4 4-9 15,0 0-10-15,-14 0-5 0,3 0-10 0,-1 0-3 16,-3 4-3-16,-4-1-6 0,-9 2 0 0,0 0-2 15,-3 2-7-15,0 0 0 0,-1 5-4 0,2-2 1 16,0 0-4-16,6 2-3 0,-3 1-3 0,0 0-1 16,4 3-2-16,4-4 3 0,6-1 0 0,0 3-2 15,2-1-4-15,3-2 4 0,3 1 1 0,1-2 2 0,2 1 0 0,2 0 2 16,3-3 3-16,5 1 3 0,0 1 2 0,3-5 1 16,1 2-4-16,2-1 3 0,5-2-3 0,0-1 2 15,-1-2 1-15,0-1-1 0,-1-1 14 0,-3-2 20 16,-1 0 12-16,4-3 9 0,-2-5 8 0,-3 2 1 15,1-5 0-15,-2-3-4 0,2 0 0 0,-1-6-6 16,-1-3-6-16,2-3-10 0,0-4-6 0,-4-2-11 0,1 1-12 16,5-12 8-16,-7 15-11 0,-2-4-1 0,0 1-4 0,0 1-1 15,-2 4 10-15,-2 3 5 0,0 7 6 0,0 2 14 16,-1 2-6-16,-1 5 14 0,2 0-15 0,-1 2-2 16,-1 2-7-16,0 1-9 0,0 0-33 0,0 1-37 15,0 4-7-15,0 0 3 0,0 0 6 0,-5 16 5 16,1-2 0-16,-1 4 11 15,-3 9-1-15,3 0 3 0,0 4-1 16,0-1 5-16,0 2 5 0,1 3 1 0,2-4 5 16,0 2 1-16,6-2-2 0,-3-2 4 0,2-3-15 15,1 0 1-15,-2 0-14 0,1-8-8 0,-2-2-22 16,2-3-23-16,-2-2-23 0,0-1-20 0,0-2-25 0,1-4-19 16,-2 3-7-16,0-6-21 0,0-1-201 0,0 0-435 15,0 0 193-15</inkml:trace>
  <inkml:trace contextRef="#ctx0" brushRef="#br0" timeOffset="82831.82">25205 5986 15 0,'5'-4'263'0,"1"2"-20"15,2 0-18-15,-2-1-22 0,1 1-21 0,3 0-19 16,-2 2-17-16,1 2-12 0,1 0-12 0,-1 1-11 15,0 4-8-15,-2 1-9 0,2 2-13 0,0 2-7 16,-2 2-9-16,0 3-3 0,-2 1-5 0,-3 0-7 16,0 3-5-16,-6-2-3 0,-1 0-5 0,1-1-2 15,-1-2-3-15,-2 1-5 0,0 0-8 0,3-6 0 0,-6 3-2 0,4-2-1 16,1-7-1-16,-1 3 4 0,4-3-1 0,-3-1 2 16,1 3 16-16,2-5 22 0,-1 1 34 15,2-1 38-15,1-2 41 0,0 0 26 0,0 0 0 16,0 0-30-16,0 0-29 0,2-18-9 0,5 8-22 0,3-6-12 15,3-7-14-15,4 1-11 0,0 0-13 0,2-1-3 16,4 0-8 0,-9 3-5-16,0 7-1 0,-3 0-4 0,-4 4-11 15,0 1 13-15,-1 1-3 0,-2 2-7 0,0 1-5 0,-2 0-21 0,1 3-30 0,-1-2-39 0,-2 3 0 16,0 0 7-16,3 11 8 0,-3-2 5 0,-3 3 7 16,2 4 9-16,1 4 6 0,1-1-7 0,3 6-3 15,5 0-12-15,3 0-20 0,4 0-34 0,5-1-49 16,9-4-88-16,6-4-389 15,18 1-679-15,1-12 300 0</inkml:trace>
  <inkml:trace contextRef="#ctx0" brushRef="#br0" timeOffset="125929.13">15883 3618 137 0,'0'-5'142'0,"0"1"1"0,0 4 3 0,-1-7-5 16,1 4-9-16,0 3-8 0,-2-6-8 0,2 6-12 15,2-4-14-15,-2 4-11 0,-4-2-12 0,4 2-7 16,-9 0-9-16,9 0-5 0,-18 5-6 0,5-1-7 16,-2 2-1-16,-2 4-6 0,-2 1 1 0,1-2-6 15,4 3 1-15,-1 1-12 16,-1 0-6-16,5 1-9 0,0-2-1 0,2 5-3 15,3-5-6-15,4 0-1 0,0 0-11 0,5-2 11 16,4-1 5-16,2 3 1 0,8-3-3 0,10-2 6 16,10-1-3-16,14-2 7 0,3-4-1 0,4 0-2 15,3-6-2-15,-2 1 7 0,1-2 2 0,1-1-12 16,-1-4-4-16,-2-1 4 0,-3-3 5 0,-4 2-7 16,-17 2 3-16,-1-1-2 0,-2 5 1 0,-4-6-1 0,-10 6 1 15,-2-2 3-15,-6 2 1 0,-5 0 0 0,-3 2-4 16,-5 0 1-16,-4-1-3 0,-9 0 4 0,-13 1 0 15,-7 3-1-15,-3-1 4 0,-13 5-6 0,-2 2 8 16,15-2 1-16,-12 7-3 0,-2-1 5 0,16 1-2 0,3 3 7 16,2 1-2-16,1-1-7 0,4 2 10 15,5 2-3-15,5-2 4 0,5-3-6 0,6 2 6 0,4 0-5 0,6 0 6 16,7 1 2-16,14 0-2 0,8-1 0 0,4-5 7 16,24 0-23-16,1-3 1 0,3-1-6 0,27-4 1 15,-25 0-8-15,-2-1 7 0,29-2-4 0,-30-3 8 16,1 1-18-16,1-1 10 0,-2-3-5 0,-2-1-4 15,-2 1-1-15,-5-2-7 0,-17 3 6 0,-3 1 7 16,-2-1-3-16,-13 5 11 16,-2-4 18-16,-3 4 17 0,-9 0 1 0,2 3 3 15,-5-1-10-15,-2 2-2 0,0 0-8 0,-18-2 2 16,0 4-2-16,-1 1 3 0,-8 5-1 16,-1 1-8-16,0 1 6 0,1 5-1 0,4-2-1 0,8-1 2 15,1 0-5-15,5-2-6 0,4 0 12 0,2 0 4 16,7 1 7-16,4 0-6 0,2-1-5 0,17 2 6 15,2 1-3-15,4-9-10 0,21 5 4 0,1-2 0 0,2-6 3 16,2 0-6-16,4-2 6 0,-2 2 1 0,2-2-11 16,-1-4 2-16,4 0 1 0,-6-2-8 0,-2-1 6 15,1-4-3-15,-4 3 3 0,-4-4-5 0,-15 6 6 16,-7 0 1-16,-2 2 1 0,-9-2 6 0,-5 3 16 16,-3-1 13-16,-1 1-4 0,-2-1-5 0,-5 0-5 15,-2 1 0-15,0 4 0 16,-9-4 1-16,0 0-7 0,-5 5-1 0,1 1 2 15,-6-1-8-15,5 0 3 0,-4 4-7 0,7-2-1 16,-1-1 6-16,3 1-5 0,4-1-5 0,0 0 0 16,2 1 12-16,2 2-5 0,1-5 6 0,9 6-1 15,3-5 5-15,8 1-7 0,12 1 0 0,0-8-1 16,9 5-7-16,-3-4 11 0,16 0-7 0,-3 1 8 16,-10-1 2-16,10-7 1 0,1 1-7 0,-16 0 5 0,15-5 0 15,-19 6-3-15,0 0 0 0,-4 1 3 0,-7 1-3 0,-5 0-9 16,-2 3 7-16,-3 2 6 0,-5-3 1 0,1 4-2 15,-1-2-1-15,-4 1-5 0,-2 2-3 0,0 0-1 16,-25 5 2-16,4 1-1 0,-7 4-3 16,-5 0 1-16,2 7 8 0,-1-1-8 0,0 2-7 15,6 1 5-15,1-3-3 0,5 2-7 0,6-5-15 0,4 2-7 0,4-6 2 16,4 3 1-16,2-3 10 0,5 0-2 0,5 0 4 16,12-3 2-16,9 0 0 0,3-5-4 0,3-1-1 15,5 0-4-15,-2-5-2 0,12-3-12 0,-2-2 5 16,-13 2-1-16,13-5 3 0,-14 0-7 0,-1 1-7 15,0-1 1-15,-3-2 4 0,1-1 9 0,-6-2-7 16,-5 3 8-16,-5 4 0 16,-7-1 13-16,-5 2 4 0,-4-1-5 0,-3 4 15 15,-6-3-7-15,-10 2-1 0,-1-1 2 0,-8 4-6 16,-5-2 8-16,-4 4 1 0,2 3-2 0,-2 0 7 16,3 4 10-16,-2-1-10 0,7 3 0 0,1-2 7 15,8 3-2-15,5-3-7 0,4-3 21 0,2 3-20 16,-1 0-1-16,6 1 10 0,0-1-7 15,4-1 11-15,3 2-6 0,9-1 4 0,4-2 15 0,4 1-26 0,9 0-14 0,0-4 6 16,2-1-11-16,0-3-3 0,-1 2-2 16,-1-3-6-16,1 2 11 0,-3-5 5 0,-1 1-3 15,0-3 6-15,-3 1-4 0,-5 2 3 0,-2-2 6 16,-2 0 2-16,-1-1 5 0,-5 3 5 0,-1-1 9 16,-2 0 3-16,-2 0-9 0,-5-2 6 0,-5 4-11 15,-3 0 1-15,-8-2-1 16,-11 1 1-16,-6 0 5 0,-5 4 7 0,-11 3-8 15,-9-1-7-15,1 4-1 0,-4-1 9 0,7 8 0 16,-5-1 0-16,4 0 2 0,1 1-1 0,17 0 1 16,2 1-12-16,3 0 11 0,6-1-7 0,0 1-9 15,12 0 9-15,3-4-4 0,7 2 2 0,4 0 4 16,5-1 1-16,10 3-4 0,14-3-5 0,10 0-7 16,17-2-21-16,1-5-15 0,7 0-6 0,2 0-11 0,-9-8-4 0,7 4-15 15,-4-7 3-15,0 0-45 0,-2-1-132 0,1 3 59 16</inkml:trace>
  <inkml:trace contextRef="#ctx0" brushRef="#br0" timeOffset="127531.75">18984 3618 443 0,'51'-12'-21'15,"-15"-1"9"-15,-4 3 11 0,-4-2 12 0,-10 4 3 16,-4-4 13-16,-6 6 0 0,-6-2-6 0,-3 0-2 16,-7-1-4-16,-6 0-1 0,-12-2 2 0,-5 4 0 15,-5-1-6-15,-5 5 1 16,-11-1 1-16,1 3 2 0,-3 5 6 0,13-1-1 16,-11 7-5-16,3 1 3 0,11-2 4 0,2 4-4 15,4-1-3-15,0 0-7 0,9 3 5 0,6-1 1 16,4-2-2-16,2 0-10 0,6-2 9 0,3 0 3 15,4-2 0-15,5 1 2 0,4-2-2 0,9 2-1 16,7-5 4-16,5 2-12 0,0-3 1 0,3-2-16 16,-1-1 9-16,1-1-5 0,-1-2-1 0,-1-2-3 0,-1 0 0 0,0-3 9 15,-2-2-3-15,-5 1-8 0,-8 0 10 0,1 0 0 16,-4-2 15-16,-1-2-18 0,-6 2-4 0,-5 0 3 16,-2-1 14-16,-4 0-22 0,-9-3 5 15,-2 1 0-15,-10-1 4 0,-5 1 6 0,-6 3 1 16,-14-3 5-16,-3 4 3 0,0 4-6 0,-6 2 9 15,0 3 7-15,-1 2-22 0,2 2 8 0,-8 2 5 0,1 3-5 0,-27 2 4 16,31 1 5-16,-5 0-2 0,3 2 1 0,-1 0-3 16,0 1 15-16,3 0-10 0,3-5 14 0,1 4-8 15,4-3-8-15,1-1 0 0,14-3 3 0,-15-2-3 16,2 1-4-16,-1-1 18 0,13-3-24 0,-13-3 3 16,2 3 6-16,14-3-12 0,-1-2 8 0,2-2-7 15,0 1 7 1,-1-2-12-16,3-4 2 0,-3 1-6 0,-1 0 1 0,2-2 3 15,0-2-9-15,-1 1 3 0,4 0 5 0,0 0-1 16,0-1 0-16,3 2-2 0,2-1 5 0,7 4-22 16,2 1 24-16,-1-4-4 0,-2 5 2 0,3 0-6 15,-1 3 8-15,1-3-10 0,-2 1 1 0,1 2 18 16,2 1-19-16,-1 2 9 0,1-1-3 16,0 2-3-16,1 2 6 0,1 1 3 0,-4 1-2 0,2 2-5 0,-2 2 7 15,2 2-9-15,-2-2-1 0,1 6 9 0,2-3-2 16,0 2-2-16,2-1 4 0,0 0-5 0,1 0-1 15,6-4 5-15,-3 0-3 0,3 0-1 0,2-3 9 0,0-1-1 16,1 2 6-16,0-5 17 0,2 2 12 0,2-3 1 16,-5 4-6-16,5-4 5 0,0 0-7 0,0 0 0 15,0 0-6 1,0 0 4-16,-4-10-6 0,4 10 11 0,-3-7 4 16,3 7-7-16,0 0 0 0,0-3-8 0,0 3-4 15,0 0-6-15,-6-1 11 0,6 1-1 0,-18 4-14 16,6-1 4-16,-4 4-14 0,-3-2 9 0,-2 0 1 15,-4 4-14-15,-2 1 14 0,1 0-9 0,1-1 3 16,-2 1 5-16,0 1-2 0,0-1 2 16,-1 2-2-16,10-3 2 0,-1-2-2 0,3 2-1 0,4-3-4 0,3-2-10 0,-1 2-8 15,5-4 3-15,-2 0-8 0,2-1 7 16,5-1 1-16,0 0-5 0,13-7 16 0,7-1-22 16,6-2-1-16,5-3 1 0,0 1-5 0,4 2 9 15,0-1-2-15,-1 2 9 0,2 0-6 0,-1 0 7 16,-3 6 3-16,3-1 14 0,-3 1-11 0,-1 1 7 0,-1-1 2 15,-3 3 5-15,1 3-9 0,0-2-3 0,-8 3 12 0,1 0-7 32,-4-1-2-32,2 2 3 0,0 1 1 0,-2 0-4 0,1 0 1 0,-2 2 6 0,4 1 1 15,4 1-8-15,1 2 2 0,3 1-2 16,3-5 7-16,-3 0-2 0,4-1-1 0,3-1 7 16,-3-2-24-16,-2-1 3 0,1-3-2 0,-3 0 6 0,0-3-1 15,1 2 12-15,-10-2-6 0,2 0 6 16,-3 2 1-16,-4-1-3 0,-1 2 6 0,0 0-10 15,-2 0 0-15,-3 2-2 0,2-1 4 16,-5 2 1-16,4-2 6 0,-4 5-4 0,3-4-5 16,-2 0 1-16,2 4 0 0,0 2-1 0,2-4 21 15,-4 3 4-15,6 0 5 0,8 1 7 0,7-2-5 0,5 1 2 16,20 5-6-16,1-9 8 16,8 0-4-16,2-3 2 0,26-2-6 0,-30-3 0 15,2 2-9-15,-2-6-5 0,-4 3-2 0,1-3-5 0,-3 3-2 0,-16-6-9 0,1 4 3 16,-1 0 5-16,-1 1-9 0,-6 0-1 0,-9 3 4 15,-1 0 2-15,-7 3-4 0,-1-1-1 0,-1 2 5 16,-6 0-1-16,4 1 0 0,-4 1-2 0,-1 2-2 16,-3 0 7-16,-1 3 2 0,0-2 10 0,-1 4-14 15,1-1-5-15,-4 3 2 16,0 0 3-16,4 0 1 0,-1-1 0 0,2-1 0 16,5 0 3-16,1 5 5 0,5-8 0 15,7 3 4-15,5-2-4 0,6-3-6 0,0 2 6 16,1-6 0-16,2 0 2 0,0-1-11 0,-1-2 12 0,-1-4-3 15,-2 0 4-15,0-4-1 0,0 2-6 0,0 0-1 16,-2-1 0-16,-9 0 2 0,1 4-2 0,-2 0 0 16,-7 1-1-16,2-1-1 0,-2 3-2 0,-4 2-1 0,1-1-4 15,-1 1 6-15,-6 1-5 0,10 1 3 0,-6 2-3 16,-4-3-10-16,5 5 21 0,-4 0-8 0,1 2 3 16,-1 0 2-16,2-2-2 0,2 4 1 0,1-1 1 15,3-1 6-15,0 0 2 0,3-2-7 0,5 5 0 16,2-5 3-16,2 0 1 0,-2-3-4 0,4 0 6 15,-1 1-2-15,-2-3 5 0,2-3 7 0,-4 1-1 0,1 0 10 0,-4-1 3 16,-2 1 3-16,-1-3-2 0,0 0 7 0,-1-1-3 16,-1 2 6-16,-3 2 0 0,0-1-1 0,-2 1-10 15,0-1-4-15,-1 0-1 0,1 2-1 0,-5 1-8 16,5-3-8-16,-5 3-12 0,0 0-11 0,5-1-9 16,-5 1-9-16,0 0-7 0,0 0 1 0,0 0 3 15,8 4 4 1,-4-4 12-16,0 3 7 0,2-1-3 0,2 0 0 15,3-1-7-15,2-2 5 0,1 1 9 0,5-2-2 0,-6 1 4 16,5-3-2-16,-7 0 13 0,3 0 4 0,-3-1 0 16,-2 2-5-16,-3-1 4 0,4 3 8 15,-5-4-2-15,-1 5-1 0,1-3 4 0,-1 0-4 16,-4 3-8-16,5-2 5 0,-5 2-15 0,5 0-6 16,-5 0-6-16,0 0 3 0,0 0-1 0,0 0 3 0,0 0 4 0,0 0 3 15,0 0-3-15,-1 8-9 0,1-8 6 0,1 4 5 16,-1-4 5-16,12 2-4 0,-2-2-1 0,7 0 4 15,-4-2 5-15,2-1-6 0,-2 1 10 0,-1-3 6 16,-3 3 7-16,-1 0 10 0,-2 1 4 0,1 0 0 16,-4-2-21-16,-3 3-16 0,2-2-24 0,-2 2-14 15,-18 0-17 1,1 0-35-16,-3 1-64 0,-8 3-100 0,0 0-277 16,7-4 123-16</inkml:trace>
  <inkml:trace contextRef="#ctx0" brushRef="#br0" timeOffset="128850.37">20814 3618 96 0,'0'0'102'0,"0"0"-8"0,0 0-16 15,0 0 3-15,0 0-12 0,0 0 1 0,0 0-3 16,0 0 0-16,0 0 3 0,0 0 2 0,0 0 3 0,0 0 5 15,0 0 1-15,0 0 2 0,13-6-14 0,-5 3-2 16,3 0-3-16,1-2-7 0,4-1-2 0,1-2-4 0,2-2-2 16,-2-1-4-16,0 1 6 0,8-5 0 0,0 0 2 15,-6-4 1-15,3 3-8 0,1-4 3 0,-1-2-1 0,0 0-5 16,1-1 3-16,-3-1 1 0,-1-1 0 0,-2 1-3 16,-2-1-2-16,4 3 6 0,-10-2-3 0,4 1-4 15,-4 3 1-15,0 3 6 0,-1-1-3 0,-1 1 3 31,0 1 2-31,-2 1 0 0,0 1 2 0,-1 2 1 0,-3 0-1 16,4 3-3-16,-4-3-2 0,-1 4-4 0,3-1-4 16,-3 4-1-16,1-1 3 0,0 2-12 0,-1-1-2 15,0 5 5-15,3-7-19 0,-3 4-11 16,0 3-9-16,0 0-7 0,0-5-13 0,0 5-7 0,0 0-6 16,-1-4-9-16,1 4-7 0,0 0-11 0,0 0-3 0,0 0-2 15,0 0 9-15,0 0 3 0,0 0 5 0,-8 14 0 16,2-6 12-16,1 1 7 0,-2 2 1 0,-2 0 11 15,-1 4-12-15,4 3 9 0,-6 4 4 0,-1 2 2 16,1 0 4-16,1 1 5 0,-1 3-2 16,1-3 1-16,4 2 5 0,-5-1-1 0,3 0-2 0,3-1 2 0,-2-1 8 15,2 1-4-15,2-6 5 0,0 2-2 0,0-4-4 16,2 1 3-16,2-1-6 0,1-2 1 0,0 1 5 16,1-3 5-16,-1-1-1 0,3-3 1 0,0 3-1 15,-1-3 6-15,5-1 0 0,-2 1 4 0,5-4 3 16,1 2-5-16,1-4 11 0,0 2-2 0,6-3 5 15,0-1-3-15,-6-1 8 16,2-3-5-16,2 0 0 0,-3 0 8 0,-1-2 2 16,-2 0 5-16,1-3-2 0,-2-1 2 0,-1 1-3 15,-1-5 5-15,-2 5 0 0,1-5 0 0,-5 4 3 16,-1 0-7-16,-1-2-7 0,-2 4-4 0,-5-3-4 16,0 2-5-16,-3 0-2 0,-6 2 0 0,-2 1-2 15,-1 0 2-15,-1 3-9 0,-3 2 1 0,1-1-11 16,1 2-8-16,1 4-20 0,0-3-17 0,3 1-26 0,4 1-20 0,3 0-24 15,0 3-32-15,0 0-26 0,3-2-31 16,2 2-124-16,5-3-361 0,4 2 160 0</inkml:trace>
  <inkml:trace contextRef="#ctx0" brushRef="#br0" timeOffset="129467.43">21620 3435 80 0,'4'-5'262'16,"-4"5"9"-16,0-5-4 0,0 5-10 0,2-4-26 0,-2 4-8 0,0 0-19 15,0-4-23-15,0 4-16 0,0 0-20 0,0 0-10 16,2-4-21-16,-2 4-34 0,0 0-35 0,0 0-32 16,0 0-14-16,0 0-3 0,0 0-1 0,0 17 4 15,-2-10-2-15,0 1 2 0,-3 3-1 0,3 1 1 16,-4 3 1-16,3 1 0 0,-1-1-3 0,-1 1 6 15,0-3-1 1,1 3-1-16,1-4 0 0,1 0 0 0,2-2 1 16,-3 1-2-16,2-5 1 0,-2 0 0 0,3-1-1 0,-1 0 4 15,0-1 15-15,1-1 20 0,0-3 21 0,-2 5 33 16,2-5 27-16,0 0 17 0,0 0-7 0,0 0-29 16,12-8-8-16,-4-1-7 0,2 0-2 15,5-2-21-15,-1-2-5 0,0 0-9 0,1-2-7 16,-2 1-5-16,0 0 0 0,-3 8 11 0,1-3-10 0,-6 4-2 0,0-1-7 15,1 2-3-15,-2 1-8 0,0-1-3 0,0 2-10 16,-2 0-26-16,0-1-31 0,-2 3 2 0,0 0 4 16,10 8 3-16,-7-2 3 0,1 3 9 0,1 1 3 15,-1 3 3-15,2-1 1 0,0 5-2 0,0 0 3 16,-2-5 2-16,-1 0 0 0,0-1 7 0,1 1-2 16,-1-1 2-1,-1-1-12-15,0-3-8 0,0 1-12 0,2-1-22 16,-3 0-6-16,1-5-4 0,-2-2-2 0,-2 8 1 15,2-8 1-15,2 5-8 0,-2-5-21 0,0 0-69 16,0 0-59-16,0 0-177 0,0 0-446 0,0 0 197 0</inkml:trace>
  <inkml:trace contextRef="#ctx0" brushRef="#br0" timeOffset="130222.48">22498 3410 110 0,'0'0'116'0,"-5"0"-3"15,5 0-10-15,0 0-9 0,0 0-11 0,0 0-4 16,0 0-14-16,-9 0-5 0,9 0-5 16,0 0-2-16,0 0-1 0,0 0 6 0,0 0-3 0,0 0-3 15,0 0-1-15,0 0-9 0,0 0 1 0,0 0-6 16,0 0-1-16,0 0 0 0,0 0-8 0,0 0-2 0,0 0-4 16,0 0 2-16,0 0-5 0,0 0 1 0,0 0-2 15,0 0 0-15,0 0-3 0,0 0 4 0,0 0 3 16,0 0 4-16,0 0-1 0,0 0 10 0,0 0 1 15,0 0 3-15,0 0-3 0,0 0-4 0,0 0 1 16,0 0-3-16,29-2-3 0,-8 0-7 0,7 1 4 16,4-1 14-16,3-2-4 15,4 3 5-15,0-2 2 0,14 3 1 0,-17-3-4 16,1 4-5-16,-4-3-1 0,-1-1-3 0,-2-1-3 16,-1 4 3-16,-10 0-4 0,-1-2-5 0,1 2-2 15,-5 0-1-15,-1 0-2 0,-3 0-1 0,-2 0-4 16,0 0 0-16,-8 0-1 0,9-1-1 15,-9 1-3-15,7 0-26 0,-7 0-29 0,8 1-8 16,-8-1-6-16,1 5-18 0,-1-5-33 0,0 0-63 0,-13 6-148 0,10-4-352 16,-4-1 156-16</inkml:trace>
  <inkml:trace contextRef="#ctx0" brushRef="#br0" timeOffset="130886.28">22457 3615 72 0,'0'0'150'16,"0"0"-19"-16,-2 1 1 0,2-1-7 0,0 0-6 16,0 0-4-16,0 0-2 0,0 0-14 0,-8 2-6 0,8-2-14 15,0 0-1-15,0 0-10 0,0 0 7 0,0 0-12 16,0 0-2-16,0 0-4 0,0 0-1 0,0 0-9 0,0 0-4 16,0 0-1-16,0 0-5 0,0 0-4 15,0 0-7-15,0 0 1 0,0 0-3 0,0 0-4 16,0 0-2-16,0 0-1 0,0 0-5 0,0 0 0 15,0 0 0-15,0 0-5 0,0 0-3 0,0 0 3 16,0 0 1-16,-2 3 1 0,2-3-5 0,0 0 0 0,0 0-1 16,0 0 3-1,0 0-2-15,0 0-2 0,0 0 4 0,0 0-1 16,0 0-5-16,0 0 3 0,0 0 1 0,0 0 2 16,0 0-3-16,0 0 4 0,0 0-3 0,0 0 9 15,0 0 0-15,0 0 1 0,0 0-2 0,0 0 1 16,0 0 0-16,0 0-2 0,0 0 1 0,0 0 0 15,0 0-2-15,0 0 3 0,0 0-4 0,0 0 2 16,19-7-1-16,-11 7-4 0,5-1 4 0,5 0-3 0,4 1 0 0,6-2-4 16,4 1 2-16,0-2-1 0,5 3 4 0,18-4 4 15,0 2 9-15,-1-1 2 0,-2 2 1 16,3 0-1-16,-4-1-5 0,-14 1 0 0,-2 1 0 16,-2-3-4-16,0 3 0 0,-3 0-2 0,-1 0 0 15,-10-1 3-15,0 0-1 0,-3 1-1 0,-4-2 8 16,-3 1 11-16,-1 0 7 0,-2 1 3 0,1 0 9 0,-7 0 0 0,9-1 3 15,-9 1-5-15,7 0 0 0,-7 0-9 0,0 0-2 16,7-2-9-16,-7 2-11 0,0 0-16 0,0 0-4 16,0 0-18-16,0 0-20 0,0 0-28 0,7 2-31 15,-7-2-6-15,0 0-25 0,0 0-40 0,0 3-247 16,0-3-452-16,0 0 200 0</inkml:trace>
  <inkml:trace contextRef="#ctx0" brushRef="#br0" timeOffset="131688.2">24133 3309 43 0,'0'0'154'0,"-2"-5"-8"16,2 5-11-16,0 0-2 0,-2-8-10 0,2 8-5 15,-2-4-12-15,2 4-13 0,-3-5-11 0,3 5-9 16,-8-6-10-16,8 6-3 0,-10-1-6 0,3-2-2 0,7 3-8 15,-19 0-7-15,6-2 2 0,2 4-11 0,-2-2-3 16,0 3-4-16,-5-1 0 0,1 1-2 0,0 0-5 16,-2 1 3-16,3 1-6 0,-1 3-2 0,0-1-2 15,2 1 0-15,-1 2-2 0,1-1 0 0,-2 2-1 16,3 0 4-16,0 2-5 0,0-3 0 0,-1 4 0 16,1-2 2-16,2 3-3 15,3-2 0-15,0-3-5 0,0 4 4 0,2-3 0 16,-1 3 2-16,3-3 3 0,1 1-10 15,3-1 3-15,-2-1 2 0,3 2 3 0,-1-1 1 16,2 1 13-16,1-1 4 0,-2-1 2 0,2-1-1 16,0 1 0-16,0-1 0 0,2 1 4 0,2 0 2 15,2-1 3-15,-6-3 3 0,7 1 8 0,0 0 1 0,2 0 1 16,-2-1-5-16,3-1-2 0,-3 0 1 0,4 1-3 0,-3-3 1 16,0 0-1-16,3-1 1 0,1 3 3 0,2-3 9 15,2 0 5-15,-7 0 4 0,11-1 0 0,-3-1 10 16,-1-1-4-16,4-2-2 0,-1-3 3 0,-1 2-2 15,9 0-13-15,-2-4 12 0,-6 1-3 0,5-6 3 16,-7 7-1-16,5-5-3 0,1-1-4 0,-2-2 5 16,2-1 4-1,-11 3-2-15,1-1-3 0,1-1-1 0,-6-5-5 0,4 2 5 16,-5 3-4-16,0-10-7 0,-4 9 5 0,-1-1-8 16,-5 0-10-16,-3 5-11 0,-1-5-1 15,-4 3-15-15,-10-5-29 0,-6 4-27 0,-7 0-33 16,-4 4-37-16,-18 0-51 0,-4 2-67 0,3 5-333 15,0-3-618-15,17 1 274 0</inkml:trace>
  <inkml:trace contextRef="#ctx0" brushRef="#br0" timeOffset="135312.21">27031 6009 123 0,'0'0'177'0,"0"0"-10"16,-3-2-12-16,3 2 2 0,0 0-7 0,0 0-12 15,0 0-6-15,0 0-2 0,0 0-11 0,0 0-2 16,0 0-5-16,0 0-4 16,0 0-1-16,0 0-5 0,0 0-6 0,0 0-11 15,-2-4-6-15,2 4-8 0,0 0-9 0,21-4-8 16,-8 3-1-16,10-2-8 0,5 0-14 0,8 2-15 16,4-2-27-16,-3 1-28 0,-2-1-31 0,1 2-30 15,0 0-34-15,-5 2-33 0,-4-3-178 0,-6 0-372 16,-8 1 164-16</inkml:trace>
  <inkml:trace contextRef="#ctx0" brushRef="#br0" timeOffset="135465.81">27065 6140 135 0,'-5'3'239'0,"1"-1"0"0,-1 0-6 15,3 0-16-15,2-2-15 0,0 0-21 0,0 0-23 0,0 0-14 0,32-6-17 16,2 3-21-16,3-4-25 0,4 6-42 0,14-3-48 15,-3 1-56-15,7-4-68 0,-19 2-183 0,14-2-342 16,-16 0 152-16</inkml:trace>
  <inkml:trace contextRef="#ctx0" brushRef="#br0" timeOffset="136067.2">28407 5754 121 0,'0'0'346'0,"0"0"-19"16,1-1-26-16,-1 1-26 0,0 0-24 0,0 0-27 15,3-3-30-15,-3 3-29 0,0 0-30 0,0 0-30 16,0 0-32-16,0 0-9 0,0 0-7 0,-4 14-6 15,1-6-4-15,2 1-7 0,-5 6-3 0,-1 0-2 0,1 2-6 0,-2 0-1 16,-2 0-2-16,2 0-3 0,-1 0 5 0,2-1-10 16,-1-1-2-16,2-3-3 0,1-4 3 0,-1 3-5 15,3-6 4-15,0 1-2 0,0 0 2 0,0-3 4 16,2 2 23-16,-2-2 34 0,3-3 37 0,-4 4 37 16,4-4 14-16,-1 2 16 0,1-2-22 0,0 0-15 15,0 0-21-15,8-15-8 16,-6 8-17-16,3-2-8 0,0 1-10 0,0 1-11 15,-1 0 0-15,1 0-15 0,-3 4-1 0,0 0-8 16,4-2-2-16,-6 4-14 0,4-2-1 0,-4 3-34 16,4-4-8-16,-4 4-25 0,0 0-23 15,0 0 9-15,0 0 9 0,9 12 3 0,-2-6-14 0,1 4-15 16,0-4-14-16,-1 7-20 0,5 0-15 0,0 1-22 16,-3 2-20-16,1-3-30 0,-1 2-26 0,-1-5-36 0,-2-2-67 15,3-2-186-15,-5 1-547 0,1-5 242 0</inkml:trace>
  <inkml:trace contextRef="#ctx0" brushRef="#br0" timeOffset="136336.67">28219 5782 196 0,'-9'2'218'16,"9"-2"-5"-16,0 0-3 0,0 0-2 0,-9 0-3 0,9 0-15 15,0 0-20-15,0 0-18 0,0 0-14 0,19-5-14 16,5 2-14-16,10-1-9 0,3-1-12 0,20 1-12 16,2-1-10-16,-2 1-7 0,1 0-10 0,-3 1-5 15,-1 1-8-15,-16-1-10 0,-6 2-18 0,0-2-16 16,-11 3-22-16,-4-2-27 0,-4 2-45 0,-2 2-33 15,-8-2 10-15,1 3-14 0,-4-3-62 0,-13 5-119 0,0-3-343 16,-6 3 152-16</inkml:trace>
  <inkml:trace contextRef="#ctx0" brushRef="#br0" timeOffset="136721.68">27923 6229 32 0,'-6'3'229'16,"3"-1"-15"-16,-4-2-10 0,5 3-16 0,2-3-13 15,-5 2 12-15,3 2-20 0,2-4-18 0,0 0-13 16,0 0-10-16,0 0-15 0,19 0-12 0,0-1-8 16,11-2-10-16,10 2-7 0,-1-1-10 0,16-3-5 15,5-1-7-15,0 1-4 0,2 0 1 0,-6 0-5 0,-1 3-7 0,-17-2 2 16,-3 0-4-16,-6 2-3 0,-11 0-1 16,0-1-2-16,-5 2-1 0,-4 0 0 0,-2 1 2 0,-2 0 2 15,3-3-2-15,-8 3-11 0,8 0-9 0,-8 0-13 16,0 0-30-16,0 0-21 0,0 0-25 0,-33 0-31 15,15 0-36-15,-1 3-37 0,-2 1-210 0,3-4-424 16,4 3 189 0</inkml:trace>
  <inkml:trace contextRef="#ctx0" brushRef="#br0" timeOffset="137222.87">28274 6365 84 0,'0'0'253'0,"-4"2"-23"16,2 1-24-16,2-3-22 0,-3 1-18 0,3-1-17 15,4 6-16-15,2-1-10 16,3-1-15-16,2 2-7 0,4 3-12 0,-1 1-12 15,2 1-7-15,-3 0-5 0,0 3-9 0,1-2-6 16,-4 3-3-16,0-1-8 0,-2 1-12 0,-3-1-8 16,-2 3-6-16,-6-2-2 0,1 0-3 0,-6 2 1 15,-5-3-3-15,3 0-1 0,-6-1 0 0,0-2 3 16,6-3-4-16,-5 1 0 0,4-4-2 0,0 2 3 16,2-2 1-16,0 0-2 0,4-1 3 0,-1-1 4 0,2 0 4 0,0-1 4 15,0 0 17-15,4-2 10 0,-4 2 16 0,4-2 17 16,-4 3 15-16,4-3 0 0,0 0 4 0,-4 2 1 15,4-2 1-15,0 0-14 0,0 0-4 16,24-6-11-16,-3 3-8 0,12-2-6 0,17-2-7 16,5 5-10-16,4-3 0 0,-1 1 1 0,5 0 1 0,-10 1-3 15,2 2-5 1,0 2-2-16,-20-1 0 0,1 1-10 0,-2-1 4 16,-6 3-3-16,-9-1-5 0,-6-1-14 0,-1 0-6 15,-1-1-10-15,-5 0-3 0,-1 1-8 0,-5-1-6 16,10 0 1-16,-10 0-1 0,9 0-4 0,-9 0 6 0,3 2-12 15,-3-2-17-15,0 0-39 0,-16 2-60 16,5-2-78-16,-6-2-293 0,3 2-569 0,3-3 252 16</inkml:trace>
  <inkml:trace contextRef="#ctx0" brushRef="#br0" timeOffset="139821.71">2925 10173 94 0,'0'-6'212'0,"-2"-1"-10"16,1 1-12-16,-2-1-13 0,3 0-15 16,-2 0-10-16,-1 1-10 0,2 0-9 0,-3 0-12 0,1 1-16 15,1 1-10-15,-1-1-8 0,0-1-6 16,0 2-11-16,1 0-10 0,-2 3-3 0,0-6-6 0,-3 5-9 15,0-1-8-15,-5 3-4 0,1 0-3 16,-7 3-6-16,0 2-4 0,-1 2-4 0,-7 5-1 16,2-2 13-16,-5 5-3 0,3 2-1 0,-2 1-4 0,1 3-3 0,2 3 1 15,0-2-6-15,2 1-1 16,4 1-1-16,0-2-4 0,2 0 1 0,1-1-1 0,5-4-2 16,4-2 2-16,-1 2-19 0,3-6-14 15,1-1-8-15,3 1-10 0,0-2 3 0,-1-1 6 0,4 0 0 16,-1-2 10-16,3-1 6 0,2-1 7 0,2-1 14 0,5-3 14 0,3 0 10 0,2-2 7 15,2-3 11-15,1-2 11 0,3-4 10 0,3 0-3 16,-4-5-3-16,1 2-2 0,-3-5-2 0,1 1-6 16,-2 0 0-16,-2-1-5 0,1-3 5 0,-10 8 11 15,0-1 15-15,1 2 17 0,-2-1 11 0,-3 5 2 16,0-1 9-16,-1 0 9 0,1 4 6 0,-4 1-25 16,3-1-6-16,-4 1-12 15,4 3-12-15,-4-1-12 0,0 3-29 16,3-6-28-16,-3 6-28 0,0 0-37 0,0 0-23 15,0 0 0-15,0 0 6 0,-3 13 7 0,-1 0 9 0,0 3 6 16,-2 3 3-16,-3 7 8 0,1 0 5 0,2 0 4 16,-2-1 2-16,7-8 4 0,-3 1 4 0,3-2 2 15,-2-3 2-15,3 0-9 0,-1-3 4 16,5-1 3-16,-4-3 5 0,2 1 7 0,2-2 4 0,9 0 6 0,4-4 10 16,11-1 1-16,9-4-1 0,2-4-3 0,15-4-13 15,1-3-45-15,-3 0-75 0,1-3-92 0,-6 0-210 16,-1-5-469-16,-14 6 208 0</inkml:trace>
  <inkml:trace contextRef="#ctx0" brushRef="#br0" timeOffset="140523.16">3442 10289 149 0,'0'-6'274'0,"0"6"-13"16,0 0-18-16,0-4-23 0,0 4-24 0,0 0-19 16,-1-4-22-16,1 4-17 0,0 0-34 0,0 0-29 15,0 0-37-15,0 0-30 0,0 0-4 0,0 0 8 16,-4 10-8-16,5-3-4 0,-2 2-1 0,1 1-1 0,-3 2 0 0,2 0 1 16,0 0-2-16,-3 3 4 0,1 2 0 0,2 0-3 15,-3-1 2-15,3-5 1 0,-4 1 0 0,5-3-3 16,-3 1 6-16,2-3-3 0,1-1-5 0,-2-1 6 15,0-1 4-15,2 0 16 0,0-4 29 0,0 5 30 16,0-5 32-16,0 4 32 0,0-4 21 0,0 0-15 16,0 0-13-1,0 0-16-15,10-15-13 0,-2 5-15 0,1 0-7 16,-1-4-11-16,2 2-3 0,-4-1-8 0,2 3-6 0,0 0-5 16,1 4-6-16,-7-2-10 0,5 1-3 0,-4 2-5 15,0 1-5-15,1 0-8 0,-3 0-28 0,-1 4-26 16,6-2-15-16,-6 2 3 0,0 0 1 15,9 9 6-15,-6-4 1 0,2 4 3 0,-2 2-2 0,1-1 0 16,2 4 4-16,-2 2 3 0,-1 1 1 0,1-2 5 0,0-3 6 16,-1 1-7-16,-1-1-16 0,0 1-6 0,0-2-17 15,1 0-18-15,-2-1-19 0,3-2-14 0,-3 1-20 16,0-5-18-16,1 2-15 0,0-4-20 0,-2 1-169 16,0-3-390-16,0 0 173 0</inkml:trace>
  <inkml:trace contextRef="#ctx0" brushRef="#br0" timeOffset="140977.54">4159 10293 11 0,'-4'3'211'0,"4"-3"-7"16,0 0-8-1,0 0-10-15,0 0 0 0,-4 1-9 0,4-1-9 16,0 0-18-16,0 0-12 0,0 0-17 0,0 0-11 16,0 0-12-16,24-7-10 0,-7 2-11 0,2 2-13 15,11-6-10-15,-4 4-18 0,6 0-5 0,-1 2-12 16,1-4-13-16,0 2-12 0,-4 1-7 0,0 1-14 15,-10 2-18-15,1-2-16 0,-6 2-14 0,1 0-25 16,-4 1-29-16,-2 0-38 0,1 1-118 0,-9-1-309 0,1 3 137 0</inkml:trace>
  <inkml:trace contextRef="#ctx0" brushRef="#br0" timeOffset="141193.81">4316 10425 226 0,'0'0'272'0,"0"0"-24"0,0 0-20 16,0 0-24-16,0 0-21 0,0 0-13 0,18-3-21 16,-4 1-16-16,5-3-14 15,3 1-18-15,7 0-27 0,-2-2-23 0,3 3-31 16,-1-2-42-16,-1 3-63 0,0-5-54 0,-8 4-183 15,0-1-350-15,-5 1 155 0</inkml:trace>
  <inkml:trace contextRef="#ctx0" brushRef="#br0" timeOffset="142064.87">5516 9857 88 0,'0'-3'197'0,"1"-2"-14"0,2 0-10 0,-2 1-15 0,2-1-19 16,0 2-14-16,1-3-12 0,0 2-12 0,4 0-13 15,-2 1-13-15,1-1 0 0,4 1-12 16,-1 1-4-16,0-1-10 0,-2 1-3 0,6 2-7 0,-2 0-7 16,-1 2-4-16,1 1-8 0,-3 2-2 0,2 2-4 15,-3 0-6-15,-1 3-7 0,0-1-6 0,0 6-4 16,-3 2-1 0,-5 1-3-16,-4 10-1 0,-3 1 5 0,-2 1-1 0,-5 0 4 15,-2 2-4-15,-11 7 2 0,6-11 3 0,-1-1-4 16,0-3-10-16,2-3 13 0,1-1 1 0,6-7 2 15,-1-2-3-15,5-4 2 0,1 1 4 16,0-3 13-16,4 0 18 0,0 0 35 0,1-1 34 0,0-3 30 16,4-1 31-16,-4 1 25 0,4-1-17 0,0 0-22 15,-1-8-18-15,1 2-17 0,4-2-7 0,1-1-10 0,0 0-10 16,1-2-11-16,1 5-10 0,0-4-4 0,0 5-9 16,-2 0-6-16,0-2-14 0,1 5-9 0,-1-2-19 0,1 3-9 15,1 1-3-15,-7 0 8 0,16 3-11 16,-6 4-4-16,-1-2 4 0,6 4 1 0,-1 3-3 15,4 0 2-15,-1 0-11 0,-2 1-5 0,-1-1-6 16,4 0-3-16,-3-1-5 0,1 0-6 0,-6-4-5 0,3 1-6 0,-3-3-4 16,0-1 6-16,2-4-19 0,-2 0 0 0,-1-3-7 15,2-1-6-15,-4-2 2 0,0-1 3 0,2-2-2 16,-5 2 4-16,1-4 6 0,-1 0-10 0,0-1-2 16,-3 1-17-16,3 0 5 0,0 0 0 0,-4 3-10 15,2 2-52-15,-3 2-104 0,1-1-288 0,0 5 128 16</inkml:trace>
  <inkml:trace contextRef="#ctx0" brushRef="#br0" timeOffset="142481.18">5245 10607 93 0,'-4'2'140'0,"4"-2"-3"0,-6 1-11 0,6-1-9 15,0 0 8-15,0 0-9 0,0 0-8 16,0 0-3-16,-5 2-6 0,5-2 0 0,0 0 2 15,0 0-3-15,0 0-12 0,0 0-3 0,0 0-10 0,0 0-5 16,0 0-10-16,20-5-6 0,-7 4-5 0,6-4-5 16,12 1-3-16,3 1-7 0,3-4-2 0,20-1-2 15,-1 0 1-15,1 1 1 0,2 0 1 0,0 1-2 0,-4 1 3 0,-17 1-2 16,-1-2 1-16,-1 3-3 0,-8 1-2 16,-5-1 5-16,-4 1-4 0,-6 0-2 0,-3 2-3 15,3-2-5-15,-7 2 7 0,1 0 6 0,-1-3 3 16,-6 3 0-16,9-1 0 0,-9 1-10 0,8 1-20 15,-8-1-20-15,0 0-22 0,0 0-36 0,0 0-37 0,0 0-56 16,0 0-209-16,0 0-407 0,-24 5 180 0</inkml:trace>
  <inkml:trace contextRef="#ctx0" brushRef="#br0" timeOffset="143066.97">5733 10800 263 0,'0'0'268'0,"0"0"-19"0,-1-4-21 0,1 4-29 15,0 0-20-15,0 0-20 0,0 0-21 0,0 0-16 16,0 0-24-16,0 0-23 0,0 0-11 0,0 0-9 16,0 0-8-16,-3 15-8 0,1-4-8 0,-1 3-1 15,-4 1-4-15,0 2-7 0,-1 0-2 0,2 3 1 0,-5 1-3 0,-1-1 0 16,6-6-2-16,-4 0 0 0,3-4-3 0,2-2-2 16,0 1 4-16,1-5-3 0,-2 1 5 0,3-2 7 15,-1-1 33-15,2 1 31 0,-1 0 30 0,3-3 13 16,0 0-9-16,0 0-23 0,0 0 0 0,-1-14-11 15,2 4-10-15,3 2-11 0,-3-3-6 0,6 2 10 16,-2 0-20-16,0 0-10 16,-1 1 0-16,0 1-7 0,-2 1 8 0,2 2-1 15,0-1-15-15,1 1-25 0,-4 1-14 0,4 0-15 16,-5 3-11-16,10-1-8 0,-10 1-12 0,11 2-10 16,-5 0-10-16,0 1-11 0,2 4-13 0,1-1-24 15,1 3-20-15,-2-2-38 0,2-1-32 0,-2 2-198 16,-1 0-454-16,-3-2 201 0</inkml:trace>
  <inkml:trace contextRef="#ctx0" brushRef="#br0" timeOffset="143361.19">5454 10863 183 0,'0'0'205'0,"0"0"-1"0,0 0-3 0,0 0-18 16,0 0-20-16,0 0-16 0,0 0-16 0,29-10-14 0,1 5-13 15,7-1-11-15,17-7-8 0,6 3-7 0,1 1-11 16,-1-4-8 0,3 5-6-16,-4-3-7 0,-5 4-4 0,-2 0-2 15,-20 4-5-15,0-2-5 0,-4 1 1 0,-9 1-5 16,-7 1-1-16,-2 2-3 0,-1-1-3 0,-3-1-7 15,1 0-16-15,-2 1-13 0,-5 1-10 0,0 0-32 16,0 0-31-16,0 0-55 0,-27 3-199 0,12-1-372 16,-3-1 165-16</inkml:trace>
  <inkml:trace contextRef="#ctx0" brushRef="#br0" timeOffset="156247.31">7419 9910 125 0,'0'-3'172'0,"0"3"-5"0,-3-4-9 0,2 0-12 0,1 4-13 15,-4-4-13 1,4 4-11-16,0 0-12 0,0-2-15 0,0 2-10 16,0 0-31-16,0 0-12 0,0 0-9 0,0 0-2 15,-5 17-4-15,1-1 3 0,0 3 0 0,1 12-4 0,-4 4 5 16,2 10-2-16,-3-10 2 0,3 14 4 15,-5 0-2-15,5-2-5 0,-2-1-2 0,5-11 6 16,-1-3-5-16,2 0 3 0,1-1-3 0,-4 1-1 16,1-7-3-16,2 0 0 0,-4-7 3 0,4-1-2 0,-2 0 5 0,2 0-3 15,-3-3 0-15,0-4 3 0,0 0 1 0,-2-1-1 16,-1-1 11-16,1-1-10 0,-3-2 6 0,-2-2 4 16,-2-1-7-16,0 1-1 0,-1-3 1 0,0-1 5 0,-4-1-4 0,2-1-4 15,2-1-2-15,1-1 4 0,-1 3-8 0,1-3-1 16,-5 0 0-1,8 0 1-15,0 0 0 0,0 4-3 0,1-5 1 16,2 4 1-16,2-1-7 0,-2-2-11 16,3 4-26-16,0-1-24 0,1-4-42 0,2 0-49 0,0 3-163 15,3-2-337-15,-1-1 149 0</inkml:trace>
  <inkml:trace contextRef="#ctx0" brushRef="#br0" timeOffset="156560.9">7093 10374 164 0,'0'0'147'0,"-8"-2"-11"0,8 2-12 0,0 0-17 16,0 0-9-16,0 0-4 0,0 0-18 0,19 0 0 0,-6-3-10 15,5 3-4-15,2-2-7 0,11 1-1 0,0-1-4 16,-3-1-1-16,-8 2-3 0,3 1-9 0,-2-3 0 16,-5 3-6-16,-2 0-1 0,-2 0-4 0,-3-2 13 15,-3 2-19 1,2 0-5-16,-8 0-4 0,9-2 5 0,-4 2 0 16,-5 0-6-16,0 0-3 0,9 0-2 0,-9 0 0 15,0 0-13-15,0 0-13 0,0 0-12 0,0 0-10 16,-18 4-25-16,13-1-27 0,0-2-34 0,-4 0-90 15,9-1-237-15,-8-2 105 0</inkml:trace>
  <inkml:trace contextRef="#ctx0" brushRef="#br0" timeOffset="157231.31">7724 10164 151 0,'5'-3'152'0,"1"2"-24"15,2 0-10-15,0-1-15 0,2 1-11 0,-1 1-13 16,1 3-2-16,4-1-13 0,-5 4-14 0,3 1 0 15,-2 0-10-15,-2 5-1 0,-2-5-12 0,-2 8 4 16,5 1-15-16,-8 1 3 0,2-2 9 0,-3 4-6 16,-4-1-10-16,-2-1 4 0,-2 0 2 0,-1 0-5 0,0-2 4 15,-4-2 1 1,3 1-2-16,-3-2-3 0,4-4 2 0,1 0-11 16,2 0 5-16,2-4-5 0,-2 1 7 0,2-1 12 15,0-2 30-15,0 1 37 0,4-3 28 0,-5 0 20 16,5 0 6-16,0 0-8 0,0 0-15 0,-4-5-11 15,4 5-11-15,8-13-7 0,-3 5-16 0,0-2-4 16,5-5-12-16,-2 8-6 0,5-10-2 0,-3 5 5 16,3 0-22-16,-4 2-3 0,1 0-3 0,-4 4 0 0,2 0-5 0,-4 1-4 15,3 1-4-15,-3 1-3 0,-1-1-3 0,1 1-11 16,-2 2-19-16,2-1-14 0,-4 2 5 0,0 0 1 16,0 0 2-16,9 7-4 0,-7-3-9 0,0 1-1 15,2 1-7-15,-2 1 0 0,1 1-3 0,-2 1-10 16,3 0-3-16,-3 2-5 0,1-4-12 0,0 0-11 15,1 3-20-15,-1-3-21 0,1-2-26 0,0 2-176 0,-2-3-362 0,4-1 161 16</inkml:trace>
  <inkml:trace contextRef="#ctx0" brushRef="#br0" timeOffset="157431.81">8073 10155 114 0,'0'0'185'0,"2"-1"-20"0,-2 1-22 0,0 0-18 16,0 0-10-16,9 6-12 0,-2-2-7 0,-2 4-15 15,1-2-5-15,1 6-11 0,2 3-5 16,-1 2-8-16,-2 0-5 0,0 0-4 0,-1 4-6 0,0-2 0 16,-1-1 3-16,-1 8-9 0,-5-6-8 0,-3 3-9 0,0-5-3 15,-6 8-24-15,-7-7-35 0,5-5-33 0,-11 2-173 16,-1-4-275-16,-1-3 122 0</inkml:trace>
  <inkml:trace contextRef="#ctx0" brushRef="#br0" timeOffset="157763.78">7724 10031 81 0,'-8'4'101'0,"1"1"-5"15,-1 2-13-15,-2 6-12 0,-2 1-2 0,-1 7-7 16,-3 2-3-16,3 3-13 0,-1 4 2 0,2 1-11 15,1-1-2-15,6-2 0 16,1 2-11-16,0-2-1 0,4-1 0 0,4-1-1 16,3 0 11-16,4-3-12 0,4 0-1 15,4-2-4-15,6-3 9 0,4-2-9 0,4-5 5 0,7 1-16 16,15-4-41-16,-5-4-137 0,-11-1-188 0,1-6 84 16</inkml:trace>
  <inkml:trace contextRef="#ctx0" brushRef="#br0" timeOffset="158334">8782 10260 167 0,'-5'-4'150'0,"-4"-4"-12"16,0 1-19-16,-9-1-5 0,-1 2-13 0,0 1-12 16,-8 0-11-16,-1 0-12 0,5 5-2 0,-6 0-11 15,0 2-1-15,9 0-5 0,-7 4-8 0,7-1-2 16,1 1-7-16,2 2-1 0,-5 0-9 0,12-1 1 15,0 2-2-15,-3 1-3 0,5 0-2 0,3-1 4 16,0 2-3-16,1-2-5 0,2 3-1 0,4-3-3 16,0 3 7-16,1-4-4 0,6 2-5 0,0-1 11 0,3-2-2 0,-1 1 6 15,2-6 11-15,1 2 8 0,-1-3 7 0,6 1 11 16,-2-4 10-16,0 0 1 0,0-2 4 0,0-4 7 16,0 0 9-16,-2-1 3 0,-2-1-2 0,-1-2 3 15,-2-3-5-15,3-2 2 0,-5-2-10 0,2-6-10 16,0-1-6-16,-3-3-7 0,-1 2-9 0,-2-3-3 15,-1 0-2-15,-1 4 4 16,1-1-6-16,-3 10 0 0,-3-3 0 0,3 4-6 16,0 4-2-16,-1 2-3 0,1 1-7 0,-1 3-4 15,1 0-3-15,-3 2-7 0,3 0-15 0,0 4-10 16,0 0 7-16,0 0-4 0,-5 12 3 0,1 0-1 16,0 2 4-16,0 4 0 0,-2 7-1 0,6-5-1 15,-1 7-9-15,1 0-13 0,1 1-6 0,0-1-13 16,4 1-10-16,-2-3-17 0,1 0-9 0,-2-6-16 0,2 2-22 15,-1-6-18-15,-2-2-30 0,2 1-200 0,-1-7-406 0,1 1 180 16</inkml:trace>
  <inkml:trace contextRef="#ctx0" brushRef="#br0" timeOffset="158750.13">8852 10160 104 0,'4'-3'163'16,"-4"3"-23"-16,0 0-7 0,9 2-15 0,-5 0-11 16,0 1-13-16,1 2-7 0,4 2-8 0,-3 2-15 15,1-1 0-15,-2 5-10 0,1-3-3 0,-1 1-5 16,-1 2-4-16,0 1-9 0,-2 0 3 0,0-3-7 0,-2 6 3 16,-2-2-6-16,1-3-3 0,-1-2-4 0,-1 0 0 15,3 0-8-15,-4-3 8 0,4-1 1 0,-1 0-1 16,0-1 1-16,-2 0 23 0,3-3 22 0,0-2 28 15,-1 6 32-15,1-6 22 0,0 0 13 0,0 3 4 16,0-3-15-16,0 0-15 0,5-11-14 0,0 1-13 16,-1 0-9-16,6-5-10 0,0-1-13 0,4-6-5 0,0-2-11 0,2 1-7 15,2 0-7-15,-4 0-2 0,-2 0-7 0,0 6-1 16,-7 2-6-16,4 1-2 0,0 2 0 0,-7 4-7 16,5-1 1-16,-6 6-7 0,3-2-7 0,-3 1-8 15,2-1-24-15,-3 5-11 0,0 0 5 0,0 0 0 16,0 0 2-16,-4 17 3 0,0-5 1 0,-4 5 4 15,3 2 1-15,-3 5-2 16,1 8 5-16,3-5-2 0,0 1-7 0,7-1 0 16,-2-1 0-16,7-1 3 0,3-2 0 0,6-2-10 15,6-5-28-15,8-1-56 0,6-3-78 0,15-4-284 16,3-6-519-16,1-3 230 0</inkml:trace>
  <inkml:trace contextRef="#ctx0" brushRef="#br0" timeOffset="159736.97">6772 9736 28 0,'0'0'104'0,"0"0"-11"0,-4-4-6 16,4 4-18-16,0 0-4 0,0 0 9 0,-10 8-23 15,5-3-4-15,0 4-5 0,-3 2-7 16,4-2-4-16,-2 12 4 0,-3-3-2 0,0 9 2 0,0 5 8 0,1 2 0 0,-2 16 2 16,1 1-8-16,1 2 0 0,2 5 6 15,1-2-7-15,-3 26 1 0,4-27-3 0,3 1-3 16,1-2 1-16,0 1-4 0,0-3-9 0,5 2 4 15,-3 2 3-15,4-5-5 0,-1-2 3 0,4-2-7 0,-4-13-4 16,0 2-3-16,0-1 6 0,-1-4-3 16,1 0-1-16,-2-4-7 0,-2-1 3 0,-2-8 0 0,1 0-3 0,-3-1 5 15,3-4-5-15,-5-3 7 0,1 2-2 0,-1-3 2 16,0-1 1-16,-3-1 9 0,1-2 6 0,-3 0 6 16,-2-2-9-16,1-1 0 0,-1 0 2 0,4-2 0 15,-2-2-5-15,-1 2-2 0,2 0-1 0,0-1-4 16,0 1-1-16,9 0-3 0,-10 1-5 0,4 1-14 15,-1 0-9-15,3 1-23 16,-1 0-24-16,1 1-26 0,2 1-31 0,-1 0-131 16,2 1-273-16,-2 0 120 0</inkml:trace>
  <inkml:trace contextRef="#ctx0" brushRef="#br0" timeOffset="160169.17">6739 11520 159 0,'0'0'174'0,"0"0"-8"16,-2-3-24-16,2 3-21 0,0 0-12 0,0 0-15 0,0 0-6 15,0 0-15-15,-10 9-1 0,0-1-10 0,5 1-9 16,-3 1-4-16,-1 4-6 0,0-1-6 0,3 3 0 0,-2-3-7 16,3 4-5-16,-1-2 0 0,0 1-8 0,3-4-5 0,2 0 2 15,-1-1-4-15,4-2 4 0,0 0 4 0,2-4 10 16,1 2 19-16,4-4 7 0,5-2 7 0,4-2 8 15,4-2-1-15,-3-2 2 0,6-7-1 16,-5 4 10-16,-4-4 3 0,2 0 6 0,-6-1-1 16,0-4-6-16,-4 2-1 15,1-2-13-15,-4 0-1 0,-5-1-11 0,0 2-8 16,-2-1-12-16,-4 7-2 0,0-6-18 0,-5 7-21 16,-5-2-25-16,-4 6-22 0,-7-2-32 0,-2 2-26 15,2 3-51-15,2 3-77 0,0-4-134 0,5 3-405 0,7 2 179 16</inkml:trace>
  <inkml:trace contextRef="#ctx0" brushRef="#br0" timeOffset="161256.1">6964 9336 133 0,'0'-5'221'0,"0"0"-6"0,1 0-17 0,-1 0-10 15,0 1-15-15,0 0-13 0,0 4-13 0,4-5-14 16,-4 5-17-16,0-4-12 0,0 4-17 0,0 0-28 0,0-5-22 0,0 5-9 16,0 0-2-16,1 11-1 0,-1 1-3 0,0-2 0 15,-1 9-3-15,-3 6-3 0,-1 1-3 0,-3 1-1 16,3 2-1-16,-4 0 4 0,0-2-4 0,0-1-3 15,4-1 0-15,1-7 1 0,-2-3-2 0,2-4-2 0,0 1-4 16,3-6 6-16,-2 4 1 0,0-6 3 16,1 1 17-16,1-2 38 15,1 2 37-15,0-5 4 0,0 0-13 0,0 0-5 16,0 0-15-16,5-16-7 0,-1 4-9 0,5-5-4 16,1-1-6-16,3-4-10 0,2 0-3 0,1 1-8 15,-1 0-6-15,-5 7 2 0,2 0-7 0,-5 4 5 16,1 1-12-16,-2 3-13 0,-2-1-18 0,4 5-14 15,-4 1-1-15,2 2 0 0,0 1 4 0,1 7 0 16,3-1-13-16,-4 4-2 0,6 3-18 0,-2 4-12 0,-1-2-28 0,0 7-30 16,0-7-13-16,0 3-35 0,-4-6-186 0,-1 2-400 15,1-5 176-15</inkml:trace>
  <inkml:trace contextRef="#ctx0" brushRef="#br0" timeOffset="161610.19">6661 9504 22 0,'-6'0'175'0,"2"2"2"15,4-2-3-15,-7 0 0 0,7 0-2 16,-5 2-8-16,5-2-13 0,0 0-17 0,0 0-9 16,0 0-17-16,22-9-8 0,3-1-11 0,6-2-10 15,19-1-9-15,3-2-4 0,8-1-8 0,1-2 0 16,26-5-2-16,-24 8-5 0,27-6-5 0,-36 6-1 0,-4 5-6 0,-15 0-6 16,1 3 0-16,-7-2-5 0,-10 7 0 0,-1-2-9 15,-8 4 2-15,0-4-2 0,-4 3-5 0,0-1-11 16,-2 0-3-16,-5 2 0 0,0 0-16 0,0 0-13 15,0 0-36-15,-22 13-36 0,3-6-43 0,-1 2-219 16,0-3-393-16,1 0 174 0</inkml:trace>
  <inkml:trace contextRef="#ctx0" brushRef="#br0" timeOffset="162558.91">10410 10357 26 0,'-1'-2'185'0,"1"2"-2"0,0 0 1 15,0 0-8-15,0 0 0 0,-3-3-1 0,3 3-7 16,0 0-4-16,0 0-8 0,0 0-12 0,0 0-12 16,0 0-13-16,0 0-13 0,-4-3-13 0,4 3-8 15,0 0-7-15,0 0-8 0,0 0-13 0,0 0-9 16,9-2-11-16,-1-1-7 0,6-1-17 0,3 0-18 0,0 1-17 16,12-4-12-16,-9 3-33 0,7-1-30 0,-7 2-22 15,2-1-32-15,-4-1-45 0,0 1-123 0,-1 3-347 16,-5-2 154-16</inkml:trace>
  <inkml:trace contextRef="#ctx0" brushRef="#br0" timeOffset="162712.57">10460 10460 4 0,'-9'2'148'0,"5"3"3"16,-1-4 0-16,0 2-7 0,2-2-8 0,3-1-17 15,0 0-4-15,0 0-2 0,12 2-10 0,6-4-10 16,11-1-3-16,4-2-14 0,3 1-15 0,5-2-33 15,13-2-39-15,-5-1-52 0,-13 2-180 0,0-1-264 16,-4 0 117-16</inkml:trace>
  <inkml:trace contextRef="#ctx0" brushRef="#br0" timeOffset="163345.25">11670 9866 195 0,'0'0'202'0,"-3"-2"-20"0,3 2-13 0,0-5-15 16,0 5-16-16,3-5-16 0,-3 5-12 0,5-5-11 16,-4 3-14-16,3-1-8 0,1 2-6 0,-1-2-8 0,5 2-7 15,1-1-19-15,2 0 9 0,-2 2-6 0,4 0-3 0,0 2-8 16,5 1-1-16,-1 0-5 0,-2 3-7 0,1 2-2 16,-1 0 4-16,0 5-9 0,-3-1 1 0,-4 2 0 15,2 3-4-15,0 5-5 0,-5 3 4 0,-3 0-1 16,-6 3 0-16,-2 0-1 0,-4 1-1 0,-5-1 0 15,-4 1 5-15,-5-3-6 0,2 1 3 0,-4-5-3 16,1-1 0-16,1-3 1 0,0 0 0 0,-1-4-2 0,8-5 7 0,1 0-3 16,0-2-3-16,4 1-1 0,1-5 5 0,4-1-1 15,-1 2 5-15,2-3 3 0,1 1 7 0,-1 0 3 16,3 0-1-16,2-2-5 0,0 0-3 0,0 0-1 16,21 1 1-16,-4-2-5 0,5 1-3 0,3-2 5 15,9 2 1-15,-1 2-2 0,1-2-1 0,2 0-7 16,-1 3-13-16,-1 0-22 15,-2 0-25-15,-1 1-42 0,-4-3-39 0,-11-1-186 16,2 3-351-16,-6-2 156 0</inkml:trace>
  <inkml:trace contextRef="#ctx0" brushRef="#br0" timeOffset="163714.81">11433 10686 115 0,'-3'3'134'0,"3"-3"-6"0,-8 3-16 16,8-3-10-16,-4 0-6 0,4 0-12 0,-2 2-2 15,2-2-4-15,0 0-2 0,0 0-11 0,0 0-3 0,0 0-10 16,0 0-3-16,26-2-2 0,-5-4-6 16,7 1-9-16,3 0 6 0,3-2-11 0,5 2-4 15,14-4-16-15,6 1 26 0,-5-1 7 0,7 0 1 0,-1 2 2 0,-1 2-3 16,-8-2-6-16,-14 3-4 0,-4 2 4 0,-2-5-6 16,-3 7-4-16,-9-1-4 0,0-1-4 0,-7 2 1 15,-2-2-3-15,-1 2-3 0,-3 0-2 0,-1-2-3 16,-5 2-7-16,0 0 4 0,0 0-3 0,0 0-6 15,0 0-15-15,-21 7-28 0,3-3-27 0,-4 1-37 16,-6 1-159-16,6-1-294 0,3-1 131 0</inkml:trace>
  <inkml:trace contextRef="#ctx0" brushRef="#br0" timeOffset="164178.26">11813 10890 242 0,'0'0'259'15,"0"0"-21"-15,0 0-23 0,0 0-23 0,0 0-19 0,0 0-21 0,0 0-21 16,0 0-14-16,-2 1-17 0,2-1-22 15,0 0-10-15,0 6-11 0,-2-3-4 0,1 5-7 0,0-2-5 16,-2 4-7-16,-1 4-3 0,-1 1-3 0,-4 1-2 16,-5 7-5-16,8-7 1 0,-4 3-3 0,2-4-3 15,1 0 2-15,1-5-2 0,1 1-2 0,0-4 0 16,1 1-3 0,0-4 6-16,3 0 2 0,-3 0 34 0,4 1 45 0,0-5 24 15,-1 3 26-15,1-3 4 0,0 0 5 16,0 0-33-16,0 0-15 0,4-15-14 0,1 6-8 15,-1-1-9-15,2-1-9 0,4 3-8 0,-1-5-14 16,-2 7 5-16,-2-5-10 0,1 8-3 0,-2-5-7 0,1 3-11 16,-1 2 16-16,0-2-34 0,0 2-12 0,-1 3-15 15,4-2-5-15,-7 2-3 0,11 2-12 0,-3 0-13 0,2 3-11 16,-1-1-13-16,0 3-18 0,1 1-15 0,-1-2-25 16,5 6-23-16,0-1-20 0,-2-2-38 0,-2-1-56 15,0 0-151-15,-2-2-462 0,-3-2 205 0</inkml:trace>
  <inkml:trace contextRef="#ctx0" brushRef="#br0" timeOffset="164434.57">11605 10943 45 0,'-7'-3'235'0,"4"2"-15"0,3 1-5 15,-10-1-13-15,10 1-15 0,-3-2-13 0,3 2-19 0,0 0-17 0,0 0-15 16,0 0-8-16,28-6-14 0,5 0-11 0,5-1-7 16,22-1-10-16,4-4-6 0,32-6-8 0,0 2 1 15,-4 1-8-15,-29 6-5 0,-3-1-4 0,-7 3-6 16,-17 2-5-16,-4 0-1 0,-13 3-8 0,-6-1-9 16,1 3-17-16,-5-2-17 0,0 2-14 0,-4-2-2 15,-5 2-7-15,0 0-22 0,0 0-35 0,-24 4-38 0,1-1-226 0,-7-2-394 16,1 0 175-16</inkml:trace>
  <inkml:trace contextRef="#ctx0" brushRef="#br0" timeOffset="166398.87">12885 9731 135 0,'0'0'148'0,"-1"-7"-23"0,1 7-12 0,0 0-12 0,0-3-17 16,0 3-5-16,0 0-11 0,0 0-17 0,0 0 16 16,0 0-19-16,0 0-10 0,-5 14-6 0,4-4 2 15,-3 7-7 1,-1 3 0-16,-1 8-11 0,1 4 2 0,-5 12-9 15,2 7 7-15,1 1 0 0,-2-1 0 0,1 8-12 0,2-1 10 16,-3 24-4-16,0-29-3 0,4-1 2 16,2 2 1-16,-2-1-3 0,1-1 4 0,4 0-1 15,3-1-8-15,-2 0-2 0,0-2 2 0,3-13 1 16,0 12 6-16,-1-14-5 0,-2 3-1 0,4-1 6 0,-4-2-5 16,-1-1-5-16,3-2 4 0,-2 2-17 0,-1-4 17 0,0-2-1 15,0-1-3-15,0-6 0 0,-1-2-3 0,1 2 4 16,-3-3 1-16,2-1 2 0,1 1 2 0,-5-4-6 15,5-1-3-15,-1 0 9 0,1-2 3 0,-3-2-7 16,3 0 0-16,-1 0 0 0,-2-3-1 0,3 2 4 16,-1-2-10-16,1 0 13 0,0-1-7 0,0 2 2 15,0-2-9-15,-3 0 13 0,3-4-1 0,0 7-4 0,0-7-5 0,-1 5 5 16,1-5-2-16,0 6 7 0,0-6-3 0,-1 0-3 16,1 0 9-16,0 0-10 0,0 0 4 0,1 6-4 15,-1-6 3-15,0 0 6 0,0 0-7 0,0 0-8 16,0 0 4-16,0 6 3 0,0-6 1 0,0 0 4 15,-1 3-3-15,1-3-1 0,0 0-4 0,0 0 0 16,0 0 6-16,-3 5 11 16,3-5-14-16,0 0 0 0,-1 1 0 0,1-1-2 15,0 0 7-15,0 0-8 0,0 0 6 0,0 0-4 16,0 0 6-16,0 0-3 0,0 0 0 0,0 0-5 16,0 0 7-16,0 0-2 0,0 0-4 0,0 0 1 15,0 0 2-15,0 0 1 0,-3 4-2 0,3-4 12 16,0 0-9-16,0 0 1 0,0 0-1 0,0 0 10 15,0 0-2-15,0 0 0 0,0 0 5 0,0 0-4 0,0 0 4 0,0 0-1 16,0 0 1-16,0 0-5 0,0 0 10 0,13 0 0 16,-4-1 1-16,13-2 2 0,6-1-1 0,8 0-15 15,16-6-20-15,3 0-12 0,4-4-16 0,5-1-36 16,-3-2-73-16,3-1-87 0,-10-3-256 0,-3-1 113 16</inkml:trace>
  <inkml:trace contextRef="#ctx0" brushRef="#br0" timeOffset="167022.37">12875 9744 147 0,'0'0'140'16,"0"0"-10"-16,0 0-16 0,0 0-9 0,0 0-8 0,0 0-3 16,0 0-20-16,0 0-3 0,0 0 7 15,22-1-13-15,6-2-7 0,8 0-12 0,20-3-7 16,4 1-32-16,2-5-58 0,-2 3-152 0,-2-3-219 0,-8-4 97 16</inkml:trace>
  <inkml:trace contextRef="#ctx0" brushRef="#br0" timeOffset="184311.59">14389 10214 2 0,'-2'-4'181'0,"0"0"4"16,2-2-10-16,-1 3-3 0,2-1-15 0,1-1-12 0,-1-1-7 0,-2 2-15 15,3-1-3-15,-2 1-15 0,1-1-11 0,3 2-10 16,0-1-9-16,0 1-10 0,2-1-8 0,-1 1-9 16,3 3-2-16,0 0-6 0,4 0-8 0,0 0 2 15,1 3-6-15,2 3-6 0,3 2 0 0,-4 0-7 0,1 2-8 16,2 2 0-16,-3 4 1 0,-1-2 3 16,-3 5-6-16,3 3-1 15,-5-4-1-15,-1 6 2 0,-4-5-4 0,-3 7 0 16,-3-1 4-16,-2-6-6 0,-4 5 0 0,-2 0-1 15,-6-4-1-15,3-4-1 0,-1 4 3 0,-7-4 4 16,5-1-5-16,2-4 4 0,-2 3-2 0,1-5 2 16,0 3-3-16,4-9 2 0,3 4 1 0,2-2 0 15,0-1 4-15,0-3 14 0,2 3 35 0,1-3 30 16,4-1 36-16,0 0-14 0,-5-5-14 0,8-2-16 0,3-4-10 0,6-4-9 16,6-5-5-16,4-5-13 0,5 0-12 0,10-10-11 15,3 1-14-15,2-2-2 0,-2-1-2 0,-2 4 4 16,-8 11-6-16,-5-2 3 0,-1 4-1 0,-2 0 2 15,-8 9 12-15,-4 1 5 0,0 3 10 0,-2 0-11 16,-3 2-7-16,1 1-6 0,-3 1-15 0,-1 1-4 16,-2 2-2-16,0 0 6 15,-8 11-3-15,-4 1 5 0,-3 5-4 0,-3 5 0 16,-5 3 3-16,0 1 2 0,4 3-1 0,1-3-2 16,0 0 1-16,5 0 7 0,4-1-5 0,3 0 0 15,4-6 1-15,4-2 4 0,7 3-6 0,9-2-10 16,8 2-28-16,12-7-47 0,25 1-79 0,-2-7-264 15,36-1-472-15,-35-9 209 0</inkml:trace>
  <inkml:trace contextRef="#ctx0" brushRef="#br0" timeOffset="185583.43">15544 10129 96 0,'0'0'122'0,"0"0"-15"0,-2-3-14 16,2 3-5-16,0 0-8 0,0 0-10 0,0 0-8 16,0 0 1-16,0 0-13 0,0 0-8 0,0 0-3 15,0 0-2-15,0 0-1 0,0 0-13 0,0 0 8 0,0 0-4 0,-5 7-3 16,5-7 15-16,0 0-5 0,0 0-6 15,0 0 8-15,16-3-2 0,-3 0 0 0,-4-1 2 16,0 2-10-16,5-2-1 0,-4-2 5 0,3 1 0 0,-3 0 2 16,2-1 8-16,-3 0-4 0,0 3 1 0,-3-4 8 15,2 0-6-15,-2 4 9 0,-1-4 1 0,-1 2 3 16,-1 3 1-16,-1-3-5 0,-1 2-12 0,-1-1 0 0,0 4-7 0,-6-3-10 16,-2 3 3-16,-3-1-3 0,-3 1 1 15,-5 1-5-15,-4 2-2 0,-3 4-3 0,-3 0 3 16,-2 5-3-16,1 0-2 0,-1 2-1 0,2 2-3 15,3 4 1-15,0-1-2 0,-2 3-5 0,5 1 4 0,0 4-2 16,5-3 1-16,3 2-5 0,2-1 3 0,5-1-3 16,4-5 0-1,0 1 5-15,4-3 1 0,4 0-2 0,5 0 3 16,12 2-4-16,1-2 5 0,10-3-1 0,21 1 1 0,5-6-4 16,8-1 0-16,26-4 1 0,2-4 3 15,-32-2-5-15,2 0-10 0,1-3-14 0,-7-2-3 16,3-2-15-16,-3-2 1 0,-5-1-13 0,-2 0-11 15,-18 3-16-15,-1-4-2 0,-1-1 2 0,-5 3 1 0,-11 0 20 16,-1 1 29-16,-6 2 3 0,-6 0 7 0,-2 0 2 0,-2 2 8 16,-3-2 0-16,-4 1 0 0,-4 2 10 0,-5 0-5 15,-4 2 11-15,3 3 4 0,-11-1-1 0,1 5 2 16,-1 0-3-16,2 4-1 0,0-1-4 0,3 3 11 16,-2-1-10-16,11-1-7 0,0 1 6 0,6-1-5 15,1 4 6-15,4-6-2 0,-1 4 0 0,3 0 9 16,4 2-1-16,7-4 7 15,2-1-5-15,9 0 7 0,8 0 3 0,7-3-4 16,0-3-7-16,2-2 4 0,2-2-3 0,3-2 0 16,-4 0-5-16,2-2-1 0,-6-1-2 0,0-2 0 15,-5-1 3-15,-2-1-6 0,-9 2 3 0,-1 0 6 16,-5 3-6-16,-3-4 14 0,-3 2-15 0,-5-3-1 16,0 2 4-16,-4 2-2 0,-1 0 3 0,-5-1-4 15,-4 0-1-15,-4 2-3 0,0 1 0 0,-2 1 4 0,2 0 4 0,-4 3-8 16,2 1 4-16,2 1-12 0,-2 0-11 0,8 1-21 15,-1 1-18-15,4 2-40 0,1-2-132 0,1 0-251 16,0 2 112-16</inkml:trace>
  <inkml:trace contextRef="#ctx0" brushRef="#br0" timeOffset="186015.59">16873 10121 126 0,'0'0'135'0,"0"0"-14"0,0 0-13 15,0 0-6-15,-23 5-13 0,16-1-11 0,-5 1-11 16,2 0 2-16,0 2-10 0,-6 2-3 0,6-1-14 15,-5 2-11-15,-1 1 3 0,2-2 1 0,4 2-11 16,1-2 1-16,0-1 5 0,-1 6-8 0,2-5-9 0,3 0-5 0,0 0-1 16,0 0 3-16,5-2 0 0,-4 3-3 0,7-2 2 15,-2-3 5-15,4 4-3 0,3-2-2 0,-2 1 1 16,6-1-1-16,2 0-6 0,2 1 3 0,-3-3-15 16,1 2 10-16,-2-2 5 0,-2-1-3 0,-1 3 2 15,-2-2 1-15,-1-2 0 0,-1 3-5 0,-1-2-2 16,-2 0 1-16,-1-1 2 15,-1 3 4-15,-2-2 5 0,-5 0-5 0,-2 2 0 16,-3 0-3-16,-6-1 2 0,-1 0-2 16,-3 0-3-16,-5 0 8 0,5-1-3 0,-6 2 1 0,0-2-5 15,6-1 0-15,1 2-14 0,1-2-4 0,0-1-28 16,2 0-28-16,5-2-51 0,2 0-74 0,2 0-215 16,4-3 95-16</inkml:trace>
  <inkml:trace contextRef="#ctx0" brushRef="#br0" timeOffset="186487.11">17029 10174 168 0,'0'0'228'16,"0"0"-23"-16,0 0-21 0,0 0-23 0,0 0-19 16,0 0-21-16,0 0-13 0,0 0-12 0,0 0-12 0,0 0-10 15,0 12-5-15,-1-5-3 0,0 3-13 0,-2 2-2 16,2 0-7-16,-3 4-1 0,1 1-9 0,-2 1-7 0,2 0 0 0,-1 0 1 16,0-2 0-1,-1 2-9-15,2-2-6 0,0-4 3 0,0 1-1 0,-1-4 1 0,4-2 1 0,-1 0-7 0,-1-1 4 16,0-1 1-16,2 1 1 0,-1-5 31 0,-1 4 27 15,2-5 29-15,-1 3 22 0,1-3 3 0,0 0-10 16,0 0-11-16,0 0-11 0,10-10-10 0,-4 3-7 16,1-2-10-16,-1 0-6 0,2-3-7 0,2 3-6 15,-3-1-6-15,0 2-6 0,0 1-5 0,0 1-4 16,-6 0-2-16,3 1-5 0,0 3-4 0,0-3-3 16,-1 2-8-16,-1 1-15 0,-2 2-12 0,5-2-5 15,-5 2-2-15,0 0-5 0,13 5-8 0,-8 0-9 16,-1-1-12-16,1 5-6 15,4-1-15-15,-4 1-19 0,0 1-12 0,2-1-34 16,-1 1-26-16,-2-1-17 0,0-3-50 0,-2 2-136 0,1-4-406 16,-3 1 180-16</inkml:trace>
  <inkml:trace contextRef="#ctx0" brushRef="#br0" timeOffset="186916.81">17342 10210 211 0,'0'0'196'0,"4"-4"-18"0,-4 4-27 0,0 0-15 15,5-1-18-15,-5 1-12 0,0 0-15 0,13 6-3 16,-9-1-16 0,0 1-7-16,1 3-5 0,-4 1-7 0,5 2-6 15,-4-2-5-15,-1 2-5 0,-1 1-3 0,0-1-7 0,-3 2 3 16,1 0-6-16,-3-2 0 0,1 0 1 0,0-2-5 15,-2 0-3-15,-1-1-3 0,3-1-3 16,2-4 1-16,-2 2 5 0,3-2 5 0,-3 1 7 16,4-3 23-16,0-2 28 0,-4 4 27 0,4-4 23 0,0 0 4 15,0 0-15-15,0 0-18 0,0 0-10 0,9-13-6 0,1 6-7 16,-2-3-13-16,2 0-2 0,5-4-8 0,-2 2-8 16,3-1-9-16,-5 0 0 0,2-2-4 0,-4 7-4 15,-1 1-5-15,-1 0 4 0,-2 1 4 0,-1 4-17 0,1-3-2 16,-2 1-6-16,-1 3-19 0,2-3-16 15,-4 4-17-15,3-2-8 0,-3 2 6 0,0 0 7 16,0 0 5-16,-9 14 3 0,4-6 1 0,-2 1 3 0,0 0-6 0,2 1-18 16,-1 1-1-16,1 1-13 0,3-1-3 0,-1 1-3 15,2 0 2-15,1 1-6 0,2-4-5 0,7 5-14 16,0-5-14-16,9 0-31 0,0-3-69 0,9 0-122 16,1-3-356-16,4-2 157 0</inkml:trace>
  <inkml:trace contextRef="#ctx0" brushRef="#br0" timeOffset="187386.77">18242 10216 125 0,'-22'-4'167'0,"3"3"-23"0,-11 0-18 0,10 1-9 0,-3 1-3 0,1 2-19 16,2 0-4-16,0 4-17 0,-1 0-5 0,3 1-10 15,3-1-1-15,-2 3-6 0,2 2-6 0,2-2 3 16,4-1-16-16,0 0-5 0,0 0 0 0,4 2-2 16,1-3-2-16,0 2-3 0,1-4-2 0,5 5 0 15,-1-5 9-15,3-1-13 0,-3 2 3 0,7-2 3 16,1 0 8-16,3-1 6 16,-1-2 9-16,1 2 11 0,-1-8 8 0,2 2 8 15,0-2 4-15,0-1 9 0,-2-3 4 16,3-3-4-16,-1 0 1 0,1-3-3 0,-4-2 4 15,-1-1-6-15,3-7-6 0,-3-1-8 0,-2-1-4 0,1-3-11 16,-2 0-5-16,-5-6-6 0,2 0 6 0,0 1-11 16,-5 0-7-16,1 2-1 0,-2 5-7 0,0-1 3 15,-3 3 2-15,2 8-2 0,0 5-2 0,-1 1-3 0,3 1-6 16,-4 2 7-16,3 2-16 0,2 0-2 0,-3 2-7 16,-2 3-8-16,6 1 2 0,-9 5-1 0,2 3-4 15,2 1 0-15,-2 8-1 0,2 2 4 0,-2 6 2 16,2 4-2-16,4-2 2 0,1 4 3 0,1-2-2 15,2 2 4-15,1-4-10 0,1 3-8 0,0-5-6 0,2 0-11 16,1-6-10-16,-2-2-12 0,2-1-10 0,0-1-21 0,-2 0-18 16,-1-5-10-16,2 0-33 0,-1-6-20 0,-1 1-179 15,0-3-382-15,0-1 169 0</inkml:trace>
  <inkml:trace contextRef="#ctx0" brushRef="#br0" timeOffset="187818.97">18393 10015 205 0,'0'0'181'0,"6"-1"-16"0,-6 1-15 16,0 0-24-16,10 1-11 0,-2 2-15 0,-2 2-9 16,2 3-10-16,0 1-9 0,-1 0 4 0,0 2-16 15,-5 1-3-15,6 5-10 0,-4 0-2 0,-3-1-3 0,-1 0-6 0,0 2 0 16,-1-1-1-16,0-1-11 0,-3-5 0 0,1 5-5 15,-2-4 1-15,1 0-2 0,0-1 4 0,0-2-14 16,1-1 6-16,0-3-3 0,2 1 3 0,-2-2 12 16,3 0 27-16,-4-1 26 0,4 1 37 0,0-4 27 15,0 3 26-15,0-3 26 0,0 0-1 0,0 0-26 16,0 0 2 0,8-12-27-16,-4 4-21 0,2-4-13 0,3-2-13 15,0-4-6-15,3 1-26 0,2-6-13 0,-3 1-2 16,5 1-11-16,-6 6-1 0,0-2-4 0,-4 5-2 0,1 1-2 15,-1 3-7-15,-3 0-1 0,-2 3-5 0,3 0-6 16,-2 1-11-16,0 0-25 0,-1 3-27 16,-1 1-2-16,0 0 1 0,0 0 10 0,-9 9 1 15,5-1 5-15,-4 4-1 0,-2 2 10 0,1 3-3 0,2 1 0 0,-1 5 4 16,3 1 0-16,1-6 1 0,0 1 3 0,7-1 2 16,-2-2 3-16,7 3 4 0,7 2 1 0,8-6-23 15,6 0-37-15,21 2-71 0,3-9-84 0,2-4-281 16,-2-4-553-16,2-6 244 0</inkml:trace>
  <inkml:trace contextRef="#ctx0" brushRef="#br0" timeOffset="188836.57">14165 9594 61 0,'-1'-4'134'0,"1"4"-6"0,0-5-10 0,0 5-11 15,0 0-14-15,-1-3-4 0,1 3-14 0,0 0-4 0,0 0-6 0,0 0-7 16,0 0-4-16,-4-6-9 0,4 6-6 0,0 0 0 15,0 0-5-15,0 0-6 0,-15 9 0 0,7-7-5 16,1 4-4-16,-2 4-7 0,-2-3 0 0,1 5 1 16,-3 5-14-16,-1 4 20 0,2 2-11 0,-3 5-4 15,0 1 4-15,-4 17-9 0,0 3 7 0,2 5-4 16,-2 25 4 0,6-19-3-16,-3 29-14 0,2-4 9 0,1-2 9 15,6-25-1-15,-3 0-4 0,8 24-5 0,-1-29 6 16,2 5 1-16,5-4 7 0,-3 1-4 0,4 1 2 0,0-3-7 15,-2-2 0-15,-1-3 9 0,2-2-12 0,-4-11-1 16,-1-2 8-16,-2-1 1 0,2-3-4 16,-4-3-5-16,0-7-1 0,1-2 9 0,0-2-3 15,-1-4 0-15,1 0-6 0,-1-2 15 0,-3-3 6 0,2 0 5 0,-6-1 5 16,-2-2-5-16,-2 0 4 0,-1-3 0 0,-2 0-5 16,2-3-1-16,-1-1 0 0,3 2-4 0,2-2 0 15,-2 0-4-15,2 1-4 0,3 2-5 0,4-1-16 0,-1 0-30 16,2 2-26-16,5 0-11 0,-10 1-32 0,6 2-128 15,4-3-260-15,0 4 116 0</inkml:trace>
  <inkml:trace contextRef="#ctx0" brushRef="#br0" timeOffset="189290.95">14030 11615 58 0,'0'0'113'15,"0"0"-4"-15,0 0-21 0,0 0 0 0,-8 9-7 16,5-1-29-16,-1 0-11 0,0-1 8 0,-4 5-1 16,3-1-4-16,-1 4-7 0,-1 1-6 0,0-2-2 15,0 1 1-15,4-3-4 0,-1 0-7 0,2-1-16 16,1-1 14-16,0 0 4 16,2-2-1-16,-1 0 24 0,3-2 34 0,1-3 24 15,1 1 18-15,3-2 11 0,4-2 6 0,0-4-2 16,7-1-1-16,-4-5 4 0,3 2-2 0,-4-3-4 15,0-2-5-15,-5 1-6 0,4-2 0 0,-7 0-14 16,1 2-5-16,-5 0-3 0,2-4-14 0,-4 3-8 16,0 1-18-16,-4 2-15 0,2-3-24 0,-6 5-22 15,-5 0-17-15,-1 1-21 0,-4-1-29 0,0 5-30 0,-1 1-31 0,-3 2-51 16,4 2-272-16,-1-2-489 0,6 0 216 0</inkml:trace>
  <inkml:trace contextRef="#ctx0" brushRef="#br0" timeOffset="190239.97">14237 9257 141 0,'3'-6'222'15,"-1"-1"-6"-15,-2 1-9 0,4 0-2 0,-3 0-13 0,1 1-13 0,-1-1-15 16,0 4-10-16,2-5-16 0,-3 7-13 0,2-3-16 16,-2-1-13-16,0 4-14 0,4-3-13 0,-4 3-20 15,0 0-13-15,0 0-5 0,0 0-3 0,1 14-6 16,-1-4 0-16,0 2-3 0,-1 5-3 0,1 2 1 16,-4 0-1-16,-5 8-3 0,4-2-10 0,-2 1-1 15,-1-2 0-15,0-6 3 16,4-1-2-16,-2-1-2 0,2-3 2 0,2-4 2 15,-2 0-3-15,2-3 1 0,0 0 4 0,1-1 4 16,-3-2 17-16,3 0 33 0,1-3 39 16,0 5 36-16,0-5 21 0,0 0-3 0,0 0-13 0,0 0 2 15,0 0-29-15,-2-13-12 0,5 4-17 0,1-1 1 16,-1 0-16-16,3 0-5 0,-3-1 0 0,3 3-15 16,-3 3-3-16,0-3-15 0,0 4-1 0,1 0-22 0,-2 0-22 0,2 2-21 15,0 0-12-15,-1 0-5 0,-3 2 3 0,13 5-5 16,-7-1-6-16,2 1-14 0,0 0-1 0,-2 5-9 15,3 0-5-15,4 2-11 0,-3 1-21 16,3 0-18-16,-4 2-15 0,-1-4-24 0,-2-1-22 0,-1 0-22 16,3 0-206-16,-6-3-464 0,-2-2 206 0</inkml:trace>
  <inkml:trace contextRef="#ctx0" brushRef="#br0" timeOffset="190524.65">14028 9344 57 0,'0'0'245'0,"0"0"-16"0,0 0-16 16,-2-3-23-16,2 3-19 0,9-7-15 0,3 0-19 16,4-1-13-16,14-1-16 0,-1-2-10 0,6-3-6 15,16-5-5-15,-2 4-12 0,-1-1-9 0,-1 1-5 16,-9 4-7-16,-3-1-4 0,-2 4-5 0,-2 0-5 15,-11 1-4-15,-2 4-3 0,-5-2-4 0,-3 3-5 0,2-2-4 0,-6 4-14 16,-1-3-6-16,-1 0-5 0,-4 3 1 0,5 0-6 16,-5 0-2-16,0 0-12 0,0 0-12 0,-18 4-13 15,13-2-8-15,-2 0-12 0,-1 2-19 0,-1-1-14 16,1 2-15-16,-1-3-19 0,4 1-154 0,0 1-314 16,1 1 139-16</inkml:trace>
  <inkml:trace contextRef="#ctx0" brushRef="#br0" timeOffset="190847.5">14900 9092 179 0,'0'0'167'0,"0"0"-23"0,0 0-16 15,0 7-15-15,-2 0-5 0,-4 3-19 0,-2 9-5 0,-4 6-7 16,-2 1-12-16,-1 3-7 0,-2 3-5 0,-2 8-12 16,1-6-3-16,4-2 1 0,-1 0-3 0,-1-2-9 15,2 2 0 1,4-5-15-16,-2 0 9 0,5-8 1 0,-1-2-1 0,3-2-8 16,1-3 2-16,-1 0 4 0,2-3-6 15,-1 0-1-15,1-1 2 0,2-3 0 0,-1-2-1 16,1 2-1-16,1-1-5 0,-2-1 23 0,2-3-3 15,-3 2-1-15,3-2 1 0,-3 4 0 0,3-4-15 0,0 0-38 16,0 0-83-16,0 0-174 0,0 0-306 0,-6-11 135 16</inkml:trace>
  <inkml:trace contextRef="#ctx0" brushRef="#br0" timeOffset="191241.95">14864 9428 33 0,'6'-2'223'0,"-1"0"-12"0,-3 1-21 0,-2 1-23 16,7-3-15-16,-3 2-23 0,-4 1-9 0,0 0-14 16,10 4-16-16,-4-1-4 0,-2-1-8 0,-1 5-10 15,3-2-4-15,-2 4-12 0,-1-1-3 0,1 4-9 16,-1 1 2-16,-2-2-4 0,0 2-8 0,-1 2-6 16,-1 1 2-16,1-6-3 0,-1 3-2 0,-3-1 0 15,0-1-4-15,-2-1-1 16,2 0-2-16,0-2-4 0,-1 2 5 0,1-6-5 15,-1 4 1-15,2-4 0 0,2 0 0 0,-2-1-4 16,1 1 4-16,2-4 12 0,-2 5 6 16,2-5 1-16,-2 3 9 0,2-3-1 0,0 0-4 0,10 2-4 15,2-4-1-15,7-1-4 0,9-2 0 0,4-2-2 16,4 2-2-16,1-2 0 0,18-3-2 0,-5 1-3 16,1 1 1-16,3 1-5 0,-3 2 1 0,-13 1 1 0,-2 3-5 15,-5-2 0-15,-11 3 2 0,-1 0-10 0,-5 0-4 0,-3 0-3 16,-2-1-7-16,-2 1-22 0,-2 0-17 0,-5 0-4 15,9 0 3-15,-9 0-1 0,0 0-27 16,0 0-52-16,-20 7-73 0,7-5-130 0,-1 1-363 16,-1-3 161-16</inkml:trace>
  <inkml:trace contextRef="#ctx0" brushRef="#br0" timeOffset="192266.47">19633 10336 78 0,'0'0'157'0,"0"0"-12"0,-7 0-10 0,7 0-11 0,0 0-17 16,0 0 6-16,0 0-8 0,-5-2-7 0,5 2 0 16,0 0-8-16,0 0-6 0,0 0-13 0,0 0-4 0,0 0-3 15,0 0-10-15,25-3-3 0,-11 2-7 0,8-1-11 0,4-3 5 16,4 1-4-16,3-1 0 0,4-2-6 0,2 1 3 15,13-2 3-15,-14 2 2 0,15 0 2 0,-19 2-8 16,-3-2-5-16,-3 2-2 0,-7 0-2 16,-1 1-5-16,-1-1-11 0,-10 4-21 0,0-2-16 0,-4-1-41 15,3 1-21 1,-7-1-54-16,-1 3-144 0,0 0-315 0,-11-5 139 16</inkml:trace>
  <inkml:trace contextRef="#ctx0" brushRef="#br0" timeOffset="192466.74">19877 10151 168 0,'4'-7'262'15,"-4"1"-5"-15,0 0 5 0,2 3-4 0,0-3-7 16,-2 3-16-16,1 0-29 0,-1 3-22 0,2-6-27 16,-2 6-19-16,0 0-32 0,0 0-17 0,0 0-9 15,0 0-11-15,-2 20-10 0,1-4-4 0,-1 10-5 0,0 1-4 16,-2 2-5-16,4 2-19 0,-1 1-22 15,2 2-30-15,-1 0-35 16,0-1-46-16,4 2-49 0,0-3-62 0,-1-2-180 16,3-1-434-16,-1-14 192 0</inkml:trace>
  <inkml:trace contextRef="#ctx0" brushRef="#br0" timeOffset="193331.14">21590 9690 45 0,'-3'-3'128'0,"1"1"-6"0,2 2-2 15,-4-7-10-15,4 7-4 0,-3-6-4 0,1 5-4 16,2 1-7-16,0 0-7 0,-6-4-12 0,6 4-11 0,-4-2-9 15,4 2-7-15,0 0-3 0,-9 0-3 0,9 0-2 0,-11 3-14 16,5 1 5-16,-4 2-4 0,2 1-5 0,-2 2 2 16,0 6-3-16,-1 0-5 0,1 1-3 0,-4 13 0 15,4-2-4-15,-2 5-1 0,0 14 7 16,1 2-4-16,6 2-2 0,0 2 2 0,1 1-7 0,2 1 6 16,3-1-9-16,4 0 5 0,0-2-1 0,4-4 4 0,-4 0 0 15,4-1-2-15,0-12 0 0,-1 2-6 0,-2-2 10 16,2-1-6-16,2 14-2 0,-2-16-1 0,-4 0 2 15,1-2 4-15,-4-2 2 0,-1 0-2 0,3-8 3 0,-6 2-3 16,2-3-4-16,-3-2-14 0,-1-1 17 16,1-3-1-16,-1-2 9 0,-3 1 8 0,-1-1 14 15,-1-3 8-15,-3-3 3 16,-5 5 3-16,-3-4-3 0,-9-1-3 0,0 0-2 16,-1 0-8-16,0-1-2 0,2 1-5 0,-2-1 4 15,3 1-10-15,-3 2-1 0,5-2 2 0,6 1-6 16,1 0-6-16,3 2-15 0,0 0-27 0,7-2-39 15,2 1-34-15,0 1-216 0,5-3-347 0,2 1 153 0</inkml:trace>
  <inkml:trace contextRef="#ctx0" brushRef="#br0" timeOffset="193970.31">20989 11667 115 0,'0'0'217'0,"0"-5"-23"0,0 5-20 16,0-4-21-16,0 4-22 0,0 0-12 0,0 0-13 15,0 0-12-15,5 12-13 0,-5-3-7 0,0-1-9 16,-5 6-9-16,0 2-5 0,1 1-9 0,-1 6 0 0,-4 3-5 0,-2-2-7 16,2-1-1-16,-2 2 0 0,0-1 0 0,1-7-8 15,1-2-1-15,1-1-1 0,2-3 2 0,2 0-5 16,0-6-2-16,1 1 4 0,0 0 16 15,0-1 33-15,0-2 42 0,1-2 24 0,2-1-6 0,0 0-12 16,0 0-11-16,-4-13-13 0,7 6-14 0,-2-4-4 16,3-1-10-16,5-4-4 0,-4 0-8 0,0 0-8 0,2 1-6 15,-1-1-2-15,-1 4-4 0,-1 4-2 0,-2 2-8 16,0 1-4-16,1 1-12 0,0-2-20 0,0 4-8 0,-3 2 3 16,10 0 8-16,-10 0-8 0,15 8 0 0,-5-2-5 15,-3 2-13-15,2 1-7 0,-2 3-8 16,6 0-13-16,-8-3-15 0,3 5-21 0,-2 1-16 15,2-5-20-15,-2 1-23 16,-2 0-28-16,0-3-177 0,-4-2-396 0,0-1 176 16</inkml:trace>
  <inkml:trace contextRef="#ctx0" brushRef="#br0" timeOffset="194155.17">20759 11713 64 0,'-4'-1'227'0,"4"1"-12"16,-4-7-26-16,6 4-17 0,-2 3-20 0,9-5-12 16,2 1-16-16,7-1-17 0,2 2-5 0,10-2-15 15,0 0-7-15,4-1-4 0,-1 1-9 0,0 3-25 16,-5-2-30-16,-5 3-40 0,-2-1-28 0,-1 2-42 16,-4-1-181-16,-4 0-303 15,-3 0 134-15</inkml:trace>
  <inkml:trace contextRef="#ctx0" brushRef="#br0" timeOffset="194477.13">21544 11590 201 0,'0'0'208'15,"0"0"-24"-15,0 0-19 0,0 0-20 16,0 0-15-16,2 8-15 0,-4-2-13 0,-4 4-12 0,0 1-9 16,-1 5-7-16,-1 3-9 0,-5 5-7 0,3-3-7 15,1 5-7-15,-4-2 0 0,7 1-5 0,-2-8-1 16,0 0-8-16,2 3-3 0,-2-3 0 0,3 0-2 16,0 0-6-16,-1-4 2 0,3-1-5 0,-2-1 0 15,1-2-2-15,0-1-3 0,3-2 4 0,-1 1-1 16,0-3-3-16,0 0 3 0,-1 1 0 0,3-3-4 15,0-2 3-15,-2 5-1 0,2-5-11 0,-7 2-42 0,7-2-52 0,0 0-61 16,-9-5-156-16,8-1-335 0,1 2 149 0</inkml:trace>
  <inkml:trace contextRef="#ctx0" brushRef="#br0" timeOffset="194740.1">21702 11794 109 0,'5'-1'266'0,"-5"1"-25"0,7-1-30 16,-7 1-25-16,4-1-20 0,-4 1-17 0,0 0-17 15,7 5-16-15,-4-1-10 0,-2 1-12 0,0 6-11 16,-3-1-7-16,-1 5-4 0,-3 2-11 0,-2 2-8 16,-2 5-5-16,-4-2-5 0,5-5 1 0,-3 0-8 0,6-2-3 0,-3-1-5 15,5-4-5-15,-1-1 0 0,1-4 0 0,0 2-1 16,3-2-3-16,-2-2 3 0,6 1 1 0,2-2-5 15,13-3 1-15,14 0-1 0,5-3-5 0,17-7-22 16,2 2-43-16,3 0-57 0,2-4-77 0,-1-1-184 16,-5-1-402-16,0-2 178 0</inkml:trace>
  <inkml:trace contextRef="#ctx0" brushRef="#br0" timeOffset="195648.79">21831 9189 213 0,'2'-1'260'0,"-2"1"-34"0,0-5-24 15,0 5-23-15,0 0-33 0,2-3-33 0,-2 3-16 16,0 0-11-16,0 0-11 0,0 17-6 0,-2-8-7 15,0 3-9-15,-2 2-2 0,1 5-10 0,-3-2-1 0,3 1-5 0,-4 1-7 16,0 7-5-16,1-7-1 0,0 4-2 0,0-3-12 16,-2-4 9-16,3-1-5 0,0-4 2 0,1-1-6 15,1-1 4-15,1-2 6 0,0-1 0 0,0-2 30 16,1-1 49-16,-2 2 41 0,1-2 34 0,2-3 26 16,0 0-16-16,0 0-23 0,0 0-28 0,1-21-5 15,0 12-10-15,5-7-13 16,0 0-16-16,1 1-13 0,0-1-10 0,3 2-10 15,-5 3-10-15,1 1-1 0,0 2 0 0,-4 1-18 16,3 2-26-16,-1 0-38 0,0 2-26 0,-2 2-2 16,-2 1-9-16,11 4-1 0,-5 0-13 0,-1 1-6 15,4 3-16-15,-4 4-20 0,0 2-12 0,1-1-29 16,2 1-29-16,-4 2-38 0,1-3-183 0,-2-1-459 16,-2 1 203-16</inkml:trace>
  <inkml:trace contextRef="#ctx0" brushRef="#br0" timeOffset="195980.76">21426 9266 20 0,'-8'0'154'0,"2"0"-16"0,-2 2-20 0,3-2-5 16,5 0-14-16,-9 1-6 0,9-1-2 16,0 0-4-16,-8 1-5 0,8-1 8 0,0 0 13 0,0 0-6 0,30-4-10 0,1 2-5 15,8-2-13-15,19-4-2 0,8 0-9 16,26-11-5-16,2 5 4 0,0-4 2 0,1 1 12 16,-5 1 3-16,0-1-9 0,-31 6-6 0,-2-1-1 15,-2 6-7-15,-22-1-7 0,-6 2-1 0,-9 2-3 16,-4 3-3-16,-2-2-4 0,-6-1-9 0,2 3-13 15,-5 3-10-15,-3-3-28 0,0 0-24 0,-20 2-28 0,1 3-32 0,0 1-43 16,-12-1-181-16,-1 4-362 0,5-2 160 0</inkml:trace>
  <inkml:trace contextRef="#ctx0" brushRef="#br0" timeOffset="197230.22">22549 10222 140 0,'3'-7'194'16,"-2"3"-2"-16,2 0-6 0,-2-1-8 0,0 0-10 15,3 1-4-15,-1 1-9 16,-3-1-11-16,1 0-13 0,-1 4-14 0,3-1-11 16,-3 1-17-16,0 0-15 0,0-5-8 0,0 5-20 15,0 0-6-15,0 0-9 0,0 0-2 0,-3 14-2 16,2-2-4-16,-6 2-5 0,2 2 2 0,-4 8-2 16,-1-1-4-16,-1-1 2 0,1 3-4 0,-1-4-2 15,2-2 0-15,-1-1 0 0,1-2-1 0,0 2 0 16,3-7-4-16,0-2 0 0,3 0 0 0,-1-2 3 0,0-1 2 0,2-2 14 15,0 0 32-15,0-1 34 0,-1 0 25 0,3-3 8 16,0 0-15-16,0 0-12 0,0 0 0 16,8-14-20-16,-4 5-7 0,3 0-8 0,0-3-5 0,0-3-6 15,2 3-5-15,3-2-8 0,-3-1-2 0,-3 5-5 16,4 1-2-16,-5 1-4 0,1 1-3 0,-3 3-1 16,1 1-11-16,-1-2-21 0,-1 3-22 0,-2 2-2 0,9 0 5 15,-9 0 3-15,9 7-1 0,-4-2 4 0,3 2 0 0,2 3-11 16,-3-1-8-16,0 1-13 0,1 5-9 0,3-3-13 15,-2 1-15-15,-2 0-23 0,0-2-26 16,2 1-18-16,-2-2-29 0,-2-3-60 0,-2-1-133 16,0-1-412-16,0-3 182 0</inkml:trace>
  <inkml:trace contextRef="#ctx0" brushRef="#br0" timeOffset="197615.57">22392 10241 21 0,'-7'0'153'15,"7"0"-9"-15,0 0-11 0,0 0-14 0,-9 0-11 16,9 0-11-16,0 0-2 0,0 0-21 0,-7 2-7 15,7-2 0-15,0 0-6 16,0 0-1-16,0 0-4 0,0 0 4 0,0 0-4 16,0 0 0-16,0 0-7 0,0 0-2 0,0 0 1 15,0 0 5-15,0 0 2 0,35-6-3 0,-15 4-3 16,11-4-8-16,3 1 2 0,3 0 2 0,16-3-3 16,-14 4 3-16,0-3-1 0,0 4-6 0,-3-1-8 15,-7 0-2-15,2 0-3 0,-12 3-2 0,2-2-5 16,-9 0 3-16,0 3-3 0,-4 0-8 0,-2-2-17 0,0 2-10 15,0 0-20-15,-6 0 1 0,0 0-13 0,0 0-21 0,0 0-20 16,0 0-24-16,-18 8-46 0,7-6-119 0,-1 1-301 16,2-2 133-16</inkml:trace>
  <inkml:trace contextRef="#ctx0" brushRef="#br0" timeOffset="198069.89">23107 10395 12 0,'-8'0'165'0,"8"0"-4"16,0 0-16-16,0 0 2 0,0 0-12 0,0 0-5 15,0 0-3-15,0 0-6 0,0 0-9 0,0 0-13 16,0 0-5-16,0 0-8 0,0 0-8 0,0 0-3 15,21-5-7-15,-9 4-5 16,7-4-7-16,9 0-5 0,3 2-5 0,0-4-5 16,-2 4-2-16,-2-1-4 0,-7 2-1 0,1-1-5 15,-3 1-2-15,-4 2-3 0,-3-2-6 0,-1 2 3 16,-2-1-5-16,0-2 1 0,-3 3 0 0,0-1-2 16,-5 1-5-16,0 0-13 0,10-1-14 0,-10 1-8 15,0 0 2-15,0 0-20 0,0 0-19 0,-14 8-29 16,8-8-22-16,-4 2-50 0,-1 1-133 0,2-2-321 0,4 0 143 0</inkml:trace>
  <inkml:trace contextRef="#ctx0" brushRef="#br0" timeOffset="198555.36">23522 10253 5 0,'1'-4'220'0,"2"1"-22"0,1 1-23 0,2-1-19 15,0 1-14-15,-1 0-20 0,4 2-11 0,0 0-9 16,1 2-14-16,-2 2-10 0,1 1-8 0,2 1-6 0,-2 1-10 0,2 2-6 16,-1 3 0-16,-4-1-18 0,3 3 2 0,-2 1-1 15,-6-2-2-15,3 3-3 0,-4-5-9 0,0 5 9 16,-1 0-6-16,-3 0-6 0,-3-1 1 0,-2-2 0 15,3-2-3-15,-3 0-1 0,-3 2 1 0,6-6-7 0,-3-1 15 16,2-2-8-16,1 0 18 0,3 0 18 16,-1-1 23-16,-3-1 27 0,7-2 22 0,-3 4 20 0,3-4 0 0,0 0-14 15,0 0-10-15,2-14-14 0,4 6-12 0,2-1-10 16,1-3-13-16,6-2-6 0,-3-1-2 0,8-7-10 16,-3 4-8-16,-2 4-7 0,6-3 2 0,-7 4-5 15,-1 2-5-15,-2 2-1 0,-3 2-1 0,1 0-6 16,-4 1-4-1,0 4-2-15,-3-2-13 0,1 1-8 0,1 1-31 16,-4 2-8-16,0 0 2 0,6 5 0 0,-4-1 8 0,-2 3 4 16,0 0 6-16,0 3 2 0,0 0 5 0,-2 2 1 15,2 0-7-15,0 0-11 0,0 4-4 0,3-1-9 16,-2-5-2-16,4 3-7 0,-3-2-16 0,4 0-16 16,0-2-17-16,-1 0-21 0,3-4-27 0,3 2-63 15,-3-6-156-15,1-1-407 0,-1 0 180 0</inkml:trace>
  <inkml:trace contextRef="#ctx0" brushRef="#br0" timeOffset="198787.09">24005 10122 47 0,'0'0'220'0,"2"-4"-26"0,-2 4-21 0,5 0-18 15,-5 0-13-15,10 7-20 0,-2-2-9 16,1 4-6-16,3 6-8 0,-1 2 0 0,1 6-8 16,2 5-4-16,-4 1-13 0,-2 2-5 0,-2 3-6 0,-2-2-4 15,-8 1-4-15,2 0-6 0,-5-1-6 0,-3 0-21 16,-5 0-4-16,-5-3-10 0,-4-3-28 0,-8 9-25 0,0-12-35 16,-11 5-56-16,-6-5-169 0,-1-5-331 0,1-9 147 15</inkml:trace>
  <inkml:trace contextRef="#ctx0" brushRef="#br0" timeOffset="199288.31">22254 10022 114 0,'0'0'130'0,"-8"11"-12"0,3-1-17 0,-3 4-8 15,-5 10-13-15,-4 3-2 0,-1 5-3 0,-5 13-4 16,-5 2-2-16,4 2-2 0,-1-2-3 0,6-1-8 0,4-2-1 16,6-10-4-16,5 2-6 0,4-2-2 0,4-1-1 15,6 0-4-15,12-3 3 0,15 9-3 16,12-7 3-16,11-9-6 0,37 7-48 0,0-13-100 0,-1-9-124 0,-8-4-256 16,-28-8 113-16</inkml:trace>
  <inkml:trace contextRef="#ctx0" brushRef="#br0" timeOffset="200992.24">24793 10060 76 0,'-4'-3'158'0,"4"3"-9"0,-7-2-15 0,7 2-18 16,-4-3-7-16,4 3-12 0,-4-3-13 0,4 3-8 0,0 0-4 16,0 0-8-16,0 0-6 0,0 0-7 0,0 0-3 15,0 0-7-15,10-4 0 0,-3 3-4 0,-1 0-5 16,4-2-4-16,3-2 1 0,-3 1-9 0,2 1 4 16,2-2-3-16,1-4 3 0,3 0-1 0,-4 1 4 15,0-2 7-15,-5 1 7 0,4 1 7 0,-7-3 3 16,3 5 8-16,-1-2 3 15,-4 4 1-15,-3-1 1 0,5-3-5 0,-3 2-10 16,-2 3-7-16,-1-4-6 0,-2 2-6 0,-2 4-1 16,-2-1-4-16,-5 1-4 0,1 2-4 0,-8-1 1 15,0 3-7-15,-5 5-1 0,-4 3 2 0,-2 2-2 16,0 4-1-16,2 0-3 0,-1 4-2 0,1 0 1 16,0 3-5-16,3-1 0 0,1 4 1 0,5 1-2 15,2-1 2-15,3 1 1 0,5-1-4 0,1 1 5 0,9-1-1 0,3-2-2 16,6 0 2-16,7-3 2 0,10-1 3 0,2-3-3 15,18 1-6-15,6-5-1 0,3-4 2 0,4-5-1 16,1-3 2-16,5-3-2 0,-2-2-2 0,-3-1-1 16,-5-4 5-16,-2 0 0 0,-18-1-2 0,2 1 1 15,-6-4 2-15,-6-1-2 0,1 0 0 0,-12 3-1 16,1-2 3-16,-5-1 6 0,1 1 2 0,-8 2 0 0,-3-1-1 0,0 3-3 16,-5-3 0-16,-2 3-3 0,-5-1-2 0,0 3 0 15,-3 2-1-15,-6-1-1 0,-4 3 3 0,-4 2-4 16,0 1 0-16,-1 5-2 0,6 0 0 0,4 2 2 15,-2 0-5-15,3 1 4 0,3 1-1 0,5 0 3 16,0-1-1-16,4 1-3 0,3-1-2 0,3 1 3 16,3 1 4-1,5 0 1-15,7-4 1 0,4 2-2 0,10-3 1 0,-2-1-3 16,4-5-1-16,3 0 3 0,-5-3 1 0,0-3-2 16,-5-1 3-16,-4 2 1 0,-4-3-3 0,0-1 6 15,-4-2-2-15,-3 0-1 0,-1 1 5 0,-4-1-7 16,2 0-5-16,-6-6-1 0,1 6 0 0,-8-2-3 15,5 2 1-15,-5 0-2 0,-1-1 3 0,-7 1-5 16,5 2-2-16,-4 3-8 0,1-1-9 0,1 1-7 0,-3-1-19 16,3 4-12-16,-1 2-26 0,3 0-19 0,3-1-28 15,0 2-159-15,6 0-324 0,0 0 144 0</inkml:trace>
  <inkml:trace contextRef="#ctx0" brushRef="#br0" timeOffset="201424.18">25891 10036 73 0,'-9'4'76'0,"-1"4"-3"0,-2 1-4 15,-2 0 1-15,-4 2-11 0,3 1-3 0,2-1-9 16,-2-1 4-16,2 2-13 0,0 1 8 0,3-1-15 0,1-3-2 0,3 2-1 16,0 0 2-16,3 0-12 0,2-1 4 0,2 2-2 15,2 4 5-15,3-3 5 0,5 0-11 0,3 2 2 16,0-4-6-16,4 2 4 0,0-4 6 0,8 4-7 15,-7-4 1-15,-1-1-2 0,0 0 3 0,-3-2 0 16,-2 2-5-16,-3-4-4 0,-4 0-1 0,3-1-4 16,-4 2 2-16,-1-2-2 15,0-1-2-15,-4 2 6 0,0-4 1 0,-8 6 0 16,-4 0 4-16,-1-3-1 0,-6 3-6 0,-2-1 7 16,-1-1-3-16,2 0-11 0,1-1-27 15,-8 3-42-15,5-2-124 0,5-2-207 0,2-1 93 0</inkml:trace>
  <inkml:trace contextRef="#ctx0" brushRef="#br0" timeOffset="201956.7">26219 10043 140 0,'2'-4'260'0,"0"0"-10"16,-2 4-13-16,0-4-24 0,0-1-19 0,0 5-23 15,0 0-25-15,0 0-17 0,4-3-36 0,-4 3-12 0,0 0-11 16,0 0-10-16,4 13 1 0,-4-4-9 0,0 3-8 16,0 3-1-16,-3 2-7 0,3 0-3 0,0 0-1 15,-1 3-5-15,1-2-1 0,1 2-6 16,-2-4 3-16,1-3-4 0,-3-1-2 0,3-1-4 0,0-3 0 0,0-1 1 16,0-1-1-16,-1 0 6 0,1-4 13 0,-2 3 28 15,2-5 34-15,2 3 9 0,-2-3-15 0,0 0-5 16,9-9-15-16,-4 1 13 0,3-2-26 0,-2 2-2 15,3-5-11-15,3-3-3 0,-1 3-1 0,-2 4-8 16,-1-1-4-16,1 0 1 0,-3 3-1 0,-2 1-9 16,1 2 0-16,0 0-7 15,-2 0-2-15,2 0-6 0,-3 2-3 16,-2 2-1-16,11 2-3 0,-4 2 10 0,1 1-9 0,0 1-13 16,1 3-5-16,0 0-12 0,3 4-7 0,-3-1-14 15,0 2-13-15,1 1-27 0,2-1-17 0,-3-1-26 16,-3-1-34-16,2-2-21 0,-3 0-240 0,0-3-468 15,-2-1 208-15</inkml:trace>
  <inkml:trace contextRef="#ctx0" brushRef="#br0" timeOffset="202395.42">26605 10043 53 0,'6'-3'177'0,"2"-1"-16"0,1 1-12 0,1 1-24 16,2 2-11-16,-2 0-9 0,3 0-11 0,-3 5-13 15,2-1-6-15,-2 3-12 0,-1 2-5 0,-3 0-7 16,3 2-8-16,-5 2-2 0,0-1-7 0,-2 4 0 16,1 0 0-16,-3 1-3 0,-1 0-4 0,-3 0-5 15,-1-1-15-15,-3 0 13 0,-1 0-3 0,0-2 0 0,3 0-5 0,-2-4 3 16,2-1-2-16,-1-3-3 0,1 2 2 0,2-2 2 15,-1-3 11-15,1 1 12 0,0 0 16 0,3-3 26 16,-3 2 31-16,4-3 36 0,0 0 9 0,-1 4 4 16,1-4-14-16,0 0-21 0,2-12-18 0,5 2-4 15,4-4-9-15,-2 0-14 0,4-1-11 0,9-6-15 16,-2-1-14-16,0 2-9 16,0-2-9-16,0 3-1 0,-7 5-2 0,2 0-2 15,-2 3-2-15,-4 1-3 0,-4 1-2 0,4 4-2 16,-4 0 2-16,-1 1-14 0,0 1-23 0,-3 1-22 15,-1 2 1-15,0 0 0 0,0 0 8 0,6 10 5 16,-8-3 2-16,2 4 2 0,-1-1 3 0,-2 1-8 16,3 1-6-16,0 2-8 0,0 0 0 0,0 3-6 15,4-1-9-15,5 1-24 0,-3-2-20 0,6-2-40 0,1-3-66 0,1 1-154 16,-4-6-399-16,9-2 177 0</inkml:trace>
  <inkml:trace contextRef="#ctx0" brushRef="#br0" timeOffset="202965.29">27573 10093 39 0,'1'-4'215'0,"-1"1"-18"0,0-2-23 16,0 5-12-16,-1-9-18 0,-2 6-15 0,-1-4-18 15,-1 5-7-15,-3-3-11 0,-2 0-10 0,-3 0-8 16,-2 3-11-16,-2-1-3 0,-2 1-9 0,1 0-7 16,-3 4-2-16,0-1-5 0,2 3-10 0,1 0 1 15,-1 4-2-15,2-3-3 0,5 0-7 0,0 2 0 0,-1 3-6 0,3-1-2 16,2 1-1-16,3 1 2 0,0 0-8 0,1 1 3 15,-1 2 6-15,5-2-8 0,0 0 2 0,0-1-2 16,5-1 2-16,0 1 1 0,-1-6 3 0,5 4 6 16,0-4 2-16,5 2 7 0,-2-3 4 0,2-2 9 15,-1-2 6-15,-1 0 12 0,1-1 9 0,-3-3 1 16,0-1-3-16,1 0 4 16,-1-5 7-16,3-3 0 0,-6 0 8 0,1-1-4 15,0-2-9-15,-1-8-9 0,-3 0-11 0,0-2-1 16,-3-1-5-16,3-4-6 0,-2-1-6 0,0 2-3 15,-2 0-2-15,1 2-1 0,-1 0-4 0,0 9 0 16,-1 1-4-16,1 1 4 0,0 6-1 0,-2 1 1 16,0 0-5-16,2 5-6 0,0-3-5 0,0 4-12 15,0 1-29-15,0 3 3 0,0 0 1 0,0 0 1 0,0 0 1 16,-6 18 4-16,6-3 5 0,-1 2 1 0,-1 4 1 0,2 5 10 16,0 1-5-16,3 4-2 0,-2-1-18 0,-1-1-10 15,3 0-15-15,-1 0-5 0,0 0-12 0,0-2-20 16,-2-8-6-16,0 0-15 0,1-1-23 15,-1-4-23-15,0-2-199 0,-1-3-392 0,1-1 173 0</inkml:trace>
  <inkml:trace contextRef="#ctx0" brushRef="#br0" timeOffset="203381.87">27755 9922 109 0,'4'0'183'0,"0"-1"-17"16,-4 1-19-16,9 0-18 0,-9 0-10 0,10 3-11 15,-3 2-10-15,0 2-17 0,-2 0-5 0,-1 3-9 16,-1 2-3-16,-1 3-18 0,0 2 0 0,-4 0-7 16,0 1 1-16,-5 0-8 0,-4 6 2 0,-1 1 1 0,-1-4-7 15,-1 1-6-15,4-5-3 0,-4-3 4 0,1-2-6 0,6-3 5 16,-1 0 6-16,2-2 10 0,1-3 13 0,1 1 21 15,0-2 24-15,1 1 34 0,1-1 37 0,2-3 32 16,-2 3 24-16,2-3 4 0,0 0-24 0,0 0-27 16,6-13-14-16,1 4-16 0,6-7-15 0,1 3-13 15,5-4-15-15,3-3-20 0,-3-1-15 0,0 2-19 16,3-1-12-16,-5 5-7 16,-3 1-9-16,0-1 7 0,-3 3-8 0,-4 7 2 15,0-1-5-15,0 0-6 0,-3 4-12 0,-1-2-34 16,1 3-24-16,-1-2-26 0,-3 3 7 0,0 0 5 15,4 9 6-15,-2-4 9 0,1 6 6 0,-3-1 5 16,2 3 4-16,-1 4 0 0,3 3-1 0,1-2-6 16,-1 1-9-16,5 7-9 0,1-2-19 0,7-3-31 15,-7-3-42-15,7-4-68 0,-2-4-265 0,2-1-532 0,5-3 236 0</inkml:trace>
  <inkml:trace contextRef="#ctx0" brushRef="#br0" timeOffset="204784.99">27873 9174 95 0,'-3'-2'114'15,"3"2"-6"-15,0 0-12 0,-1-3-6 0,1 3-13 16,0 0-7-16,0 0-11 0,0 0-3 0,0 0-8 16,0 0-9-16,0 0 3 0,0 0-7 0,0 0-1 15,0 0-6-15,0 0 1 0,10 11-3 0,-2-7 0 16,3 0 0 0,2-3-4-16,8 3 2 0,0-1 3 0,7 4-6 0,-1-6-5 15,4 4 3-15,-11-3-11 0,9-2 5 0,-3 2 3 16,-3-1-4-16,-4-2 1 0,2-1-2 0,-2-1-1 15,-1-2-1-15,1 0 0 0,-2-2 6 0,-3-1 11 16,-4 0 4-16,0 2 15 0,-2-3 7 0,1 1 2 16,-2 0-2-16,1-1 3 0,-3 2-1 0,0-3-8 15,-1 2 3-15,0-1-1 0,-2 2-5 0,2-1 1 0,-2 4-2 16,0-1 2-16,0 1-2 0,0-1-1 0,-2 1-5 0,3 1-7 16,-3 3-1-16,2-5-2 0,-2 5-6 0,0-3-3 15,0 3-12-15,4-4-10 0,-4 4-4 0,0 0-21 16,0 0-1-16,0 0 3 0,0 0 2 0,0 0 4 0,3 9 3 15,-1-2 4-15,-2 3-2 0,2 4-3 16,0 6 0 0,-1 7 7-16,4 4-6 0,-1 1 7 0,0 18 2 15,0 1 0-15,-3 5 0 0,3 3 6 0,-3 25-7 16,2-28 3-16,-2 25 2 0,-2-23 3 0,1 24-3 0,0-23 3 16,-3 23 1-16,2-24 1 0,-1-2-1 0,2 4-1 15,-2 0 3-15,-2-4 0 0,3-2-1 16,-1-1 3-16,0-7-1 0,2-12 0 0,-2 1 5 15,0-2-1-15,1-1-2 0,1-2 2 0,-5 1-1 0,3-4 6 0,2 1-8 16,-2-3 1-16,2-8 5 0,0 0-1 0,2-1 3 16,-2-1-6-16,2-2-1 0,-4-1 2 0,4-2 0 15,-2-1-1-15,0 2-9 0,0-4 2 0,0-1 3 16,0 0 6-16,0 0-7 0,0-1 7 0,0 0-2 0,0-2-4 16,0 1 3-16,0 0-1 0,0-4-3 15,0 6 7-15,0-6-2 16,0 3-1-16,0-3 15 0,0 5 9 0,0-5 0 15,0 0 0-15,0 0-3 0,0 4-3 0,0-4-2 16,0 0 0-16,0 0-3 0,0 0-4 0,0 0-1 16,0 0 0-16,-2 3-3 0,2-3-2 0,0 0-3 15,0 0 1-15,0 0-2 0,-7 4 3 0,-2-1-2 16,-9 3 2-16,-11 2-4 0,-20-2-39 0,-15 1-76 0,-40-1-242 0,0-6-386 16,-1-6 172-16</inkml:trace>
  <inkml:trace contextRef="#ctx0" brushRef="#br0" timeOffset="-197321.13">6851 13533 90 0,'0'0'90'0,"-2"-3"-20"0,2 3 3 15,0 0-11-15,0 0-7 0,0 0-4 0,0 0-4 16,0 0-10-16,0 0-1 0,0 0-1 0,0 0-9 16,0 0-3-16,0 0 1 0,0 0-9 0,0 0 3 15,0 0-3-15,0 0-1 0,0 0-1 0,-12 4 2 16,12-4-7-16,-5 3 8 16,4-1-9-16,1-2-2 0,-5 0 3 0,5 0 0 15,-4 3-2-15,4-3 1 0,0 0-1 0,0 0 0 16,0 0 1-16,0 0 1 0,-4 3-6 0,4-3 8 15,0 0 3-15,13 1 7 0,-2-1-1 0,11-1-5 16,6 0 6-16,8-2-9 0,5 1 4 16,9-3 1-16,-10 1-2 0,0-1 10 0,-3 2 9 0,2 1-5 15,-3-1-13-15,-2-1 6 0,-2 3-4 0,-3-3 0 0,-10 4-7 16,3-1 2-16,-3-1 3 0,-6 2-4 0,-1 0-14 16,-5 0-10-16,2 0-15 0,-1 0-16 0,-3 0-19 15,-5 0 9-15,0 0-6 0,4 3-106 0,-4-3-180 0,0 0 81 16</inkml:trace>
  <inkml:trace contextRef="#ctx0" brushRef="#br0" timeOffset="-196967.34">7033 13712 72 0,'-4'2'127'0,"4"-2"-16"16,0 0 2-16,0 0-7 0,0 0-17 0,16-3 8 15,0-2-8-15,0 0-15 0,13 1-1 0,1-2-5 0,5-2-8 0,-1 0 7 16,6 1 8-16,-2-1-1 0,-2-1-1 0,0 4-4 15,0 0-12-15,-3-1-3 0,-4 2-3 0,-3 0-7 0,-7 3-6 16,-8-2-5-16,3-1 2 0,-5 2-5 16,-1 2-5-16,-2 0-16 0,2 0-17 0,-8 0-28 15,6-1-21-15,-6 1 0 0,7 1 1 0,-7-1-9 16,0 0-22 0,0 0-41-16,-13 6-93 0,8-5-237 0,5-1 106 0</inkml:trace>
  <inkml:trace contextRef="#ctx0" brushRef="#br0" timeOffset="-196165.42">8520 13083 143 0,'0'0'152'0,"0"0"-6"16,0 0-16-16,0-7-14 0,0 7-8 0,1-4-12 15,-1 4-10-15,3-2-8 0,-1-1-7 0,-2 3-11 0,9-2-5 16,-3-1-6-16,1 2-10 0,3-2 2 0,1 3-6 16,1-3-3-16,1 3-2 0,1 0-11 0,-1 3 1 15,1-6-4-15,4 9 2 0,0-2-7 16,-1 2 0-16,-2 1 1 16,-1 2-8-16,-1 3 7 0,-2 0-10 0,-3 3 2 15,-2-1-14-15,-1 5-5 0,-6 5 1 0,-5 3 6 16,-6 0-2-16,-6 4 2 0,-7 10 3 0,-10-4 2 15,-1 0-9-15,-2-4 6 0,-2-2 1 0,-2-1 3 16,12-8-5-16,-1-1 5 0,-1-4 4 0,1-3 1 0,2 1-10 16,5-1 10-16,7-7-1 0,3 0 9 15,3-4 10-15,4 0 28 0,-3 1 34 0,5-1 33 0,1-1 25 0,0-2 12 16,4 0-11-16,0 0-13 0,0 0-16 0,-2-9-12 16,7 1-8-16,2-1-17 0,7-2-4 0,1 2-7 15,-2 0-12-15,3 0-5 0,-1 1-7 0,3 3-9 16,-1-2 0-16,-1 3-9 0,3 1 1 0,-1 2-5 15,4 1-4-15,-1 3 0 0,8 0-3 0,-2 2-1 16,3 1-2-16,-2 1-6 0,3 2 5 0,0-1-1 0,-2 0-2 0,1-2 2 16,-1 2-2-16,-2-1 2 0,-7-2-2 0,-1 0-3 15,1-2-11-15,-4-3-9 0,-1 2-5 0,-2-3-3 16,-1 1 6-16,2 0 2 0,-5-1-5 0,0 1 2 16,-3-3-3-16,-2 1-1 0,1 0-8 0,-1 1-20 15,-1-4-11-15,-3 5-26 0,2-4-26 0,-1 1-55 16,-1 3-234-16,-6-7-438 15,0 5 194-15</inkml:trace>
  <inkml:trace contextRef="#ctx0" brushRef="#br0" timeOffset="-195717.6">8135 13880 47 0,'0'0'122'0,"0"0"2"0,0 0-3 0,0 0 1 0,0 0-9 0,0 0-4 16,0 0-5-16,0 0-6 0,20-2-5 0,0-3-6 16,17-2-3-16,17-1 1 0,5-3-4 0,5 4 3 15,30-6-1-15,0 3-5 0,0 1-1 0,-32 3-1 16,1 0-9-16,1 0-6 0,-8 1-5 0,0-1-12 15,-17 3 0-15,-1-1-4 0,-2 3-4 0,-3-3-4 16,-1 3-2-16,-11-1-4 16,-4 2-4-16,-5-2 1 0,-2 2-9 0,-1-1-5 15,-1-1 1-15,-2 4-16 0,-1-1-15 0,-5-1-9 16,9 0-16-16,-9 0-23 0,0 0-40 0,0 0-44 16,-22 5-159-16,3-4-337 0,0 2 149 0</inkml:trace>
  <inkml:trace contextRef="#ctx0" brushRef="#br0" timeOffset="-195078.33">8744 14080 271 0,'1'-5'273'0,"-1"5"-15"0,0 0-15 0,0 0-16 15,1-3-27-15,-1 3-22 0,0 0-15 0,0 0-23 0,0 0-15 16,0 0-15-16,0 0-17 0,0 0-24 0,0 0-21 15,0 0-13-15,0 0-7 0,0 0-3 0,0 16-9 16,-1-8-3 0,-2 4 0-16,0 3-5 0,-3 2 3 0,-2 1-2 15,-4 4-2-15,6-2 6 0,-7 2-7 0,4-5 1 0,0-1 0 16,-1-1-2-16,2-3 0 0,0-3 2 0,3 1-2 16,1-4 1-16,2 0 3 0,-3-1 1 15,1 0 30-15,4-2 40 0,-4 0 34 0,4 1 20 16,0-4-11-16,0 0-9 0,0 0-13 0,0 0 2 0,4-17-21 15,1 8-14-15,0-1-14 0,0 0 7 0,0 0-10 0,3 1-7 16,-4-2-2-16,5 5-5 0,-4-4-5 0,-1 7 9 16,0-1-21-16,0 0-7 0,-2-1-15 0,1 3-26 15,2 1-20-15,-5 1 2 0,0 0-3 0,14 2-11 16,-8 3-10-16,2 1-18 0,3 0-20 0,-2 3-26 16,2-2-33-16,0 4-30 0,1-1-35 0,-2-1-230 15,-1-1-500-15,-3-1 222 0</inkml:trace>
  <inkml:trace contextRef="#ctx0" brushRef="#br0" timeOffset="-194684.1">8377 14168 36 0,'-5'2'134'0,"5"-2"-4"0,0 0-4 0,0 0-15 16,-7 0-1-16,7 0-4 0,0 0 4 0,0 0 6 16,0 0 3-16,0 0 10 0,0 0 10 0,0 0 2 15,-5 3-3-15,5-3-10 0,0 0-13 0,0 0-10 16,0 0-13-16,31-9-8 0,-11 3-9 0,14-1-7 15,15-2-10-15,4 1-5 0,3-1-1 0,7 3-7 16,-6-3-4 0,0 4-3-16,-6-2-4 0,-12 3-2 0,-3 0-4 0,4 3-1 15,-7-2-5-15,-3 2-2 0,-9 0-1 0,-1 0-3 16,-6 1-2-16,-1-2-4 0,-4 1-10 0,-1 0-5 16,-2 1-28-16,-6 0-32 0,9 0-41 0,-9 0-17 15,4 1-24-15,-4-1-86 0,0 0-119 0,0 0-381 16,-28 0 169-16</inkml:trace>
  <inkml:trace contextRef="#ctx0" brushRef="#br0" timeOffset="-191090.98">9335 14185 57 0,'0'-2'165'0,"4"-3"-8"0,-4 1-5 15,4-2-2-15,-1 2 2 0,-2-1-5 0,0 0-1 16,3 1-7-16,-4 0-7 0,3 0-8 0,-2 1-11 16,-1 3-9-16,2-5-7 0,-2 5-14 0,2-2-11 0,-2 2-10 15,0 0-10-15,0 0-17 0,0 0-24 0,0 0-6 0,0 0 2 16,0 0-2-16,1 9-7 0,-1 1 5 0,0 1-5 15,-1 1 2-15,-1-1 0 0,0 6 1 0,1 2 8 16,-2-1-11-16,3-2 1 0,-1 4 3 16,-2-4 1-16,2 1-5 0,0-5 2 0,-2 1-2 0,3-1 1 15,-1-3 1-15,1-1 3 16,-3-2-3-16,3 0 3 0,0-1 0 16,0 1 2-16,0-3 24 0,-1 0 29 0,1-3 31 15,1 6 28-15,-1-6 32 0,0 0 22 0,0 4 16 16,0-4-8-16,0 0-34 0,7-10-6 0,-2 3-9 0,1-5-15 15,4-2-14-15,0-3-37 0,5-6 10 0,0 4-29 16,-1-3-3-16,-1 6-9 0,-3 1 2 16,0 2-13-16,-2 2 3 0,-2 5-3 0,1-3-4 0,-5 3-9 0,2 5-5 15,0-6-7-15,0 5-28 0,-1 0-10 0,-3 2 5 16,0 0 1-16,16 6 1 0,-11-1-2 0,1 4-4 16,2-1 0-16,0 1 1 0,1 5 3 0,-2-1 4 15,1 1 1-15,-3-1 1 0,3-1-1 0,-2-2 7 16,0 2-3-16,0-2-1 0,-3-1 5 0,1 0-5 0,0-1 1 15,-1-2 6 1,-1 0 6-16,2-2-3 0,-3-2 3 0,2 1 2 16,-2-1 7-16,-1-2 2 0,3 6 2 0,-3-6 5 15,0 3 0-15,0-3 1 0,0 0-7 0,0 0-22 16,0 0-24-16,0 0-38 0,0 0-40 0,0-15-53 16,0 7-60-16,-2 3-217 0,4-4-496 0,0-2 220 15</inkml:trace>
  <inkml:trace contextRef="#ctx0" brushRef="#br0" timeOffset="-190652.38">9691 14014 271 0,'0'-5'280'0,"0"5"-26"0,-2-3-30 0,2 3-24 0,0 0-24 16,0-5-19-16,0 5-17 0,0 0-15 0,0 0-12 15,18 6-12-15,-14-2-14 0,1-1-6 16,3 4-10-16,-2-3-8 0,-1 4-6 0,0-2-5 16,-1 2-10-16,3 0-2 0,-5 3-7 0,2-3-5 15,-4 4-3-15,4-2-4 16,-3-1-4-16,-1 1-2 0,0 0-4 0,-1-1 1 16,-3-1-3-16,4 0-1 0,0-4-2 0,-1 1 0 15,-2 0 1-15,3-1 2 0,-1 1-2 0,1-2-1 16,0-3-1-16,-1 4 2 0,1-4 0 0,-3 4 1 15,3-4-3-15,0 4 2 0,0-4 6 0,0 0 1 16,0 5 7-16,0-5 8 0,0 0 1 0,0 0 1 16,14-1-4-16,-2-3-4 0,3-1 0 0,14-2-3 0,2-1-3 0,5 2-3 15,2-2 1-15,12-4 1 0,-13 7-5 0,1 0-2 16,-2-2 1-16,-4 4-3 0,-4 0 0 0,-5 1-2 16,-5 0-4-16,-4 2-5 0,-1-2-4 0,-3 2-6 15,-1 0-5-15,-2-1 0 0,-1 1-7 0,-6 0-2 16,9 0 0-16,-9 0-1 0,0 0-13 0,0 0-36 15,0 0-52 1,0 0-84-16,-26 7-203 0,16-7-450 0,-4-1 199 16</inkml:trace>
  <inkml:trace contextRef="#ctx0" brushRef="#br0" timeOffset="-187598.26">10968 13255 54 0,'2'-4'187'16,"-2"4"-10"-16,-2-4-18 0,2 4-10 0,0-5-13 15,2 2-13-15,-2 3-13 0,1-5-14 0,-1 5 2 0,1-4-16 0,4 1-9 16,-1 1-7-16,0-1-9 0,2 1-9 0,2-1 0 15,2 2-8-15,1-2-8 0,0 3 2 0,4 2 0 16,-2-1-13-16,5 3-1 0,-1 1 0 0,-1 3-4 16,2 1-4-16,-5 0-1 0,0 4-2 0,-2 3 2 15,-1 1-1-15,-2 0-5 0,2 8 8 0,-8-2-10 16,-4 2-1-16,-3 0-4 0,-4 2 7 0,-4-2-2 0,-3 1-1 16,-2-1 1-16,-2-1-7 0,0-1 8 0,1-5-6 15,-4 2 2-15,3-2 1 0,3-5 3 0,-6 2-4 16,8-3 1-16,-2 0-1 0,1-3 0 0,3-1 2 0,2 0 0 15,1-2-1-15,4-2-3 0,1 2 2 0,0-4-1 16,1 1-1-16,0 2 1 0,-1-4-1 0,5-1 4 16,-5 3 16-1,5-3 6-15,-1 5-2 0,1-5 0 0,-4 0 0 16,4 0-4-16,0 0 3 0,0 0-6 0,0 0 4 0,16 0 1 16,-4 0 2-16,7-5-8 0,10 1 6 15,5-1-8-15,1 0-1 0,4-2 0 0,12 0-3 16,-13 1 5-16,15-1-11 0,-15 3 1 0,-5 1 4 15,3-1-2-15,-5 1 2 0,-10 1-8 0,-2 1 7 0,-6 0 0 16,1 1-4-16,-5 0 3 0,-2 0-1 0,0 0 2 0,0-1-1 16,-7 1 4-16,7 0 1 0,-7 0-6 0,8 1-1 15,-8-1-6-15,0 0-16 0,0 0-14 0,0 0-35 16,0 0-39-16,0 0-43 0,-29-1-182 0,22 1-357 16,-1-3 158-16</inkml:trace>
  <inkml:trace contextRef="#ctx0" brushRef="#br0" timeOffset="-183773.85">12033 13298 39 0,'-3'-4'192'0,"3"4"-13"0,0-5-5 0,0 5-9 16,-2-5-9-16,2 5-13 0,-2-4-8 0,2 4-11 15,0 0-10-15,0 0-11 0,-1-3-13 0,1 3-11 0,0 0-8 16,0 0-4 0,0 0-10-16,0 0-4 0,0 0-9 0,0 0-2 15,0 0-8-15,0 0-6 0,-1-4-12 0,1 4-12 16,0 0-7-16,0 0 1 0,0 0-5 0,0 0-4 15,0 0 3-15,0 0 1 0,0 0 3 0,0 0 0 16,0 0-1-16,13-1-1 0,-8-3 8 0,1 4-2 16,1-4-2-16,2 1 0 0,-2 0 3 0,2-4-3 15,-2 5 5-15,2-4-4 0,-1 0 2 0,0 1 4 0,1-2 4 0,0 0 3 16,-4-1 5-16,0-1 2 0,-1 4 5 0,1 0 0 16,-2-2 14-16,-2 2 3 0,2 2 4 0,-2-1-4 15,1-1-9-15,-2 5-4 0,-6-3-8 0,6 3-2 16,-9-5-3-16,0 5 0 0,-5 2-1 0,-4 1-8 15,-9 5 2-15,-2-1-2 0,-2 5-4 0,2 1-6 16,-2 4 8-16,3 1-6 16,-4 4 2-16,5 2 1 0,-7 10-2 0,7-9 1 15,4 2-3-15,4 1 0 0,-3-1 0 0,7-2 0 16,3 0-2-16,2 2 2 0,4-2-3 16,3-7-4-16,3-1 3 0,5 0-4 0,3 0 5 15,5-2 0-15,10 0-2 0,3-3 4 0,8-3 0 0,4-2-4 16,14-4 8-16,2-3-2 0,2 0-2 0,-3-3 2 15,-1-2-5-15,-12-1-1 0,-1 0-7 0,-3-6-8 0,-4 2 5 16,-1-2-4-16,-2-3-1 0,-5 3 0 0,-8 1 5 0,-1-1 5 16,-3-1 14-16,-3 5 13 0,-3-2 3 0,-1 2-5 15,-4 1 0-15,-1 0-4 0,-1 0-1 16,-3 3-1-16,-3 0-3 0,-5 0 2 0,-3 3-1 16,-6-1-6-16,-1 4 3 0,-6 3 0 0,0 0-6 15,1 4 4-15,8-1 0 16,0-1-1-16,4 1-5 0,1 1 5 0,1 1 2 15,4-1-12-15,0-2-4 0,5 1-10 0,3-1 4 16,1 0 3-16,1 1 7 0,7-1-2 0,3-1 4 16,6 0 3-16,3-4 1 0,1 0 2 0,6-1 1 0,-6-1-4 15,2-1 1-15,-1-3 1 0,-3-2 2 16,2 2-1-16,-6-4 5 0,-2 2-6 0,0-5 4 16,-3 3 4-16,-3 0 6 0,-1-1-3 0,-4 1-7 0,1-2-2 0,-3-1-2 15,-2 1-10-15,-1 1 2 0,-4 1-8 0,-3-1-1 16,-1 3 1-16,-1-1-4 0,-3 0 7 0,3 2-1 15,-2 0-6-15,1 3-20 0,3-1-17 0,-4 1-29 16,4 2-25-16,2-1-156 0,1 1-294 0,1-1 131 16</inkml:trace>
  <inkml:trace contextRef="#ctx0" brushRef="#br0" timeOffset="-183335.17">12755 13311 62 0,'0'0'145'0,"0"0"-18"15,0 0-4-15,0 0-17 0,0 0-12 0,-26 10-17 16,15-5-1-16,0 1-5 0,-4 3-15 0,2 0-3 15,-6 2-1-15,5 0-8 0,-2 0-15 0,3 1 4 0,0-3-1 16,4 0-5-16,0-1-3 0,-1 4 0 0,6-2-10 16,-1-2 6-16,1 3-7 0,0-1 1 0,3-3-1 15,2 4-6-15,-1-5 4 0,5 3-1 0,3-3 1 16,6 3 8-16,-2-4-5 0,5 3-5 0,3-2 3 16,-1 1-1-16,-2-2-3 0,0 2 15 0,0-1-15 0,-6-2-5 15,1-1 5 1,-2 2-11-16,-1-1 4 0,-4-1-1 0,0 1-5 15,-1 1 1-15,-1-2 7 0,-3 2-5 0,-4-3 8 16,0 5-3-16,-5-4 0 0,-2 2 0 0,-1 1 1 16,-2-2-4-16,-4 0 6 0,-1 3-4 0,2-4-3 15,1 2 5-15,-1-2-21 0,3-1-4 0,0 0-8 16,5 0-17-16,-1-2-16 0,5 0-39 0,-3-2-104 16,3-1-222-16,5 3 99 0</inkml:trace>
  <inkml:trace contextRef="#ctx0" brushRef="#br0" timeOffset="-182849.98">13040 13332 55 0,'0'0'202'15,"0"0"-22"-15,0 0-17 0,0 0-29 0,0 0-10 16,0 0-11-16,0 0-12 0,0 0-17 0,0 0-2 16,2 18-15-16,-2-8-1 0,-1 0-9 0,0-1-6 0,1 9-7 15,-5-2-9-15,2 1 2 0,1 0-5 0,-2-2-7 0,1 2 4 0,-2-2-5 31,1-2-4-31,0-2-3 0,3 0 3 0,-4-1-10 0,1-3 6 0,4-2-2 0,-1 2 0 16,-2-3 1-16,2 0 10 0,1-4 29 0,0 6 37 16,0-6 29-16,0 4 17 0,0-4 0 0,0 0-18 15,0 0-6-15,9-10-16 0,1 3-11 0,-1-1-5 16,4-4-2-16,1 2-18 0,0-3-7 0,1 2-3 16,1-1-11-16,-2 1 0 0,-5 5 7 0,0-3-18 15,1 4-2 1,-5 0-2-16,1 0-8 0,-2 3-3 0,0-1-8 15,2 1-6-15,-6 2-5 0,8-1-5 0,-8 1 0 0,9 6-6 0,-5-6-2 0,-1 6-2 0,0-1-3 16,6 1-1-16,-5 3-6 0,4-1-7 0,-2 2-15 16,2-1-17-16,-2-1-28 0,-2 1-24 0,1-1-31 15,4-2-26-15,-4 1-47 0,0-3-158 0,-1 0-414 16,3-2 183-16</inkml:trace>
  <inkml:trace contextRef="#ctx0" brushRef="#br0" timeOffset="-182471.16">13667 13333 84 0,'0'0'231'16,"4"-1"-25"-16,-4 1-29 0,0 0-17 0,0 0-16 15,0 0-12-15,-4 11-19 0,2-6-11 0,-2 4-7 16,-3 0-10-16,2 2-7 0,-4 3-11 0,0 1-8 0,0 0-7 15,-1-1 1-15,3 1-8 0,0-4-3 16,2-1-2-16,1-5-7 16,2 1-2-16,-3 1-3 0,2-3-2 0,2-1 5 15,-2 1 0-15,-1 1 28 0,4-5 30 0,-2 2 10 16,2-2-8-16,0 0-7 0,0 0-10 0,4-16-6 16,-2 8-10-16,3-2-5 0,4-1-1 0,0-4-10 15,0 1-5-15,-4 6-5 0,4-4-6 0,-4 4 0 16,-1 3-4-16,0-1-4 0,1 1-4 0,-1 0-6 15,2 4 9-15,-2-2-15 0,1 3 1 0,-5 0-7 0,9 4 3 0,-2 1-4 16,-1 1-4-16,2 3-2 0,-3 0-6 0,2 0-6 16,0 2-13-16,-1 3-19 0,1-4-20 0,-2 0-27 15,0 0-30-15,-1 1-35 0,2-3-20 0,-2 1-196 16,-2-3-414-16,-2-1 183 0</inkml:trace>
  <inkml:trace contextRef="#ctx0" brushRef="#br0" timeOffset="-182286.3">13548 13329 191 0,'0'0'239'0,"0"-5"-22"15,0 5-27-15,12-8-17 0,1 4-16 0,16-1-21 0,0-2-26 16,7 1-37-16,18 0-41 0,-2 1-55 0,-1 2-63 15,-11-1-150-15,-7-1-253 0,2 2 112 16</inkml:trace>
  <inkml:trace contextRef="#ctx0" brushRef="#br0" timeOffset="-179742.78">13156 13803 16 0,'0'0'106'0,"0"0"-15"0,0 0 2 0,0 0-3 15,0 0-13-15,0 0-1 0,0 0-6 0,0 0-14 16,0 0 12-16,0 0-17 0,0 0-2 0,0 0-11 15,0 0 10-15,0 0-10 16,0 0-4-16,0 0 9 0,0 0-1 0,0 0-5 16,0 0-3-16,0 0 3 0,0 0-7 0,0 0-4 15,0 0-1-15,-5-1 6 0,5 1-8 0,0 0 2 16,0 0-2-16,0 0 2 0,0 0-6 0,0 0-5 16,0 0 1-16,0 0-3 0,0 0-3 0,0 0 6 15,0 0-9-15,0 0 6 0,0 0-2 0,0 0 3 16,0 0 3-16,0 0 3 0,0 0-3 0,0 0 5 0,0 0 4 0,0 0-6 15,0 0 2-15,0 0 1 0,0 0-9 16,0 0 9-16,0 0-8 0,0 0-3 0,20-3 3 16,-2 2 2-16,14-3-7 0,0 1-1 0,21-2-5 0,0-2 3 15,10 2 8-15,28-7 7 0,-26 2 3 0,0 5 0 16,3-3-9-16,-5 3 2 0,0 1 0 0,-7-1-2 16,-19 1 2-1,-1 1-6-15,-4-1 0 0,-2 1-1 0,-9 1 1 0,-4-1-5 16,-6 1 6-16,1-1-2 0,-3 3 14 15,-3 0 10-15,2-1 9 0,-3 0 3 0,-5 1 1 16,8-2-3-16,-8 2-6 0,5-1-6 0,-5 1-11 16,0 0-17-16,0 0-26 0,0 0-15 0,0 0-24 15,0 0-15-15,0 0-31 0,0 0-34 0,-17 8-50 0,11-8-99 16,-2 1-313-16,3 3 139 0</inkml:trace>
  <inkml:trace contextRef="#ctx0" brushRef="#br0" timeOffset="-179225.96">13681 13900 7 0,'0'0'190'0,"0"0"-19"0,0 0-23 0,0 0-14 16,0 0-13-16,0 0-14 0,27 0-12 0,-18 0-6 16,5 1-17-16,0 2-4 0,-1 0-8 0,1 4-7 15,-3-2-5-15,1 2-2 0,-2 2-6 0,-1 0 3 16,-2 2-15-16,0-1-8 0,-2 2 2 0,-5 1-10 0,-4 1-9 15,-2 3 4-15,-2 1-1 0,-1-2 4 0,-3 2-3 16,-1-3 2-16,-1 2-5 0,0-5 3 0,1-1-4 0,3-2 2 16,2-1-1-16,-1-2 1 0,-1 1-2 0,7-3 0 15,0 0 2-15,-1-2 18 0,0 1 24 16,3 0-4-16,1-3-1 0,0 0-5 0,0 0 0 16,11 4-4-16,3-6-3 15,4 1-3-15,5-1 7 0,6-3-12 0,6 0 8 16,-3 0-7-16,1 1 2 0,3 0 2 0,-4-1 0 15,-3 0-2-15,-2 2 0 0,-8 2-1 0,-6-2-2 16,1 2-3-16,-4-1 2 0,-1 1 0 0,-4 0 1 16,3 0 5-16,-3-1-1 0,-1 2-3 0,-4 0-2 15,9-2-4-15,-9 2-10 0,0 0-14 0,6 0-10 16,-6 0-14-16,0 0-37 0,7-1-30 0,-7 1-41 0,1-2-43 0,-1 2-138 16,5-8-347-16,-1 1 153 0</inkml:trace>
  <inkml:trace contextRef="#ctx0" brushRef="#br0" timeOffset="-177406.28">15073 13646 122 0,'0'0'127'0,"0"0"-13"15,0 0-13-15,0 0-8 0,0 0-9 0,0 0-8 16,0 0-6-16,0 0-11 0,0 0-1 0,0 0-8 16,0 0 0-16,0 0-4 0,0 0-2 0,0 0 2 15,0 0 4-15,0 0 15 0,0 0-11 0,0 0 3 16,0 0 0-16,0 0 0 0,0 0-4 0,0 0-1 0,0 0-1 0,0 0-1 16,0 0-7-16,0 0-1 0,0 0-6 0,0 0-5 15,0 0-2-15,0 0 3 0,0 0-8 0,0 0-2 16,0 0-5-16,0 0 3 0,0 0-9 0,0 0 3 15,0 0-3-15,0 0 1 0,0 0-1 0,0 0-5 16,0 0 2-16,0 0-2 0,0 0-1 0,0 0 1 16,0 0 0-16,0 0-4 15,0 0-3-15,-7 0 2 0,7 0-1 0,0 0 5 16,0 0-4-16,0 0 0 0,0 0-1 0,0 0-1 16,0 0 3-16,0 0-1 0,0 0 7 0,0 0-9 15,0 0-1-15,0 0 2 0,0 0 3 0,0 0-3 16,0 0 1-16,0 0 0 0,0 0-1 0,0 0-2 15,0 0 2-15,0 0 0 0,0 0 0 0,0 0-3 16,0 0 5-16,0 0-3 0,0 0 2 0,0 0 2 0,25-2-1 16,-4-1 0-16,1 2-2 0,10-3 0 0,1 2 0 15,4-3-1-15,0 2 2 0,3 1-1 0,2-3 1 0,-5 2 1 16,4-2 0-16,-4 1-2 0,-4-2 4 0,-3 5-2 16,-10-2-2-16,-1 3 0 0,-7-3 9 0,2 2-7 15,-8 0 1-15,2-2-5 0,-3 2-7 16,3 0-13-16,-8 1-9 0,0 0-41 0,0 0-32 0,0 0-64 0,0 0-119 15,-17-4-311-15,11 4 138 0</inkml:trace>
  <inkml:trace contextRef="#ctx0" brushRef="#br0" timeOffset="-175332.89">16477 13199 76 0,'0'0'147'15,"0"-3"-12"-15,0 3-13 0,0 0-15 0,-4-3-9 0,4 3-12 16,0 0-7-1,0 0-9-15,0 0-10 0,0 0-4 0,-4-2-13 16,4 2 1-16,0 0-10 0,0 0 4 0,0 0-4 16,0 0-12-16,0 0-3 0,0 0 3 0,0 0-2 15,0 0-6-15,0 0 8 0,0 0-13 0,-6 5 10 0,6-5-7 16,0 0 5-16,0 0-2 0,0 0-5 16,0 0-5-16,0 0 12 0,0 0-2 0,0 0 2 15,0 0 11-15,0 0-1 0,0 0 2 0,0 0 2 0,0 0 5 0,15-6 2 16,-11 3-1-16,0 0 3 0,-1 1 3 0,-3 2 1 15,2-4 1-15,2 2-2 0,-4 2 1 0,4-4-2 16,-4 4-8-16,1-5-1 0,-1 5-5 0,0 0-6 16,0-3-5-16,0 3 0 0,0 0-8 0,-14 0 5 15,1 2-6-15,-2 4 0 0,-7 1-3 0,-1 4 0 16,-4 0 2-16,-1 1-7 0,-1 3 2 0,1 2-2 0,-3 1-2 0,3 3-1 16,1 7 3-16,0-2-7 0,3-1 7 0,1 4-1 15,3 0 0-15,2 0-1 0,4-2 0 0,2 1-4 16,6-3 4-16,2 0 0 0,8-7 3 0,2 2-1 15,10 1 0-15,5-4-1 0,5-2 3 0,3-1 1 16,6-2-1-16,16-5 0 0,6-2-1 0,2-2 4 16,1-1-4-16,-1-4 1 15,-2-3 2-15,-3-2-3 0,-3 0 3 16,-11-1 0-16,-7-1 2 0,2-1-3 0,-7 0 0 0,-4-3 0 16,-7 6 3-16,-1-4-1 0,-3 0-2 0,-3 2 9 15,-1 0 3-15,-4 2-10 0,-3-1 7 0,-2 2-3 16,-3 0-4-16,-4-1 0 0,-2 0-3 0,-2 4 0 15,-2-1-1-15,-6 3 2 0,0 1-3 0,-2 1 0 16,0 1-2-16,3 0 1 0,-1 1-1 0,2 1 1 0,-1 3-2 16,7-2-5-16,2 0 2 0,-1 2-11 0,3-1-4 15,2 1-1-15,0 1 8 0,6-4 1 0,3 2 3 16,1 2 2-16,5-5 6 0,3 1-1 0,6 1-4 0,4-3 1 16,4-1 7-16,-6-2 1 0,7-1-1 0,0-3 0 15,-6 1 3-15,-1 1-4 0,-3 0 3 0,-3-6 1 16,2 4 10-1,-4-3 7-15,-4 2 6 0,0-4-4 0,-4 3-2 16,1-3 0-16,-2 3-2 0,-1-3-7 0,-6 3-3 16,2-1-7-16,-2 0-11 0,-3 0-8 0,-3 0-8 15,-4 2-8-15,-2 0-7 0,2 2-14 0,-1-1-17 16,1 4-10-16,-1-1-4 0,3 0-24 0,0 1-20 16,1 0-34-16,4 1-95 0,1-3-279 0,0 2 123 0</inkml:trace>
  <inkml:trace contextRef="#ctx0" brushRef="#br0" timeOffset="-174932.14">17336 13328 42 0,'0'0'185'0,"0"0"-21"0,4-2-14 16,-4 2-17-16,0 0-17 0,0 0-14 0,0 0-12 16,0 0-11-16,0 0-10 0,0 0 0 0,-16 10-14 15,6-3-3-15,-4 1-2 0,0 3-9 0,-1 2-5 0,-2-4-4 0,3 6 3 16,0-2-4-16,2 0-7 0,1-3-4 0,1 5 1 16,3-4 0-16,1-1-10 0,2 1 1 0,1-2-7 15,2 1 4-15,2 1-4 0,2-2 1 0,2 0-2 16,3 0 7-16,1-1-6 0,2-1-9 0,3 1 20 15,-1-2-19-15,4-1 6 0,-5 2-6 0,0-4 5 16,-3-1 1-16,1 5 3 0,-1-4-1 0,-1-1-6 0,-2 1 1 16,-2-3-1-16,0 2 0 0,-4-2 6 0,2 5-9 15,-2-5 5-15,-1 5-6 0,-7-1 4 0,-2-2-1 0,-3 4 4 16,0-4-5-16,-3 3-8 0,-2-1-14 16,3 1-15-16,0-2-23 0,-1 0-29 0,2-1-23 15,0-1-111-15,0 0-244 0,4-1 107 0</inkml:trace>
  <inkml:trace contextRef="#ctx0" brushRef="#br0" timeOffset="-174468.69">17608 13366 15 0,'0'0'211'0,"4"-4"-18"0,-4 4-25 0,0 0-22 16,0 0-13-16,0 0-15 16,0 0-16-16,0 0-10 0,0 0-13 15,0 0-7-15,-4 18-4 0,3-9-7 0,-1 3-8 0,0 0-7 16,-2 2-2-16,3 2-5 0,-4 0-8 0,0-1 1 15,1 1-6-15,0-1-4 0,0-3 2 0,3 0 0 16,-2-2-5-16,2 1-1 0,-2-6-3 0,3 3 0 16,-1-3 3-16,1-1-5 0,-1 1 3 0,1-2 10 15,0-3 26-15,0 5 30 0,0-5 27 0,0 0 6 0,0 0-8 0,0 0-10 16,0 0-15-16,14-9-4 0,-6 1-10 16,2-1-7-16,0-1-10 0,3-2-5 0,-3 2-2 15,3-1-5-15,-2 3 0 0,-3 0-10 0,0 2-1 16,-3 2-6-16,2 0-8 0,-4 0 3 0,3 1-6 0,-3 1-6 15,1 1 1-15,-4 1-1 0,10 1-2 0,-4 1-6 16,-1 2-5-16,1 3-8 0,-3-1 0 0,3 1-1 0,0 0-3 16,1 1-8-16,0 2-11 0,-2-1-12 0,0 1-23 15,0-1-14-15,0 1-23 0,-1 0-24 0,0-3-24 16,0-1-12-16,0 2-199 0,-3-5-399 0,3 1 177 16</inkml:trace>
  <inkml:trace contextRef="#ctx0" brushRef="#br0" timeOffset="-174083.35">18193 13389 275 0,'4'-2'251'15,"-4"2"-28"-15,5-3-21 0,-5 3-28 0,0 0-18 0,0 0-18 0,0 0-16 16,0 0-13-16,-1 10-11 0,-4-4-12 0,-2 4-6 15,2-2-7-15,-4 7-8 0,1 2-9 0,-1-5-1 16,-1 5-8-16,-1-5-15 0,2 4-5 0,3-7 1 16,-1 0-8-16,1-1 2 0,1-2-1 0,1-1-2 15,0 0-1-15,2-3 4 0,-1 1 8 0,0 1 29 16,3-4 26 0,0 0 5-16,0 0-2 0,0 0-16 0,0 0-8 15,6-14-7-15,0 4-6 0,3 3-6 0,-1-3-5 0,1 1-4 16,-2-1-6-16,3 1-4 0,-2 1-3 0,-3 3 2 15,4-2-12-15,-4 3 2 0,-1 1-4 16,-1-2-3-16,0 3-10 0,1-1 19 0,-4 3-4 16,9 0-6-16,-1 4-5 0,-3-1-13 0,0 0-14 0,0 2-15 15,3 4-19-15,1-2-22 0,-4 1-38 0,0 1-28 0,4-1-45 16,-1 1-56-16,-5-3-153 0,1 0-433 0,0-1 191 16</inkml:trace>
  <inkml:trace contextRef="#ctx0" brushRef="#br0" timeOffset="-173814.13">18040 13410 3 0,'-4'-1'280'0,"4"1"-6"16,-9-3-13-16,9 3-10 0,-4-1-25 0,4 1-24 15,0 0-20-15,0 0-21 0,16-6-18 0,1-1-14 0,10 2-12 16,4-2-15-16,6 2-9 0,14-3-12 0,-1-1-12 0,5-1-12 16,-3 2-8-16,-12 0-7 0,-4 2-13 0,-3-3-8 15,-1 3 0-15,-5 1-6 0,-8 1-2 0,-7 0 0 16,-1 3-10-16,-1-1-19 0,-6 0-18 0,1 1-8 16,-5 1-19-16,0 0-20 0,0 0-25 0,0 0-37 0,-27 5-44 15,14-4-175-15,1 3-391 0,-1-1 174 0</inkml:trace>
  <inkml:trace contextRef="#ctx0" brushRef="#br0" timeOffset="-170475.05">19030 13477 51 0,'0'0'127'0,"0"0"-10"16,0 0-20-16,0 0-4 0,0 0-1 0,-8 0-18 0,8 0 2 15,0 0-14-15,0 0-5 0,0 0 0 0,0 0-8 16,0 0-6-16,0 0-6 0,0 0-2 0,0 0-2 0,0 0-6 15,0 0-1-15,0 0-5 0,-6 2 7 0,6-2 4 16,0 0 0-16,-7 0-2 0,7 0 4 16,-6 2 2-16,6-2 0 0,0 0 3 0,-5 2 9 15,5-2-2-15,0 0 4 16,0 0 5-16,0 0 2 0,0 0-1 0,-6 1 1 16,6-1-6-16,0 0-4 0,0 0-7 0,20-2-7 15,-2-1 2-15,10 0-2 0,4 1-5 0,3-1-3 16,2-1-4-16,2-1-4 0,-2 2 3 0,3-1-4 15,-8-1 2-15,0 2-2 0,-4 1-2 0,-9 0-6 16,-1 1 6-16,-4-2-3 0,-2 1-6 0,-1-1-7 16,-4 2-5-16,0 1-9 0,-3 0-17 0,-4 0-7 0,4-3-24 0,-4 3-20 15,0 0-18-15,0 0-23 0,0 0-43 0,-21 0-103 16,10 0-292-16,-1 0 129 0</inkml:trace>
  <inkml:trace contextRef="#ctx0" brushRef="#br0" timeOffset="-170158.72">19610 13312 53 0,'2'-5'295'0,"-2"-2"-12"15,2 4-13-15,0-4-11 0,-1 1-14 16,0 2-20-16,2 0-20 0,-3 0-22 0,0 4-20 15,1-6-7-15,-1 6-31 0,0-5-18 16,0 5-30-16,0 0-22 0,0 0-11 0,0 0 0 16,0 0-12-16,5 17-4 0,-6-7-4 0,1 2 0 0,0 4-2 15,-3 4-7-15,2-1-2 0,0 1 2 0,2 5 1 16,0-7-1-16,-1 3-3 0,3-3-2 0,-3 1 1 16,2-4-4-16,-2-1-19 0,1-3-9 0,1 0-16 0,0-1-18 15,-2-2-22-15,0-2-19 0,2 1-12 0,-1-1-18 16,0-2 1-16,0 0-5 0,-1-4 8 0,0 7 5 15,0-7-18-15,0 0-177 0,0 0-338 0,0 0 149 16</inkml:trace>
  <inkml:trace contextRef="#ctx0" brushRef="#br0" timeOffset="-169419.3">19719 12896 61 0,'0'0'227'16,"1"-5"-16"-16,-1 5-19 0,-1-5-21 0,1 5-16 15,0 0-15 1,0-5-16-16,0 5-16 0,0 0-11 0,0 0-9 16,6-2-7-16,-6 2-10 0,12 0-10 0,-1 3-6 0,1-2-12 15,7 2-9-15,-2 0-10 0,3 2-8 0,-2-1-10 16,2-1-10-16,0 0-5 0,-2-2-4 16,-2 2-5-16,2 0 0 0,-3-2-2 0,-3-1 11 15,-1 0-6-15,1-1 5 0,-4 1 7 0,-1 0 13 0,1-3 13 16,-3 0 7-16,0-2 11 0,-1 1 5 0,0 1 5 0,-2-6 1 15,2 4 3-15,-3 0 4 0,2-2 5 0,-2 2 2 16,0 0-3-16,1 1 2 0,-1-1-2 0,-1 2-1 16,1 0-9-16,-1 3-3 0,2-5-9 0,-2 5-5 0,1-4-6 15,-1 4-7-15,1-3-24 0,-1 3-26 16,0 0-13-16,0 0 8 0,0 0-3 0,-2 15 7 16,0-3 3-16,-2 3-3 0,-1 11 2 0,-1 2 13 0,0 7-8 0,-2 18 5 15,-1 0 1-15,0 2 5 0,3 1 0 0,1-1-1 16,-2 1 6-16,6-2-8 0,-4-2 10 0,1-2-5 15,0-4 3-15,4-10-3 0,0-1 3 0,0 0-1 16,0-3-1-16,3 4 3 0,-2-1-1 0,-1-5 2 16,4 1-1-16,-3-2 1 0,3-3 1 0,-3 0-4 15,-1-6-1-15,3-2 7 16,-2 2 1-16,-1-4-4 0,0-1 5 0,0-3-3 16,0 0 1-16,1-1-4 0,1-2-1 0,-2 0 5 15,1-1 3-15,-1 0 12 0,1-2-2 0,-1-1 1 16,0 0-4-16,0 0 2 0,0-1-1 0,0 1-4 15,0-2 1-15,0 1 3 0,0-4-5 0,3 6 1 16,-3-6 2-16,-3 7-4 0,6-7 0 0,-3 0 3 16,0 0-6-16,0 5 10 0,0-5-9 0,0 4 0 0,0-4 1 15,0 0-3-15,0 0-1 0,0 0 3 0,0 5 2 0,0-5 1 16,0 0 4-16,0 0 2 0,0 0 0 0,-8 3-1 16,0-2 7-16,-3 2-6 0,-10-2 1 0,-11 2-10 15,-6 2-34-15,-14-4-69 0,-6 3-101 0,-1-3-188 16,-5-1-420-16,-26-7 186 0</inkml:trace>
  <inkml:trace contextRef="#ctx0" brushRef="#br0" timeOffset="-167515.3">11160 12876 48 0,'0'0'163'0,"-1"-7"-17"0,1 7-12 16,-4-5-15-16,-1 3-17 0,0 1-17 0,-6-1 2 15,-6 4-11-15,-4 1-7 0,1-2-8 16,-11 3-1-16,3 3-14 0,-5-1-6 0,-1 0 1 0,4 0-9 16,-1 0-1-16,-1-1-6 0,4 1 0 0,5-1 1 15,4-1-1-15,-2 1-4 0,1-1-5 0,1 0-2 16,2 0 6-16,5-2-5 0,-1 1-8 0,4-3 3 0,-4 2 5 16,8 0-3-16,-2-2 2 0,7 0 5 0,-10 0 9 0,10 0 2 15,-7-4 4-15,4 1-2 0,3-2 1 0,0 5-7 16,-4-7 8-16,4 2-2 0,0 1 4 15,3 1 1-15,-3 3 3 0,0-10 7 0,0 9-8 16,1-3-5-16,-1 4 0 0,0-4-4 0,0 4-7 0,0 0-4 16,0-3-5-16,0 3-10 0,0 0-19 0,0 0 2 0,0 0-1 15,0 0-3-15,7 15 6 0,-10-1 2 0,3 10-1 16,-1 8 0-16,-3 14 4 0,-1 5-5 0,-3 6 3 16,-5 26 0-16,4-1 2 0,0-24 2 0,-2 24-3 15,1-23-2-15,3-1 6 0,1-3-4 0,0 4 1 16,0-1 2-16,3-1-1 0,1-3-1 0,-3-4 2 15,2-1 1-15,0-13-4 16,-1 10 13-16,4-9 0 0,-4-3 0 0,5 0 1 16,2-3-7-16,-2-1 2 0,0-2 0 0,1-1 0 15,0-8 1-15,-1 1-2 0,-1-2 0 0,2-2 4 16,-1 0 2-16,0-4-7 0,-1-2 0 0,0-1-3 16,2 1 2-16,-4-3 2 0,4 2 2 0,-2-4 0 15,0 2 0-15,0-2-1 0,0-2-4 0,0 0 2 16,0 3 2-16,0-2-1 0,0-4 3 0,2 4-3 0,-2-4 0 0,-2 3 2 15,2-3 2-15,2 3-5 0,-2-3 4 0,0 0 0 16,0 0 1-16,0 0 1 0,0 6 2 0,0-6-2 16,0 0-3-16,0 0 0 0,0 0 0 0,0 0 4 15,0 0 7-15,0 0 3 0,0 0-1 0,0 0-3 16,0 0 2-16,0 0-2 0,0 0-1 0,0 0-1 16,0 0-1-1,0 0-6-15,0 3 3 0,0-3-3 0,0 0 0 16,0 0 1-16,0 0-4 0,0 0 1 0,0 0-2 15,0 0 4-15,0 0-6 0,0 0 5 0,0 0 0 0,0 0-4 16,0 0 11-16,0 0 11 0,0 0 1 0,0 0 7 16,0 0 2-16,0 0 3 0,0 0 4 0,0 0 12 15,15-3-6-15,-2-1-2 0,6 1-1 16,2-2-7-16,7-2 2 0,4 0-3 0,-3 3 1 0,2-2-8 0,-3-1-6 16,-7 5 0-16,-9-1-2 0,2 2-3 0,-2-1 2 15,-6 1-4-15,3-2-1 0,-4 3 0 0,3-3 2 16,-4 3 14-16,1-2 0 0,-5 2 3 0,8 0-3 15,-8 0-7-15,5-1-7 0,-5 1-21 0,0 0-36 0,0 0-49 16,0 0-67-16,0 0-78 0,0 0-190 16,4 6-462-16,-4-6 204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4:34:55.668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3888 2370 12 0,'0'0'86'15,"0"0"-13"-15,0 0 6 0,0 0-14 0,0 0 5 0,0 0-11 16,0-5 6-16,0 5 11 0,0 0 0 0,0 0 0 15,0 0 20-15,0 0 8 0,0-5 13 0,0 5 10 16,0-7 11-16,1 5 15 0,-1 2 11 0,-1-8 2 0,1 3 0 16,0 1-9-16,0 0 1 0,0-1 9 15,0 0-16-15,0-1-4 0,0 2-12 0,0-1-18 16,0 5-7-16,0-4-15 16,0 4-13-16,0-5-21 0,0 5-31 0,1-5-32 15,-1 5-42-15,0 0-50 0,0 0-27 0,0 0 10 16,0 16 15-16,-1 1 10 0,1 2 7 0,0 8 8 15,-1 4 10-15,-2 0 5 0,2 1 8 0,1 2 1 16,-7-2 11-16,6-2 0 0,2 1 12 0,-3-3-2 16,-1-1 7-16,6-9 4 0,-3 2-2 15,0-2 3-15,-3-2 3 0,1-4 0 0,4-2 5 0,-2-2 3 0,0-1-3 16,-2-2 7-16,2 2-2 0,0-3 12 0,0-1 20 16,0-3 19-16,0 6 19 0,0-6 15 0,0 4 15 15,0-4 2-15,0 0 10 0,0 0-14 0,0 0-26 16,0 0-8-16,-8-10-7 0,8 3-7 0,-4-3-15 15,0-2-14-15,3-1-17 0,-4-5-17 0,1-2-9 16,-6-5-4-16,5-1 2 16,1-3 1-16,-2 0-1 0,-1-2 16 15,1 3 10-15,2 3 15 0,-2-4 6 0,2 10 14 16,-1 1 8-16,-1 1 12 0,2 0 6 0,1-2-4 0,0 7 1 16,1-3-6-16,1 4 18 0,-1 3-1 0,1 2 7 15,1 0 6-15,-1-1-11 0,-1 3-13 0,2-2 5 16,-2 4-6-16,2 2-2 0,0-7-14 0,0 7 1 15,-3-5-12-15,3 5 3 0,0-5-12 0,0 5-2 0,0 0 1 16,5-3-14-16,1 1-5 0,0-1-3 0,7-3 4 16,5 2-3-16,11-5-2 0,4 2-11 0,8 0 12 15,15-1-3-15,1-1 0 0,0 4-2 0,-6-2-19 16,-14 3-9-16,-2 0 0 0,-2 3-8 0,-4-3-6 16,-7 5-14-16,0-2-9 0,-4 1-13 0,-7 0-21 15,1 0-35-15,-5 3-23 0,1-3 3 0,-2 5 4 0,-4-1 9 0,-4 3 8 16,-4 0-19-16,-5 6-44 0,-5-1-40 0,-7 5-132 15,-1-2-404-15,7-3 179 0</inkml:trace>
  <inkml:trace contextRef="#ctx0" brushRef="#br0" timeOffset="385.33">3995 2801 68 0,'-6'4'188'0,"5"-3"9"0,1-1-8 0,0 0 1 15,-4 3-14-15,4-3-14 0,0 0-10 0,0 0-16 16,0 0 3 0,0 0-26-16,0 0 1 0,34-4-10 0,-12-1-11 15,7 1-8-15,6-3-6 0,2 2 4 0,1 2-4 0,-3-2-2 16,1 1-7-16,-4-1-4 0,-3 4-3 0,-9-5-12 16,-3 5-5-16,-3 0 1 0,-2 0-9 0,-2 1 1 15,-1 0-6-15,-4 0-2 0,-5 0-3 16,8-2 0-16,-8 2-32 0,6-2-6 0,-6 2-6 15,4-1-12-15,-4 1-26 0,0 0-33 0,0 0-43 0,-22 3-63 0,5-1-48 16,-2-2-127-16,0 0-396 0,0-2 175 0</inkml:trace>
  <inkml:trace contextRef="#ctx0" brushRef="#br0" timeOffset="732.54">3977 2599 114 0,'0'0'244'0,"-3"2"-19"0,3-2-23 15,0 0-5-15,0 0-9 0,0 0-13 0,0 0-21 16,-10 0-12-16,10 0-16 0,0 0-12 0,0 0-7 15,0 0-15-15,26 1-8 0,-7-2-6 0,9-2-11 16,3-2-3-16,1 2-8 0,3 1-6 0,-3-3-7 0,-2 2-2 16,1-1-6-16,-4 2-1 0,-7 1-2 15,-2-1-5-15,-4 1-1 0,-2 0-7 0,-1 0 4 0,-3-2-6 0,-2 3 6 16,-2-1 4-16,-4 1-1 0,10 0 4 0,-10 0-6 16,7-1-8-16,-7 1-8 0,0 0-8 0,6-2-8 15,-6 2-14-15,0 0-21 0,0 0-32 0,0 0-25 16,-3 8-38-16,3-8-49 0,-14 2-207 0,8 0-425 15,0-1 189-15</inkml:trace>
  <inkml:trace contextRef="#ctx0" brushRef="#br0" timeOffset="1155.6">4673 2503 8 0,'0'0'396'16,"0"0"-18"-16,0 0-20 0,0 0-27 0,0 0-29 16,0 0-26-16,0 0-27 0,0 0-30 15,0 0-26-15,0 0-22 0,0 0-19 0,0 0-21 16,0 0-13-16,0 0-16 0,3 7-15 0,0-4-5 16,0-1-14-16,-1 5-9 0,2-2-6 0,2 5-4 15,1 0-13-15,-1 2-4 16,-1 0-9-16,4 2-1 0,-4 2-2 0,-1-7 0 15,1 6 0-15,3-2-7 0,-7-3 3 0,4 2-5 16,3-2 1-16,-7 0-1 0,3-4 0 0,-3 0-6 16,2-1-1-16,-2-1 5 0,2 0 4 0,-3-4 1 15,1 6 8-15,-1-6 18 0,0 0 29 0,0 4 29 16,0-4 47-16,0 0 27 0,5 1 31 0,-5-1 12 16,0 0-21-16,9-12-19 0,-4 4-16 0,3-7-19 0,0-1-12 15,-1 2-18-15,3-6-12 0,-1 3-10 0,3-7-13 16,-5 7-10-16,0 0-14 0,1 2-11 0,-1 4-17 0,1-4-15 15,-2 6-26-15,-2 1-28 0,1 1-29 16,3 0-37-16,-4 2-57 0,2 0-52 0,-1 2-51 16,2-1-41-16,-1 4-36 0,8-3-41 0,-5 6-349 15,5-3-798-15,-1 0 353 0</inkml:trace>
  <inkml:trace contextRef="#ctx0" brushRef="#br0" timeOffset="1819.64">5194 2593 92 0,'0'0'254'15,"-1"6"-15"-15,1-6-14 0,0 0-11 0,-3 2-5 16,3-2-6-16,0 0-15 0,0 0-14 0,0 0-19 16,0 0-19-16,0 0-14 0,0 0-11 0,13-1-12 15,1-1-14-15,0-3-15 0,6 2-14 0,2 0-14 16,-3-3-9-16,9-4-6 0,-6 3-3 0,-3-2-2 15,2 1-1-15,-2-2-5 0,-5 0 1 0,3 0 1 0,-5-1-1 16,2 1 11-16,-6-2 0 0,0 4 16 0,-2-1 15 16,0 0 11-16,-3 4-1 0,0-1-5 0,-3 0-4 15,-2 2-6-15,2-1-18 0,-4-1-2 0,-1 3-6 16,-2 0-3-16,-1 3-9 0,-2 0-2 0,-5 0-1 0,2 1-1 16,-5 4-5-16,0 4-8 0,-3-2 2 15,5 4-11-15,-1 0-2 16,1 1-12-16,2 1-2 0,1 0-14 0,3 0-8 15,2 2-14-15,0-1-7 0,3 2-8 0,4-6-1 16,2 1 9-16,4-1 7 0,3 1 11 0,5 0 4 16,7-3 7-16,7 1 2 0,1-3 6 0,4-4-2 15,0-1 5-15,3-4-1 0,-2-2 5 0,-1-1-2 16,-2 0 7-16,-3-6 2 0,-5 5 21 16,-8-5 22-16,4 0 20 0,-4-1 19 0,1 1 16 0,-8 0 18 0,0 3 43 0,1 1 33 15,0 0 28-15,-1 2 17 0,-2 1-3 16,1 0-11-16,0 3-13 0,-2-2-21 0,0 1-22 15,-1 2-22-15,-3 1-25 0,0 0-30 0,0 0-41 16,0 0-44-16,0 0-35 0,0 0-11 0,0 0 0 16,0 0 15-16,-3 20 3 0,-1-6 8 0,-3 1-3 15,4 3 7-15,-3-2-7 0,3 1-8 0,-3 0-1 0,4-5-14 0,2-2 6 16,-1-3-9-16,-1 0 1 0,1 0 10 16,1-2 9-16,0-5 20 0,-3 7 38 0,3-7 41 15,0 5 44-15,0-5 26 0,0 0-2 0,0 0-9 0,0 0-14 16,13-12-12-16,-8 3-5 0,3 2-7 0,2 0-9 15,-2 1-8-15,-5 1 0 0,0 0-7 0,3 0 0 16,-2 3-12 0,2 0-11-16,0-1-6 0,-6 3-13 0,9-1-31 15,-9 1-13-15,14 1-24 0,-5 2-27 0,1 0-32 16,8 5-62-16,-1-2-62 0,-2 3-77 0,4-3-403 16,0-2-778-16,1-2 344 0</inkml:trace>
  <inkml:trace contextRef="#ctx0" brushRef="#br0" timeOffset="2539.41">6992 2319 185 0,'-1'-5'355'0,"1"5"-16"0,-3-2-19 16,3 2-36-16,0-5-24 0,0 5-34 0,0 0-19 0,0 0-34 0,0 0-19 15,-1-4-30-15,1 4-38 0,0 0-6 0,0 0-13 16,-2 16-8-16,1-4-5 0,-1 3-6 0,-1 4-2 16,3 8-5-16,-4 1-1 0,-1 2-4 0,4-3-15 15,-3 2 10-15,-1-1-1 0,5-2-1 0,-4-6-4 16,3 0-5-16,-2-3 3 0,3-4-5 0,0-1-2 15,0-3-1-15,0-1 9 0,-1-3-9 0,1 1 5 0,-1-1 14 0,1 0 36 16,0-5 40-16,-3 4 41 0,3-4 36 0,0 0 16 16,0 0-28-16,0 0-23 0,-4-17-20 0,3 6-14 15,1-6-11-15,-4-2-16 0,4-9-17 0,-1-1-8 16,2-4-12-16,-1-1-6 0,3-4-11 0,-1 1 1 16,2 3-8-16,-1 2 0 0,-1 3 9 15,1 4 7-15,-3 9-4 16,5 0 1-16,-5 4-2 0,3 2-9 0,-3 2-5 15,1 1-1-15,-1 2-7 0,1 2-16 0,-1-1-21 0,5 2-23 16,4 1-33-16,1-1-20 0,9 5-27 0,2 3-36 16,6 5-35-16,0 5-40 0,-2 1-42 0,-1 0-52 15,-1 0-59-15,-2 1-246 0,-3 1-683 0,-5-7 303 16</inkml:trace>
  <inkml:trace contextRef="#ctx0" brushRef="#br0" timeOffset="2721.76">7034 2738 190 0,'0'0'253'0,"-1"4"7"0,1-4-11 0,-3 5-17 16,3-5-14-16,0 0-18 0,0 0-16 0,15 1-16 15,5-6-23-15,6 3-10 0,5-1-16 0,1 0-48 16,0-1-56-16,2-2-65 0,-2-3-96 0,-1 0-229 15,-7 0-404-15,-6 0 179 0</inkml:trace>
  <inkml:trace contextRef="#ctx0" brushRef="#br0" timeOffset="2937.86">7015 2644 121 0,'-4'2'353'15,"0"-2"-5"-15,4 0-41 0,-5 2-5 0,5-2-23 0,0 0-27 0,0 0-24 16,0 0-25-16,22-6-22 0,-3 1-19 0,5 2-18 16,2-4-12-16,0 1-33 0,3 2-32 0,-9-3-38 15,10 2-46-15,-5-1-43 0,-6 0-54 0,0 1-64 16,1 2-82-16,-9-1-170 0,3-1-465 0,-5 0 205 16</inkml:trace>
  <inkml:trace contextRef="#ctx0" brushRef="#br0" timeOffset="3238.58">7743 2432 146 0,'0'0'388'0,"0"0"-45"0,0 0-32 0,0 0-35 0,0 0-30 15,0 0-33-15,0 0-29 0,0 0-31 0,0 0-20 16,-4 9-19-16,0-1 0 0,-2 0-18 0,1 2-6 16,-5 4-23-16,1 1 8 0,-4 2-6 15,0 0-1-15,3-1-12 16,0 2-5-16,-2-2-7 0,1-1-3 0,2-1-14 16,1 2-7-16,2-2-22 0,-2-5-16 0,1 2-18 15,-1-5-21-15,0 4-22 0,-1-5-18 0,4 0-22 16,0-1-25-16,-3-4-30 0,3 0-35 0,5 0-16 15,-10-3-137-15,5-3-390 0,1-2 173 0</inkml:trace>
  <inkml:trace contextRef="#ctx0" brushRef="#br0" timeOffset="3439.06">7518 2493 135 0,'0'-13'250'0,"0"2"9"0,0 4 26 0,4-3-1 16,-4 4-8-16,0-2-24 0,0 5-27 0,0-1-28 16,0-1-11-16,1 2-39 0,-1 3-22 0,0 0-17 15,0 0-16-15,0 0-9 0,8 10-8 0,-3-5-8 16,4 4-10-16,-3 1 3 0,3 4-11 0,8 1-4 0,-7 0 3 15,3 1-8 1,5 4-3-16,-5-4 7 0,2 1-7 0,-1-4-6 16,0 2-1-16,0-4-2 0,0 2-2 0,-1-1-2 15,-3-4-20-15,3 1-21 0,-4-4-15 0,-4 2-22 16,4-5-11-16,-4 1-1 0,-1-1-1 0,1 0-44 16,-5-2-80-16,5-5-93 0,-1 1-170 0,-4-4-490 15,5-1 217-15</inkml:trace>
  <inkml:trace contextRef="#ctx0" brushRef="#br0" timeOffset="3792.87">8037 2180 1854 0,'4'-10'156'16,"-3"-2"16"-16,2 5 5 0,-2 1-1 0,-1-1-9 15,0 4-9-15,0-4-31 0,0 2-19 0,0 2-30 16,0 3-5-16,0-5-14 0,0 5-8 15,0 0-8-15,0-6-27 0,0 6-16 0,0 0-3 16,0 0 0-16,4 19-2 0,-3-9-3 0,0 11 5 0,2 8 3 16,-3 2-2-16,0 3 2 0,0 1 4 0,0-1-4 15,3 0 0 1,0-1 0-16,-3-2 0 0,0-4 0 0,3 0 3 16,-1-3 2-16,-2-5 1 0,0-4-5 0,2-3 2 15,-1-1 2-15,-1-1-2 0,0-4 2 0,3-1 1 16,-3 2-1-16,0-3-2 0,0-1 4 0,0-3-2 15,0 5 0-15,0-5-3 0,1 5-13 0,-1-5-11 16,1 3-13-16,-1-3-14 0,0 0-3 0,0 0-14 16,0 0-50-16,-8 2-69 0,8-2-76 0,-15-6-183 0,9 0-481 0,-2 1 213 15</inkml:trace>
  <inkml:trace contextRef="#ctx0" brushRef="#br0" timeOffset="4040.21">7910 2484 150 0,'-3'2'315'16,"3"-2"-25"-16,0 0-18 0,0 0-14 0,0 0-20 16,0 0-24-16,0 0-20 0,23-9-21 0,-5 3-19 15,11-1-9-15,-1 0-20 0,3 3-12 0,-5 0-15 16,-6-3-9-16,0 3-6 0,-3 1-9 0,-4 1-6 0,-2 0-6 15,1-3-9-15,-6 3-6 0,0-1-10 0,0 3-20 16,1 0-20-16,-2-1-28 0,-5 1-28 0,4-1-20 16,-4 1-14-16,0 0-10 0,0 0-18 0,0 0-24 15,0 0-42-15,0 0-41 0,-20 2-142 0,12 0-402 16,4-1 178-16</inkml:trace>
  <inkml:trace contextRef="#ctx0" brushRef="#br0" timeOffset="4779.35">8355 2487 136 0,'0'0'297'0,"4"4"-20"0,-4-4-22 0,0 0-13 15,0 0-18-15,1 2-18 0,-1-2-12 0,0 0-15 16,0 0-16-16,0 0-18 0,0 0-18 0,0 0-13 15,0 0-15-15,0 0-12 0,14-2-17 0,-6 0-8 16,6 1-17-16,-1-1-16 0,3-3-7 0,1 1-10 16,-4 1 0-16,5-4-3 0,1 2 3 0,-1-2-6 0,-2-2 2 0,1 1-1 15,-5 2 10-15,2-5 3 0,-3 4 12 16,-2-1 11-16,-4 0 7 0,2 1 17 0,0 2 4 16,-3-1 13-16,-1 1-5 0,-1-2-2 0,2 2 4 15,-3 2-8-15,2-2-12 0,-3 1-1 0,0 1-15 16,0 3-2-16,-3-6-10 0,3 6-10 0,-5-6-18 0,3 5-4 15,2 1-15 1,0 0 2-16,-17 6-5 0,8-3 0 0,1 1-2 16,-2 4 4-16,0-1 1 0,2 2 0 0,-7 3 5 15,6 1-18-15,3-3-14 0,-1 3-9 0,1-1-6 16,3-2-2-16,2 3-4 0,1-1-2 0,1 2 2 16,2-2 4-16,4 0 5 0,1-3 12 0,4 4-3 15,2-3 6-15,1-1 2 0,2-3 6 0,-1-1 1 16,2-1 5-16,0-2 9 0,-4-2-7 0,-1-6 9 0,1 4 23 0,-5-4 24 15,5 1 5-15,-4-3 15 0,2-1 17 0,-3 0 12 0,0 0 16 16,0-2 6-16,0-1-1 0,1-2 20 0,-4 5 6 16,-2 1 16-16,0 2 13 0,-2-2 5 15,2 5-14-15,0-2-13 0,-2 0-15 0,2 3-18 16,-4 2-11-16,2-5-12 0,-2 5-21 0,0 0-30 16,3-1-26-16,-3 1-36 0,0 0-32 0,0 0-15 0,0 0 10 15,3 8 10-15,-2 1 9 0,-2-4 3 0,1 8 3 16,-1-4 3-16,1 3-1 0,-2-1-7 0,2 0-4 15,0-3 0-15,0-1-12 0,0-1 4 0,0 0 7 16,2-1 11-16,-2-4 12 0,0-1 26 0,0 6 29 16,0-6 43-16,1 2 32 0,-1-2 18 0,0 0-10 15,0 0-9 1,19-9-16-16,-14 6-12 0,3-4-8 0,1 1-4 16,1 1-9-16,-1-1-4 0,-1 1-4 0,2 1-2 15,-5 1-14-15,4-1-4 0,-2 1 1 0,0 0-11 16,1 2-12-16,-1 0-13 0,2-2-21 0,3 2-37 15,-1 2-39-15,2-1-37 0,-3 3-49 0,2-3-48 16,1 2-56-16,-2-2-74 0,-4 3-250 0,1-3-678 16,-8 0 300-16</inkml:trace>
  <inkml:trace contextRef="#ctx0" brushRef="#br0" timeOffset="5146.96">9324 2302 318 0,'0'0'307'15,"0"0"-29"-15,1-5-27 0,-1 5-26 0,0 0-24 16,-1-6-22-16,1 6-31 0,0 0-24 0,0 0-25 16,0 0-11-16,0 0-9 0,-8 10-9 0,3-4-5 15,-4 1-8-15,0 5-4 0,-5 1-8 0,-5 6-2 16,6-7-4-16,-6 7-3 0,3-6-1 0,1 3-5 15,0-6-4-15,5 4-1 0,-3 1-2 16,-1-1-7-16,5-1-16 0,0-4-18 0,3-1-10 0,2 1 0 16,0 0 1-16,4-1 7 0,5 0 6 0,0 1-6 0,-1-4 9 15,11 3 0-15,2 4 0 0,0-8 0 16,2 4 5-16,1-1-3 0,-2 0 4 0,1 3 4 0,-2-6-4 16,-2 6 1-16,-2-4 0 15,-3-1-10-15,-1-1-26 0,0 3-8 0,-5-4-11 0,2 1 4 16,-3 1 12-16,-6-2 3 0,3 1 2 15,-10-1 12-15,1 1-1 0,-9 1 1 0,-1-2-5 0,0-1-21 16,1-2-27-16,-4 0-31 0,3-4-29 16,-1 0-161-16,2 0-325 0,0-1 143 0</inkml:trace>
  <inkml:trace contextRef="#ctx0" brushRef="#br0" timeOffset="5413.88">9512 2375 231 0,'6'-3'346'15,"-6"3"-24"-15,0 0-28 0,0 0-32 0,4-3-25 0,-4 3-32 16,0 0-22-16,0 0-20 0,0 0-24 0,0 0-14 0,0 0-17 16,5 11-10-16,-5-5-10 0,0 0-11 15,1 4-7-15,3-1 5 0,-1 1-18 0,-2 2-4 0,3-3-10 16,-3 4 2-16,2-1-6 0,-2 0-4 0,3 0 0 15,-2-2-4-15,-2-1-23 0,4 1-17 0,-4-3-17 16,0 1-28-16,3-2-17 0,-3-1-21 0,1 1-7 16,-1-3 0-16,0 1 14 0,0-4 8 0,0 0-10 15,0 0-55-15,0 0-58 0,-18-11-188 16,12 4-421-16,-2-7 186 0</inkml:trace>
  <inkml:trace contextRef="#ctx0" brushRef="#br0" timeOffset="5551.88">9489 2213 292 0,'0'-4'307'0,"2"-2"-17"0,-2 4-13 0,-2-3-27 16,4 1-25-16,-2 4-23 0,-2-7-24 0,2 7-21 16,0 0-45-16,2-4-23 0,-2 4-31 0,0 0-37 15,10 8-46-15,-2-1-44 16,1-5-51-16,0 6-62 0,-1-1-162 16,1 0-373-16,1 3 166 0</inkml:trace>
  <inkml:trace contextRef="#ctx0" brushRef="#br0" timeOffset="5937.21">9950 2348 133 0,'-9'3'153'0,"1"2"-23"0,2-1 0 0,-6 5-15 16,-3 2-13-16,4-2-11 0,-5 5-10 0,2 1-6 15,0-1-10 1,1 0-4-16,-3 7-4 0,7-8-14 0,1 1 6 0,3-5-11 16,-1 2 13-16,2 0 9 0,4-2-2 15,0-1 11-15,0-2 3 0,4 0 6 0,2-1 0 16,3 1-1-16,3-2-6 0,2-3 0 0,2-1 4 16,-1-1 5-16,-2-4 9 0,5 0 6 0,-2-1-2 15,0-3-5-15,-6 1 3 0,4-2-8 0,-1-3-6 16,0-2 1-16,-4 1-13 0,-1-3-1 0,-3 0-10 0,0-1 0 0,-4 0-3 15,-1 1 4-15,0 1-16 0,-2 5 0 16,-2 1-6-16,1-2-5 0,-3 3-4 0,-2 4-4 0,-2-2-5 16,-3 2-3-16,-1 2 1 0,1 1-6 0,0 2-14 15,-1 0-25-15,2 2-30 0,-1 1-35 0,0 2-35 16,1 2-34-16,4-2-46 0,0 2-48 0,3 0-151 16,4 0-445-16,3 0 198 0</inkml:trace>
  <inkml:trace contextRef="#ctx0" brushRef="#br0" timeOffset="6284.79">10240 2355 129 0,'6'-2'397'0,"-6"2"-31"0,0 0-42 15,7-1-37-15,-7 1-28 0,0 0-34 0,0 0-14 16,0 0-44-16,5 4-12 0,-4 0-17 15,-1 0-29-15,0 4-1 0,-2 2-16 0,-1 2-10 16,0 3-4-16,1 2-10 0,-6 0-5 0,5 3-7 16,-1-8-5-16,2 0-3 0,1-3-21 0,1 1-10 0,-2-3-9 0,2-2-1 15,-2 2 15-15,1-5 12 0,-3 1 25 0,4 1 54 16,0-4 19-16,0 0 23 0,0 0-15 0,0 0-13 16,18-12-11-16,-8 4-14 0,0 2-11 0,0-4-8 15,3 0-8-15,-4 3-4 0,0-2-7 0,2 4-9 16,-6 0-3-16,1 0-3 0,-2 1-16 0,-1 2-6 15,-1 0-17 1,-2 2-52-16,10-2-14 0,-10 2-1 0,13 8-22 16,-4 0-26-16,5 3-45 0,-1 2-54 0,-2-2-82 15,1 4-399-15,-4-5-740 0,2-3 328 0</inkml:trace>
  <inkml:trace contextRef="#ctx0" brushRef="#br0" timeOffset="7240.27">11566 2339 89 0,'0'-4'264'0,"0"4"-14"0,-1-4-17 16,1 4-18-16,-1-4-26 0,1 4-19 0,0 0-22 16,0 0-26-16,0 0-16 0,0 0-10 0,0 0-13 15,-20 15-6-15,8-2-7 0,-3 0-6 0,3 4-9 16,-6 2-5-16,4 3-4 0,5-7-7 0,-1 4-3 0,2 0-4 16,3-2-34-16,0 0 2 0,2-3 1 0,2-2-2 0,2 0 1 15,2 0 0-15,2-4 7 0,0 4 4 0,3-7 4 16,2-2 6-16,3-1 4 0,6-2 1 0,-1-1 7 15,0-3 2-15,-1-1 7 0,-1-5 6 16,1 1 3-16,-4-3 6 0,-1-1 1 0,2 0-6 16,-5-3-2-16,0 0-5 0,0 1-3 0,-5-6-1 0,1 3-10 0,-5-2-5 15,0 3-7-15,-4-1-4 0,-1 2-5 0,1 2-5 16,-4 0-4-16,0 3-1 0,-3 3-5 0,1 0-10 16,-1 3-1-16,-1 1-6 0,-2 2-11 0,1 0-11 15,-2 2-20-15,-2 4-26 0,1-2-29 0,3 3-31 16,3 0-35-16,1 0-52 0,1 0-133 0,4-1-400 15,4 0 176-15</inkml:trace>
  <inkml:trace contextRef="#ctx0" brushRef="#br0" timeOffset="7619.09">11798 2163 137 0,'-2'-4'315'0,"2"4"-37"0,3-4-31 0,-1 2-31 16,-2 2-30-16,0 0-47 0,0 0-13 0,0 0-19 0,4 11-9 16,-5 4-10-16,-3 8-9 0,0 5-6 0,-2 7-8 15,2-2-4-15,-3 15-2 0,0-2-7 0,2 0-4 16,0-14-4-16,1 3-2 0,2-5-2 0,-1-1-10 16,6-3-4-1,-2-7-4-15,1 2-2 0,1-5-2 0,2-3-5 16,-2-3 3-16,-1 1-1 0,1-5 1 0,-3 0 5 15,2-2 10-15,0 1 24 0,-1-1 23 0,0-2 25 16,-1-2 31-16,0 0 24 0,0 6 14 0,0-6-35 16,0 0-42-16,0 0-25 0,-6-15-13 0,3 6-11 15,-1 0-16-15,-2-4-13 0,1-1-5 0,-3-2 2 16,2 0-4-16,1 3-1 0,-3 3 2 0,6-1 0 0,-1 0 12 0,-1 4 10 16,0-2 6-16,3 4 7 0,0 1-5 15,-2-1-6-15,3 1-18 0,0-1-27 0,5 2-36 16,4-4-24-16,5 2-22 0,5 0-32 0,11-2-42 15,4 0-47-15,7 0-66 0,9-1-252 0,2 0-574 16,-2-3 255-16</inkml:trace>
  <inkml:trace contextRef="#ctx0" brushRef="#br0" timeOffset="8073.42">12940 1917 161 0,'-2'-4'258'0,"2"-1"-10"0,0 5-12 15,0-6-19-15,0 6-28 0,0-4-23 0,0 4-14 16,0 0-16-16,0-5-23 0,0 5-18 0,0 0-30 0,0 0-24 0,0 0-10 15,0 0-4-15,0 0 0 0,-4 20-3 0,1-3-5 16,-5 5-6-16,-2 5-5 0,0 6 1 0,-2 11 1 16,-1 6 1-16,1 7 3 0,-2-1-6 0,5 1-1 15,0-2 0-15,4-2 4 0,2 1 1 16,0-6-3-16,0 0 3 0,3-12-3 0,3-5 3 16,0-1-3-16,-1-1-1 15,0-4 0-15,-2 0 1 0,3-8-1 0,-2-1 1 16,-1-2-2-16,0-4 2 0,-4-1-1 0,4-1 2 15,0-3 5-15,-1 2 3 0,1-7 9 0,-5 7-4 16,-2-4 3-16,-3-1-7 0,-9-1 7 0,2-2 2 16,-2-1 1-16,0-1 0 0,2-4-7 0,4 4 0 15,-7-3-3-15,4 0-7 0,2-3-24 0,-2 1-17 16,6-1-24-16,4 1-31 0,-3-1-57 0,5-2-34 0,0 2-203 16,4-4-408-16,3 2 180 0</inkml:trace>
  <inkml:trace contextRef="#ctx0" brushRef="#br0" timeOffset="8405.34">12609 2491 127 0,'0'0'227'0,"-5"2"-6"16,5-2-6-16,0 0-21 0,-5 3-16 0,5-3-16 15,0 0-12-15,0 0-14 0,0 0-15 0,28-7-12 16,0 4-14-16,1-3-6 0,5 0-13 0,4-4-4 16,16 3-6-16,1-1 2 0,-2-3-2 0,-3 5-6 15,-10 0-5-15,-6 0-4 0,-3 0-6 0,-4 1-2 16,-9 3-6-16,-4 1 0 0,-5-2-10 0,-2 3-7 0,1-1-12 15,-8 1-13-15,11-1-6 0,-11 1-7 0,0 0-26 16,0 0-21-16,0 0-26 0,0 0-29 0,-31 1-20 16,17 0-24-16,-1-1-26 0,3-1-129 0,-1 0-343 15,4 1 152-15</inkml:trace>
  <inkml:trace contextRef="#ctx0" brushRef="#br0" timeOffset="8859.77">13423 2282 250 0,'0'0'268'0,"0"0"-25"0,5-3-25 0,-5 3-25 15,0 0-22-15,17 4-18 0,-11 1-18 0,2-2-12 16,1 8-13-16,-3-1-15 0,3 3-7 15,-1 1-11-15,-3 0-8 0,-1 3-4 0,-3-1-12 0,-1 4-4 16,0-3-5-16,-3 1-8 0,1 1-3 0,-6-3-2 16,2 0-5-1,-1-5 0-15,1-1-5 0,2-3-4 0,1 0 2 16,0-2 3-16,-1-1 10 0,0 1 20 0,4-5 33 16,-5 5 50-16,5-5 49 0,0 0 24 0,0 0 30 15,0 0-43-15,0 0-37 0,0 0-15 0,13-20-21 16,-3 7-5-16,6-2-13 0,-3-2-10 0,5-1-15 15,-2 4-6-15,-2 0-12 0,1 0 2 0,-1 4-15 16,-4 2-5-16,-3 2-13 0,3 0 4 0,-7 1-9 0,3 3-13 16,-6 2-21-16,6-4-22 0,-6 4-31 0,0 0-1 0,12 0-6 15,-12 0 4-15,6 9 9 0,-2-4-3 0,0 5 8 16,2 0 1-16,-1 0 5 0,-1 3-12 0,5 1-31 16,-2 2-23-16,-1-6-31 0,-1 5-26 15,1-5-22-15,0 1-29 0,-1-2-36 0,1-4-46 16,-5-1-180-16,4-3-519 0,-5-1 230 0</inkml:trace>
  <inkml:trace contextRef="#ctx0" brushRef="#br0" timeOffset="9075.84">13864 2160 172 0,'0'0'212'15,"0"0"-22"-15,0 0-8 0,17 14-18 0,-11-8-12 16,8 10-4-16,4 3-10 0,-3 7-11 0,-1 2-8 16,2-2-9-16,-3 3-9 0,-2-1-7 0,-3 4-6 15,-3-2-8-15,-4 2-6 0,-2-1-14 0,-4-3-19 16,-2-1-14-16,-5-3-17 0,-3 3-18 0,-6-5-29 0,-4-1-48 0,-8-4-69 16,0-4-181-16,-2-4-362 0,-2-2 161 15</inkml:trace>
  <inkml:trace contextRef="#ctx0" brushRef="#br0" timeOffset="9508.06">13468 2009 189 0,'0'0'173'0,"-4"-1"-18"16,4 1-19-16,-9 5-10 0,0-1-14 0,0 5-18 15,-6 4-12-15,-7 8-9 0,2 4 0 0,-5 3-17 16,-5 14 1-16,2 1-6 15,1 1-9-15,3 2 4 0,3 2-11 0,2-2-3 16,10-9 4-16,0 7 20 0,5-11 9 0,4-2 11 16,4-2 9-16,10 0 10 0,0-5 8 15,5-2 8-15,5 1 9 0,1-5 2 0,5-3-1 16,6 0 2-16,0-4-4 0,15-1-6 0,-15-3-8 16,-2-2-12-16,-2-2-6 0,-2 0-6 0,-10-1-8 15,-4 0-5-15,-4-2-5 0,-3 3-10 0,-1-1-2 0,-3-2 3 0,-5 0-5 16,10 0 4-16,-10 0 1 0,9 2-15 0,-9-2-9 15,0 0-19-15,0 0-32 0,8 0-41 0,-8 0-56 16,0 0-55-16,0 0-76 0,0 0-288 0,0 0-581 16,0 0 257-16</inkml:trace>
  <inkml:trace contextRef="#ctx0" brushRef="#br0" timeOffset="16862.93">4329 4904 115 0,'-4'-4'171'0,"4"-2"-7"0,-1 1-14 16,-2 0-3-16,2 2-4 0,1 3-8 0,0-7-13 0,0 7-9 15,0-3-8-15,0 3-17 0,0 0-6 0,-4-4-10 16,4 4-10-16,0 0-7 0,0 0-4 0,0 0-13 15,0 0-11-15,0 0-8 0,-4 13-3 0,3-3-5 16,-4 9 0-16,1 9-1 0,-5 6 2 0,1 15-2 16,-1 2-6-16,3 2 0 0,-5 7 2 0,2 27 5 15,0-7-1-15,1-22-2 16,2 0-4-16,-1 0 5 0,2 1 3 0,0-4-5 16,1-2 3-16,0-4 0 0,2-13 1 0,1-2-4 15,-3 0 1-15,-1-5 0 0,2-3 0 0,0-6-3 16,-1-2 2-16,2-7-2 0,-3 1 4 0,2-3 18 15,2-4 27-15,1 2 33 0,-1-3 23 0,1-4 28 16,-3 6 26-16,-2-3-21 0,5-3-10 0,-14 0-19 16,4-5-3-16,0 0-19 0,1-2-7 0,-4 2-9 0,1 0 0 0,2-2-12 15,0 2 2-15,1-2-11 0,3 4-9 16,-2 0-7-16,3-1 1 0,1 1-1 0,4 3-8 16,-8-5-2-16,8 5-24 0,-5-4-17 0,5 4-35 15,-4-1-31-15,4 1-36 0,0 0-28 0,-11 1-33 0,11-1-41 16,-8 0-49-16,8 0-214 0,0 0-516 0,-11-1 228 15</inkml:trace>
  <inkml:trace contextRef="#ctx0" brushRef="#br0" timeOffset="17257.39">3957 5557 56 0,'0'0'165'0,"-10"0"-4"16,10 0-3-16,0 0-11 0,-8 0-18 0,8 0-13 0,0 0-15 15,0 0-10-15,0 0-13 0,0 0-3 0,0 0-7 16,-4 2-3-16,4-2-8 0,0 0 4 0,0 0-4 15,0 0 5-15,18 0-1 0,-4-2-3 0,7-1-5 16,8 1-6-16,6-5-1 0,4 2-3 0,15-5-2 16,-3 1-5-16,0 1-1 0,-14 2 0 0,0 0-5 15,-1 3 2-15,-3-2-6 16,-4-2-2-16,-8 5 0 0,-3-1-8 0,2 1-1 16,-10 0-1-16,2 2-5 0,-7 0-3 0,4-1-4 15,-4 0-10-15,-5 1-7 0,8 0 1 0,-8 0 1 16,0 0-12-16,0 0-29 0,-16 4-19 0,6 2-27 15,0-2-20-15,1-1-31 0,-5-1-138 0,3 0-311 16,3-2 138-16</inkml:trace>
  <inkml:trace contextRef="#ctx0" brushRef="#br0" timeOffset="17881.09">4832 5296 50 0,'7'-3'165'0,"4"1"-7"0,-1-1-13 0,3 3-13 15,-1-3-19-15,3 3-5 0,2 0-8 0,0 1-13 0,-4 4-9 16,5-1-10-16,-5 5-4 0,1 1-4 0,0 3-1 16,-1 1-12-1,-3 1 2-15,-2 0 2 0,-3 1-10 0,-4 0-1 16,-1 2 0-16,-5 2-1 0,1-2-5 0,-5 7-8 15,-1-8 8-15,-3 0-1 0,-2 5-2 0,1-9-4 16,-7 5 1-16,7-6-4 0,-1-2 1 0,2 1 0 16,1-3 1-16,2-3-1 0,5 2 15 0,-1-4 10 15,0 1 18-15,1 0 28 0,1-2 25 0,4-2 33 16,-7 4 19-16,7-4-26 0,0 0-5 0,0-14-34 0,7 2-10 0,0 0-10 16,5-5-11-16,-2 0-7 0,9-7-10 15,-5 0-4-15,4 2-4 0,-1-1-7 0,1 2-6 16,-5 7-2-16,-1-3-8 0,1 4-3 0,-2-2-5 0,0 5 0 15,-4 2 0-15,0 0-7 0,-1 2 13 0,-1-1-17 16,-1 1-4-16,0 3 1 0,-1-1-6 0,-3 4-3 16,3-4-9-16,1 3-20 0,-4 1-11 0,0 0 6 0,6 7 1 15,-6-4-2-15,3 6 8 0,-3 3-1 0,0 0 3 16,1 5 4-16,-1 1 11 0,3 1-7 0,-2-2 4 16,2-2-2-16,1 2 6 0,-1 0 1 0,1-3 3 15,2 2 1-15,-2-3 12 0,4-4-27 0,-1 2-16 16,0-2-21-16,6 0-27 0,-3-1-33 0,4-6-46 15,3 1-65-15,-2-2-243 16,-2-3-511-16,0-2 226 0</inkml:trace>
  <inkml:trace contextRef="#ctx0" brushRef="#br0" timeOffset="18159.68">5258 5216 52 0,'0'0'282'15,"0"0"-33"-15,0 0-23 0,0 0-30 0,2-2-22 16,-2 2-18-16,0 0-15 0,14 7-15 0,-3-3-5 16,-1 6-19-16,5 0-7 15,4 9-7-15,-1 5-2 0,0 0-7 0,-4 1-8 16,0 1-4-16,-5 2-7 0,0 2-4 0,-2-1-7 15,-1 2-5-15,-5 1-11 0,-2 0-11 0,-8 1-10 16,0-1-11-16,-8 1-14 0,-3-3-24 0,-13 6-40 16,-3-4-51-16,5-10-67 0,-16 3-162 0,0-4-386 15,8-10 171-15</inkml:trace>
  <inkml:trace contextRef="#ctx0" brushRef="#br0" timeOffset="18500.38">4802 5152 132 0,'-8'2'169'0,"-1"4"-15"15,-2 4-13-15,-1 4-17 0,-2 1-10 0,-3 7-14 16,2 2-7-16,0 5-6 0,-1 2-14 0,2 3-5 16,-4 10-7-16,7-10-2 0,3 2-4 0,4 0 4 15,-1-2 19-15,5 0 7 0,5-3-2 0,2-2 2 16,4 0-2-16,6-5-5 0,3-2-8 0,7-3-7 0,5-4-12 0,18 2-29 15,4-6-64-15,3-7-93 0,-3-4-200 0,2-1-364 16,-2-6 162-16</inkml:trace>
  <inkml:trace contextRef="#ctx0" brushRef="#br0" timeOffset="18999.08">5907 5442 56 0,'0'0'203'0,"0"0"-11"15,0 0-10-15,-8-1-7 0,8 1-8 0,0 0-5 16,0 0-7-16,0 0-3 0,0 0-5 0,0 0 0 0,0 0-5 0,0 0-1 16,0 0-3-16,0 0-3 0,0 0-9 0,0 0-10 15,0 0-9-15,0 0-13 0,0 0 1 0,0 0-13 16,19-10-15-16,-4 7-5 0,4-1-11 16,2 1-3-16,6-1-19 0,1-4-13 0,-6 6-19 15,0-3-14-15,-2 2-15 0,-2 0-12 0,0 2-7 0,-5-2-13 16,-1 2-12-16,-1-2-20 0,-5 2-14 0,-1 1-28 0,3 0-10 15,-8 0 17-15,0 0-7 0,1 5-39 0,-1-5-150 16,-15 4-355-16,5-1 157 0</inkml:trace>
  <inkml:trace contextRef="#ctx0" brushRef="#br0" timeOffset="19315.41">5945 5608 58 0,'-1'1'254'0,"1"-1"-7"16,-4 4 1-16,4-4-9 0,0 0-19 0,0 0-19 15,0 0-18-15,0 0-17 0,18-1-19 0,-1-3-12 16,12 0-16-16,-1-3-12 0,4 2-13 0,4 1-9 0,0-3-9 15,-2 4-1-15,-2-1-15 0,0 1-2 0,-10 1-6 16,-2-1-4-16,-3-1-6 0,-3 3-6 16,-5-1-7-16,-1 0-12 15,-1 2-9-15,-1 0-14 0,-6 0-15 0,10 0-17 16,-10 0-14-16,0 0-5 0,5 0 3 0,-5 0-39 16,0 0-67-16,-15 9-261 0,8-8-456 0,-2 1 203 15</inkml:trace>
  <inkml:trace contextRef="#ctx0" brushRef="#br0" timeOffset="20950.5">7932 4689 159 0,'2'-1'159'0,"-2"1"-5"15,1-7-15-15,3 4-12 0,-2-2-11 0,3 3-9 0,3-1-17 0,-2-1-5 16,7 1-10-16,-3 1-5 0,8 0-9 0,-5 2-4 15,6 0-6-15,-2 0-3 0,-1 6-12 0,1-1-17 16,-2 0 13-16,1 5-2 0,-1 2-1 0,-1 1-7 16,0 2-1-16,-5 3 7 0,0 4-5 15,-1 3-1-15,-2-1-3 0,-5 2 1 0,-2 0-1 0,-2-1-4 16,-4-1 0-16,1-7-1 0,-5 7 3 0,1-7-2 0,-1 0-2 16,-1-5 2-16,-1 2 1 0,4-5 4 0,2 2-2 15,-2-3 8-15,0-1 6 0,2-2 6 0,1-1 14 16,3 1 9-16,1-2 17 0,-2 0 21 0,-1-1 24 15,5-2 31-15,-1 3 25 0,1-3-1 0,0 0-25 16,0 0-25-16,7-13-15 0,1 3-9 0,1-2-11 16,4-4-10-16,-3 0-11 15,8-3-10-15,-2-2-9 0,2-4-13 0,0 4 1 16,-4-1-7-16,3 3-2 0,-2 3-7 0,-6 2-5 16,3 0-4-16,-6 2 7 0,2 5-2 0,-4-1 11 15,-2 4-2-15,2 0-6 0,1-1 0 0,-2 1-3 16,-2 2-13-16,3-1-11 0,-4 3-18 0,3-4-14 15,-3 4-24-15,0 0 3 0,0 0 5 0,-7 12 6 16,1 0 7-16,-2 5 4 0,-1 6 2 0,0-5 4 0,-1 6-2 16,1 3 14-16,1-2-9 0,3-5 9 0,5 0-4 15,0-1 0-15,1-1 6 0,7 0 1 0,2-1 3 0,3-1-5 16,9 0-8-16,6-4-39 0,2 0-64 0,6-5-102 16,15-3-310-16,2-6-584 0,-3-7 259 0</inkml:trace>
  <inkml:trace contextRef="#ctx0" brushRef="#br0" timeOffset="22021.77">10370 4601 205 0,'0'0'228'0,"-1"-5"-9"0,1 5-6 15,-4-3-11-15,4 3-14 0,0 0-16 0,-1-3-16 16,1 3-16-16,0 0-17 0,0 0-13 0,0 0-16 15,0 0-15-15,0 0-15 0,0 0-2 0,-13 6-11 0,4 1-4 0,-1 1-4 0,-4 1-5 16,-1 4-6-16,1 1-3 0,-5 5-2 0,-1 0-4 16,2 1-1-16,7-4-5 0,-4 6 0 15,-1 1-3-15,5 1 1 0,-1-2-2 0,3-3-2 16,3 0 1-16,0-2 0 0,0 0-2 0,5-2-1 16,-1-1 4-16,0 3 1 0,6-6-2 0,-3 1 3 15,3-2 4-15,0 1 1 0,0-2 3 0,6-1 0 16,-1-4 2-16,0 3 5 0,5-5-4 0,4 0 3 15,4-2-6-15,-2-2-2 0,2 0 4 0,-3-5 5 16,1 3-15-16,7-9 11 0,-10 4 10 0,7-6 9 0,-9 2-3 0,5-5 4 16,-6 1 4-16,0-3-5 0,-4 4 0 15,0-4 0-15,-2-5-1 0,-3 7-5 0,-4-1 23 16,1-1-18-16,-4 3 4 0,0 0-9 0,-2 0-11 0,-3 3 3 16,0-1-2-16,-3 7-12 0,1-1-6 0,-3 2-9 15,-3 0-8-15,-3 1-13 0,0 4-15 0,-1 0-15 16,0 2-22-1,2 3-26-15,-3-1-25 0,3 3-24 0,-1 4-31 16,7-4-40-16,0 3-55 0,0-1-166 0,3 2-474 16,6-4 210-16</inkml:trace>
  <inkml:trace contextRef="#ctx0" brushRef="#br0" timeOffset="23092.93">11147 4529 115 0,'3'-6'256'0,"-2"4"-14"0,2-1-14 16,-3 3-19-16,3-5-15 0,-3 5-25 0,0 0-14 15,2-6-25-15,-2 6-19 0,0 0-28 0,0 0-10 0,0 0-6 0,0 0-10 16,-5 14-7-16,0-1-9 0,-7 1 0 0,-3 8-7 16,-2 0-3-16,-2 2-2 0,-4 1 1 0,1 2-4 15,-1-4-4-15,2 3 1 0,1-4-3 0,1 0-1 16,6-5-3-16,-1-3 0 0,1 1-3 0,2-1-3 15,3-5 0-15,2-1-3 0,1 0 2 0,1-2-1 16,-1-2 1-16,2-3 2 16,2 6 9-16,-1-4 2 0,-1 0-1 0,3-3 1 15,-1 4-6-15,1-4 0 0,-3 6 1 16,7-2-2-16,0-4-4 0,1 5 7 0,6-2-4 16,0 4-3-16,3-2 9 0,2 2-9 0,3 2-2 15,8 3-3-15,-1-2 5 0,2 2-4 0,0 1 0 0,3-2 1 16,1 2-3-16,-4-1 1 0,-3-2 0 0,1-1-1 15,-7 1 0-15,-3-3-1 0,-4-2-1 0,1 0-2 0,-4-2 0 16,1 1 0-16,-5-2 2 0,2 1 3 0,-3-1 0 16,1 1 5-16,-1-3 11 0,-4 0 6 0,7 2 5 15,-7-2 4-15,4 2-2 0,-4-2 4 0,4 1-6 16,-4-1-6-16,0 0-4 0,4 2-12 0,-4-2-13 16,0 0-16-16,0 0-11 0,0 0-45 0,0 0-112 15,0 0-102-15,-4-14-146 0,1 8-469 0,1 1 207 0</inkml:trace>
  <inkml:trace contextRef="#ctx0" brushRef="#br0" timeOffset="23571.99">11469 4697 37 0,'5'-6'226'16,"3"3"-15"-16,-3 0-16 0,7-1-17 0,-6 1-19 16,6 0-18-16,-2 3-13 0,0 3-14 0,0 0-12 15,2 0-8-15,-3 1-10 0,0 5-9 0,-2-1-9 0,0 1-7 0,-2 2-7 16,0 4-3-16,-4-2-6 0,-1 0-4 0,2 4-4 16,-6 1 2-16,-1 0-5 0,-2-1-4 0,-3-1-1 15,0 2-6-15,-1-4-3 0,-1 1 4 0,4-6-6 16,-1 1 2-16,4-3-6 0,-1 0 5 0,2-2 7 15,0-1 10-15,0 0 12 0,0-2 18 0,4 2 26 16,-2-1 30-16,2-3 24 16,-3 3 15-16,3-3 14 0,0 0-5 0,0 0-9 15,9-11-29-15,0 2-20 0,5-4-7 0,5-4-12 16,-1-4-16-16,2 2 0 0,0-2-31 0,1 0-16 16,-1 1 3-16,0 2-14 0,-6 4 3 0,-4 0 3 15,3 6-9-15,-8 0 8 0,2 2-6 0,-5 3-8 16,2-2-2-16,1 1-5 0,-2 3-25 0,-2-1-20 15,-1 2-26-15,0 0-5 0,0 0 9 0,5 7 4 0,-6 0 9 16,-3 3 4-16,0 1 2 0,-1 1 8 0,1 2 5 16,4 4 5-16,-1-3 4 0,1 2 0 0,1 0 3 15,3-2-8-15,3 1-10 0,0-2-8 0,6 0-20 0,1-3-30 16,4 1-49-16,2-6-74 0,7 1-282 0,1-3-544 16,-3-2 241-16</inkml:trace>
  <inkml:trace contextRef="#ctx0" brushRef="#br0" timeOffset="24026.33">12325 4485 267 0,'0'0'251'15,"3"-2"-28"-15,-3 2-22 0,0 0-28 0,0 0-24 0,0 0-19 16,0 0-12-16,0 0-13 0,-12 17-10 0,-1-4-8 0,0 2-6 16,-9 4-13-16,0 1-5 0,-1 2-6 15,0 0-7-15,-1-3-6 0,4 3-3 0,0 0-5 16,5-8-2-16,3 3-3 0,-1-1-2 0,2-3-1 15,2-1-4-15,4-1-4 0,-2-2-3 0,1 0 5 16,5 0 2-16,-3-1 2 16,4 0 1-16,0-1 5 0,4 2 2 0,3-4 3 15,3 5 0-15,5-3-1 0,0 1-5 0,7-1-4 16,-1-3-3-16,4 6 1 0,3-3-4 0,2 3-3 16,-4-3-4-16,-8 1 3 0,4-1 0 0,-3 0-3 15,-5 0 1-15,4 1-4 0,-6-3-1 0,-6 0 0 16,7-1 2-16,-8-1 0 0,0-1-8 0,2 2-2 15,-4-1 2-15,1 0 0 0,0-1-3 0,-4-2 0 0,4 2-7 0,-4-2-11 16,0 0-15-16,4 2-17 0,-4-2-14 0,1 4-12 16,-1-4-42-16,0 0-91 0,0 0-196 0,0 0-438 15,0-13 193-15</inkml:trace>
  <inkml:trace contextRef="#ctx0" brushRef="#br0" timeOffset="24442.91">12823 4556 16 0,'0'0'282'0,"3"-1"-34"0,-3 1-30 0,0 0-26 0,0 0-20 15,0 0-18-15,0 0-15 0,-6 12-16 0,2-4-10 16,-1 4-13-16,-1 0-8 0,-2 5-3 0,-5 4-11 15,-1 1-9-15,1 3-6 0,-1-3-7 0,-1 0-2 16,3-5-6-16,3-1-11 0,-2-3 4 0,5-3-8 16,-1-2 0-16,3 1-3 0,0-6-1 0,0 2 1 15,1 0 34-15,2-1 39 0,-1-1 46 0,2-3 37 0,0 0 20 16,0 0 21-16,0 0-25 0,0 0-27 0,4-16-17 16,2 7-18-16,2 0-18 0,0-3-12 0,2 0-12 0,2 1-13 15,-3 1-12-15,2 0-5 0,-1 1-9 0,-2 3-8 16,-2-1-10-16,-2 3-7 0,2 0-1 0,-3 2-11 15,1-2-9-15,0 3-16 0,1-3-7 16,-5 4-6-16,10 6-6 16,2-1-4-16,-2 1-8 0,-1 3-18 0,1-2-21 15,3 4-26-15,2 0-21 0,-3 1-30 0,-5-2-27 16,6 0-34-16,-4 0-30 0,-1-3-44 0,1 0-51 16,-6-2-182-16,1-3-560 0,0 0 248 0</inkml:trace>
  <inkml:trace contextRef="#ctx0" brushRef="#br0" timeOffset="24611.99">12688 4623 22 0,'-1'-3'329'0,"-3"0"-10"0,4-1-9 16,0 4-14-16,-6-2-20 0,6 2-29 0,0 0-27 16,0 0-24-16,15-7-28 0,4 2-22 0,9 1-47 15,7 2-43-15,-2 0-54 16,7 1-54-16,-3 0-66 0,15-4-78 0,-18 0-191 15,4-1-419-15,-5 1 185 0</inkml:trace>
  <inkml:trace contextRef="#ctx0" brushRef="#br0" timeOffset="24874.95">13350 4420 41 0,'2'-3'319'15,"-2"3"-22"-15,3-3-25 0,-3 3-27 0,0 0-29 16,0 0-29-16,6-2-24 0,-6 2-19 0,0 0-16 15,0 9-15-15,-2-1-11 0,-2 2-12 0,-1 1-6 16,0 5-13-16,-4 9-4 0,-4 2-5 0,2 2-5 16,-3-1-4-16,1-1-5 0,-1 1-4 0,1-1-5 15,1 0-1-15,0-3-4 0,2 0-5 0,1-6 1 0,1-2-5 0,3-2 0 16,-4 1-2-16,4-3-3 0,1-3 2 0,-1-1-5 16,1-2 3-16,2 0-4 0,-1-3-18 0,3 3-12 15,-4-1-11-15,4-3-15 0,0-2-13 0,-2 4-20 16,2-4-19-16,-3 4-19 0,3-4-52 0,0 0-265 15,0 0-464-15,0 0 205 0</inkml:trace>
  <inkml:trace contextRef="#ctx0" brushRef="#br0" timeOffset="25144.43">13396 4695 216 0,'0'0'220'0,"9"-2"-17"15,-9 2-23-15,0 0-18 0,0 0 11 0,9 7-7 0,-4-2-5 0,-1 0-13 16,1 3-10-16,0 3-6 0,-1 0-10 0,1 5-11 16,-2 1-8-16,-6 0-10 0,3 2-4 0,-5 0-9 15,1 1-5-15,-2-1-10 0,-2-4-6 0,3 2-7 16,-3-3-6-16,2-3 0 0,2-2-6 0,3-1-5 16,-3-3-2-16,4 2-2 0,-4-3-3 0,3 0 17 15,1-2 14 1,0 3 14-16,0-5 3 0,6 3-5 0,8-3-6 0,16 0-3 15,3-2-21-15,3-3-59 0,2 2-68 0,17-4-91 16,0 0-127-16,-5 1-182 0,-11-2-526 0,-1 0 233 16</inkml:trace>
  <inkml:trace contextRef="#ctx0" brushRef="#br0" timeOffset="27349.58">7645 6435 135 0,'-2'-5'256'0,"2"5"-17"0,0 0-25 0,2-3-17 16,-2 3-22-16,0 0-22 0,0 0-21 0,0-5-27 0,0 5-22 15,0 0-6-15,0 0-11 0,0 13-6 0,-2-3-7 16,0 2-8-16,-3 5-4 0,0 0-2 0,-2 1-3 16,1 2-6-16,-2 5-6 0,-3-1 0 0,-1 0-4 15,3-2-3-15,-1-3 1 0,1-1-7 0,4-1 4 16,-3-3 3-16,2-3-4 0,1-1 0 0,2-3 0 16,-1 1-1-16,3-2 25 0,-3-3 19 0,3 0 27 0,-2 0 48 0,3-3 51 15,-1 5 34-15,1-5 31 0,0 0 0 0,0 0-32 16,0 0-25-16,-4-14-23 0,6 5-16 0,0 0-21 15,2-3-10-15,-3 0-15 0,3-1-11 0,0 1-13 16,0 0-10-16,1 3-6 0,0 1-5 0,-1 2-9 16,-3 1-12-16,0 0-8 0,2 0-29 0,-2 3-25 15,-1 2-44-15,4-5-34 16,-4 5-8-16,5 0 13 0,-5 0-3 0,9 9 1 16,0-4 8-16,-4 2-20 0,3 0-14 0,0 3-14 15,-2 0-16-15,-1-1-15 0,5 3-19 16,2 0-30-16,-5-4-37 0,1 1-265 0,0-2-562 15,2-2 250-15</inkml:trace>
  <inkml:trace contextRef="#ctx0" brushRef="#br0" timeOffset="27819.53">7506 6513 59 0,'-8'-1'174'16,"8"1"-13"-16,-7 0-4 0,7 0-21 0,0 0-8 15,0 0-14-15,0 0-12 0,0 0-11 0,0 0-9 16,0 0-11-16,-7 0-3 0,7 0 0 0,0 0-5 16,0 0 0-16,0 0-1 0,0 0 0 0,0 0 3 15,0 0-1-15,0 0 4 0,-8-1-1 0,8 1-2 16,0 0-3-16,0 0 4 0,0 0-4 0,0 0-4 0,0 0 1 0,0 0-6 15,0 0 0-15,0 0 1 0,0 0-8 0,0 0-4 16,0 0-4-16,0 0 0 0,0 0-4 0,0 0 0 16,0 0-2-16,0 0 0 0,0 0-6 0,0 0-1 15,0 0 5-15,0 0-9 0,0 0-4 0,0 0-6 16,0 0 8-16,0 0-5 0,0 0-5 0,0 0 3 16,0 0-4-16,0 0-3 0,0 0 3 0,0 0 0 0,0 0 0 15,0 0 5-15,28-2-5 0,-7 0 0 0,8-2-3 0,4-3 16 16,7 4 2-16,14-6-5 0,-16 4 0 0,1 0-2 15,1 0-2-15,-3 1-3 0,-2 1-1 0,-2 0 1 16,-2 0-2-16,-5-1 0 0,-6 4-11 16,-8 0-16-16,1-2-22 0,-4 1-26 0,-4 1-26 15,2-1-30-15,-7 1 3 0,0 0-28 16,0 0-57-16,0 0-189 0,-16 8-426 16,1-7 188-16</inkml:trace>
  <inkml:trace contextRef="#ctx0" brushRef="#br0" timeOffset="28351.97">8317 6636 7 0,'-7'2'164'0,"1"-2"-12"0,0 2-13 16,6-2-6-16,-7 1-9 0,7-1-13 0,-6 2-8 0,6-2-8 15,0 0-9-15,-5 1-3 0,5-1 3 0,0 0 2 16,0 0 4-16,0 0 3 0,0 0 1 0,0 0 1 16,0 0-1-1,0 0-1-15,0 0-2 0,-9 0 1 0,9 0-4 0,0 0-1 16,0 0-1-16,0 0-4 0,0 0-2 0,0 0-5 15,0 0-5-15,0 0-5 0,0 0 4 16,0 0-15-16,20-4-6 0,-6 0-5 0,3 2-6 16,5-1-4-16,7-2-7 0,0 1 1 0,1-1-6 0,-1 0 1 15,-7 2-4-15,-1-2-1 0,-2 3-5 0,-3 0 21 16,-3 1 0-16,-3-1-3 0,-2 0-4 0,1 2-4 0,-3-2 0 16,-6 2-1-16,8-1-6 0,-3 1-8 0,-5 0-22 15,5-2-22-15,-5 2-14 0,0 0-24 0,0 0-80 0,0 0-74 16,0 0-258-16,-14-3-526 0,6 1 234 15</inkml:trace>
  <inkml:trace contextRef="#ctx0" brushRef="#br0" timeOffset="28806.05">8776 6474 294 0,'0'0'315'0,"5"-3"-31"0,-5 3-31 0,5 0-27 0,-5 0-23 16,7 0-21-16,-7 0-23 0,0 0-21 0,11 5-10 15,-5-2-15-15,-2 2-12 0,4 1-14 0,-2 3-8 0,-3-4-9 16,0 6-2-16,0 0-15 0,-2 1-7 0,-1 1-6 16,0 0-5-16,-1 3-4 0,-2-1-1 0,2-3-4 15,-4 1-3-15,2-1 0 0,2-3-5 0,-4 0-1 16,1-2 1-16,3-2-3 0,-1 0 1 0,2-1 4 15,-2 0 0-15,2-4 30 0,-2 7 28 0,2-7 30 16,0 2 31-16,0-2 23 0,0 0 31 0,0 0 6 0,0 0-23 16,0 0-11-16,12-13-23 0,-4 7-15 0,1-5-13 15,1-2-11-15,3 0-11 0,1 0-9 16,-1 0-11-16,0 0-11 0,-3 4-2 0,-4 0-2 16,2 2-9-16,-3 2-6 15,-1 1-3-15,0 0-6 0,1 2-13 0,-3-2-17 16,1 2-21-16,-3 2-29 0,4-2-39 0,-4 2-9 15,0 0 5-15,5 8 9 0,-5-1 11 0,1 2 5 16,0 4 8-16,2-2 4 0,0 4 8 0,2 5 6 16,3-3 2-16,3 2-12 0,8 3 23 0,0-2-20 15,8-4-26-15,5-2-49 0,6-1-86 0,16-4-132 16,2-7-304-16,3-4-695 0,-3-4 308 0</inkml:trace>
  <inkml:trace contextRef="#ctx0" brushRef="#br0" timeOffset="29523.38">10672 6295 276 0,'0'0'298'0,"0"0"-28"16,0 0-28-16,0 0-30 0,0 0-20 0,0 0-24 15,0 0-24-15,0 0-16 0,0 0-15 0,2 9-12 16,-3-3-13-16,0-1-6 0,0 4-13 0,-3 3-6 0,-1 0-6 16,0 2-4-16,-3 1-2 0,0 2 0 0,2-1 7 0,-3-1-7 15,5-5-3-15,-4 2-4 0,2-2-7 0,1-2-2 16,2-2-3-16,1 0-2 0,-2-1-2 0,1-3 2 15,2 2 20-15,1-4 43 0,-5 5 43 16,5-5 35-16,0 2 25 0,0-2 12 0,0 0-24 0,0 0-17 16,5-13-21-1,-4 5-15-15,6 0-16 0,-2-1-16 0,0-1-5 16,4-1-11-16,-4 3-10 0,3 0-9 0,-3 2-18 16,-1 2 6-16,1-1-9 0,-1 1-13 0,-2 2-22 15,-2 2-29-15,4-4-30 0,-4 4 8 0,8 1-6 0,-8-1-21 16,12 5 0-16,-6-1-12 0,1 2-11 15,2-1-21-15,0 4-18 0,0-2-22 0,-1 2-29 0,2 0-33 0,-2 2-47 16,1-2-48-16,-4-5-254 0,4 3-612 0,-4-4 271 16</inkml:trace>
  <inkml:trace contextRef="#ctx0" brushRef="#br0" timeOffset="29708.23">10645 6285 106 0,'-4'-2'339'16,"4"2"-12"-16,-6-1-17 0,6 1-13 0,0 0-1 16,-4-2-31-16,4 2-27 0,0 0-15 0,0 0-31 15,0 0-19-15,14-5-22 0,0 5-21 0,8-4-37 16,7 1-49-16,4-1-57 0,-2 1-65 0,2 2-78 16,-2-4-81-16,0 1-213 15,-10 2-488-15,-3-1 216 0</inkml:trace>
  <inkml:trace contextRef="#ctx0" brushRef="#br0" timeOffset="30040.19">11076 6255 38 0,'0'0'295'0,"0"0"-31"0,0 0-32 15,0 0-27-15,1 4-32 0,-1-4-21 0,-1 5-14 16,1 4-14-16,-7 1-15 0,1 7-9 0,1 7-10 16,-7 2-12-16,-3 6-7 15,1-3-9-15,-9 12-6 0,6-9-6 0,-7 9 6 16,6-10-13-16,-1 1-6 0,2-3-3 0,2-3-4 16,-3-2-1-16,9-5-5 0,-1-2-2 0,1-2-3 15,5 1-1-15,-1-3 0 0,1-6-2 0,-1 1-1 16,4-1 1-16,-3-2 13 0,3-1 20 0,-3 0 11 15,4 0 15-15,0-4 8 0,-3 5 1 0,2-2-2 16,1-3-5-16,0 0-6 0,-4 4-1 0,4-4-10 0,0 0-14 0,0 0-28 16,0 0-28-16,-1 2-25 0,1-2-65 0,0 0-122 15,0 0-287-15,5-14-551 0,-1 10 244 0</inkml:trace>
  <inkml:trace contextRef="#ctx0" brushRef="#br0" timeOffset="30309.67">11096 6583 189 0,'8'2'219'0,"-8"-2"-28"0,0 0-19 15,5 3-7-15,-4-1-12 0,2 3-10 0,-1-1-8 16,0 0-7-16,-1 4-3 0,-1 2-6 0,-1 1-5 16,-2 1-5-16,-2-1-8 15,-2 6-7-15,-1 2-12 0,-1-4-4 0,1 0-11 16,-1 1-4-16,3-6-8 0,1-3-2 0,1 0-6 15,1-2-2-15,-2 0 13 0,4-2 20 0,-2 1 19 16,3-4 27-16,0 4-12 0,0-4-6 0,16-3-12 16,3 1-9-16,9-4-13 0,5-3-22 0,4 3-37 15,14-5-43-15,-1 1-55 0,3-1-76 0,0-3-115 16,-4-3-222-16,-2 0-539 0,-11 4 239 0</inkml:trace>
  <inkml:trace contextRef="#ctx0" brushRef="#br0" timeOffset="30726.02">12032 6222 90 0,'0'0'281'0,"0"0"-29"16,2-2-25-16,-2 2-25 0,0 0-24 0,0 0-20 15,0 0-15-15,0 0-17 0,0 0-15 0,-1 9-7 16,-3-2-7-16,-2 3-11 0,-5 5-7 0,-5 5-7 16,-4 3-4-16,-2 2-9 0,-4 3-3 0,2-1-8 15,-3 0-2-15,0-2-6 0,3 0-1 0,1-2-8 16,5-3-5-16,5-4 0 0,0-2 1 0,3-3 18 0,2-1 2 15,2-1 7-15,1-3 4 0,3 1 2 0,0-2 4 0,4 1 10 16,0 1-2-16,3 0 1 0,7-2 1 0,5 3-9 16,0-1-7-16,3 0 1 0,9 2-1 0,1-1 2 15,1-4-1-15,1 6-2 0,-4-3-7 0,0 2-8 16,-2-1 1-16,-6-3-19 0,-1 1-18 0,-2-1-36 16,2 1-35-16,-9-1-38 15,0 0-46-15,-1-3-42 0,-1 1-62 16,-3-1-262-16,-1-1-555 0,-4-1 245 0</inkml:trace>
  <inkml:trace contextRef="#ctx0" brushRef="#br0" timeOffset="31173.84">12435 6411 174 0,'3'-1'334'0,"-1"-3"-26"0,2 2-21 0,-1-2-20 16,-3 4-33-16,9-3-17 0,-2 2-27 0,-7 1-21 16,13 3-13-16,-8-1-21 0,1 3-13 0,1 0-10 15,-1 0-17-15,2 6-5 0,-3-3-14 0,1 4-7 16,-2 0-9-16,-1 0-10 0,-3 0-5 0,0 4-4 15,-3 0-4-15,-1 1-5 0,-2-4-3 0,1-2-5 16,-1 1-7-16,-1-2 0 0,0-3-3 0,4 1 0 0,1-2 0 0,-2-2 0 16,3 0 3-16,-1 0 34 0,0 0 39 0,2-4 53 15,-3 4 26-15,3-4 24 0,0 0-13 0,0 0-20 16,0 0-17-16,10-16-16 0,-3 10-14 0,4-4-17 16,-1-3-4-16,7 2-10 0,-3-1-13 0,0 0-9 15,-5 5-3-15,0-1-2 0,0 1-13 0,-1 5 0 16,-3-2-4-1,0 0-10-15,-1 1-13 0,0 2-29 0,-4 1-30 16,7 0-11-16,-7 0 1 0,9 5-5 0,-6 0 7 0,1 2-6 16,3 2-5-16,2 5-26 0,0-2-37 0,3 3-38 15,0-2-46-15,1 3-64 0,4-3-106 0,-1-3-265 16,2-3-697-16,-5-3 310 0</inkml:trace>
  <inkml:trace contextRef="#ctx0" brushRef="#br0" timeOffset="31828.64">13282 6153 98 0,'2'-4'302'0,"-1"2"-27"16,-1 2-26-16,4-4-28 15,-4 4-26-15,2-2-20 0,-2 2-24 0,0 0-20 16,0 0-18-16,0 0-8 0,0 12-19 0,-2-3-6 16,-5 6-9-16,-1 0-5 0,-1 3-5 15,-8 6-5-15,-1 3-7 0,-2-3-5 0,-2 2 19 0,4-1-9 16,-2-3-7-16,4-1-4 0,2-5-6 0,3 0 2 16,4-5-5-16,-1 0-8 0,4-2-3 0,-2-1 2 15,4-1 0-15,-1-2-2 0,2 2 3 0,1-2 1 0,3 0 5 16,0 2 10-16,4 0-3 0,3-1 9 0,2 0-2 0,3 2 4 15,4 0-1-15,0 0 4 0,-1-1-12 16,0-1-5-16,1 1-6 0,-1 0 3 0,1 1-5 16,-2 0-5-16,-2-2 7 0,-3-1 1 0,-1-1-15 15,-1 1 3-15,-3-2-12 0,-1 1-13 0,2-1-18 16,-4-2-23-16,1 3-25 0,1-4-21 0,-6 0-24 0,0 0-24 0,0 0-62 16,8 0-292-16,-8 0-537 0,6-8 237 0</inkml:trace>
  <inkml:trace contextRef="#ctx0" brushRef="#br0" timeOffset="32213.98">13778 6273 7 0,'0'0'415'16,"5"-4"-30"-16,-5 4-42 0,4-1-34 0,-4 1-36 15,0 0-32-15,0 0-27 0,0 0-29 0,0 0-22 0,4 7-15 16,-4-4-17-16,-4 2-11 0,0 7-13 0,1-3-12 0,-4 7-7 16,2 0-5-16,-5 1-12 0,-3 6-2 0,0-5-8 15,3-1-8-15,-1-1 0 0,0-3-13 0,2-3-4 16,3 1-3-16,0-3-10 0,1-3 6 0,2 0 0 0,-1 0 2 16,2-1 37-16,-1-2 42 0,3-2 41 15,-1 4 28-15,1-4 34 0,0 0-16 0,0 0-22 16,0 0-16-16,4-13-18 15,-2 8-14-15,5-4-13 0,-1 3-13 0,-2 2-11 16,0-1-9-16,-1 1-9 0,0 1-7 0,1-1-5 16,-2 1-14-16,-2 3-17 0,7-5 3 0,-7 5-7 15,4-2-8-15,-4 2-5 0,0 0-21 0,11 2-7 16,-4 1-12-16,3 4-13 0,-1-2-23 0,-2 1-46 16,6 2-22-16,1 1-37 0,3 1-40 0,-2-1-34 15,-1 0-46-15,-1-5-85 0,-4 1-363 0,2-2-796 0,-3-2 353 0</inkml:trace>
  <inkml:trace contextRef="#ctx0" brushRef="#br0" timeOffset="32361.08">13648 6300 3135 0,'-13'-5'390'0,"4"2"-51"16,4 0-78-16,0-1-81 0,5 4-61 0,-11-3-30 15,11 3-13-15,0-4-20 0,6 1-12 16,13-3-3-16,12 1-24 0,8 2-46 0,22 2-59 15,6-1-70-15,25-1-95 0,-29 1-155 0,-7-2-228 16,-1 1-688-16,-16-4 305 0</inkml:trace>
  <inkml:trace contextRef="#ctx0" brushRef="#br0" timeOffset="34133.9">6823 4570 98 0,'1'-5'221'0,"-1"5"-6"16,0 0-11-16,2-4-18 0,-2 4-15 0,1-4-9 16,-1 4-3-16,1-2-12 0,-1 2-4 0,0 0-10 15,0 0-8-15,2-5-12 0,-2 5-12 0,0 0-7 16,0 0-7-16,0 0-7 16,0 0-8-16,0 0-5 0,1-3-3 0,-1 3-5 15,0 0-3-15,0 0-2 0,0 0 0 16,0 0-7-16,0 0-3 0,0 0-3 0,0 0-3 15,0 0-2-15,0 0-5 0,0 0 1 0,0 0-4 0,0 0-3 16,0 0 1-16,0 0 1 0,0 0-2 0,1-4 0 16,-1 4-4-16,0 0 0 0,0 0-4 0,0 0-2 15,0 0 2-15,0 0-6 0,0 0 1 0,0 0-3 0,0 0 0 16,0 0-2-16,0 0-2 0,0 0-3 0,0 0 0 0,0 0-2 16,0 0-1-16,0 0 2 0,0 0-2 15,0 0-4-15,0 0-4 0,0 0-5 0,0 0-5 16,0 0-3-16,0 0-1 0,0 0-4 0,0 0-4 15,0 0 0-15,0 0 4 0,0 0 0 0,0 0 4 16,0 0 2-16,0 0 2 0,0 0 1 0,0 0 1 0,0 0-1 0,0 0 2 16,0 0 6-16,0 0-2 0,0 0 2 0,0 0 4 15,0 0 2-15,0 0 0 0,0 0-3 0,0 0 4 16,0 0-2-16,0 0-1 0,0 0 4 0,0 0-1 16,0 0-2-16,0 0 3 0,0 0 0 0,0 0-3 15,0 0 2-15,0 0 1 0,0 0-5 0,0 0-2 16,0 0-2-16,0 0-2 15,0 0 3-15,0 0-3 0,0 0 3 0,0 0 1 16,0 0 3-16,0 0-2 0,0 0 0 0,0 0 5 16,0 0-4-16,0 0 3 0,0 0 0 0,0 0 1 15,0 0 1-15,0 0-1 0,0 0 0 0,0 0 0 16,0 0 0-16,0 0 4 0,0 0 2 0,0 0-4 16,0 0-2-16,0 0 2 0,0 0 0 0,0 0-1 15,0 0 1-15,0 0-1 0,0 0 1 0,0 0 0 0,0 0-1 16,0 0 0-16,0 0-1 0,0 0-3 0,0 0-3 15,0 0-8-15,0 0-5 0,0 0 3 0,0 0 3 0,-5 13 0 16,4-8 2-16,-1 2 7 0,1 2-5 0,-2 6 1 16,1 4 6-16,-3 0-2 0,0 10-4 15,1 7 2-15,-2 10 4 0,-2 5 3 0,0 5-15 16,-5 3-1-16,1 22 0 16,2-21 0-16,-3 26 6 0,0-1 2 0,3 0 7 15,-2 1-1-15,-2-2 7 0,0-4 3 0,4-24 2 16,1 3 1-16,1-3-1 0,-6 1 0 0,3-1 9 15,-1-1-2-15,1-1 0 0,-1 2-3 0,1-6 0 16,-5-2 2-16,3-13-3 0,1-1 1 0,-1-1 1 16,2-2-1-16,-5-2-1 0,2-5 0 0,5-1 6 15,0-7-11-15,1-1 3 0,2-6-4 0,5-2 1 0,-3-1 5 0,2-2 10 16,-1 0 29-16,2 0 16 0,1-4-9 0,0 0-21 16,0 0-18-16,6-13-7 0,1 4-5 0,4 0 0 15,2-3-6-15,-2 0-6 0,3 1 3 0,4 0-2 16,-6 5-2-16,-2-1-2 0,4 4 0 15,-3 2-4-15,1 2-3 0,1 0-4 0,-2 8 0 0,6 3-5 16,-2 10 1-16,-1 2 11 16,-5 8-4-16,-1 2 1 0,-2 16 2 15,-6-1 0-15,-6 3 3 0,-3 5 2 0,-7 24-4 16,-3 0 10-16,-2-2-1 0,7-23 1 0,-12 22 3 16,7-20-5-16,1 23 9 0,0-27 1 0,8 2 1 0,1-5 4 15,-1-1 4-15,2-5 7 0,8-10 2 0,5 0-3 16,3 0 5-16,7-3 0 0,17 7-1 15,9-7 12-15,15-6-20 0,35 3-29 0,16 0-57 0,3-12-89 0,10-12-302 16,7-5-500-16,-1-10 221 0</inkml:trace>
  <inkml:trace contextRef="#ctx0" brushRef="#br0" timeOffset="46710.07">4439 10756 25 0,'0'-2'153'0,"0"2"-9"0,-2-5-8 0,2 5-10 15,-1-5-3-15,0 2-14 0,1 3-9 0,-1-8 3 16,1 8-13-16,-2-4-2 16,0 3-12-16,0-3-7 0,2 4-9 0,-5-6-7 15,0 5-3-15,-1-1-7 0,6 2-13 0,-16 0 8 16,4 3-10-16,-1-3 1 0,-4 7-7 16,1-3-11-16,-3 4 10 0,2-2-5 0,-1 0 3 0,0 4-6 15,-1-1-3-15,3 2-5 0,-1 0 2 0,2 2 0 16,3-1-7-16,3-3 2 0,-4 6 2 0,7-5-1 15,-1 1-2-15,1 0-3 0,1-2-20 0,2 4-6 0,3-2-3 0,2-1 6 16,3-1-1-16,-1-3 8 0,1 0 7 0,4-2-4 16,1 0-3-16,3-4 9 0,1 0 0 15,4-3-3-15,1-2 8 0,-3 0-1 0,3-3 4 16,-2 0 4-16,0-2 4 0,-3 0 10 0,-3-2 5 16,2 2 20-16,-3 0 8 0,-2 1 5 0,-2-2 13 0,0 1 1 15,-1 2 7 1,-1-1 6-16,-2 4 12 0,2-2-2 0,-2 2-8 15,0 1-8-15,0 3-8 0,-1-3-10 0,-1 4-10 16,3-4-20-16,-3 4-20 0,0 0-13 0,0 0-14 0,0 0 2 16,-6 12-1-16,2-2 5 0,-4 7 0 15,-2 7 1-15,1 5 0 0,-1 3 0 0,-3 14 2 16,4-2-1-16,-2 4 1 0,3 1 6 0,0-5-8 16,4-6 7-16,-1 7-3 0,3-11 1 0,-2 3 4 0,4-5-1 0,0 6 0 15,0-4 2-15,1 2-4 0,3-2 8 0,-4-1-1 16,1-1 5-16,3-5-8 0,-4-1 0 0,0-1 1 15,0-6 3-15,-5-2-1 0,4 0 1 0,-2-5-2 0,2 0 1 16,-3 0 6-16,-1-2-4 0,1-1-1 16,-1 1-1-16,-4 0 1 0,1-5-3 0,1 2 8 0,0-4 1 15,-1 0-3-15,-2-1 1 0,1 0-2 0,-3-2 7 0,2 0 9 16,0-4 12-16,-1 1 8 0,0-5 6 0,3-1-1 16,-6-6-4-16,6-2 0 0,-1-1 9 0,2-9-12 15,-1-3-5-15,8-4-5 0,0-2 0 0,5-10-4 16,8-3-6-16,1 3-5 0,5-1 0 0,6 4 3 15,1 0-7-15,1 3 1 0,7 3 19 0,-8 8-1 16,11-3-2 0,-6 9-4-16,-2 0-2 0,0 2 1 0,-2 4-5 15,0 0-2-15,-4 2-1 0,-5 5-4 0,-5 2 3 0,-4 4-3 16,1-1-4-16,-5 1-17 0,3 0-24 0,-3 2-34 16,-1 1-9-16,-4 1-9 0,6 3-13 0,-6 3-5 15,0-1-22-15,-3 2-43 0,0 5-240 16,-2-6-444-16,-3 4 197 0</inkml:trace>
  <inkml:trace contextRef="#ctx0" brushRef="#br0" timeOffset="47249.1">4832 10914 163 0,'4'-4'190'0,"1"-1"-16"15,3-1-20-15,-3 4-16 0,3-2-13 0,-2 2-14 0,3 0-12 16,-3 2-11-16,2-4-13 0,-1 4-4 0,1 4-9 15,1 1-6-15,-1-2-8 0,1 6-2 0,-1 2-8 16,-1 2 2-16,-3 0-7 0,0 4 1 0,-3 2-1 16,-1 1-3-16,-4 6 0 0,-1-1-4 0,0 1-3 15,-5-1-2-15,2-7-2 16,-1-1-1-16,2 0-1 0,-3-2-2 0,3-5 10 16,2-2 5-16,0 2 6 0,1-6 10 0,0 2 17 15,0-1 21-15,2-2 27 0,-2 0 36 16,3-1 46-16,1-2 39 0,-4 4 14 0,4-4 4 0,0 0-24 15,0 0-25-15,0 0-20 0,5-17-16 0,-1 8-17 16,3-8-16-16,4 1-13 0,-2 0-14 0,1 2-13 16,3-3-13-16,-3 1-8 0,3 3-5 0,-2 0-13 0,-3 2-5 15,-2 5-5-15,-1-2-7 0,-1 5-15 0,0-1-20 0,1 0-22 16,-2 0-27-16,-3 4-20 0,6-2 1 16,-6 2-4-16,10 6 2 0,-6-1-2 0,1 1-1 15,2 4 5-15,0-2-8 0,1 8-6 0,1-2-20 16,-3 2-23-16,-1-2-24 0,3 2-18 0,-4 0-23 0,-2-5-27 15,1 0-21-15,0 1-52 0,-3-6-220 0,-2 2-549 0,1-5 244 16</inkml:trace>
  <inkml:trace contextRef="#ctx0" brushRef="#br0" timeOffset="47496.47">5245 10844 61 0,'0'0'188'0,"13"2"-12"0,-5 3-9 15,0 2-15-15,1 0-12 0,2 7-9 0,1 1-9 16,1 1-18-16,0 5-8 0,-2 5-13 0,1 1-8 16,-6-1-7-16,2 3 1 0,-7-1-12 0,-1 1-1 0,-4 0-10 15,-6-1-2-15,0-2 0 0,-3 3-5 0,-6-4-11 0,-3-1-12 16,-1-2-18-16,-4 0-40 0,-2-5-40 0,1-3-60 15,-8 1-141-15,4-2-306 0,-2-6 136 0</inkml:trace>
  <inkml:trace contextRef="#ctx0" brushRef="#br0" timeOffset="47850.56">4905 10732 119 0,'0'0'124'0,"-20"5"-11"0,11 1-6 0,-1 2-12 15,-3 5-3-15,-5 6-14 0,1 0-7 0,-2 7-6 0,0 2-3 0,1 6 0 16,-1 10 0-16,-2-1-10 0,10-9-1 0,-5 11 3 16,8-13 8-16,1-1-4 0,3-4-6 0,3 1-8 15,2-2 24-15,1-9 0 0,4 4 4 0,2-4 0 16,3 0-3-16,2-3-1 0,10 3-5 0,5-5-8 16,4-1-35-16,5-5-45 0,15-1-69 0,-14-2-217 15,14-6-334-15,-16 1 147 16</inkml:trace>
  <inkml:trace contextRef="#ctx0" brushRef="#br0" timeOffset="48166.93">5826 11050 118 0,'0'0'287'0,"0"0"-18"16,0 0-20-16,0 0-24 0,0 0-22 0,0 0-20 16,0 0-22-16,0 0-21 0,0 0-27 0,18-7-31 0,-9 5-36 0,4-4-40 15,0 6-48-15,3-3-64 0,0 1-217 0,-3 1-349 16,-1 0 154-16</inkml:trace>
  <inkml:trace contextRef="#ctx0" brushRef="#br0" timeOffset="48314">5842 11217 31 0,'0'0'166'0,"9"5"-10"0,0-2-5 16,10-3-20-16,8-6-14 0,6 4-30 0,5-3-71 16,13-6-159-16,-11 6-154 0,7-9 68 0</inkml:trace>
  <inkml:trace contextRef="#ctx0" brushRef="#br0" timeOffset="50271.8">6910 9883 22 0,'0'0'87'15,"0"0"20"-15,0 0-17 0,0 0 9 0,-5-5-10 16,5 5-12-16,0 0 8 0,0-2-16 0,0 2 8 0,0 0-3 16,0-5 7-16,0 5-8 0,0 0 2 0,-3-6-7 15,3 6-3 1,0 0 5-16,-1-4 4 0,1 4-9 0,0 0 8 16,0-5-8-16,0 5-6 0,0 0 0 0,-4-5-7 15,4 5 0-15,0 0-5 0,-1-4-1 0,1 4-6 16,0 0-3-16,0 0 4 0,0-4-2 0,0 4-3 15,0 0 4-15,0 0-8 0,0 0 0 0,0-5-2 16,0 5 0-16,0 0-2 0,0 0-5 0,0 0 0 0,0 0 0 16,0 0-4-16,0 0-3 0,0 0-1 0,0 0-2 0,0 0-3 15,0 0-5-15,0 0 4 0,0 0 0 0,0-3 0 16,0 3-5-16,0 0-2 0,0 0 2 0,0 0-5 16,0 0-4-16,0 0 2 0,0 0-10 0,0 0-5 15,0 0-4-15,0 0-10 0,0 0-3 0,0 0 12 16,0 0-5-16,0 0 3 0,-4 9 7 0,2-3-6 15,0-1 3-15,1 1 2 16,-3 7 2-16,2 3-4 0,-1 4 8 0,-2 4-4 16,-1 4 5-16,-1 4 1 0,2 2-3 0,-1 0 0 15,-4 15 3-15,3 1 6 0,-1-1-1 0,2 1 0 16,-3 1 1-16,3-2-3 0,2 1 8 0,0-3-9 16,0 1 5-16,4 3-1 0,-2-3 4 0,-1 3 3 15,1 1-6-15,-2-3 4 0,2 0 1 0,-1-1 1 16,-1 0-2-16,-1 2 13 0,-1-5-3 0,-2 3 1 0,3-13-8 0,-2-1 4 15,2 1 3-15,-3-3 1 0,2 2-1 0,-2-2 3 16,3-3-1-16,-4-1-1 0,-1-2-1 0,5-8 0 16,-3 6 0-16,4-6-3 0,-1-2 3 0,-1-4-2 15,2-2 4-15,-1 2 3 0,4-4-8 0,-1-2 0 16,1-2 8-16,-2 1 5 0,3-2 17 0,-1 0 16 16,1 1 1-16,0-4-11 15,0 0-27-15,0 0-3 0,13-11-6 0,-3 4-7 16,-1-1-5-16,4-3 1 0,2 2-1 0,1 0 2 15,-1 2-7-15,-6 0 3 0,5 1 5 0,-3 2-2 16,1 0-5-16,2 0 0 0,-1 3 5 0,-1 1-2 16,1 1-2-16,0-1 2 0,-1 7-2 0,0-2 1 15,2 5 1-15,2 5-2 0,-5-1-5 0,2 10 8 16,0 5-1-16,-4 2-1 0,-3 16 0 0,-2-1-1 0,0 5 1 0,-4-1 0 16,-4 4 2-16,3 0-3 0,-3 1 6 0,-1 1-3 15,-3-2-3-15,-1 1 3 0,3 3-5 0,-3 0 7 16,-3 2 3-16,2 25-3 0,1-33-8 0,-1 7 4 15,1-1 5-15,0 2 0 0,0-3 0 16,0 1-1-16,4 0 5 0,-4-1 4 0,4 2-3 0,-3-1 5 16,3 24 0-16,1-24-4 0,-2 24 2 0,3-24 1 0,0 26-1 15,-5-1 3-15,7-27-1 0,-1 5 25 0,5-4-4 16,-6 27 1-16,3-25-1 0,6 23-1 0,0-23 9 16,-2-1-1-16,10 23 4 0,-8-26 0 0,10 0 1 0,5-2 1 15,1 0-5-15,10-4-19 0,6-4 1 0,10-6-3 16,3-3-10-16,29 3-20 0,-20-15-22 15,35-6-39-15,10-4-48 16,12-14-67-16,7-6-199 0,11-7-422 0,2-12 188 16</inkml:trace>
  <inkml:trace contextRef="#ctx0" brushRef="#br0" timeOffset="52075.7">8961 9714 205 0,'0'0'214'16,"0"-4"-18"-16,0 4-23 0,0 0-18 0,0 0-12 0,0 0-19 0,0 0-20 16,0 0-8-16,0 0-13 0,0 0-12 0,0 0-11 15,0 0-15-15,0 0-1 0,4 16-7 0,-3-5-8 16,-1 0 3-16,0 7-4 0,-1-1-1 0,0 1-5 16,-3-1-5-16,0 2 0 0,-3 0-8 0,0 6 5 15,0-7 4-15,1 2-1 0,1 0-5 0,0-1-1 16,0-4-2-16,-3 2 0 0,3-6-2 0,4-1 3 0,-2-2-4 0,-1-1 1 15,4-2 0-15,-1 2 13 0,1-5 19 0,-1 2 20 16,1-4 23-16,-3 5 13 0,3-5-6 0,0 0-7 16,13-10-8-16,-8-1-9 0,9-2-6 0,-2-2-1 15,5-7-11-15,-2 2-2 0,1-2-11 0,0-2 1 16,0 1-3-16,-2 0-1 0,4 4 3 0,-9 4-3 16,2 1 5-1,1-1 6-15,-6 4 1 0,2 5 0 0,-3-2-6 16,0 2-2-16,-1 1-6 0,0 0-4 0,-3 3-8 15,2-3-17-15,-2 4-18 0,-1 1-12 0,0 0 4 0,0 0-2 16,3 8 5-16,-3 2 0 0,-4 2 4 0,0 4 3 16,0 2-1-16,0-1 4 0,3 2 1 0,-3 0 3 15,4 7 3-15,0-1 0 0,1 2 2 16,6-8-1-16,6 3-5 0,3-3-10 0,8-2-42 0,6-5-65 0,8-4-98 16,14-1-222-16,1-7-483 0,3-10 215 0</inkml:trace>
  <inkml:trace contextRef="#ctx0" brushRef="#br0" timeOffset="53109.15">11509 9509 106 0,'0'0'244'0,"0"-5"-13"0,0 5-13 0,0-3-15 15,0 3-8-15,0 0-22 0,0 0-14 0,0-5-16 16,0 5-14-16,0 0-15 15,0 0-12-15,0 0-13 0,-4-3-10 0,4 3-15 16,0 0-7-16,-19 6-5 0,11-2-9 0,-2 2-5 16,-4 3-2-16,-1 0-5 0,1 2-4 0,-2 2-3 15,1 1-7-15,1-1 8 0,0 2-9 0,0 2-1 16,3-5-2-16,0 5-2 0,1 0-2 0,2-2 0 0,-2 1-2 16,4-4 3-16,2 0-2 0,1-1-2 15,-1-2-1-15,4 0-2 0,0-1 2 0,0-1 3 0,3-2 2 0,-2 1 6 16,3-1 9-16,1-4 7 0,3 1 2 0,1 0 11 15,1-4 10-15,2 0 2 0,0 1 1 0,0-4 6 16,0-4-1-16,5 0 0 0,-4-2-4 0,2 0 2 16,-3-1-4-16,-1-3 1 0,-2 1 11 0,1-1-21 15,-2-1-3-15,-3 1-5 0,0-2-4 0,-1 6 10 16,-4 0-13-16,3-2-4 0,-3 2-13 0,-3 0-8 0,2 3-5 0,-6 0-10 16,5 2-14-16,-6 0-15 0,-5 1-10 0,3 1-13 15,-5 1-17-15,2 3-22 0,0 1-24 0,-6 1-26 16,3 1-33-16,3-2-27 0,2 4-57 0,-1-2-167 15,5 1-467-15,2-1 208 0</inkml:trace>
  <inkml:trace contextRef="#ctx0" brushRef="#br0" timeOffset="53547.85">12062 9361 222 0,'0'0'256'0,"5"-3"-19"0,-5 3-20 16,4-2-23-16,-3-1-17 0,-1 3-19 0,0 0-21 16,0 0-21-16,0 0-24 0,0 0-9 0,0 0-9 0,-5 12-6 15,-5-1-5-15,0 2-8 0,-9 5-3 0,-1 1-6 16,0 4-6-1,-4-3-6-15,4 0-3 0,-1 1-4 0,-1 0-3 16,3-3-3-16,1 1 1 0,4-4-4 0,1 0-3 16,4-3 0-16,1-1 2 0,2-1-6 0,0-2-2 0,2-3-1 15,0 1-1-15,0-2-3 0,3 0 2 16,0 1 0-16,2 0-1 0,0-1 4 0,3 2-1 16,4 1 2-16,2 0-3 0,5 0-1 0,2-1 0 15,1 3-4-15,2-2 1 0,1 0 0 0,6 5 0 0,-3-2 0 0,-2-3-2 16,-4 5 3-16,1-5-2 0,0 3-2 0,-2-4 0 15,-1 3 1-15,-4-4 1 0,-2 2-3 0,-3-5 2 16,1 1 1-16,-4 1-2 0,1-1-2 0,-1-1 8 16,0 1-6-16,1-1-3 0,-5-2-10 0,5 3 3 15,-5-3-10-15,0 0-17 0,0 0-63 0,0 0-59 16,0 0-225-16,0 0-415 0,-9-14 183 0</inkml:trace>
  <inkml:trace contextRef="#ctx0" brushRef="#br0" timeOffset="54026.91">12406 9486 26 0,'2'-3'270'0,"-2"3"-24"16,4-7-20-16,-2 5-24 0,-2 2-22 0,5-2-17 15,-5 2-18-15,0 0-17 0,0 0-12 0,9 4-14 16,-4-1-9-16,-1 4-10 0,-1-2-13 0,1 4-5 0,0 0-7 16,-1 2-2-16,-3 1-10 0,0 0-1 0,0 0-9 0,-3 4 0 15,1 0-7-15,-4 0 2 0,3 1-3 0,-4-2-1 16,2-2-3-16,-3-1-4 0,3-1-1 0,-1 0-3 16,1-1-4-16,-1-1 3 0,2-2-7 0,0-2 3 15,1 0 3-15,1-1 0 0,-1-1 3 0,2 2 31 16,-2-1 33-16,3-4 31 15,0 0 31-15,0 0 13 0,0 0-17 0,0 0-18 16,11-9-23-16,-2-1-4 0,1 1-7 16,1-5-6-16,2-1-10 0,9-7-15 0,-2 2-18 15,-1-1-7-15,3 0-7 0,-11 9-9 0,6-1 7 0,-12 4 3 16,4 3-3-16,-4 1-5 0,0-1-5 0,-1 3-10 16,0 1-13-16,-1-1-24 0,-2 0-17 0,-1 3-11 15,0 0-5-15,0 0 6 0,9 7 7 0,-8 1 3 0,-1 1 0 16,4 1 8-16,-3 7 3 0,3-2 6 0,-1 2 0 15,3 0 10-15,-1-1-5 0,4 1-18 0,0-4-23 16,3 2-24-16,-1-2-41 0,1-3-33 0,4 0-58 16,-6-1-234-16,3-8-500 0,5 3 221 0</inkml:trace>
  <inkml:trace contextRef="#ctx0" brushRef="#br0" timeOffset="54465.62">13414 9288 199 0,'0'0'182'0,"0"0"-12"15,0 0-17-15,0 0-15 0,0 0-12 0,0 0-19 16,-14 12-4-16,9-4-14 0,-4 1-8 0,-1 3-7 0,-3 1-10 0,-2 3-7 16,-4 3-12-16,-3 1 6 0,4 1-11 0,-2 1-4 15,-1-1-2-15,3-1 1 0,4-5-11 0,1 0-2 16,3-1-1-16,1-4-2 0,0-1-4 0,4 1 6 16,1-4 11-16,-1-1 9 0,1 0-2 0,1-1 1 15,1 0-3-15,1 3-1 0,0-6 1 0,2 3 4 16,0 0 4-1,3 1 3-15,4-1-1 0,3-2-4 0,-2 3-1 0,5 0 0 16,-1-1 6-16,6-1-2 0,-1 3-3 0,3 0-5 16,-2-1-2-16,-1 2-1 0,-2-2 0 0,1 0-1 15,-3-2-7-15,-3 3-1 0,3-3-2 0,-3 1-2 16,-1 0-15-16,0-2-14 0,-5 2-31 0,7-1-32 16,-5 1-43-16,1-3-47 0,-3 1-76 0,0-1-144 15,-5-1-409-15,11-3 181 0</inkml:trace>
  <inkml:trace contextRef="#ctx0" brushRef="#br0" timeOffset="54882.03">13878 9399 169 0,'3'-5'338'0,"-2"4"-25"0,0-3-28 0,-1 4-25 0,0-4-27 16,0 4-24-16,3-3-26 0,-3 3-26 15,0 0-26-15,0 0-13 0,0 0-17 0,0 0-12 0,-3 15-8 0,-2-6-11 16,1 3-6-16,-5 5-5 0,-1 1-3 0,-3 3-6 16,0 3-4-16,-2-1-7 0,-3-1-4 0,3-1-4 15,1-7-3-15,4 1-1 0,2-4-5 0,3-4 0 16,-2 1-2-16,2-3-1 0,0 2-3 0,3-4 4 15,-1 0 17-15,2-1 38 0,-3 2 32 0,4-4 34 16,0 0 5-16,0 0-10 0,0 0-18 0,0 0-12 0,8-15-9 0,1 6-4 16,-1-3-14-16,4-1-11 0,2 2-13 0,-2-2-4 15,2 4-2-15,-3 0-11 0,-1 1 3 0,-1 3-17 16,4 1-7-16,-6-1-14 0,3 1-3 0,-3 1-10 16,1 3-5-16,0-1-16 0,2 1-3 0,-1 3-7 15,0-1-8-15,1 3-17 0,2 1-8 0,-3 0-27 16,0 4-18-16,1-3-30 15,-3 2-29-15,0 2-30 0,-2-2-37 0,1 0-34 16,-3-3-251-16,-1-1-572 0,0 0 254 0</inkml:trace>
  <inkml:trace contextRef="#ctx0" brushRef="#br0" timeOffset="55066.88">13824 9399 16 0,'-3'-2'316'0,"0"2"-18"16,3 0-11-16,-8-5-17 0,8 5-14 0,0 0-4 0,-5-2-23 16,5 2-22-16,-2-2-19 0,2 2-21 0,0 0-18 15,0 0-11-15,29 0-31 0,-1 0-40 0,4 0-40 16,3 0-54 0,2 1-53-16,-3-1-65 0,2-2-60 0,-7 0-215 15,2-1-454-15,-3-1 200 0</inkml:trace>
  <inkml:trace contextRef="#ctx0" brushRef="#br0" timeOffset="55329.84">14481 9227 308 0,'0'-4'295'0,"0"4"-30"15,0 0-25-15,0 0-28 0,0 0-28 0,0 0-24 16,0 0-17-16,0 0-11 0,0 12-19 0,-5-3-12 15,1 4-8-15,-5 4-10 0,-1 8-8 0,-2 0-10 16,-1 4-4-16,0-2-7 16,-4 0-4-16,2 2-7 0,0 2 0 0,-1-4-5 15,-2-1-4-15,4-2-5 0,3-2-10 0,-1-3-18 16,4-4-18-16,2 0-14 0,-3-6-23 0,4 3-24 16,1-2-16-16,-1-3-21 0,1-2-12 0,2 0-25 15,-1-3-12-15,3-2-172 0,0 0-362 0,0 0 161 16</inkml:trace>
  <inkml:trace contextRef="#ctx0" brushRef="#br0" timeOffset="55599.32">14514 9492 30 0,'0'0'241'0,"7"-1"-21"0,-7 1-24 0,0 0-15 15,0 0-7-15,7 5-15 0,-3-1-11 0,0 2-6 0,0-1-12 16,0 4-7-16,0 1-12 0,0 0-5 0,-2 1-11 0,2 2-4 15,-3 1-7-15,-1 3-10 0,-5-1-7 0,5 1-5 16,-2-4-5-16,-1 0-6 0,2-2-3 0,-2-1-7 16,2 0-8-16,-2-3 2 0,3 0-3 0,0-2-3 15,-1 1-1-15,1-2 14 0,1 1 19 0,6-1 7 16,4-1-4-16,7 2-4 16,14-4-5-16,5 2-16 0,18-6-52 15,1 2-67-15,0-4-99 0,-2 0-306 0,0-5-524 16,-4 4 232-16</inkml:trace>
  <inkml:trace contextRef="#ctx0" brushRef="#br0" timeOffset="56986.59">8493 11147 250 0,'1'-3'248'0,"2"-1"-13"0,-3 4-15 16,3-4-23-16,-3 2-17 0,0 2-21 0,0 0-21 15,0 0-23-15,0 0-16 0,0 0-17 0,0 0-15 16,0 0-7-16,0 0-6 0,0 12-6 0,-3-2-4 15,0 2-6-15,0 2-2 0,-5 5-3 0,-1 5-5 16,-1-1 0-16,1 1-3 16,-4 1-3-16,3 0-1 0,-4-1-7 0,6-8 1 15,-5 6 1-15,5-6-2 0,2-6-2 0,3 2-2 16,-1-4 3-16,2-3 0 0,-2-1 11 0,3 0 27 16,1-4 32-16,-5 5 37 0,5-5 24 0,0 0-6 15,0 0-13-15,0 0-4 0,0 0-22 0,5-21-9 16,-2 11-9-16,1-2-10 0,2-7-10 0,1 1-5 15,3 0-19-15,-3 0-9 0,2 0 0 0,1 2-13 0,-2 3 1 0,-3 3 6 16,2 0-7-16,-5 5 1 0,2-2-16 0,1 4-15 16,-1-1-16-16,0 4-2 0,-4 0 3 15,9 0-7-15,-4 2 0 0,2 3 2 0,0 2-3 0,1 1 2 16,-1 1 3-16,2 0 2 0,0 6-3 0,-1-5-15 16,2 3-16-16,0 0-19 0,-2-3-29 0,1 4-24 15,0-6-27 1,-3 2-53-16,2-4-243 0,-3 1-497 0,-4-3 219 15</inkml:trace>
  <inkml:trace contextRef="#ctx0" brushRef="#br0" timeOffset="57249.56">8383 11186 205 0,'-7'0'201'0,"7"0"-17"16,0 0-14-16,-7 0-19 0,7 0-7 0,0 0-11 16,0 0-9-16,0 0-15 0,0 0-6 0,0 0-8 15,0 0-11-15,18 1-8 0,1-2 2 0,11-3-10 0,2 1-1 0,5-2-8 16,1 2-6-16,2-3-4 0,-2 3-4 0,-2-1-3 16,-3 1-5-16,-2-1-7 0,-3 4-2 0,-8-3-7 15,-2 1-13-15,-4 2-14 0,-3-1-31 0,-3 1-29 16,0 1-16-16,-8-1-7 0,5 1-30 0,-5-1-50 15,0 0-131-15,0 0-324 0,-16 8 144 0</inkml:trace>
  <inkml:trace contextRef="#ctx0" brushRef="#br0" timeOffset="57657.02">9053 11304 112 0,'0'0'161'0,"0"0"-7"0,0 0-11 15,0 0-6-15,0 0-12 0,0 0-11 0,0 0-4 16,10 2-9-16,-10-2-8 0,22-1-11 0,-8-1-3 16,4 0-12-16,1-2-1 0,10 0-6 0,-1 0-3 0,-6 0-3 15,-3 0-1-15,3 0-4 0,-3 0-5 0,-6 3 1 16,0-3-5-16,1 1-1 0,-5 1-9 0,-1 1 0 15,-2-1-6-15,-1-1 3 0,-5 3-5 0,8 0-10 16,-8 0-17-16,0 0-27 0,0 0-18 0,0 0-25 16,0 0-33-16,0 0-30 0,-27 3-149 0,19-3-312 0,3 0 139 15</inkml:trace>
  <inkml:trace contextRef="#ctx0" brushRef="#br0" timeOffset="58136.08">9578 11145 63 0,'6'-1'189'0,"1"0"-17"0,3 0-18 16,2 1-14-16,-2 2-14 0,-1-1-13 0,2 2-15 15,0 2-10-15,-2 2-4 0,1-2-11 0,-3 3-1 0,-2 1-14 0,3 3-4 16,-4-2-5-16,1 3-8 0,-5-1-5 0,0 1-3 16,-4 2 3-16,1 1-9 0,-1 0-1 0,-2-7 1 15,0 6-1-15,0-5-3 0,-1-3 4 0,1 2-1 16,2-2-1-16,0-3 9 0,0 1 2 0,2 0 14 16,-1-1 15-16,1-1 27 0,2-3 26 0,-5 4 21 15,5-4-6 1,0 0-15-16,0 0-10 0,0 0-10 0,10-17-12 0,-1 10-11 15,-1-5-7-15,5-1 6 0,2-2-17 0,5-3-11 16,-1-2-4-16,-1 1 0 0,-1 3-13 0,-2-1-7 16,-1 1 0-16,-6 8 0 0,-1-2 3 0,0 5-1 15,-1-1-7-15,-1 2-6 0,-1-1-3 0,-1 2-14 16,-2 0-20-16,2 1-9 0,-3 2 1 0,0 0 7 16,0 0 2-16,-4 18 4 0,0-8-1 0,1 3 2 0,-1 2 2 15,-1 3 1-15,4-4 4 0,0 5 1 0,2-2 1 0,5 1 5 16,2-3-3-16,2 2 1 0,7-5-3 0,7 2-25 15,4 0-49-15,5-3-64 0,20-5-104 0,-14-6-198 16,0 0-488-16,14-2 216 0</inkml:trace>
  <inkml:trace contextRef="#ctx0" brushRef="#br0" timeOffset="60193.92">11418 11050 50 0,'0'-3'230'0,"0"3"-9"0,4-6-15 0,-4 2-4 15,0 4-10-15,1-4-12 0,-1 4-22 0,2-3-13 16,-2 3-19-16,0 0-12 0,0 0-24 0,0 0-8 0,0 0-17 16,0 0-9-16,0 0-5 0,2 16-6 15,-4-10-3-15,-1 6-5 0,-3 0-5 0,0 1-1 16,-1 3-4-16,-2 1-2 0,1 0-2 0,-1 1-5 0,-1 0 2 0,0 4-2 15,1-5-5-15,0-1-1 0,0-3 2 0,4-1-3 16,-2-3-2-16,4-4 3 0,0 1-7 0,-2 0 12 16,3-2-2-16,-1 0 32 0,2-1 32 0,-2-1 28 15,3-2 5-15,0 0-15 0,0 0-9 0,0 0-8 16,9-17-12-16,-4 9-1 0,1-1-12 0,1-4-6 16,3-1 4-16,0-2-14 0,2-4-18 0,4 2-2 0,0-4-2 0,-5 9-11 15,-2 4 6-15,-2 0-6 0,-1 1-1 0,-2 3-3 16,3-1-4-16,-4 2-13 0,2 2-10 0,-1 1 5 15,-4 1-8-15,9 3 0 0,-5-1 4 0,2 5-5 16,-1-1 2-16,0 2 2 0,3 2 3 0,2 2 2 16,-6 1 3-16,4-2-21 0,-3 0-16 0,3 3-20 15,-1 1-24-15,0-4-32 16,-2 0-22-16,-1 1-39 0,1-5-44 0,-4 0-161 16,0-3-427-16,-1 1 190 0</inkml:trace>
  <inkml:trace contextRef="#ctx0" brushRef="#br0" timeOffset="60363.15">11358 11090 95 0,'-5'0'274'0,"5"0"-24"0,-4-2-24 16,4 2-24-16,0 0-19 0,0 0-21 0,9-5-17 0,4 3-11 15,5 0-15-15,3-1-15 0,6 2-39 0,4 1-40 16,-3 0-50-16,3-3-70 0,-11 4-89 0,8-2-96 15,-7-3-304 1,-1 3 135-16</inkml:trace>
  <inkml:trace contextRef="#ctx0" brushRef="#br0" timeOffset="60657.21">11904 11005 30 0,'0'0'253'0,"0"-6"-28"16,0 6-23-16,0 0-26 0,0 0-23 0,0 0-12 16,0 0-15-16,-8 16-19 0,4-4-11 0,-6 3-5 15,1 2-9-15,-2 7-9 0,-6 0-11 0,0 3-1 16,0 0-8-16,-4-1-8 0,4 4-2 0,-3-1-4 16,6-3-5-16,-4-3-3 0,9-6-4 0,0 1-3 0,0-2-4 15,4-7 1-15,1 3-1 0,-1-3-3 0,1-1 2 16,-1-2-6-16,4 0 3 0,1-4 0 0,-3 2-1 15,2-1 2-15,1-3-1 0,-4 7 3 0,4-7-1 16,0 2-6-16,0-2-10 0,0 0-55 0,0 0-63 16,0 0-39-16,0 0-194 0,0 0-378 0,3-12 168 15</inkml:trace>
  <inkml:trace contextRef="#ctx0" brushRef="#br0" timeOffset="60942.32">11973 11263 204 0,'6'-1'224'0,"-6"1"-17"0,10 1-23 0,-4-1-18 16,-1 1-14-16,0 0-14 0,-2 3-11 0,1-1-14 16,0 0-9-16,-1 2-8 0,-2 1-9 0,0 0-11 15,2 3-6-15,-4 1-5 0,-2 1-8 16,0-1-5-16,0 2-4 0,-1-2-5 0,-2 3-3 0,2-4-8 15,1-4-2-15,2 0-1 16,-2 2-1-16,1-3-4 0,0 1 1 16,1-2-2-16,1-3 8 0,-1 5 2 0,1-5 8 15,10 2-7-15,3-4 0 0,9-1-10 0,7-3-12 16,4 1-23-16,7-2-38 0,-2-1-47 0,14-4-57 0,-14 4-238 16,13-6-423-16,-13 3 186 0</inkml:trace>
  <inkml:trace contextRef="#ctx0" brushRef="#br0" timeOffset="61412.27">13064 10905 85 0,'3'-5'266'0,"-1"2"-12"0,-2 3-23 15,3-3-16-15,-1 1-21 0,-2 2-23 0,3-2-18 16,-3 2-21-16,0 0-20 0,0 0-20 0,0 0-16 15,0 0 0-15,-4 10-6 0,-4 0-10 0,1 1-7 16,-5 3-4-16,-7 6-10 0,0 1 1 0,-7 2-7 16,3-3 1-16,-1 4-7 0,0-3-3 0,2 1-4 0,2-1 0 0,2-2-5 15,4-6 1-15,3 1-3 0,1-3-2 0,4-3 1 16,-2-1 0-16,4-1-1 0,-1 1 2 0,4-3-1 16,-3 0 1-16,3-2-1 0,1 5 2 0,1-2 2 15,3-2-1-15,2 2 1 0,2-1 1 0,1 0 1 16,4 1-6-16,2-1-5 0,3 0 2 0,0 3-3 15,1-2 1-15,1 0-2 16,-6 2 4-16,5-2-18 0,-2 3-25 0,1-2-40 16,-4 0-53-16,4 0-52 0,-6-3-220 0,0 0-433 15,-1-1 191-15</inkml:trace>
  <inkml:trace contextRef="#ctx0" brushRef="#br0" timeOffset="61844.47">13291 11059 98 0,'3'-2'228'15,"0"-4"-24"-15,-3 6-17 0,7-1-22 0,-3 1-14 16,-4 0-14-16,0 0-18 0,14 7-6 0,-7-3-12 15,-1 2-12-15,-1 3-9 0,1-1-7 0,0 1-8 16,-4 3-7-16,-1 0-5 0,-1-1-2 0,0 1-7 0,-2 1-7 16,-1 2-2-16,-1 0 0 0,-4-1-5 15,1 0 2-15,1-6-4 0,-1 4-5 0,-1-1-1 16,1-5-3-16,2 1-2 0,2-2 5 0,1 0-1 0,-1-1 7 0,1-1 19 16,-1 0 27-16,3-3 26 0,-3 4 34 0,1-2 6 15,2-2 20-15,0 0-13 0,0 0-16 0,10-9-14 16,-2 4-13-16,-2-2-11 0,6-1-10 0,-1-2-9 15,2-3-14-15,1 1-4 0,2 3-4 0,-6 1-8 16,-1 1 1-16,-2 1-11 0,2-1-6 0,-5 6-6 16,2-3-7-16,-2 1-19 0,0 2-15 0,-4 1-10 0,8 0-1 0,-8 0 1 15,7 4-1-15,0 0-1 0,-2 2 5 0,3 2-2 16,2-1-1-16,-1 4 0 0,2 1-11 0,2 0-32 16,2 1-44-16,2-1-60 0,7 0-79 0,-6-4-276 15,3-2-575-15,-5-2 256 0</inkml:trace>
  <inkml:trace contextRef="#ctx0" brushRef="#br0" timeOffset="62383.46">14338 10851 114 0,'0'0'187'16,"4"-2"-10"-16,-4 2-8 0,0 0-21 0,6-1-15 0,-6 1-17 16,0 0-12-16,0 0-14 0,0 0 0 0,0 0-6 15,0 0-7-15,-10 13-4 0,1-3-7 0,-1 1-5 0,-4 4-8 16,-7 6-2-16,-2 0-12 0,0 0-3 15,0 1-7-15,2 1-1 0,-1 1 2 0,2-6-5 16,3 3-2-16,4-4-5 0,3-2 2 0,1-2 3 0,0-3 7 16,5-1-1-1,-1 1 2-15,5-1-1 0,0-2 3 0,0 0 2 16,5 2 6-16,2-3 4 0,3 4 3 0,0-3 1 16,9 0-4-16,2 1-4 0,-1-2-1 0,2 2 3 15,7-3 1-15,0 4-1 0,1-3 0 0,-11-1 2 16,3-1-12-16,-2 1-4 0,-2-1-12 0,0 1-14 15,-5-2-31-15,0 1-29 0,-2-1-42 0,1-1-44 16,-1 1-65-16,-2-2-180 0,-2-2-420 0,1 1 186 0</inkml:trace>
  <inkml:trace contextRef="#ctx0" brushRef="#br0" timeOffset="63570.87">14999 10906 158 0,'0'0'205'15,"0"0"-17"-15,1-5-24 0,-1 5-18 0,0 0-14 0,0 0-7 16,5 9-12-16,-5-2-12 0,-1-1-5 0,-3 5-12 15,0 1-8-15,2-1-6 0,-5 4-7 16,-3 3-9-16,5-2-6 0,-3 3-1 0,2-2-6 0,-3 0 0 0,1-1-13 16,3-2 5-16,1-2-8 0,0-3 0 0,3-2-2 15,-3-2-1-15,2 1 2 0,-1-2 5 0,2 0 52 16,-2 0 26-16,3 0 27 0,-1-1 29 0,1-3 21 16,0 0-7-16,0 0-8 0,0 0-20 0,0 0-22 0,10-8-6 15,-6 1-10-15,1-2-12 0,-1 4-16 16,1-3 7-16,3 0-20 15,-2 3-8-15,-2 1-8 0,0-1 5 0,0 1-26 16,-3 0-6-16,7 2 3 0,-8 2-5 0,4-3-23 16,-4 3-6-16,3-2-8 0,-3 2-3 0,0 0-12 15,12 7-4-15,-8-3-5 0,-3 1-3 0,5-1-15 16,-3 4-19-16,4-2-18 0,-3 4-32 0,0-2-31 16,1 2-39-16,-2-1-58 0,0-2-286 0,-3-2-580 15,-2 0 258-15</inkml:trace>
  <inkml:trace contextRef="#ctx0" brushRef="#br0" timeOffset="63749.23">14819 11011 221 0,'0'0'342'16,"-7"0"-14"-16,7 0-22 0,0 0-24 0,-5-1-35 15,5 1-17-15,0 0-30 0,32-7-26 0,-4 5-46 16,9 0-48-16,18 0-59 0,0 0-76 0,8 0-101 15,-6-1-236-15,1-1-423 0,-3-1 187 0</inkml:trace>
  <inkml:trace contextRef="#ctx0" brushRef="#br0" timeOffset="67859.52">26031 8717 112 0,'0'0'122'0,"0"-4"1"0,0 4-16 16,0-5-6-16,0 5-12 0,0 0-13 0,0-5 0 0,0 5-7 15,0 0-1 1,-2-5-12-16,2 5 6 0,0 0-6 0,0 0-7 0,-1-3-8 16,1 3 8-16,0 0-11 15,0 0-3-15,0 0-2 0,0 0 0 0,0 0-9 0,0 0-3 0,0 0-7 0,0 0 8 0,0 0-9 16,0 0 0-16,0 0 2 0,0 0-7 0,0 0-1 16,0 0-4-16,1 17-4 0,-1-7 9 0,0 0-2 15,0 2 1-15,-1 4-7 0,1 2 5 16,-3 1-4-16,3 0 3 0,0 7-5 0,0-3-1 0,-1-2 2 15,-2 4 3-15,7 0-2 0,-4 0 2 0,0-5-1 16,3-1-9 0,-2 7 11-16,1 1-5 0,1-3-1 0,-2 0 2 15,-1-5 0-15,0 8 1 0,3-8 1 0,-2 4-5 16,0-3 6-16,1-2 6 0,-2-1-1 0,0 4-8 16,1-4 9-16,-1 1 2 0,0 1-6 0,0-2 0 15,0 1 1-15,1-1-3 0,-1 0-8 0,0 1 10 16,0 2-2-16,0-3 0 0,-1 1 10 0,0 0-12 15,-1-1 2-15,1-2-4 0,1 1 7 0,-4 0-7 0,4 0 9 0,0 1-6 16,-4-3-6-16,2 1 4 0,2-1 6 0,-1-1-3 16,-2-2-6-16,3 0 6 0,-1 2 0 0,1-3-4 15,0 1 0-15,1 0 8 0,-1-1-14 0,0 0 5 16,0 2 6-16,3-3-4 0,0 4-1 0,-3-5 0 16,4 3 3-16,-1 0-3 0,-2-2 6 0,0 5-7 15,2-3 3-15,-2-1-1 0,-1 1 6 0,3 5-7 0,-3-5-13 16,0 2 9-16,0-1 5 0,0 2 0 0,0 3 1 0,-3-2 2 15,3-2 1-15,0-3-6 0,0 4 0 0,0-2 9 16,0 5-5-16,0-5-3 0,0 0 0 0,0 1-2 16,0-3 7-16,0 1-4 0,0 1-1 15,0-2 12-15,0 2-16 0,0 0 7 0,0 0-4 0,0 0 10 16,3-2-5-16,-3 1-5 16,0 2 4-16,1-1 5 0,-1-2-4 15,-1 3-6-15,1-1 4 0,0 1-4 0,-3 3-2 16,6 0 4-16,-6-4-1 0,3 1 2 0,-1 3 3 15,1 1-6-15,-1-3 3 0,-1 2 2 0,1-3-7 0,0 2 4 16,1-2 0-16,-3 3 6 0,3-3-8 0,-1 3-4 16,-2 0 10-16,3-1-2 0,0 0 1 15,0 2 1-15,0-5-7 0,0 2-1 0,0 0 4 0,0 1-5 0,0-2 4 16,0 4 0-16,0-6 1 0,0 5 6 0,3 1-5 16,-3 1-7-16,1-1 9 0,-1 0-2 0,-1 1 1 15,1 0 2-15,0 0-3 0,0 1 4 0,-3-2-8 16,1-1 6-16,-2 2-5 0,3-1 0 0,-2 2 6 15,2-3-3-15,-3 1 0 0,3-1 3 0,-2 1 2 0,2 2-2 16,-2-3-6 0,2 1 7-16,1-4-8 0,0 3 4 0,-2 0-2 15,0 1 1-15,2-1 2 0,0 1 0 0,0-4 0 16,0 0-1-16,0 3 2 0,0-4-2 0,-1 1 0 16,1 3 1-16,0-1-1 0,-4 1-3 0,4-4 6 15,0 4-8-15,0-5 9 0,0 3-3 0,-4-2-7 16,4 5 5-16,0-3-1 0,-1 2-3 0,1-4 2 15,0 1 0-15,-2 2 0 0,0-3-2 0,2 2 8 0,-1 0-4 0,-2 0 2 16,3-2 0-16,-1-1-2 0,1 1-3 0,-4 1-3 16,4-1 3-16,-4 5 3 0,3-1 2 0,-1 0 2 15,0 0-6-15,2-4 6 0,-3 1-1 0,3 5 2 16,-2-2-6-16,1 2 0 0,1-1 3 0,0 0-3 16,0-1 3-16,-2 1 2 0,4 0-3 0,-2 0 1 15,-2 1-1-15,2-1-6 16,0 0 8-16,-2 0-2 0,2-1-6 0,-2 0 6 15,2 0-1-15,0 0-2 0,-2 0 5 0,2 1 3 16,0-2-8-16,0 1 7 0,2-1-4 0,-4-3 1 16,1 1 1-16,1-1 0 0,0 2-1 0,0 0-1 15,-1-2-5-15,1 0-7 0,-1 3 12 0,1-4 0 16,-2 0-6-16,0 3 10 0,0 1-4 0,2-4 2 16,-2 1-5-16,0 0 6 0,1 3-13 0,0-1 16 0,-3-1-7 0,4-2 1 15,0 5-3-15,-2 1 3 0,0-4 2 0,1 2 0 16,0 2-4-16,1-1 2 0,0 2 4 0,-1-1-2 15,-1 1-3-15,1 1 11 0,1 0-11 0,-1-2 4 16,1 4-3-16,-2-3-2 0,1 1 2 0,0-1 1 16,0 0 0-16,1-1 3 0,-2 0-5 0,1 0 4 15,0 0-5-15,-1-1 1 0,1 1 0 0,0-2-4 0,-2 2 8 16,3-1-6-16,0 0 1 0,0 1-5 0,0 1 8 0,0-2 1 16,0 1-10-16,2-3 13 0,-1 3 1 0,-1-2-6 15,0 2 4-15,0 2 1 0,0-6-7 0,0 3 6 16,0 1-6-16,0-1 11 0,-1 1-7 15,-1-4 3-15,-1 6-6 0,1-2 7 0,1 1-6 0,0 0-1 16,-1 0 6-16,0 3 0 16,1-1-4-16,-1-1 7 0,2 5-7 15,-1-3 5-15,1-1 0 0,0-2-2 0,0 5 7 16,-1-2-5-16,-1 0 6 0,2-2-4 0,0 8 0 16,0-8 0-16,2 0 1 0,-1 0-3 0,-1 6 0 0,-1 1-3 15,1-8 4-15,0 3 0 0,-2 4-2 0,1-6-1 16,0 2 1-16,1-1 3 0,0 6-8 15,-1-6 7-15,-2 6-3 0,2-6 5 0,1-1 7 0,0 0-4 0,-3 6 0 16,3-1 4-16,-1-3 0 0,0 4 2 0,-1-5-7 16,2 6 4-16,-2 3 7 0,1-3-6 0,-3-1-1 15,3 1-4-15,-1 1 0 0,0 2 3 0,0-2-4 16,-2 1-1-16,3 1-2 0,-1 1 1 0,-2-3 1 16,1 2-4-16,1-2-1 0,-3 5 1 0,0-4-4 15,2 3 3-15,-1-2-4 16,3 0 4-16,-2 0-5 0,2-1 1 0,0 2-1 15,-3-4 4-15,1 3-4 0,3-2 4 0,-5 3-4 16,4-5 2-16,0 2-4 0,-2 0 5 0,3 2-3 16,-4-1 1-16,4 0 5 0,-1 1-1 0,-3 3 2 15,3-3 5-15,-3 1 3 0,0-1-2 0,-1 1-4 16,4 3 0-16,-3-1-19 0,2-4 9 0,0 2-2 16,1 1 1-16,-3-1-2 0,0 3 2 0,2-1-3 0,0-1 2 0,2 1-1 15,-1-3 6-15,-3 0-6 0,4-2-1 0,-3 1 2 16,3-2 0-16,-2 2 6 0,2-2-2 15,0-1-1-15,0 3 5 0,0 2-1 0,0-1 0 0,2-2 0 16,-2-1-2-16,0 4-6 0,0-6 11 0,-2 3-3 16,7 1 3-16,-5-2 1 0,0-1-3 0,0 2-5 15,1-1 5-15,-2-3-2 0,1-4 3 0,0 2-4 0,0 3 0 16,-3-4 1-16,1-3 1 0,2 0 3 0,0-1-1 16,-2 0-20-16,0-4-9 0,1 0-15 0,-3-1-18 15,-1 2-30-15,1-6-32 0,0 2-61 0,-4-6-96 16,0-1-298-16,-2-4 132 0</inkml:trace>
  <inkml:trace contextRef="#ctx0" brushRef="#br0" timeOffset="70218.34">22265 12218 104 0,'0'0'138'0,"0"0"-10"0,0 0-6 0,0 0-7 16,0 0-6-16,0 0-16 0,0 0-7 0,0 0-7 15,0 0-10-15,0 0-9 16,0 0-3-16,0 0-8 0,0 0-4 0,0 0-8 15,0 0 3-15,0 0-9 0,21-4-4 0,-12 5-5 16,1-2 2-16,2 1-4 0,2-1 4 0,4-2-10 16,2 2 7-16,8-2-2 0,0 3-4 0,0-2 0 15,4 1-6-15,0-1 0 0,3 2-2 0,-2 0 0 16,0 0-1-16,2 2 3 0,-1-4 2 0,3 4-8 16,-1-2 6-16,1 3-4 0,-1-3-2 0,1 3 5 0,5-2-3 0,8 0-1 15,-9 1 2-15,9-1-4 0,2-2 2 0,-1 2 1 16,3-2 0-16,-2-1-2 0,0 2 0 0,-13-1 2 15,3 0-2-15,-5 2 1 0,4-2-3 0,-1 1 5 16,-4 0-5-16,3 0 2 0,-3 0 2 0,1-1-1 16,1-1 2-16,-3 1 1 0,-1 0 4 0,2-2-3 15,-2 3 2-15,-1-3-5 16,0 3 4-16,1-1-4 0,0 0 0 0,-1-3 0 16,1 1-1-16,5 3 2 0,-3-2-2 0,2 0 1 15,-1 2 2-15,1-3 0 0,-1 2-2 0,4 0 5 16,-4 0 0-16,2-3-1 0,0 1 1 0,-2 3-3 15,0 0 1-15,0 0-2 0,0 0 1 0,3 0 2 16,-2-2-1-16,-2 0-3 0,1 1-1 0,3 1 1 0,-1 1-1 16,-2 1-2-16,3-2 1 0,-3 0-6 0,0 0 2 0,15 0-1 15,-16 0 4-15,3 0-4 0,-1 1-1 0,0 0 6 16,-2-2-5-16,2 1-1 0,15-1 5 0,-17-1-4 16,3 1 4-16,-3-2-5 0,5-1 7 0,9 2-5 15,-11-1 10-15,1 1-12 0,-2 0 3 0,2 2 1 16,-2-5 1-16,-1 2-5 0,4 3 6 0,-3-2-2 15,1-1-2-15,-1 1 1 0,-1 0 0 0,3-2 0 0,-2 3 0 0,-1-2 2 16,-1 3 2-16,4-3-5 0,-6 1-1 0,3 1-1 16,-4-2 4-16,3 1-5 0,-4 2 4 0,6-1 0 15,-2 1-2-15,-1-2 5 0,1 2-5 0,2-3-1 16,-1 2 2-16,1 0 0 0,1-2-1 0,0 2 6 16,2 2-2-16,-4-2 3 0,17-1-3 0,-16 1-5 15,2-1-8-15,12 1 12 16,-15-3-2-16,4 3-1 0,-3 0 1 0,1-2-3 15,-1 1 3-15,0 2 10 0,2-1-9 0,-4 1 1 16,1-2 1-16,2 1 3 0,-1 1-4 0,-3-2-2 16,1 0 1-16,4 4 2 0,-5-5-4 0,3 3 2 15,-4-1 0-15,3 1-2 0,-1-3 2 0,-2 3-1 16,0-2 0-16,0 2 2 0,-1-2-3 0,2 1 1 16,-2-1 3-16,-1 1-4 0,3 0-6 0,-6-2 14 0,2 3-9 0,-1 0 6 15,1 0-6-15,-3 0 8 0,3-1-11 0,-2 1 10 16,-7 0-2-16,7 1-2 0,-6-1-1 0,-4 0-1 15,4-1 5-15,0 1 3 0,-1 0-3 0,-1-1 1 16,0 1-10-16,7-1 8 0,0-2 0 0,1 3-1 16,1-1 3-16,-2 0 0 0,2 2 1 0,0-2-3 15,2 1 5 1,-2 0-7-16,0-2 3 0,2 4 1 0,-4-2-6 0,4-2-3 16,-4 2 6-16,1 0-11 0,-1 0 15 0,-3 0-4 15,-2-3 4-15,-1 3-4 0,6-1 5 0,0 0-1 16,-7 1 3-16,6 1-7 0,-4-2 1 0,-3 2-1 15,7-1 0-15,2 0 0 0,-10-1 4 16,11-1-4-16,-1 5 3 0,-1-3-2 0,-1-1 0 0,1-1 0 16,2 2 0-16,-2-2-3 0,1 1 1 0,-1 1-3 0,3-2 7 15,-2 2-2-15,1 0 4 0,-1-2-6 0,-1 0 5 16,4 1 4-16,-5-2-4 0,0 1 0 0,1-2-6 0,1 1 9 16,-2 3-5-16,-4 0 2 0,5-4-2 0,0 3 0 15,3-2-3-15,0 2-4 0,-3 0 6 0,4-1-6 16,-4 0 4-16,0 2-9 0,0-3 2 15,-1 3 3-15,1-1-7 16,0 0 6-16,0-1 4 0,0 2-4 0,1 0-4 0,1-1 6 16,-2 1 5-16,4 0-1 0,-1-3 4 15,2 3 2-15,-1-1-10 0,1-2 4 0,-3 1 6 16,3 0-7-16,-4 1 2 0,1 2 1 0,-9-1-4 16,2-1 4-16,-5 0 1 0,1 1-2 0,1 0 0 0,-2-1-5 15,-1 1 2-15,-4-2 3 0,1 2 4 0,0-1 4 16,-5 1 8-16,4-2 11 0,-8 2 7 0,4 0-1 0,-2-2 1 15,0 2 3-15,-7 0-3 0,10 0-6 0,-7-3 2 16,-3 3-5-16,9-1-7 0,-9 1-1 0,6 0 2 16,-6 0-1-16,5-3-2 0,-5 3-6 0,0 0 0 15,0 0 0-15,0 0-1 0,0 0-2 0,0 0-7 16,0 0 2-16,0 0-2 0,0 0-16 0,8 0-20 16,-8 0-17-16,0 0-22 0,0 0-30 0,0 0-34 0,0 0-25 0,0 0-33 15,0 0-98-15,0 0-318 0,0 0 140 0</inkml:trace>
  <inkml:trace contextRef="#ctx0" brushRef="#br0" timeOffset="71706.12">27979 12036 25 0,'0'0'167'16,"0"0"5"-16,2-5-9 0,-2 5-6 0,0 0-8 15,0 0-8-15,0-4-5 0,0 4-4 0,0 0-9 16,0 0-5-16,0-5-5 0,0 5-3 0,0 0-6 16,0 0-5-16,0 0-1 0,0 0-5 0,0 0 3 15,0 0-10-15,0 0-3 0,3-1-4 0,-3 1-6 16,0 0-4-16,0 0-10 0,0 0-7 0,0 0-7 0,0 0-6 15,0 0-3-15,0 0-6 0,0 0-3 0,0 0-7 16,0 0-1-16,0 0-5 0,0 0-1 0,0 0-3 0,0 0-7 16,0 0 0-16,0 0 0 0,0 0-3 0,0 11 0 15,0-4-1-15,0 0 2 0,0 2 6 0,1 1-6 16,-2 2-18-16,2-1-22 0,-1 6-27 16,0 1-38-16,-4 0-58 0,3-1-269 15,1-3-464-15,0-1 205 0</inkml:trace>
  <inkml:trace contextRef="#ctx0" brushRef="#br0" timeOffset="72439.03">27993 12767 2 0,'1'-2'254'0,"2"-1"-16"0,-3 3-22 16,4-3-25-16,-4 3-18 0,3-4-20 0,-3 4-21 16,0 0-17-1,0 0-18-15,0 0-13 0,0 0-7 0,3 10-10 16,-4-3-6-16,-4 0-9 0,1 3-2 0,-1 1-4 0,-6 4-5 15,1 0-9-15,-3 2 4 0,1 2-5 0,-2-2-7 16,1-1 3-16,-1-3-6 0,4 2 1 16,0-3 2-16,2-5-7 0,1 1 3 0,2-3 0 15,1 0 0-15,0-3 41 0,2 3 43 0,-3-3 37 0,5-2 31 16,-4 3-17-16,4-3-12 0,0 0-15 0,4-15-17 0,2 5-3 16,-1 2-18-16,0-3-9 0,3-3-7 0,2-1-16 15,1 1-5-15,-4 4 9 0,2 0-21 0,-4 2-5 16,4-1 0-16,-5 4-11 0,1 2-3 0,-1-1-16 0,-3 1-17 15,4 1-22-15,-5 2-1 0,5-1 1 16,-5 1-1-16,8 5-8 0,-3-1-1 0,-1 1 1 16,1 4-6-16,0-1-8 15,-1 3-18-15,0-1-7 0,0 0-26 0,-3 2-22 16,4 5-16-16,-2-8-23 0,-2 4-15 0,3-5-28 16,-2 0-219-16,-2 0-465 0,0-3 206 0</inkml:trace>
  <inkml:trace contextRef="#ctx0" brushRef="#br0" timeOffset="72608.12">27948 12762 132 0,'0'-4'282'0,"0"-1"-9"0,0-2-10 0,0 2-17 16,-2 3-15-16,2 2-27 0,0-6-19 0,0 6-19 16,2-3-14-16,-2 3-25 0,5-2-10 0,-5 2-25 15,0 0-26-15,17 4-32 0,-6 0-34 0,6-1-36 16,2 4-43-16,0-2-58 0,1-1-84 0,-3 1-129 0,-4-2-379 15,6 1 168-15</inkml:trace>
  <inkml:trace contextRef="#ctx0" brushRef="#br0" timeOffset="72855.35">28417 12744 38 0,'0'0'320'15,"0"0"-27"-15,3-3-32 0,-3 3-30 0,0 0-21 16,0 0-32-16,0 0-29 0,0 0-13 0,0 10-17 16,-4-1-12-16,-4 3-12 0,0 5-8 0,-5 5-10 15,-2 4-8-15,0 1-5 0,0-2-10 0,-2 3-3 0,2-1-6 16,0 2-1-16,2-2-6 0,0-3-3 0,3-9-15 0,3 4-13 16,-1-2-3-16,0-1-21 0,3-6-11 0,1 0-28 15,-3 1-22-15,1-3-21 0,5-3-20 0,-2 2 2 16,2-5-26-16,1-2-204 0,0 0-373 0,0 0 165 15</inkml:trace>
  <inkml:trace contextRef="#ctx0" brushRef="#br0" timeOffset="73071.45">28445 13033 19 0,'0'0'206'0,"9"3"-20"0,-9-3-10 0,10 2-14 15,-6 3-11-15,0 0-7 0,0 0-9 0,-1 4-14 16,-2 1-8-16,-1 2-10 0,-1 5-13 0,-2 3-5 0,-1-3-6 0,-1 2-12 16,-2-3-7-16,1 1-3 0,1-3-4 0,1-3-5 15,2-4-6-15,-2 3-5 0,1-5 1 0,3 0-1 16,0 0 7-16,4-2 3 0,5-2-8 16,5-1-22-16,15-4-38 0,5-1-52 0,14-7-76 15,-8 3-204-15,10-7-381 0,0 1 169 0</inkml:trace>
  <inkml:trace contextRef="#ctx0" brushRef="#br0" timeOffset="74058.27">29935 12044 104 0,'3'-2'266'15,"-3"2"-9"-15,1-3-6 0,-1 3-15 0,0 0-15 16,0-5-13-16,0 5-13 0,3-3-19 0,-3 3-10 15,0 0-17-15,2-4-13 0,-2 4-15 0,0 0-13 16,0 0-15-16,0-5-14 0,0 5-24 0,0 0-33 0,0 0-17 0,0 0-9 16,0 0 3-16,5 15-13 0,-5-9-21 0,4 4-17 15,-3 1-31-15,2 1-41 0,1 3-46 0,-7 1-225 16,6-1-427-16,-1-1 190 0</inkml:trace>
  <inkml:trace contextRef="#ctx0" brushRef="#br0" timeOffset="74659.42">29884 12649 211 0,'3'-3'291'0,"-3"3"-22"15,2-4-18-15,-2 4-29 0,0 0-22 0,5-3-25 16,-5 3-19-16,0 0-22 0,0 0-18 16,0 0-10-16,0 0-16 0,4 8-9 0,-4-1-10 15,-2-1-1-15,2 5 1 0,-3-2-3 0,-1 6-9 0,-3 1-4 16,0-1-2-16,1 2-9 0,-3-2-4 0,-4 2-4 15,5-1-2-15,-1-6-4 0,1 0-1 0,2 0-4 16,3-4 0-16,-3 0 1 0,4-1-1 0,1-1 4 0,-3-1 49 16,2-1 44-16,2-2 28 0,-3 1-13 0,3-1-17 15,0 0-19-15,5-10-7 0,-1 4-2 0,2-4-5 16,0-1-13-16,6 0-1 0,-3 0-13 0,0-3-10 16,5 1-3-16,-7 4-8 0,3 0 0 0,-3 1-1 15,3 2 3-15,-6 0-12 0,1 2-8 0,-1 0-2 0,-3 2-28 16,6 2-14-1,-7 0 8-15,11 2-11 0,-7 2-11 0,4 2-5 16,-3 2 4-16,1 2-5 0,2 0-7 0,-2 1-16 16,2 3-30-16,1 1-27 0,-4 1-27 0,-1-5-27 15,0 1-37-15,-3-1-37 0,0-3-290 0,1-1-586 16,-2-2 260-16</inkml:trace>
  <inkml:trace contextRef="#ctx0" brushRef="#br0" timeOffset="74813.06">29862 12671 322 0,'-4'-5'384'16,"2"0"-18"-16,2 4-11 0,-4-3-19 0,4 4-26 15,0-5-32-15,0 5-22 0,5-7-60 0,5 5-49 16,12 1-52-16,10-1-67 0,18 0-82 0,2 2-128 0,5-3-292 0,-18-1-512 16,-3-1 228-16</inkml:trace>
  <inkml:trace contextRef="#ctx0" brushRef="#br0" timeOffset="75862.22">25985 10033 209 0,'0'0'213'0,"-3"-2"-5"15,3 2-7-15,0 0-6 0,0 0-8 0,0 0-9 16,0 0-6-16,0 0-9 16,0 0-11-16,0 0-6 0,-6-3-6 0,6 3-10 15,0 0-14-15,0 0-13 0,0 0-10 0,0 0-19 16,12-2-30-16,-2 2-37 0,8 0-54 0,6-2-78 15,3 0-114-15,5 1-148 0,-2-2-419 0,-2-4 185 16</inkml:trace>
  <inkml:trace contextRef="#ctx0" brushRef="#br0" timeOffset="76964.73">24984 9322 81 0,'2'-3'239'0,"0"-1"-10"16,-1-3 1-16,0 2-5 0,3 0-5 0,-4-1-14 0,3 1-5 15,0 3-14-15,-2-2-6 0,1-1-10 16,-2 5-14-16,2-6-20 0,0 4-8 0,-2 2-18 16,2-3-17-16,-2 3-21 0,0 0-25 0,0 0-31 0,0 0-8 15,0 0 2-15,0 0-3 0,1 11-4 0,-3-1 5 0,-1 3-10 16,1 3 2-16,-6 1-1 0,2 2 2 0,-1 5-2 15,-2 0 2-15,-1 0-2 0,0 2 0 0,1-3 2 16,0-6-2-16,1-3 1 0,3-2 4 0,0-4-3 0,1 0 2 16,4-1 0-16,-4-2 5 0,3-1-3 15,-4 0 16-15,5 0 40 0,-4-2 37 0,4-2 28 16,0 0-6-16,0 0-10 16,0 0-18-16,0-14-14 0,4 6-7 0,1-5-4 15,-1 1-10-15,1-4-6 0,0 1-11 0,3 0-7 16,-3 0-10-16,1 2 3 0,1 3 3 0,-2 3-8 15,-4-1 0-15,3 3-4 0,0 0-2 0,-3 1-7 16,2 0-10-16,-2 1-18 0,5 1-12 0,-6 2-7 16,0 0-3-16,13 6-3 0,-6-3 0 0,1 3-4 15,1 2 4-15,4 4-3 0,0 0-11 0,-1 1-12 0,-2 0-9 0,1 2-17 16,1 0-17-16,-1 0-24 0,2-1-18 0,-4-2-23 16,1-1-27-16,-3-3-27 0,-1 0-192 0,-2-3-459 15,-2-3 203-15</inkml:trace>
  <inkml:trace contextRef="#ctx0" brushRef="#br0" timeOffset="77118.35">25023 9382 45 0,'0'0'251'0,"0"0"-20"0,-1-4-23 15,1 4-19-15,0 0-23 0,5-3-20 0,1 0-13 16,2 2-21-16,5 1-22 0,0-1-25 0,0 1-23 15,6-2-35-15,-1 4-38 0,3-2-42 0,-2 0-78 0,-2-2-88 0,1 2-258 16,0-3 114-16</inkml:trace>
  <inkml:trace contextRef="#ctx0" brushRef="#br0" timeOffset="77381.32">25460 9228 8 0,'1'-3'292'0,"-1"3"-18"0,4-2-20 0,-4 2-26 0,2-3-26 15,-2 3-19-15,0 0-25 0,0 0-26 16,0 0-30-16,0 0-13 0,0 0-12 0,-4 12-9 16,1-1-4-16,-1 0-8 0,-3 8-8 0,0 6-6 15,-2-1 1-15,0 2-8 0,1 3-2 0,0-3-5 0,-1 2-2 16,0-2-2 0,4-7 0-16,0-1-5 0,-2 1 2 0,2-4-3 15,1 1 0-15,-2-5-3 0,5-2 0 0,-2 0-10 16,-1-1-19-16,3-3-17 0,-3-1-16 0,4 1-8 15,-4 0-9-15,3-1-12 0,1-4-20 0,0 3-25 16,0-3-229-16,0 0-379 0,0 0 168 0</inkml:trace>
  <inkml:trace contextRef="#ctx0" brushRef="#br0" timeOffset="77635.17">25456 9472 42 0,'0'0'250'0,"7"-3"-19"0,-7 3-16 15,0 0-21-15,0 0-20 0,0 0-19 0,0 0-16 16,9 3-13-16,-5-1-10 16,-2 3-6-16,0 0-14 0,0 0-5 0,2 4-13 15,-3-1-6-15,2 1-9 0,-3 2-3 0,0-2-9 16,0 3-3-16,-2-2-3 0,0-1-5 0,-1 1-3 16,3-3-4-16,-1 0-4 0,0-2-6 0,1 2-1 15,0-5 6-15,0 1-4 0,0-3-1 0,1 8 0 16,3-6-1-16,3 0-2 0,8-4-6 0,6 2-16 15,11-3-42-15,0-1-54 0,5-2-66 0,0 1-234 0,0-4-431 0,0 4 190 16</inkml:trace>
  <inkml:trace contextRef="#ctx0" brushRef="#br0" timeOffset="79285.05">28049 9971 154 0,'3'-3'188'0,"-3"3"-13"0,0 0-8 16,0 0-16-16,0 0-13 0,0 0-13 0,0 0-11 0,0 0-12 15,0 0-9-15,1-3-11 0,-1 3-12 0,0 0-5 16,0 0-3-16,0 0-9 0,0 0-8 0,0 0-4 15,0 0-2-15,0 0-9 0,0 0-3 16,0 0-1-16,0 0-5 0,0 0-7 16,0 0-6-16,0 0-3 0,0 0-4 0,0 0 1 15,0 0-1-15,0 0-2 0,0 0 2 16,0 0 1-16,0 0 1 0,0 0 8 0,0 0 7 0,0 0 17 16,0 0 11-16,0 0 11 0,0 0 16 0,0 0 5 15,0 0 1-15,0 0-11 0,1-6-7 0,-1 6-4 16,0 0-4-16,0 0-4 0,2-3-2 0,-2 3-4 15,0 0-4-15,1-3-5 0,-1 3-8 0,0 0-2 0,0 0-2 0,0 0-8 16,2-2-1-16,-2 2-13 0,0 0-14 16,0 0-15-16,0 0-13 0,0 0 1 0,0 0 2 15,0 0 2-15,0 0 3 0,0 0 2 0,0 0 3 0,0 0 1 16,-6 11 5-16,6-11 4 0,0 0 0 0,-3 3 2 16,3-3 5-16,0 0 12 0,0 0 7 0,0 0 14 15,0 0 14-15,0 0 12 16,0 0-2-16,0 0-2 0,0 0-5 0,0 0-4 15,0 0-1-15,12-9-2 0,-7 4-2 0,-5 5 0 16,4-1-4-16,-4 1-5 0,5-2 8 16,-4-2-10-16,-1 4-20 0,0 0-27 0,0 0-34 0,0 0-52 15,0 0-35-15,0 0-20 0,0 0-245 0,0 0-451 16,-10 12 200-16</inkml:trace>
  <inkml:trace contextRef="#ctx0" brushRef="#br0" timeOffset="81843.98">28086 9919 83 0,'0'0'119'16,"0"0"-14"-16,0 0-13 0,0 0-13 0,0 0-15 16,0 0 5-16,0 0-9 0,0 0-6 0,0 0-5 0,-14 8-3 15,10-3-11 1,-2-1-1-16,-2 1-3 0,1 2 2 0,-1 1-8 16,-1-1-8-16,-1 1 1 0,-2 1-1 0,2-1-4 15,0 3 2-15,-2 1 3 0,2-4-3 0,1 1-20 16,0 6 8-16,-5-3-3 0,6-2-1 0,-2 2-1 15,1 0-6-15,2-2 8 0,-4 1 1 0,0 1-2 16,3-1-2-16,-1 0 6 0,0-1 1 0,0 0-11 16,3-1 7-16,-2 0 0 0,1-1-5 0,-2 2 3 0,2 0 3 0,0-4-3 15,0 2-1-15,1 0-1 0,1-1 5 0,-3-1 4 16,4 3-4-16,-1-3 0 0,0 1 2 0,0-3-7 16,1 3 10-16,0-2-8 0,-1 0 4 0,1 1-3 15,-1-1-4-15,-4 2 17 0,2 1-10 0,-2-3 6 16,1 2-11-16,0 0 9 0,3 0-9 0,-4-2 9 15,3 2-16-15,0-2 9 0,-2 2 5 0,0-2-4 0,2 0-2 0,1 0 0 16,0 0 4-16,0 1 4 0,-1-2-6 0,1 1-3 16,1 0 2-16,-3 1-1 0,2-2 5 0,0 3-1 15,-2 0-1-15,2-2 0 0,-4 1 4 0,4 2-8 16,-3-3 6-16,2 3-2 0,-1-1-6 0,0 0 8 16,-1 0 9-16,0 0-15 0,3-1 4 0,-3 0-5 15,2-1 9-15,1 2-4 16,-4 0 0-16,5-2-4 0,-4-1 4 0,2 1 2 15,1 1-6-15,1-1 1 0,-1-1 2 0,-1-1 0 16,1 4-2-16,2-3 5 0,-2 1 2 16,0 2-5-16,-1-2-4 0,-1 1 10 0,2-1-6 0,1 1 1 15,-1-1-7-15,0-1 9 0,1 2 3 0,-2 0-3 16,2-4-9-16,0 3 3 0,-1 0 0 0,1 0 5 16,-1 0-6-16,1-1 9 0,-1 1-6 0,0-1 4 0,3 1-2 0,-5 0 4 15,3 1-7-15,2-2 10 0,-2 3-8 0,-5 0-3 16,5 0 2-16,0-1 1 0,-1 1-4 0,-3-1 10 15,2 0 1-15,1 4-7 0,-3-3 2 16,3 1 0-16,0-2-3 0,-2 4-3 0,1-5 7 0,1 3-2 16,1-2-1-16,-3 2-13 0,2-1 12 0,-2-2-1 15,4 2 3 1,-3-2 0-16,1-1 1 0,1 1 0 0,0 0 2 16,2-2-1-16,-4 2-12 0,2-1 8 0,0-1 1 15,1 1-4-15,0 1 7 0,-1-2-11 0,0 1 6 0,-2 1 4 16,2-1-2-16,0 0 0 0,0 3 4 0,0-3-3 15,0 0 0-15,-1 3 2 0,3-1 0 0,-3-2 0 16,-2 4 0-16,2-2 7 0,0-1-4 0,0 0 0 16,-3 1 4-16,3-1-2 0,1 0-4 0,0 1 6 0,2 0-9 15,-2-3 1-15,0 2 4 0,-1 0-6 0,1-1 6 16,3 2 0-16,-3-2-1 0,0 3-1 0,-1-3-9 16,5 2 3-16,-6-1-1 0,3 1 1 0,-4 0 8 0,1 0-10 15,1 3 7-15,0-4-4 0,1 3 4 16,-3-2-9-16,2-1 8 0,1 3-2 0,-1-1 5 15,1-3-8-15,-1 1 12 0,2 0-9 0,-3 2 1 0,2-2 6 0,0 0-5 16,0 2 0-16,0-2-3 0,1 0 3 0,-1 2-4 16,0-3-4-16,-1 2 7 0,2-2-4 0,-1 3 7 15,-1-3-7-15,3 2 10 0,-2-2-6 0,0 0 5 16,-1-1-5-16,3 2 5 0,-2 0-6 0,0 0 2 16,0-4-7-16,0 5 8 0,0 0-8 0,0-1 10 15,-2-2-5-15,5 1-1 16,-3 2 1-16,-1-2-5 0,-2-1 14 0,2 2-12 15,1-1 3-15,0 0-1 0,1 1-1 0,-4-1 0 16,2 0 3-16,1 0-4 0,1 0 17 0,0 0-18 16,-2 1 3-16,1-2 2 0,-1 2-11 0,1-4 6 15,-2 3 0-15,3-1 6 0,-1 1-1 0,-1-2-4 16,3 2 8-16,-1-1 3 0,-2 0-12 0,3-1 5 16,-2 1 1-16,0 1 1 0,0-1-3 0,1 0 0 0,-3 1-1 0,2-1 5 15,-1 4-4-15,1-4-6 0,-1 2 8 0,0-2 2 16,-1 4-4-16,-1-2-4 0,2-2 10 0,-1 3-11 15,-1 1 13-15,0 0-8 0,-1-2 0 0,2 2 2 16,-1-2 0-16,0 1 3 0,-2 0-4 0,2-1-2 16,-2 1 1-16,3 0-4 0,-2 0 6 0,2 0 0 15,-1 0 0-15,2-2 0 16,-1 3-7-16,2-2 9 0,-1 1 3 0,1-2-2 16,-2 0-1-16,3 0-2 0,-4 2 0 0,3-1-2 15,-1-1-2-15,2 1 1 0,-1-1 9 0,0 0-4 16,1 0 3-16,-1-1-1 0,-1 4-6 0,1-2 3 15,0 0-8-15,0 0 4 0,-1 2 7 0,1-2-1 16,-1 0-6-16,1 2 0 0,1-3 3 0,-3 1 2 16,1 0-8-16,1 0 2 0,0 2 10 0,0-2-8 0,-2 3-3 0,1-4 8 15,-1 3-4-15,-2-2-6 0,2 0 1 0,1 0 3 16,-2-1-3-16,2 2 12 0,-4-1-10 0,4 1 1 16,0-2-7-16,0 2 9 0,-1-1 1 0,3 1 1 15,-4 0-2-15,1 2 2 0,1-3-3 0,-1 2 10 16,-1-1-9-16,3-2 1 0,-2 3-5 0,2-5 9 15,-1 3-5 1,1-3 0-16,-1 5-1 0,3-4 0 0,-2 1-2 0,1-1 0 16,0 1 4-16,-1 1 1 0,1-1 2 0,-1 0-4 15,2-1 0-15,-1 2 4 0,0-1-1 16,1 1-4-16,-1 0-3 0,3-1 6 0,-4 0-2 16,0 1 2-16,2 1 2 0,-2-1 3 0,2-4-10 0,-1 4-1 0,-1-2 9 0,3 3-1 15,-1-4-6-15,-2 3-1 0,1-2 2 16,-1 3-6-16,2-3 9 0,-1 0-2 0,1 1-3 15,-1 1 6-15,1 0 4 0,-2-3-14 0,1 1-1 0,1 2 13 16,-1-1-10-16,2 0 11 0,-2-3-8 16,3-1-1-16,-5 8 11 0,4-6-7 0,0 2-4 15,1-4 7-15,-3 6-3 0,-1-2 1 0,4-1-3 16,0-3 0-16,-4 7 2 0,4-4-1 0,-2 1 1 0,-1-2 1 16,-1 1 2-16,3 2-7 0,0-2 3 0,-3 1 4 0,0-1 1 15,4-3-15-15,-5 6 11 0,4-4-5 0,-2 2 1 16,-1 0 5-16,3-1-3 0,-1-1 1 0,0 2 1 0,2-4 3 15,-4 6-8-15,3-5 5 0,-3 2 5 16,4-3-10-16,-5 4 3 0,5 0 14 0,-4-1-15 16,4-3 4-16,-3 4-3 0,3-4 2 0,-4 4-5 15,4-4 2-15,-3 5 3 16,-1-4-6-16,4-1 1 0,-4 8 5 0,2-5 2 16,-2 1 3-16,0-2-4 0,4-2-3 0,-2 4 9 15,0-1-8-15,2-3 5 0,-3 5-2 0,3-5 3 16,-2 0-4-16,2 0-4 0,-2 5 14 0,2-5-13 15,0 0 5-15,-3 4-5 0,3-4-4 0,-2 3 15 16,2-3-8-16,-2 4-6 0,2-4-5 0,-5 1 15 16,5-1-6-16,-2 3 1 0,2-3-4 0,0 0-1 0,-3 5 4 0,3-5-2 15,-2 2 4-15,2-2-2 0,-3 4-2 0,3-4 4 16,0 0-4-16,-2 3 4 0,2-3-2 0,-3 3-4 16,3-3 5-16,-1 4-2 0,1-4 5 0,-4 5-2 15,1-3-7-15,3-2 0 0,-4 2 4 0,3 1-6 16,1-3 7-16,-5 3 6 0,3 1-9 0,2-4 4 15,-7 4 1-15,5-1-1 16,-1 1-4-16,0-2 7 0,3-2-3 0,-6 7-3 16,2-5-4-16,2 2-6 0,-1-2 7 0,-1 2 9 15,0 0 0-15,2-2 3 0,2-2-6 0,-4 4-1 16,4-4-2-16,-4 3-10 0,4-3 11 0,-4 2 2 16,4-2 8-16,0 0-9 0,0 0-7 0,-6 3 9 15,6-3-3-15,0 0-1 0,-4 2-5 0,4-2 15 16,0 0-9-16,0 4-3 0,0-4 0 0,0 0 8 0,-5 5-3 15,5-5-5-15,-1 3 5 0,1-3 1 0,-3 5-4 0,3-5 7 16,-1 3 0-16,1-3-7 0,0 0 10 0,-4 2-9 16,4-2-3-16,0 4 5 0,0-4 4 0,0 0-11 15,0 0 17-15,0 0 2 0,0 0-3 0,0 0-3 16,-4 3 0-16,4-3-3 0,0 0-2 0,0 0 1 16,0 0-12-16,0 0-9 0,0 0-15 0,0 0-16 0,0 0-22 0,0 0-27 15,0 0-32-15,0 0-71 0,3 8-216 16,-3-8 96-16</inkml:trace>
  <inkml:trace contextRef="#ctx0" brushRef="#br0" timeOffset="83563.73">28035 10015 82 0,'0'0'123'16,"0"0"-9"-16,0 0-11 0,0 0-8 0,0 0-8 16,0 0-10-16,0 0-9 0,0 0-5 0,0 0-8 15,0 0-5-15,0 0-6 0,0 0-2 0,0 0-8 16,0 0-2-16,0 0-1 0,10 9-4 0,-7-7-3 0,-3 3-1 16,1 0-1-1,0-1-9-15,1 3 2 0,0 3-5 0,2-2 6 16,0 1 1-16,2 1-7 0,-2-1-3 0,-1 2 2 15,2 2-1-15,1 0 0 0,-2-1-3 0,-1 0 2 16,2 0-8-16,0 0 7 0,-1-1-3 0,1-1 2 16,1 1 2-16,-1-2 10 0,0 1-7 0,0 1 3 15,1-2-5-15,-3 0 0 0,1 1 2 0,1-1 3 0,4-1-3 16,-5 1 4-16,1-1 2 0,-1 1-1 0,0 1-5 0,0-3-1 16,2 1 3-16,-1 0-1 0,-2 0 4 0,2 0-5 15,-1-2-1-15,0 2-3 0,-2 1 2 0,6-1 3 16,-6 1-4-16,2-2 2 0,0 0-3 0,-1 4 0 15,-1-4 1-15,-2 1-4 0,5 2 2 0,-1-1-3 16,-1-1 1-16,2-2 0 0,-4 4-3 0,3-3 0 16,0 3 3-16,-2-3-5 0,1 1 9 0,1-1-7 0,-2 2 5 0,2 0 0 15,1-1-6-15,-1 1 1 0,-2-3 0 0,1 3 3 16,1-2 7-16,0 1-6 0,0 1-4 0,-2-3 6 16,2 4 2-16,1-3-8 0,-1 2-3 0,0-3 2 15,-2 0-3-15,3 1 3 0,-1-1 4 0,0-2-2 16,0 1 1-16,0 2 4 0,0 0-5 0,-2-2 3 15,3 0-3-15,-1 1-7 16,1 1 8-16,0 1 1 0,0-3-1 0,-1 1 2 16,1 0-3-16,3-1 1 0,-4-1-3 0,0 4-1 15,3-2 6-15,-3-1-5 0,1 0 4 0,-1 2-9 16,0 0 6-16,0-2 4 0,2 2-6 0,-2-1 0 16,0-1 2-16,0 3 2 0,0-3-3 0,-2 2 1 15,2 1-2-15,0-3 2 0,1 2 1 0,-1-2-1 16,1 1-3-16,0 2 4 0,-1-1 5 0,0-3-8 0,3 4 3 0,-3-1-1 15,0-3 0-15,1 4 6 0,-1-2-7 0,1 2 1 16,0-1-2-16,3 0 4 0,-4 0 4 0,1-2-7 16,0 0 2-16,1 2-2 0,-1-2 4 0,0 0-6 15,-1-1 2-15,1 2 6 0,1 0-8 0,1-1 9 16,-2 0-6-16,2 2 0 0,-1-3-3 0,-1 2-6 16,0-1 7-16,3 0 3 15,-2 2 0-15,2-1-3 0,0 2 3 16,-2-5-3-16,-1 2 2 0,0 1 4 0,-1-1-8 0,3-1 12 15,-5 2-11-15,8-1-1 0,-5-2 0 0,1 1 2 16,-1 1 8-16,0 0-4 0,1-2-4 0,-1 1-2 16,-1 1 12-16,1 1-8 0,2-2-2 0,-4 1 2 15,4 0-2-15,0 0-1 0,-1 2 3 0,1-2-2 16,0 2 4-16,-1-2-1 0,0 0 1 0,1 2 1 0,-1-2-6 0,-1 1-3 16,2 0 14-16,0 0-3 0,2 0-2 15,-5 0-3-15,1 0 1 0,2-1 2 0,0 0-17 0,-3 2 22 16,1-4-11-16,-1 2 7 0,2-4-7 0,-3 3 1 15,-2-1 2-15,-1-3 3 0,5 4-3 0,-1-3 23 16,-4-1 13-16,4 3 16 0,-4-3 7 0,0 0 8 16,0 0-3-16,3 2 1 0,-3-2 1 0,0 0-10 0,0 0-9 0,0 0-38 15,0 0-101-15,0 0-83 0,-12-9-156 16,7 2-356-16,1 2 158 0</inkml:trace>
  <inkml:trace contextRef="#ctx0" brushRef="#br0" timeOffset="86671.26">28118 10140 30 0,'0'0'144'0,"-2"-3"-13"0,2 3 6 0,0-5-26 16,0 5 2-16,-2-5-14 0,0 3-6 0,2 2-8 0,-2-7-12 16,2 7-4-16,-2-3-8 0,-1-2-8 0,1 1-2 15,2 4-8-15,-4-5-2 0,1 0-7 0,2 3 0 0,1 2-3 16,-6-7-9-16,1 6 1 0,1-3 1 0,-1 0-12 16,1 0-5-16,-1 2-13 0,-2-4 1 0,2 2-19 15,0 2 5-15,3-1-8 0,-2 1 7 0,-1-1 5 16,2 0-2-16,3 3 3 0,0 0-4 0,-9-4 5 0,9 4 7 0,-2-2 6 15,2 2 17-15,0 0 12 0,0 0 9 16,-4-3 12-16,4 3 11 0,0 0 6 0,-3-2 1 16,3 2 2-16,0 0-8 0,0 0 1 0,0 0-3 0,0 0-6 15,0 0-12-15,0-6-7 0,0 6 0 0,0 0-7 16,0 0-5-16,0 0-6 0,0 0-2 0,0 0-4 16,11 11-3-1,-9-7 4-15,7 1-2 0,-1 3 3 0,3 4-7 0,1 0-3 16,-2 0 5-16,0 3 0 0,1 0-1 15,0 1-3-15,-1-1-4 0,7 6-1 0,-6-5 4 16,-1 1 0-16,3 7-3 0,-3-8 3 0,2 3-2 16,-3-2-4-16,-3-2 1 0,4 2 0 0,-1-2 3 0,-1-1-2 15,-3-2-3-15,1-3 9 0,0 0-8 0,-3 2 5 16,0-6-3-16,0 1 1 0,-1 2-1 0,-1-4-1 0,2 2 3 16,0-2-3-16,-2 1-1 0,-1-3 2 0,2 2-1 0,1 0 0 15,-2-1 0-15,-1 1 10 0,1-1-4 16,-1-3-3-16,2 7-1 0,0-5 1 0,-2 2-4 0,0-4 2 15,3 7 4-15,-2-3-6 0,0 1 3 0,1-3 5 16,-2 4-4-16,1-2 1 0,0 1-2 0,1-1 1 16,-2 0 1-1,1 0-2-15,0 1 2 0,2-1-4 0,-1 1 2 16,1 0-2-16,-2 0 0 0,1-1 0 0,1-1 0 16,0 3 1-16,-1-2-2 0,-1 0-1 0,3 2 5 15,-4-2 3-15,0 0-4 0,3 3 2 0,-2-3-6 16,2 0 7-16,-1-1-4 0,0 3 1 0,0 0 3 15,0-3 0-15,2 0-2 0,-4 1-2 0,0-4 3 16,4 5-3-16,0-3 2 0,-4 1-1 0,0-3 5 0,5 4-4 0,-5-4 1 16,2 4-3-16,-2-4 3 0,5 1-5 0,-5-1 8 15,4 3-2-15,-4-3 0 0,3 2-3 0,-3-2-3 16,5 2 6-16,-5-2-3 0,6 4-5 0,-3 0 6 16,0-3-1-16,0 0-4 0,-3-1 6 0,7 4-4 15,-2 0 4-15,-1-1-2 0,1-1-2 0,-2 0 2 16,-1 3 4-16,2-4-4 0,0 2 0 0,0 1-2 0,-3 0 5 0,4-4-4 15,0 2 4-15,-2 3-3 0,2-2 0 0,-2 0 1 16,-1-2 5-16,5 5-6 0,-3-4 0 0,0 2 3 16,2-1-1-16,-1 2-2 0,-3-1 5 0,3-2-4 15,-1 1-3-15,0 4 6 0,1-4-3 0,-1 1-1 16,1-3 0-16,-2 6-1 0,2-2 1 0,-1 0-2 16,1-3 0-1,-2 3 1-15,1 0 3 0,0-2-7 0,1 2 3 0,-2 0-1 16,1-1 3-16,-2-1 3 0,3 3-6 0,0-3 6 15,-3 2-4-15,3-4 0 0,-1 5 2 0,-2-1-1 16,3-3 1-16,2 2 0 0,-1 2 2 0,-1-4-1 16,-1 3 2-16,1-2-4 0,0 2 1 0,0-2 3 15,0 1-1-15,2-1-4 0,-2-1-2 0,0 0 2 16,-1 2-1-16,1-1 4 0,-1 2-3 0,0-2 0 0,-2 0-2 16,2 1 4-16,3 0-2 0,-5 2 3 0,6-4-1 15,-5 1-1-15,3 4-3 0,-4-4 4 0,3 1 2 0,-1 0-2 16,0 1-3-16,1-1 2 0,-1 0-2 0,-2 1 5 15,4 0 0-15,-1 0 1 0,-1 0-5 16,1 1 1-16,0 0-1 0,0-2 6 0,1 1 0 16,-2 0-8-16,1-1 3 15,-1 1 1-15,2 1-6 0,-2-2 3 0,1 2-1 16,-1-2 6-16,1 1-6 0,-1-3 2 0,0 3-1 16,2 1 4-16,-2-1 0 0,1 0 2 0,-1-1-5 15,0 3 4-15,0-3-3 0,1-1-3 0,1 4 3 16,-2-3 2-16,-3 0-3 0,6-2 1 0,-5 5 1 0,5-4-3 15,-6 2 3-15,5 0 1 0,-2-1-3 16,1 0-1-16,-2 0 2 0,1 1-3 0,0-1 3 0,0 0 0 0,-2 0-1 16,4 0 5-16,-3-2 1 0,-2 3-4 0,4-2-5 15,0 1 3-15,-2 0 0 0,1 0 2 0,0 0 1 16,2 0-3-16,-2 0 1 0,1 0 0 0,-1-1-2 16,0 2 4-16,1-3-1 0,1 2-1 0,-2 0 0 15,0 0 1-15,1 0 1 0,-1 0 1 0,0 2 0 16,0-5-1-16,4 5-5 15,-5 0 1-15,3-2 4 0,-2 0-7 0,-1 0 4 16,3 3-3-16,-1-4 7 0,0 1-6 0,-1 3 2 16,1-2 3-16,-1 0-4 0,1 2 4 0,-1-3 2 15,5 2-4-15,-3-1 2 0,-2 1-4 0,1 0 4 16,3-2-5-16,1 3 4 0,-3-1 1 0,2 1-4 16,2 1 2-16,-2-2 3 0,1 0-4 0,-3 0 2 15,3 0 1-15,-2 1-3 0,-1-2 2 0,2 2 0 0,-1-4-3 0,0 1 3 16,-2 2 0-16,0-2 0 0,-1-1 0 0,1 0-1 15,0 1 1-15,1 1 0 0,-2-2-2 0,1 1 3 16,-1-2-4-16,1 2 4 0,0-1 1 0,0 1-4 16,1-2-2-16,-1 2 6 0,1 1-3 0,4-2 0 15,-2 2 0-15,-3-1 1 0,0-1-1 0,0 4-3 16,4-4 3-16,-4 1-1 0,-1 2-1 0,4-1 2 0,-4-1-2 0,1 0-1 16,1 1 5-16,-1-1 1 0,-1 3-11 0,3-4 9 15,-4 2-1-15,1 1-12 0,1-1-2 0,-1 2-3 16,0-2 2-16,0 0-10 0,1 2 11 15,-2-3 5-15,0 1-5 0,0 3 3 0,2-4 4 0,-3 3-1 16,2-3 5-16,0 1-4 0,0-1 0 0,-1 1 2 16,1 0 0-1,-1-1-2-15,2 2 4 0,0-2 2 0,-1 1-5 16,1 0 1-16,3 2 4 0,-5-5 1 0,4 4-1 16,-2-3 0-16,3 1-2 0,-3 0 3 0,0 0 1 0,4 1 1 15,-4 1-2-15,3-1 0 0,-3 0 0 16,0-2-5-16,3 1 3 0,-6 2 0 0,5-2-1 15,-3 1 5-15,-2 0-6 0,2-3 3 0,-1 1-3 16,0 0 3-16,-3-3-5 0,4 5-2 0,-4-2 8 0,4-1-2 0,-3 1 3 16,2-1-3-16,-2 4 7 0,2-4-6 0,1 1 0 15,-3 1 1-15,2-4-2 0,-1 5-2 0,2-1 2 16,-4-4-1-16,5 5 0 0,-3-2 6 0,0 1 1 16,0-1-3-16,1-1-3 0,0 1 4 0,-1 0 0 15,1 0-6-15,1 1 4 0,-1-1-1 0,1-2 3 16,0 2 0-16,-2 0 0 15,1-1-7-15,-3-2 7 0,6 3-7 0,-3 1 7 16,0-2-2-16,1-2 1 0,0 4-5 0,-2-1 2 16,-2-3-1-16,4 4 1 0,-4-4 4 0,5 4-4 15,-3-1 0-15,0-1 0 0,-2-2 0 0,3 4 2 16,-3-4-4-16,4 3 4 0,-4-3 1 0,4 4 2 16,-4-4-4-16,6 2 10 0,-4 1 3 0,-2-3 2 15,5 1 1-15,-5-1-5 0,6 3-2 0,-6-3 1 0,0 3-4 0,0-3-3 16,4 2 5-16,-4-2 5 0,0 0-9 0,3 4 2 15,-1-2 1-15,2 1-3 0,-4-3-1 0,5 2 1 16,-4 0-2-16,1 1 2 0,1 1-3 0,1 0-1 16,-4-4 4-16,4 5-1 0,0-1-5 0,-3 0 2 15,2-1-2-15,0-1 4 0,-3-2-1 0,4 6 0 16,0-4 2-16,-1 1-2 0,-2 1 1 0,3-2-2 0,-4-2 2 0,5 3 5 16,-2 1-2-16,-1-1 0 0,1-1-11 15,2 2 23-15,-3-2-1 0,2 0 1 0,-1 0 0 16,-3-2-4-16,4 2 3 0,-4-2-8 0,4 4-2 0,-4-4 5 15,6 1 3-15,-3 2-6 0,-3-3 0 0,6 3-1 16,-5-1-3-16,-1-2 4 0,5 4 0 0,-4-1-5 16,-1-3 2-1,7 2 1-15,-5-1-2 0,-2-1 0 0,7 3-3 16,-3 0 0-16,-4-3-1 0,3 2-1 0,-3-2-1 0,3 2-4 16,-3-2 9-16,4 4 1 0,-4-4-4 15,4 0 4-15,-4 0-4 0,2 5 1 0,1-4 0 16,-1 3 0-16,1-1 2 0,-2 1-1 0,2-1 0 15,0 0 2-15,1 1 0 0,-1-1-3 0,1 2-1 0,-2-1 4 16,2-1-2-16,0 1-3 0,-3-1 6 0,3 1-4 0,0-1-2 16,0-2 4-16,-2 1 1 0,-2-2-2 0,4 4 0 15,-4-4-2-15,3 3 0 0,-1 1 4 0,-2-4 0 16,4 4-4-16,-4-4 2 0,4 1-1 0,-3 2 0 16,-1-3 3-16,9 5-4 0,-9-5 3 0,5 4 1 15,-3-2-1-15,-2-2 1 0,7 3-2 0,-5-3-1 16,-2 0 1-16,3 3 1 15,1 1 0-15,-4-4-2 0,5 2 1 0,-5-2 0 16,2 3-1-16,-2-3-2 0,3 2-2 0,-3-2 4 16,3 3 3-16,-3-3-2 0,0 0-2 0,4 2 0 15,-4-2-1-15,1 2 2 0,-1-2-6 0,4 4 4 16,-3-3 1-16,-1-1 1 0,0 0 1 0,4 5-4 16,-1-2 5-16,-3-3-7 0,2 4 6 0,2-1-1 15,-4-3-4-15,1 3 9 0,-1-3-7 0,7 3-1 0,-7-3 9 0,2 4-5 16,2-1 1-16,-3-1-4 0,-1-2 1 0,4 2 1 15,-1 1-1-15,-3-3-1 0,4 3 4 0,-1-2-1 16,-3-1-1-16,3 5 0 0,-3-5-1 0,4 2 2 16,-4-2 6-16,0 0-7 0,4 4-2 0,-4-4 2 15,0 0 0-15,0 0-1 0,2 3 4 0,-2-3 1 16,0 0-4 0,0 0 3-16,0 0-5 0,0 0 1 0,0 0-2 15,0 3 3-15,0-3-3 0,0 0 1 0,0 0 2 0,0 0 2 16,0 0 0-16,0 0-1 0,0 0-2 0,0 0 2 15,0 0-1-15,0 0 2 0,0 0-3 0,0 0 1 16,5 1 2-16,-5-1-8 0,0 0 9 0,0 0-2 16,0 0-3-16,0 0 2 0,0 0-5 0,0 0 6 15,0 0 2-15,0 0 0 0,0 0-1 0,0 0-5 0,0 0 3 16,0 0-3-16,0 0 4 0,0 0-1 0,0 0-3 16,0 0-3-16,0 0 3 0,0 0-4 0,0 0 0 15,0 0 2-15,0 0-4 0,0 0-3 0,0 0-6 0,0 0-3 16,0 0-1-16,0 0 7 0,0 0 3 15,0 0-2-15,-1 5 4 0,1-5 1 0,0 0-2 16,0 0 3-16,0 0-3 0,0 0 5 0,3 4-3 0,-3-4-1 0,0 0-15 16,0 0-14-16,0 0-24 0,0 0-31 0,0 0-46 15,0 0-163-15,0 0-327 0,0 0 146 0</inkml:trace>
  <inkml:trace contextRef="#ctx0" brushRef="#br0" timeOffset="91012.4">20013 12283 41 0,'5'0'53'15,"3"-1"-4"-15,-8 1-5 0,16 0-6 0,-4 0 0 16,1 0-6-16,-1 0 1 0,2 0-10 0,5-1 2 15,-1 1-2-15,4-1-4 0,0 0 0 0,-3 2-4 16,4-1 0-16,-3 1-4 0,1-3-2 0,1-1 6 16,1 3-6-16,-3 0-2 0,3-1 7 0,-4-1-8 15,-1 2-1-15,4-2 1 0,-3 1 2 0,-2 1 9 0,2 0-7 16,-6-1 2-16,6 1 4 0,-6-2-3 0,1 2-2 0,2 0 0 16,-2-1 3-16,-1 0 3 0,2 1-3 0,2-1 9 15,-2 1-1-15,2 0 2 0,2 0-6 0,0-4 3 16,-1 3 3-16,0-1-4 0,-1 2-3 0,2-3 1 15,1 2-2-15,-2-1 3 0,1 2-10 0,-1 0-2 16,0 0-2-16,0 1-6 16,-1-1 1-16,0 0 1 0,-2 0-4 15,-1 0-4-15,2 1 6 0,-3-1 0 0,0 0-2 16,1-1-5-16,-1 1 5 0,-2-1 7 0,3 1-5 0,-4 0 2 16,4-1-4-16,-2-1 4 0,-2 1 0 0,3 1-5 15,-3 0 5-15,4-2-1 0,-2 2 0 0,-2-2-6 16,3 2 8-16,-2-2 0 0,2 2-6 0,-1-1 2 15,-1-2 2-15,4 4 6 0,-2-1-7 0,1 0-4 0,0-1 5 0,-1 0-3 16,0 1 8-16,-3 1-7 0,4-1 4 16,-2 0-6-16,0 0 6 0,-1 1-4 0,-1 1 1 15,1-2 2-15,0 0-2 0,-4 0 5 0,2-2-3 0,-1 2-1 16,0 0 3-16,-1 0 6 0,3-1-1 0,-3 1-2 16,0 0-6-16,1 0 4 0,2-1-3 0,-2 2 1 15,-2-2 3 1,7 0 0-16,-4 1-5 0,4 0 2 0,-2-2-2 0,1 2-1 15,-2-1 3-15,2 2 0 0,-2-2 1 0,2-1 0 16,-1 0 0-16,-1 2-1 0,1 0 4 16,1-1 3-16,-2 1-1 0,2-1-5 0,-5 2 2 15,4-1 1-15,0 0-5 0,-2 0-1 0,-2 1 5 0,5-1 3 16,-4 2 0-16,-2-2-3 0,3 0-4 0,0 3-4 16,0-1 6-16,0-2-3 0,-1 0-2 0,5 1 10 0,-4 0-2 15,2-1-6-15,-2 0-5 0,3 0 3 0,-1 0 9 16,0 0-6-16,1-1 0 0,1 1 4 0,-2 0-2 0,3 0-4 15,-1 0 3-15,-3 0-7 0,4 0 9 0,-1 0-4 16,0 0 4-16,-3-1-2 0,3 1-2 0,-3 1-2 16,4-1-3-16,-2 1-1 0,-2-2-1 0,0 2-8 15,0-2 3 1,-2 1 1-16,2-1-4 0,-1 1 1 0,-2 0 8 16,0 1-6-16,2-1-2 0,-4 1 3 0,4-3 7 15,0 2-2-15,-9 0-1 0,13 0-3 0,-5 0 7 16,-1 0-6-16,1-2 7 0,1 1-1 0,1 1 0 15,-2 0-4-15,-2 0 1 0,6 0 6 0,-3 0-5 16,1-2 5-16,0 2-5 0,0-2 18 0,-1 1-9 16,3 1-5-16,-3 0-1 0,2-1 0 0,-1 0-1 0,-1 1-3 0,4 0 5 15,-3 0-1-15,-1 0 5 0,-1 0-3 0,0 0-5 16,-1 1 7-16,1-2-1 0,-3 2-3 0,0 0-2 16,3-1 4-16,-8 0 5 0,9 1-4 0,-9-1-3 15,9 0 0-15,-9 0 0 0,10-1 3 0,-10 1 1 16,10 0-1-16,-3 0 3 0,-2 1-3 0,-5-1 1 15,14 0-4-15,-7-1 1 0,1 1-1 0,-1 1 6 0,0-2-10 0,-2 0 3 16,-5 1 7-16,12 0-3 0,-6-1 1 0,-6 1 4 16,10 0 8-16,-10 0-5 0,8 0-1 0,-8 0 0 15,8 0 6-15,-8 0-12 0,0 0 4 0,10 0 0 16,-10 0 0-16,8-2-3 0,-5 4 3 0,-3-2-6 16,12-2 7-16,-6 4-1 0,-6-2-4 0,11 0 4 15,-5 1-4-15,-6-1 0 16,11-1-1-16,-6 1 1 0,-5 0-2 0,12 0 2 15,-7 0-1-15,-5 0 2 0,9 1 0 0,-9-1-1 16,9 0-7-16,-9 0 7 0,9-1 3 0,-6-1-6 16,-3 2 7-16,11-1-2 0,-6 0 1 0,0-2-1 15,0 3-1-15,-5 0-1 0,9 0 4 0,-9 0 3 16,10-2-7-16,-10 2 7 0,7-1-9 0,-2 0 1 16,-5 1-5-16,7 0-4 0,-7 0 4 0,6-3 7 0,-6 3-4 0,0 0 5 15,7-1-6-15,-7 1 1 0,0 0-1 0,8 0 0 16,-8 0 1-16,7 0-1 0,-7 0 9 0,0 0-14 15,12 0-18-15,-12 0 0 0,5-2-15 0,-1 0-48 16,-4 2-53-16,4-3-151 0,-1 1 68 0</inkml:trace>
  <inkml:trace contextRef="#ctx0" brushRef="#br1" timeOffset="97610.72">23661 12172 57 0,'-2'-1'232'0,"2"1"-7"0,0 0-6 16,0 0-8-16,0 0-12 0,0-6-16 0,0 6-16 15,0 0-13-15,0 0-15 0,0 0-17 16,0 0-12-16,0 0-11 0,0 0-18 16,0 0-16-16,0 0-22 0,0 0-1 15,0 0-10-15,0 0-4 0,2 19-1 0,2-11-10 16,-4 4-4-16,1 2-18 0,-1 3-23 0,0 2-32 15,3 0-50-15,-2-1-86 0,-1 1-149 0,-1-7-373 0,1 3 165 16</inkml:trace>
  <inkml:trace contextRef="#ctx0" brushRef="#br1" timeOffset="98829.1">23119 12876 163 0,'0'0'166'0,"-5"2"-8"0,5-2-7 0,0 0-10 16,0 0-8-16,0 0-6 0,0 0-9 0,0 0-14 16,0 0-2-16,0 0-13 0,0 0-9 0,0 0-6 0,0 0-5 15,0 0-8-15,0 0-6 0,0 0-13 0,0 0 1 0,0 0-1 16,0 0 2-16,0 0-5 0,0 0-2 0,0 0-6 16,0 0 0-16,0 0-7 0,25-2 2 0,-12 2-7 15,8-4 0-15,7 3-3 0,0-1 4 0,3-1-3 16,1 1-3-16,1 0-2 0,3-1-4 0,-2-1 0 15,-2 2-2-15,-1-1 2 0,-3 0-2 0,-9-1 1 16,-4 3-2-16,-2-1 1 0,-1 0 8 0,-3 1 7 0,-3 1-1 0,-1-2 5 16,-1 1-5-16,-4 1-1 0,10-2-1 0,-10 2-7 15,0 0-6-15,0 0-13 0,0 0-10 0,0 0-16 16,-21-2-19-16,21 2-28 0,-15 2-26 0,7-2-31 16,1 1-202-16,2 0-367 0,5-1 163 0</inkml:trace>
  <inkml:trace contextRef="#ctx0" brushRef="#br1" timeOffset="99314.67">23804 12762 104 0,'0'0'142'16,"0"0"-20"-16,0 0-8 16,0 6-8-16,0-2-11 0,-4 0-10 0,3 2-6 15,-3 1-7-15,-2 1-3 0,0 1-7 0,0 3-6 16,-1-3-5-16,-2 4-6 0,-1 0-11 0,2-2 12 15,1-1-11-15,-3 3-4 0,1-2-5 0,0-1 2 16,3-2-5-16,-1 1 2 0,3-4-2 0,0-1-1 16,0 3 1-16,1-4 27 0,-2 0 35 0,4 0 37 15,1-3 21-15,0 0-9 0,0 0-13 0,0 0-12 0,0 0-4 0,1-16-6 16,4 8-11-16,-2 0-7 0,2-2-10 0,2-2-4 16,2 3-11-16,-2 0-4 0,1-3-7 0,-1 5-7 15,2-2 3-15,-4 6-3 0,0-2-4 0,-2-2-6 16,1 5-6-16,1-1-2 0,-1 1-7 0,-4 2-12 15,5-1 1-15,-5 1-5 0,0 0-4 0,9 6 1 16,-8-2 4-16,4 1-12 16,0 0 2-16,-4 3-6 0,3 1-1 0,0-1-18 15,0 2-22-15,-3 1-25 0,3-1-37 0,0 0-17 16,-4-1-39-16,4-1-71 0,-3-1-125 0,-1-3-405 16,0-4 179-16</inkml:trace>
  <inkml:trace contextRef="#ctx0" brushRef="#br1" timeOffset="99499.53">23639 12787 257 0,'0'0'292'16,"0"0"-14"-16,-5-3-16 0,5 3-21 0,0 0-24 15,0 0-30-15,0 0-15 0,12-5-9 0,-2 3-31 0,4 1-29 16,3 1-34-16,2-1-40 0,1 1-55 0,-2 0-43 15,0 0-61-15,-1 0-72 0,-5 0-128 0,1-3-356 16,1 3 157-16</inkml:trace>
  <inkml:trace contextRef="#ctx0" brushRef="#br1" timeOffset="99815.87">24078 12737 9 0,'0'0'220'0,"0"0"-24"0,5-1-25 0,-5 1-16 0,0 0-19 0,0 0-10 16,1 5-16-16,-1 0-7 0,0 0-8 0,-1 4-14 16,-2 3 1-16,2-1-15 0,-7 4-3 0,-1 2-6 15,-2 8-10-15,-2-1-8 0,-5-1 1 0,1-1-4 16,2 3-4-16,0 0-2 0,0-4-3 0,2-1-2 15,1-3-4-15,-1 7-2 0,4-11-3 0,2-2-7 16,1-1 4-16,-1-2 1 16,6-2-1-16,-2-1 0 0,-2 1-1 0,4-5-3 15,-2 6-2-15,2-5 3 0,-3-1-2 0,2 4 2 16,2-5 1-16,0 0-3 0,-3 6-4 0,3-6-10 16,0 0-50-16,0 0-75 0,0 0-201 0,0 0-357 15,8-12 158-15</inkml:trace>
  <inkml:trace contextRef="#ctx0" brushRef="#br1" timeOffset="100085.35">24150 13006 159 0,'8'0'215'0,"-8"0"-24"0,3 3-8 0,-3-3-16 16,2 5-18-16,-2-2-11 0,0 3-14 0,-1 0-5 15,0 3-14-15,-2 3-8 0,-3 1-11 0,0-1-7 16,-2 4-9-16,0-2-8 0,-1-1-5 0,0 2-7 16,3-3 0-16,1-2-9 0,-3-1-4 0,4 0-7 15,-1-3-1-15,1-1-1 0,2 1 0 0,-1-2 0 16,2-2 0-16,-2 2 9 16,3-4-7-16,8 4-3 0,2-4-3 0,4 0-20 15,5-1-45-15,9-1-67 0,3-1-104 0,2-2-141 16,-5-4-380-16,3 1 169 0</inkml:trace>
  <inkml:trace contextRef="#ctx0" brushRef="#br1" timeOffset="101472.87">21227 12210 13 0,'0'-5'232'0,"0"5"-15"16,0 0-21-16,0-4-18 0,0 4-23 0,0 0-18 15,0 0-21-15,0 0-12 0,0 0-8 0,0 0-17 16,0 0-4-16,1 18-10 0,-5-7-5 0,4 0-7 16,-1 6-2-16,-2 1-6 0,2 9-17 0,-3-4-21 15,0 5-52-15,1-4-68 16,-2 0-179-16,-2 0-316 0,-2-7 140 0</inkml:trace>
  <inkml:trace contextRef="#ctx0" brushRef="#br1" timeOffset="102775.79">20360 13080 109 0,'0'0'109'16,"-3"2"-8"-16,3-2-5 0,0 0-9 0,0 0 2 15,0 0 0-15,0 0-4 16,0 0-2-16,0 0-5 0,0 0-3 0,0 0-2 16,0 0-5-16,0 0-11 0,0 0-4 0,0 0-2 15,-11-4 1-15,11 4 8 0,0 0-6 0,0 0 3 16,0 0-4-16,0 0 0 0,0 0-8 0,0 0-2 15,26-3-3-15,-16-2-3 0,12 0-3 0,6 0-4 16,3 0-7-16,-1 0-23 0,2 1-29 0,0-3-48 16,0 2-57-16,-5 0-140 0,-5 0-298 0,-2 1 132 0</inkml:trace>
  <inkml:trace contextRef="#ctx0" brushRef="#br1" timeOffset="103261.35">21278 12947 52 0,'0'0'215'0,"0"0"-20"0,0 0-17 16,1-4-23-16,-1 4-17 0,0 0-17 0,0 0-7 15,0 0-14-15,0 0-14 0,-5 13-10 0,4-6-5 16,-6 2-5-16,1 1-12 0,0 5-2 0,-2 2-2 0,-5-2-11 16,3 2-2-16,-3-2-1 0,3 2-4 0,-3-2-1 0,4-2-5 15,-1-3-2-15,2 0-7 0,5-3 2 0,-1 0-2 16,0-3 2-16,1 0 11 0,2 2 26 0,-4-3 28 15,5-3 23-15,-3 2-10 0,3-2-8 0,0 0-10 16,0 0-11-16,9-20-7 0,-4 11-4 0,-1 0-7 16,3-2-4-16,5-3-2 0,-3 1-8 0,2 0-1 15,-5 3-3-15,4 1-5 16,-3 2-4-16,-1 2-3 0,-2-1 0 0,1 2-5 16,1 1-6-16,-3-1-7 0,-1 1-6 0,2 1-1 15,-4 2-5-15,9 0 1 0,-5 5-6 0,1-1-2 16,0 2 5-16,2 3-2 0,-5 1-6 0,5 0-26 15,-2 4-15-15,1-2-23 0,-3 0-29 0,0 0-25 16,3 0-37-16,-3-2-223 0,0-1-430 0,-2-4 190 16</inkml:trace>
  <inkml:trace contextRef="#ctx0" brushRef="#br1" timeOffset="103439.7">21191 12968 119 0,'-4'-4'272'0,"4"4"-22"0,0 0-34 15,0 0-18-15,4-5-22 0,5 4-17 0,10-2-26 16,12-1-23-16,2 4-58 0,3-2-68 16,3 0-86-16,0-1-160 0,-5 0-282 0,2-4 125 15</inkml:trace>
  <inkml:trace contextRef="#ctx0" brushRef="#br1" timeOffset="105181.67">23399 9895 65 0,'-2'-5'267'0,"2"5"-8"16,0 0-16-16,0 0-16 0,2-2-19 0,-2 2-23 16,0 0-20-16,0 0-16 0,0 0-11 0,0 0-18 15,0 0-21-15,0 0-31 0,0 0-37 0,0 0-53 16,0 0-19-16,0 0-45 0,0 0-66 0,0 0-169 0,0 0-347 16,-8 11 153-16</inkml:trace>
  <inkml:trace contextRef="#ctx0" brushRef="#br1" timeOffset="119685.17">21266 12155 84 0,'0'0'79'16,"0"-2"-14"-16,0 2-9 0,0 0-8 0,0 0 9 15,3-5-6-15,-3 5-9 0,4-5-4 0,-4 5-5 0,0 0-3 16,1-4-2-16,-1 4-3 0,4-2 5 0,-4 2-18 0,0 0 10 16,4-5-9-16,-4 5 4 0,1-3-2 0,-1 3-3 15,4-3-1-15,-4 3 3 0,4-3-6 0,-3 1-1 16,-1 2 0-16,8-5-3 0,-6 4 3 15,1 0-3-15,-3 1 3 0,5-6-1 0,-3 3-2 0,2 0 5 16,0 1-5-16,-1-1 4 16,2-1-1-16,-1 2-7 0,-4 2 4 15,5-5-7-15,-4 2-1 0,-1 3 3 0,5-3 5 16,-2 1-4-16,-3 2-2 0,2-4-1 0,-2 4 5 16,0 0-2-16,4-5 7 0,-3 4-7 0,-1 1 7 0,4-5 4 15,-4 5-5-15,4-3-10 0,-4 3 5 0,2-4 4 16,0 2-7-16,-2 2 6 0,4-3-1 15,-2 0-7-15,-2 3 8 0,4-1-1 0,-4 1 3 0,5-5-9 0,-2 2 4 16,-1 1-1-16,3-1 3 0,-3 0-3 0,-2 3-6 16,5-6 4-16,-3 3 1 0,2 0 0 0,-3-1 1 15,1 1-4-15,0-1 4 0,2 1 3 0,-2 1 0 16,1-3 2-16,-3 5-1 0,5-7-12 0,-5 5 17 16,0 2-3-16,4-3 1 0,-3-2 4 0,2 3-9 15,-3 2 4-15,3-7 2 0,-1 5 1 0,-2 2-12 0,4-5 6 0,-3 2 5 16,3 0-10-16,-4-1-2 0,0 4-1 0,9-4 7 15,-8 0 5-15,3 1-2 0,0 1 1 0,-3-2-11 16,3 2 4-16,0-1-4 0,-3 0 4 0,-1 3-3 16,4-6 2-16,1 4-1 0,-5 2 3 0,4-4 0 15,-4 4 0-15,4-3-4 0,-4 3 4 0,2-4-3 16,1 2 14-16,-3 2-12 16,1-4-4-16,-1 4 4 0,4-2-12 0,-1 0 19 15,-3 2-9-15,6-4 3 0,-5 0 1 0,3 2 3 16,-1 0-18-16,0-2 17 0,0 0 0 0,1 0-4 15,-2 2 3-15,2-1 0 0,0-1-5 0,1 0 5 16,-1 2-3-16,0-2 3 0,-2 0-1 0,2 0-5 16,0 0 1-16,0-1 5 0,0 3 5 0,1-1-7 15,-3-2 4-15,2 0-3 0,-1 2-7 0,-1 1 4 0,2-1 3 0,-1-1-5 16,1 0 8-16,-2 1 5 0,2-1-8 0,0 1 5 16,0-1-4-16,-1-1 1 0,1 1 0 15,0 0-3-15,1 1 3 0,-1-3-12 0,1 3 11 0,-2-3 2 16,3 2-1-16,-2-1 0 0,-1 2-3 0,3-3 1 15,-1 1 7-15,0 0-8 0,0 0 5 0,-1 0-7 16,1 0 9 0,-1 1 3-16,1-1-5 0,3 0 0 0,-6 0-8 15,5 2 12-15,-2-4-13 0,0 3-3 0,3 0 12 0,-6-1 2 16,6 0 0-16,-4 1 10 0,0 1-9 16,1-1-4-16,-3 0 4 0,3 1-3 0,-1 0 6 15,0 0-16-15,0-1 4 0,1 1-1 0,-1 0 7 16,0-1 2-16,1 2-7 0,-2-3-3 0,3 1 3 15,-3 1 5-15,1-1 0 0,0 3 1 0,0-3-12 0,-1-1 12 0,2 2-4 16,-2 1-6-16,1-1 4 0,0-1 4 0,-1-1-3 16,-1 2 0-16,2-1 1 0,-1 0-7 0,-1 0 5 15,3 0 5-15,-1 3-8 0,-3-4 7 0,3 2-5 16,0 1-4-16,0-2 2 0,-1-1 0 0,-1 2 5 16,3 0 5-16,-4-1-6 0,3-3-5 0,0 4 9 15,-3-1-4-15,3-2 2 16,0 3-1-16,0 0-6 0,-3-2 3 0,3 0 0 15,2 1-2-15,-3-2 6 0,-2 2 9 0,4 1-13 16,-1-1 5-16,1-2-5 0,-1 2 0 0,0 0-2 16,1 0 7-16,-1 1-8 0,0-1 8 0,-2 0-4 15,2 1-5-15,0 0 9 0,-1 0 3 0,-1-1-6 16,2 2-2-16,0-1 1 0,-1 0-3 0,1-1 1 16,-1 1 0-16,-1 0 1 0,2 0-2 0,-1-1 6 0,1 2-4 0,-2-1-4 15,3-1 0-15,-1 2 3 0,0-1-5 0,0-1-3 16,-3 0 12-16,2 0 4 0,2 3-5 0,-3-5 2 15,3 5 12-15,-1-3-16 0,-1 2 5 0,3-2 2 16,-3-2-3-16,-1 4-4 0,2-1 4 0,0-1-1 16,2-1 1-16,-2 1 2 0,5 0 1 0,0-2-1 15,-3 2-1-15,3-3 5 0,-1 2 0 0,-3 1 4 0,3-2-13 16,-2 1 6-16,2 0-6 0,-3 1 5 0,4 0-1 0,-1 0-2 16,-3 0 1-16,0 1 5 0,0-1-5 0,0 1 4 15,0-3-14-15,2 5 12 0,-2-3-10 0,-1 0 7 16,1 2 1-16,-1-3-3 0,2 3 8 0,-2-1 6 15,1-1-13-15,0 2-1 0,-1-2 5 16,1 1-15-16,-1-1 12 0,1 0 10 16,0-1-12-16,-1 4 4 0,0-2-6 15,0-2 4-15,3 2-2 0,-2 0 5 0,0 0 0 16,-1-3-1-16,1 4-8 0,0-1 9 0,-1-1 0 16,3 1-1-16,-1-1-10 0,-3 1 11 0,3 0-15 0,-2 1 15 15,-2-2-9-15,2 1 13 0,1 0 2 0,-1-1-17 16,-3 2 27-16,6-2-6 0,-5 1-2 0,2-1 4 15,0 0-15-15,1 1 9 0,3-2 2 0,-4 1-8 0,2-1 11 16,2-3-9-16,-1 3 2 0,1-2-3 0,0 0-3 16,1 1 4-16,-1-1-2 0,-1 0-3 0,1 0-3 15,-1-2 3-15,2 4-1 0,-4 0 4 0,2-2-2 16,-1 1-7-16,-1 1 5 0,2-2 0 0,-4 4 1 16,3-3 9-16,-3 1-4 0,3 0 9 0,-3 0-2 0,1 0 2 15,2 3-4 1,-2-3-11-16,0 2 12 0,0-1 1 0,1 0-7 15,-2 0-1-15,-1 0-1 0,3 1 5 0,0-2 0 16,-1 1-5-16,3-1-6 0,-2 0 6 0,0-2 5 16,1 2-12-16,2 0 8 0,-3-3-2 0,3 4-4 15,1-3 1-15,-3 0-2 0,-1 3 3 0,0-3 9 16,2 3-8-16,-1 0 3 0,-1 0 0 0,0-3-6 16,3 2-1-16,-3-1 13 0,0 0-12 0,2 1 10 0,-4 0-6 0,3-1-4 15,-3 0 8-15,1 2-1 0,0-3 1 0,0 2-3 16,2 0 1-16,-3 2 0 0,1-4 4 0,0 2-3 15,-1 1-1-15,1-3-5 0,-2 1 2 0,1 2 4 16,2-1-5-16,-1 0 4 0,0 0-4 0,1 1-1 16,-1-3 1-16,1 1 2 0,-1 1-7 0,1 0 3 15,0 0 3-15,0-2-1 0,-1 3-3 0,0 0 5 0,1-2-3 0,3 1 2 16,-6 0-10-16,5 0 12 0,-2 1-4 0,-1-2-2 16,0 2 7-16,-1 0-5 0,4-2-3 0,-4 3 4 15,3-1 0-15,-2-1 0 0,-1 0-4 0,1 0 1 16,0 3 2-16,2-3 1 0,-2-2-3 0,1 3 6 15,-1-1-4-15,1 0-2 0,3 0 6 0,-2-1-6 16,1-1 2 0,-2 1 2-16,1-2 3 0,0 5-9 0,5-6 6 0,-5 3-2 15,3-1-2-15,0 0 5 0,-3 2-4 0,2-4 5 16,1 4-1-16,-3 1 0 0,2 1 4 0,-4-3-5 16,1 1 1-16,-1 1 1 0,0-1 0 0,1 4 3 15,-1-3-4-15,-3 0-3 0,0 1 6 0,3 1-1 16,-1-1-8-16,-3 3-7 0,4-7 8 0,-2 5 2 15,1-1 4-15,1-1-2 0,-1 1-1 0,-3 3-3 0,7-5 0 16,-4 1 7-16,3 1-5 0,-2 0-5 0,-1-1-5 0,4 2-3 16,-4-1 2-16,3-1 1 0,-3 1-2 0,3 0 5 15,-1 1-5-15,-1-1 0 0,1-1 4 0,0 2-3 16,0-1-1-16,0-2 2 0,0 3 6 16,3-3-6-16,-1 0 5 0,0 0-2 0,-1 2 6 15,1-3-3-15,0 1 0 16,-2 0-1-16,0 1 0 0,3-3 4 0,-4 2-3 15,2 1-4-15,2-4 14 0,-4 2-7 0,1 1-3 16,0 1 3-16,0-3-2 0,0 3 1 0,2-1 2 16,-2-2 0-16,-1 2-4 0,2-1 4 0,0 0 2 0,-2 2-2 15,3-2-1-15,-4 2 3 0,4-3-4 0,-3 2-1 0,3 1 1 16,-2 1 1-16,-1-4 0 0,1 3-3 0,-1-2-1 16,0 1 3-16,0 0 0 0,2 2 5 0,-3-1-3 15,2 0 1-15,-1-1 3 0,-2 1 5 0,2-1-6 16,-1 3 4-16,2 0 2 0,-3-5-8 0,2 3 6 15,1 0-6-15,-1 0-4 0,0 0 2 0,1-2-3 16,0 2-2-16,0 0 2 0,0 0-3 0,3-1-5 16,-3-2 3-16,-1 2 1 0,2 2-1 0,-2-2 5 15,1 1-2-15,-1 1-1 16,0-2-2-16,0 3 2 0,0-2-5 0,-3 1 8 16,4-1 5-16,-4 0 2 0,3 2-3 0,0-1 9 15,-4 3 2-15,1-4 7 0,-1 4-4 0,3-3-5 16,-2 0 8-16,-1 3-7 0,4-2-3 0,-4 2 1 15,4-4-3-15,-4 4 4 0,1-5-4 0,3 4-2 16,-4 1-5-16,5-6 6 0,-2 3-2 0,-1 1-1 16,-2 2-1-16,5-3 1 0,-3-2-1 0,-1 1 3 0,1 1-3 0,1 1-1 15,0-1 2-15,-3 3-1 0,6-5-9 0,-6 5 5 16,4-4 6-16,-2 1 2 0,1 1-6 0,-3 2 2 16,2-6 7-16,0 2-8 0,-1 2-5 0,-1 2 12 15,4-4 3-15,-2 1 4 0,-2 3-3 0,0 0 3 16,4-4-2-16,-4 4-2 0,3-4 0 0,-3 4 1 15,1-2-5-15,-1 2 4 0,4-5-4 0,-4 5 7 0,1-4-5 0,-1 4 2 16,0 0 2-16,3-6-5 0,-3 6 5 0,0 0-4 16,1-1-3-16,-1 1 2 0,0 0-1 0,0 0-1 15,1-5 0-15,-1 5-1 0,3-3-1 0,-3 3 0 16,4-5-4-16,-4 5 1 0,2-3 6 0,1 1-6 16,-3 2 3-16,2-3-5 0,-2 3 5 0,4-2 1 15,-4 2-6 1,0 0 1-16,0 0 2 0,3-4 1 0,-3 4 2 0,0 0-6 15,3-3 3-15,1 0 3 0,-4 3 5 0,0 0-8 16,0 0-1-16,0 0 7 0,0 0-2 0,2-4 0 16,-2 4 4-16,0 0-2 0,0 0 5 15,0 0-2-15,0 0 2 0,0 0-3 0,0 0 0 0,0 0-1 16,0 0-2-16,0 0 5 0,2-2-3 0,-2 2-7 16,0 0 4-16,0 0-9 0,0 0 7 0,0 0-2 0,0 0 3 15,0 0-1-15,0 0-1 0,0 0 0 0,0 0 1 16,0 0 0-16,0 0 2 0,0 0 1 0,0 0-1 0,0 0-2 15,0 0 1-15,0 0 1 0,0 0-1 16,0 0 1-16,0 0 1 0,0 0 2 0,0 0-8 16,0 0 5-16,0 0 3 0,0 0-6 0,0 0 1 15,0 0 4-15,0 0-1 16,0 0-1-16,0 0-2 0,0 0 0 0,0 0 0 16,0 0 8-16,0 0 0 0,0 0-2 0,0 0-1 15,0 0 6-15,0 0-4 0,0 0 2 0,0 0 2 16,0 0-2-16,1-4 3 0,-1 4 4 0,0 0 1 15,0 0 1-15,0 0 0 0,0 0 0 0,0 0 3 16,0 0-8-16,0 0 0 0,0 0 0 0,0 0-2 16,0 0-4-16,0 0 0 0,0 0 0 0,0 0-1 0,0 0 1 0,0 0-6 15,0 0 2-15,0 0-3 0,0 0 5 0,0 0-4 16,0 0-1-16,0 0 0 0,0 0-2 0,0 0 1 16,0 0-1-16,0 0 2 0,0 0 1 0,0 0-5 15,0 0 3-15,0 0 0 0,0 0 0 0,0 0-2 16,0 0 1-16,0 0-1 0,0 0 2 0,0 0-2 15,0 0 0-15,0 0 1 0,0 0 5 0,0 0-3 0,0 0-2 0,0 0 0 16,0 0-2-16,0 0 1 0,0 0 0 0,0 0 0 16,0 0 0-16,0 0 0 0,0 0-1 0,0 0 2 15,0 0-2-15,0 0 1 0,0 0 1 0,0 0-3 16,0 0 3-16,0 0-2 0,0 0 2 0,0 0-3 16,0 0 2-16,0 0-2 0,0 0 4 0,0 0-5 15,0 0 3-15,0 0 1 16,0 0-4-16,0 0 5 0,0 0-2 0,0 0-2 15,0 0 2-15,0 0-2 0,0 0 0 0,0 0 2 16,0 0 1-16,0 0-3 0,0 0 0 0,0 0 2 16,0 0-1-16,0 0-3 0,0 0-3 0,0 0 0 15,0 0-9-15,0 0-11 0,0 0-17 0,0 0-19 16,0 0-25-16,0 0-39 0,0 0-13 0,0 0-34 16,0 0-163-16,0 0-364 0,0 0 162 0</inkml:trace>
  <inkml:trace contextRef="#ctx0" brushRef="#br1" timeOffset="122053.1">23536 10035 11 0,'0'0'81'0,"0"0"-2"15,0 0-6-15,0 0-11 0,0 0-7 0,0 0-7 0,0 0-4 16,0 0-5-16,0 0 2 0,0 0-9 0,0 0 1 0,0 0-9 15,0 0-2-15,0 0-3 0,0 0 1 0,0 0 0 16,0 0-4-16,0 0-1 0,0 0 1 0,0 0-6 16,0 0 1-16,0 0 5 0,6 8-8 0,-6-8 1 15,3 5 0-15,-1-3 0 0,-2-2-6 0,2 6 0 16,-1-5-1-16,-1-1 1 0,4 5 3 0,-2-2-1 16,0 1-3-16,0-1 0 0,-1 1-6 0,3-2 6 0,0 2 2 0,0 0-4 15,0-1 8-15,-2-1-10 0,2 1 7 0,-3 2-5 16,3-4-2-16,-2 2 1 0,1 0-3 0,1-1 5 15,-4-2 2-15,4 3-2 0,2 1 0 0,-3-2-3 16,-2 1-2-16,0-1 5 0,-1-2-2 0,7 4 0 16,-6-1-1-16,2-1 3 0,-3-2-1 0,5 4-5 15,0 0 9-15,-4-1 0 16,3-1-3-16,0 1-2 0,-3 0 4 0,3-1 1 16,-4-2 1-16,5 4-7 0,-1-1 3 0,-1-1 5 15,-1 1-3-15,2 0-8 0,-4-3 2 0,5 4 5 16,-2-2-2-16,-1 1 1 0,-2-3-4 0,5 2 1 15,-5-2 4-15,5 4-4 0,-2-2 4 0,-3-2 4 16,4 4-9-16,-1-2 3 0,1 1 0 0,-1-2-1 16,-3-1-3-16,4 3 3 0,0-1 4 0,-4-2-5 0,4 4 3 0,-4-4 3 15,2 4-7-15,-2-4-2 0,3 3 2 0,-3-3 5 16,2 2-2-16,-2-2-6 0,4 4 8 0,-4-4 10 16,5 3-17-16,-2 0 2 0,-3-3 5 0,5 0-6 15,-5 0 6-15,2 2-2 0,-2-2 2 0,4 2-1 16,-4-2-1-16,0 0-3 0,4 2 6 0,-4-2-5 15,0 0 4 1,3 4-8-16,-3-4 6 0,0 0 3 0,0 0 2 0,5 3-7 16,-5-3-1-16,0 0 3 0,3 2 3 0,-3-2-8 15,4 3 3-15,-4-3 2 0,4 1-2 0,-1 2 5 16,-3-3-2-16,4 4 0 0,-1-1-1 0,-3-3-2 16,4 3-1-16,-2-1 3 0,-2-2-4 0,6 4 13 15,-4-3-11-15,-2-1-1 0,4 6 6 0,0-5 0 16,-1 2 1-16,-1-1-8 0,2 2 13 0,1-2-9 0,-2 0-6 15,-3-2 4-15,7 4 1 0,-3-4 1 0,0 3 9 16,-4-3-7-16,5 2-2 0,-1 0-4 0,-4-2 6 0,4 4-1 16,-2-3-8-16,-2-1 4 0,5 3 2 0,-1-2 5 15,-4-1-4-15,4 4 3 0,-1-2-1 0,-1 1 2 16,1-2-7-16,-3-1 7 0,6 5-5 16,-2-4-2-16,-4-1 0 0,5 4 3 0,-1-3 1 0,-4-1 1 0,5 4-5 0,-1-2 9 15,1 0-5-15,-1-1 5 0,0 2-8 16,1-1 4-16,-1 0 2 0,1 0-8 0,-1 1 4 15,-2-2 1-15,-2-1-3 0,9 4 2 0,-5-1-4 0,-3-1 0 16,3 0 3-16,-1 0-2 0,-3-2 5 0,5 4 3 16,-3-1-6-16,1-1 3 0,-1 1-12 0,2 0 12 15,-4-3 3 1,4 5-5-16,0-3-2 0,0 2 5 0,0 2-1 16,-1-4 4-16,1 0-3 0,1 1-3 0,2 0-6 15,-5-1 15-15,3 2-6 0,0-1-4 0,1-1 1 16,-2 0 7-16,3 1-9 0,-4 0 1 0,3 0 4 15,-1 1 2-15,0-1-16 0,-1-1 15 0,2 3-3 16,-2-3-1-16,1 0 3 0,-1 1-6 0,3 1 6 0,-2-3 4 16,0 2-7-16,0-1 1 0,0 2 1 0,-1-1 7 0,0 0-7 15,1 2-3-15,-1-4 0 0,2 2-10 0,-1 0 14 16,-1-1 0-16,1 0-2 0,-1 3-5 0,0-2 4 16,0 0-6-16,1 1 8 0,-1-3 0 0,-2 5 1 15,2-4-4-15,0 1 9 0,0-1-10 0,0 1 1 16,-2-1-3-16,3 1 9 0,-2 0-1 0,-1-2-2 15,2 2-3-15,0-1-5 16,-4-2 5-16,6 4 3 0,-2-1 0 0,-1-1-1 16,0 0 4-16,1-1-5 0,-4-1 4 0,7 6-11 15,-5-6 7-15,-2 0 3 0,7 3-5 0,-7-3 1 16,4 4 2-16,-2-3 1 0,-2-1-5 0,5 1 0 16,-4 4 1-16,-1-5 2 0,4 2-4 0,-4-2-1 15,5 3 2-15,-1-2-1 0,-4-1 3 0,4 3 4 16,-4-3-1-16,5 5 4 0,-2-4 2 0,-3-1-12 0,6 6 8 0,-5-5-4 15,3 0-1-15,-4-1 0 0,4 3 3 0,-3 0-4 16,-1-3 4-16,7 3-6 0,-6-1 8 0,3 2-8 16,-4-4 7-16,4 3-4 0,-4-3 4 0,5 3-1 15,-3-1-7-15,1 1 8 0,-3-3-12 0,5 4 12 16,-4-2-3-16,-1-2 0 0,4 6 0 0,-1-4-7 16,-3-2 8-1,5 4 2-15,-1-3 0 0,-2 1-3 0,1 1 4 0,-3-3 0 16,4 5-4-16,-4-5-3 0,3 2 3 0,-1 2-6 15,-2-4 12-15,4 3 4 0,-3-2-10 0,-1-1 5 16,2 3 1-16,-2-3-4 0,3 4-2 0,-3-4 0 16,3 4 7-16,-3-4-2 0,0 0-6 0,4 2 7 15,-4-2-6-15,3 3 8 0,-3-3-13 0,1 1 1 16,-1-1 5-16,4 3-1 0,-4-3 0 0,3 3 5 0,-3-3-3 16,2 2 2-16,-2-2-1 0,3 5-3 0,-3-5 4 15,4 2 0-15,-2-1-4 0,-2-1-2 0,0 0 4 0,3 5 4 16,-3-5-3-16,0 0 8 0,3 3 1 0,-3-3 6 15,0 0 7-15,3 1-10 0,-3-1 1 16,0 0 4-16,0 0-3 0,0 0-1 0,0 0-3 16,0 0 1-16,0 0-10 0,0 0 9 0,0 0 1 0,0 0-5 0,0 0-5 15,0 0 2-15,0 0 3 0,0 0 0 0,0 0 8 16,0 0 4-16,0 0 10 0,0 0 9 0,0 0 10 16,0 0-1-16,0 0 5 0,0 0 2 0,0 0-4 0,0 0 0 15,0 0-1-15,0 0-4 0,0 0-4 0,0 0-1 16,0 0-6-16,0 0-7 0,0 0-1 15,0 0-4-15,0 0-5 16,0 0-3-16,0 0-2 0,0 0 0 0,0 0-3 16,0 0-12-16,0 0-4 0,0 0-5 0,0 0-12 15,0 0-22-15,0 0-20 0,0 0-13 0,0 0-31 16,0 0-175-16,0 0-308 0,0 0 137 0</inkml:trace>
  <inkml:trace contextRef="#ctx0" brushRef="#br1" timeOffset="126639.72">23684 10135 135 0,'0'0'125'16,"0"0"-8"-16,0 0-16 0,0 0-11 0,0 0-5 16,0 0-5-16,0 0 0 0,0 0-14 0,0 0-5 15,0 0-9-15,0 0 4 0,0 0-12 0,1-4-10 16,-1 4 6-16,0 0-7 0,0 0-2 0,0 0-5 16,0 0-5-16,0 0-4 15,0 0 6-15,0 0-4 0,0 0-4 0,0 0-4 16,0 0-3-16,0 0 2 0,0 0-5 0,0 0-5 15,0 0 7-15,0 0-6 0,0 0-9 0,0 0 7 16,0 0 0-16,0 0 0 0,0 0 2 0,0 0 4 16,0 0 0-16,0 0-5 0,0 0 3 0,0 0 3 15,0 0-7-15,0 0-1 0,0 0 2 0,0 0 3 16,0 0-8-16,0 0 8 0,0 0-1 0,0 0-2 0,0 0-1 16,0 0-1-16,0 0 0 0,0 0-10 0,4 11 11 0,-4-11-1 15,5 2 2-15,-1 1-7 0,-1-1 6 0,-1 0-2 16,1 1 8-16,2 0-2 0,-1 0 0 0,2 1-1 15,0 0-4-15,1 1 4 0,-2 0-5 0,4 1 7 16,-3 0 1-16,2-2-7 0,0 4-4 0,-2-3 4 16,-1 4 6-16,3-1-10 15,-2-1 2-15,1 1 6 0,-1-1-6 16,-1 1 4-16,0-2 0 0,3 2-8 0,-6-4 6 16,2 3 0-16,0-1 3 0,1-2 0 0,0 1-20 0,-1-2 22 15,0 2 1-15,0-1-6 0,-3 1-1 0,3-2 1 16,-3 0 3-16,3 1-2 0,-1-2 8 0,-3-2-3 15,6 5-5-15,-5-2 9 0,2 0-11 16,-2 1 7-16,2-2-5 0,-1 1 3 0,1-2-4 0,1 3 1 0,-2-1-5 0,2-1 5 16,0 0 4-16,1 0-1 0,-3 2 0 15,2-1 3-15,0-1 1 0,-1 1-3 0,1 0-2 16,0-1 5-16,-1 1-3 0,1 1 0 0,1-1-3 0,-2 2 7 16,-1-3-5-16,1 1-2 0,1-1 1 0,-2 2 4 15,1-1 0-15,-1-1-2 0,0 3-2 0,0-4-2 16,1 2 2-16,-1 1-1 0,1-1 2 0,-2-1-9 0,0 3 8 15,-1-5-3-15,4 5 3 0,-1-3-1 0,-1 2-13 16,0 1 13-16,0-2 3 0,1 0 0 0,-1 1 0 16,3-1-1-16,-1 1-3 0,-4-1-8 0,5 0 8 15,-1 1 4-15,0-1-5 0,-3 1 1 0,3-1-1 16,0 0-8-16,1-1 14 0,-2 1 8 0,0-2-5 0,1 2-9 16,1 1 13-1,-1-3-14-15,0 2 4 0,0 1-3 0,1-2 3 16,-1-2-3-16,-2 3 8 0,2-1 1 0,0 1-4 15,-4-3-4-15,5 3-4 0,-2-2-2 0,-3-1 6 16,6 5 3-16,-3-5 2 0,-3 0-6 0,5 4 1 16,-5-4 0-16,4 4 4 0,-2-3 0 0,-2-1-6 15,4 3 0-15,-4-3-3 0,4 4-2 0,-1-2 13 16,-1 0 2-16,-2-2-4 0,8 2 5 0,-6 1-2 0,1-1-3 0,1-2 0 16,-2 5 0-16,-2-5-3 0,7 2-2 0,-5 0 6 15,3 0-1-15,-1 0-8 0,1 1 7 0,-2 0-1 16,1 1 5-16,1-3-1 0,-1 2-4 0,-1-1 3 15,2 0-2-15,-1 1-1 0,1 0-2 0,-1 1-3 16,1 0 6-16,2-3 1 0,-2 3-5 0,1 0 7 16,-1-2-12-16,-1 2 6 15,1-1-1-15,1 0 7 0,2-1-2 0,-3 1-6 16,1 1 9-16,0-2-7 0,-1 1 6 0,1 1-2 16,-2-1 2-16,0-1-6 0,1 1 1 0,2 1-3 15,-2 0 2-15,-3-2 3 0,3 2-9 0,-1 0 8 16,0-1-1-16,0 2-1 0,0-2-4 0,0-1 6 15,2 5-2-15,-5-5-6 0,6 1 11 0,-4 3-7 16,1-3 2-16,1 0 4 0,-1 0-3 0,2 3-2 0,-2-3 5 0,0 1 1 16,0 0-1-16,1 1-3 0,-1-1-1 0,0-2 3 15,1-2 3-15,-1 3-5 0,0 2-6 0,-2-3 10 16,1 1-1-16,-1-1-8 0,2 1 5 0,-1-3 5 16,-2 4-4-16,2 0-2 0,-1-2 6 0,2 1-3 15,-3 1 2-15,-1-4-3 0,5 3-5 0,-2-1-1 16,-2 1 7-16,-1-3-2 0,5 4 1 0,-1-2 4 0,-3 0-3 0,3 1-5 15,-4 0 1-15,5 1 2 0,-3-1 6 0,0-2-4 16,1 3-5-16,-1 0-1 0,-2-4 6 0,4 5-1 16,0-2 2-16,-3-1-2 0,3 3 4 0,-3-3-7 15,3 3 2-15,0 0-1 0,-3 1 0 0,3-2-3 16,0 2 8-16,0-1-2 0,-3 0-8 0,4 1 12 16,-1-2-3-16,0 2 0 15,-2 0-3-15,2-4 0 0,1 2 2 16,-1 3-7-16,0-3-1 0,0-1 2 0,0 1 3 0,-2 1 2 15,2-1 3-15,-1 0-4 0,-1-1 5 0,3 2-1 16,-1-1-10-16,-1 1-2 0,1-1 15 0,-2 1-4 16,1 1-8-16,-1-2 9 0,2 1-3 0,-2 0 1 15,1-1-6-15,0 1 5 0,-2 2-1 0,2-2 2 16,-1 0-4-16,-1-1 1 0,2 2-1 0,1-1 1 0,-2-1 2 16,2 1 0-16,-3 0-2 0,2 1 9 0,-1-2-5 15,2 0-2-15,0 0 1 0,1 2-3 0,-3-1 0 0,1-2 0 16,4 2-5-16,-3 3 9 0,1-4-6 0,-1 0 8 15,1 3-4-15,-1-3-3 0,4 2 3 0,-4-1-3 16,0 1 4-16,1-2-4 0,-1 1 4 0,-3 0-4 16,3-1 4-1,1 0-4-15,0 0 7 0,-1 0-3 0,1 0-4 0,3 0 2 16,-4-2-2-16,1 1-1 0,1 1 12 16,-2-3-7-16,0 2-2 0,0 1 1 0,0-2-2 15,1 1 1-15,-4 1 2 0,5-3-1 0,-3 2-3 16,2 1 3-16,-1-3 5 0,1 2-7 0,-1-1 2 0,1 2 2 15,0-3-6-15,-1 0 1 0,1 4 0 0,-1-3-1 16,1 3 6-16,0-3-4 0,1 1-1 0,-2 0 2 0,0-1-2 16,1 2 0-16,-1-1 6 0,0-1 1 0,1 1-5 0,1 0 2 15,-2-1-3-15,1 2 5 0,1-1-9 16,-1 0 7-16,-1-2-7 0,-1 3 2 0,2-3-11 16,-1 3 12-16,0 0 4 0,-1-1-5 0,1-2 3 15,2 2 4-15,-3-1-1 0,1 1 2 0,2-1-6 0,-3 1 3 16,4 0-7-1,-5 1 7-15,5-2 1 0,-2 1-5 0,0 0 1 16,-1 1 3-16,1-2-7 0,-1 1 3 0,0-1 1 16,0 2 6-16,2 0-3 0,-1-1-6 0,0-2 5 15,0 2 4-15,2 1-1 0,-1-2-2 0,-1 1-3 16,1-1 3-16,2 1 1 0,-3 0-5 0,3-2 6 16,-2 2-2-16,-1-1-2 0,2 0 5 0,-2 1-5 15,2-2-1-15,-1 1-3 0,-1 1 5 0,1-1 2 0,-1 1-8 0,2-1 7 16,-4 3 4-16,5-5-8 0,-3 3 1 0,0 0 1 15,4-1 6-15,-4 3-5 0,3-3 2 0,-3 0-10 16,8 1 14-16,-7-1-7 0,1 0 3 0,-1 3-9 16,-2-2 7-16,1-1-3 0,3 2 4 0,-4-3 1 15,1 3-2-15,-1-1-6 0,0 0 3 0,-2 1 5 16,2-3 0-16,1 3-4 0,-3-1 3 0,1-1-3 0,0 2-7 0,-3-4 6 16,5 4 7-16,-3-3-8 0,-2-1 1 0,3 4 1 15,-1-1 4-15,0 1-6 0,-2-4 3 0,6 4-5 16,-6-4 8-16,4 2-1 0,-4-2-15 0,5 3 17 15,-5 0-7-15,3-1 1 0,-2 2 0 0,-1-4 5 16,4 3 1-16,-4-3-10 0,4 4 9 0,-2-2-7 16,1 1 3-16,0-1 9 15,1 1-4-15,1 0-6 0,-3 0 1 0,1-1-2 16,1 0 8-16,0 1-7 0,-4-3 3 0,7 2 0 16,-2 3-1-16,-2-4 13 0,1 2-17 0,-2 0 3 15,1 2-3-15,1-5 7 0,0 4-7 0,0-1 5 16,0 1 4-16,-2 0-10 0,2-2 3 0,0 1-1 15,-1 0 3-15,-3-3-6 0,3 6 7 0,1-3 0 16,1 1-1-16,0-2 5 0,-1 1-2 0,-1 1 4 0,-1-3-12 16,1 2 7-16,-3-3 1 0,4 6-5 0,-3-3 0 0,3 0 2 15,-3-1 0-15,-1-2 2 0,4 4-1 0,-4-4 2 16,5 4-6-16,-5-4 1 0,1 4 7 0,2-3-5 16,-3-1 0-16,4 3 0 0,-2 0 2 0,-2-3 4 15,0 0-8-15,4 2 2 0,-4-2-4 0,3 5 6 16,-2-5-1-1,-1 0-5-15,4 4 3 0,-3 0 1 0,0-1 2 16,-1-3 0-16,3 4-1 0,-3-4-4 0,4 5 6 16,-2-3-2-16,-2-2-4 0,3 6 1 0,-1-5 8 0,-2-1-4 15,3 6 0-15,0-5-6 0,-3-1 5 0,3 3 6 16,-1 0-3-16,-2-3-4 0,4 5-12 0,-3-3 15 16,-1-2 15-16,2 5-24 0,1-3 7 15,-3-2 6-15,2 5-12 0,0-1 2 0,-2-4 12 0,2 6-16 0,1-3 9 16,-3 1-6-16,0-4 4 0,2 4-2 0,0-2-2 15,-1 1 3-15,-1-3-1 0,1 6 2 0,1-2 1 16,-2-4 0-16,1 2-2 0,-1-2-2 0,2 5 9 0,-2-5-6 16,0 3-8-16,0-3 6 0,0 0 5 0,0 0 10 15,3 4 3-15,-3-4 8 0,0 0-10 0,0 0 4 16,0 0 3-16,0 0 3 0,1 3-7 0,-1-3 0 0,0 0-3 16,0 0-5-16,0 0 2 0,0 0 0 0,2 3-7 15,-2-3-2-15,0 0 10 0,2 2-10 0,-2-2-2 16,0 0 0-16,4 5 3 0,-4-5 0 0,1 4 0 15,2 0-4-15,-3-4 1 0,2 4 6 0,-2-1 2 0,0-3-13 16,1 5 8-16,1-3-3 0,-2-2-1 0,0 0 11 16,2 4-12-1,-2-4-4-15,3 3 7 0,-3-3 3 0,1 1-5 16,-1-1 1-16,1 4 0 0,-1-4 2 0,0 0-7 16,0 0 1-16,0 4 2 0,0-4 4 0,4 5-1 15,-4-3-14-15,0-2 11 0,0 4 1 0,0-4 1 16,4 6 8-16,-1-3-8 0,-3-3 4 0,0 5-1 15,2-3-4-15,-2-2-1 0,1 7 6 0,1-4-1 16,0-1-3-16,0 1 0 0,0 0 2 0,-2-3-3 0,3 7 8 16,-1-5-3-16,0 0-1 15,0 1-7-15,-2-3 5 0,3 3-3 0,-1 1-4 0,-2-4 8 16,4 4-1-16,-4-2-2 0,0-2 3 16,6 2 3-16,-6 2-7 0,4-1 6 0,-4-3-3 0,4 4-1 15,0-3 0-15,-4-1 4 0,3 3 1 16,-3-3-4-16,3 3 2 0,1 0-1 0,-1 0-4 0,-2-1 3 15,5 1-5-15,-6-3 6 0,4 4-9 0,0-1 9 0,-3 1 1 16,3-3 1-16,-1 1 0 0,-1 1 1 16,2-2-7-16,0 2 0 0,-4-3 1 0,5 4 1 0,-4-1-3 15,3-1 9-15,-4-2-9 0,5 4-1 16,-2-2-2-16,-2 0 11 0,3 1-1 0,-1-1-6 0,1 1 8 16,-1-2-3-16,1 2-3 0,-1 0 4 15,-1-2-8-15,3 1 3 0,-5-2-1 0,8 4 9 0,-5-1-10 16,1-1 0-16,0 0-2 0,-4-2 1 15,7 3 4-15,-5-2 5 0,1 1-1 0,-3-2-5 16,4 2 0-16,-4-2-1 0,2 4 7 0,-2-4-4 0,0 0 0 0,4 5 1 16,-4-5-3-16,5 1 2 15,-5-1-2-15,3 2 2 0,-3-2 0 0,5 3 3 0,-4-1-4 16,-1-2 0-16,5 4-2 0,-2-3 4 16,-1 2 4-16,-2-3-6 0,4 3 6 0,-1 0-12 0,-3-3 9 15,7 3-3-15,-7-1 0 0,0-2-3 16,6 4-2-16,-4-2 7 0,1 1-2 0,-3-3-2 0,6 4 1 15,-3-3 12-15,-1 2-13 0,-2-3-1 0,9 4 0 0,-6-1 6 0,0-2 3 0,1 0-7 16,0 0 7-16,0 1-5 0,-4-2-2 0,5 6-1 16,-2-5 4-16,-1 2-7 0,-2-3 3 15,8 4-1-15,-7-4 2 0,3 3 2 0,-4-3 1 16,4 4-5-16,-3-2 1 0,3 1 8 0,-4-3-9 0,6 4 1 16,-3-3-1-16,-3-1 4 0,4 0 2 0,-4 0-4 15,2 3 4 1,-2-3 2-16,3 4 2 0,-3-4-7 0,0 0-4 15,1 3 4-15,-1-3-4 0,0 0 3 0,0 0-4 16,5 2 0-16,-5-2 2 0,0 0 3 0,0 0 2 0,0 0-2 16,4 2 0-16,-4-2 1 0,0 0-4 15,0 0 6-15,3 3-4 0,-3-3 3 0,0 0-2 16,0 0 2-16,0 0 0 0,0 0 2 0,0 0 0 16,6 2-1-16,-6-2-4 0,0 0 3 0,0 0 6 0,1 3-12 0,-1-3 0 15,0 0 3-15,4 2-2 0,-4-2 7 0,0 0-3 16,3 2-2-16,-3-2 3 0,0 0-4 0,2 3 6 15,-2-3 0-15,3 3-2 0,-3-3-1 0,0 0-1 16,5 2-1-16,-5-2-10 0,1 3 14 0,-1-3-5 16,0 0 4-16,0 0-2 0,0 0 3 0,5 2-6 15,-5-2 6-15,0 0 0 16,0 0-4-16,0 0-3 0,0 0 3 0,5 2-7 16,-5-2 9-16,0 0-2 0,0 0 2 0,0 0 1 15,0 0 2-15,5 1-2 0,-5-1-3 0,0 0 4 16,0 0 0-16,6 2-6 0,-6-2 8 0,0 0-4 15,5 2-1-15,-5-2-4 0,0 0 4 0,0 0-2 16,0 0 2-16,2 3 0 0,-2-3-1 0,0 0-1 16,0 0 2-16,0 0-11 0,4 1 10 0,-4-1-2 0,0 0 1 0,0 0 2 15,0 0 0-15,0 0 7 0,0 0-7 0,0 0 0 16,0 0 0-16,0 0 0 0,0 0-1 0,0 0 1 16,0 0-2-16,0 0 6 0,0 0-3 0,0 0-4 15,0 0 2-15,0 0-5 0,0 0 11 0,0 0-6 16,0 0 1-16,0 0 2 0,0 0-3 0,0 0 1 15,0 0 1-15,0 0-4 0,0 0 6 0,0 0-2 0,0 0-3 0,0 0 2 16,0 0-1-16,0 0 4 0,0 0-7 0,0 0 6 16,0 0-1-16,0 0-2 0,0 0 0 0,0 0 0 15,0 0 2-15,0 0 0 0,0 0 3 0,0 0-15 16,0 0 15-16,0 0-3 0,0 0 0 0,0 0-7 16,0 0 5-16,0 0-3 0,0 0 7 0,0 0-1 15,0 0 3-15,4 2-5 16,-4-2 1-16,0 0-5 0,0 0 5 0,0 0 2 15,0 0-1-15,0 0-4 0,0 0 5 16,0 0 2-16,0 0-7 0,0 0 7 0,0 0-1 0,0 0-4 16,0 0 2-16,0 0-1 0,0 0 0 0,0 0-1 15,0 0 1-15,0 0 1 0,0 0-1 0,0 0 4 16,0 0-2-16,0 0-7 0,0 0 5 0,0 0 0 16,0 0 5-16,0 0-7 0,0 0 4 0,0 0-4 0,0 0 4 0,0 0 0 15,0 0-1-15,0 0-2 0,0 0 8 16,0 0-1-16,0 0-2 0,0 0 4 0,0 0-3 15,0 0-1-15,0 0 1 0,0 0-1 0,0 0 2 16,0 0-1-16,0 0-1 0,0 0-3 0,0 0-2 0,0 0 3 16,0 0-1-16,0 0-4 0,0 0 9 0,0 0-6 15,0 0-2 1,0 0 1-16,0 0-1 0,0 0 5 0,0 0-2 16,0 0 0-16,0 0 2 0,0 0-8 0,0 0 11 0,0 0 5 15,0 0 6-15,0 0 4 0,0 0 2 16,0 0-2-16,0 0 0 0,0 0-2 0,0 0 1 15,0 0-3-15,0 0 2 0,0 0-4 0,0 0 0 16,0 0-7-16,0 0 3 0,0 0-1 0,0 0-2 0,0 0 0 16,0 0 0-16,0 0-2 0,0 0-3 0,0 0-1 0,0 0 1 15,0 0-2-15,0 0 0 0,0 0 0 0,0 0 1 16,0 0-6-16,0 0 3 0,0 0-2 0,0 0 1 16,0 0-1-16,0 0 1 0,0 0-3 0,0 0 6 15,0 0-1-15,0 0-1 0,0 0-3 0,0 0 5 16,0 0 4-16,0 0-10 0,0 0 7 0,0 0-6 15,0 0 1-15,0 0 2 16,0 0-1-16,0 0 5 0,0 0-7 0,0 0 2 16,0 0 2-16,0 0 0 0,0 0 1 0,0 0-2 0,0 0 3 0,0 0-2 0,0 0-2 15,0 0 1-15,0 0-3 0,0 0 2 0,0 0 3 16,0 0-3-16,0 0-1 0,0 0 2 0,0 0-1 16,0 0-5-16,0 0-8 0,0 0 0 0,0 0 6 15,0 0-4-15,0 0-2 0,0 0 5 16,0 0-4-16,0 0 3 0,0 0 6 0,0 0-4 15,0 0 7-15,0 0-1 0,0 0-4 0,0 0 5 0,0 0-4 16,0 0 2-16,0 0 6 0,0 0-4 0,0 0-3 16,0 0 5-16,0 0 0 0,0 0-1 15,0 0-2-15,0 0-2 16,0 0-1-16,0 0 2 0,0 0 3 0,0 0-2 16,0 0 1-16,0 0 7 0,0 0-8 0,0 0 3 0,0 0-1 0,0 0 1 0,0 0 1 0,0 0 0 15,0 0 5-15,0 0 0 0,0 0-2 0,0 0 5 16,0 0-2-16,0 0 2 0,0 0-13 0,0 0-15 15,0 0-36-15,0 0-52 0,0 0-84 16,0 0-115-16,0 0-329 0,-18-9 146 0</inkml:trace>
  <inkml:trace contextRef="#ctx0" brushRef="#br0" timeOffset="-63348.08">9227 12312 167 0,'0'0'175'0,"0"-4"-13"15,0 4-14-15,0 0-15 16,1-3-15-16,-1 3-10 0,0 0-14 0,0 0-17 15,0 0-6-15,0 0-5 0,0 0-10 0,0 0-10 16,0 0-14-16,0 0-4 0,0 0-9 0,0 0-1 16,0 0 0-16,0 0-2 0,0 0-3 0,0 0-1 15,0 0-2-15,0 0 2 0,0 0-5 0,0 0 1 16,0 0 3-16,0 12-5 0,0-12 0 0,0 0-2 16,-3 4 4-16,3-4 0 0,0 0-3 0,0 0 3 0,0 0 5 0,0 0 10 15,0 0 18-15,0 0 11 0,0 0-3 0,0 0-3 16,0 0-5-16,0 0-1 0,-5-13 1 0,4 10 1 15,1-5-2-15,0 4-6 0,-1-2 0 0,2 0-1 16,0 0-5-16,1 0 1 0,-1 1-5 0,1-1-6 16,1 1-1-16,0 0-1 0,-1 1-2 0,1-2-3 15,-1 3-2-15,2-2-3 16,2 3 0-16,-2 0-3 0,3 1-3 0,-1 1-2 16,1 2-3-16,1 1-6 0,0 2 0 0,1 1-6 15,1 7 3-15,-1 3 2 0,0 2 4 0,1 6-1 16,-2 3 1-16,1-1 0 0,-4 3-6 0,-1-1-8 15,-1 3-17-15,-1-2-7 0,-4 3-16 0,-4-1-26 16,0 2-28-16,-3-6-48 0,1 1-124 0,-2-3-311 16,1-10 138-16</inkml:trace>
  <inkml:trace contextRef="#ctx0" brushRef="#br0" timeOffset="-63200.98">9389 12780 81 0,'0'0'268'0,"0"0"-16"0,0 0-20 0,0 0-24 0,0 0-19 16,0 0-19-16,0 0-22 0,0 0-36 0,0 0-46 16,0 0-51-16,0 0-47 0,0 0-44 15,0 7-20-15,0-7-161 0,0 0-277 0,-1 4 123 0</inkml:trace>
  <inkml:trace contextRef="#ctx0" brushRef="#br0" timeOffset="-62500.2">9244 13309 45 0,'0'0'214'0,"0"0"-14"0,0 0-12 0,0 0-17 0,0 0-18 0,3-2-16 32,-3 2-12-32,0 0-14 0,0 0-13 0,0 0-8 0,0 0-17 0,0 0-9 15,0 0-7-15,0 0-8 0,0 0-9 0,0 0-8 16,1-3 6-16,-1 3-6 0,0 0-1 0,0 0-6 16,0 0 3-16,0 0-8 0,-4-7 4 0,4 7-4 15,-2-8-2-15,2 2-4 0,0 0 1 0,2-3-3 16,1 2-2-16,0-3-1 0,-1 5 0 0,3-4-1 15,-2 2 6-15,2-1-6 0,-1 3 1 0,-1 0-3 16,1 1 7-16,3-1-10 0,-5 1 2 0,2 1-1 16,3 3-6-16,-2-2 1 0,-5 2 0 15,10 2-7-15,-1 6 2 0,0 0 2 0,-3 2 1 16,5 5 1-16,-5 2-5 0,2 1-2 0,2 7 11 0,-4 1-7 0,2 1 2 16,-3 3 0-16,0 0-9 0,-1 3-15 0,-2 1-24 15,-4 14 6-15,-2-11-17 0,-1 7-14 0,1-10-31 0,-2 1-5 16,-2 11-11-16,-2-15-32 0,4 2-79 0,-1-5-253 15,2-8 112-15</inkml:trace>
  <inkml:trace contextRef="#ctx0" brushRef="#br0" timeOffset="-62362.21">9364 14004 70 0,'2'4'206'15,"-2"-4"5"-15,0 0-5 0,0 0-2 0,0 0-5 16,1 5-12-16,-1-5-12 0,0 0-9 0,0 0-25 15,0 0-12-15,0 0-22 0,0 0-42 0,0 0-53 0,1 3-66 16,-1-3-70-16,0 0-193 0,0 0-344 16,0 0 153-16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25T05:06:39.37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3691 2532 13 0,'0'0'191'0,"0"0"-8"0,0 0 2 0,0 0 2 15,0 0-7-15,0 0 1 0,0-2-5 0,0 2-2 16,0 0-7-16,-5-4-1 0,5 4-7 0,0 0-4 0,0-4-3 16,0 4-17-16,0 0 3 0,0-5-8 0,0 5-16 15,0-4-3-15,0 4-10 16,0 0-11-16,-1-5-8 0,1 5 3 0,0 0-18 0,0 0-13 0,1-5-1 15,-1 5-11-15,0 0-9 0,0 0-8 0,0 0-24 16,0 0-20-16,0 0-34 0,0 0-10 0,0 0 1 16,5 16 6-16,-5-5 1 0,3 8 11 0,-2 2 3 0,3 8 4 15,-3-1 6-15,3 4 5 0,-1 1 3 0,-2-4 1 16,-2 5 8-16,2-1-7 0,1-1 10 16,-2-3-2-16,2-2 5 15,-1 0-2-15,-1-3 6 0,3-7 1 0,-2-1-3 16,-1-4 4-16,0-4 0 0,0 1 3 0,0-4 0 15,1 3 27-15,-2-4 27 0,1-4 34 0,-1 7 34 16,1-7 45-16,0 0 8 0,0 0-15 0,0 0-19 16,-8-15-17-16,4 5-10 0,3-6-7 0,-2-3-9 15,-2-8-7-15,4-1-14 0,-3-5-7 0,0-2-19 0,4-15-10 16,0-2-9-16,0-1-3 0,4-1-1 0,-3 4-7 16,3 2-2-16,-2 2 2 0,0 12-5 0,-1 0 6 15,3 5-9-15,0 1 15 0,-3 10 1 0,-1-2 15 0,1 6 6 16,1 2-1-16,-1 0-4 0,-1 5-7 0,0-3-4 15,3 5-11-15,-2 0-2 0,0-2-10 0,1 1-4 16,1 1-6-16,2 1-15 16,3-1-35-16,7 0-14 0,4 2-15 0,11-1-18 0,3 4 0 0,18 0 0 15,4 3-14-15,1-1-20 0,-2 3-27 0,0-2-30 16,-16 1-31-16,3 1-33 0,-5-5-36 0,-1 4-284 0,-3-1-616 31,-1-1 272-31</inkml:trace>
  <inkml:trace contextRef="#ctx0" brushRef="#br0" timeOffset="500.78">3770 2694 11 0,'0'0'219'0,"0"0"-10"0,-6 0-11 16,6 0-10-16,0 0-11 0,-5 2-5 0,5-2-9 15,0 0-13-15,0 0-7 0,0 0-11 0,0 0-16 16,-5 2-9-16,5-2-9 0,0 0-8 0,0 0-13 0,0 0-5 16,0 0-6-16,23-1-8 0,-5-2-5 0,3 3-8 15,10-2-3-15,-2-3-4 0,6 3-3 0,16-6-5 16,-11 6-3-16,10-5-4 0,-11 2 3 0,-4 2-8 15,0-1-3-15,0 3 4 0,-4-6-7 0,-3 5 2 16,-8-1-1-16,-2-1-3 0,-4 3 1 16,-2-1-2-16,-6 0 1 0,3 2-2 0,-4-3-1 0,-5 3-3 0,9-1-8 15,-5 1 0-15,-4 0-19 0,0 0-9 0,0 0-19 16,0 0-24-16,-21 4-26 0,11-1-16 0,4-2-50 31,-2 2-32-31,3-1-158 0,5-2-387 0,-10 3 171 0</inkml:trace>
  <inkml:trace contextRef="#ctx0" brushRef="#br0" timeOffset="850">4659 2626 19 0,'0'0'370'15,"0"0"-16"-15,0 0-5 0,0 0-15 0,0 0-20 16,0 0-29-16,0 0-27 0,0 0-24 0,0 0-31 16,0 0-18-16,0 0-30 0,0 0-11 0,0 0-32 0,0 0-24 15,0 0-15-15,0 0-11 0,-2 11-8 0,2-4-6 16,2 2-6-16,-2 1-7 0,0 0 3 16,0 2-7-16,2 2 0 15,-2 0-1-15,1 1-1 0,-1-3-6 0,-1 3 3 16,-1-6-5-16,2 3 2 0,-2 1-5 0,4-4-4 15,-4-1-24-15,1 0-7 0,1-1-16 0,-1-1-5 16,1-6-9-16,0 7 1 0,0-4 1 0,0-3 13 16,-2 5-4-16,2-5-23 0,0 0-46 0,0 0-37 15,0 0-39-15,-5-21-35 0,4 9-48 16,-3-5-192-16,3-3-493 0,1-7 219 0</inkml:trace>
  <inkml:trace contextRef="#ctx0" brushRef="#br0" timeOffset="983.94">4612 2421 147 0,'-2'-3'277'0,"2"-6"0"0,-3 6-4 0,1-1 0 16,0 3-16-16,1-4-19 0,1 5-21 16,-2-4-16-16,-2 1-21 0,4 3-17 0,0 0-21 0,0 0-37 15,0-5-45-15,0 5-54 0,0 0-48 0,0 0-45 16,0 0-47-16,0 0-57 0,13 12-203 0,-10-7-426 16,-1-2 188-1</inkml:trace>
  <inkml:trace contextRef="#ctx0" brushRef="#br0" timeOffset="1969.41">4864 2639 287 0,'-1'5'304'15,"1"-5"-26"-15,0 0-20 0,-1 4-21 0,1-4-24 0,0 5-21 16,0-5-24-16,0 0-19 0,-2 5-16 0,2-5-11 16,0 5-13-16,0 0-8 0,0 2-11 0,0-1-9 0,0 2-5 15,0 0-7-15,0 2-7 0,-1 1-4 0,1-1-4 16,-1 0-6-16,1 0-3 0,0-3-6 16,1-2-5-1,0 2-2-15,-1 0-5 0,3-4 4 0,-2 2 2 16,-1-5-8-16,0 7 1 0,0-7 0 0,-1 5 16 15,1-5 17-15,0 0 33 0,0 0 24 0,0 0 27 16,0 0-15-16,0 0-18 0,0 0-10 0,14-18-1 0,-5 9-25 16,1-5-18-16,2-1-14 0,-5-2-2 0,2 5-4 15,-1 5-6-15,0-1-4 0,-2-1 0 16,-5 4-7-16,3 0-5 0,0 0-2 0,0 2-3 0,-4 3-3 0,6-4-32 16,-6 1-22-16,0 3 2 0,0 0 3 0,12 4-2 15,-7 0-9-15,4 3 6 0,2 0-6 0,6 5 3 16,7 1-1-16,2 3-9 0,4-1-3 0,4 2-13 15,14-1-5-15,-11-5-5 0,15 1-10 0,1-3-6 16,-1-2-14-16,-12-3-7 0,14-3-8 16,-16-1-2-16,14-2 0 0,-12-1 4 0,-2-6 14 0,-2 2 7 0,-1-3 8 15,-2-2 16-15,-4 0 5 0,-2 2 23 0,-8 1 23 16,-6-1 38-16,2 0 22 0,-7 2 24 0,-3 0 13 16,2 0-1-1,-6 0 1-15,-2 0-1 0,-3 0-5 0,-3 0-2 16,-2 2-5-16,-5 1-2 0,-5-1-4 0,-7 2-5 15,-2 3 1-15,-1-1-4 0,7 4-5 0,1 1-4 16,-6 4-5-16,6-1-2 0,2-1-3 0,0 6 0 16,2-1-4-16,3 1-1 0,2 0-10 0,-1 2-18 15,5-2-14-15,3-1-17 0,4 4 1 0,-1-2-6 16,6 2 4-16,1-2-3 0,4-2 4 0,5 0 3 0,4-3-4 16,4-2 1-16,1 0-1 0,4-5 0 0,1-3 4 15,0-4 1-15,0 0 8 0,0-6 12 16,-5-3 18-16,-1-1 21 0,1-2 11 0,-4-5 5 0,-2 2 5 0,-2-5 6 15,2-2 7 1,-2-1 5-16,-3-5-1 0,0-14 6 0,-5 15 8 0,0-14 14 0,-4 12 24 0,0 2 16 16,-2 0 11-16,-1 2 24 0,0 3 27 0,0 10 15 15,0 0-1-15,0 7-2 0,-1 0-2 0,1 2-12 16,-2 3-18-16,2 2-21 0,0-2-16 16,0 4-12-16,-1-3-23 15,1 2-24-15,0 4-44 0,0 0-49 0,0 0-54 16,0 0-26-16,0 0 3 0,0 0 5 0,-4 20 14 15,3-3 18-15,-2 11 4 0,-2 2 9 0,1 4 6 16,-1 0 0-16,1 13 7 0,-1-12 4 0,4 10 8 0,-2-11 7 16,1-2 14-16,1 2-10 0,-1-3-1 0,2-4 6 15,0 0-4-15,0-8 14 0,-2-2-2 0,2 0 5 16,1-2 1-16,-1-2 6 0,0-5-7 0,0 2 3 16,1-3 1-16,-1-2-6 0,2 0 2 0,-2-5 5 0,1 9 4 15,-1-9-5-15,0 6 4 0,0-6-4 0,-1 5-1 16,1-5 3-16,1 4-1 0,-1-4 0 0,0 0 0 15,0 0 1-15,0 0 6 0,0 0 3 0,0 7 20 16,0-7-6-16,0 0-4 0,0 0 2 16,0 0 4-16,9 1 4 0,0 0 1 0,5-2-9 0,16-2-38 0,5-2-73 15,19-2-111-15,-2-1-141 0,3-6-366 0,0-5-757 32,-5-4 335-32</inkml:trace>
  <inkml:trace contextRef="#ctx0" brushRef="#br0" timeOffset="3800.2">7462 2170 166 0,'0'-10'264'16,"0"2"-7"-1,1-2-17-15,-1 5-2 0,0-4-15 0,3 2-7 16,-3 4-18-16,-1-2-13 0,2-1-16 0,-1 6-16 15,-1-5-17-15,1 2-13 0,0 3-14 0,0 0-10 16,0-7-23-16,0 7-18 0,0 0-16 0,0 0-11 16,0 0-4-16,-7 15-7 0,3-1-1 0,-2 13 0 15,-3 4 0-15,-1 15 1 0,-4 2-4 0,0 5 0 16,1-2 1-16,4 4-3 0,1-1 0 0,3-3 0 0,1 0-2 16,2-5 1-16,2-13-4 0,-3-1 4 0,6-3-1 15,-1-2 0-15,1-1-4 0,-3-7 0 16,0-2 2-16,0-2 0 0,0-3-1 0,-3-2-1 0,6-1 1 0,-6-2-1 15,6-1 12-15,-3 0 22 0,-3-1 20 0,3-5 16 16,0 4 8-16,0-4 12 0,0 0-15 0,-14 0-8 16,14 0-11-16,-20-7-8 0,7 4 4 0,-5-4-13 15,8 3-5-15,-3-1-2 0,-3-1-11 0,3 0 1 0,-4 0-4 16,4 3-9-16,-3-4 0 0,3 4-3 16,-1-1 3-1,1 1-7-15,4-1-7 0,-1 2-26 0,2-1-17 16,3 2-19-16,-3-2-27 0,1 3-33 0,7 0-35 15,-9-1-44-15,9 1-73 0,0-4-297 0,0 4-615 16,3-9 272-16</inkml:trace>
  <inkml:trace contextRef="#ctx0" brushRef="#br0" timeOffset="4116.96">7150 2542 14 0,'-5'2'180'0,"5"-2"4"16,0 0-8-16,0 0-10 0,0 0-11 0,0 0-8 16,0 0-1-16,14 3-13 0,-2-3-9 0,8-1-11 31,2-1-9-31,6-1-15 0,4 1-4 0,-3-1-12 0,3 1-6 15,-6-2-9-15,2 1-1 0,-6 1-8 0,-1-1-4 16,-5-1-5-16,-4 1 1 0,0 1-6 0,-3-1-5 16,0 3-2-16,-5-2-2 0,2 2-3 0,-6 0 0 15,9-3-9-15,-8 1-9 0,-1 2-8 0,0 0-18 16,0 0-20-16,0 0-21 0,0 0-23 0,0 0-22 0,-16 7-21 16,10-4-32-16,-1-2-145 0,7-1-328 0,-9 4 146 15</inkml:trace>
  <inkml:trace contextRef="#ctx0" brushRef="#br0" timeOffset="4566.88">7816 2474 171 0,'0'0'299'15,"0"0"-11"-15,0-4-16 0,0 4-18 0,0 0-18 16,0 0-25-16,0 0-16 0,0 0-27 0,0 0-16 16,0 0-21-16,0 0-14 0,0 0-14 0,0 0-10 0,0 0-9 15,-14 9-8-15,6-2-10 0,3 0 1 16,-5 1-16-16,1 6-5 0,0 1-5 0,0-1-6 0,4-3-1 16,-1 4-7-16,0-2 2 0,1 2-3 0,0-3 1 15,4 2-11-15,1-2 0 0,0-2 3 0,4 0-5 16,-2-1 6-16,2 1-3 0,0-5-1 0,1 1 2 0,0 0 1 15,5-2 6-15,-1-2-3 0,3-1 3 0,3-2 1 16,-2-3 3-16,1 2 6 0,0-6 6 16,3-1 2-16,-2-2 1 0,-2 2-3 0,1-4 2 0,-4 1 0 15,0-4-1-15,-3 2-5 0,0-3 0 0,-3 4-4 0,0-3-1 16,-1 4-9-16,-3 1-3 0,-4-1-13 0,0 2-4 16,-2-1-7-16,-2 4-10 0,0 0-5 0,-4-1-8 31,0 4-15-31,-1 1-15 0,0 1-14 0,0 2-24 15,1 0-16-15,2 2-21 0,-3 1-29 0,4 2-23 16,1 2-30-16,2-3-36 0,-2 2-204 0,4 1-493 16,4-3 218-16</inkml:trace>
  <inkml:trace contextRef="#ctx0" brushRef="#br0" timeOffset="4966.68">8114 2435 223 0,'0'0'329'0,"0"-4"-17"16,0 4-19-16,1-5-26 0,-1 5-25 0,0 0-30 0,0 0-23 15,0 0-23-15,0 0-16 0,0 0-21 0,0 0-9 16,0 0-16-16,0 0-12 0,1 15-11 16,1-5-3-16,-1 1-11 0,1-1-4 0,-2 6-7 0,3-1-5 31,-2 4-4-31,0-4-6 0,1 2-5 0,0-1 0 15,1 1-1-15,-1-5-2 0,1-3-7 0,0 2 1 16,-1-4 0-16,1-2-6 0,-1 1 5 0,2-1 5 0,-1-1 9 16,-3-4 8-16,7 2 8 0,-7-2 6 0,13-2 6 15,-3-2-3-15,-1-1 5 0,0-2-4 16,9-4 4-16,-9-1-1 0,5 0-12 0,-1 2-1 0,-3-5-10 16,-1 5 3-16,5-1-1 0,-6 3 2 0,3-1-6 0,-3 3 0 15,-4 0-12-15,1 1 3 0,-1 3-3 0,-2-2-10 16,-2 4-5-16,8-6-12 0,-8 6-17 0,5-2-20 15,-5 2 5-15,0 0 5 0,15 5-26 0,-8-1-20 16,2 1-31-16,0 3-32 0,3 1-33 0,-3 0-38 16,3 3-43-16,-1-2-54 0,-2-3-270 0,3-3-617 0,-2 2 274 15</inkml:trace>
  <inkml:trace contextRef="#ctx0" brushRef="#br0" timeOffset="5515.61">8627 2376 2 0,'0'0'245'0,"4"-3"-18"16,-4 3-17-16,9 0-10 0,-9 0-17 0,10 4-12 16,-3 1-12-16,2 2-7 0,1 2-9 0,2 2-17 0,-6 0-13 15,7 4-7-15,-4 0-13 0,-2 2-4 16,1 0-11-16,-2 0-7 0,-1-1-5 0,-3 2-5 0,0-1-8 0,1 0-3 15,-3-5-2-15,-1-2-7 0,-2 4 0 0,0-6-5 16,1 0 3-16,1 0-6 0,-1-6 2 0,2 4 5 16,-1-2 13-16,0 1 17 0,-1-3 29 0,2-2 21 15,-2 3 25-15,2-3-3 0,0 0-32 0,0 0-21 16,2-15-7-16,2 6-18 0,3-1-11 16,3-6-26-16,1 0-16 0,6-6-6 0,3 1-15 0,2-1-8 0,-4 3-5 31,-3 4-1-31,2 0 2 0,0 1 4 0,-7 0-1 15,3 8 4-15,-4-5 5 0,1 5 2 0,-5 2 11 16,1-3 6-16,-1 4 4 0,-2 0 8 0,1 1-15 16,0-1 2-16,-2 1-5 0,-2 2-6 0,4-2-1 0,-4 2 3 15,0 0-2-15,8 8-1 0,-7-3 0 16,0 4 3-16,-1 1-2 0,1 1 6 0,-1 4-3 0,2-3-3 16,0 5 7-16,-3 0-7 0,2-2 7 0,1 2-3 15,-2-3 4-15,1-2-1 0,-1 1-4 0,1-2 1 16,0-3-1-16,-1 5 3 0,2-6 13 0,-2 2-14 0,2-2 3 15,0-2 2-15,-2 0-5 0,0-1-3 0,1 0 5 16,0 0-4-16,1-2 7 0,-2-2-2 16,0 0 8-16,0 0 0 0,0 7-1 0,0-7 4 0,0 0 1 0,0 0 1 15,0 0-2-15,0 0 2 0,0 0 2 0,0 0-7 16,0 0-56-16,0 0-54 0,-6-13-32 0,4 2-44 16,0-1-70-16,2-7-74 0,-1-1-196 0,2-7-555 31,-1 1 246-31</inkml:trace>
  <inkml:trace contextRef="#ctx0" brushRef="#br0" timeOffset="5666.5">8984 2202 272 0,'-1'-4'296'0,"1"4"-5"0,-3-4-12 16,3 4-6-16,0 0-18 0,-4-6-27 0,4 6-30 15,0-4-22-15,0 4-34 0,5-5-44 16,0 5-40-16,1-2-46 0,-6 2-47 0,0 0-67 0,21 2-69 15,-14 0-208-15,3 1-410 0,-10-3 182 0</inkml:trace>
  <inkml:trace contextRef="#ctx0" brushRef="#br0" timeOffset="6182.39">9237 2535 175 0,'-1'4'219'0,"1"-4"-3"0,0 0-9 0,0 0-5 15,0 0-2-15,0 0-14 0,0 0-9 0,0 0-11 16,0 0-19-16,0 0-15 0,0 0-11 0,20-8-17 15,-13 4 0-15,-1 3-20 0,4-5-5 0,0 0-11 0,-1 2-5 16,4-3-5-16,-3 0-10 0,7-2 0 16,-7 2-8-16,3 1-1 0,3-4-5 0,-5 1 12 0,0 1-8 15,-3-1 7-15,1 3-1 0,-1-5 7 0,-1 3 4 16,0-1 4-16,-2 1 0 0,-1 1 5 0,-1 0 2 16,0 2-1-16,1 0-1 0,-4-2-7 0,0 2-10 15,-3-2-2 1,3 7-6-16,-2-7-9 0,-1 4-6 0,-2 1-4 15,5 2-6-15,-14-2 0 0,14 2-3 0,-19 7 3 16,8-2-6-16,-1 0-6 0,1 2 5 0,-2 3-7 16,1 3-2-16,-1 2 2 0,3 0 1 0,1 1-5 0,0 1 4 15,0 1-1-15,4-1 0 0,1 0-1 0,3 0-2 16,2 1 0-16,2-1 4 0,-1 0 0 0,6-2 6 16,-3-5-4-16,4 3 0 0,0-2 1 0,4-3-7 15,-4-1 1-15,1 0-27 0,8-2-23 0,-5-3-28 16,1 1-31-16,-2-3-36 0,4 0-33 0,-5-5-45 0,1 0-42 15,-3-2-199-15,-2 2-503 0,1-4 222 0</inkml:trace>
  <inkml:trace contextRef="#ctx0" brushRef="#br0" timeOffset="6549.78">9663 2391 259 0,'2'-2'299'0,"-2"2"-20"0,0 0-27 0,0 0-25 0,8-2-24 15,-8 2-16-15,0 0-18 0,11 5-11 16,-4 0-12-16,0 0-9 0,3 2-9 0,-2 4-11 0,1 2-9 16,0 1-10-16,0 2-7 0,-4 1-10 0,3 1-8 15,-3-2-7-15,-1 2-4 0,-2 1-2 0,-2 0-8 16,0-2-3-16,0-1-5 0,0-3-8 0,-1-2-3 0,0-1 1 15,-2-1-2-15,3-4-4 0,-1 0 12 0,-3-1-8 16,4-4 33-16,0 7 42 0,0-5 43 0,0-2 47 16,0 0 37-16,0 0 12 0,0 0-27 0,0 0-26 0,5-10-17 15,0-1-18-15,-1 0-18 0,5-5-19 0,0-2-11 16,2 2-10-16,2-6-13 0,4 1-11 0,-8 7-12 16,0-2-5-16,0 5-15 0,-3 2-24 0,1-1-31 31,-1 3-33-31,-2 1-60 0,3-1-50 0,-3 0-61 15,0 5-70-15,-4 2-70 0,9-4-65 0,-9 4-340 0,5-1-823 16,-5 1 364-16</inkml:trace>
  <inkml:trace contextRef="#ctx0" brushRef="#br0" timeOffset="7365.88">11003 2288 79 0,'0'0'279'0,"0"0"-21"0,0 0-19 16,0 0-20-16,0 0-21 0,0 0-20 0,0 0-20 16,0 0-17-16,0 0-15 0,0 0-12 0,0 0-14 15,-15 2-10-15,4 3-12 0,1 0-6 0,-4 0-8 0,-1 4-8 16,3-3-2-16,-4 1-6 0,-1 0-7 0,2 5-8 15,1-5 0-15,-3 3-5 0,8-1 0 0,0 0-6 16,-5 4 1-16,6-3-6 0,2 2 4 0,2-2-6 0,1 2-1 16,2-1 2-16,2 2 4 0,2-1-6 0,6 2 0 15,0-1 0-15,5 1 0 0,-2-2-2 0,3 3 2 16,2-4-2-16,-1 4 1 0,0-7-1 0,-1 4-3 16,-5-2-2-16,-1-1-1 0,1-2-2 0,-2-1-1 0,0 0-1 31,-5-1 1-31,1 0-5 0,1 0 9 0,-3-2 6 15,-4 1 12-15,0 2 3 0,-6-2-3 0,3 1-1 16,-10 0-3-16,-3 0 1 0,-3-1-1 0,1 0-6 16,-2-1 3-16,2 0-2 0,-1-1-6 0,-7 3 0 0,9-3-18 15,-1-1-23-15,7-1-31 0,0 1-45 16,0-2-54-16,4 0-87 0,3-1-195 0,3-3-477 0,3 5 211 16</inkml:trace>
  <inkml:trace contextRef="#ctx0" brushRef="#br0" timeOffset="7765.72">11153 2571 247 0,'0'0'245'31,"0"0"-19"-31,0 0-24 0,0 0-16 0,0 0-20 0,0 0-16 15,0 0-16-15,22-1-14 0,-9 0-13 0,5-4-10 16,1 2-7-16,2-2-12 0,2 2-7 0,5-6-13 16,-1 1-5-16,-2-3-8 0,1 0-6 0,-8 0-2 15,5-3-6-15,-6 4 0 0,0-5-7 0,-2 4 1 16,-2-4-4-16,1 1-1 0,-5 1 8 0,3-1 2 16,-7 4 6-16,1 0 10 0,-2 0 6 0,-4 1-3 0,3-1-3 15,-6 4-4-15,0-1-8 0,-4 3-5 16,1-1 4-16,-5 3-11 0,-4 2 5 0,-2-2-14 0,-2 6 0 15,1 1-3-15,-4 0-2 0,-2 7 0 0,4-1-5 0,2-1 0 16,-5 7-3-16,3 1 3 0,0 2 2 0,1-1-2 16,5 5 5-16,0-3-5 0,6-3 0 0,3 1 4 15,0 0-5-15,5-2 0 0,0 3-3 0,3-2-6 16,4-1-15-16,5-2-26 0,2-3-40 0,-1-2-47 16,3-4-57-16,1-1-238 0,3-4-465 0,-1-2 205 15</inkml:trace>
  <inkml:trace contextRef="#ctx0" brushRef="#br0" timeOffset="8366.15">11610 2351 19 0,'5'-5'276'0,"-1"2"-17"0,2-2-21 0,1 2-22 16,3 2-20-16,0-2-22 0,3 3-6 0,0-1-24 15,-1 2-12-15,9 3-11 0,-4 2-13 0,2 1-7 0,-4 1-11 16,0 0-4-16,2 4-12 0,-4-1-4 16,0 3-1-16,-3 1-12 0,-4 0-8 0,0-3 1 0,-3 2-8 15,0 3-3-15,-5-4-5 0,1-2-3 0,-3 5 4 16,0-4-5-16,-1-2 1 0,1-2-3 0,-3 2 1 16,-1-3-1-16,2 2 7 0,2-6-5 0,-3 2 3 0,2 0 10 15,2-1 13-15,-1-3 17 0,4-1 26 0,-7 3 30 31,7-3 21-31,0 0-14 0,0 0-24 0,0 0-23 16,-1-15-10-16,4 8-31 0,3-6-23 0,4 1-14 16,2-5-16-16,1 3-12 0,6-6-8 0,2-2-6 0,-1 4 4 15,1 0-2-15,-2 3 4 0,2-3 4 0,-3 5-1 16,-4 1 4-16,1 0 3 0,-1 2 4 0,1 1 5 16,-3 1 11-16,-2 1 2 0,-2 1 11 0,-2 1 10 15,-1 2 7-15,1 0-2 0,1 1 1 0,-7 2-10 16,7-5 2-16,-5 3-2 0,-2 2-9 0,0 0-4 0,7-3-5 15,-7 3-14-15,0 0 1 0,0 0-2 0,6 5 5 16,-5 0-2-16,-1 2-5 0,2 1 6 0,-2 0 2 16,-2 5 0-16,2-1 8 0,2 5-10 0,-5 0 16 15,3-2-18-15,0 4 6 0,-4 0-5 0,5-2 1 0,-2 0 5 16,-1 0-3-16,0-1 5 0,1-3-3 16,0-3 3-16,1 1-5 0,-2-2 3 0,1-1 6 0,1-2 2 31,0-1-3-31,0 4-7 0,-2-6 5 0,2-1 4 15,-2 1 3-15,2-3-5 0,0 7 2 0,0-7 0 0,0 5 0 16,0-5 5-16,0 0 0 0,0 0-1 0,0 0-2 16,0 2-6-16,0-2 2 0,0 0-13 0,0 0-30 15,0 0-51-15,0 0-45 0,-5-16-37 0,5 8-52 16,-3-5-51-16,3 0-276 0,0-5-596 0,0-1 265 16</inkml:trace>
  <inkml:trace contextRef="#ctx0" brushRef="#br0" timeOffset="8516.54">12121 2120 155 0,'-1'-2'337'0,"-2"-3"-16"15,2-1-17-15,1 6-19 0,-3-5-14 0,2 4-27 16,1 1-22-16,0 0-25 0,0-7-30 0,0 7-38 16,0 0-52-16,0 0-56 0,10-2-51 0,-10 2-63 15,13 5-76 1,-4-3-238-16,-1 0-440 0,-8-2 195 0</inkml:trace>
  <inkml:trace contextRef="#ctx0" brushRef="#br0" timeOffset="9116.19">12244 2510 92 0,'0'0'184'16,"-3"4"6"-16,3-4 6 0,0 0 0 0,0 0-11 15,13 4-8-15,-7-5-21 0,7-2-16 0,-2 3-11 16,6-4-11-16,1-1-3 0,-1-2-11 0,2-2-8 16,0 1-4-16,-2-3-7 0,3 1-6 0,2-3-9 15,-6 3-5 1,1-4-6-16,-4 0 3 0,1 6 2 0,-4-4 1 15,-1 3 3-15,0 1 11 0,-3 0 3 0,-2 3 5 16,-3-2 0-16,2 1-8 0,-2-1-3 0,-1 2-12 16,0 5-8-16,-5-8-9 0,0 4-6 0,0 1-10 0,5 3 0 15,-13 0-10-15,4 2 0 0,-1 3-6 16,-1 0-1-16,-4 3-1 0,4-1-3 0,-3 5 6 0,3-2-4 16,-1 3-4-16,2 2 0 0,1-2-13 0,1 4-3 15,3-3-3-15,1 3 2 0,3-2 3 0,1 1-1 16,1-3 1-16,3 1-1 0,1 1 7 0,2-4-2 15,0-1 4-15,2-2-3 0,0-2 12 0,0-1 10 0,1-2 7 16,0 0 3-16,4-3 8 0,-1 0 10 16,5-5 18-16,0 3 6 0,1-8 5 0,-1 0 8 0,1 0 6 15,4-2 7-15,-5-1-3 0,3-3-5 0,-6 2 2 0,3-6 2 16,-4 7-1-16,-1-3 0 0,-3 1 2 0,1 1 3 16,-3 4 11-16,-3 0-2 0,2 4-5 0,-2 1-11 31,-2-1-9-31,1 1-11 0,-2 4-12 0,1-2-11 15,1-1-11-15,-4 4-12 0,4-3-20 0,-4 3-19 16,0 0-1-16,11 7-4 0,-7 0-12 0,3 1-7 16,-1-1 4-16,2 5-5 0,-2-2-1 0,3 6 1 0,-2-5-2 15,-1-1-4-15,2 1-10 0,1 1-16 0,-3-1-32 16,-2-2-55-16,2-1-44 0,-1-2-60 0,-2 1-86 16,-3-4-365-16,0-3-770 0,0 0 340 0</inkml:trace>
  <inkml:trace contextRef="#ctx0" brushRef="#br0" timeOffset="10199.56">13951 2317 81 0,'0'0'189'0,"0"0"-5"16,-4-4-10-16,4 4-9 0,-1-4-10 0,1 4-9 15,-4-2-10-15,4 2-4 0,0 0-17 0,0 0-10 16,-3-4-10-16,3 4-11 0,0 0-11 0,0 0-12 16,-10 2-1-16,1 0-8 0,2 1-5 0,-5 4-6 0,-2 0-4 15,4 0-4-15,-3 4-5 0,-4-2-2 0,3 4-1 16,-1 3-6-16,3-2 0 0,1-2-1 0,2 3-5 0,1 2 3 16,1-4 3-16,3 0-2 0,0 2 1 0,5-3 0 31,2-1 2-31,-1-3 3 0,2 2 2 0,3 0 6 15,4-4 5-15,-1-3 4 0,3 0 1 0,6-3 4 16,-2-3-2-16,2 0 2 0,-1-3 6 0,0-2 4 16,1-1-3-16,-4-2-1 0,1-2 4 0,-5 0-6 0,3 1 2 15,-5-3-3-15,-1 1-4 0,-3-2-2 0,-2 3-4 16,-1-4-5-16,-2 5 1 0,-4-1-15 0,-1-3-1 16,0 6-10-16,-3-1 0 0,-6 1-10 0,1 0-1 15,-2 0-6-15,1 8-4 0,-5-5-1 0,4 9-8 16,-6-4-10-16,3 5-15 0,3 2-15 0,2-1-26 0,0-1-16 15,3 1-25-15,1 2-26 0,4-2-15 0,1 1-26 16,4 0-37-16,2 2-122 0,2-5-384 0,4 1 170 16</inkml:trace>
  <inkml:trace contextRef="#ctx0" brushRef="#br0" timeOffset="10599.16">14204 2068 177 0,'0'-4'301'15,"1"0"-25"-15,-1 4-30 0,0-3-33 0,0 3-27 16,0 0-21-16,0 0-18 0,0 0-14 0,0 0-14 16,-1 20-12-16,-3-5-13 0,1 5-8 0,1 6-8 15,-3 0-6-15,-2 8-6 0,2 0-9 0,-1 14-4 0,2-14-3 16,0 0-2-16,-1 0-5 0,4 2-7 0,1-4 1 15,1-3-6-15,2-2 0 0,-2-6-5 0,3 3 0 16,-3-7-2-16,2-9-2 0,-1 4 0 0,1-2 0 16,-2-3 5-16,-1-3 7 0,1 3 22 0,1-4 36 0,-2-3 19 15,0 0-7-15,0 0-6 0,0 0-8 0,17-12-14 16,-11 5-3-16,-4-5-7 0,1 0-12 0,1-4-16 16,-4 0-12-16,-2-3-15 0,0-1-17 0,-6-4-2 15,-3 0-1 1,2 5 3-16,-3-1 2 0,1 3-1 15,0 2 7-15,1 2 0 0,4 4 2 0,-2 1 7 0,3 3-6 16,4 0 8-16,-3 1-17 0,1 0-21 0,3 1-8 16,0 3-2-16,8-4-20 0,7 2-31 0,6-2-56 15,11 1-83-15,8-2-333 0,18-5-604 0,-4 3 268 0</inkml:trace>
  <inkml:trace contextRef="#ctx0" brushRef="#br0" timeOffset="11648.91">15447 2034 145 0,'0'0'228'0,"0"0"-11"15,1-5-11-15,-1 5-3 0,0-7-13 0,0 7-3 16,-1-3-4-16,1 3-11 0,0 0-9 0,0-6-10 16,0 6-7-16,-1-4-14 0,1 4-4 0,0 0-6 0,0 0-8 15,2-4-1-15,-2 4-22 0,0 0-5 0,0 0-15 16,0 0-11-16,0 0-7 0,2-3-16 0,-2 3-13 16,0 0-7-16,0 0-3 0,-2 17-3 0,1-6 1 15,0 5-5-15,-3 1-3 0,4 9 2 0,-3 3 2 31,2 0 4-31,0 3-6 0,-3 2 4 0,3-5-3 0,1 2 0 16,0 1-3-16,0-6 3 0,0 2-4 0,1-3 3 16,-2-5 1-16,1-3-2 0,3 0 2 0,-3-2 10 15,0-4-13-15,0 2 3 0,2-3-2 0,-4-3 1 0,4 0-3 16,-1 0 5-16,-1-2-2 0,1-1-8 0,-3-1-8 16,3 2-6-16,0-3-17 0,-1-2-10 0,0 0-15 15,0 0-22-15,-4 5-41 0,4-5-49 0,0 0-48 16,-13-5-231-16,13 5-485 0,-13-8 215 0</inkml:trace>
  <inkml:trace contextRef="#ctx0" brushRef="#br0" timeOffset="11965.95">15235 2314 107 0,'0'0'165'0,"0"0"-4"16,-9 0-14-16,9 0-1 0,0 0 4 0,0 0-16 15,0 0-1-15,0 0-11 0,0 0-10 0,0 0-11 0,29 3-11 16,-8-3-12-16,8-3-1 0,2 1-16 0,5-3-1 16,1-1-8-16,0 2-4 0,0 0-7 0,3-2 1 15,-3-1-8-15,-3-2-3 0,-6 8 0 0,-6-3-5 16,-3-3-2-16,-6 4-2 0,-2 3 1 0,-3-2 5 15,-1 0 1-15,-1 1 14 0,0-1-3 0,-2 0-4 0,-4 2-9 16,6-1-4-16,-6 1-15 0,0 0-6 0,0 0-12 16,0 0-10-16,0 0-22 0,0 0-26 0,0 0-34 15,-22-4-39-15,18 4-47 0,4 0-127 0,0 0-339 16,-9-1 150-16</inkml:trace>
  <inkml:trace contextRef="#ctx0" brushRef="#br0" timeOffset="13781.32">15956 2031 149 0,'0'0'213'16,"-2"-6"-5"-16,2 6-4 0,0-4-10 0,0 4-8 0,0 0-11 15,0 0-14-15,0-4-16 0,0 4-15 0,0 0-17 31,0 0-12-31,0 0-16 0,0 0-11 0,0 0-7 16,0 0-11-16,-3 13-2 0,2-5-7 0,-1 5-5 16,0 1-7-16,0 6 6 0,2 4-11 0,-4 5-2 0,1 0-2 15,0 0-2-15,-1 0 1 0,0 0-6 0,2 2 2 16,-3-7-5-16,2 2 5 0,-1-8-4 0,4 1-1 16,-2-6-3-16,1-2-1 0,-2-1 1 0,2-3 0 15,1 0 11-15,0-3 13 0,-2 0 31 0,1 3 38 16,1-7 26-16,-4 3 30 0,4-3 32 0,0 0-3 0,0 0-22 15,0 0-19-15,9-15-19 0,-2 6-13 0,-2-1-10 16,-3 0-9-16,8-4-7 0,-1 1-16 0,2-1-14 16,-2 7 0-16,-2-4-16 0,0 3-8 0,-1 1-9 0,-1 1-27 15,0 1-21-15,0 1-16 0,1 2-16 0,5 0-23 16,-1 3-21-16,2-1-24 0,-1 3-21 0,1 1-16 16,-2 1-25-16,3 3-15 0,-4 0-23 0,4 1-21 15,0 3-17-15,-4-4-9 0,3-2-205 0,-3 4-510 16,0-4 227-1</inkml:trace>
  <inkml:trace contextRef="#ctx0" brushRef="#br0" timeOffset="14148.23">16191 2438 106 0,'0'0'161'15,"1"4"-9"-15,-1-4-1 0,0 5 5 0,0-5-7 16,0 0-4-16,0 0-2 0,0 0 0 0,0 0 2 0,0 0-8 16,0 5-2-16,0-5-14 0,0 0-1 0,0 0-16 15,0 0-7-15,0 0-13 0,19-9-7 0,-6 6-7 16,1 0-9-16,-2-3-4 0,4-4-8 0,0 3-5 15,1-4-3-15,-1 0-6 0,2-1-1 0,-2-3-6 16,4 1-1-16,-1-6-1 0,-6 6 6 0,-1 0-2 16,-3-1-3-16,-4 6 10 0,-1-1 10 0,0 2 17 0,1 1-14 15,-5 2-10-15,0-2-1 0,-5 4-8 0,-3 0-9 16,3 1-1-16,-8 2-2 0,-1 3-1 0,-6 2-5 16,2 4-4-16,-2-1-2 0,2 4 4 0,0-1-8 0,4 2 1 15,1 2-1-15,3 1 0 0,3 2 0 0,1-2 1 31,2 4 3-31,8 1-2 0,5-3 6 0,1 0 3 16,13 0-3-16,6-2 3 0,3-1-2 0,4-7-3 16,0 1 2-16,16-2-1 0,-15-2 1 0,2-2-3 15,-1-2-1-15,-3 0-2 0,-3-1 3 0,-2 0 4 16,-12-1-8-16,-4 1 3 0,-1-1-1 0,2 0 2 0,-8 1 4 16,-1-2-9-16,-1 2-9 0,-1-2-40 0,0-1-48 15,-4 3-48-15,-2-7-59 0,-1 5-57 0,3 2-207 16,-7-10-502-16,5 3 223 0</inkml:trace>
  <inkml:trace contextRef="#ctx0" brushRef="#br0" timeOffset="15181.91">17748 2017 199 0,'3'-5'290'0,"-6"-2"-16"16,3 4-20-16,-1-2-24 0,1 5-25 0,0-5-27 0,0 5-19 16,0 0-19-16,0 0-17 0,0 0-16 0,0 0-11 15,0 20-10-15,0-2-9 0,-1 7-7 0,-7 4-11 16,5 6-5-16,-4 13-3 0,-2 2-4 0,0-1-2 15,2-1-2-15,-4-2-6 0,5-10-4 0,-2 10-3 0,5-13-3 16,-3-2 1-16,5-3 0 0,1-3-1 0,-1-8-1 16,2 0 0-16,-1-5-3 0,1 0-1 0,-1-3 0 15,2-1-2-15,-4-4 2 0,4 1 13 0,-2 0 30 16,1-2 13-16,-1-3-5 0,0 0-8 0,0 0-10 16,16-12-1-16,-12 7-9 0,1-4-6 0,3-2-12 0,-5 0-10 15,1-4-11-15,-1 3-10 0,1-4-14 0,-4 0-16 31,0-1-5-31,-4 5-6 0,-5-2-2 0,2 2 2 16,-5-1 3-16,-2 1 3 0,0 3 3 0,-1 3-1 16,-1-2 4-16,-4 4 4 0,0 0 6 0,-1 2-1 0,3-3 7 15,-1 2 3-15,8 1-4 0,0 2-2 0,4-1-14 16,-2 2-22-16,9-1-1 0,-7 0 4 0,7 0 4 16,0 0-4-16,0 0-8 0,36-1-8 0,-8 1-6 15,8-4-14-15,4 2-11 0,-1-3-27 0,14 0-13 16,-1-2-3-16,-12 2 2 0,11-2 6 0,0-3 10 0,-14 2 16 15,-1 1 9-15,-3-2 8 0,-4 2 15 0,0 1 26 16,-9 2 22-16,-2-4 40 0,-7 3 28 0,0 1 21 16,-4-1 24-16,-2 2-5 0,-1-1-5 0,-3 1-5 15,-1-1 0-15,0 4-8 0,-5-7-8 0,0 6 1 0,-4-1-2 16,0 2-9-16,-2 5-2 0,-5-2-8 0,4 2 0 16,-5 1-11-16,2 4 2 0,-2 0-5 0,4-1-1 15,-2 3 1-15,5 0 0 0,-1-3-4 0,4 4 10 31,-1-1 2-31,4 3 2 0,4-3-3 0,0 2 4 16,4-3 2-16,1 0-2 0,9-1 1 0,-1-1-5 0,4-1 3 16,-2-3-7-16,5-1 5 0,-1-3-8 0,0 1 0 15,-2-5 0-15,0-1 1 0,0-4 15 0,-2 2 9 16,-4 0 7-16,1-6-5 0,-6 4 8 0,2-3 0 0,-3 1-2 16,-1 0 4-16,-3-4-16 0,2 2-4 0,-2-4-8 15,-1 0-5-15,-4 2-10 0,3 3-10 0,-3 2-8 16,-1-3-10-16,0 7-13 0,0-3-30 0,-3 3-30 15,4-1-36-15,-4 3-48 0,1 1-53 0,1 0-177 16,6 2-435-16,-11-4 192 0</inkml:trace>
  <inkml:trace contextRef="#ctx0" brushRef="#br0" timeOffset="16164.84">18408 2464 114 0,'0'0'283'0,"-4"5"-8"0,4-5-3 16,0 0-9-16,0 0-31 0,0 0-21 0,0 0-22 0,0 0-15 16,10-12-22-16,-2 5-1 0,-3-3-11 0,3 2-3 15,2-5 2-15,-1-4-6 0,-1 1-6 0,3-1-8 16,-2 0-6-16,0-6-1 0,-1 4-8 0,3-4-4 15,2-5 1-15,-3 6-11 0,-1-5-6 0,-4 1-3 0,4 2-10 16,-5 4-5-16,2 1 9 0,-1 4 8 0,-3 3 11 16,0 2 10-16,-2-1 5 0,4 2-6 0,-6 3-15 15,4 1-10-15,-2 0-18 0,0 3-11 0,0-3-26 16,0 5-37-16,3-5-32 0,-3 5-15 0,0 0-8 16,0 0 12-16,-11 12 6 0,4 0 3 0,1-2 6 0,-4 6 4 15,4 2-7-15,-5 6-9 0,2-1 7 0,1 1-3 16,3-5 3-16,1 0 1 0,0 0-2 0,4 2 6 31,0-3 4-31,5 2 5 0,-1-4 3 0,4 2 6 0,1-4 6 16,1-2 0-16,3-3 6 0,3 1-1 0,-5-4 4 15,1-2 4-15,6-4 3 0,-5 0 5 0,6-4 2 16,-2-3 3-16,-2 1 8 0,4-2 10 0,-2-3-3 16,-1 1 2-16,4-10 8 0,-5 7 0 0,3-8-1 15,-1 0 13-15,-1 1-1 0,-2-2-2 0,1-2 3 16,-2 1 0-16,4-1 1 0,-7-1 6 0,3 1 12 0,-6 4 6 15,0 6 15-15,-2-3 11 0,0 1 8 0,-2 5-1 16,1 1 11-16,-2 4 1 0,0-1-5 0,0 2-6 16,-1 1-14-16,-1-2-13 0,1 3-11 0,-1 3-20 0,3-5-32 15,-3 5-28-15,0 0-45 0,0-3-30 0,0 3-34 16,0 0 10-16,-4 10 10 0,-1-2 20 0,0 7-7 16,-4 1 14-16,3 4 12 0,-3 5 7 0,1 0 19 0,2 5-15 15,-1-3 10-15,2 2-2 0,0-2 4 0,4 1 3 31,1-4-1-31,1 2 2 0,3-6 5 0,1-1 0 16,0-2 3-16,4-1 3 0,2-1-4 0,1-2-1 16,2-4 0-16,4 0 7 0,9-3 1 0,4-3 2 15,0-1-10-15,0-7-5 0,4 4-9 0,-3-5-5 16,1-2 1-16,-2-1-6 0,1-4-2 0,-2 2 3 0,1-4 0 16,-4 0 5-16,-1-2 6 0,-8 5 4 0,2-6 6 15,-3 7 12-15,-2-3 18 0,-7 2 11 0,-5 4 16 16,2-1 7-16,-2 3 8 0,-1 0-7 0,1-1 0 15,-2 2-2-15,-1 0-7 0,0 5 0 0,-4-8-15 0,4 8 7 16,-14-2-8-16,1 4 1 0,2 1-5 0,-3 2 5 16,-2 2-6-16,0 3 7 0,-1 1-3 0,-3 4-3 15,-2 2 2-15,8-3-1 0,0 1-1 0,2 0-12 16,2-1-3-16,1 2-1 0,2-3-7 0,5 4 5 16,2-5 0-16,2-3 7 0,2 2 3 0,4-2 1 0,-3-1 3 15,4 1-1-15,9-4 0 0,-5-2 4 0,9-3 4 31,-3 0-3-31,-1-3 0 0,2 0-1 0,1-4 1 16,-2 0 1-16,0-2-2 0,-3-3 1 0,1 0-3 0,-4-1 1 16,-4-1-2-16,1 2 1 0,-1-3-3 0,-5-1-11 15,1 4-7-15,1-5-6 0,-3 2-1 0,-6 3 3 16,1 0-3-16,-2 2-6 0,-1-1-3 0,0 3-2 16,-3 0-4-16,-2 3-9 0,1 0-12 0,0 1-12 15,-2 1-19-15,1 2-31 0,-2 1-23 0,2 0-18 16,0-1-57-16,10 1-204 0,-13 0-463 0,13 0 206 0</inkml:trace>
  <inkml:trace contextRef="#ctx0" brushRef="#br0" timeOffset="16698.12">19692 2172 137 0,'0'0'223'16,"0"0"-25"-16,0 0-20 0,-9 8-18 0,5-4-17 16,3 4-13-16,-3-2-16 0,-1 5-10 0,-1 3-13 15,2-2-7-15,-2 4-6 0,0 1-7 0,3-6-5 16,0 5-3-16,-1-1-2 0,2-3-8 0,0 0-6 0,2-2 0 16,-2-3-9-16,2 0 4 0,0-2-5 0,2-1 11 15,0-1-3-15,1-1 6 0,-3-2-1 0,12-3 6 16,-3 1 8-16,-1-2 6 0,3-1 5 0,-1-5 2 15,-1 3 2-15,5-3-5 0,0-2-9 0,-1 0-4 0,1 0-6 16,0 2-4-16,0-4-8 0,-1 0 1 0,-5 8-4 16,2 1 7-16,-4-2-8 0,-1 4-3 0,-1-1-4 15,0 2 5-15,-1-1-16 0,-3 3-6 0,6-5-8 16,-2 5 6-16,-4 0-5 0,5 5-3 0,-2-1 5 16,0 2-8-16,0 1 2 0,2 1-3 0,5 8 2 15,-5-8 1-15,6 6 2 0,0-3 2 0,-1 2-3 0,5 2 7 31,2-5-5-31,-1 2 4 0,3-4-2 0,0-2 5 16,-1-2-3-16,2 0-3 0,1-2-2 0,-1-2 4 0,3-3-1 16,-4-2 10-16,2-2 10 0,-5 0 8 0,1 0 4 15,1-5 4-15,-3 2 11 0,-2-2-8 0,-1-2-3 16,-2-2 0-16,-1-2-7 0,-3 0-6 0,1-1-9 16,-5 2-6-16,0-2-13 0,-4 0-8 0,0 2-4 15,-2 0-8-15,-3 0-11 0,0 5-11 0,-6 0-11 16,-3 0-14-16,0 4-11 0,-2 0-14 0,-1 3-9 0,-3 1-21 15,2 4-16-15,1 3-24 0,6 1-28 0,-1-2-38 16,3 4-56-16,2 1-142 0,3 0-456 0,5-2 202 16</inkml:trace>
  <inkml:trace contextRef="#ctx0" brushRef="#br0" timeOffset="16981.32">20616 2133 2 0,'0'0'351'0,"0"-7"-21"0,0 4-28 15,0 3-29-15,0 0-21 0,0-3-30 0,0 3-29 16,0 0-19-16,0 0-25 0,0 0-22 0,0 0-21 0,0 0-8 16,0 0-10-16,0 0-8 0,-1 15-11 0,-2-7-8 15,3 2-4-15,-1 1-10 0,-2 1 0 0,3 0-4 16,-1 8-3-16,0-5-5 0,-2 1 2 0,3 1-7 15,0-3-8-15,0 3 5 0,0-7-4 0,0 0-3 16,0 0-1-16,0-2-4 0,0-2-2 0,0-1-7 16,-1 2-5-16,2-4-3 0,-2 2-5 0,1-5-1 0,0 5 5 15,0-5-8-15,0 0-62 0,0 0-57 0,0 0-33 16,0 0-53-16,4-22-41 0,-3 13-159 0,3-7-448 16,-3-3 198-16</inkml:trace>
  <inkml:trace contextRef="#ctx0" brushRef="#br0" timeOffset="17164.75">20607 1906 279 0,'0'0'346'16,"-4"-5"-10"-16,4 5-14 0,-4-5-20 0,4 5-36 0,0 0-25 16,0 0-29-16,-5-7-23 0,5 7-30 0,0 0-32 15,0 0-29-15,0 0-44 0,0 0-42 0,0 0-37 16,0 0-22-16,0 0-39 0,0 0-27 0,0 0-45 0,0 0-45 15,0 0-183-15,9 18-417 0,-9-15 185 0</inkml:trace>
  <inkml:trace contextRef="#ctx0" brushRef="#br0" timeOffset="17880.14">20858 2150 27 0,'0'7'181'16,"0"-7"-8"-16,-2 7-15 0,2-7-16 0,0 0-12 0,0 7-11 15,0-7-14-15,0 0-6 0,2 6-11 0,-2-6-4 16,0 0 17-16,0 0 9 0,2 7 8 0,-2-7 9 16,0 0 19-16,0 0 22 0,0 0 17 0,0 0 5 15,0 0-23-15,0 0-12 0,0 0-14 0,19-15-17 16,-12 10-10-16,2-2-14 0,-1 2-6 0,1-2-10 15,-1 0-12-15,1 2-11 0,-3 0-1 0,2-2-12 0,-1 5-7 16,-2-2-17-16,-5 4-7 0,11-3-16 0,-11 3-12 16,10-3-13-16,-10 3-4 0,0 0-3 0,18 6-11 0,-14-2-6 15,-4-4 0-15,9 9-3 0,-4-6-4 0,-1 4-3 16,2 0-2-16,-2-1 0 0,1-2 2 0,-1 0 9 16,1 0 0-16,-5-4 10 0,9 6 3 0,-4-3 7 15,-5-3 6-15,13 2-1 0,-13-2 3 0,18-2 0 16,-8 0 10-16,1-1 16 0,0-1 9 0,0-1 11 15,1-1 10 1,1 1 12-16,-4-4 15 0,3 4 4 0,-1-5-2 16,-2 6 2-16,-2-6 8 0,2 5 5 0,-4 2-3 15,3-1-3-15,-3-1-4 0,-5 5-1 0,5-5-14 16,-5 5-11-16,9-3-4 0,-9 3-7 0,5-3-11 16,-5 3-23-16,0 0-4 0,0 0-7 0,0 0 7 0,8 11-9 15,-7-1 7-15,3 3-6 0,-1 3-3 0,-1 11-1 16,-4 0 3-16,2 5 3 0,-3 2 3 0,-1 0 1 15,-5 11-5-15,3-10 11 0,-7 9 3 0,4-7 1 16,-2-3-2-16,-1-1-4 0,1 0 15 0,0-3-6 16,-1-1 2-16,-1-5-2 0,4-7 1 0,-3-3 2 0,2-1 3 15,0-4 5-15,1-2 6 0,1 0 10 0,-2-2 16 16,4-3 19-16,6-2 27 0,-14-1 22 0,14 1 11 16,-13-10 6-16,9 0-19 0,4-2-8 0,5-5-11 15,7-6-9-15,2-2-18 0,7-6-2 0,10-6-14 0,8-2-1 31,3-1-4-31,1 3-8 0,-3-4-9 0,3 5 4 16,-4 6-6-16,-11 4 13 0,-2 6 13 0,0-4 12 16,-7 7 2-16,-2 5-4 0,-4 2-1 0,-6 3-4 15,0 3-11-15,-2-1-2 0,0 1-7 0,-5 4-19 16,6-5-48-16,-6 5-59 0,8-5-57 0,-8 5-51 16,0 0-33-16,0 0-41 0,0 0-69 0,0 0-418 0,-31 9-819 15,31-9 362-15</inkml:trace>
  <inkml:trace contextRef="#ctx0" brushRef="#br0" timeOffset="19314.34">22431 2017 30 0,'1'-3'268'0,"-1"3"-3"0,1-5-1 0,-1 5-2 31,3-6-3-31,-3 6-9 0,0 0-18 0,0-5-9 16,0 5-26-16,0 0-21 0,0 0-21 0,1-2-19 0,-1 2-17 15,0 0-24-15,0 0-28 0,0 0-2 0,0 0-11 16,1 13-6-16,-2-3-1 0,-2 2-9 0,0 3 0 16,-1-1-8-16,0 6 2 0,0 6-1 0,2-8-3 15,-1 8-3-15,0-9-5 0,3 1 9 0,-1-2-14 16,2 1-16-16,-1-5 1 0,0-5-3 0,-1 3 2 15,1-5-1-15,1-1 9 0,-1-4 16 0,-1 8 29 0,1-8 38 16,0 0-9-16,0 0-8 0,0 0-2 0,23-18-11 16,-15 8-2-16,6-2 9 0,-1-2-9 0,1 0 0 15,0-1-2-15,3-4-6 0,-4 4-11 0,4 1 3 0,-4 1-11 16,2-1-6-16,-3 2 0 0,-6 4-5 0,2 3-4 16,-1-2 4-16,-3 2-11 0,0 3-6 0,-1-2 5 15,0 4-25-15,-3 0-12 0,0 0 4 0,0 0 3 31,17 6 1-31,-15-1 0 0,4 3 5 0,-4 2 1 16,3 0 0-16,-1 3 9 0,4-4-4 0,-3 4 1 0,1 2 6 16,3-3 0-16,-2-2 12 0,0-3-9 0,-2 3 0 15,-1-5 2-15,0 0 2 0,1 0 10 0,-1-2 1 16,2-2 6-16,-6-1 9 0,17-1 0 0,-8-3-5 16,5-3 3-16,-4 2 4 0,3-3 7 0,-3 0 2 0,3-5-4 15,1 1-2-15,-1-2-3 0,1-1-9 0,-3-1-4 16,7-2-14-16,-6 1-4 0,-2 0-8 0,3 0-3 15,-5 3-4-15,-3-1-15 0,-1 4 5 0,-1 1-1 0,-2 5 0 16,-1-2-11-16,3 1-9 0,-3 0-1 0,-3 1-8 16,2 2-14-16,1 3-22 0,0-4-11 0,0 4-17 15,0 0-6-15,0 0-16 0,0 0-7 0,-10 11 10 16,11-4 14-16,3-4 10 0,6 5 10 0,3-1 13 16,6 0 11-16,8-1 5 0,6 2-2 0,-1-3-1 0,3-2-8 15,-2 1-2-15,4-6 2 0,-5 2 9 0,5-2 2 16,-5-1 12-16,-3-3 4 0,-2 0 5 0,-6 1 11 31,-3 0 29-31,-3-3 18 0,-4 2 21 0,-3-2 6 16,0 1 21-16,-6 0 10 0,2 2 3 0,-1-1-1 0,-2 2-5 15,-1-2-4-15,-1 2-7 0,1 4-5 0,-7-4-6 16,2 2-6-16,-4 2-3 0,-1 2-4 0,-1 2-4 16,-2 1-3-16,-4 4-1 0,-1 2-3 0,3-1-1 0,-3 2-5 15,4 2 2-15,-3-1-2 0,1 7 1 0,-1-6-1 16,3 7 1-16,3-4-6 0,-2 7-3 0,1-4 3 15,6-3-9-15,2 0 3 0,4-5 3 0,-2-2 2 16,2-1 6-16,2-2 13 0,-1-2 8 0,8-1 7 16,0 0 7-16,3-2 4 0,2-5 8 0,1-1 6 15,6-3 4-15,-5-1 4 0,2 2 2 0,0-3-9 0,0 1 2 16,2 0-7-16,-5-2-3 0,2 0-3 0,-3 3 7 16,-1 0-11-16,-4 2-1 0,4-2-4 0,-7 5-5 15,3-2-2-15,-2 3-10 0,-1-2-9 0,3 2-11 0,-9 1-27 16,13-1-17-16,-6 1-23 0,4 1-31 0,-2 0-30 31,-3 1-39-31,3-1-49 0,-2 3-51 0,1-4-248 16,-8 0-553-16,14 3 244 0</inkml:trace>
  <inkml:trace contextRef="#ctx0" brushRef="#br0" timeOffset="19664">23652 2017 5 0,'0'-4'319'0,"0"4"-13"16,0 0-19-16,4-6-22 16,-4 6-28-16,0 0-29 0,0-5-23 0,0 5-22 15,0 0-16-15,0 0-8 0,0 0-25 0,10 10-11 16,-7-5-8-16,-1 3-10 0,2 1-3 0,0 0-15 0,-1 1-5 0,0 2 4 16,0 0-15-16,1-2-5 0,-1 2-2 0,0-5-10 15,1 3 6-15,-4-2-9 0,2-2 3 0,0 1-4 0,-2-7 0 16,2 5 3-16,-2-5 34 0,0 8 41 0,0-8 38 31,0 0 33-31,0 0 28 0,0 0 20 0,0 0 11 16,0 0-25-16,0 0-24 0,0 0-22 0,18-19-15 0,-13 12-15 15,3-1-22-15,5-2-27 0,-3 1-26 0,3-3-22 16,-1-1-27-16,0 1-30 0,2 0-32 0,0 0-23 16,-1 1-46-16,2 0-38 0,-6 2-29 0,5 2-28 15,-2 1-23-15,-2 2-25 0,4-1-24 0,-2 1-10 0,-3 3-17 16,-1-1 1-16,1 4 3 0,-1-1-165 0,0 1-513 15,-3 2 226-15</inkml:trace>
  <inkml:trace contextRef="#ctx0" brushRef="#br0" timeOffset="19930.99">23983 2084 63 0,'-2'5'103'0,"0"-2"2"0,1 4-6 16,1-7 4-16,-3 5 18 0,3-5 5 0,-1 5 20 16,1-5 8-16,0 0 17 0,0 0 8 0,0 0 11 15,4 6 3-15,-4-6-2 0,13-2-14 0,-13 2 3 0,24-7-12 16,-7 2-8-16,-6 1-10 0,8-6 0 0,-2 3-14 31,1-3-11-31,-4 0-11 0,2 1-11 0,-3-3-8 16,1 0-7-16,-2-1-1 0,-4 4-3 0,-1 2 6 15,-2 0 5-15,-1 1 5 0,-1 0-10 0,-2 0-14 16,-1 2-8-16,0 4-10 0,-5-6-12 0,-3 4-8 0,8 2-9 16,-23 3-3-16,9 3-4 0,-3 0-5 0,1 2 0 15,2 0-13-15,-3 5-42 0,3 1-17 0,4 1-7 16,2 2-2-16,7 2-4 0,6 9 8 0,9-6-20 15,12-4-46-15,17 8-80 0,9-9-124 0,5-9-245 0,4-5-623 16,-1-3 276-16</inkml:trace>
  <inkml:trace contextRef="#ctx0" brushRef="#br0" timeOffset="20930.46">24774 1618 149 0,'0'-5'281'16,"0"2"-26"-16,3-1-28 0,-2 0-24 0,-1 4-28 0,0 0-24 15,0 0-20-15,0 0-11 0,0 0-18 0,-6 22-10 16,-1-4-8-16,1 8-7 0,-4 4-13 0,-2 3-5 15,-3 14-4-15,-1-1-3 0,-1-1-7 0,-2 3 1 0,4-3-6 16,4-12-3-16,-6 11 3 0,7-10-5 0,2 0-3 16,4-1 3-16,3-2 4 0,-3-1 3 0,4-4-5 15,-1-9 4-15,2 0-2 0,4-5 1 0,-1 0 4 16,0-4 3-16,2 0 3 0,3-2 10 0,3-6 2 16,-1 0 2-16,3-2 0 0,-3-2-6 0,0-2 7 15,-1-1 1-15,3-5-10 0,-1 1-6 0,-2-3-8 0,-1-2-15 16,0 0-14-16,-5-9-16 0,1 8-15 0,-4-2-7 31,0-1 5-31,-3 3-10 0,-1-1 1 0,-7 1 2 16,1 1 0-16,-5 2 1 0,5 1 3 0,-4 1 0 0,-1 2 2 15,3 3 4-15,0 0 14 0,1 0-14 0,1 2 2 16,0 0-1-16,2 3 1 0,3-1-19 0,1 1-11 16,3 2-1-16,0-5 4 0,0 5 3 0,8-2 6 15,5 2-1-15,3-3-6 0,11 0 3 0,1 1 4 0,7-2 0 16,-2 1-5-16,3-2 0 0,0 3-3 0,3-1-9 15,-2-3 2-15,4 0 6 0,-4-2 2 0,-2 1 3 16,1-4 6-16,-8 3 3 0,-11 1 28 0,0-1 22 16,-4 4 13-16,-3 2 20 0,-1-2 11 0,-4 0 14 15,0 2 3-15,0-1 5 0,-1-1-21 0,-4 4-11 0,0 0 4 16,0 0-18-16,-9-7-3 0,9 7-8 0,-19 4-6 16,6-1-5-16,2 4 4 0,-8 0-6 0,-1 5-2 15,-1 2-2-15,5-1 0 0,-3 6-2 0,5-5 0 0,0 2-5 16,1-2-3-16,3 4-1 15,4-2 3-15,2 1-6 16,1-3 2-16,5-2 13 0,0 0-13 0,5 0 6 16,0-4 1-16,2 2 1 0,5-3 1 0,2 3 1 15,0-8-2-15,-2 1 2 0,0-3-2 0,0-1 5 16,3-1 7-16,-2-3-3 0,2-4 3 0,-6 4-1 16,0-5-3-16,-2 4 0 0,-2-5-5 0,1 1-6 0,-2-4-13 15,-2 2-10-15,-1-3-10 0,-2 4-8 0,-1-2-11 16,-2 1-11-16,-1 0-14 0,-1-1-17 0,0 2-18 15,-1 1-19-15,1-1-32 0,-1 0-40 0,0 1-46 0,1 3-162 16,-1 0-437-16,4-3 194 0</inkml:trace>
  <inkml:trace contextRef="#ctx0" brushRef="#br0" timeOffset="21264.37">25400 1831 150 0,'0'0'230'0,"13"2"-20"0,-13-2-22 16,6 2-16-16,1 1-10 0,-2 0-9 0,1 4-13 0,2 0-10 15,1 2-4-15,-4-1-17 0,1 4-2 0,-2-3-18 16,-1 3-1-16,2 5-9 0,-4-4-8 0,2 4-4 16,-2 0-10-16,-1-2-6 0,-2-2-1 0,-1 2 0 15,-1-1-6-15,0-4-8 0,0 2 0 0,3-7-2 16,0 5 7-16,-2-8-1 0,3-2 12 0,-2 8 13 15,2-8 26-15,-3 7 28 0,3-7 45 0,0 0 35 0,0 0 4 16,0 0-25-16,0 0-34 0,0 0-18 0,6-20-13 16,0 8-20-16,-1 3-7 0,3-1-23 0,3-5-24 15,0 2-23-15,5-9-36 0,0 0-37 0,2 4-33 16,-1-2-30-16,-1 2-34 0,-3 2-41 0,5-2-47 0,2-1-43 16,-8 8-265-16,0-2-595 0,-2 5 262 0</inkml:trace>
  <inkml:trace contextRef="#ctx0" brushRef="#br0" timeOffset="21797.01">25817 1881 72 0,'0'0'334'0,"0"0"-25"0,0 0-38 16,0 0-24-16,0 0-33 0,2 4-23 0,-2-4-15 16,3 6-22-16,-3-6-18 0,0 10-4 0,0-3-26 15,1 0-4-15,-2 5-15 0,-2 0-8 0,3 0-8 0,-2-1-4 16,-1 5-6-16,2-4-7 0,0-2-5 0,-2-1-8 16,3-1-11-16,0-1-4 0,-1-2-1 0,-2 0-2 15,3-1 4-15,0-4 14 0,0 0 22 0,0 0 20 16,4 8-11-16,-4-8-11 0,0 0-4 0,19-15-4 0,-8 11-6 31,0-4 1-31,3-2-7 0,-1-2 4 0,1 2-3 16,0-1-9-16,3-2 2 0,-3 1-11 0,2 2 5 15,-2 0-4-15,2-1-7 0,-7 5-2 0,3 0-2 16,-3 3-4-16,-5-1-4 0,1 1-3 0,2 1 2 0,-7 2-8 16,0 0 0-16,14 5-2 0,-12-3 3 0,2 3-1 15,1 1-1-15,-2 0 1 0,1 5 4 0,-1-3-1 16,-1 4 1-16,0-4-17 0,-2 3-8 0,3-2-7 15,-1-1-5-15,0-3-2 0,-1 1-4 0,-1-1 9 16,1 0 7-16,-1-5 11 0,0 6 21 0,0-6 21 0,0 0 4 16,11 0-7-16,-11 0 2 0,16-5 1 0,-6-1 7 15,3 0 6-15,1-3-3 0,3 1-4 0,-1-2-2 16,0 3-2-16,-1-3-1 0,0 3-3 0,2 0 0 0,-6 2-2 16,1-2 0-16,-2 4-7 0,7 1-13 0,-6-1-18 15,2 1-25-15,-1 2-37 0,-1-2-44 0,3 1-57 16,-2 1-80-16,0 1-321 0,1-2-627 0,-13 1 277 31</inkml:trace>
  <inkml:trace contextRef="#ctx0" brushRef="#br0" timeOffset="21931.14">26687 1973 2891 0,'-4'5'410'0,"4"-5"-124"0,-8 6-80 0,8-6-66 0,0 0-29 15,-6 4-30-15,6-4-26 0,-5 2-39 0,5-2-75 16,0 0-112-16,0 0-152 0,0 0-285 0,0 0-658 16,-8-14 292-16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3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9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6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3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7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19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1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2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4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62D8A-2105-49A3-BB54-0C3DDFBC3895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0D99E-9ABF-41DD-96C0-776A42280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9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8640" y="411840"/>
              <a:ext cx="10955160" cy="3734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280" y="402480"/>
                <a:ext cx="10973880" cy="37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35600" y="3565080"/>
              <a:ext cx="10407600" cy="2395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240" y="3555720"/>
                <a:ext cx="10426320" cy="241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162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80" y="418680"/>
              <a:ext cx="8994240" cy="2378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1320" y="409320"/>
                <a:ext cx="9012960" cy="23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69480" y="3201840"/>
              <a:ext cx="8569800" cy="2255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0120" y="3192480"/>
                <a:ext cx="8588520" cy="227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197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47880" y="759240"/>
              <a:ext cx="10855440" cy="184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8520" y="749880"/>
                <a:ext cx="10874160" cy="18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18640" y="3261960"/>
              <a:ext cx="11248920" cy="2592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280" y="3252600"/>
                <a:ext cx="11267640" cy="26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572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1480" y="661320"/>
              <a:ext cx="11079360" cy="5693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120" y="651960"/>
                <a:ext cx="11098080" cy="57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424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14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63440" y="618120"/>
              <a:ext cx="9897480" cy="5024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4080" y="608760"/>
                <a:ext cx="9916200" cy="50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891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26400" y="790560"/>
              <a:ext cx="11145600" cy="3147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040" y="781200"/>
                <a:ext cx="11164320" cy="31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546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85040" y="364680"/>
              <a:ext cx="10097640" cy="4956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5680" y="355320"/>
                <a:ext cx="10116360" cy="497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869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08800" y="528480"/>
              <a:ext cx="9612720" cy="2943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9440" y="519120"/>
                <a:ext cx="9631440" cy="29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935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03600" y="482760"/>
              <a:ext cx="10645200" cy="5144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240" y="473400"/>
                <a:ext cx="10663920" cy="51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170280" y="2159640"/>
              <a:ext cx="1413000" cy="429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0920" y="2150280"/>
                <a:ext cx="1431720" cy="4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5634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21240" y="448200"/>
              <a:ext cx="10698480" cy="5323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1880" y="438840"/>
                <a:ext cx="10717200" cy="534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057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0400" y="458280"/>
              <a:ext cx="10123920" cy="469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1040" y="448920"/>
                <a:ext cx="10142640" cy="471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86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03040" y="550080"/>
              <a:ext cx="8259120" cy="4647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680" y="540720"/>
                <a:ext cx="8277840" cy="46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529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6480" y="467280"/>
              <a:ext cx="9492840" cy="2138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120" y="457920"/>
                <a:ext cx="9511560" cy="21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415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38320" y="459360"/>
              <a:ext cx="7809120" cy="4534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8960" y="450000"/>
                <a:ext cx="7827840" cy="45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312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81920" y="485595"/>
              <a:ext cx="10885680" cy="4496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2560" y="476235"/>
                <a:ext cx="10904400" cy="45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8352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2240" y="846360"/>
              <a:ext cx="9343800" cy="2993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880" y="837000"/>
                <a:ext cx="9362520" cy="30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4416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95320" y="407160"/>
              <a:ext cx="10755000" cy="5729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960" y="397800"/>
                <a:ext cx="10773720" cy="57481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1E79CB0-436F-07D6-AAF0-90F0CB2AA3A0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3726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58400" y="464040"/>
              <a:ext cx="10355760" cy="5275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9040" y="454680"/>
                <a:ext cx="10374480" cy="529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933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66400" y="1022040"/>
              <a:ext cx="5693400" cy="235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7040" y="1012680"/>
                <a:ext cx="5712120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735480" y="3502080"/>
              <a:ext cx="8054640" cy="1901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120" y="3492720"/>
                <a:ext cx="8073360" cy="19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5584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18160" y="450000"/>
              <a:ext cx="8424360" cy="5630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8800" y="440640"/>
                <a:ext cx="8443080" cy="56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011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72360" y="628560"/>
              <a:ext cx="10996200" cy="4987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000" y="619200"/>
                <a:ext cx="11014920" cy="500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254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9080" y="501120"/>
              <a:ext cx="9231840" cy="4690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720" y="491760"/>
                <a:ext cx="9250560" cy="470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3057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44680" y="603360"/>
              <a:ext cx="9649800" cy="4674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5320" y="594000"/>
                <a:ext cx="9668520" cy="46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1089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7520" y="545040"/>
              <a:ext cx="9671040" cy="4652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8160" y="535680"/>
                <a:ext cx="9689760" cy="46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971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52160" y="681480"/>
              <a:ext cx="9686160" cy="5024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2800" y="672120"/>
                <a:ext cx="9704880" cy="504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8667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296988"/>
            <a:ext cx="5708650" cy="54562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326600" y="576720"/>
              <a:ext cx="8281080" cy="508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7240" y="567360"/>
                <a:ext cx="829980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1336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95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21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96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07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52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6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74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87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14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73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94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0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64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10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51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75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19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178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697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74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23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30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5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Props1.xml><?xml version="1.0" encoding="utf-8"?>
<ds:datastoreItem xmlns:ds="http://schemas.openxmlformats.org/officeDocument/2006/customXml" ds:itemID="{A6039598-BC37-4DAB-9B81-DF7ACD1C626D}"/>
</file>

<file path=customXml/itemProps2.xml><?xml version="1.0" encoding="utf-8"?>
<ds:datastoreItem xmlns:ds="http://schemas.openxmlformats.org/officeDocument/2006/customXml" ds:itemID="{AA9B714B-0840-498C-ABEF-C229AC9586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ACA573-230D-4911-A9C6-9C6E34590929}">
  <ds:schemaRefs>
    <ds:schemaRef ds:uri="http://schemas.microsoft.com/office/2006/metadata/properties"/>
    <ds:schemaRef ds:uri="http://schemas.microsoft.com/office/infopath/2007/PartnerControls"/>
    <ds:schemaRef ds:uri="b4284549-3b77-42f0-9bd8-21963f31e472"/>
    <ds:schemaRef ds:uri="96e9f518-c301-41c8-a9ae-26c5061bc2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5</cp:revision>
  <dcterms:created xsi:type="dcterms:W3CDTF">2022-05-23T04:57:43Z</dcterms:created>
  <dcterms:modified xsi:type="dcterms:W3CDTF">2022-07-17T17:02:06Z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