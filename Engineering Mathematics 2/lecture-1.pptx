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1" r:id="rId9"/>
    <p:sldId id="262" r:id="rId10"/>
    <p:sldId id="303" r:id="rId11"/>
    <p:sldId id="263" r:id="rId12"/>
    <p:sldId id="274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3" r:id="rId22"/>
    <p:sldId id="296" r:id="rId23"/>
    <p:sldId id="275" r:id="rId24"/>
    <p:sldId id="297" r:id="rId25"/>
    <p:sldId id="298" r:id="rId26"/>
    <p:sldId id="299" r:id="rId27"/>
    <p:sldId id="300" r:id="rId28"/>
    <p:sldId id="301" r:id="rId29"/>
    <p:sldId id="302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91" r:id="rId43"/>
    <p:sldId id="292" r:id="rId44"/>
    <p:sldId id="293" r:id="rId45"/>
    <p:sldId id="294" r:id="rId46"/>
    <p:sldId id="295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CB4B22-DF36-93B5-9C9B-EC6E2F73AF24}" v="2" dt="2022-05-03T16:54:29.559"/>
    <p1510:client id="{0CF2E25C-918A-485E-B49E-1BE062263DE1}" v="1" dt="2022-07-17T12:32:17.450"/>
    <p1510:client id="{136289FD-9EBC-4F0E-A27D-DCB6C2D603E9}" v="1" dt="2022-05-02T04:42:38.242"/>
    <p1510:client id="{1D784970-3CB7-FB9C-F77D-5633251112A4}" v="3" dt="2022-05-03T04:57:19.416"/>
    <p1510:client id="{343A0758-944B-4190-AEF0-32DDBB0FAF35}" v="1" dt="2022-07-12T13:26:32.148"/>
    <p1510:client id="{3F0214C1-A5DA-46FD-870E-A0C0B7EC3868}" v="1" dt="2022-05-05T04:26:57.335"/>
    <p1510:client id="{4009041A-CEE3-45D8-F924-9560B7ECC7B2}" v="3" dt="2022-05-03T04:56:55.320"/>
    <p1510:client id="{42239862-E65D-4371-9502-A9826FEA863B}" v="1" dt="2022-05-07T05:38:36.690"/>
    <p1510:client id="{5F5B9168-1BA9-4082-B103-3942A9A27630}" v="2" dt="2022-05-08T14:25:52.957"/>
    <p1510:client id="{684F15FB-BC77-4164-AAFB-DC9F908E32D9}" v="12" dt="2022-05-07T07:40:10.595"/>
    <p1510:client id="{6B8DB0F7-7C31-45B5-B333-F5EE8BF2C083}" v="3" dt="2022-04-26T14:09:58.901"/>
    <p1510:client id="{6D1CC9A4-B3D0-4D1E-8619-9401A312A787}" v="20" dt="2022-05-01T02:33:27.127"/>
    <p1510:client id="{70911EEC-087B-48D8-8070-A41578FBE651}" v="1" dt="2022-05-03T14:27:55.546"/>
    <p1510:client id="{862A7AAC-8EC3-420C-AA81-E77FB6596D0F}" v="1" dt="2022-07-12T12:14:54.531"/>
    <p1510:client id="{8A796545-845D-485E-BA4C-77AE005F99E7}" v="1" dt="2022-04-26T14:18:38.241"/>
    <p1510:client id="{8EC00F1A-DCE6-4191-A3FC-D47BCC493A85}" v="1" dt="2022-05-05T06:42:44.107"/>
    <p1510:client id="{B4FC7E48-D3B7-49FB-8E6F-009206EF23DF}" v="1" dt="2022-05-03T06:00:53.965"/>
    <p1510:client id="{BAD088C6-9EB5-44D4-A1C6-E817217ACA9D}" v="2" dt="2022-06-17T12:17:51.214"/>
    <p1510:client id="{C2EBCA54-3C48-4913-A664-D3E0725BE476}" v="1" dt="2022-06-18T10:50:31.449"/>
    <p1510:client id="{CD8CBFE2-3035-41CB-A8B7-800C95AE1124}" v="1" dt="2022-05-07T09:27:32.403"/>
    <p1510:client id="{DBA8CC52-C27F-4138-8435-E8032CD4F91F}" v="11" dt="2022-04-28T04:03:46.576"/>
    <p1510:client id="{E64F3F59-2E17-BDD9-0D37-F7A32C13B3A2}" v="2" dt="2022-05-01T15:40:12.1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YA SHRESHTH(BTECH10093.21@bitmesra.ac.in)" userId="S::btech10093.21@bitmesra.ac.in::6073f004-678f-4052-bfd1-fbff8faddfa8" providerId="AD" clId="Web-{5F5B9168-1BA9-4082-B103-3942A9A27630}"/>
    <pc:docChg chg="modSld">
      <pc:chgData name="ARYA SHRESHTH(BTECH10093.21@bitmesra.ac.in)" userId="S::btech10093.21@bitmesra.ac.in::6073f004-678f-4052-bfd1-fbff8faddfa8" providerId="AD" clId="Web-{5F5B9168-1BA9-4082-B103-3942A9A27630}" dt="2022-05-08T14:25:52.957" v="1"/>
      <pc:docMkLst>
        <pc:docMk/>
      </pc:docMkLst>
      <pc:sldChg chg="addSp">
        <pc:chgData name="ARYA SHRESHTH(BTECH10093.21@bitmesra.ac.in)" userId="S::btech10093.21@bitmesra.ac.in::6073f004-678f-4052-bfd1-fbff8faddfa8" providerId="AD" clId="Web-{5F5B9168-1BA9-4082-B103-3942A9A27630}" dt="2022-05-08T13:54:27.241" v="0"/>
        <pc:sldMkLst>
          <pc:docMk/>
          <pc:sldMk cId="1295654280" sldId="257"/>
        </pc:sldMkLst>
        <pc:spChg chg="add">
          <ac:chgData name="ARYA SHRESHTH(BTECH10093.21@bitmesra.ac.in)" userId="S::btech10093.21@bitmesra.ac.in::6073f004-678f-4052-bfd1-fbff8faddfa8" providerId="AD" clId="Web-{5F5B9168-1BA9-4082-B103-3942A9A27630}" dt="2022-05-08T13:54:27.241" v="0"/>
          <ac:spMkLst>
            <pc:docMk/>
            <pc:sldMk cId="1295654280" sldId="257"/>
            <ac:spMk id="5" creationId="{A69067AF-05B1-B451-5596-D936D6DB6872}"/>
          </ac:spMkLst>
        </pc:spChg>
      </pc:sldChg>
      <pc:sldChg chg="addSp">
        <pc:chgData name="ARYA SHRESHTH(BTECH10093.21@bitmesra.ac.in)" userId="S::btech10093.21@bitmesra.ac.in::6073f004-678f-4052-bfd1-fbff8faddfa8" providerId="AD" clId="Web-{5F5B9168-1BA9-4082-B103-3942A9A27630}" dt="2022-05-08T14:25:52.957" v="1"/>
        <pc:sldMkLst>
          <pc:docMk/>
          <pc:sldMk cId="3124314089" sldId="287"/>
        </pc:sldMkLst>
        <pc:spChg chg="add">
          <ac:chgData name="ARYA SHRESHTH(BTECH10093.21@bitmesra.ac.in)" userId="S::btech10093.21@bitmesra.ac.in::6073f004-678f-4052-bfd1-fbff8faddfa8" providerId="AD" clId="Web-{5F5B9168-1BA9-4082-B103-3942A9A27630}" dt="2022-05-08T14:25:52.957" v="1"/>
          <ac:spMkLst>
            <pc:docMk/>
            <pc:sldMk cId="3124314089" sldId="287"/>
            <ac:spMk id="2" creationId="{23BC09AC-6CE2-E4A8-97A3-0D5E4EB7665F}"/>
          </ac:spMkLst>
        </pc:spChg>
      </pc:sldChg>
    </pc:docChg>
  </pc:docChgLst>
  <pc:docChgLst>
    <pc:chgData name="SHIVAM SHARMA(BTECH10193.21@bitmesra.ac.in)" userId="S::btech10193.21@bitmesra.ac.in::eba7c897-202f-4a55-9f60-9e15682e06d6" providerId="AD" clId="Web-{8EC00F1A-DCE6-4191-A3FC-D47BCC493A85}"/>
    <pc:docChg chg="modSld">
      <pc:chgData name="SHIVAM SHARMA(BTECH10193.21@bitmesra.ac.in)" userId="S::btech10193.21@bitmesra.ac.in::eba7c897-202f-4a55-9f60-9e15682e06d6" providerId="AD" clId="Web-{8EC00F1A-DCE6-4191-A3FC-D47BCC493A85}" dt="2022-05-05T06:42:44.107" v="0" actId="1076"/>
      <pc:docMkLst>
        <pc:docMk/>
      </pc:docMkLst>
      <pc:sldChg chg="modSp">
        <pc:chgData name="SHIVAM SHARMA(BTECH10193.21@bitmesra.ac.in)" userId="S::btech10193.21@bitmesra.ac.in::eba7c897-202f-4a55-9f60-9e15682e06d6" providerId="AD" clId="Web-{8EC00F1A-DCE6-4191-A3FC-D47BCC493A85}" dt="2022-05-05T06:42:44.107" v="0" actId="1076"/>
        <pc:sldMkLst>
          <pc:docMk/>
          <pc:sldMk cId="1295654280" sldId="257"/>
        </pc:sldMkLst>
        <pc:inkChg chg="mod">
          <ac:chgData name="SHIVAM SHARMA(BTECH10193.21@bitmesra.ac.in)" userId="S::btech10193.21@bitmesra.ac.in::eba7c897-202f-4a55-9f60-9e15682e06d6" providerId="AD" clId="Web-{8EC00F1A-DCE6-4191-A3FC-D47BCC493A85}" dt="2022-05-05T06:42:44.107" v="0" actId="1076"/>
          <ac:inkMkLst>
            <pc:docMk/>
            <pc:sldMk cId="1295654280" sldId="257"/>
            <ac:inkMk id="4" creationId="{00000000-0000-0000-0000-000000000000}"/>
          </ac:inkMkLst>
        </pc:inkChg>
      </pc:sldChg>
    </pc:docChg>
  </pc:docChgLst>
  <pc:docChgLst>
    <pc:chgData name="ADITYA KUMAR(BTECH10267.21@bitmesra.ac.in)" userId="S::btech10267.21@bitmesra.ac.in::29bb03f0-5ac2-4919-9e8d-50aa4506ae42" providerId="AD" clId="Web-{343A0758-944B-4190-AEF0-32DDBB0FAF35}"/>
    <pc:docChg chg="modSld">
      <pc:chgData name="ADITYA KUMAR(BTECH10267.21@bitmesra.ac.in)" userId="S::btech10267.21@bitmesra.ac.in::29bb03f0-5ac2-4919-9e8d-50aa4506ae42" providerId="AD" clId="Web-{343A0758-944B-4190-AEF0-32DDBB0FAF35}" dt="2022-07-12T13:26:32.148" v="0"/>
      <pc:docMkLst>
        <pc:docMk/>
      </pc:docMkLst>
      <pc:sldChg chg="addSp">
        <pc:chgData name="ADITYA KUMAR(BTECH10267.21@bitmesra.ac.in)" userId="S::btech10267.21@bitmesra.ac.in::29bb03f0-5ac2-4919-9e8d-50aa4506ae42" providerId="AD" clId="Web-{343A0758-944B-4190-AEF0-32DDBB0FAF35}" dt="2022-07-12T13:26:32.148" v="0"/>
        <pc:sldMkLst>
          <pc:docMk/>
          <pc:sldMk cId="4265679846" sldId="256"/>
        </pc:sldMkLst>
        <pc:spChg chg="add">
          <ac:chgData name="ADITYA KUMAR(BTECH10267.21@bitmesra.ac.in)" userId="S::btech10267.21@bitmesra.ac.in::29bb03f0-5ac2-4919-9e8d-50aa4506ae42" providerId="AD" clId="Web-{343A0758-944B-4190-AEF0-32DDBB0FAF35}" dt="2022-07-12T13:26:32.148" v="0"/>
          <ac:spMkLst>
            <pc:docMk/>
            <pc:sldMk cId="4265679846" sldId="256"/>
            <ac:spMk id="3" creationId="{7A173428-A3AF-7FCE-4E79-9CBB1782DD40}"/>
          </ac:spMkLst>
        </pc:spChg>
      </pc:sldChg>
    </pc:docChg>
  </pc:docChgLst>
  <pc:docChgLst>
    <pc:chgData name="Kumar Shivam" userId="S::btech10091.21@bitmesra.ac.in::1b0156c4-ae93-4caa-aa4e-86fab43a23df" providerId="AD" clId="Web-{862A7AAC-8EC3-420C-AA81-E77FB6596D0F}"/>
    <pc:docChg chg="modSld">
      <pc:chgData name="Kumar Shivam" userId="S::btech10091.21@bitmesra.ac.in::1b0156c4-ae93-4caa-aa4e-86fab43a23df" providerId="AD" clId="Web-{862A7AAC-8EC3-420C-AA81-E77FB6596D0F}" dt="2022-07-12T12:14:54.531" v="0"/>
      <pc:docMkLst>
        <pc:docMk/>
      </pc:docMkLst>
      <pc:sldChg chg="addSp">
        <pc:chgData name="Kumar Shivam" userId="S::btech10091.21@bitmesra.ac.in::1b0156c4-ae93-4caa-aa4e-86fab43a23df" providerId="AD" clId="Web-{862A7AAC-8EC3-420C-AA81-E77FB6596D0F}" dt="2022-07-12T12:14:54.531" v="0"/>
        <pc:sldMkLst>
          <pc:docMk/>
          <pc:sldMk cId="4265679846" sldId="256"/>
        </pc:sldMkLst>
        <pc:spChg chg="add">
          <ac:chgData name="Kumar Shivam" userId="S::btech10091.21@bitmesra.ac.in::1b0156c4-ae93-4caa-aa4e-86fab43a23df" providerId="AD" clId="Web-{862A7AAC-8EC3-420C-AA81-E77FB6596D0F}" dt="2022-07-12T12:14:54.531" v="0"/>
          <ac:spMkLst>
            <pc:docMk/>
            <pc:sldMk cId="4265679846" sldId="256"/>
            <ac:spMk id="2" creationId="{C2C9DDDD-0EC7-18D6-A5F7-6008FA325FA2}"/>
          </ac:spMkLst>
        </pc:spChg>
      </pc:sldChg>
    </pc:docChg>
  </pc:docChgLst>
  <pc:docChgLst>
    <pc:chgData name="GADDE ANURAG SREEVASTAV(BTECH10576.21@bitmesra.ac.in)" userId="S::btech10576.21@bitmesra.ac.in::ff8b274c-3e33-4a31-9163-1ed1f1c387ca" providerId="AD" clId="Web-{B4FC7E48-D3B7-49FB-8E6F-009206EF23DF}"/>
    <pc:docChg chg="modSld">
      <pc:chgData name="GADDE ANURAG SREEVASTAV(BTECH10576.21@bitmesra.ac.in)" userId="S::btech10576.21@bitmesra.ac.in::ff8b274c-3e33-4a31-9163-1ed1f1c387ca" providerId="AD" clId="Web-{B4FC7E48-D3B7-49FB-8E6F-009206EF23DF}" dt="2022-05-03T06:00:53.965" v="0"/>
      <pc:docMkLst>
        <pc:docMk/>
      </pc:docMkLst>
      <pc:sldChg chg="delSp">
        <pc:chgData name="GADDE ANURAG SREEVASTAV(BTECH10576.21@bitmesra.ac.in)" userId="S::btech10576.21@bitmesra.ac.in::ff8b274c-3e33-4a31-9163-1ed1f1c387ca" providerId="AD" clId="Web-{B4FC7E48-D3B7-49FB-8E6F-009206EF23DF}" dt="2022-05-03T06:00:53.965" v="0"/>
        <pc:sldMkLst>
          <pc:docMk/>
          <pc:sldMk cId="2092904337" sldId="265"/>
        </pc:sldMkLst>
        <pc:spChg chg="del">
          <ac:chgData name="GADDE ANURAG SREEVASTAV(BTECH10576.21@bitmesra.ac.in)" userId="S::btech10576.21@bitmesra.ac.in::ff8b274c-3e33-4a31-9163-1ed1f1c387ca" providerId="AD" clId="Web-{B4FC7E48-D3B7-49FB-8E6F-009206EF23DF}" dt="2022-05-03T06:00:53.965" v="0"/>
          <ac:spMkLst>
            <pc:docMk/>
            <pc:sldMk cId="2092904337" sldId="265"/>
            <ac:spMk id="5" creationId="{040C1BB7-529B-30D9-69EA-E194120D0564}"/>
          </ac:spMkLst>
        </pc:spChg>
      </pc:sldChg>
    </pc:docChg>
  </pc:docChgLst>
  <pc:docChgLst>
    <pc:chgData name="ARYA SHRESHTH(BTECH10093.21@bitmesra.ac.in)" userId="S::btech10093.21@bitmesra.ac.in::6073f004-678f-4052-bfd1-fbff8faddfa8" providerId="AD" clId="Web-{3F0214C1-A5DA-46FD-870E-A0C0B7EC3868}"/>
    <pc:docChg chg="modSld">
      <pc:chgData name="ARYA SHRESHTH(BTECH10093.21@bitmesra.ac.in)" userId="S::btech10093.21@bitmesra.ac.in::6073f004-678f-4052-bfd1-fbff8faddfa8" providerId="AD" clId="Web-{3F0214C1-A5DA-46FD-870E-A0C0B7EC3868}" dt="2022-05-05T04:26:57.335" v="0"/>
      <pc:docMkLst>
        <pc:docMk/>
      </pc:docMkLst>
      <pc:sldChg chg="addSp">
        <pc:chgData name="ARYA SHRESHTH(BTECH10093.21@bitmesra.ac.in)" userId="S::btech10093.21@bitmesra.ac.in::6073f004-678f-4052-bfd1-fbff8faddfa8" providerId="AD" clId="Web-{3F0214C1-A5DA-46FD-870E-A0C0B7EC3868}" dt="2022-05-05T04:26:57.335" v="0"/>
        <pc:sldMkLst>
          <pc:docMk/>
          <pc:sldMk cId="2343975332" sldId="267"/>
        </pc:sldMkLst>
        <pc:spChg chg="add">
          <ac:chgData name="ARYA SHRESHTH(BTECH10093.21@bitmesra.ac.in)" userId="S::btech10093.21@bitmesra.ac.in::6073f004-678f-4052-bfd1-fbff8faddfa8" providerId="AD" clId="Web-{3F0214C1-A5DA-46FD-870E-A0C0B7EC3868}" dt="2022-05-05T04:26:57.335" v="0"/>
          <ac:spMkLst>
            <pc:docMk/>
            <pc:sldMk cId="2343975332" sldId="267"/>
            <ac:spMk id="5" creationId="{48C823D5-82E0-7961-C7A2-106A1B6BCA75}"/>
          </ac:spMkLst>
        </pc:spChg>
      </pc:sldChg>
    </pc:docChg>
  </pc:docChgLst>
  <pc:docChgLst>
    <pc:chgData name="GADDE ANURAG SREEVASTAV(BTECH10576.21@bitmesra.ac.in)" userId="S::btech10576.21@bitmesra.ac.in::ff8b274c-3e33-4a31-9163-1ed1f1c387ca" providerId="AD" clId="Web-{E64F3F59-2E17-BDD9-0D37-F7A32C13B3A2}"/>
    <pc:docChg chg="modSld">
      <pc:chgData name="GADDE ANURAG SREEVASTAV(BTECH10576.21@bitmesra.ac.in)" userId="S::btech10576.21@bitmesra.ac.in::ff8b274c-3e33-4a31-9163-1ed1f1c387ca" providerId="AD" clId="Web-{E64F3F59-2E17-BDD9-0D37-F7A32C13B3A2}" dt="2022-05-01T15:40:12.123" v="1"/>
      <pc:docMkLst>
        <pc:docMk/>
      </pc:docMkLst>
      <pc:sldChg chg="delSp">
        <pc:chgData name="GADDE ANURAG SREEVASTAV(BTECH10576.21@bitmesra.ac.in)" userId="S::btech10576.21@bitmesra.ac.in::ff8b274c-3e33-4a31-9163-1ed1f1c387ca" providerId="AD" clId="Web-{E64F3F59-2E17-BDD9-0D37-F7A32C13B3A2}" dt="2022-05-01T05:59:03.127" v="0"/>
        <pc:sldMkLst>
          <pc:docMk/>
          <pc:sldMk cId="4265679846" sldId="256"/>
        </pc:sldMkLst>
        <pc:spChg chg="del">
          <ac:chgData name="GADDE ANURAG SREEVASTAV(BTECH10576.21@bitmesra.ac.in)" userId="S::btech10576.21@bitmesra.ac.in::ff8b274c-3e33-4a31-9163-1ed1f1c387ca" providerId="AD" clId="Web-{E64F3F59-2E17-BDD9-0D37-F7A32C13B3A2}" dt="2022-05-01T05:59:03.127" v="0"/>
          <ac:spMkLst>
            <pc:docMk/>
            <pc:sldMk cId="4265679846" sldId="256"/>
            <ac:spMk id="6" creationId="{7DF19777-482F-AD48-8EEA-F4FAF362A0EC}"/>
          </ac:spMkLst>
        </pc:spChg>
      </pc:sldChg>
      <pc:sldChg chg="addSp">
        <pc:chgData name="GADDE ANURAG SREEVASTAV(BTECH10576.21@bitmesra.ac.in)" userId="S::btech10576.21@bitmesra.ac.in::ff8b274c-3e33-4a31-9163-1ed1f1c387ca" providerId="AD" clId="Web-{E64F3F59-2E17-BDD9-0D37-F7A32C13B3A2}" dt="2022-05-01T15:40:12.123" v="1"/>
        <pc:sldMkLst>
          <pc:docMk/>
          <pc:sldMk cId="447601836" sldId="258"/>
        </pc:sldMkLst>
        <pc:spChg chg="add">
          <ac:chgData name="GADDE ANURAG SREEVASTAV(BTECH10576.21@bitmesra.ac.in)" userId="S::btech10576.21@bitmesra.ac.in::ff8b274c-3e33-4a31-9163-1ed1f1c387ca" providerId="AD" clId="Web-{E64F3F59-2E17-BDD9-0D37-F7A32C13B3A2}" dt="2022-05-01T15:40:12.123" v="1"/>
          <ac:spMkLst>
            <pc:docMk/>
            <pc:sldMk cId="447601836" sldId="258"/>
            <ac:spMk id="6" creationId="{5B85F20E-B95E-0A57-DD7C-A3D6FC0EB6D4}"/>
          </ac:spMkLst>
        </pc:spChg>
      </pc:sldChg>
    </pc:docChg>
  </pc:docChgLst>
  <pc:docChgLst>
    <pc:chgData name="SHASHANK RAJ(BTECH10075.21@bitmesra.ac.in)" userId="S::btech10075.21@bitmesra.ac.in::4394414f-117d-4fba-a891-4020d3b7b1e2" providerId="AD" clId="Web-{BAD088C6-9EB5-44D4-A1C6-E817217ACA9D}"/>
    <pc:docChg chg="sldOrd">
      <pc:chgData name="SHASHANK RAJ(BTECH10075.21@bitmesra.ac.in)" userId="S::btech10075.21@bitmesra.ac.in::4394414f-117d-4fba-a891-4020d3b7b1e2" providerId="AD" clId="Web-{BAD088C6-9EB5-44D4-A1C6-E817217ACA9D}" dt="2022-06-17T12:17:51.214" v="1"/>
      <pc:docMkLst>
        <pc:docMk/>
      </pc:docMkLst>
      <pc:sldChg chg="ord">
        <pc:chgData name="SHASHANK RAJ(BTECH10075.21@bitmesra.ac.in)" userId="S::btech10075.21@bitmesra.ac.in::4394414f-117d-4fba-a891-4020d3b7b1e2" providerId="AD" clId="Web-{BAD088C6-9EB5-44D4-A1C6-E817217ACA9D}" dt="2022-06-17T12:17:51.214" v="1"/>
        <pc:sldMkLst>
          <pc:docMk/>
          <pc:sldMk cId="1295654280" sldId="257"/>
        </pc:sldMkLst>
      </pc:sldChg>
    </pc:docChg>
  </pc:docChgLst>
  <pc:docChgLst>
    <pc:chgData name="SUMIT AGARWAL(BTECH10067.21@bitmesra.ac.in)" userId="S::btech10067.21@bitmesra.ac.in::276f6ef2-67bb-402b-9abb-9f4eea953946" providerId="AD" clId="Web-{CD8CBFE2-3035-41CB-A8B7-800C95AE1124}"/>
    <pc:docChg chg="modSld">
      <pc:chgData name="SUMIT AGARWAL(BTECH10067.21@bitmesra.ac.in)" userId="S::btech10067.21@bitmesra.ac.in::276f6ef2-67bb-402b-9abb-9f4eea953946" providerId="AD" clId="Web-{CD8CBFE2-3035-41CB-A8B7-800C95AE1124}" dt="2022-05-07T09:27:32.403" v="0"/>
      <pc:docMkLst>
        <pc:docMk/>
      </pc:docMkLst>
      <pc:sldChg chg="delSp">
        <pc:chgData name="SUMIT AGARWAL(BTECH10067.21@bitmesra.ac.in)" userId="S::btech10067.21@bitmesra.ac.in::276f6ef2-67bb-402b-9abb-9f4eea953946" providerId="AD" clId="Web-{CD8CBFE2-3035-41CB-A8B7-800C95AE1124}" dt="2022-05-07T09:27:32.403" v="0"/>
        <pc:sldMkLst>
          <pc:docMk/>
          <pc:sldMk cId="4265679846" sldId="256"/>
        </pc:sldMkLst>
        <pc:spChg chg="del">
          <ac:chgData name="SUMIT AGARWAL(BTECH10067.21@bitmesra.ac.in)" userId="S::btech10067.21@bitmesra.ac.in::276f6ef2-67bb-402b-9abb-9f4eea953946" providerId="AD" clId="Web-{CD8CBFE2-3035-41CB-A8B7-800C95AE1124}" dt="2022-05-07T09:27:32.403" v="0"/>
          <ac:spMkLst>
            <pc:docMk/>
            <pc:sldMk cId="4265679846" sldId="256"/>
            <ac:spMk id="2" creationId="{CEF7F9BF-DC13-58BF-2397-9A6A200915B2}"/>
          </ac:spMkLst>
        </pc:spChg>
      </pc:sldChg>
    </pc:docChg>
  </pc:docChgLst>
  <pc:docChgLst>
    <pc:chgData name="KEERTHAN YADAVA(BTECH10391.21@bitmesra.ac.in)" userId="S::btech10391.21@bitmesra.ac.in::c1e49f93-3093-49f9-b93e-7a550a543d3b" providerId="AD" clId="Web-{8A796545-845D-485E-BA4C-77AE005F99E7}"/>
    <pc:docChg chg="modSld">
      <pc:chgData name="KEERTHAN YADAVA(BTECH10391.21@bitmesra.ac.in)" userId="S::btech10391.21@bitmesra.ac.in::c1e49f93-3093-49f9-b93e-7a550a543d3b" providerId="AD" clId="Web-{8A796545-845D-485E-BA4C-77AE005F99E7}" dt="2022-04-26T14:18:38.241" v="0"/>
      <pc:docMkLst>
        <pc:docMk/>
      </pc:docMkLst>
      <pc:sldChg chg="addSp">
        <pc:chgData name="KEERTHAN YADAVA(BTECH10391.21@bitmesra.ac.in)" userId="S::btech10391.21@bitmesra.ac.in::c1e49f93-3093-49f9-b93e-7a550a543d3b" providerId="AD" clId="Web-{8A796545-845D-485E-BA4C-77AE005F99E7}" dt="2022-04-26T14:18:38.241" v="0"/>
        <pc:sldMkLst>
          <pc:docMk/>
          <pc:sldMk cId="4265679846" sldId="256"/>
        </pc:sldMkLst>
        <pc:spChg chg="add">
          <ac:chgData name="KEERTHAN YADAVA(BTECH10391.21@bitmesra.ac.in)" userId="S::btech10391.21@bitmesra.ac.in::c1e49f93-3093-49f9-b93e-7a550a543d3b" providerId="AD" clId="Web-{8A796545-845D-485E-BA4C-77AE005F99E7}" dt="2022-04-26T14:18:38.241" v="0"/>
          <ac:spMkLst>
            <pc:docMk/>
            <pc:sldMk cId="4265679846" sldId="256"/>
            <ac:spMk id="6" creationId="{7DF19777-482F-AD48-8EEA-F4FAF362A0EC}"/>
          </ac:spMkLst>
        </pc:spChg>
      </pc:sldChg>
    </pc:docChg>
  </pc:docChgLst>
  <pc:docChgLst>
    <pc:chgData name="JATIN SHARMA(BTECH10079.21@bitmesra.ac.in)" userId="S::btech10079.21@bitmesra.ac.in::04e85c59-66f3-4409-8f06-25b0250c5c06" providerId="AD" clId="Web-{DBA8CC52-C27F-4138-8435-E8032CD4F91F}"/>
    <pc:docChg chg="modSld">
      <pc:chgData name="JATIN SHARMA(BTECH10079.21@bitmesra.ac.in)" userId="S::btech10079.21@bitmesra.ac.in::04e85c59-66f3-4409-8f06-25b0250c5c06" providerId="AD" clId="Web-{DBA8CC52-C27F-4138-8435-E8032CD4F91F}" dt="2022-04-28T04:03:46.576" v="10" actId="20577"/>
      <pc:docMkLst>
        <pc:docMk/>
      </pc:docMkLst>
      <pc:sldChg chg="modSp">
        <pc:chgData name="JATIN SHARMA(BTECH10079.21@bitmesra.ac.in)" userId="S::btech10079.21@bitmesra.ac.in::04e85c59-66f3-4409-8f06-25b0250c5c06" providerId="AD" clId="Web-{DBA8CC52-C27F-4138-8435-E8032CD4F91F}" dt="2022-04-28T04:03:46.576" v="10" actId="20577"/>
        <pc:sldMkLst>
          <pc:docMk/>
          <pc:sldMk cId="4257599723" sldId="259"/>
        </pc:sldMkLst>
        <pc:spChg chg="mod">
          <ac:chgData name="JATIN SHARMA(BTECH10079.21@bitmesra.ac.in)" userId="S::btech10079.21@bitmesra.ac.in::04e85c59-66f3-4409-8f06-25b0250c5c06" providerId="AD" clId="Web-{DBA8CC52-C27F-4138-8435-E8032CD4F91F}" dt="2022-04-28T04:03:46.576" v="10" actId="20577"/>
          <ac:spMkLst>
            <pc:docMk/>
            <pc:sldMk cId="4257599723" sldId="259"/>
            <ac:spMk id="3" creationId="{00000000-0000-0000-0000-000000000000}"/>
          </ac:spMkLst>
        </pc:spChg>
        <pc:inkChg chg="mod">
          <ac:chgData name="JATIN SHARMA(BTECH10079.21@bitmesra.ac.in)" userId="S::btech10079.21@bitmesra.ac.in::04e85c59-66f3-4409-8f06-25b0250c5c06" providerId="AD" clId="Web-{DBA8CC52-C27F-4138-8435-E8032CD4F91F}" dt="2022-04-28T04:03:23.966" v="0" actId="1076"/>
          <ac:inkMkLst>
            <pc:docMk/>
            <pc:sldMk cId="4257599723" sldId="259"/>
            <ac:inkMk id="4" creationId="{00000000-0000-0000-0000-000000000000}"/>
          </ac:inkMkLst>
        </pc:inkChg>
      </pc:sldChg>
    </pc:docChg>
  </pc:docChgLst>
  <pc:docChgLst>
    <pc:chgData name="SHASHANK RAJ(BTECH10075.21@bitmesra.ac.in)" userId="S::btech10075.21@bitmesra.ac.in::4394414f-117d-4fba-a891-4020d3b7b1e2" providerId="AD" clId="Web-{C2EBCA54-3C48-4913-A664-D3E0725BE476}"/>
    <pc:docChg chg="addSld">
      <pc:chgData name="SHASHANK RAJ(BTECH10075.21@bitmesra.ac.in)" userId="S::btech10075.21@bitmesra.ac.in::4394414f-117d-4fba-a891-4020d3b7b1e2" providerId="AD" clId="Web-{C2EBCA54-3C48-4913-A664-D3E0725BE476}" dt="2022-06-18T10:50:31.449" v="0"/>
      <pc:docMkLst>
        <pc:docMk/>
      </pc:docMkLst>
      <pc:sldChg chg="new">
        <pc:chgData name="SHASHANK RAJ(BTECH10075.21@bitmesra.ac.in)" userId="S::btech10075.21@bitmesra.ac.in::4394414f-117d-4fba-a891-4020d3b7b1e2" providerId="AD" clId="Web-{C2EBCA54-3C48-4913-A664-D3E0725BE476}" dt="2022-06-18T10:50:31.449" v="0"/>
        <pc:sldMkLst>
          <pc:docMk/>
          <pc:sldMk cId="2418621639" sldId="303"/>
        </pc:sldMkLst>
      </pc:sldChg>
    </pc:docChg>
  </pc:docChgLst>
  <pc:docChgLst>
    <pc:chgData name="ABHESHEK KUMAR SINGH(BTECH10120.21@bitmesra.ac.in)" userId="S::btech10120.21@bitmesra.ac.in::166a3f96-6dba-4602-ab84-0fac51711ae1" providerId="AD" clId="Web-{6B8DB0F7-7C31-45B5-B333-F5EE8BF2C083}"/>
    <pc:docChg chg="modSld">
      <pc:chgData name="ABHESHEK KUMAR SINGH(BTECH10120.21@bitmesra.ac.in)" userId="S::btech10120.21@bitmesra.ac.in::166a3f96-6dba-4602-ab84-0fac51711ae1" providerId="AD" clId="Web-{6B8DB0F7-7C31-45B5-B333-F5EE8BF2C083}" dt="2022-04-26T14:09:58.901" v="2" actId="1076"/>
      <pc:docMkLst>
        <pc:docMk/>
      </pc:docMkLst>
      <pc:sldChg chg="addSp delSp mod modClrScheme chgLayout">
        <pc:chgData name="ABHESHEK KUMAR SINGH(BTECH10120.21@bitmesra.ac.in)" userId="S::btech10120.21@bitmesra.ac.in::166a3f96-6dba-4602-ab84-0fac51711ae1" providerId="AD" clId="Web-{6B8DB0F7-7C31-45B5-B333-F5EE8BF2C083}" dt="2022-04-26T14:04:03.097" v="1"/>
        <pc:sldMkLst>
          <pc:docMk/>
          <pc:sldMk cId="4265679846" sldId="256"/>
        </pc:sldMkLst>
        <pc:spChg chg="del">
          <ac:chgData name="ABHESHEK KUMAR SINGH(BTECH10120.21@bitmesra.ac.in)" userId="S::btech10120.21@bitmesra.ac.in::166a3f96-6dba-4602-ab84-0fac51711ae1" providerId="AD" clId="Web-{6B8DB0F7-7C31-45B5-B333-F5EE8BF2C083}" dt="2022-04-26T14:04:03.097" v="1"/>
          <ac:spMkLst>
            <pc:docMk/>
            <pc:sldMk cId="4265679846" sldId="256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6B8DB0F7-7C31-45B5-B333-F5EE8BF2C083}" dt="2022-04-26T14:04:03.097" v="1"/>
          <ac:spMkLst>
            <pc:docMk/>
            <pc:sldMk cId="4265679846" sldId="256"/>
            <ac:spMk id="3" creationId="{00000000-0000-0000-0000-000000000000}"/>
          </ac:spMkLst>
        </pc:spChg>
        <pc:spChg chg="add">
          <ac:chgData name="ABHESHEK KUMAR SINGH(BTECH10120.21@bitmesra.ac.in)" userId="S::btech10120.21@bitmesra.ac.in::166a3f96-6dba-4602-ab84-0fac51711ae1" providerId="AD" clId="Web-{6B8DB0F7-7C31-45B5-B333-F5EE8BF2C083}" dt="2022-04-26T14:02:55.252" v="0"/>
          <ac:spMkLst>
            <pc:docMk/>
            <pc:sldMk cId="4265679846" sldId="256"/>
            <ac:spMk id="5" creationId="{A60F89FC-3126-592A-4DE1-19BFCA05DF05}"/>
          </ac:spMkLst>
        </pc:spChg>
      </pc:sldChg>
      <pc:sldChg chg="modSp">
        <pc:chgData name="ABHESHEK KUMAR SINGH(BTECH10120.21@bitmesra.ac.in)" userId="S::btech10120.21@bitmesra.ac.in::166a3f96-6dba-4602-ab84-0fac51711ae1" providerId="AD" clId="Web-{6B8DB0F7-7C31-45B5-B333-F5EE8BF2C083}" dt="2022-04-26T14:09:58.901" v="2" actId="1076"/>
        <pc:sldMkLst>
          <pc:docMk/>
          <pc:sldMk cId="3463533293" sldId="274"/>
        </pc:sldMkLst>
        <pc:inkChg chg="mod">
          <ac:chgData name="ABHESHEK KUMAR SINGH(BTECH10120.21@bitmesra.ac.in)" userId="S::btech10120.21@bitmesra.ac.in::166a3f96-6dba-4602-ab84-0fac51711ae1" providerId="AD" clId="Web-{6B8DB0F7-7C31-45B5-B333-F5EE8BF2C083}" dt="2022-04-26T14:09:58.901" v="2" actId="1076"/>
          <ac:inkMkLst>
            <pc:docMk/>
            <pc:sldMk cId="3463533293" sldId="274"/>
            <ac:inkMk id="5" creationId="{00000000-0000-0000-0000-000000000000}"/>
          </ac:inkMkLst>
        </pc:inkChg>
      </pc:sldChg>
    </pc:docChg>
  </pc:docChgLst>
  <pc:docChgLst>
    <pc:chgData name="GADDE ANURAG SREEVASTAV(BTECH10576.21@bitmesra.ac.in)" userId="S::btech10576.21@bitmesra.ac.in::ff8b274c-3e33-4a31-9163-1ed1f1c387ca" providerId="AD" clId="Web-{0CCB4B22-DF36-93B5-9C9B-EC6E2F73AF24}"/>
    <pc:docChg chg="modSld">
      <pc:chgData name="GADDE ANURAG SREEVASTAV(BTECH10576.21@bitmesra.ac.in)" userId="S::btech10576.21@bitmesra.ac.in::ff8b274c-3e33-4a31-9163-1ed1f1c387ca" providerId="AD" clId="Web-{0CCB4B22-DF36-93B5-9C9B-EC6E2F73AF24}" dt="2022-05-03T16:54:29.559" v="1"/>
      <pc:docMkLst>
        <pc:docMk/>
      </pc:docMkLst>
      <pc:sldChg chg="delSp">
        <pc:chgData name="GADDE ANURAG SREEVASTAV(BTECH10576.21@bitmesra.ac.in)" userId="S::btech10576.21@bitmesra.ac.in::ff8b274c-3e33-4a31-9163-1ed1f1c387ca" providerId="AD" clId="Web-{0CCB4B22-DF36-93B5-9C9B-EC6E2F73AF24}" dt="2022-05-03T16:54:29.559" v="1"/>
        <pc:sldMkLst>
          <pc:docMk/>
          <pc:sldMk cId="4251127783" sldId="266"/>
        </pc:sldMkLst>
        <pc:spChg chg="del">
          <ac:chgData name="GADDE ANURAG SREEVASTAV(BTECH10576.21@bitmesra.ac.in)" userId="S::btech10576.21@bitmesra.ac.in::ff8b274c-3e33-4a31-9163-1ed1f1c387ca" providerId="AD" clId="Web-{0CCB4B22-DF36-93B5-9C9B-EC6E2F73AF24}" dt="2022-05-03T16:54:27.012" v="0"/>
          <ac:spMkLst>
            <pc:docMk/>
            <pc:sldMk cId="4251127783" sldId="266"/>
            <ac:spMk id="2" creationId="{00000000-0000-0000-0000-000000000000}"/>
          </ac:spMkLst>
        </pc:spChg>
        <pc:spChg chg="del">
          <ac:chgData name="GADDE ANURAG SREEVASTAV(BTECH10576.21@bitmesra.ac.in)" userId="S::btech10576.21@bitmesra.ac.in::ff8b274c-3e33-4a31-9163-1ed1f1c387ca" providerId="AD" clId="Web-{0CCB4B22-DF36-93B5-9C9B-EC6E2F73AF24}" dt="2022-05-03T16:54:29.559" v="1"/>
          <ac:spMkLst>
            <pc:docMk/>
            <pc:sldMk cId="4251127783" sldId="266"/>
            <ac:spMk id="3" creationId="{00000000-0000-0000-0000-000000000000}"/>
          </ac:spMkLst>
        </pc:spChg>
      </pc:sldChg>
    </pc:docChg>
  </pc:docChgLst>
  <pc:docChgLst>
    <pc:chgData name="GAJENDRA AGARWAL(BTECH10307.21@bitmesra.ac.in)" userId="S::btech10307.21@bitmesra.ac.in::8b878f5a-8ef0-46dc-8d3f-2f07f155ffa2" providerId="AD" clId="Web-{0CF2E25C-918A-485E-B49E-1BE062263DE1}"/>
    <pc:docChg chg="modSld">
      <pc:chgData name="GAJENDRA AGARWAL(BTECH10307.21@bitmesra.ac.in)" userId="S::btech10307.21@bitmesra.ac.in::8b878f5a-8ef0-46dc-8d3f-2f07f155ffa2" providerId="AD" clId="Web-{0CF2E25C-918A-485E-B49E-1BE062263DE1}" dt="2022-07-17T12:32:17.450" v="0"/>
      <pc:docMkLst>
        <pc:docMk/>
      </pc:docMkLst>
      <pc:sldChg chg="addSp">
        <pc:chgData name="GAJENDRA AGARWAL(BTECH10307.21@bitmesra.ac.in)" userId="S::btech10307.21@bitmesra.ac.in::8b878f5a-8ef0-46dc-8d3f-2f07f155ffa2" providerId="AD" clId="Web-{0CF2E25C-918A-485E-B49E-1BE062263DE1}" dt="2022-07-17T12:32:17.450" v="0"/>
        <pc:sldMkLst>
          <pc:docMk/>
          <pc:sldMk cId="2707660751" sldId="269"/>
        </pc:sldMkLst>
        <pc:spChg chg="add">
          <ac:chgData name="GAJENDRA AGARWAL(BTECH10307.21@bitmesra.ac.in)" userId="S::btech10307.21@bitmesra.ac.in::8b878f5a-8ef0-46dc-8d3f-2f07f155ffa2" providerId="AD" clId="Web-{0CF2E25C-918A-485E-B49E-1BE062263DE1}" dt="2022-07-17T12:32:17.450" v="0"/>
          <ac:spMkLst>
            <pc:docMk/>
            <pc:sldMk cId="2707660751" sldId="269"/>
            <ac:spMk id="2" creationId="{092FDE2E-2CEC-1E75-D9F3-1A192C468DCC}"/>
          </ac:spMkLst>
        </pc:spChg>
      </pc:sldChg>
    </pc:docChg>
  </pc:docChgLst>
  <pc:docChgLst>
    <pc:chgData name="SHIVAM KUMAR(BTECH10399.21@bitmesra.ac.in)" userId="S::btech10399.21@bitmesra.ac.in::dfc972ff-35e0-46fb-91ae-65870d7db563" providerId="AD" clId="Web-{70911EEC-087B-48D8-8070-A41578FBE651}"/>
    <pc:docChg chg="modSld">
      <pc:chgData name="SHIVAM KUMAR(BTECH10399.21@bitmesra.ac.in)" userId="S::btech10399.21@bitmesra.ac.in::dfc972ff-35e0-46fb-91ae-65870d7db563" providerId="AD" clId="Web-{70911EEC-087B-48D8-8070-A41578FBE651}" dt="2022-05-03T14:27:55.546" v="0"/>
      <pc:docMkLst>
        <pc:docMk/>
      </pc:docMkLst>
      <pc:sldChg chg="addSp">
        <pc:chgData name="SHIVAM KUMAR(BTECH10399.21@bitmesra.ac.in)" userId="S::btech10399.21@bitmesra.ac.in::dfc972ff-35e0-46fb-91ae-65870d7db563" providerId="AD" clId="Web-{70911EEC-087B-48D8-8070-A41578FBE651}" dt="2022-05-03T14:27:55.546" v="0"/>
        <pc:sldMkLst>
          <pc:docMk/>
          <pc:sldMk cId="4265679846" sldId="256"/>
        </pc:sldMkLst>
        <pc:spChg chg="add">
          <ac:chgData name="SHIVAM KUMAR(BTECH10399.21@bitmesra.ac.in)" userId="S::btech10399.21@bitmesra.ac.in::dfc972ff-35e0-46fb-91ae-65870d7db563" providerId="AD" clId="Web-{70911EEC-087B-48D8-8070-A41578FBE651}" dt="2022-05-03T14:27:55.546" v="0"/>
          <ac:spMkLst>
            <pc:docMk/>
            <pc:sldMk cId="4265679846" sldId="256"/>
            <ac:spMk id="2" creationId="{CEF7F9BF-DC13-58BF-2397-9A6A200915B2}"/>
          </ac:spMkLst>
        </pc:spChg>
      </pc:sldChg>
    </pc:docChg>
  </pc:docChgLst>
  <pc:docChgLst>
    <pc:chgData name="HARSH RAJ(BTECH10094.21@bitmesra.ac.in)" userId="S::btech10094.21@bitmesra.ac.in::b5851f9f-9fe9-4022-a2a6-b5b5ce8be4c3" providerId="AD" clId="Web-{136289FD-9EBC-4F0E-A27D-DCB6C2D603E9}"/>
    <pc:docChg chg="modSld">
      <pc:chgData name="HARSH RAJ(BTECH10094.21@bitmesra.ac.in)" userId="S::btech10094.21@bitmesra.ac.in::b5851f9f-9fe9-4022-a2a6-b5b5ce8be4c3" providerId="AD" clId="Web-{136289FD-9EBC-4F0E-A27D-DCB6C2D603E9}" dt="2022-05-02T04:42:38.242" v="0"/>
      <pc:docMkLst>
        <pc:docMk/>
      </pc:docMkLst>
      <pc:sldChg chg="addSp">
        <pc:chgData name="HARSH RAJ(BTECH10094.21@bitmesra.ac.in)" userId="S::btech10094.21@bitmesra.ac.in::b5851f9f-9fe9-4022-a2a6-b5b5ce8be4c3" providerId="AD" clId="Web-{136289FD-9EBC-4F0E-A27D-DCB6C2D603E9}" dt="2022-05-02T04:42:38.242" v="0"/>
        <pc:sldMkLst>
          <pc:docMk/>
          <pc:sldMk cId="2092904337" sldId="265"/>
        </pc:sldMkLst>
        <pc:spChg chg="add">
          <ac:chgData name="HARSH RAJ(BTECH10094.21@bitmesra.ac.in)" userId="S::btech10094.21@bitmesra.ac.in::b5851f9f-9fe9-4022-a2a6-b5b5ce8be4c3" providerId="AD" clId="Web-{136289FD-9EBC-4F0E-A27D-DCB6C2D603E9}" dt="2022-05-02T04:42:38.242" v="0"/>
          <ac:spMkLst>
            <pc:docMk/>
            <pc:sldMk cId="2092904337" sldId="265"/>
            <ac:spMk id="5" creationId="{040C1BB7-529B-30D9-69EA-E194120D0564}"/>
          </ac:spMkLst>
        </pc:spChg>
      </pc:sldChg>
    </pc:docChg>
  </pc:docChgLst>
  <pc:docChgLst>
    <pc:chgData name="GADDE ANURAG SREEVASTAV(BTECH10576.21@bitmesra.ac.in)" userId="S::btech10576.21@bitmesra.ac.in::ff8b274c-3e33-4a31-9163-1ed1f1c387ca" providerId="AD" clId="Web-{1D784970-3CB7-FB9C-F77D-5633251112A4}"/>
    <pc:docChg chg="modSld">
      <pc:chgData name="GADDE ANURAG SREEVASTAV(BTECH10576.21@bitmesra.ac.in)" userId="S::btech10576.21@bitmesra.ac.in::ff8b274c-3e33-4a31-9163-1ed1f1c387ca" providerId="AD" clId="Web-{1D784970-3CB7-FB9C-F77D-5633251112A4}" dt="2022-05-03T04:57:19.416" v="2"/>
      <pc:docMkLst>
        <pc:docMk/>
      </pc:docMkLst>
      <pc:sldChg chg="delSp">
        <pc:chgData name="GADDE ANURAG SREEVASTAV(BTECH10576.21@bitmesra.ac.in)" userId="S::btech10576.21@bitmesra.ac.in::ff8b274c-3e33-4a31-9163-1ed1f1c387ca" providerId="AD" clId="Web-{1D784970-3CB7-FB9C-F77D-5633251112A4}" dt="2022-05-03T04:57:19.416" v="2"/>
        <pc:sldMkLst>
          <pc:docMk/>
          <pc:sldMk cId="3086200081" sldId="262"/>
        </pc:sldMkLst>
        <pc:spChg chg="del">
          <ac:chgData name="GADDE ANURAG SREEVASTAV(BTECH10576.21@bitmesra.ac.in)" userId="S::btech10576.21@bitmesra.ac.in::ff8b274c-3e33-4a31-9163-1ed1f1c387ca" providerId="AD" clId="Web-{1D784970-3CB7-FB9C-F77D-5633251112A4}" dt="2022-05-03T04:57:19.416" v="2"/>
          <ac:spMkLst>
            <pc:docMk/>
            <pc:sldMk cId="3086200081" sldId="262"/>
            <ac:spMk id="2" creationId="{00000000-0000-0000-0000-000000000000}"/>
          </ac:spMkLst>
        </pc:spChg>
        <pc:spChg chg="del">
          <ac:chgData name="GADDE ANURAG SREEVASTAV(BTECH10576.21@bitmesra.ac.in)" userId="S::btech10576.21@bitmesra.ac.in::ff8b274c-3e33-4a31-9163-1ed1f1c387ca" providerId="AD" clId="Web-{1D784970-3CB7-FB9C-F77D-5633251112A4}" dt="2022-05-03T04:57:14.557" v="1"/>
          <ac:spMkLst>
            <pc:docMk/>
            <pc:sldMk cId="3086200081" sldId="262"/>
            <ac:spMk id="3" creationId="{460C0638-7EBB-1817-9897-FD9D9E81FF4A}"/>
          </ac:spMkLst>
        </pc:spChg>
        <pc:spChg chg="del">
          <ac:chgData name="GADDE ANURAG SREEVASTAV(BTECH10576.21@bitmesra.ac.in)" userId="S::btech10576.21@bitmesra.ac.in::ff8b274c-3e33-4a31-9163-1ed1f1c387ca" providerId="AD" clId="Web-{1D784970-3CB7-FB9C-F77D-5633251112A4}" dt="2022-05-03T04:57:10.916" v="0"/>
          <ac:spMkLst>
            <pc:docMk/>
            <pc:sldMk cId="3086200081" sldId="262"/>
            <ac:spMk id="6" creationId="{F959EAF3-3CBE-1B62-415A-FF324F87D7A1}"/>
          </ac:spMkLst>
        </pc:spChg>
      </pc:sldChg>
    </pc:docChg>
  </pc:docChgLst>
  <pc:docChgLst>
    <pc:chgData name="GAJENDRA AGARWAL(BTECH10307.21@bitmesra.ac.in)" userId="S::btech10307.21@bitmesra.ac.in::8b878f5a-8ef0-46dc-8d3f-2f07f155ffa2" providerId="AD" clId="Web-{684F15FB-BC77-4164-AAFB-DC9F908E32D9}"/>
    <pc:docChg chg="addSld delSld">
      <pc:chgData name="GAJENDRA AGARWAL(BTECH10307.21@bitmesra.ac.in)" userId="S::btech10307.21@bitmesra.ac.in::8b878f5a-8ef0-46dc-8d3f-2f07f155ffa2" providerId="AD" clId="Web-{684F15FB-BC77-4164-AAFB-DC9F908E32D9}" dt="2022-05-07T07:40:10.595" v="11"/>
      <pc:docMkLst>
        <pc:docMk/>
      </pc:docMkLst>
      <pc:sldChg chg="del">
        <pc:chgData name="GAJENDRA AGARWAL(BTECH10307.21@bitmesra.ac.in)" userId="S::btech10307.21@bitmesra.ac.in::8b878f5a-8ef0-46dc-8d3f-2f07f155ffa2" providerId="AD" clId="Web-{684F15FB-BC77-4164-AAFB-DC9F908E32D9}" dt="2022-05-07T07:40:08.016" v="9"/>
        <pc:sldMkLst>
          <pc:docMk/>
          <pc:sldMk cId="2468437738" sldId="288"/>
        </pc:sldMkLst>
      </pc:sldChg>
      <pc:sldChg chg="del">
        <pc:chgData name="GAJENDRA AGARWAL(BTECH10307.21@bitmesra.ac.in)" userId="S::btech10307.21@bitmesra.ac.in::8b878f5a-8ef0-46dc-8d3f-2f07f155ffa2" providerId="AD" clId="Web-{684F15FB-BC77-4164-AAFB-DC9F908E32D9}" dt="2022-05-07T07:40:08.532" v="10"/>
        <pc:sldMkLst>
          <pc:docMk/>
          <pc:sldMk cId="1962591096" sldId="289"/>
        </pc:sldMkLst>
      </pc:sldChg>
      <pc:sldChg chg="del">
        <pc:chgData name="GAJENDRA AGARWAL(BTECH10307.21@bitmesra.ac.in)" userId="S::btech10307.21@bitmesra.ac.in::8b878f5a-8ef0-46dc-8d3f-2f07f155ffa2" providerId="AD" clId="Web-{684F15FB-BC77-4164-AAFB-DC9F908E32D9}" dt="2022-05-07T07:40:10.595" v="11"/>
        <pc:sldMkLst>
          <pc:docMk/>
          <pc:sldMk cId="708736415" sldId="290"/>
        </pc:sldMkLst>
      </pc:sldChg>
      <pc:sldChg chg="new">
        <pc:chgData name="GAJENDRA AGARWAL(BTECH10307.21@bitmesra.ac.in)" userId="S::btech10307.21@bitmesra.ac.in::8b878f5a-8ef0-46dc-8d3f-2f07f155ffa2" providerId="AD" clId="Web-{684F15FB-BC77-4164-AAFB-DC9F908E32D9}" dt="2022-05-07T07:09:19.720" v="0"/>
        <pc:sldMkLst>
          <pc:docMk/>
          <pc:sldMk cId="1207008609" sldId="296"/>
        </pc:sldMkLst>
      </pc:sldChg>
      <pc:sldChg chg="new">
        <pc:chgData name="GAJENDRA AGARWAL(BTECH10307.21@bitmesra.ac.in)" userId="S::btech10307.21@bitmesra.ac.in::8b878f5a-8ef0-46dc-8d3f-2f07f155ffa2" providerId="AD" clId="Web-{684F15FB-BC77-4164-AAFB-DC9F908E32D9}" dt="2022-05-07T07:21:29.707" v="1"/>
        <pc:sldMkLst>
          <pc:docMk/>
          <pc:sldMk cId="2254575586" sldId="297"/>
        </pc:sldMkLst>
      </pc:sldChg>
      <pc:sldChg chg="new">
        <pc:chgData name="GAJENDRA AGARWAL(BTECH10307.21@bitmesra.ac.in)" userId="S::btech10307.21@bitmesra.ac.in::8b878f5a-8ef0-46dc-8d3f-2f07f155ffa2" providerId="AD" clId="Web-{684F15FB-BC77-4164-AAFB-DC9F908E32D9}" dt="2022-05-07T07:21:31.238" v="2"/>
        <pc:sldMkLst>
          <pc:docMk/>
          <pc:sldMk cId="1096893755" sldId="298"/>
        </pc:sldMkLst>
      </pc:sldChg>
      <pc:sldChg chg="new">
        <pc:chgData name="GAJENDRA AGARWAL(BTECH10307.21@bitmesra.ac.in)" userId="S::btech10307.21@bitmesra.ac.in::8b878f5a-8ef0-46dc-8d3f-2f07f155ffa2" providerId="AD" clId="Web-{684F15FB-BC77-4164-AAFB-DC9F908E32D9}" dt="2022-05-07T07:21:31.332" v="3"/>
        <pc:sldMkLst>
          <pc:docMk/>
          <pc:sldMk cId="1530662389" sldId="299"/>
        </pc:sldMkLst>
      </pc:sldChg>
      <pc:sldChg chg="new">
        <pc:chgData name="GAJENDRA AGARWAL(BTECH10307.21@bitmesra.ac.in)" userId="S::btech10307.21@bitmesra.ac.in::8b878f5a-8ef0-46dc-8d3f-2f07f155ffa2" providerId="AD" clId="Web-{684F15FB-BC77-4164-AAFB-DC9F908E32D9}" dt="2022-05-07T07:21:31.770" v="4"/>
        <pc:sldMkLst>
          <pc:docMk/>
          <pc:sldMk cId="77711330" sldId="300"/>
        </pc:sldMkLst>
      </pc:sldChg>
      <pc:sldChg chg="new">
        <pc:chgData name="GAJENDRA AGARWAL(BTECH10307.21@bitmesra.ac.in)" userId="S::btech10307.21@bitmesra.ac.in::8b878f5a-8ef0-46dc-8d3f-2f07f155ffa2" providerId="AD" clId="Web-{684F15FB-BC77-4164-AAFB-DC9F908E32D9}" dt="2022-05-07T07:21:37.567" v="5"/>
        <pc:sldMkLst>
          <pc:docMk/>
          <pc:sldMk cId="2882380879" sldId="301"/>
        </pc:sldMkLst>
      </pc:sldChg>
      <pc:sldChg chg="new">
        <pc:chgData name="GAJENDRA AGARWAL(BTECH10307.21@bitmesra.ac.in)" userId="S::btech10307.21@bitmesra.ac.in::8b878f5a-8ef0-46dc-8d3f-2f07f155ffa2" providerId="AD" clId="Web-{684F15FB-BC77-4164-AAFB-DC9F908E32D9}" dt="2022-05-07T07:21:38.801" v="6"/>
        <pc:sldMkLst>
          <pc:docMk/>
          <pc:sldMk cId="3970471138" sldId="302"/>
        </pc:sldMkLst>
      </pc:sldChg>
      <pc:sldChg chg="new del">
        <pc:chgData name="GAJENDRA AGARWAL(BTECH10307.21@bitmesra.ac.in)" userId="S::btech10307.21@bitmesra.ac.in::8b878f5a-8ef0-46dc-8d3f-2f07f155ffa2" providerId="AD" clId="Web-{684F15FB-BC77-4164-AAFB-DC9F908E32D9}" dt="2022-05-07T07:39:26.656" v="8"/>
        <pc:sldMkLst>
          <pc:docMk/>
          <pc:sldMk cId="2151738039" sldId="303"/>
        </pc:sldMkLst>
      </pc:sldChg>
    </pc:docChg>
  </pc:docChgLst>
  <pc:docChgLst>
    <pc:chgData name="GADDE ANURAG SREEVASTAV(BTECH10576.21@bitmesra.ac.in)" userId="S::btech10576.21@bitmesra.ac.in::ff8b274c-3e33-4a31-9163-1ed1f1c387ca" providerId="AD" clId="Web-{4009041A-CEE3-45D8-F924-9560B7ECC7B2}"/>
    <pc:docChg chg="modSld">
      <pc:chgData name="GADDE ANURAG SREEVASTAV(BTECH10576.21@bitmesra.ac.in)" userId="S::btech10576.21@bitmesra.ac.in::ff8b274c-3e33-4a31-9163-1ed1f1c387ca" providerId="AD" clId="Web-{4009041A-CEE3-45D8-F924-9560B7ECC7B2}" dt="2022-05-03T04:56:55.320" v="2" actId="688"/>
      <pc:docMkLst>
        <pc:docMk/>
      </pc:docMkLst>
      <pc:sldChg chg="addSp modSp">
        <pc:chgData name="GADDE ANURAG SREEVASTAV(BTECH10576.21@bitmesra.ac.in)" userId="S::btech10576.21@bitmesra.ac.in::ff8b274c-3e33-4a31-9163-1ed1f1c387ca" providerId="AD" clId="Web-{4009041A-CEE3-45D8-F924-9560B7ECC7B2}" dt="2022-05-03T04:56:55.320" v="2" actId="688"/>
        <pc:sldMkLst>
          <pc:docMk/>
          <pc:sldMk cId="3086200081" sldId="262"/>
        </pc:sldMkLst>
        <pc:spChg chg="add">
          <ac:chgData name="GADDE ANURAG SREEVASTAV(BTECH10576.21@bitmesra.ac.in)" userId="S::btech10576.21@bitmesra.ac.in::ff8b274c-3e33-4a31-9163-1ed1f1c387ca" providerId="AD" clId="Web-{4009041A-CEE3-45D8-F924-9560B7ECC7B2}" dt="2022-05-03T04:56:40.835" v="0"/>
          <ac:spMkLst>
            <pc:docMk/>
            <pc:sldMk cId="3086200081" sldId="262"/>
            <ac:spMk id="3" creationId="{460C0638-7EBB-1817-9897-FD9D9E81FF4A}"/>
          </ac:spMkLst>
        </pc:spChg>
        <pc:spChg chg="add mod">
          <ac:chgData name="GADDE ANURAG SREEVASTAV(BTECH10576.21@bitmesra.ac.in)" userId="S::btech10576.21@bitmesra.ac.in::ff8b274c-3e33-4a31-9163-1ed1f1c387ca" providerId="AD" clId="Web-{4009041A-CEE3-45D8-F924-9560B7ECC7B2}" dt="2022-05-03T04:56:55.320" v="2" actId="688"/>
          <ac:spMkLst>
            <pc:docMk/>
            <pc:sldMk cId="3086200081" sldId="262"/>
            <ac:spMk id="6" creationId="{F959EAF3-3CBE-1B62-415A-FF324F87D7A1}"/>
          </ac:spMkLst>
        </pc:spChg>
      </pc:sldChg>
    </pc:docChg>
  </pc:docChgLst>
  <pc:docChgLst>
    <pc:chgData name="ABHESHEK KUMAR SINGH(BTECH10120.21@bitmesra.ac.in)" userId="S::btech10120.21@bitmesra.ac.in::166a3f96-6dba-4602-ab84-0fac51711ae1" providerId="AD" clId="Web-{6D1CC9A4-B3D0-4D1E-8619-9401A312A787}"/>
    <pc:docChg chg="addSld delSld modSld">
      <pc:chgData name="ABHESHEK KUMAR SINGH(BTECH10120.21@bitmesra.ac.in)" userId="S::btech10120.21@bitmesra.ac.in::166a3f96-6dba-4602-ab84-0fac51711ae1" providerId="AD" clId="Web-{6D1CC9A4-B3D0-4D1E-8619-9401A312A787}" dt="2022-05-01T02:33:27.127" v="19"/>
      <pc:docMkLst>
        <pc:docMk/>
      </pc:docMkLst>
      <pc:sldChg chg="delSp mod modClrScheme chgLayout">
        <pc:chgData name="ABHESHEK KUMAR SINGH(BTECH10120.21@bitmesra.ac.in)" userId="S::btech10120.21@bitmesra.ac.in::166a3f96-6dba-4602-ab84-0fac51711ae1" providerId="AD" clId="Web-{6D1CC9A4-B3D0-4D1E-8619-9401A312A787}" dt="2022-05-01T02:33:00.908" v="2"/>
        <pc:sldMkLst>
          <pc:docMk/>
          <pc:sldMk cId="2707660751" sldId="269"/>
        </pc:sldMkLst>
        <pc:spChg chg="del">
          <ac:chgData name="ABHESHEK KUMAR SINGH(BTECH10120.21@bitmesra.ac.in)" userId="S::btech10120.21@bitmesra.ac.in::166a3f96-6dba-4602-ab84-0fac51711ae1" providerId="AD" clId="Web-{6D1CC9A4-B3D0-4D1E-8619-9401A312A787}" dt="2022-05-01T02:33:00.908" v="2"/>
          <ac:spMkLst>
            <pc:docMk/>
            <pc:sldMk cId="2707660751" sldId="269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6D1CC9A4-B3D0-4D1E-8619-9401A312A787}" dt="2022-05-01T02:33:00.908" v="2"/>
          <ac:spMkLst>
            <pc:docMk/>
            <pc:sldMk cId="2707660751" sldId="269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6D1CC9A4-B3D0-4D1E-8619-9401A312A787}" dt="2022-05-01T02:33:26.174" v="3"/>
        <pc:sldMkLst>
          <pc:docMk/>
          <pc:sldMk cId="3648161550" sldId="270"/>
        </pc:sldMkLst>
        <pc:spChg chg="del">
          <ac:chgData name="ABHESHEK KUMAR SINGH(BTECH10120.21@bitmesra.ac.in)" userId="S::btech10120.21@bitmesra.ac.in::166a3f96-6dba-4602-ab84-0fac51711ae1" providerId="AD" clId="Web-{6D1CC9A4-B3D0-4D1E-8619-9401A312A787}" dt="2022-05-01T02:33:26.174" v="3"/>
          <ac:spMkLst>
            <pc:docMk/>
            <pc:sldMk cId="3648161550" sldId="270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6D1CC9A4-B3D0-4D1E-8619-9401A312A787}" dt="2022-05-01T02:33:26.174" v="3"/>
          <ac:spMkLst>
            <pc:docMk/>
            <pc:sldMk cId="3648161550" sldId="270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6D1CC9A4-B3D0-4D1E-8619-9401A312A787}" dt="2022-05-01T02:33:26.236" v="4"/>
        <pc:sldMkLst>
          <pc:docMk/>
          <pc:sldMk cId="3806787504" sldId="271"/>
        </pc:sldMkLst>
        <pc:spChg chg="del">
          <ac:chgData name="ABHESHEK KUMAR SINGH(BTECH10120.21@bitmesra.ac.in)" userId="S::btech10120.21@bitmesra.ac.in::166a3f96-6dba-4602-ab84-0fac51711ae1" providerId="AD" clId="Web-{6D1CC9A4-B3D0-4D1E-8619-9401A312A787}" dt="2022-05-01T02:33:26.236" v="4"/>
          <ac:spMkLst>
            <pc:docMk/>
            <pc:sldMk cId="3806787504" sldId="271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6D1CC9A4-B3D0-4D1E-8619-9401A312A787}" dt="2022-05-01T02:33:26.236" v="4"/>
          <ac:spMkLst>
            <pc:docMk/>
            <pc:sldMk cId="3806787504" sldId="271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6D1CC9A4-B3D0-4D1E-8619-9401A312A787}" dt="2022-05-01T02:33:26.299" v="5"/>
        <pc:sldMkLst>
          <pc:docMk/>
          <pc:sldMk cId="1940882497" sldId="273"/>
        </pc:sldMkLst>
        <pc:spChg chg="del">
          <ac:chgData name="ABHESHEK KUMAR SINGH(BTECH10120.21@bitmesra.ac.in)" userId="S::btech10120.21@bitmesra.ac.in::166a3f96-6dba-4602-ab84-0fac51711ae1" providerId="AD" clId="Web-{6D1CC9A4-B3D0-4D1E-8619-9401A312A787}" dt="2022-05-01T02:33:26.299" v="5"/>
          <ac:spMkLst>
            <pc:docMk/>
            <pc:sldMk cId="1940882497" sldId="273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6D1CC9A4-B3D0-4D1E-8619-9401A312A787}" dt="2022-05-01T02:33:26.299" v="5"/>
          <ac:spMkLst>
            <pc:docMk/>
            <pc:sldMk cId="1940882497" sldId="273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6D1CC9A4-B3D0-4D1E-8619-9401A312A787}" dt="2022-05-01T02:33:26.361" v="6"/>
        <pc:sldMkLst>
          <pc:docMk/>
          <pc:sldMk cId="2615131265" sldId="275"/>
        </pc:sldMkLst>
        <pc:spChg chg="del">
          <ac:chgData name="ABHESHEK KUMAR SINGH(BTECH10120.21@bitmesra.ac.in)" userId="S::btech10120.21@bitmesra.ac.in::166a3f96-6dba-4602-ab84-0fac51711ae1" providerId="AD" clId="Web-{6D1CC9A4-B3D0-4D1E-8619-9401A312A787}" dt="2022-05-01T02:33:26.361" v="6"/>
          <ac:spMkLst>
            <pc:docMk/>
            <pc:sldMk cId="2615131265" sldId="275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6D1CC9A4-B3D0-4D1E-8619-9401A312A787}" dt="2022-05-01T02:33:26.361" v="6"/>
          <ac:spMkLst>
            <pc:docMk/>
            <pc:sldMk cId="2615131265" sldId="275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6D1CC9A4-B3D0-4D1E-8619-9401A312A787}" dt="2022-05-01T02:33:26.424" v="7"/>
        <pc:sldMkLst>
          <pc:docMk/>
          <pc:sldMk cId="2170856732" sldId="276"/>
        </pc:sldMkLst>
        <pc:spChg chg="del">
          <ac:chgData name="ABHESHEK KUMAR SINGH(BTECH10120.21@bitmesra.ac.in)" userId="S::btech10120.21@bitmesra.ac.in::166a3f96-6dba-4602-ab84-0fac51711ae1" providerId="AD" clId="Web-{6D1CC9A4-B3D0-4D1E-8619-9401A312A787}" dt="2022-05-01T02:33:26.424" v="7"/>
          <ac:spMkLst>
            <pc:docMk/>
            <pc:sldMk cId="2170856732" sldId="276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6D1CC9A4-B3D0-4D1E-8619-9401A312A787}" dt="2022-05-01T02:33:26.424" v="7"/>
          <ac:spMkLst>
            <pc:docMk/>
            <pc:sldMk cId="2170856732" sldId="276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6D1CC9A4-B3D0-4D1E-8619-9401A312A787}" dt="2022-05-01T02:33:26.502" v="8"/>
        <pc:sldMkLst>
          <pc:docMk/>
          <pc:sldMk cId="3543834009" sldId="277"/>
        </pc:sldMkLst>
        <pc:spChg chg="del">
          <ac:chgData name="ABHESHEK KUMAR SINGH(BTECH10120.21@bitmesra.ac.in)" userId="S::btech10120.21@bitmesra.ac.in::166a3f96-6dba-4602-ab84-0fac51711ae1" providerId="AD" clId="Web-{6D1CC9A4-B3D0-4D1E-8619-9401A312A787}" dt="2022-05-01T02:33:26.502" v="8"/>
          <ac:spMkLst>
            <pc:docMk/>
            <pc:sldMk cId="3543834009" sldId="277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6D1CC9A4-B3D0-4D1E-8619-9401A312A787}" dt="2022-05-01T02:33:26.502" v="8"/>
          <ac:spMkLst>
            <pc:docMk/>
            <pc:sldMk cId="3543834009" sldId="277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6D1CC9A4-B3D0-4D1E-8619-9401A312A787}" dt="2022-05-01T02:33:26.549" v="9"/>
        <pc:sldMkLst>
          <pc:docMk/>
          <pc:sldMk cId="2547420438" sldId="278"/>
        </pc:sldMkLst>
        <pc:spChg chg="del">
          <ac:chgData name="ABHESHEK KUMAR SINGH(BTECH10120.21@bitmesra.ac.in)" userId="S::btech10120.21@bitmesra.ac.in::166a3f96-6dba-4602-ab84-0fac51711ae1" providerId="AD" clId="Web-{6D1CC9A4-B3D0-4D1E-8619-9401A312A787}" dt="2022-05-01T02:33:26.549" v="9"/>
          <ac:spMkLst>
            <pc:docMk/>
            <pc:sldMk cId="2547420438" sldId="278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6D1CC9A4-B3D0-4D1E-8619-9401A312A787}" dt="2022-05-01T02:33:26.549" v="9"/>
          <ac:spMkLst>
            <pc:docMk/>
            <pc:sldMk cId="2547420438" sldId="278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6D1CC9A4-B3D0-4D1E-8619-9401A312A787}" dt="2022-05-01T02:33:26.627" v="10"/>
        <pc:sldMkLst>
          <pc:docMk/>
          <pc:sldMk cId="3760555145" sldId="279"/>
        </pc:sldMkLst>
        <pc:spChg chg="del">
          <ac:chgData name="ABHESHEK KUMAR SINGH(BTECH10120.21@bitmesra.ac.in)" userId="S::btech10120.21@bitmesra.ac.in::166a3f96-6dba-4602-ab84-0fac51711ae1" providerId="AD" clId="Web-{6D1CC9A4-B3D0-4D1E-8619-9401A312A787}" dt="2022-05-01T02:33:26.627" v="10"/>
          <ac:spMkLst>
            <pc:docMk/>
            <pc:sldMk cId="3760555145" sldId="279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6D1CC9A4-B3D0-4D1E-8619-9401A312A787}" dt="2022-05-01T02:33:26.627" v="10"/>
          <ac:spMkLst>
            <pc:docMk/>
            <pc:sldMk cId="3760555145" sldId="279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6D1CC9A4-B3D0-4D1E-8619-9401A312A787}" dt="2022-05-01T02:33:26.690" v="11"/>
        <pc:sldMkLst>
          <pc:docMk/>
          <pc:sldMk cId="1073490318" sldId="280"/>
        </pc:sldMkLst>
        <pc:spChg chg="del">
          <ac:chgData name="ABHESHEK KUMAR SINGH(BTECH10120.21@bitmesra.ac.in)" userId="S::btech10120.21@bitmesra.ac.in::166a3f96-6dba-4602-ab84-0fac51711ae1" providerId="AD" clId="Web-{6D1CC9A4-B3D0-4D1E-8619-9401A312A787}" dt="2022-05-01T02:33:26.690" v="11"/>
          <ac:spMkLst>
            <pc:docMk/>
            <pc:sldMk cId="1073490318" sldId="280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6D1CC9A4-B3D0-4D1E-8619-9401A312A787}" dt="2022-05-01T02:33:26.690" v="11"/>
          <ac:spMkLst>
            <pc:docMk/>
            <pc:sldMk cId="1073490318" sldId="280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6D1CC9A4-B3D0-4D1E-8619-9401A312A787}" dt="2022-05-01T02:33:26.736" v="12"/>
        <pc:sldMkLst>
          <pc:docMk/>
          <pc:sldMk cId="1801532567" sldId="281"/>
        </pc:sldMkLst>
        <pc:spChg chg="del">
          <ac:chgData name="ABHESHEK KUMAR SINGH(BTECH10120.21@bitmesra.ac.in)" userId="S::btech10120.21@bitmesra.ac.in::166a3f96-6dba-4602-ab84-0fac51711ae1" providerId="AD" clId="Web-{6D1CC9A4-B3D0-4D1E-8619-9401A312A787}" dt="2022-05-01T02:33:26.736" v="12"/>
          <ac:spMkLst>
            <pc:docMk/>
            <pc:sldMk cId="1801532567" sldId="281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6D1CC9A4-B3D0-4D1E-8619-9401A312A787}" dt="2022-05-01T02:33:26.736" v="12"/>
          <ac:spMkLst>
            <pc:docMk/>
            <pc:sldMk cId="1801532567" sldId="281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6D1CC9A4-B3D0-4D1E-8619-9401A312A787}" dt="2022-05-01T02:33:26.799" v="13"/>
        <pc:sldMkLst>
          <pc:docMk/>
          <pc:sldMk cId="285058838" sldId="282"/>
        </pc:sldMkLst>
        <pc:spChg chg="del">
          <ac:chgData name="ABHESHEK KUMAR SINGH(BTECH10120.21@bitmesra.ac.in)" userId="S::btech10120.21@bitmesra.ac.in::166a3f96-6dba-4602-ab84-0fac51711ae1" providerId="AD" clId="Web-{6D1CC9A4-B3D0-4D1E-8619-9401A312A787}" dt="2022-05-01T02:33:26.799" v="13"/>
          <ac:spMkLst>
            <pc:docMk/>
            <pc:sldMk cId="285058838" sldId="282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6D1CC9A4-B3D0-4D1E-8619-9401A312A787}" dt="2022-05-01T02:33:26.799" v="13"/>
          <ac:spMkLst>
            <pc:docMk/>
            <pc:sldMk cId="285058838" sldId="282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6D1CC9A4-B3D0-4D1E-8619-9401A312A787}" dt="2022-05-01T02:33:26.861" v="14"/>
        <pc:sldMkLst>
          <pc:docMk/>
          <pc:sldMk cId="2148142894" sldId="283"/>
        </pc:sldMkLst>
        <pc:spChg chg="del">
          <ac:chgData name="ABHESHEK KUMAR SINGH(BTECH10120.21@bitmesra.ac.in)" userId="S::btech10120.21@bitmesra.ac.in::166a3f96-6dba-4602-ab84-0fac51711ae1" providerId="AD" clId="Web-{6D1CC9A4-B3D0-4D1E-8619-9401A312A787}" dt="2022-05-01T02:33:26.861" v="14"/>
          <ac:spMkLst>
            <pc:docMk/>
            <pc:sldMk cId="2148142894" sldId="283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6D1CC9A4-B3D0-4D1E-8619-9401A312A787}" dt="2022-05-01T02:33:26.861" v="14"/>
          <ac:spMkLst>
            <pc:docMk/>
            <pc:sldMk cId="2148142894" sldId="283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6D1CC9A4-B3D0-4D1E-8619-9401A312A787}" dt="2022-05-01T02:33:26.940" v="15"/>
        <pc:sldMkLst>
          <pc:docMk/>
          <pc:sldMk cId="3249408944" sldId="284"/>
        </pc:sldMkLst>
        <pc:spChg chg="del">
          <ac:chgData name="ABHESHEK KUMAR SINGH(BTECH10120.21@bitmesra.ac.in)" userId="S::btech10120.21@bitmesra.ac.in::166a3f96-6dba-4602-ab84-0fac51711ae1" providerId="AD" clId="Web-{6D1CC9A4-B3D0-4D1E-8619-9401A312A787}" dt="2022-05-01T02:33:26.940" v="15"/>
          <ac:spMkLst>
            <pc:docMk/>
            <pc:sldMk cId="3249408944" sldId="284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6D1CC9A4-B3D0-4D1E-8619-9401A312A787}" dt="2022-05-01T02:33:26.940" v="15"/>
          <ac:spMkLst>
            <pc:docMk/>
            <pc:sldMk cId="3249408944" sldId="284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6D1CC9A4-B3D0-4D1E-8619-9401A312A787}" dt="2022-05-01T02:33:27.002" v="16"/>
        <pc:sldMkLst>
          <pc:docMk/>
          <pc:sldMk cId="303552152" sldId="285"/>
        </pc:sldMkLst>
        <pc:spChg chg="del">
          <ac:chgData name="ABHESHEK KUMAR SINGH(BTECH10120.21@bitmesra.ac.in)" userId="S::btech10120.21@bitmesra.ac.in::166a3f96-6dba-4602-ab84-0fac51711ae1" providerId="AD" clId="Web-{6D1CC9A4-B3D0-4D1E-8619-9401A312A787}" dt="2022-05-01T02:33:27.002" v="16"/>
          <ac:spMkLst>
            <pc:docMk/>
            <pc:sldMk cId="303552152" sldId="285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6D1CC9A4-B3D0-4D1E-8619-9401A312A787}" dt="2022-05-01T02:33:27.002" v="16"/>
          <ac:spMkLst>
            <pc:docMk/>
            <pc:sldMk cId="303552152" sldId="285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6D1CC9A4-B3D0-4D1E-8619-9401A312A787}" dt="2022-05-01T02:33:27.018" v="17"/>
        <pc:sldMkLst>
          <pc:docMk/>
          <pc:sldMk cId="2567197890" sldId="286"/>
        </pc:sldMkLst>
        <pc:spChg chg="del">
          <ac:chgData name="ABHESHEK KUMAR SINGH(BTECH10120.21@bitmesra.ac.in)" userId="S::btech10120.21@bitmesra.ac.in::166a3f96-6dba-4602-ab84-0fac51711ae1" providerId="AD" clId="Web-{6D1CC9A4-B3D0-4D1E-8619-9401A312A787}" dt="2022-05-01T02:33:27.018" v="17"/>
          <ac:spMkLst>
            <pc:docMk/>
            <pc:sldMk cId="2567197890" sldId="286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6D1CC9A4-B3D0-4D1E-8619-9401A312A787}" dt="2022-05-01T02:33:27.018" v="17"/>
          <ac:spMkLst>
            <pc:docMk/>
            <pc:sldMk cId="2567197890" sldId="286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6D1CC9A4-B3D0-4D1E-8619-9401A312A787}" dt="2022-05-01T02:33:27.049" v="18"/>
        <pc:sldMkLst>
          <pc:docMk/>
          <pc:sldMk cId="3124314089" sldId="287"/>
        </pc:sldMkLst>
        <pc:spChg chg="del">
          <ac:chgData name="ABHESHEK KUMAR SINGH(BTECH10120.21@bitmesra.ac.in)" userId="S::btech10120.21@bitmesra.ac.in::166a3f96-6dba-4602-ab84-0fac51711ae1" providerId="AD" clId="Web-{6D1CC9A4-B3D0-4D1E-8619-9401A312A787}" dt="2022-05-01T02:33:27.049" v="18"/>
          <ac:spMkLst>
            <pc:docMk/>
            <pc:sldMk cId="3124314089" sldId="287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6D1CC9A4-B3D0-4D1E-8619-9401A312A787}" dt="2022-05-01T02:33:27.049" v="18"/>
          <ac:spMkLst>
            <pc:docMk/>
            <pc:sldMk cId="3124314089" sldId="287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6D1CC9A4-B3D0-4D1E-8619-9401A312A787}" dt="2022-05-01T02:33:27.127" v="19"/>
        <pc:sldMkLst>
          <pc:docMk/>
          <pc:sldMk cId="2468437738" sldId="288"/>
        </pc:sldMkLst>
        <pc:spChg chg="del">
          <ac:chgData name="ABHESHEK KUMAR SINGH(BTECH10120.21@bitmesra.ac.in)" userId="S::btech10120.21@bitmesra.ac.in::166a3f96-6dba-4602-ab84-0fac51711ae1" providerId="AD" clId="Web-{6D1CC9A4-B3D0-4D1E-8619-9401A312A787}" dt="2022-05-01T02:33:27.127" v="19"/>
          <ac:spMkLst>
            <pc:docMk/>
            <pc:sldMk cId="2468437738" sldId="288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6D1CC9A4-B3D0-4D1E-8619-9401A312A787}" dt="2022-05-01T02:33:27.127" v="19"/>
          <ac:spMkLst>
            <pc:docMk/>
            <pc:sldMk cId="2468437738" sldId="288"/>
            <ac:spMk id="3" creationId="{00000000-0000-0000-0000-000000000000}"/>
          </ac:spMkLst>
        </pc:spChg>
      </pc:sldChg>
      <pc:sldChg chg="new del">
        <pc:chgData name="ABHESHEK KUMAR SINGH(BTECH10120.21@bitmesra.ac.in)" userId="S::btech10120.21@bitmesra.ac.in::166a3f96-6dba-4602-ab84-0fac51711ae1" providerId="AD" clId="Web-{6D1CC9A4-B3D0-4D1E-8619-9401A312A787}" dt="2022-05-01T02:19:40.775" v="1"/>
        <pc:sldMkLst>
          <pc:docMk/>
          <pc:sldMk cId="3545614731" sldId="296"/>
        </pc:sldMkLst>
      </pc:sldChg>
    </pc:docChg>
  </pc:docChgLst>
  <pc:docChgLst>
    <pc:chgData name="RISHAV RAJ(BTECH10087.21@bitmesra.ac.in)" userId="S::btech10087.21@bitmesra.ac.in::1f93d754-2fbc-4193-89e9-fa5346f46968" providerId="AD" clId="Web-{42239862-E65D-4371-9502-A9826FEA863B}"/>
    <pc:docChg chg="modSld">
      <pc:chgData name="RISHAV RAJ(BTECH10087.21@bitmesra.ac.in)" userId="S::btech10087.21@bitmesra.ac.in::1f93d754-2fbc-4193-89e9-fa5346f46968" providerId="AD" clId="Web-{42239862-E65D-4371-9502-A9826FEA863B}" dt="2022-05-07T05:38:36.690" v="0" actId="1076"/>
      <pc:docMkLst>
        <pc:docMk/>
      </pc:docMkLst>
      <pc:sldChg chg="modSp">
        <pc:chgData name="RISHAV RAJ(BTECH10087.21@bitmesra.ac.in)" userId="S::btech10087.21@bitmesra.ac.in::1f93d754-2fbc-4193-89e9-fa5346f46968" providerId="AD" clId="Web-{42239862-E65D-4371-9502-A9826FEA863B}" dt="2022-05-07T05:38:36.690" v="0" actId="1076"/>
        <pc:sldMkLst>
          <pc:docMk/>
          <pc:sldMk cId="3760555145" sldId="279"/>
        </pc:sldMkLst>
        <pc:inkChg chg="mod">
          <ac:chgData name="RISHAV RAJ(BTECH10087.21@bitmesra.ac.in)" userId="S::btech10087.21@bitmesra.ac.in::1f93d754-2fbc-4193-89e9-fa5346f46968" providerId="AD" clId="Web-{42239862-E65D-4371-9502-A9826FEA863B}" dt="2022-05-07T05:38:36.690" v="0" actId="1076"/>
          <ac:inkMkLst>
            <pc:docMk/>
            <pc:sldMk cId="3760555145" sldId="279"/>
            <ac:inkMk id="4" creationId="{00000000-0000-0000-0000-000000000000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4-25T03:02:05.1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30264 1146 7 0,'0'0'361'0,"0"0"-31"0,0 0-29 0,-7-5-35 15,7 5-21-15,0 0-28 0,0 0-21 0,0 0-16 16,0 0-25-16,0 0-30 0,0 0-39 0,0 0-54 16,0 0-60-16,0 0-94 0,0 0-78 0,0 0-159 15,0 0-388-15,0 0 172 0</inkml:trace>
  <inkml:trace contextRef="#ctx0" brushRef="#br0" timeOffset="1903.02">13265 8501 42 0,'5'0'321'0,"-5"0"-13"0,0 0-18 15,0 0-18-15,0 0-25 0,0 0-17 0,0 0-27 16,8 0-15-16,-8 0-19 0,0 0-12 0,0 0-17 16,0 0-12-16,0 0-16 0,0 0-11 0,0 0-16 15,0 0-28-15,0 0-29 0,0 0-46 0,4 1-49 16,-4-1-47-16,0 0-51 0,0 0-55 0,-2 6-196 16,4-1-451-16,0-2 200 0</inkml:trace>
  <inkml:trace contextRef="#ctx0" brushRef="#br0" timeOffset="11382.01">2887 1431 4 0,'0'0'167'16,"-2"-4"-1"-16,2 4 7 0,0 0-2 0,0 0 3 15,0-4 0-15,0 4-4 0,0 0 3 0,0 0 18 16,0 0 6-16,-3-6-15 0,3 6-6 0,0 0-14 16,-1-5-2-16,1 5-4 0,0 0-8 0,0 0-3 15,0 0-8-15,-1-7-14 0,1 7-12 16,0 0 0-16,0 0-23 0,0 0-9 0,0 0-8 16,0 0-6-16,0 0-4 0,-2-5-10 0,2 5-14 15,0 0-10-15,0 0-37 0,0 0-21 0,0 0-2 16,-2 19 5-16,1 0 5 0,-3 8-2 0,-2 7 1 0,2 12 5 15,-2 2 0-15,3 3 2 0,0 0 4 0,0-2-3 16,1 4 5-16,1-3 1 0,1-1-1 16,2-3 4-16,-2-10 0 0,3-4 2 0,-2 4 3 15,-1-8-1-15,3 1 0 0,-2-3 6 0,3-5-7 16,-4-4 0-16,1 0 2 0,-1-5 3 0,1-2-1 16,-1-1 1-16,0-2-1 0,2-2 2 0,-2-5 6 15,0 12-3-15,0-12-1 0,0 8 5 0,0-8-4 16,1 5-1-16,-1-5 7 0,0 0 0 0,0 0 0 15,0 0 0-15,0 0-1 0,0 7 3 0,0-7 1 16,0 0-2-16,0 0 0 0,0 0-2 0,0 0-10 16,0 0-34-16,0 0-36 0,0 0-43 0,0 0-55 15,0 0-80-15,0 0-261 0,0 0-549 16,0 0 244-16</inkml:trace>
  <inkml:trace contextRef="#ctx0" brushRef="#br0" timeOffset="11790.02">2846 2203 122 0,'0'0'196'0,"-7"3"-10"16,7-3-4-16,0 0-8 0,-9 3-12 0,9-3-10 16,0 0-13-16,0 0-15 0,0 0-16 0,0 0-6 15,-10 1-15-15,10-1-10 0,0 0-2 16,0 0-13-16,0 0-3 0,0 0-5 0,0 0-12 16,0 0-2-16,0 0-1 0,0 0-3 0,0 0 0 15,0 0-6-15,0 0 3 0,29 3 2 0,-10-6-8 16,13 2 2-16,5 0 0 0,-1-1-4 0,1-1-8 15,-1 2 2-15,3-3 0 0,-5 2-1 0,-2 2 0 16,-4-3-4-16,-9 2-2 0,0-2 5 0,-6 3 5 16,-3-1 3-16,-10 1 4 0,14 0-4 0,-6-2 0 15,-8 2-1-15,0 0-1 0,15 0-2 0,-15 0-4 16,0 0-4-16,8-2-21 0,-8 2-24 0,0 0-31 16,0 0-47-16,0 0-68 0,0 0-228 0,0 0-438 15,0 0 194-15</inkml:trace>
  <inkml:trace contextRef="#ctx0" brushRef="#br0" timeOffset="12143.06">3562 2009 19 0,'0'0'443'0,"-2"-4"-1"0,2 4-22 15,-2-5-23-15,2 5-23 0,0 0-20 0,0-8-29 16,0 8-30-16,0 0-31 0,0 0-30 0,0 0-28 16,-2-4-22-16,2 4-24 0,0 0-22 0,0 0-28 15,0 0-27-15,0 0-30 0,0 0-31 0,0 0 7 16,0 0-5-16,0 21-4 0,1-11-1 0,0 2-7 16,2 5 6-16,-2-1 4 0,0 1-7 0,1 3 2 15,-1-3 0-15,1 0-3 0,1 0 0 0,-2-2-2 16,-1-3 0-16,3-2-28 0,-3-1-12 0,1-1-22 15,-1-1-23-15,0-2-7 0,0-5-1 0,1 12 8 16,-1-12 5-16,-2 6 8 0,2-6 16 0,0 0 3 16,0 0-2-16,0 0-55 0,0 0-52 0,0 0-72 15,-14-23-59-15,6 6-279 0,0-3-607 16,1-6 268-16</inkml:trace>
  <inkml:trace contextRef="#ctx0" brushRef="#br0" timeOffset="12286.98">3474 1735 152 0,'-5'-9'352'0,"0"0"7"0,1 1-7 16,0 1-26-16,3 2-13 0,-2-1-25 0,2 0-23 16,-3 2-26-16,4 4-27 0,0-5-17 15,0 5-38-15,-4-6-25 0,4 6-54 0,0 0-64 16,0 0-65-16,0 0-51 0,0 0-32 0,0 0-63 16,13 15-64-16,-8-2-188 0,2-2-485 0,-5-1 215 15</inkml:trace>
  <inkml:trace contextRef="#ctx0" brushRef="#br0" timeOffset="12826.99">3796 1907 146 0,'0'0'431'16,"0"-6"-27"-16,0 6-20 0,1-5-15 0,-1 5-17 16,0 0-24-16,0 0-24 0,2-7-31 0,-2 7-26 15,0 0-29-15,0 0-28 0,0 0-18 16,0 0-30-16,0 0-45 0,0 0-34 0,0 0-8 0,0 0-12 15,3 17 1-15,0-6-12 0,-2 4 2 16,4 6 2-16,-2 5-12 0,-1 0 1 0,2 3-1 16,-4-3-3-16,4 5-1 0,-4-3 0 0,3-1-14 15,-3-9 14-15,1 2-3 0,1-3-3 0,-2-5-5 16,3-2 5-16,-3-3 4 0,0-2-5 0,0-5 12 16,0 7 24-16,0-7 44 0,0 0 41 0,0 0 33 15,0 0 10-15,0 0-14 0,0 0-21 0,8-18-9 16,-5 7-16-16,5-4-5 0,0-8-12 0,1-2-14 15,1-4-7-15,0 9-12 0,3-7-5 0,-4 4-5 16,-1 6-4-16,-2 2-14 0,2 5 1 0,-5-1-1 16,0 5-10-16,0 1-4 0,-1-1-8 0,1 3-6 15,-3 3-12-15,4-5-3 0,-4 5-13 0,3-3-21 16,-3 3-14-16,0 0-17 0,16 8-17 0,-9-2-12 16,1 1-12-16,0 3-15 0,3 1-21 0,2 2-9 15,1-2-39-15,-2 4-3 0,0-2-22 0,1 3-34 16,0-5-41-16,1 1-39 0,-5-3-83 0,4-1-221 15,-3-5-689-15,-1 2 305 0</inkml:trace>
  <inkml:trace contextRef="#ctx0" brushRef="#br0" timeOffset="13543.02">4229 2121 188 0,'0'0'279'0,"0"0"-20"0,-6 3-22 0,6-3-21 0,0 0-21 15,0 0-12-15,0 0-17 0,0 0-14 0,0 0-15 16,0 0-12-16,0 0-17 0,0 0-4 16,0 0-13-16,18 2-12 0,-18-2-11 0,20-5-12 15,-6 4-13-15,-1-3-9 0,1-3-2 0,-4 4-14 16,3-4 9-16,4-1-2 0,-7 1-7 0,8-4-1 16,-4-2-6-16,0 4 4 0,-3-3-4 0,-1 2 6 15,-2 0 17-15,-1 0 8 0,-2 1 16 0,0-1 9 16,0 0 13-16,-1 0 10 0,-3 2 6 0,0 0 1 15,1 2-7-15,-2-3 6 0,0 4-24 0,0-2 5 16,-3 2-12-16,2 0-10 0,1 5-10 0,-7-9-5 16,2 6-6-16,-1-1-12 0,1 1 3 0,-4 1-6 15,0 2-3-15,-1 0-9 0,-2 0 0 0,1 2-3 16,-1 2-12-16,-4 4 1 0,0 1-3 0,1 2 4 16,2-2-16-16,0 4-12 0,3 3-5 0,-2-5-3 15,6 5-4-15,-5-1-10 0,4 1-3 0,3 1-9 16,1-2-4-16,0 4 1 0,3-4 1 0,1 2 5 15,8-3 9-15,2 1 5 0,5-1-6 0,8 1 0 16,6-2-12-16,3-4-7 0,3-2-11 0,1-7-13 16,1-2 3-16,20-4 9 0,-6-3 10 0,-14 2 4 15,12-10-1-15,-13 5 22 0,12-7 12 0,-16 4 22 16,-2 0 24-16,-2-2 31 0,-3-2 21 0,-6 2 16 16,-2 3 29-16,-6 0 20 0,-1 1 26 0,-5 1-1 15,2 2 1-15,-4 0-8 0,0-2-17 16,-7 2-14-16,2 1-12 0,-3-1-15 0,-5 3-10 15,-1 1-10-15,-3 2-6 0,-5 1-11 0,-1 3-16 16,-3 3 4-16,2 1 2 0,-7 6-16 0,0-2 5 16,-1 6-6-16,5-3-12 0,-1 5 5 0,2 1-11 0,4 1-4 15,2 3-2-15,3-6-1 0,1 1-9 16,2 4-16-16,4-3 8 0,-1-2-6 0,6 1 3 16,0 2-4-16,1-7 5 0,1 1 7 0,3-2 1 15,1-4 10-15,4 2 9 0,2-5 8 0,7-1 4 16,2-4-1-16,1 0-1 0,-2-3-15 0,8-3 20 15,-5 2-3-15,-4 0 13 0,1-1-4 0,-1-2 2 16,-1 1-4-16,-1 1-3 0,-2-2 5 0,-1 1-7 16,-4 6 2-16,1-4-6 0,0 0 3 0,-2 5-3 15,-8 1-5-15,9-5 1 0,-5 3-8 0,-4 2 6 16,7-5-28-16,-7 5-47 0,8-2-53 0,-8 2-56 16,9-3-62-16,-1 3-115 0,-8 0-185 0,11-4-585 15,-11 4 259-15</inkml:trace>
  <inkml:trace contextRef="#ctx0" brushRef="#br0" timeOffset="13843.12">5194 1893 116 0,'4'-3'261'15,"-4"3"-30"-15,0 0-29 0,11 6-18 0,-4 0-22 16,-1 2-4-16,6 5-13 0,-1 1-9 0,1 2-4 0,1 7-17 15,-4-4-2-15,-1-1-12 0,0 0-6 0,2 7-7 16,-7-7-7-16,-2 9-5 0,0-4-8 16,-2-4-4-16,0-7-16 0,-1 0 5 0,2-4-2 15,-1-2 0-15,1-1 21 0,0-5 53 0,-1 10 52 16,1-10 17-16,0 0-1 0,0 0-19 0,0 0-10 16,-2-27-15-16,6 9-12 0,0-2-16 0,6-7-17 15,2-2-14-15,5 0-21 0,-1 0-22 0,2-1-36 16,4-1-25-16,1 2-53 0,-4 4-57 0,7 0-80 15,-1 3-105-15,-5 2-331 0,5 2-694 0,-1 4 307 16</inkml:trace>
  <inkml:trace contextRef="#ctx0" brushRef="#br0" timeOffset="14826.11">6787 1622 211 0,'0'0'208'15,"-1"-4"-7"-15,1 4-12 0,0 0-4 0,-5-5-11 16,4 2-2-16,-1-1-15 0,2 4-8 0,-2-5-16 16,2 5-8-16,-4-3-17 0,4 3-9 0,-5-2-15 15,5 2-6-15,-9 0-13 0,9 0-7 0,-14 2-6 16,5 2-9-16,0 2-4 0,-9 4-5 0,0 2-5 15,0 7-3-15,-3-1-7 0,0 5 1 0,1 0-2 16,-1 4-2-16,5 1-5 0,-2 1-3 0,0 0 2 16,4 4-2-16,0-6-5 0,1 1 5 0,4-3-3 15,5-1 1-15,-2-4-1 0,6-2-1 0,-3 0 2 16,6-3-2-16,-2-1 6 0,3-2-5 0,1 2 5 16,4 1 2-16,-4-5 1 0,4-3 0 0,5 0 13 15,-2 0 6-15,5-4 2 0,4 0 8 0,5-5 7 16,-5-1 9-16,7-2 4 0,-1-4 1 0,-3 0 1 15,3-5 4-15,-2-2-4 0,-1-4-1 16,0-2-5-16,-1-2-10 0,-4-5-3 0,0-5-8 0,-1-9-5 16,-7 9-1-16,0-2 2 0,-7 2 21 0,-4 2-3 15,0 3 1-15,-9-1-2 0,0 5-6 0,-5 2-8 16,-1 2-5-16,-4 2-6 0,-2 2-14 0,3 7-16 16,-10 0-18-16,8 3-25 0,-7 5-33 0,-3-1-33 15,2 6-43-15,6-1-53 0,2 6-49 16,3 0-56-16,2 3-166 0,7-2-521 0,3-1 231 15</inkml:trace>
  <inkml:trace contextRef="#ctx0" brushRef="#br0" timeOffset="15277.15">7233 1628 54 0,'0'0'306'0,"0"-5"-10"15,0 5-20-15,2-6-15 0,-2 6-10 0,0-4-35 16,0 4-22-16,0 0-21 0,0 0-21 0,0 0-22 16,0 0-15-16,-2-5-22 0,2 5-29 0,0 0-11 15,0 0-7-15,0 22-4 0,2-11-2 16,-2 6-4-16,1-1-3 0,0 11-4 0,4-2 2 0,-4 2-8 16,1 1-3-16,0 0 0 0,1-3-6 0,1 0 5 15,-4-5-4-15,4 4 1 0,-3-5-2 0,1-2-2 16,0-5-1-16,-1 0 5 0,0-2-5 0,1-2-1 15,-2-1 0-15,1-2 0 0,-2 2 1 0,2-4 2 16,-1 1 1-16,0-4 3 0,1 5 5 16,-1-5 4-16,3 5-7 0,-3-5-1 0,0 0-28 15,0 0-39-15,0 0-48 0,0 0-55 0,-13-14-58 0,8 6-62 16,0-3-139-16,1-3-445 0,1-3 198 0</inkml:trace>
  <inkml:trace contextRef="#ctx0" brushRef="#br0" timeOffset="15659.02">7189 1472 123 0,'0'0'136'16,"0"0"-14"-16,0 0-8 0,0 0-18 0,0 0-9 15,0 0-17-15,16 14 7 0,-4-8-16 0,4 2 3 16,2 5-9-16,8 2-7 0,3 0-8 0,0 1 4 16,2 2-4-16,1-1-7 0,-3 2 4 0,2 2-5 15,-3 3 1-15,-6-3-5 0,1 2 0 0,-4 1-4 16,-5 1 1-16,-1-2-5 0,-4 4 10 0,-5-9-12 16,-3 1 6-16,-1-2-5 0,-9 2 6 0,-1-4-3 15,-7 6 5-15,-3 0-10 0,-4-1 18 0,-1-8 4 16,-3 4 1-16,-1-4-1 0,-2 2 4 0,-1-5 0 15,4 1-6-15,1 0 8 0,-1-3-10 0,10-2-6 16,7 0-8-16,-2-3 5 0,3 1-7 0,1 1 3 16,2-1-4-16,1-3 1 0,2 1-5 0,0 0 3 15,4-1 1-15,0 0-9 0,-6 2 3 16,6-2-9-16,0 0-16 0,0 0-26 0,19-7-39 16,-7 3-49-16,-2-1-198 0,3-2-350 0,-1-1 155 0</inkml:trace>
  <inkml:trace contextRef="#ctx0" brushRef="#br0" timeOffset="16159.29">7853 1615 90 0,'0'0'380'0,"0"-3"-27"0,-1-2-22 0,1 5-24 16,0 0-31-16,0 0-27 0,-3-6-28 0,3 6-29 16,0 0-20-16,0 0-18 0,0 0-24 0,0 0-17 15,0 0-13-15,0 0-10 0,0 0-13 0,3 14-8 16,-2-5-5-16,3 3-6 0,-2 5-7 0,2 3 0 16,-1-1-14-16,1 6-2 0,-2 1 4 0,0-1-6 15,-1-6 0-15,-1 3-10 0,1-3 1 0,1 0 2 16,-4-2-8-16,4-1-5 0,-2-5 8 0,0-1-7 15,-2 2 0-15,2-7-1 0,0 2 1 0,-1-1 10 16,2-2-3-16,-1-4 13 0,0 0 31 0,0 7 50 16,0-5 52-16,0-2 38 0,0 0 20 0,0 0-7 15,0 0-17-15,-6-13-6 0,2 4-8 0,0-6-16 16,-2-11-17-16,0-4-21 0,-1-4-19 0,3-14-20 16,1-2-16-16,1-6-17 0,-2 5-12 0,8 2-3 15,-3 12-12-15,2 5-3 0,-3 1-3 0,1 2-1 16,3 2-6-16,-4 8-3 0,5 5-5 0,-4 2 1 15,0 0 0-15,1 6-5 0,-1-4-4 0,2 6-5 16,-1-2-11-16,2 0-20 0,1 1-20 0,4 2-21 16,4 0-22-16,4 1-29 0,4 4-17 0,7-1-34 15,3 1-49-15,-3 6-15 0,3 4-38 16,-2 0-35-16,-1 4-43 0,-1-1-67 0,-4 4-269 16,-2-1-747-16,0 2 331 0</inkml:trace>
  <inkml:trace contextRef="#ctx0" brushRef="#br0" timeOffset="16369.08">8037 2021 92 0,'-1'3'212'0,"1"-3"-9"0,-4 1 0 16,4-1-4-16,-5 4-10 0,5-4-12 0,0 0-8 15,0 0-14-15,0 0-14 0,13 2-17 0,-7-2-12 16,10-1-15-16,4-3-31 0,1 3-41 0,6-3-42 16,3-3-69-16,-1 1-85 0,-5-1-144 0,2-2-342 15,-4 1 151-15</inkml:trace>
  <inkml:trace contextRef="#ctx0" brushRef="#br0" timeOffset="16793.07">7878 1784 10 0,'0'0'233'0,"0"0"-6"0,-4 1-16 0,4-1-6 16,0 0-16-16,0 0-11 0,-4 2-16 0,4-2-14 16,0 0-14-16,0 0-9 0,0 0-9 0,0 0-6 15,0 0-6-15,0 0-8 0,0 0-13 0,0 0 6 16,0 0-5-16,24 0-4 0,-5-1-6 0,10-1-12 15,3-1-1-15,7 3-12 0,-3-1-2 0,3-4-5 16,-1 4-4-16,-2-4-2 0,-2 4-2 0,-1 0-4 16,-4-3-6-16,-7 4-1 0,-4-5-1 0,-4 5-11 15,-1-2 8-15,-2 2 3 0,-1-1-2 0,-5 1-5 16,1-2 5-16,-1 1-9 0,-5 1-28 0,7-1-57 16,-7 1-61-16,0 0-87 0,-18-7-244 0,11 6-506 15,-6-3 224-15</inkml:trace>
  <inkml:trace contextRef="#ctx0" brushRef="#br0" timeOffset="19458.98">9504 1760 63 0,'0'0'196'0,"0"-5"-2"0,0 1-4 0,0-1 8 15,0 5 6-15,-3-10-5 0,3 5 1 0,0 1-9 16,3 1-3-16,-6-2-9 0,3 5-6 0,3-6-9 16,-6 3-9-16,6 0-15 0,-3 3-11 0,0 0-18 15,0 0-12-15,0-6-17 0,0 6-16 16,0 0-19-16,0 0-22 0,0 0-9 0,0 0-3 0,1 13 1 15,2-1-1-15,-2 3-2 0,-1 4 1 0,-1 2 1 16,1 2-1-16,0-3-4 0,1 1 0 0,-1-3-2 16,0 0 10-16,4 2-12 0,-4-7 4 0,1 0-4 15,-1-4 1-15,5 1 3 0,-5-3-4 16,0-1 5-16,3-1 1 0,-2 1 7 0,-1-5 2 16,0-1 4-16,0 0 0 0,13-3 2 0,-4-6-5 15,1 1 10-15,-1-4-15 0,3-2 2 0,-1-1-1 16,2-1-4-16,5-7-1 0,-3 2 1 0,4-1-4 0,-8 6-1 15,1 3 0-15,-3 3 0 0,-4 1-6 0,3 1-2 16,-2 3 1-16,-1 1-4 0,-1-1 0 16,1 3-7-16,-2 1 4 0,-3 1-2 0,14 3 0 15,-9 2 0-15,3 2 1 0,1 1 3 0,2 3-1 16,1 3 4-16,-2 2-4 0,3-4 2 0,0 3 0 16,1-1 3-16,0-2-1 0,1 1 2 0,2 0 1 15,-1-3-1-15,-7-3 1 0,10 2 6 0,-2-2-3 16,2-3 2-16,0 0 0 0,3-4 5 0,-4-2-7 15,0 0 12-15,-2-3-5 0,2-2 0 0,-4-3 6 16,0-1 14-16,-3-3 0 0,0 0 5 0,-1-5 1 16,-5-5-3-16,1 1-3 0,-4-4-7 0,-2-2-3 15,0 3-4-15,-6 1-3 0,-4 0-2 0,3-1-3 16,-2 8-13-16,-2 0 2 0,-10 0-8 0,0 1-9 16,-6 5-12-16,0 0-11 0,-4 7-18 0,-1 1-16 15,2 3-25-15,2 2-30 0,6 1-36 0,0 2-36 16,5 3-28-16,5 1-53 0,0 1-149 0,5-1-469 15,0 1 208-15</inkml:trace>
  <inkml:trace contextRef="#ctx0" brushRef="#br0" timeOffset="19825">10333 1717 330 0,'0'-3'330'0,"0"3"-11"0,2-9-4 15,-2 9-15-15,-2-5-11 0,2 5-16 16,2-7-16-16,-2 7-24 0,0 0-27 0,0 0-20 16,3-5-23-16,-3 5-17 0,0 0-16 0,0 0-5 15,0 0-25-15,0 0-13 0,0-4-20 0,0 4-9 16,0 0-18-16,0 0 1 0,0 0-5 0,4 12-21 0,0-6 1 15,-4 5-4-15,3 0-2 0,-1 5-1 0,2 1-2 16,-3-1 1-16,2 2 1 0,0-1-2 16,0 1-4-16,2-4 5 0,-1-2 2 0,-3 0-2 15,2-1 0-15,-2-1 3 0,3-2-8 0,-4-3 3 16,0 2 11-16,3-2-16 0,-3-5 1 0,1 7 3 16,-1-7-2-16,0 5 10 0,0-5 1 0,0 0-7 15,0 0-48-15,0 0-58 0,0 0-67 0,0-21-59 16,0 5-83-16,0-2-260 0,0-11-614 0,1-5 271 15</inkml:trace>
  <inkml:trace contextRef="#ctx0" brushRef="#br0" timeOffset="19971.02">10434 1358 106 0,'-2'-2'309'0,"-1"-4"-32"0,2 3-26 0,1 3-35 15,-4-3-18-15,4 3-23 0,0 0-18 0,-2-3-32 16,2 3-33-16,0 0-36 0,0 0-15 0,0 0-34 15,0 0-26-15,7 9-38 0,-2-3-43 0,-1 1-54 16,1 1-126-16,3 0-304 0,1 1 135 0</inkml:trace>
  <inkml:trace contextRef="#ctx0" brushRef="#br0" timeOffset="20325.41">10783 1388 222 0,'0'-10'343'0,"-2"3"-9"15,2 0-9-15,-2 2-18 0,2-2-17 16,-1 2-15-16,-2 0-29 0,3 5-36 0,0-8-25 16,0 8-17-16,0 0-21 0,0-6-22 0,0 6-40 15,0 0-21-15,0 0-3 0,0 0-9 0,3 26-5 16,-2-7-7-16,-1 10 0 0,2 5-8 0,0 13 0 15,-2 1-5-15,-2 0-4 0,4-14 5 0,-6 12-6 16,6-13-3-16,0-2-1 0,-2-2 3 0,1-1-8 16,-1-4 3-16,-1-5-2 0,5-2-5 0,-4-6 5 15,5 0 0-15,-5-4-5 0,1-1 4 0,-2-1-1 16,2-1 5-16,-1-4-3 0,-1 9-1 0,1-9 3 16,1 5-5-16,-1-5-6 0,0 0-6 0,0 0-18 15,0 5-27-15,0-5-66 0,0 0-85 0,0 0-72 16,1-22-287-16,-2 10-602 0,1-2 267 0</inkml:trace>
  <inkml:trace contextRef="#ctx0" brushRef="#br0" timeOffset="20567.02">10568 1645 5 0,'-6'0'195'15,"6"0"-17"-15,-10 0-9 0,10 0-13 0,-9 1-12 16,9-1-5-16,-6-1-14 0,6 1-8 0,0 0-8 15,0 0-2-15,0 0-5 0,0 0-1 0,17 5-6 16,5-5-6-16,10-1-17 0,5-1-1 16,3 1-7-16,11-1-4 0,-12-3-10 0,14-4-3 15,-20 9-4-15,-1-3-4 0,-1 0-2 0,-10 2-7 0,-1-2-2 16,-3 3 0-16,-4-2-4 0,-5 2-4 0,2-1-12 16,-5 1-13-16,0-3-15 0,-5 3-24 0,0 0-31 15,0 0-18-15,0 0-29 0,-10-8-15 16,0 7-23-16,-2-1-140 0,2 0-324 0,-1-3 144 15</inkml:trace>
  <inkml:trace contextRef="#ctx0" brushRef="#br0" timeOffset="20976.32">11164 1388 2017 0,'0'-7'252'0,"1"2"-10"0,-1-3 0 0,-1 2-11 16,1 0-25-16,0 0-21 0,0 6-38 0,0-8-16 16,0 5-27-16,0 3-18 0,0-7-8 0,0 7-10 15,0-2-18-15,0 2-15 0,0 0-15 0,0 0-2 16,0 0 3-16,2 14-9 0,1 1 4 0,-2 4-13 16,2 8 8-16,-1 2 1 0,1 2-3 0,-2 3 1 15,1 1-1-15,-2 0 2 0,-3 10 1 0,3-12-5 16,-1 0 7-16,1-4-5 0,-3 0 0 0,4-11-1 15,-1-1 1-15,0-6-2 0,0-1 2 0,-1-3 11 16,1 0-3-16,0-2 7 0,0 1 28 0,0-4 49 16,1 1 38-16,-1-3 15 0,0 0-14 0,0 0-16 15,13-11-13-15,-4 0-13 0,1-5-10 16,8-3-12-16,-4 4-9 0,3 2-5 0,-4 3-11 0,-2-2-8 16,-3 4-4-16,-3 1-1 0,0 3-11 0,3 2-6 15,-2-1-11-15,-1 2-18 0,3 2-27 0,1 2-7 16,1 2-9-16,0 2-16 0,3 2-11 0,2 4-17 15,-2 1-37-15,2 0-51 0,-2 3-53 16,3-1-79-16,-1-1-105 0,-4-2-272 0,-2-8-750 16,3 0 333-16</inkml:trace>
  <inkml:trace contextRef="#ctx0" brushRef="#br0" timeOffset="22291.98">12770 1613 253 0,'0'0'254'0,"0"0"-13"16,-14-5-18-16,14 5-18 0,0 0-21 0,0 0-17 15,0 0-20-15,0 0-14 0,0 0-15 0,0 0-11 16,0 0-14-16,0 0-9 0,0 0-12 0,0 0-9 0,0 0-12 15,0 0-6-15,0 0-5 0,0 0-3 0,0 0-8 16,14 6 2-16,-14-6-5 0,13 0 0 16,-4 0-6-16,5-1-1 0,-3 0-5 0,2-1 6 15,-1-1-10-15,1 1 3 0,1-5-2 0,-3 5-1 16,3-4-1-16,-4 0 1 0,4 1-1 0,-6-2 1 16,0-1-1-16,-2 6 8 0,-2-5 8 0,2 3 6 15,-5-1-1-15,2 0 2 0,-3 2-9 0,0-4 0 16,-3 4-3-16,0-1-5 0,-4 3 4 0,-3-4-14 15,-1 4 6-15,-7 0-6 0,0 3 2 0,-1-2-3 16,-3 5 1-16,2-2-5 0,-11 6 1 0,5 1-3 16,2 2 3-16,-3 4 0 0,-1 0-2 0,5 5 0 15,1-1-2-15,3 3 4 0,-1 4-4 0,7 3 1 16,-1-2 0-16,6 2 2 0,-1 1 0 0,5-1 4 16,4-2-4-16,4-1 3 0,5-1-2 0,4-2 4 15,10-2-2-15,4-2-1 0,5-4-1 0,4-1 4 16,16-3-3-16,4-4 2 0,3-5-3 0,1-2 2 15,0-1 2-15,4-6-3 0,-3-2-1 0,1-1 0 16,-5-4 3-16,-1-2-5 0,-3-3 4 0,-1-2-1 16,-1 0 0-16,-7-4 0 0,-11 6 2 0,-2-4-1 15,-2-1-2-15,-3 0 1 0,-5 0 5 0,-4 3 12 16,-6 4 15-16,-3 2 6 0,-4 2-6 0,-3-1-5 16,-1 1-5-16,-1 3-1 0,-3 0-8 0,-5 1-1 15,-5 0-6-15,-3 4 1 0,-3 2-4 0,-3 2-2 16,-8 4 1-16,1 3 1 0,0 1-5 0,1 4 4 15,3 0-6-15,2 4 1 0,-2 1-1 0,7 2 4 16,1 1-6-16,6-5 4 0,4 2-9 0,0 0-7 16,4 0 1-16,3-5 1 0,1 0-4 0,3 0 0 15,3-2 5-15,2-1 3 0,8-1 1 16,1-1 4-16,3-6-4 0,11 2 6 0,1-6-3 16,0 2 4-16,0-9-1 0,-1 3 2 0,-3-5-2 0,-3 0 6 15,2-5 3-15,-5 2-5 0,-4-5-4 0,-3-1 4 16,-1-5-7-16,-5 1-8 0,-5 0-1 0,1 0-5 15,-5 0-5-15,-5 5 5 0,0 3-5 0,-3-2 4 16,-1 4 4-16,-5 1-4 0,0 3-1 16,-5 3-4-16,2 1 1 0,-2 1-8 0,-4 5-1 15,0 1-11-15,4 0-12 0,-1 0-20 0,4 4-23 16,1 4-14-16,2-4-27 0,3 4-21 0,5 1-28 0,0 1-149 16,2-1-368-16,3-1 163 0</inkml:trace>
  <inkml:trace contextRef="#ctx0" brushRef="#br0" timeOffset="22791.67">13833 1573 157 0,'1'-6'363'0,"2"2"-25"15,-3 4-30-15,1-8-19 0,2 5-28 0,-3 3-24 16,1-7-25-16,-1 7-25 0,2-5-11 0,-2 5-35 15,0 0-17-15,0 0-16 0,0 0-14 0,0 0-8 16,0 0-17-16,7 16 0 0,-3-5-8 0,-3 6-7 16,3 0-4-16,1 2-5 0,-5 7-2 0,0 1-9 15,4 0-2-15,-3-1-6 0,2 0 11 0,-3-1-13 16,-3-7-7-16,3-1 0 0,3-3-3 0,-2-2-3 16,-1-4 2-16,0-2-1 0,0 0 1 0,0-1 4 15,0-5 3-15,0 8 32 0,0-5 38 0,0-3 41 16,0 0 15-16,0 0-11 0,0 0-17 0,9-11-11 15,1 0-5-15,1-1-12 0,-2-2-8 0,6-10-11 16,-1 0-7-16,0-1-5 0,1 3-11 0,-3 8-1 16,-3-1-7-16,-3 4-4 0,1 1-6 0,0 3-6 15,-2 1 1-15,-1 1-7 0,1 1-5 16,-3 1-13-16,-2 3-6 0,6-4-24 0,-6 4 0 16,0 0-19-16,15 7 18 0,-10 0-8 0,3 1 16 0,6 3-8 15,-4 2 4-15,1 2 1 0,1-1 9 0,-1 2-10 16,-1-2 4-16,-4-3 1 0,4 3 13 0,-3-4-3 15,-2-1 0-15,2-1-9 0,-1-4-5 0,-3 2-12 16,1-4 0-16,0 3 4 0,-4-5-1 16,4 5 11-16,-4-5 2 0,0 0 2 0,6 4 5 15,-6-4-13-15,0 0-2 0,5 2-41 0,-5-2-25 16,0 0-40-16,8-7-35 0,-8 7-47 0,7-10-44 0,-2 1-69 16,2-1-213-16,-3-4-587 0,5 1 260 0</inkml:trace>
  <inkml:trace contextRef="#ctx0" brushRef="#br0" timeOffset="23174.98">14637 1438 206 0,'-1'-3'262'0,"0"-1"-25"0,1 4-22 0,-2-4-25 16,2 4-18-16,-2-5-19 0,2 5-14 0,-3-3-10 15,3 3-21-15,0 0-10 0,0 0-12 0,-14 4-9 16,6 0-9-16,1 0-6 0,-2 4-3 0,-1-1-12 16,2 2 1-16,-2-1-11 0,0 6-1 0,-1-2-5 15,2 0 2-15,-1 4-9 0,5 0-2 0,1-4-2 16,0 5-5-16,4-2 2 0,0 4-1 0,4-2-2 16,1 0 4-16,4-3-5 0,0 3 0 0,0-4-2 15,4 1 2-15,0-1-5 0,0 0 0 0,0-3 0 16,2 4 2-16,-4-6-6 0,-2-2 3 0,-1-1-3 15,-3 1-13-15,0-4-9 0,0 2 1 0,-3 0 6 16,-2 0 6-16,0 0 1 0,0-4-2 0,-15 6 5 16,1-4-1-16,-5 3 3 0,0-2-2 0,-3 1 3 15,-1-2-1-15,-4 1-3 0,8 0 2 16,-12-1 5-16,10-1-4 0,0 0-1 0,2-1-16 16,5 1-13-16,1-1-22 0,2 2-34 0,11-2-36 0,-11-5-74 15,10 2-168-15,1 3-392 0,13-17 173 0</inkml:trace>
  <inkml:trace contextRef="#ctx0" brushRef="#br0" timeOffset="23541.69">14977 1337 2004 0,'-4'-21'164'0,"-5"3"117"0,4 1-16 0,-3 0-48 16,1 1-37-16,0 2-17 0,3 3-32 0,3 1 0 15,-3 5-20-15,3-2 6 0,1 2-16 0,-3 3-5 16,3 2-19-16,-1-11-13 0,-1 8-12 0,2 3-14 16,0 0-13-16,0 0-10 0,0 0 1 0,-3 19-3 15,3-2 3-15,0 6 0 0,5 5-4 0,-5 6-1 16,0-2 0-16,1 19-13 0,-1-1 16 0,3-4-3 16,-3 2-3-16,1-14 7 0,3 0-1 0,-3-2-2 15,2-1-5-15,1-2-2 0,-3-3 1 0,-1-6-2 16,3-3-11-16,-3-3 12 0,1-4 8 0,-1 0-8 15,1-3-13-15,-1 0-4 0,3-3 10 0,-6 2 2 16,3-6 3-16,-1 7 1 0,1-7 5 0,0 0-3 16,0 5-4-16,0-5-20 0,0 0-42 0,0 0-49 15,0 0-41-15,-4-22-44 0,0 12-29 0,3-2-26 16,-3-1-23-16,0 0-23 0,3-2-184 0,-2 2-518 16,-3-2 230-16</inkml:trace>
  <inkml:trace contextRef="#ctx0" brushRef="#br0" timeOffset="24608.03">14895 1666 855 0,'-7'-7'-25'0,"0"-2"30"16,-1 4 18-16,-1-1 17 0,1 2 13 0,-1-1 8 15,2 2 5-15,-2 0 1 0,-2-1 1 0,1 3 8 16,-3-1-5-16,3 0-1 0,1 1-2 0,1 0-5 16,8 1-11-16,-14 0-6 0,14 0 0 0,-12 0-9 0,12 0-1 15,0 0-10-15,-11 1 5 0,11-1-4 16,0 0 8-16,0 0 2 0,0 0-2 0,0 0 1 16,36 5-2-16,-8-4-4 0,9-2-1 0,14 1-7 15,4-4-2-15,4 2-1 0,1-3 0 0,1 2 2 16,-2-1-6-16,0-1-2 0,-4-1-4 0,-1 2 2 15,-2-1-5-15,-14 3 4 0,-5-4 0 0,-2 2 19 16,-12 2 11-16,0-2 22 0,-9 3 28 0,-1-4 25 16,0 5 26-16,-5-1 13 0,-4 1-11 0,9-4-9 15,-9 4-21-15,0-4-13 0,0 4-13 0,-14-3-10 16,0 0-11-16,-4 4-5 0,-5 1-3 0,1 1-6 16,2 1-14-16,-10 3 2 15,5 3-8-15,-2 1-4 0,4 2-2 0,-2 0-7 0,-1 0 1 0,13-2-4 16,-5 3-1-16,7 1-1 0,-1 0-2 0,-2-1-2 15,3 0-1-15,3 1-8 0,2-5-13 0,1-2 9 16,2 1 1-16,1-2 2 0,0-2-1 0,4-1 7 16,3 0 8-16,-5-4 0 0,17 0 3 0,-5-4 2 15,6 0 0-15,-1-4-1 0,4-2-3 0,-4-2-3 16,5-5 3-16,3 0 0 0,-3-2-4 0,-3 0 0 16,3-1-1-16,-7 5-5 0,-2-1 3 0,1 3-5 15,-3 2 7-15,-3 1-7 0,-1 3 9 0,-1 0-10 16,-1 3 12-16,-1-2-14 0,-2 3 5 0,2-1-9 15,-4 4-16-15,5-3-16 0,-5 3-30 0,0 0 5 16,0 0-2-16,0 0 16 0,0 0-10 16,7 16 1-16,-7-10 0 0,2 4 5 0,2 2-3 15,1-2-2-15,4 4 5 0,3 0-3 0,0-1-1 16,6-1-7-16,-1-1-4 0,2-1-4 0,5 0-1 0,-4-4 0 16,0-1 6-16,0-4 9 0,-2 2 6 0,1-3 9 15,-6-3 1-15,5-1 26 0,-5-1 23 16,-3-1 27-16,-1 0 31 0,0-2 24 0,-1 2 13 15,-2-3 12-15,-1-2 10 0,-1 0 6 0,0 0 7 16,-3 1 4-16,2 2-14 0,-3 2 7 0,1-1 0 16,2 2-5-16,-2 0-9 0,-1 1-17 0,0 4-11 15,2-8-10-15,-2 8-15 16,0 0-20-16,2-4-23 0,-2 4-31 0,0 0-17 0,0 0-1 0,0 0 5 16,0 0-2-16,-5 20 0 0,1-10 1 0,1 3 11 15,-2-1-18-15,4 5-4 0,-2-3-8 0,-1 3-5 16,-2-4-6-16,6 0 0 0,-1-5-5 0,-3 1 3 15,1-1 6-15,2-4 4 0,1 1 15 0,0-5 5 16,-4 7 18-16,4-7 26 0,0 0 6 0,0 0-19 16,0 0 13-16,0 0-1 0,26-16-7 0,-20 8 20 15,3-1-3-15,-1-3-6 0,1-3 2 0,1 0-4 16,0-1 2-16,-4 5-9 0,2 0-4 0,0 4 0 16,-2-3-5-16,2 3 0 0,-4 3-1 0,0-2-7 15,-4 6 3-15,5-5-16 0,-5 5-12 0,8-5-2 16,-8 5-4-16,0 0-5 0,17 9 12 0,-9-2-4 15,2-2 5-15,-1 3-1 0,7 2-4 0,1 1-15 16,4 2-10-16,-3-3-18 0,1 0 3 0,-2 1-7 16,2-5-8-16,0 0-6 0,-3 0 1 0,-2-3 1 15,-1-2 5-15,1-1 6 0,-1-1 11 16,-4-4 2-16,2-2 12 0,-2-1 20 0,-1-2 5 16,2-7 29-16,-2 2 14 0,-4-1 20 0,1-11 9 15,-1 9 18-15,0-9 5 0,-3-2 9 0,4-1 18 0,-1-1 0 16,-3-1 5-16,3 1-5 0,-5 1 9 0,3 0 6 15,-1 7 2-15,1 6 20 0,-2 4-2 0,0 2-15 16,1 5-10-16,-2-2-14 0,1 4-24 16,0-1-34-16,0 5-57 0,0 0-2 0,0 0-1 15,0 0 4-15,-4 26 2 0,0-9 1 0,-1 12 10 16,0 2 3-16,1 6 0 0,0 11 1 0,3-1 5 16,-3-11-7-16,0 10 6 0,4-11-2 0,3-3-26 15,-2-4-4-15,-1-2-14 0,3-9-1 0,-2 0-15 16,-1-6-20-16,0-1-14 0,1-2-5 0,2-4-3 15,-2 0 2-15,-1-4 1 0,0 6-46 0,0-6-92 16,0 0-116-16,0 0-210 0,4-23-612 0,0 7 271 16</inkml:trace>
  <inkml:trace contextRef="#ctx0" brushRef="#br0" timeOffset="24858.99">16130 1445 256 0,'-8'3'250'0,"8"-3"-22"0,-9 0-14 16,9 0-16-16,0 0 0 0,-10 4 7 0,10-4 7 16,0 0-3-16,27 4-20 0,5-4-12 0,8-1-22 15,24 3-15-15,30-6-17 0,-31 4-12 0,35-1-11 16,-34 0-11-16,-2-2 1 0,-7 0-16 0,0 2-12 16,-17-2 4-16,-2 0-13 0,-6 3-4 0,-10-3 0 15,-6 3-4-15,-4-1-7 0,2 1 2 16,-2-3-7-16,-2 3-12 0,-8 0-19 0,0 0-32 15,0 0-26-15,0 0-39 0,0 0-42 0,0 0-46 16,-48 0-73-16,29 0-231 0,1 3-527 0,9-3 233 16</inkml:trace>
  <inkml:trace contextRef="#ctx0" brushRef="#br0" timeOffset="25724.09">18179 1310 17 0,'0'0'242'0,"0"0"-13"0,-4-3-20 0,4 3-10 15,0 0-17-15,0 0 13 0,0 0-18 0,0 0-20 16,0 0-19-16,0 0-14 0,0 0-15 0,0 0-7 15,0 0-14-15,0 0-7 0,0 0-14 0,0 0-1 16,0 0-7-16,0 0-3 0,22 3-12 0,-8-3-3 16,-1 0-9-16,5-2-14 0,1-3 2 0,-2 3-1 15,3-3-12-15,-1 2 4 0,0-4-8 0,0 0-3 16,-2 0 4-16,1-1-7 0,-4-1 8 0,0 0-3 16,-5 1 4-16,0 0 6 0,0-1 4 0,-4 1 15 15,-1-1-2-15,0 0 5 0,-4 3-7 16,1-3-1-16,-2 6-5 0,-2-4-4 0,-2 1 0 15,-3 2-6-15,-3 2-14 0,-6 1 11 0,-4 2-1 16,0 4-3-16,-9-1-3 0,1 9-10 0,-4-2 7 0,1 4 2 16,0 0 1-16,-1 6-7 0,4 1 0 0,-6 12 3 15,1 2-3-15,4 6 3 0,5-1-2 16,3 5 4-16,5-14-1 0,7 1 2 0,1 12 3 16,9-13-2-16,1 0 4 0,7 1-1 0,5-6 3 15,4 0 4-15,4-5 3 0,5 0 3 0,3-6-1 16,3-1 6-16,5-5-8 0,13 0-16 0,1-5-30 15,3-5-54-15,-2-4-58 0,-1-4-100 0,2-2-178 16,-15-3-456-16,9-3 202 0</inkml:trace>
  <inkml:trace contextRef="#ctx0" brushRef="#br0" timeOffset="26207.03">18919 1542 244 0,'0'0'275'0,"-4"-7"-13"16,4 2-23-16,0 5-24 0,-5-7-14 0,5 7-24 15,-1-6-19-15,1 6-13 0,-4-3-16 0,4 3-17 0,-5-3-14 16,5 3-13-16,-9-2-7 0,9 2-14 16,0 0-3-16,-23 5-8 0,10 2-3 0,3 0-10 15,-8 3-5-15,3 2-4 0,-2-2-4 0,0 4-2 16,3 1-5-16,-2 6-5 0,-2-1-1 0,6-4 2 16,4 1-2-16,-1 1-4 0,2 1 3 0,3-2-2 15,-1 0 0-15,5-3 0 0,3 2-6 0,-1-3 15 16,2-3-1-16,1 0 5 0,4-3 7 0,8 1 5 15,0-4 5-15,3-1 0 0,0-6-3 0,2-1 2 16,6-5 5-16,-9 3 12 0,2-5 14 0,1-3-18 16,-6 2 29-16,-3-2 2 0,0-2-2 0,0-7-12 15,-3 0-11-15,-4-3-8 0,-1-2-10 0,-2 0 0 16,-3 2-8-16,-2 7-4 0,-3-5-10 0,0 9-5 16,-4-3-10-16,2 5-16 0,-2 4-19 0,-4-4-28 15,0 10-27-15,-6-6-28 0,2 7-30 0,-2-1-29 16,2 7-29-16,6 0-39 0,-2 3-261 0,3-2-542 15,5 1 240-15</inkml:trace>
  <inkml:trace contextRef="#ctx0" brushRef="#br0" timeOffset="26657.78">19305 1664 18 0,'0'0'265'16,"0"0"-16"-16,0 0-17 0,0 0-26 0,0 0-18 15,18-1-18-15,0-1-15 0,3-5-22 0,10 3-7 16,1-2-13-16,1-2-14 0,-1-1-9 0,4 0-9 16,-4-3-7-16,0 0-4 0,0-1-11 0,-3-4-4 15,-2 4-6-15,-3-4-5 0,-1 1 12 0,-3-5 8 16,-5 6 1-16,-5 0 10 0,0-1 7 0,-6 6 0 15,-4-1 5-15,4-2-6 0,-5 2-9 0,-2 1-5 16,-3 2-11-16,-3 0-13 0,-3 2 2 0,-7 3-11 16,1 0-7-16,-9 4-3 0,-1 4-4 0,1 5-5 15,1 3-6-15,-1 4 3 0,3-1-3 0,-1 2 1 16,5 6-1-16,3 1-14 0,3 1 13 0,1 2-14 16,8-2 17-16,4-1 0 0,1 1 1 0,5-5 0 15,7 0 4-15,4 2 3 0,3-6-2 16,7 2 7-16,-1-5-4 0,6-2 15 0,2-4 7 0,3-3-20 15,-4 0 16-15,0-3-10 0,-4 0 22 0,-6-4 14 16,-4 4 24-16,-4-4 5 0,-4 1 11 0,-2 1 6 16,-1-1 4-16,-7 1-8 0,11-1-14 0,-11 1-12 15,7-3-27-15,-3-1-68 0,-4 4-64 16,3-7-83-16,-3 7-95 0,-3-7-126 0,1 0-264 16,-2-1-702-16,1-1 311 0</inkml:trace>
  <inkml:trace contextRef="#ctx0" brushRef="#br0" timeOffset="27357.04">20368 1308 140 0,'0'-13'239'15,"5"-4"-1"-15,-2 1 21 0,2 0-15 0,-4 5-6 0,4 2 0 16,-5-1-16-16,4 5-10 0,-4-2-21 0,0 2-16 16,0 1-22-16,0 1-25 0,0 3-16 0,1-7-32 15,-1 7-15-15,0 0-13 0,0 0-3 0,-2 24-8 16,-1-7-7-16,-2 12 0 0,3 6-6 0,-5 14 1 15,3 5 1-15,3 1-4 0,-3 3 5 0,4-2-5 16,4 0-2-16,-3-4-6 0,6 0 2 16,-6-5-15-16,2-12 17 0,-1-1-5 0,3-3 4 15,-2 1-6-15,-2-8 1 0,4-4 0 0,-5-3-2 0,0-1 0 16,0-6-11-16,0 2 11 0,0-5 5 0,-1 0-1 16,-3-2 4-16,4 0 2 0,0-5 8 0,-9 7 2 15,3-4-5-15,-6-1-3 0,-2-2-3 16,1 3 2-16,-6-4-4 0,6-1-1 0,-7 0-20 15,7-1-20-15,1-1-32 0,0 1-34 0,2-2-36 16,2-1-57-16,3-2-88 0,-4-1-250 0,9-4-560 16,4-4 248-16</inkml:trace>
  <inkml:trace contextRef="#ctx0" brushRef="#br0" timeOffset="27547.02">20200 1646 262 0,'-11'0'270'15,"11"0"-25"-15,-9-1-25 0,9 1-16 0,0 0-23 16,0 0-19-16,0 0-17 0,33-6-31 0,-3 4-31 16,3 0-48-16,4-3-60 0,17-2-93 0,-21 2-179 15,4-3-321-15,-1-6 142 0</inkml:trace>
  <inkml:trace contextRef="#ctx0" brushRef="#br0" timeOffset="27940.03">20891 1189 329 0,'-4'-9'332'0,"3"4"-6"15,1-3-23-15,-2 4-20 0,1 1-22 0,0-1-26 16,1-1-20-16,0 5-24 0,-2-5-15 0,2 5-26 16,0 0-14-16,-1-2-24 0,1 2-21 0,0 0-27 15,0 0-10-15,0 0-4 0,-2 16-9 0,-2 1-6 16,0 0-7-16,2 10 5 0,-5 7-5 0,1 12 1 16,-2 9 0-16,3-5-4 0,0 7 4 0,0-2-4 15,2-1-3-15,2 2 1 0,2-8-4 0,3 3 1 16,-1-18-17-16,-1 3 13 0,3-2 1 0,-2-4-3 15,-3-2-3-15,1-9 1 0,2 1 2 0,-3-8-4 16,0 0 0-16,0-2-2 0,0-1 4 0,0-3 3 16,0-1 4-16,0 1 12 0,0-6 10 0,0 6 13 15,0-6 2-15,-7 4-7 0,7-4-5 16,-14 0-4-16,4-1-2 0,-3-3-10 0,-1 2-7 16,0-3-30-16,-3 0-29 0,0-2-34 0,6 2-29 15,-4-6-42-15,5 5-46 0,2-3-51 0,0-2-70 0,2 0-217 16,2 1-568-16,0-6 251 0</inkml:trace>
  <inkml:trace contextRef="#ctx0" brushRef="#br0" timeOffset="28171.21">20615 1605 200 0,'0'0'249'16,"0"0"-20"-16,0 0-17 0,-8-2-16 0,8 2-20 15,0 0-15-15,0 0-28 0,0 0 0 0,26-2-16 16,-7 2-12-16,12 0-11 0,5-3-10 0,4 3-14 16,11-2-46-16,3 2-56 0,-4-6-75 0,-14 5-234 15,3-3-370-15,-3 0 165 0</inkml:trace>
  <inkml:trace contextRef="#ctx0" brushRef="#br0" timeOffset="28490.02">21287 1513 174 0,'0'0'416'16,"-5"-7"-13"-16,5 7-28 0,0 0-28 0,-3-6-25 15,3 6-28-15,0 0-43 0,0 0-17 0,0 0-19 16,0 0-39-16,0 0-20 0,0 0-11 0,0 0-30 16,0 0-5-16,0 0-11 0,0 0-12 0,0 0-14 15,-1 23-5-15,1-15-15 0,1 6 3 0,2 3 0 16,1 1-12-16,-3 0-5 0,-1 8-2 0,1-1-2 16,-1-6-7-16,2 1-3 0,-2-1-1 0,2 0 3 15,2-2-7-15,0-2 0 0,-3-3-21 0,0-1-35 16,-1-6-9-16,1 3-16 0,-1-3-12 0,0-1 2 15,0-4 0-15,0 8 7 0,0-8-12 0,0 0-53 16,0 0-79-16,0 0-69 0,-3-22-292 0,-1 11-617 16,0-7 274-16</inkml:trace>
  <inkml:trace contextRef="#ctx0" brushRef="#br0" timeOffset="28629.06">21357 1285 22 0,'0'-4'348'0,"0"-1"-23"15,-1 1-34-15,1 4-28 0,-3-8-20 16,3 8-29-16,3-4-27 0,-3 4-29 0,0-4-41 16,0 4-44-16,0 0-42 0,0 0-38 0,0 0-64 0,0 0-74 15,15 13-197-15,-8-10-370 0,-2 2 164 16</inkml:trace>
  <inkml:trace contextRef="#ctx0" brushRef="#br0" timeOffset="29040.03">21649 1512 54 0,'0'0'223'0,"0"0"-19"15,0 0-11-15,0 0-20 0,0 0-17 16,0 0-19-16,0 0-16 0,25-1-7 0,-11-1-16 0,0-1-12 15,3-3-16-15,-2 5-7 0,-1-4-10 0,-1 0-4 16,2-4-10-16,-2 3-9 0,-3 0 7 0,1-6-6 16,-1 7-3-16,-4-5 1 0,-1 4 12 0,-1 1-5 15,-1-3-1-15,-3 3-1 0,2 1-6 16,-2-3-4-16,0 7 0 0,-7-8-7 0,1 7 2 16,-3 0-6-16,-5 2-2 0,-1 3-1 0,-5 4 2 15,-6 2-3-15,1 5-4 0,-1 2 1 0,0 1-2 16,0 4-7-16,1-1 4 0,2 5-3 0,3-2 9 15,2 2-5-15,0-1-3 0,3-1 3 0,3 1 3 0,2 1-3 16,4-1 2-16,3-7 9 0,4 2-5 16,6-2 0-16,3 0 2 0,7 1 2 0,7-2 3 15,4-3-1-15,5-4-3 0,4 0 1 0,14-4-14 16,2 0-28-16,-16-6-39 0,1-2-54 0,3-5-69 16,-8 2-145-16,7-9-365 0,-6 1 162 0</inkml:trace>
  <inkml:trace contextRef="#ctx0" brushRef="#br0" timeOffset="29323.89">22116 1523 252 0,'-1'-11'319'0,"-4"-1"-5"0,2 4-3 0,2 1 10 15,-3 2-14-15,4 5-10 0,-4-10-21 0,4 10-21 16,0-8-35-16,0 8-24 0,0 0-23 0,0-7-28 16,0 7-4-16,0 0-22 0,0 0-12 0,0 0-19 15,0 0-10-15,0 0-8 0,0 0-10 0,0 0-6 16,-5 19-9-16,3-11-6 0,0 5-3 0,1 3-1 15,-4 3-5-15,5-2-2 0,0 3 1 0,-4-2-2 16,4 2-9-16,0 5 7 0,-4-8-12 16,6 0 5-16,-2 0-4 0,2-5-3 0,-4 0 5 15,2-3 3-15,2 1-10 0,-6-3-6 0,3 0-4 0,1-7-12 16,0 10-7-16,0-7 0 0,0-3 6 0,0 0 6 16,0 0 0-16,-3 5 0 0,3-5-53 0,0 0-52 15,0 0-56-15,-1-22-53 0,-1 5-61 16,-5-7-314-16,5-3-646 0,0-3 286 0</inkml:trace>
  <inkml:trace contextRef="#ctx0" brushRef="#br0" timeOffset="29454.99">22106 1255 154 0,'1'-5'344'0,"-1"5"-16"0,-4-8-23 0,4 8-26 16,0-7-33-16,0 7-34 0,0 0-10 0,0 0-22 15,0-5-29-15,0 5-40 0,3-4-49 0,-3 4-31 16,0 0-35-16,0 0-47 0,0 0-58 0,19 9-86 15,-14-5-180-15,4 2-406 0,1-1 181 0</inkml:trace>
  <inkml:trace contextRef="#ctx0" brushRef="#br0" timeOffset="30957.03">22350 1746 307 0,'0'2'302'15,"0"-2"-16"-15,0 0-24 0,0 0-31 16,0 0-22-16,0 0-17 0,23-7-26 0,-10 4-25 16,6-4-4-16,8-1-11 0,-7 2-22 0,8-6-19 15,-1-1-12-15,0 0-17 0,0 0-10 0,0-3-9 16,-6 0-4-16,2-1-10 0,-2-2 0 0,-1 1-5 15,-7 2 1-15,0 0-5 0,-3 3 3 0,-3-4 4 16,-4 0 4-16,2 2-2 0,-5 4 3 0,0 1-2 16,-1 0-2-16,-4 0-12 0,-3 0 7 0,1 4 1 15,-4-1-3-15,1 2-4 0,-8 0-4 0,0 0 0 16,-2 4-4-16,2 2 0 0,-5 1-6 0,3 1 4 16,-7 2-4-16,5 9 7 0,2-4-5 0,4 4 0 15,1-2 1-15,1 1 0 0,1 3 2 0,3 0-3 16,1 1 1-16,0 2-6 0,7-3-10 0,-1 5-9 15,6-1-17-15,2-1-6 0,3-1-4 0,9 4-6 16,6-2-20-16,5-4-9 0,3-6-22 0,2-1-12 16,2 1-23-16,-1-8-25 0,3 1-8 0,0-2 9 15,-1-5 20-15,-3-1 18 0,-2-2 27 0,-3-5 48 16,-1-3 44-16,-6-1 38 0,-1-1 39 0,-2-6 34 16,-7 5 20-16,3-6 13 0,-5-3 11 0,4 0 13 15,-5 1 20-15,-1-1 7 0,1 3 26 0,-4 0-1 16,-3 7 6-16,2 1 0 0,-2 6-11 0,-1-1-3 15,1 4-11-15,-2 0-22 0,2 2-21 0,-1-2-23 16,0 4-16-16,0 3-25 0,0 0-43 0,0 0-45 16,0 0 1-16,0 0 7 0,0 0-6 0,-5 18 6 15,1-7-6-15,4 10 2 0,-5 4 2 0,1 4 1 16,-1-2 0-16,-1 3-15 0,-1-1-9 0,4-2-12 16,0 1 1-16,-1-10-1 0,4 0 0 0,-2-2-5 15,0-3 8-15,2-5-6 0,0-1 12 16,0-3 4-16,-4 2 30 0,7-1 25 0,-3-5 31 15,1 5 35-15,-1-5-14 0,0 0-8 0,8-13-12 16,-7 6-3-16,4-4-7 0,3-3-21 0,2-1 8 0,-2-4-5 16,2-5-1-16,3-2-16 0,-3 2-1 0,3 2-1 15,-4 4-21-15,-1 1 15 0,-1 3-6 0,0 1 0 16,-5 4-1-16,3 2-6 0,-1 3-6 16,-1-2-9-16,1 3-18 0,-2-1-24 0,-2 4-35 15,0 0 18-15,0 0 1 0,0 0 10 0,17 14-2 16,-11-3 13-16,3 1-8 0,6 2-8 0,-2 1-14 15,6 6-9-15,-2-1-8 0,6-3-12 0,-8-3-4 0,7 1-7 16,-3-3 3-16,0-3 3 0,-3-1 1 16,-2-7 12-16,-1 0 15 0,-2-1 5 0,4-1 18 15,-6-5 13-15,0-1 24 0,3-8 14 0,-6 1 26 16,1-3 19-16,-4-3 13 0,2 1 17 0,-1-10 8 16,-4 2 13-16,2-2 14 0,0 0-4 0,-2-2 15 15,0-1-3-15,0-2-4 0,0 2 3 0,1 1 14 16,3 2 2-16,-4 3 2 0,4 5-5 0,-4 3-3 15,0 6-4-15,0 3-11 0,0 1-10 0,0 3-11 16,0-2-16-16,0 5-37 0,1-3-38 0,-1 5-55 16,0 0 2-16,0 0 3 0,0 0 3 0,4 22 5 15,-4-3 4-15,0 5 12 0,0 6 10 0,0 1-2 16,0 3-6-16,0 2 11 0,0 12-4 0,3-4 24 16,-2-10-1-16,5 0 4 0,-2-1-2 0,1 1-15 15,-1-9 4-15,3-4-25 0,-5-4 16 0,2 2-2 16,0-7 0-16,-2-2-5 0,0-2 3 0,0-1 8 15,-2-2-5-15,0 0 19 0,0-5 24 0,3 7 33 16,-3-7 9-16,0 0-14 0,0 0-5 0,0 0-9 16,-8-15-3-16,2 3-12 0,-2-2-13 0,-1-3-24 15,-6-4-14-15,-4-2-24 0,-2-1-1 0,-4 0-11 16,0 0 17-16,0 3 7 0,-1 1 7 0,1 5 4 16,2-2-5-16,0 3 9 0,6 4 8 0,-1 1-1 15,7 1 0-15,2 3 4 0,1 0 6 16,0 2 4-16,4-1-3 0,1 0 12 0,3 4-8 15,-4-4-2-15,4 4-7 0,11-4-5 0,3 4-5 16,12-3-12-16,6 3 7 0,5-5-8 0,14 5-12 16,3-2-4-16,-15 2-3 0,19-2-2 0,-2-1 4 15,0-4 2-15,3 3 10 0,-4 0 0 0,-4-5 5 16,3 2 1-16,-16 4 9 0,-1-6 1 0,-9-1 13 16,0 5 22-16,-10-2 18 0,0 1 13 0,-8 2 9 15,1-1 12-15,-4 1 14 0,0 0-3 0,-2 0 7 16,1 4-1-16,-6 0-7 0,7-4-4 0,-4 2-8 15,-3 2-9-15,0 0-7 0,7-3-18 0,-7 3 4 16,0 0-16-16,0 0 2 0,0 0-10 0,0 0 11 16,0 0-2-16,0 0-2 0,0 0-16 0,-19 9 17 15,19-9-1-15,-11 4 0 0,5-1-6 0,-2 1 8 16,-2 1-12-16,1 0 10 0,-5 1-4 0,3-1 1 16,-6 5-1-16,2-2-2 0,-2 5-6 0,0 1 5 15,-3 1 0-15,-2 2-1 0,8-3-2 0,-2 7-2 16,3-5 3-16,-4 6 2 0,6 0 3 0,3-4-3 15,2 2 1-15,-1-2 0 0,6 1-1 0,1 2 7 16,8 3-5-16,-2-6 4 0,6 6 1 0,4-3-2 16,2 1 2-16,5-4-2 0,1 0 6 15,3 0 0-15,1-3-5 0,0 1 4 0,-2-6 5 16,-7-1-12-16,-6-4-1 0,-2 2 4 0,-2-3-14 16,-2 0 7-16,0-2 7 0,-2 1-4 0,-1-1-6 15,-4-2 0-15,0 0-10 0,-28 6-8 0,-4-5-48 0,-6 3-72 16,-21-6-102-16,-8 0-293 0,-22 0-581 0,29-8 258 15</inkml:trace>
  <inkml:trace contextRef="#ctx0" brushRef="#br0" timeOffset="32190.16">4495 2806 18 0,'19'0'85'15,"13"-1"0"-15,6-3 5 0,20-1 8 0,7 1-3 16,40-6 0-16,9 0 8 0,10-4 3 0,7 3 7 15,8-4-1-15,6 1-6 0,3 1 4 0,8 0 1 16,0 1-11-16,-4-4-10 0,-6 6-9 0,-5-1-9 16,-9-1-3-16,-8 2-6 0,-4 2-9 15,-9 0-2-15,-10 3-8 0,-34 0 3 0,-3 1-11 16,-3 4 4-16,-6-3-9 0,-18 3-6 0,-1 2-2 0,-11-1-6 16,-3 0-20-16,-8 0-46 0,-4-1-25 0,-1 5-6 15,-5-3-17-15,0 0-29 0,-4 1-165 0,0-3-315 16,0 0 141-16</inkml:trace>
  <inkml:trace contextRef="#ctx0" brushRef="#br0" timeOffset="32760">10216 2578 8 0,'0'0'203'15,"-5"2"-16"-15,5-2-21 0,0 0-19 0,-8 1-7 16,8-1-17-16,-4 2-6 0,4-2-18 0,0 0-9 16,0 0-12-16,0 0-6 0,13 4-4 0,0-3-9 15,5-1-6-15,10 2-5 0,9 0-1 0,19-1-6 16,8 1 0-16,30-5-9 0,6 2 0 0,2-2 1 16,12 3 6-16,7-3-3 0,9 3-1 0,6-4 2 15,-2 1-8-15,3 5 3 0,-7-6-6 0,-3 6 1 16,-3-6-2-16,-3 1-3 0,-11 2-1 0,-4 0 10 15,-10-3 4-15,-31 2 0 0,0-4 4 0,-6 4-9 16,-3 1 0-16,-16-1-4 0,-2 2-1 0,-6-3-9 16,-10 3-21-16,-2-1-24 0,-7 2-29 0,0-1-35 15,-3 0-42-15,-2-1-61 0,-8 1-132 0,4-4-354 16,-4 4 156-16</inkml:trace>
  <inkml:trace contextRef="#ctx0" brushRef="#br0" timeOffset="33471.98">16558 2520 56 0,'0'0'180'0,"0"0"-17"15,0 0-20-15,37-7-13 0,-3 0-11 0,22-1-7 16,39-3-3-16,-2 3-5 0,11 0 3 0,16 0 1 16,6 5 2-16,6 0-10 0,3-1-7 0,0 2-11 15,-9 2-1-15,-3 1-9 0,-6 0-4 0,-12-4-9 16,-9 6-6-16,-33-1-3 0,-6 0-3 0,-3-1-6 16,-16 4-5-16,-6-4-2 0,-2-1-5 0,-11 3 0 15,-7-3-3-15,1 0-3 0,-4 0-3 0,-1 0-2 16,-1 0 1-16,0 0-5 0,-3 2 0 0,-4-2-15 15,11 0-21-15,-11 0-27 0,0 0-67 0,0 0-73 16,0 0-157-16,0 0-374 0,0 0 166 16</inkml:trace>
  <inkml:trace contextRef="#ctx0" brushRef="#br0" timeOffset="34039.75">21338 2470 18 0,'0'0'159'15,"0"0"-11"-15,0 0-9 0,0 0-10 0,0 0-12 16,0 0-7-16,0 0-10 0,0 0-15 0,38-3 0 16,-2-1-9-16,28-1-4 0,29-1-10 0,9 0-2 15,13-2-4-15,17 7-3 0,2-3 11 0,29-3-4 16,10 4 3-16,0 4-2 0,7 3-2 0,0 0-3 15,2-1-3-15,-7 0 4 0,-5 2 2 0,-12-5 0 16,-15 7-4-16,-10-4-4 0,-12 1-3 0,-18 1-6 16,-12-3 6-16,-34 1-2 0,-6 0-6 0,-16-2 1 15,-6 0-6-15,-14 1-4 0,-1-1-15 0,-3-1-24 16,-5 0-39-16,-1 1-32 0,-5-1-57 0,0 4-239 16,0-4-404-16,-24 0 179 0</inkml:trace>
  <inkml:trace contextRef="#ctx0" brushRef="#br0" timeOffset="41392.03">4000 3696 33 0,'0'-3'194'0,"2"-2"-8"0,-2 5-5 16,1-6-11-16,-1 3-11 0,0 3-13 0,0-5-20 15,0 5-12-15,-4-4-12 0,4 4-18 16,-9 0-20-16,9 0-8 0,-16 7-3 0,-2-2-10 0,-4 9 1 16,-2 3-6-16,-6 4-3 0,-7 12-3 0,5 0-3 15,-6 7-7-15,5 2 5 0,-3 2-11 0,4 2 0 16,-3 3 27-16,6 3-6 0,0-3-1 0,3 0-3 16,6 1-3-16,2-5-4 0,10-11 0 0,1 0-1 15,4 3-3-15,2 9-6 0,5-20 6 16,3 5-2-16,3-3 2 0,5 0-7 0,0-1 4 0,3 0-4 15,3-5 1-15,1-3-1 0,2-2 2 0,1-4-1 16,-6-2 1-16,9-4 0 0,-9-1-1 0,0-4 0 16,-1 2 1-16,-5-3 5 0,0 1 11 0,-4-2 19 15,-2 0 25-15,2 0 5 0,-5-3-3 0,1 1 8 16,-1-3-6-16,-3-2 0 0,-1 2-18 16,-1-6-9-16,-2 3-9 0,-4-6-8 0,-5 0-9 15,-2 2-15-15,-2-2 5 0,-5-1-12 0,-2-1-4 0,-2 2-2 16,-1 0-12-16,-1 1-1 0,3 1 1 0,6 3-1 15,-2 1 1-15,6-1 4 0,-2 1 2 0,5 3-1 16,3-2 3-16,1 5-10 0,0-2-12 16,2 1-16-16,2-2-22 0,2 2 0 0,4-3-15 15,0 2-2-15,8-3-5 0,5 0 9 0,3 2-1 16,7-5 2-16,1 3 2 0,1-2 1 0,0 2 7 16,3-1 9-16,-3 0 0 0,4 3 8 0,0-6 8 0,1 4 1 15,-1-4 6-15,-4 2 2 0,4 2 4 16,-5 0 3-16,2 2 1 0,-3-2 6 0,-6 1 2 15,-4 2-1-15,-4 1 2 0,1 1 6 0,-5 0 6 16,-3 2 7-16,4-3 13 0,-4 2 12 0,-1 0 11 16,-4 1 4-16,6-2 3 0,-6 2 1 0,0 0-7 15,0 0-2-15,0 0-6 0,0 0-3 0,0 0 1 16,-14 7-6-16,1-3-3 0,3 1-1 0,-3 0-5 16,-1 5-1-16,0-3-1 0,-2 4-3 0,0 0 2 15,-2 3-5-15,4 0-2 0,-2 1 2 0,3-2-10 16,-2 8 4-16,3-3 3 0,2-2-1 0,1 1-4 15,4 3 3-15,-2-1 2 0,6 0 1 0,1 1-5 16,0-1 7-16,5-2 2 0,4 1-2 0,5-2 1 16,3 1 6-16,7-3 2 0,2 1 1 0,2-5 3 15,5-3 1-15,-1 0-5 0,1 0 3 0,3-7-2 16,-1 5-2-16,-3-3-5 0,-2 0 3 0,-2-1-2 16,-6-1 1-16,-3 0 4 0,-6 0 4 0,-3 0 7 15,-1 0 14-15,-1 0 17 0,-3 0 15 0,0 2 20 16,-5-2 8-16,9-2 11 0,-9 2 4 0,0 0 4 15,0 0-9-15,9 2-15 0,-9-2 0 0,0 0-13 16,0 0-11-16,0 0-6 0,0 0-5 0,9-2-33 16,-9 2-21-16,0 0-27 0,0 0-28 0,0 0-38 15,0 0-43-15,0 0-41 0,0 0-52 0,0 0-55 16,0 0-265-16,0 0-584 0,0 0 259 0</inkml:trace>
  <inkml:trace contextRef="#ctx0" brushRef="#br0" timeOffset="42238.49">4587 4620 192 0,'-1'5'200'15,"1"-5"-10"-15,0 0-18 0,0 0-20 0,0 0-9 16,0 0-14-16,0 0-16 0,23-5-11 0,-12 2-9 16,2-1-9-16,4-2-13 0,0 2-3 0,1-3-12 0,4-3-5 15,-3 3-6-15,3-5-5 0,1-2-6 16,-5 2-2-16,2-3 0 0,-3 2-5 0,-2 0 0 16,4-5 3-16,-5 2 18 0,-2 2 28 0,-4 5 11 15,-1 0 23-15,0-1 13 0,-4 3 0 0,1-4-11 16,-2 5-1-16,0-2-9 0,-4 1-9 0,-1 1-13 15,-3-2-9-15,-2 1-13 0,-2 2-8 0,-2 1-8 0,-2 1-4 16,-6 3-4-16,-2 0-5 0,-1 4-2 16,-5 1-12-16,1 0-2 0,0 3-1 0,4 2-2 15,-2 3 1-15,2 0-5 0,1 4-2 0,8-5 1 16,-4 10-4-16,4 2 7 0,0 0-3 0,5 0-2 16,4-1-7-16,5-2-3 0,1-2-5 0,3 1 1 15,8-3 5-15,5 1-2 0,6-1 5 0,5-4-10 16,8-6 8-16,0 0-3 0,4-4-6 0,12-1-8 15,4-6-3-15,-3-3-5 0,-2 1 5 0,-13-2-2 16,11-6 1-16,-13 4 3 0,-4-4 2 0,3-2 3 16,-7 1 3-16,-2-6 3 0,-2 1-2 0,-2 0 7 15,-7-4 2-15,-2 2 15 0,-4 5 13 0,-4-2 8 16,0 2 11-16,0 3 10 0,-5 3 6 0,1-2 7 16,-1 5 8-16,-1-4 8 0,0 4 11 0,0-1-1 15,-2 2 12-15,3 0 8 0,0 2-4 0,-1 2-2 16,0-1-6-16,1 0-9 0,0 4-8 0,-2-7-13 15,2 7-3-15,-1-2-11 0,1 2-15 0,0 0 0 16,0 0-13-16,-1-4-20 0,1 4-22 0,0 0-9 16,0 0-7-16,0 0 3 0,-1 17 8 0,1-8 1 15,0 5 2-15,1 2-3 0,-1 2 7 0,-1 0-3 16,1 7-12-16,1 3 30 0,-1-9-9 0,0 6 4 16,-1-6-3-16,1-2-1 0,1-3 8 0,-1-3 0 15,0 0-6-15,0-1 10 0,-1-3-11 0,1-2 8 16,1 1 7-16,0-2 4 0,-1 0 16 0,1-1 26 15,-1-3 31-15,2 5 34 0,-2-5 19 0,0 0-17 16,0 0-13-16,5-16-9 0,-2 6-8 0,4-5-11 16,1 0-8-16,-3-4-9 0,6 4-8 0,-4-2-4 15,0 3-7-15,-3 3-6 0,1 2-4 0,0 1-5 16,-1 4-6-16,0-1-3 0,-3 1-6 0,0 0-9 16,2 0-15-16,-2 2-11 0,-1 2-12 0,8 0 4 15,-8 0-2-15,14 5-12 0,-4-3-14 0,3 4-17 16,-4 0-11-16,4 1-32 0,-1 1-31 0,3 4-30 15,-1 2-31-15,0-5-29 0,1-1-21 0,-5 1-29 16,2-1-19-16,-1-2-23 0,0 0-266 0,-2-1-646 16,-2-2 286-16</inkml:trace>
  <inkml:trace contextRef="#ctx0" brushRef="#br0" timeOffset="42571.73">5614 4586 84 0,'8'-1'167'16,"-8"1"27"-16,0 0-15 0,0 0-1 0,0 0 7 15,0 0-9-15,0 0-7 0,0 0-11 0,0 0-11 16,5 1-10-16,-5-1-11 0,0 0-10 0,0 0-16 15,0 0-13-15,8-1-9 0,-8 1-3 0,10-1-13 16,-2-3-4-16,-1 3-5 0,6-3-9 0,3 0 0 16,3 0-5-16,2-3-3 0,-1 2-6 0,6-7-1 15,1 3-2-15,-3-2-5 0,-3 2-2 0,5-3 0 16,-6 5-5-16,4-5 0 0,-8-1 1 0,1 2-1 16,0-2-4-16,-4 3 15 0,-3-2 7 0,0 2 11 15,-6 1 7-15,1-1 7 0,-1 1 5 0,-4 1-3 16,0 1-5-16,-3-2-7 0,-2-1-3 0,-2 4-13 15,-1 1-9-15,-5 1 1 0,2 1-7 0,-5 2 0 16,-1 1-6-16,-1 2-13 0,-2 4 7 0,1 2-3 16,0-1-1-16,4 5-2 0,-3-1-1 0,0 1-1 15,5 0 6-15,-5 8-5 0,8-2 4 0,4 0-4 16,-2 1 4-16,4 7 4 0,6 0-1 0,-1-6 0 16,4-3 2-16,4 1-5 0,2-2-4 0,11 2-11 15,1-3-14-15,1-2-31 0,2-6-37 0,5-2-63 16,-2-3-88-16,-7-2-246 0,4-4-532 0,0-4 236 15</inkml:trace>
  <inkml:trace contextRef="#ctx0" brushRef="#br0" timeOffset="43604.92">6132 4334 262 0,'0'0'328'0,"0"0"-31"15,0 0-33-15,0 0-28 0,4-2-28 16,-4 2-31-16,0 0-12 0,0 0-16 0,7 6-18 16,0-2-13-16,0 1-14 0,1 2-15 0,1 2 9 15,1-1-7-15,2 5-10 0,-2 0-2 0,1 1-23 16,-2 0 17-16,0 1-8 0,-1 3-9 0,-2 6-2 0,1-5-9 16,-5-3 1-16,1 1 0 0,1-4-14 0,-4-2 5 15,0 1-9-15,0-4 2 0,0-1-8 16,-3 0 4-16,3-3 1 0,0 2 9 0,-1-2 35 15,1-4 46-15,0 0 38 0,0 5 39 0,0-5 35 16,0 0-14-16,0 0-24 0,0 0-15 0,0-20-12 16,0 8-17-16,0-5-13 0,4 0-10 0,-3-10-15 0,5 4-21 15,3-2-11-15,-5 7-9 0,5 1-4 16,-1 2-13-16,-2 0-7 0,1 4-10 0,-1 3-18 16,0-2-18-16,2 2-21 0,1 1-17 0,3 0-18 15,0 4-15-15,4-2-14 0,3 4-13 0,-3-2-11 16,6 3-15-16,9 3-7 0,-2-2-5 0,2 3-10 15,-1-3-4-15,-1 3-10 0,-1 0-7 0,-7 1 7 0,0-1-4 16,-2-1 17-16,0 0 13 0,-6-3 16 16,1 2 16-16,-5 0 5 0,-1-1 30 0,-2-1 36 15,2 1 28-15,-8-1 28 0,6-1 16 0,-6 1 6 16,5-4 1-16,-5 4-1 0,0 0-1 0,0 0-8 16,-10-7 0-16,1 6-5 0,-3-2-18 0,2 5 13 15,-5-2-4-15,3 2-6 0,-4-2-2 0,-1 3-1 16,-2 2-3-16,0 2-3 0,1-1-2 0,0 5 4 15,3-3-8-15,-3 5 9 0,5 0-11 0,0 2 5 16,3-1 3-16,0 1-1 0,4 2-2 0,-1-3 8 16,6-2-14-16,-2-3 8 0,3-1-2 0,0 0 6 15,3-2 7-15,1-2 15 0,2 0 0 0,6-3 3 16,-2-2 2-16,2-2-1 0,1 1 11 0,6-5 8 16,-1-3 12-16,-1 0-5 0,-2-1-8 0,3-2-1 15,-1 1-5-15,-2-2-4 0,3 3-2 0,-4 0-4 16,3 1-4-16,-8 0-13 0,0 3 4 0,0 1-6 0,-2 3-4 15,-3-3-2-15,1 3-5 0,0 0-11 16,-1 1-12-16,1 2-1 0,2-1-2 0,-7 1 3 16,11 3-7-16,-3 0 1 0,1 3-2 0,0-2 0 15,-2 0 5-15,4 1 3 0,-1-1-7 0,0 2 5 16,-1-1 6-16,1-1-10 0,-1-3 4 0,0 1 1 16,0-1 8-16,-3 0 5 0,5-2-4 0,-5-2 4 15,2-1-1-15,-2-2-2 0,2-2 6 0,-3-1 3 16,0-2 12-16,0-1-16 0,0-3 43 0,-1-2 5 15,-1-1 6-15,-1-8 8 0,-1 1 5 0,1-1 10 16,-1-2 2-16,0 1 3 0,-1-4 7 0,0 1-3 16,0 0-1-16,0 1-6 0,-1 4 7 0,-2 6 15 15,3 2 2-15,-1 5-8 0,1 0-4 0,-1 3-12 16,1 1-13-16,0 3-3 0,-1-2-10 0,1 4-10 16,0 0-12-16,0 3-22 0,-3-4-27 0,3 4-34 15,0 0-11-15,0 0 6 0,0 13 3 0,-1-1 12 16,-2 5 7-16,-2 9 2 0,4 3 5 0,-3 2-2 15,-1-4 6-15,4 6-1 0,-2-3 10 0,2 2-5 16,1-1 6-16,-3-4 1 0,6-1 4 0,-2-1-1 16,3 1 4-16,-1-5-2 0,-1-6 4 0,2 0-2 15,-3-3 4-15,2-2-3 0,-1-2 4 0,-2-2 3 16,1 0 0-16,2-1 1 0,-3-1 0 0,0 1 8 16,0-5 8-16,3 4 8 0,-3-1 18 0,0-3 12 15,1 2 3-15,-1-2 6 0,0 0 1 0,0 0-3 16,8 0-9-16,-8 0-13 0,24-5-42 0,4-2-56 15,5-4-85-15,7 1-152 0,12-3-174 0,-16 1-386 16,1-3-925-16,9-6 410 0</inkml:trace>
  <inkml:trace contextRef="#ctx0" brushRef="#br0" timeOffset="44371.51">8019 4192 128 0,'0'-8'292'0,"0"-1"-8"0,0-3-6 15,0 2-8-15,-1-5-17 0,0-1-11 16,1 4-16-16,0 1-11 0,1 0-15 0,-1 0-9 15,0 5-19-15,0-1-6 0,0 2-34 0,-1-2-14 0,1 5-13 16,0 2-18-16,1-4-24 0,-1 4-5 0,0 0-6 16,5 16-8-16,-2-3-7 0,-2 5-4 0,5 6 1 15,-2 2-6-15,1 1-3 0,-1 3 4 16,1-5-10-16,-2 2 12 0,-2-1-14 0,4-1 0 16,-4-5-1-16,0-4-4 0,-2-1 2 0,2-1-1 15,1-3-8-15,-2-5 5 0,0 0 8 0,1 0-6 0,-1 0 9 16,0-2 32-16,0-1 54 0,0-3 45 0,0 0 12 15,0 0-18-15,0 0-19 0,-11-16-11 0,7 7-13 16,-4-8-11-16,2 0-5 0,-4-9-9 16,3 0-12-16,2-6-8 0,-4-1-9 0,0-14-4 15,3-3-10-15,-1-2-9 0,4 2-5 0,0-1-6 16,0 5-4-16,2-4-2 0,-2 2 1 0,3 18-5 0,3 5 3 16,-6 6 3-16,6 3 0 0,-3 3-1 0,0 3-1 15,1-1-1-15,2 4-13 0,0-3-3 16,3 4-17-16,3-3-18 0,6 4-7 0,6-1-16 15,6 3-29-15,3 3-31 0,7 1-38 0,0 5-28 16,0-1-34-16,-1 6-42 0,-1 0-34 0,-2 3-43 16,-7 1-269-16,-4 1-666 0,1 1 295 0</inkml:trace>
  <inkml:trace contextRef="#ctx0" brushRef="#br0" timeOffset="44554.71">8078 4239 56 0,'-4'4'202'16,"2"-1"1"-16,-1 1 7 0,0-2-4 0,3-2-4 15,0 0-1-15,6 3-20 0,5-3-15 0,7-2-19 16,11-1-15-16,7-2-15 0,20 2-11 0,6-5-5 16,0 2-15-16,2-1-48 0,0 3-62 0,-3-2-88 15,0 0-79-15,-8 2-148 0,1-2-365 0,-18-2 162 16</inkml:trace>
  <inkml:trace contextRef="#ctx0" brushRef="#br0" timeOffset="44921.04">8976 4118 14 0,'-1'-2'268'15,"-3"-1"-7"-15,4 3-18 0,-7-4-13 0,4 2-17 16,3 2-21-16,0 0-20 0,-6-2-17 0,6 2-16 15,0 0-21-15,0 0-12 0,-11 6-10 0,5-3-9 16,-3 3-13-16,0 1-5 0,0 0-11 0,-5 4-2 16,4 1-11-16,-4 1 0 0,1 1-7 0,-1 3-3 15,5 0-4-15,0 0-3 0,-2-2-4 0,2-1 1 16,5-1-5-16,1 2 0 0,1-4-3 0,2 2 2 16,2-4 0-16,1 1 0 0,1 1 4 0,2-3 7 15,4-1 10-15,-1-4 5 0,0 1 2 0,2-1 4 16,2-3 7-16,1 0-4 0,-1-4 9 0,0 0 13 15,-3-3 0-15,2 1 15 0,-3-5-13 0,0 2-6 16,-3-4-11-16,3-3-2 0,-5 0-11 0,0-2-3 16,-2-8-12-16,-2 6-11 0,-4-4-15 0,-1 5-9 15,0 3-2-15,-1-3-30 0,-1 4-10 0,-3 0-17 16,-1 4-25-16,-2 0-30 0,-4 3-31 0,4 1-32 16,-1 5-26-16,4-1-38 0,-4 0-39 0,3 3-154 15,4 0-471-15,7 0 208 0</inkml:trace>
  <inkml:trace contextRef="#ctx0" brushRef="#br0" timeOffset="45271.04">9117 4084 145 0,'0'0'236'0,"9"-1"-25"0,-9 1-25 15,5-2-22-15,-5 2-17 0,0 0-16 0,9 4-14 16,-5 0 1-16,1 2-8 0,2 2-10 0,0 0-6 15,-1 2-7-15,1 1-7 0,-1 0-5 0,2 5-6 16,-5-4-8-16,1 4-7 0,-1 2-3 0,-2 0-1 0,0 0-6 16,-1-2-3-16,-1 1-4 0,-1 0-1 0,-1-5-5 15,-1 1 0-15,-1-4-6 0,2-2 1 16,0-2 4-16,0 3 2 0,2-4 20 0,-2-2 24 0,2 1 38 16,1-3 51-16,-4 5 33 0,4-5-18 15,0 0-20-15,-6-8-8 0,6 2-5 0,0-5-18 16,1 2-22-16,0-7-2 0,2-2-12 0,2 0-9 0,2-5-8 15,4-3-16-15,-2 2-19 0,0 2-12 0,2-3-22 16,0 9-23-16,-4 1-30 0,3 0-28 16,-2 6-33-16,1-1-36 0,1 1-45 0,-1 3-40 15,0 0-54-15,4-1-41 0,-4 4-209 0,0-2-575 16,-1 4 255-16</inkml:trace>
  <inkml:trace contextRef="#ctx0" brushRef="#br0" timeOffset="45788">9454 4122 253 0,'0'0'324'0,"0"0"-9"0,0 0-19 0,0 0-20 16,0 0-22-16,0 0-30 0,0 0-24 0,0 0-25 16,0 0-19-16,0 0-22 0,0 0-11 0,0 0-13 15,0 6-7-15,3-2-17 0,-1 3-9 0,-1-1-5 16,1 3-9-16,0 0 1 0,2 2-10 0,-4-2-8 15,0 3-18-15,0-3-4 0,1 1-8 0,2 1 0 16,-3-5-5-16,0 1-3 0,0-4 2 0,0 1-1 16,0 1 0-16,0 0 11 0,0-5-8 0,1 3 28 15,-1-3 36-15,0 0 32 0,0 0-13 0,0 0-12 16,0 0-7-16,9-10-6 0,-2 3-5 0,-1-3-9 16,-1 0-2-16,4 0-6 0,1-5-9 0,3 2-5 15,-4 0-1-15,4 0-3 0,-5 2-4 0,-2 4-6 16,-1 0-3-16,0 2-5 0,0 0 1 0,-2 1-7 15,1 0-6-15,-3 1-11 0,-1 3 3 0,0 0-5 16,10 5 5-16,-7-1-2 0,2 1 4 0,-1 2 2 16,-1 2-6-16,0 1-2 0,1 2 1 0,0 5-8 15,-3-2-4-15,0-5 2 0,2 3-5 0,-2-3-8 16,0 1 5-16,2 0 0 0,-1-5 4 0,-2-1 1 16,2 1 7-16,-2-1 9 0,1-2 10 0,-1-3 35 15,2 4 14-15,-2-4-1 0,0 0-8 0,16-9-7 16,-7 2-5-16,-2 0 2 0,2-1-8 0,4-5 2 15,1 2-3-15,0-1-5 0,0 0 1 0,3-1-6 16,-3 4 5-16,-5 1 1 0,0 1 0 0,0 2-14 16,-1-2-5-16,-1 5 9 0,1 2-2 0,-3-3 0 15,3-1-15-15,-2 4-12 0,7-1-16 0,-2 2-26 16,7 2-31-16,-4 1-40 0,4 0-50 0,0 2-66 16,4-2-73-16,-2 0-279 0,-2 0-649 0,-4-3 287 15</inkml:trace>
  <inkml:trace contextRef="#ctx0" brushRef="#br0" timeOffset="45933">10251 4180 284 0,'0'0'371'0,"0"0"-21"16,0 0-26-16,0 0-29 0,4 2-32 0,-4-2-29 16,0 0-27-16,0 0-42 0,0 0-63 0,0 0-69 15,0 0-104-15,0 0-105 0,0 0-222 0,0 0-429 16,0 0 191-16</inkml:trace>
  <inkml:trace contextRef="#ctx0" brushRef="#br0" timeOffset="47087.59">3452 5046 49 0,'0'0'107'0,"0"0"-7"0,16-1 4 0,-16 1-5 16,14-1-10-16,-5 2-6 0,2-1 1 0,2 1-7 15,4-1-7-15,3 2-5 0,3-4-4 0,5 4-2 16,0-2-7-16,4 0-3 0,2 0 3 0,2 0-13 16,3 1-3-16,13-1 2 0,0 0 3 0,10 0 3 15,-1-3 5-15,3 2-4 0,28 0 1 0,5-4 0 16,-2 3-6-16,3-3-2 0,2 2 1 0,-2-2-1 15,3 1-1-15,0 1 0 0,-3 0-7 0,6-4-1 16,-2 5-2-16,2 1 0 0,-1-1-7 0,-5 0 4 16,-2-5 1-16,2 5 6 0,-1 2-2 0,2-6-1 15,-2 5-5-15,3-2-2 0,2 1 0 0,-1-1 1 16,-6 2-2-16,-1-3 0 0,1 4 0 0,1-2-3 16,1 1 1-16,-4-4-3 0,4 3 4 0,0-2-9 15,-2 1-5-15,-6-2 4 0,-22 1 1 0,31 1 2 16,-1-4 10-16,-6 2-2 0,1 0-2 0,0-1 1 15,-1 0-2-15,1 4 0 0,1-2-3 0,-1-1-1 16,5 2-4-16,-1-1 3 0,1-1-3 0,10 4 0 16,4-2 3-16,1 2-5 0,-1 0-1 0,-4-1 3 15,-1 0 0-15,-5 2-1 0,1-3 1 0,-7-1 0 16,0 3 7-16,-2-4-8 0,2 2 4 0,-29 2 5 16,29-6 0-16,-3 6 4 0,-27-2-1 0,0 1-2 15,0 0 5-15,0-1-8 0,-1-1-2 0,-4 1-2 16,-1 1-1-16,-3-1 0 0,-6-2 2 0,-13 2-1 15,1 2-1-15,-2-2 6 0,0 3 2 0,-4-2 5 16,3 0-4-16,-7 1 11 0,-8-3 1 0,2 3 2 16,-9-1 2-16,-1 2 6 0,-2 2 10 0,-2-4 5 15,-1 2-4-15,0-2 14 0,-7 2 9 0,9 0-3 16,-9 0-3-16,5 0 5 0,-5 0-11 0,0 0 0 16,8-3-5-16,-8 3-6 0,0 0-12 0,0 0-14 15,7 0-25-15,-7 0-33 0,0 0-38 0,0 0-72 16,0 0-84-16,-7-8-79 0,-2 4-216 0,-3 2-565 15,-1-4 249-15</inkml:trace>
  <inkml:trace contextRef="#ctx0" brushRef="#br0" timeOffset="50070">5442 6440 124 0,'1'-5'200'15,"0"1"3"-15,2 0-1 0,-3-2-7 0,0-1-7 16,0 4-13-16,-1-4-11 0,-1 0-16 0,-1 2-12 16,-4-3-17-16,-2 1-14 0,-1 1-12 0,-4 0-8 0,-5 0-10 15,-2 4-6-15,-7-1-11 0,-3 2-8 16,1 1-5-16,-2 4-3 0,-5 1-7 0,1 0-2 15,2 4-6-15,-2 1-2 0,2 0-3 0,0 4-2 16,5-3-5-16,2 1-1 0,1 4-3 0,8-1-1 16,6-2-4-16,-1 1 3 0,3 0-5 0,2 1 0 15,4-3 1-15,1 0-1 0,3 0 1 0,3 0 3 16,3 0-1-16,6 0-1 0,-2-2 3 0,6-2 0 16,4 1 0-16,7-4-1 0,1-3-1 0,0-2 1 15,3-4 2-15,-3-1-1 0,1-2 4 0,-2-3 9 16,0-3 15-16,-3-3 23 0,-1-2 13 0,-1-3 7 15,-2-4 13-15,-2-3 3 0,-1-1 0 0,-2-5 8 16,-1-11-8-16,-4 0 2 0,-4-4-23 0,-4-4-7 16,-1 0 16-16,-2 0-13 0,-3 5-2 0,2-1-16 15,-4 15 24-15,0-2 2 0,1 2-1 0,-3 5 5 16,2-2 0-16,1 12 0 0,-1 1 1 0,2 0 2 16,-1 7 6-16,2-1-4 0,-1 3-10 0,3 2-10 15,-2 2-17-15,2 0-8 0,0 0-34 0,-2 3-41 16,3 2-39-16,0 0-5 0,0 0 5 0,0 13 10 15,1 2 20-15,1 3-9 0,2 8 6 0,-1 3 15 16,3 3-8-16,-1 3 7 0,4 12 2 0,-2-1-2 16,0-12 12-16,3 12 8 0,-4-11-9 0,1 0 3 15,0-1 16-15,1-1-12 0,-3 1 0 0,4-3 5 16,-4-3 11-16,0 0-3 0,-2-1-9 0,2-7 8 16,-4-1-5-16,4 0-6 0,-1-1 16 0,-1-6-16 15,-2-1 6-15,-1 0-1 0,0-2 1 0,1-1-6 16,2-3-6-16,-3 3 14 0,1-3 9 0,-1-2-10 15,0 1 5-15,0-1 11 0,3-1-9 0,-3-2 17 16,0 5-29-16,0-5 16 0,0 0 31 0,1 4 9 16,-1-4 2-16,0 0 4 0,0 0 3 0,0 5-7 15,0-5 1-15,0 0-7 0,0 0 5 0,0 0-3 16,0 0-9-16,0 0 7 0,0 0 13 0,0 0-8 16,0 0 0-16,0 0-12 0,19-11-31 0,-6 3-55 15,15-3-74-15,0-3-112 0,17-9-143 0,-12 4-357 16,-1-2-798-16,9-10 353 0</inkml:trace>
  <inkml:trace contextRef="#ctx0" brushRef="#br0" timeOffset="50821.18">5539 5591 88 0,'0'-7'218'0,"-1"3"1"0,1 4-7 0,1-6-3 16,-1 3-11-16,0 3-11 0,2-4-4 0,-2 4-8 0,3-4-21 15,-3 4-17-15,0 0-14 0,0 0-17 16,0 0-10-16,0 0-17 0,0 0-16 0,0 0-10 15,0 0-5-15,1 12-6 0,-1-1-5 0,-1 0-3 16,1 6-3-16,1 3-4 0,-1-1-4 0,-1 8-1 16,-2-3-1-16,3 2-2 0,-3 1 0 0,1-9-4 0,1 0-3 15,0-1 1-15,1-6-1 0,0 1 0 16,0-2-1-16,0-4 0 0,0 2 0 0,-1-4 3 16,1 1 12-16,0 0 49 0,0-2 52 0,0-3 59 15,0 4 29-15,0-4 14 0,0 0-14 0,0 0-21 16,0 0-20-16,6-19-19 0,0 8-17 0,-1-5-20 0,4-2-4 15,-1 0-13-15,2 1-13 0,-1 0-10 0,-5 1-5 16,0 6-9-16,1 0-9 0,0 5-5 16,0-1-5-16,-4 0-13 0,3 1-15 0,0 4-16 15,-1 0-25-15,-3 1-2 0,0 0-6 0,11 7-14 16,-7 0 5-16,1 2-5 0,4 7 9 0,-1-3-3 0,-2 4 1 16,3-2 1-16,0 2 2 0,-1 1-4 0,4-2-43 15,-3 0-44-15,0 0-48 0,2 1-48 16,-2-3-68-16,1-2-100 0,-1-3-238 0,-2-3-680 15,5-2 301-15</inkml:trace>
  <inkml:trace contextRef="#ctx0" brushRef="#br0" timeOffset="51686.87">5943 6031 258 0,'0'-6'322'0,"-2"2"-12"0,2 4-7 15,-1-6 1-15,0 2-23 0,1 4-19 0,-2-4-22 16,2 4-29-16,0-4-22 0,0 4-24 0,0 0-10 16,2-5-25-16,-2 5-31 0,0 0-28 0,0 0-37 15,0 0-12-15,0 0-2 0,0 0-4 0,7 12-2 16,-3-6-9-16,4 2-13 0,0-1-8 0,1 3-2 15,0-1-12-15,5 0 1 0,-5-1-5 0,-2 1-2 16,1-3 3-16,2 0 2 0,-1-2 2 0,0 0 9 16,0-3 0-16,-4 1 5 0,4-5 2 0,-1 3 7 15,1-5 12-15,0-4 8 0,-3 3 15 0,2-6 16 16,2-2 3-16,-1-2 31 0,-1 1-6 0,-2-1 3 16,1-1 1-16,1 1 1 0,-1 1 14 0,-2 1 5 15,0 2-14-15,-1 0 0 0,-2 4 1 0,1 2 1 16,-1 0-13-16,0 2-12 0,0-1-6 0,-2 3-21 15,0 2-21-15,4-4-39 0,-4 4-17 0,0 0 9 16,0 0-3-16,3 11 5 0,-1-1 2 0,-2 2 6 16,0 7-7-16,1 8 4 0,-2 5 0 0,1 1 4 15,0 3 3-15,-2 12 11 0,0-4-9 0,0-7 4 16,-1-1 2-16,3-2-1 0,0 0 5 0,0 2 4 16,0-2 1-16,0-4 0 0,0 2 1 0,0-7-1 15,1 0-1-15,-1-8 6 0,0-2-2 0,0-2 0 16,0-1 4-16,-1-3 5 0,1 1-1 0,-2-4-8 15,0-1 6-15,1 2-5 0,-2 0 6 0,1-4 4 16,-2 3 10-16,-2-3 0 0,1 0 8 0,-2-1 2 16,-1 0 3-16,-3 0 3 0,2-2 2 0,-3-2 10 15,1 0 8-15,1 0 13 0,0-2 15 0,-2-2 7 16,3 1 4-16,3-1-1 0,-7-5-9 0,5 0-5 16,2-5-9-16,-1-1-5 0,6-7-12 0,1-4-7 15,1-1-18-15,6-2 5 0,-1 1-7 0,5 0-1 16,3 1-2-16,-4 2-4 0,5-1-2 0,4 5-2 15,1 1-4-15,0-1 2 0,-1 4-19 0,4 2 6 16,-6 5-7-16,-2 0 14 0,-5 6 2 0,3-1 0 16,-5 1-2-16,-3 3-5 0,0-2 2 0,0 2-1 0,0 1-2 15,-1 0-3-15,0 0 7 0,-4 2-19 0,0 0-35 16,5-3-50-16,-5 3-39 0,5 0-42 16,-5 0-14-16,0 0-30 0,0 0-65 0,-18 14-106 15,7-9-232-15,-2-2-679 0,-4 6 301 0</inkml:trace>
  <inkml:trace contextRef="#ctx0" brushRef="#br0" timeOffset="52271.1">4633 6832 75 0,'0'0'181'0,"-9"0"-7"0,9 0-2 0,0 0 0 16,-8-3 0-16,8 3-3 0,0 0-3 0,0 0-7 16,0 0-9-16,0 0-8 0,-6 3-11 0,6-3-15 15,0 0-2-15,0 0-20 0,0 0-6 0,0 0-10 16,0 0-9-16,0 0-7 0,0 0-7 0,0 0-4 15,0 0-3-15,0 0-1 0,0 0-1 0,0 0-5 16,0 0 1-16,0 0-2 0,0 0-5 0,0 0-4 16,0 0 0-16,0 0-1 0,31-4 7 0,-3 0-9 15,24-3-3-15,7-2-1 0,39-4-2 0,7 4-5 16,10-6 21-16,12 5-3 0,3-1 1 0,3 1 1 16,1 0 2-16,-5 0-3 0,0 5-3 0,-4-5-3 15,-12 1-2-15,-15 0 1 0,-7 4-2 0,-31 1 5 16,-4 0 1-16,-6 0-2 0,-13-1 5 0,-6 3-10 15,-10 0-4-15,-7 2 4 0,3-3 11 0,-4 2 2 16,-5-1 11-16,-2 2 2 0,-1-1-8 0,-5 1-18 16,5-4-34-16,-5 4-38 0,0 0-37 0,-18 0-48 15,-1 3-58-15,1-1-78 0,-13 1-272 0,1 1-584 16,-1-1 259-16</inkml:trace>
  <inkml:trace contextRef="#ctx0" brushRef="#br0" timeOffset="53103.25">5533 7299 149 0,'2'-3'248'16,"-2"3"-1"-16,6-6 4 0,-4 3-12 0,-1-1-9 15,0 0-7-15,-1-1-22 0,0 1-16 0,-1-1-16 16,-2 0-20-16,-2 1-11 0,-4-2-21 0,0 1-8 15,-3 0-16-15,-2 3-12 0,-8 0-4 0,-4 1-12 0,-3 2-7 16,-2 1-4-16,2 0-4 0,-6 6-12 16,2-3-1-16,1 3-3 0,-1 1-8 0,1 0-3 15,4 4-5-15,-3 0-1 0,6 0-1 0,-2 2-6 16,11-2 1-16,-1 1-4 0,4-2-3 0,1 5-2 16,3-4 3-16,3 2-2 0,2 0 0 0,4-1 2 0,3-2 2 15,-2 0 0-15,7-1-1 0,1 3 0 16,6-3 3-16,3-1 3 0,0-5 1 0,3 1-2 15,8-4 0-15,0 0 5 0,0-4 8 0,1 0 2 16,-4-4 15-16,0-1 13 0,-5-1 17 0,2-6 14 0,-5 4 9 16,2-8 14-16,-5 3-7 0,2-6 10 0,-2-4-2 15,-2-4-1-15,-4 0-10 0,1-5-12 16,-2-14-6-16,-7 2 1 0,2-6-13 0,-6 0-3 16,2 4-10-16,-3 0-4 0,0 13-2 0,-1 1 5 15,0 5 1-15,1 0 1 0,-1 13 6 0,4 1 1 0,-2 5-10 16,3 0-12-16,-4 3-10 0,3 3-24 0,1 0-42 15,-1 0-63-15,1 4 2 0,0 0-1 0,-3 18 13 16,-3 5-5-16,3 11 27 0,1 11 0 16,-2 7 6-16,4 1 10 0,0 2 10 0,4 1 1 0,-2-1 9 15,6-5 0-15,-3-4 5 0,3-13-1 0,-2-2-4 16,3-2 13-16,3-5 1 0,-6-4 5 0,2-3-2 16,-3-6-4-16,-2 0 3 0,0-4-3 0,1 0 1 15,-1-1 1-15,-2-2-6 0,0 0 6 16,0 1 2-16,1-1 6 0,-1-3-3 0,-1-1-33 0,0 0-71 15,0 0-81-15,0 0-77 0,0-14-94 0,0 7-212 16,-1-4-623-16,-1 0 276 0</inkml:trace>
  <inkml:trace contextRef="#ctx0" brushRef="#br0" timeOffset="53603.07">5679 7110 50 0,'2'-4'282'0,"0"1"-34"0,1 0-21 15,4-1-26-15,4 1-21 0,-1 0-19 0,8 1-16 16,1 2-16-16,2 1-12 0,5 1-16 0,-4 3-7 16,6 5-8-16,0-3-13 0,-2 5-6 0,-2 1-9 15,-1 2-5-15,-6-1-8 0,-3 1-6 0,-3 2-6 16,-1-1-4-16,-2 2-1 0,-7-1 6 0,2 3-14 15,-7 0-3-15,-4 3 1 0,-3 0-3 0,-2-2 0 16,-5-1 7-16,4-6-6 0,-6 3 2 0,4-2 2 16,0-3 7-16,2-1 1 0,1-3 4 0,3-1 2 15,1 0 8-15,0-3 9 0,5-1 15 0,-1 1 18 16,1-1 36-16,-1-2 41 0,2 1 28 0,3-2 10 16,0 0-37-16,-5-10-10 0,13 1-15 0,-3-5-18 15,7-5-12-15,3-6-11 0,-1 0-15 0,6-6-18 16,9-10-17-16,-3 0-9 0,-5 9-6 0,1 1-7 15,-2 2-26-15,-2 4 27 0,-3 1-2 0,-2 7-3 16,-4 1 3-16,0 2 2 0,-4 4 8 0,0 3-1 16,-1 1 1-16,1 0-4 0,-2 4-9 0,-1-2-12 15,1 0-13-15,-2 1-26 0,-1 3-7 0,0 0 0 16,0 0 0-16,-1 17 4 0,-2-3-9 0,-2 4 16 16,-5 8 4-16,5 0-1 0,-3 1 6 0,4 4 7 15,-2-3-1-15,5 1 0 0,1-3-3 0,1-2 11 16,4-5-4-16,3-1 4 0,2-1 8 0,9 4-9 15,3-8-26-15,3 1-54 0,5-5-58 0,3-3-68 16,9-7-101-16,-5-4-327 0,14-4-692 0,-14 0 308 16</inkml:trace>
  <inkml:trace contextRef="#ctx0" brushRef="#br0" timeOffset="54103.07">6353 6948 213 0,'0'0'348'0,"1"-5"-21"0,-1 5-16 16,0 0-24-16,2-5-32 0,-2 5-25 0,0 0-26 16,-2-4-23-16,2 4-21 0,0 0-25 0,0 0-16 0,0 0-11 15,0 0-14-15,3 16-10 0,-2-5-1 0,0-2-17 16,2 3-5-16,-3 5-2 0,-3 0-9 16,6 1-4-16,-3-1-4 0,0 0-1 0,1-2-10 15,-2-3 33-15,2-1-7 0,0-2-4 0,-1 0-7 0,2-4-3 16,-2 0 7-16,0-1 4 0,0 0-12 0,1 0 26 15,-1-4 34-15,0 0 26 0,1 3 2 0,-1-3-12 16,0 0-12-16,10-13-11 0,-3 4-9 0,4-5-8 16,-2 0-8-16,0-2-9 0,3-1-4 0,-1 3-4 15,0-4-8-15,1 5-16 0,-3 0 6 0,-1 5 0 16,-2-3-10-16,-2 6-3 0,1 0-14 0,-1 1 0 16,-3 1-7-16,3 2-17 0,-4 1-4 0,8-1-7 15,-8 1 5-15,10 5-5 0,-5-1-11 16,3 4-2-16,0 0-3 0,-1 0-22 0,3 2-41 0,-2-2-44 15,1 4-53-15,-1-5-66 0,-1 4-93 0,1-5-291 16,-1 1-708-16,0-3 314 0</inkml:trace>
  <inkml:trace contextRef="#ctx0" brushRef="#br0" timeOffset="54853.04">7250 6622 81 0,'-9'0'202'0,"9"0"0"0,-9 0 10 0,9 0-9 16,-8-1-1-16,8 1-13 0,0 0-17 16,-6 0-6-16,6 0-13 0,0 0-12 0,-5-1-9 15,5 1-11-15,0 0-2 0,0 0-13 0,0 0-12 0,0 0-4 16,0 0-7-16,0 0-3 0,0 0-5 0,0 0-4 16,0 0-6-16,0 0-1 0,0 0-10 0,0 0-1 15,0 0-5-15,0 0-4 0,0 0-3 16,0 0-7-16,0 0-4 0,0 0-2 0,0 0-4 15,0 0-1-15,0 0-4 0,0 0-1 0,0 0 0 0,0 0-2 16,0 0 8-16,0 0-11 0,0 0-4 0,0 0 1 16,0 0 0-16,0 0-4 0,0 0 0 0,0 0-2 15,0 0 0-15,0 0-1 0,0 0 3 16,0 0 1-16,0 0-5 0,0 0 0 0,0 0 3 16,0 0-1-16,0 0-5 0,0 0 1 0,0 0-3 0,0 0 3 15,0 0-1-15,-6 2 0 0,6-2 0 0,0 0 1 16,0 0 0-16,0 0-1 0,0 0-1 0,0 0 7 15,0 0-7-15,0 0 4 0,0 0-1 0,0 0 2 16,0 0 0-16,0 0 5 0,0 0 0 0,0 0-1 16,25-5 0-16,-7 3-1 0,1-1 2 0,11 0-3 15,-4-3 1-15,5 2 1 0,6-2-5 0,-1 1 5 16,1-1-5-16,-1 1 2 0,0-2 2 0,-1 0-2 16,0 2 4-16,-10-2-5 0,-4 2 0 0,-7 2-1 15,-1 1-4-15,-2-2-15 0,-2 3-21 0,-1-1-40 16,-4 0-37-16,-2-1-30 0,-2 3-28 0,0 0-26 15,-8-7-13-15,2 6-39 0,-5 1-160 0,-1-1-444 16,-2 1 196-16</inkml:trace>
  <inkml:trace contextRef="#ctx0" brushRef="#br0" timeOffset="55069.56">7419 6482 210 0,'0'-6'303'0,"-3"-1"7"0,2-2 0 0,0 1 4 15,-2-1 12-15,3 1-7 0,0 1 2 0,0 4-15 16,0-4-12-16,3 3-31 0,-3 4-25 0,-3-6-30 16,3 6-23-16,0-5-29 0,0 5-21 0,0 0-25 15,0 0-37-15,0 0-9 0,0 0-8 0,4 22-10 16,-4-7-9-16,5 9-6 0,-1 5-8 0,-1-2-4 16,5 4-6-16,-3 1-16 0,0 2-44 0,6-1-54 15,-5-1-65-15,-3 2-74 0,6-5-97 0,-6 0-293 16,6-10-682-16,-5-9 302 0</inkml:trace>
  <inkml:trace contextRef="#ctx0" brushRef="#br0" timeOffset="57186">8644 6309 44 0,'0'-7'222'0,"1"0"-3"15,2-5-10-15,-2 7-9 0,-1-4-10 0,0 1-7 16,-1 1-14-16,1-1-16 0,-3 1-15 0,2 2-12 16,-3-2-15-16,-1 1-13 0,0 2-9 0,-4-1-11 15,-3 1-9-15,1 4-9 0,-2-3-6 16,-6 5-7-16,0 1-5 0,-3 3-7 0,2-1-4 0,-7 5-4 15,9 3-3-15,-5 2-4 0,-3 1-3 0,4 4-3 16,2 1-2-16,0-1 1 0,2 2-2 0,5 2-1 16,0-5 0-16,3 1 1 0,4-1-4 0,1 0 0 15,-2-2-1-15,5 0 3 0,2-1-3 0,1 0 8 16,1-4-9-16,2 0 6 0,2-2 0 0,0-2 4 16,0 2 1-16,4-5 2 0,-1 0 6 0,3-2 5 15,1-3 6-15,0 0 14 0,-1-2 6 0,1-3 9 16,2-1 8-16,-2-7 13 0,2 0 26 0,1 0-13 15,2-5 6-15,-4-6 6 0,1 2-12 0,-2-3 3 16,-1 1-4-16,-1-5-3 0,-1 3-2 0,-3 0 12 16,1 2 4-16,-4 6 6 0,0 1 4 0,-1 7-8 15,-2-4 0-15,3 4-3 0,-3 5-6 0,0-4-15 16,1 4-9-16,-2 0-8 0,1 2-18 0,-1-1-5 16,0 4-22-16,0 0-26 0,1-4-39 0,-1 4 1 15,0 0-1-15,2 13 4 0,-4 0 3 0,2 3 8 16,0 8-2-16,-2 1 6 0,0 2 3 0,2 1-4 15,0 1 6-15,3 0 5 0,-3-4 0 0,4 1 1 16,-3-6 2-16,4 0 1 0,0-4 5 0,0 2 5 16,1-5-22-16,-4-1 20 0,2-2-2 0,2-2-10 15,-1-1 22-15,0 0 2 0,3-2 13 0,1-2 9 16,5-1 6-16,3 0 2 0,2-5-10 0,4-1-5 16,6-3-1-16,2-3-3 0,-2 0-30 0,2-5-44 15,1 0-78-15,1-3-97 0,-1-3-119 0,-4-2-405 16,11-9-813-16,-14 7 359 0</inkml:trace>
  <inkml:trace contextRef="#ctx0" brushRef="#br0" timeOffset="57752.01">9035 6466 62 0,'1'-6'340'0,"1"-2"6"0,0 4-5 0,-2-2-19 16,1-1 8-16,-2 3-19 0,2 0-15 0,-1-2-18 15,3 1-19-15,-3 3-37 0,0 2-19 0,0-4-26 16,0 4-19-16,0-5-22 0,0 5-22 0,0 0-31 16,0 0-24-16,0 0-15 0,0 0 11 0,1 11-11 15,-2 1-12-15,1 2-3 0,-3 1-5 0,2 4-3 16,-4-1-1-16,2 3 1 0,-2-2-2 0,2 1-4 16,-1-2 5-16,1 2-9 0,-1-2 0 15,2-2 2-15,0-4 11 0,1 0-19 0,1-5 6 0,-1 1-3 16,0-3-6-16,2-1 15 0,-2 1 1 0,1-2 30 15,0-3 36-15,-2 5 40 0,2-5 36 0,0 0-6 16,0 0-18-16,0 0-14 0,13-16-11 0,-9 6-10 16,5-5-14-16,1 0-9 0,0-9-10 0,3 2-10 15,1-2-11-15,-5 7-5 0,4 0-4 0,-4 3-3 16,-4 4-4-16,0 2-7 0,3 1-4 0,-7 2-2 16,4 1-12-16,-1 1-26 0,-4-2-29 0,0 5-11 15,5 0 2-15,-5 0 5 0,8 7 4 0,-6-1 0 16,5 3 2-16,-4 1 0 0,3 2 7 0,1 2-8 15,0 1-7-15,0 0-28 0,1 0-28 0,1 0-33 16,0-1-24-16,-1 2-35 0,-2-3-39 0,-1-2-51 16,2-1-65-16,0-2-295 0,-4-4-708 0,3 1 314 15</inkml:trace>
  <inkml:trace contextRef="#ctx0" brushRef="#br0" timeOffset="57970.93">9420 6585 211 0,'0'0'265'16,"-3"3"-12"-16,3-3-12 0,0 0-12 0,-1 2-12 16,1-2-12-16,0 0-13 0,0 0-15 0,0 0-13 15,0 0-13-15,0 0-15 0,0 0-12 0,18-1-14 16,-3 0-10-16,4-2-9 0,9 0-29 0,-1-2-34 15,-5 0-43-15,6 3-55 0,-6-3-63 0,-2 1-63 16,-3-1-228-16,3-1-459 0,-8 2 203 0</inkml:trace>
  <inkml:trace contextRef="#ctx0" brushRef="#br0" timeOffset="58213">9809 6456 208 0,'0'0'382'0,"0"-4"2"16,0 4-13-16,3-4-12 0,-3 4-31 0,0 0-23 15,0 0-29-15,0 0-30 0,0 0-30 0,0 0-20 16,0 0-29-16,0 0-22 0,0 0-21 0,0 0-11 16,0 0-16-16,0 16-8 0,0-9 7 0,-1 4-28 15,1 0-5-15,0 4-2 0,0 1-8 0,1 1-19 16,0-2-30-16,1 1-42 0,1 2-41 0,1-1-49 15,-1-4-60-15,-1-1-85 0,0 0-341 0,0-6-664 16,2-1 294-16</inkml:trace>
  <inkml:trace contextRef="#ctx0" brushRef="#br0" timeOffset="59318.51">10639 6255 2 0,'5'-9'257'0,"-4"5"-5"15,3-4-14-15,-3 1-15 0,-1 1-21 0,0 0-16 16,-5-1-22-16,1 2-18 0,-2 1-14 0,-3-2-12 16,-4 4-12-16,-6-3-8 0,-4 3-17 0,-6 2-4 15,-2 2-8-15,-1 0-9 0,-2 3-4 0,-1 5-6 16,-2-1-4-16,-1 0-4 0,6 2-6 0,1 3-1 15,3-1-8-15,3-1-3 0,0 2-2 0,10 0-3 16,-1-1 0-16,5 1-5 0,2-2 0 0,1 0 3 16,3-2-5-16,2 1 0 0,2 0-2 0,1-2 2 15,4-1 2-15,1-1 0 0,4 0-3 0,5-4 4 16,4 1 2-16,4-3 7 0,6-4 5 0,3-1-5 16,-2-5 4-16,-1-1 12 0,1-3 11 0,-2-3 21 15,-1-1 19-15,1-4-1 0,-2-3 9 0,-2 0-5 16,2-5 2-16,0-13 6 0,-2 0-8 0,-2 0 1 15,-4-4-9-15,-1-2-1 0,-6-1-6 0,4 3 5 16,-6 10 9-16,-3 1 3 0,1 0 6 0,-2 2 2 16,-1 6 0-16,-1-1 1 0,-1 10-1 0,-2 1-7 15,2 5-9-15,-2 2-4 0,1 2-11 0,0 0-9 16,0 3-13-16,0 1-7 0,1-2-13 0,-1 6-27 16,-1-5-29-16,1 5-41 0,0 0-20 0,0 0 4 0,0 0 10 15,-2 22 4-15,-1-3 2 0,2 7 12 16,-2 3 7-16,1 2 6 0,1 2 6 0,-2-1-3 15,3-2 13-15,3 4-6 0,-6 2 5 0,3-2 4 16,4-2 3-16,-2 2 6 0,2-3-2 0,-4-2 0 0,0-2 4 16,4-6 2-16,0 4-1 0,-3-6-5 0,2-5 10 15,-2-1-4-15,1-2 1 0,0 0 5 16,-1-4 1-16,-1 3 0 0,4-5 5 0,-4-1-7 0,1 3-4 16,2-4 2-16,-3 1 8 0,1-1-4 15,-1 2-3-15,0-5 6 0,0 5 7 0,0-2-8 0,0-3 0 16,2 2-1-16,-2-2 2 0,0 0-1 0,0 4 0 15,0-4-2-15,0 0 8 0,0 0-5 0,0 0 6 16,0 0-4-16,0 0 1 0,0 0-2 16,0 0-2-16,0 5-2 0,0-5-2 0,0 0 10 0,0 0 3 15,0 0-7-15,0 0-4 0,0 0 4 0,0 0-3 16,0 0 7-16,0 0 8 0,0 0 1 0,0 0-2 16,12-2 3-16,7 2-17 0,10-4 7 0,5-2-41 15,18-8-94-15,6 0-128 0,3-2-160 0,-1-8-279 16,0-2-752-16,17-20 334 0</inkml:trace>
  <inkml:trace contextRef="#ctx0" brushRef="#br0" timeOffset="60554.45">10908 5433 97 0,'0'0'187'0,"3"-5"-1"16,-2 1-11-16,-1 4-8 0,3-7-5 0,-2 3-5 15,0 2-6-15,-1 2-4 0,0-4-11 0,0 4-6 16,0-7-9-16,0 7-9 0,0-5-8 0,0 5-10 16,0 0-8-16,3-3-8 0,-3 3-10 0,0 0-5 15,0 0-12-15,-2-4-7 0,2 4-9 0,0 0-6 16,0 0-5-16,0 0 2 0,0 12-7 0,0-5-5 15,-2 3 1-15,2 1 0 0,-4 2-2 0,3 4-5 16,0 1 2-16,-2-1-9 0,1 3 8 0,-1 5-1 16,0-6 17-16,1 7 1 0,-2-1-5 0,3-7-2 15,-1 0-3-15,0-1 1 0,2-1-3 0,1-5-3 16,-1 0 1-16,0-1 1 0,-1-3 0 0,1 1-4 16,0-4 1-16,0 1 2 0,0-2 22 0,0 2 29 15,0-5 38-15,-1 4 41 0,1-4 43 0,0 0 26 16,0 0 9-16,0 0-21 0,0 0-22 0,6-15-17 15,-2 5-19-15,2-6-12 0,1-3-15 0,4-5-10 16,-3-2-14-16,3 0-17 0,-2 0-1 0,0 0-3 16,1 5-12-16,-1 3-3 0,-2-1-7 0,0 4-6 15,-1 1 3-15,-3 4-13 0,4 3 1 0,-5-1-4 16,2 4-9-16,-3 1-5 0,2-2-7 0,-2 1-26 16,-1 4-22-16,0 0-21 0,4-3-11 0,-4 3 4 15,0 0 1-15,5 15 14 0,-1-8 8 0,-3 4 1 16,3 0 4-16,1 3 7 0,-2 1 1 0,-1 0 5 15,1 1 3-15,-2-4 3 0,2 0 7 0,-2 5-1 16,2-8 2-16,-2 2 8 0,-1-6-21 0,1 2 21 16,-1-2 0-16,3-1 4 0,-3-1 1 0,0 2-4 15,0-5 17-15,1 5-7 0,-1-5 0 0,0 2-2 16,0-2-3-16,0 4-16 0,0-4-12 0,0 0-28 0,0 0-23 16,0 0-44-16,0 0-31 0,0 5-32 0,0-5-42 15,0 0-73-15,0 0-318 0,0 0-672 16,10-9 298-16</inkml:trace>
  <inkml:trace contextRef="#ctx0" brushRef="#br0" timeOffset="60976">11298 5542 132 0,'0'0'273'0,"0"0"-6"0,0 0-13 16,0 0-9-16,0 0-11 0,0 0-15 0,0 0-19 16,0 0-17-16,0 0-20 0,0 0-15 0,0 0-14 15,0 0-16-15,0 0-11 0,0 0-9 0,0 0-11 16,-5 3-9-16,5-3-8 0,0 0-6 0,0 0-10 0,0 0-4 16,0 0-6-16,0 0-5 0,0 0-6 0,0 0-3 15,0 0-3-15,0 0-2 0,0 0-1 16,0 0-3-16,0 0-6 0,0 0 2 0,0 0-2 15,0 0-3-15,0 3-2 0,0-3 2 0,0 0-1 16,0 0 0-16,0 0-3 0,0 0-1 0,0 0 4 0,0 0 0 16,19-3-2-16,-7 0-4 0,3 2 0 0,3-2 2 15,4 1-1-15,-1-3 3 0,1 2-5 16,-2-2-3-16,2 1 2 0,-4 1 3 0,-4 0 0 16,-1 0-3-16,-4 0 0 0,0 2 1 0,-4-1 1 15,1 2 0-15,0-1 1 0,-3-1-4 0,-3 2 2 0,9 0-3 16,-9 0-10-16,7-2-17 0,-7 2-21 0,0 0-22 15,2-3-42-15,-2 3-41 0,0 0-37 16,0 0-25-16,0 0-28 0,0 0-191 0,0 0-469 16,0 0 208-16</inkml:trace>
  <inkml:trace contextRef="#ctx0" brushRef="#br0" timeOffset="61202.05">11685 5400 81 0,'0'-5'341'0,"3"2"3"0,-3 3 1 0,1-6-7 0,-1 6-4 16,4-5-21-16,-4 5-24 0,0 0-32 0,1-6-22 15,-1 6-34-15,0 0-18 0,0 0-9 16,3 0-59-16,-3 0 3 0,0 0-18 0,0 0-7 16,4 12-15-16,-2-4-7 0,-2 1-21 0,4 8-12 15,-3 3-18-15,2 4-19 0,1 1-33 0,-2 1-36 0,2 0-37 16,1 1-51-16,-3-1-65 0,4 0-92 0,-5-8-225 15,3-6-582-15,1 0 258 0</inkml:trace>
  <inkml:trace contextRef="#ctx0" brushRef="#br0" timeOffset="61985.27">11518 5958 201 0,'0'-9'325'0,"0"6"-5"16,0-4-15-16,0 0-5 0,0 4-16 15,0-1-24-15,0 4-14 0,4-8-27 0,-4 6-21 16,0 2-21-16,0 0-25 0,0-7-16 0,0 7-42 0,0 0-35 16,0 0-21-16,0 0-5 0,0 0-2 0,0 0-5 15,6 17-11-15,-1-10-17 0,-1 3-12 16,0-1-9-16,1 1-9 0,3-1-5 0,-2-1 1 15,-2-1 3-15,4 0 3 0,-3-1 6 0,3-1 1 0,2-1 1 16,-4-2 4-16,5-1 0 0,-3-2 2 0,2-4 2 16,3 0 3-16,-4-2 1 0,1-2 0 0,6-1 13 15,-4-4 13-15,1 1 13 0,-4-4 2 16,0 3 11-16,0-1 6 0,1-1 2 0,-2 2 4 16,-3 3 10-16,1 0 2 0,1 0 5 0,-3 2 0 0,-2 4-13 15,1 0-3-15,-2 1-13 0,2 0-11 0,-1 2-24 16,-1-2-27-16,-1 4 0 0,0 0-2 0,0 0 3 15,3 16 5-15,-4-4-1 0,2 4-1 0,-2 3 0 16,-1 6 2-16,2 3 1 0,-1-1 0 16,0 7-2-16,0 0 6 0,-2 0 4 0,3-2 0 0,-3 0 1 15,0 0-1-15,0-2-1 0,2 2 5 0,-3-5-1 16,3 0 0-16,-3-7 6 0,0-3-6 0,0-1 1 16,3-4 0-16,-3-2 1 0,0-1-2 0,3-4 1 15,0 2 5-15,-2-1 12 0,2-2 11 0,-4-1 3 16,0-2 17-16,-2-1-11 0,-3-1-1 0,-4-2 3 15,2-1 7-15,1-2 41 0,-1-1 12 0,3 1 15 16,-1-2 2-16,3-4-12 0,0-3-10 0,-1-3-13 16,3-7-5-16,5 2-8 0,4-5-13 0,5-1-11 15,4 0-4-15,4 0-8 0,3 2-5 0,-1 5-4 16,4 0 0-16,4 3-3 0,2 1-1 0,-4 2-4 16,3 4-5-16,-4 0 1 0,3 2-3 0,-8 4 1 15,-2 1-2-15,-2-1 7 0,-2 2-13 0,-3 1 3 16,-5 3-28-16,2-3-42 0,-2 3-52 0,-5 0-36 15,8 1-2-15,-8-1-23 0,-2 5-26 0,-3 6-47 16,-1-5-66-16,-10 3-267 0,2 1-636 0,-5 0 282 16</inkml:trace>
  <inkml:trace contextRef="#ctx0" brushRef="#br0" timeOffset="62436.73">10428 6595 17 0,'-10'0'232'0,"2"0"-14"0,0 0-3 15,1 0-7-15,-1 0-10 0,8 0-8 0,-9 0-17 16,9 0-14-16,-9 0-15 0,9 0-11 0,-7 0-15 15,7 0-11-15,0 0-11 0,-7 0-7 0,7 0-13 0,0 0-4 16,0 0-7-16,-8 0-5 0,8 0-9 16,0 0 1-16,0 0-11 0,0 0-3 0,0 0-4 15,0 0-5-15,0 0 1 0,0 0-3 0,0 0-2 16,0 0 0-16,0 0 7 0,0 0 6 0,0 0 3 0,0 0 9 16,0 0 3-16,0 0 8 0,0 0 3 0,0 0 13 15,0 0-17-15,0 0-3 0,0 0-4 16,45-7 0-16,-8 2-7 0,24 0-1 0,31-9-6 15,9 5-4-15,-3 0-2 0,9-1-2 0,0 0 10 16,7 1 12-16,3 4 7 0,-2-4 2 0,-11 1 13 0,-7 1 4 16,-35 1-5-16,-4 1 6 0,-3-1-5 0,-20 4-4 15,-3-2 7-15,-12 1 7 0,-2 1-1 16,-4 1-4-16,-4-1-2 0,-1 2-6 0,-2-1-22 16,-1 1 5-16,-1-2-18 0,-5 2-45 0,7-2-42 0,-7 2-52 15,0 0-72-15,0 0-75 0,-30 5-86 0,1-3-359 16,-4-1-752-16,1 0 334 0</inkml:trace>
  <inkml:trace contextRef="#ctx0" brushRef="#br0" timeOffset="63218.28">10876 7340 122 0,'-1'-2'244'0,"-1"-2"-14"0,-1 1-12 15,-1-3-13-15,4 3-19 0,-2-2-15 0,-2 1-21 16,-1-2-16-16,-3 2-15 0,2-3-12 0,-6 3-11 0,-1-1-12 16,1 3-10-16,-5-1-8 0,-2 3-3 0,-2 0-11 15,1 0-8-15,1 1-2 0,-3 4-7 16,2-1-2-16,-1 3-7 0,2 0-5 0,-7 4-1 16,8 0-3-16,1 0-2 0,0 2-2 0,2 1-1 15,3-2-2-15,1 1 0 0,4 3-1 0,1-1-6 0,3-4 9 16,5 2-3-16,-1-1 3 0,4 0-3 0,3-1 7 15,6-2-3-15,1 3-2 0,4-4 2 0,-1-4 2 16,4 0 8-16,-2-4 9 0,3 1 11 16,-4-4 7-16,2-3 14 0,-3-1 21 0,1-4 7 0,4-3 9 15,-1-6 14-15,-4 1 4 0,2-5 6 0,-6-1-5 16,1-5 2-16,2-2-8 0,0-14-4 0,-8 0-8 16,-3-5-6-16,5-2-8 0,-5 2-1 0,1-3-5 15,0 1-10-15,-5 1-4 0,1 18-2 16,-1 2-3-16,-2 5-3 0,0 8 1 0,0 3-1 0,1 5-7 15,1 2-10-15,-4 1-11 0,4 2-32 0,-2 0-41 16,0 4-41-16,0 2 1 0,0 0 2 0,-4 17 15 16,-1-2 11-16,2 13 7 0,-2 4 3 0,-1 19 10 15,1 0 2-15,-2 5 4 0,0-1 2 0,3 3 1 16,0-6 6-16,4-2 5 0,0-17 13 0,0 3-17 16,8-5 8-16,-1 1-19 0,-3-4-3 0,5-2-16 15,-5-9-10-15,1-1-17 0,0-3-13 0,1-4-36 16,-2 0-12-16,-2-2-20 0,-1-2-12 15,2-1-22-15,0-3-66 0,-3-1-255 0,0 0-551 0,14-12 244 16</inkml:trace>
  <inkml:trace contextRef="#ctx0" brushRef="#br0" timeOffset="63685.18">11138 7079 149 0,'3'-5'258'0,"-1"2"-21"15,4 0-28-15,-1-1-18 0,4-1-23 0,-3 3-15 16,4 1-18-16,4 2-11 0,-1 1-15 0,4 3-12 16,-1 1-10-16,6 2-13 0,-4 3-4 0,0 0-8 15,0 1-8-15,0 5-3 0,-2 4-6 0,-4-4-2 16,-2 1-3-16,-2 0 0 0,-2 7-8 0,-3-5-4 16,-3-1 1-16,-4 0-3 0,1 1-1 0,-5-2 0 15,-2 0-2-15,0 0-2 0,-3-1 1 0,1-1 0 16,-4-1 0-16,5-3 10 0,2-3-3 0,-3-2 2 15,3-1 3-15,4 1 2 0,0-2 3 0,1-1 17 16,-1-1 17-16,1-1 27 0,2 0 42 0,2-2 38 16,-4 2 31-16,4-2 6 0,0 0-17 0,0 0-17 15,-3-14-22-15,7 2-18 0,5-4-14 0,4-6-20 16,2-4-17-16,1-2-12 0,3-3-16 0,0 0-15 16,3 1-6-16,-2 0-5 0,1 2-4 0,-2-1-2 15,-3 4-3-15,-2 0-6 0,0 8-1 0,-5 3 2 16,-1 4-10-16,-3 0 1 0,0 3-3 0,0 2-1 15,-1 0-5-15,-1 1-12 0,-1-1-22 0,1 4-27 16,-3 1-18-16,0 0 6 0,0 0 5 0,1 17 9 16,-5-4 8-16,2 5 0 0,-2 2 0 0,0 4 6 15,-1 3 2-15,1-1 9 0,4 2-8 0,0-3 12 16,4 0 8-16,1 0 7 0,0-8 6 0,4 0-7 16,0-1-16-16,5-2-23 0,3 0-46 0,2-8-60 15,2 3-82-15,11-6-105 0,-5-4-289 0,4-3-681 16,-8-6 302-16</inkml:trace>
  <inkml:trace contextRef="#ctx0" brushRef="#br0" timeOffset="64152">11623 6871 3 0,'0'0'340'16,"0"-6"-5"-16,0 2-1 0,0 4-16 0,2-5-6 15,-2 2-6-15,0 3-12 0,0-4-22 16,0 4-24-16,0 0-26 0,0 0-28 0,0-6-25 16,0 6-16-16,0 0-26 0,0 0-14 0,0 0-29 0,0 0-22 15,0 0-18-15,0 0 7 0,4 17-10 0,-4-7-2 16,0 3 5-16,-1 2-8 0,-1 3-7 0,1-1 2 15,1 3-4-15,-2-1-4 0,0 3-11 0,0-5 10 16,-2 0-2-16,3 2-5 0,-1-9 1 0,0 2-12 16,1-7 15-16,-1 3-1 0,1-4 3 0,1 1 1 15,-1-1 9-15,1-4 42 0,0 5 28 0,0-5 3 16,0 0-5-16,0 0-11 0,14-16-13 0,-8 4-9 16,7-3-4-16,1-5-10 0,1-2-7 0,3 2-7 15,-2-1 1-15,-1 5-10 0,-3 1-1 0,-1 0-3 16,-3 6-3-16,-2 0-2 0,-1 1-6 0,1 4-4 15,-2-2-5-15,0 3-14 0,0-1-16 0,0 4-10 16,-4 0-12-16,9 3-1 0,-4-1 8 0,2 6-18 16,0 0 0-16,1 2-9 0,-1 3-28 0,5 2-22 15,-5-2-32-15,2 2-31 0,2 1-46 0,-4-1-48 16,4-3-68-16,-8-3-271 0,5 1-664 0,-7-6 294 16</inkml:trace>
  <inkml:trace contextRef="#ctx0" brushRef="#br0" timeOffset="64551.01">12116 6927 76 0,'-4'1'235'0,"4"-1"-8"0,0 0-8 0,0 0-5 15,0 0-12-15,0 0-12 0,0 0-13 0,0 0-14 16,-8 0-9-16,8 0-12 0,0 0-10 0,0 0 0 16,0 0-24-16,0 0-6 0,0 0-4 0,0 0-5 15,0 0-9-15,0 0-7 0,0 0 4 0,0 0-20 0,0 0-4 16,0 0-2-16,0 0-8 0,0 0 0 16,0 0-5-16,0 0-2 0,0 0-1 0,0 0-6 15,0 0-3-15,0 0 5 0,0 0-3 0,0 0 10 16,0 0 3-16,0 0-3 0,0 0-7 0,0 0 0 0,0 0-3 15,30-4-2-15,-12 1-1 0,2 1-7 16,2-1-2-16,6-2-3 0,0 4-2 0,-2-5 0 16,-6 4 2-16,0 1-8 0,-3-3 5 0,0 2-3 15,-7 2-2-15,3-5 0 0,-7 4-1 0,2 0-6 0,-4-2-13 16,1 2-23-16,0 0-42 0,-4-4-34 0,-1 5-33 16,0 0-32-16,-6-6-23 0,6 6-27 0,-9-4-36 15,1 2-181-15,3 1-479 0,-4-4 213 16</inkml:trace>
  <inkml:trace contextRef="#ctx0" brushRef="#br0" timeOffset="64770.8">12495 6779 96 0,'4'-5'323'15,"-3"2"12"-15,-1 3 10 0,6-4 1 0,-4 2-12 16,-2 2-24-16,0 0-29 0,1-4-25 0,-1 4-36 15,0 0-17-15,0 0-40 0,4-2-19 0,-4 2-18 16,0 0-24-16,4 7-2 0,-4 1-22 0,0 2-8 16,0 5-9-16,2 3-2 0,0 2-9 0,-2 8-38 15,2-3-36-15,1 6-43 0,-2-6-45 0,-1 1-57 16,-1 1-71-16,-4-10-327 0,3-5-615 0,0-2 272 16</inkml:trace>
  <inkml:trace contextRef="#ctx0" brushRef="#br0" timeOffset="65369.09">13100 6392 112 0,'0'0'158'0,"0"0"-15"0,-6-1-3 0,6 1-2 16,0 0-6-16,0 0-1 0,0 0-2 0,0 0-5 15,0 0 0-15,0 0 1 0,0 0-6 0,0 0-5 16,0 0-7-16,0 0-5 0,0 0-5 0,-6 4-4 16,6-4-8-16,0 0-2 0,0 0-9 0,0 0-3 15,0 0-3-15,0 0-6 0,0 0 7 0,0 0 5 16,0 0 3-16,27 0 4 0,0-1-6 0,6-1-4 16,7-3-13-16,16 2-2 0,5-2-8 0,2 0-7 15,1 1 1-15,-4 0-8 0,-4 0-1 0,-15 2-7 16,-5 1 5-16,-4-1-11 0,-4-2-9 0,-11 1-16 15,-4 2-18-15,-1 1-26 0,-4-1-12 0,-3-1-46 16,-1 1-34-16,-4 1-32 0,0 0-17 0,0 0-18 16,-26-4-28-16,8 1-129 0,-2 1-394 0,-8-1 175 15</inkml:trace>
  <inkml:trace contextRef="#ctx0" brushRef="#br0" timeOffset="65601">13556 6212 212 0,'0'-7'281'0,"1"2"-6"0,-1 1-6 0,1 0-4 16,-1 4-13-16,0-6-26 0,0 2-17 0,0 4-29 16,0-4-22-16,0 4-19 0,0 0-23 0,0 0-11 15,0 0-11-15,0 0-15 0,0 21-8 0,-1-5-5 16,1-2-7-16,0 6-6 0,-2 8-5 0,-1-2-3 16,3 2-9-16,-1 0 0 0,2 1-2 0,3-3-4 15,-2 2 5-15,1-3-1 0,2-6-6 0,-2-1-3 16,1-1 10-16,1-1-13 0,-1-4-17 0,-1 0-30 15,2-3-20-15,-1-1-31 0,0-3-36 0,0 2-41 16,1-2-53-16,5-3-279 0,3-2-524 0,-4-2 232 16</inkml:trace>
  <inkml:trace contextRef="#ctx0" brushRef="#br0" timeOffset="65785.48">14361 6338 231 0,'7'0'401'0,"-7"0"-9"0,0 0-31 0,0 0-40 15,8 0-32-15,-8 0-33 0,7-4-55 0,-3 2-68 16,3-2-74-16,5 0-68 0,2 1-84 0,6-2-90 16,0-2-211-16,9 0-425 0,-1-2 188 0</inkml:trace>
  <inkml:trace contextRef="#ctx0" brushRef="#br0" timeOffset="65921.14">15180 6302 174 0,'9'-3'223'0,"-9"3"-53"16,9-2-49-16,-4 0-66 0,4-2-62 0,5 0-116 15,3-1-133-15,3 1 59 0</inkml:trace>
  <inkml:trace contextRef="#ctx0" brushRef="#br0" timeOffset="66061.02">15782 6259 51 0,'0'0'278'16,"0"0"-22"-16,0 0-19 0,0 0-32 0,0 0-50 15,0 0-67-15,0 0-88 0,0 0-97 16,0 0-99-16,0 0-212 0,12-13 94 0</inkml:trace>
  <inkml:trace contextRef="#ctx0" brushRef="#br0" timeOffset="66918">17231 6076 91 0,'-5'0'188'0,"5"0"-7"0,-9 0-9 16,9 0-11-16,0 0-18 0,-8-1-12 0,8 1-10 15,0 0-10-15,0 0-13 0,0 0-6 16,-7 1-10-16,7-1-4 0,0 0-4 0,0 0-4 0,0 0-2 16,0 0-1-16,0 0 1 0,0 0-1 0,0 0 1 15,0 0 2-15,-7-4-1 0,7 4-1 0,0 0-3 16,0 0 1-16,0 0-8 0,0 0-1 0,0 0-6 15,0 0-5-15,0 0-5 0,0 0-5 0,0 0-4 16,0 0-4-16,0 0-3 0,0 0 0 0,0 0-5 16,0 0 1-16,0 0-5 0,0 0 1 0,0 0-3 15,0 0 4-15,0 0 0 0,0 0-3 0,0 0-1 16,0 0 1-16,-3 5 7 0,3-5-6 0,0 0 1 16,0 0-4-16,0 0 4 0,0 0 7 0,0 0 1 15,0 0 1-15,0 0-1 0,21-7-1 0,-3 4-8 16,4 1 0-16,11-4-1 0,5 1-3 0,15 0-1 15,0-2-2-15,2 1 0 0,3 1 3 0,-1-2-4 16,-2 2-1-16,-1 0 2 0,-15 2-2 0,-3-1 2 16,0 4-1-16,-6-4 0 0,-10 1-9 0,-1 1-12 15,-5 2-19-15,-4 0-21 0,-2 0-25 0,2-1-19 16,-6 1-25-16,-4 0-37 0,3-4-28 0,-3 4-12 16,0 0-3-16,-22-1-175 0,4 0-407 0,0 0 180 15</inkml:trace>
  <inkml:trace contextRef="#ctx0" brushRef="#br0" timeOffset="67151">17655 5908 86 0,'-1'-12'318'0,"1"2"4"0,-1-2 16 15,-2 2-4-15,2 0 8 0,2 1-7 0,-3 4-21 16,2-2-29-16,0 2-34 0,0 5-47 0,0-5-8 15,-2 2-32-15,2 3-27 0,0 0-16 0,0 0-10 16,-2 20-11-16,-1-6-13 0,-2 14-6 0,1 2-10 16,-1 4-8-16,1 12-26 0,2 0 19 0,-5-2-14 15,7-8-50-15,2 0-52 0,-1-2-47 0,3 3-62 16,0-4-84-16,-2-8-380 0,2-4-686 0,-1-8 303 16</inkml:trace>
  <inkml:trace contextRef="#ctx0" brushRef="#br0" timeOffset="72233">19359 5779 163 0,'-6'-8'177'0,"-1"-3"-13"0,0 1-14 0,0 1-10 15,-6 0-15-15,3 1-10 0,-6 1-14 0,0 2-9 16,-6 2-11-16,2 3-10 0,-9 0-9 0,1 5-7 16,-2 2-6-16,-1 1-6 0,-1 4-11 0,1 1-2 15,2 4 1-15,2 1-5 0,-1 2-2 0,4-1-1 16,0 3 5-16,3-1-15 0,5-1 3 0,-1-1-2 16,3-2-2-16,2 0-1 0,2 0-1 0,1 0 2 15,4-3 10-15,1-3-2 0,0 1 9 0,3-2 2 16,-2 1 5-16,3-5 10 0,0 1-2 0,3-1 8 15,-2-2 9-15,-1 1 8 0,4-2 10 0,-4-3 19 16,4 3 20-16,1-3 4 0,-5 0 13 0,14-6 7 16,-5-1 0-16,0 0-6 0,5-5 5 0,-2-2-6 15,-2-1-31-15,9-6 6 0,-7 4 0 0,3-5-8 16,0 2-2-16,-2 3-4 0,-1 0-2 0,-2 0 5 16,-1 3 11-16,-2 2-2 0,-1 2-2 0,1 0 12 15,-2 2-2-15,-1 3-11 0,-3 0-9 0,3 1-17 16,0-2-12-16,-4 6-12 0,1-2-23 0,-1 2-23 15,4-3-28-15,-4 3-8 0,0 0 4 0,0 11-4 16,-2-5 10-16,2 6-3 0,-2 3 1 0,1 1 2 16,-3 1 7-16,2 4-5 0,-1-1 3 0,-1 6-9 15,4-8 2-15,0 7 12 0,-2-7 4 0,-1 2 2 16,3-3-4-16,0 0 7 0,0-5-4 0,5-3 7 16,-5 0 7-16,1-1-8 0,2-5 0 0,2 6 5 15,0-6 9-15,3 0 5 0,2 1 3 0,3-2 1 16,5-4 0-16,4 0-8 0,7-5 2 0,0-5-12 15,1 7-27-15,3-6-52 0,-1-3-76 0,1 1-88 16,-2 0-91-16,-1-4-101 0,-3 0-253 0,-1 0-733 16,0-2 325-16</inkml:trace>
  <inkml:trace contextRef="#ctx0" brushRef="#br0" timeOffset="72750.6">19774 5943 5 0,'0'0'246'16,"0"-4"-9"-16,0 4 8 0,-1-5-21 0,1 5-19 15,-3-3-22-15,3 3-19 0,0 0-18 0,-9-4-19 16,9 4-9-16,-9 0-13 0,3 0-16 0,6 0-11 16,-17 2-7-16,7 1-11 0,-3 3-1 0,0-1-12 15,2-1-8-15,-4 8-4 0,-1-3 0 0,2 0-8 16,0 1-2-16,5 0-4 0,-2 0-2 0,1 0-1 15,2-1-2-15,0 1-1 0,2 2 1 0,1-6-4 16,-3 4 0-16,5-3 0 0,2-1 1 0,0-1 12 16,1 0 10-16,1 2 13 0,0-4 13 0,5 3 10 15,0-3 3-15,-1 0 0 0,3-3-6 0,2-3-1 16,3 0-6-16,0-1 7 0,-1 1-1 0,4-7 7 16,-2 1 0-16,-2-3-2 0,0 0-7 0,-1-3-11 15,-2 1-6-15,0-3-7 0,0 1-10 0,-1-2-8 16,-3 0-4-16,-5 2-5 0,1 4-5 0,-2 0-12 15,1 1-9-15,-4 3-11 0,0 0-12 0,-2 1-17 16,-3 0-13-16,-2 3-17 0,0 0-17 0,-3 2-24 16,-4 2-34-16,0 2-35 0,8-1-36 0,-2 3-255 15,1-1-523-15,6-1 231 0</inkml:trace>
  <inkml:trace contextRef="#ctx0" brushRef="#br0" timeOffset="73466.75">20101 5724 284 0,'0'-4'293'0,"0"0"-29"0,0 4-31 15,1-5-24-15,-1 5-25 0,4-2-30 0,-4 2-28 16,0 0-15-16,0 0-12 0,8 7-11 0,-4-2-22 15,-1 6-14-15,5-2-16 0,-3 3-15 0,4-2-15 16,-1 4-11-16,1 1-15 0,-3-6-7 0,6 1-5 16,-3-2 0-16,1 1-5 0,0-2 5 0,-1-2 6 15,3 0-8-15,0-5 9 0,1 2 4 0,-6-4 2 16,7-1 14-16,-3-3 17 0,0 0 21 0,0-3 14 16,2-2 11-16,-1-3 11 0,-1-1 11 0,-1-1 10 15,-3-1 2-15,2 1 5 0,-1-2 6 0,1-1-1 16,-4 2 3-16,0 2 2 0,2 3 8 0,-5 2-9 15,1 0-4-15,-2 4-6 0,2 1-18 0,-2-2 2 16,1 3-18-16,1 2-12 0,-2-1-27 0,-1 3-19 16,0 0-3-16,0 0-3 0,0 0 0 0,-1 21 6 15,-2-4-9-15,-3 7 2 0,2 5 1 0,-1 0 1 16,0 5-4-16,1 1 2 0,-5 0 5 0,4 1-2 16,-3 12 0-16,3-2 3 0,5-11-3 0,-5-2 5 15,5 1-5-15,-2 2 3 0,0-5 1 0,2 1-3 16,-5-3 0-16,0 0 3 0,1 0 1 0,3-4 0 0,-5-1-3 15,0-4 4-15,0-3-5 0,1 0 5 0,-1-1-5 16,-1-6 3-16,1 1 0 0,-4-2 1 16,2 1 11-16,-8-1-2 0,1-1 3 0,-1-2 3 15,-5-1 1-15,-2-2 3 0,3 1 3 0,-6-3 5 16,3-1 8-16,4-3 4 0,0 0 14 0,1 0 26 0,5-1 14 16,-1 1 24-16,4-6 9 0,-1 4 8 0,2-5 7 15,-1-3-7-15,4-1-15 0,0-6-13 16,6-7-24-16,5-3-24 0,2-6-28 0,10-8-21 15,5-4-5-15,5 4 0 0,3 6-7 0,4-1-1 0,5 1 2 16,2 3 1-16,-3 4-8 0,1 1 2 0,-10 8-3 16,-1 4-11-16,0 1 12 0,-1 0 1 0,-1 4 5 15,-11 2 0-15,0 5 1 0,-4-2 3 16,-2 2-5-16,1 2-1 0,-6 0 2 0,1-2-3 16,0 5-2-16,-2-1-3 0,2 0-23 0,-5 2-32 0,5-1-42 15,-5 1-46-15,0 0-2 0,0 0-8 0,0 0-15 16,0 0-29-16,-16 15-31 0,10-10-43 0,-2 5-38 15,-2-3-255-15,2-2-617 0,3 1 274 0</inkml:trace>
  <inkml:trace contextRef="#ctx0" brushRef="#br0" timeOffset="73741">20837 5840 98 0,'0'0'333'0,"0"0"-6"0,0 0-14 0,0 0-14 15,0 0-6-15,-5 1-25 0,5-1-29 0,0 0-27 16,0 0-32-16,0 0-25 0,17-8-3 0,-6 6-17 15,7-1-24-15,0-1-25 0,0 1-41 0,3 0-39 16,6-1-41-16,-5 3-40 0,-3 1-47 0,4-2-45 16,-5 1-44-16,1 1-230 0,-6-1-477 0,2 1 211 15</inkml:trace>
  <inkml:trace contextRef="#ctx0" brushRef="#br0" timeOffset="73905.08">20938 6011 95 0,'-3'4'335'16,"1"-3"0"-16,2-1-22 0,0 0-29 0,0 0-33 15,19-1-28-15,1-2-18 0,9 2-46 16,4 0-59-16,3-2-69 0,3 0-88 0,18 1-100 16,-17-3-197-16,-3 0-382 0,-2-1 170 0</inkml:trace>
  <inkml:trace contextRef="#ctx0" brushRef="#br0" timeOffset="77016.16">22572 5356 179 0,'0'0'175'0,"0"-5"-15"0,0 5-15 0,0-5-19 15,0 5-18-15,0 0-10 0,0 0-5 0,-23 12-12 16,4 0-13-16,-4 5-9 0,-4 3-6 0,-10 14-5 15,0 0-7-15,0 4 8 0,4 3 4 0,-3 3-5 16,1 4-3-16,3-4-4 0,2-4-5 0,3 5-3 16,8-14-4-16,1 3 1 0,3-3-4 0,2 1-4 15,3-4 1-15,0 1-2 0,2-3-4 0,8-8 11 16,-2-1 13-16,4 0 10 0,3-1 8 0,0-3 9 16,0-4 5-16,3-1 7 0,2 2 2 0,-2-5-1 15,2-1 5-15,3-1 5 0,-3-3 9 0,2 0 3 16,-1-3 6-16,1-1 9 0,-2 1 5 0,0-2-3 15,-1-4 13-15,0 3-11 0,0-5-6 0,-3 1-9 16,-1 0-5-16,-1-2-1 0,-2 0-17 0,-1 0-6 16,-1 0-5-16,-1-4-10 0,-1 5 2 0,-3 0-14 15,0-2-15-15,-6-1 2 0,3 6-3 0,-1-2-13 16,0 1-1-16,-1 3-9 0,1-2-10 0,0 3-8 16,0-2 17-16,3 3-2 0,2 3 5 0,-3-4-1 15,6 2-23-15,1 3-18 0,-5-4-12 0,1 3-11 16,4 1-5-16,0 0 3 0,0 0 7 0,0 0 4 15,14-4 4-15,-1 4 13 0,9 0-8 0,8 0 1 16,2-3-3-16,1 3 1 0,3 0 1 0,1-1 4 16,-2 1 1-16,-1-1 3 0,-1-1 0 0,-2 4 7 15,-1-4-4-15,0 2 5 0,-8 0 0 0,-4-2 4 16,-3 2 4-16,-2-1-1 0,-2-1 4 0,-3 2 13 16,0 0 22-16,0-2 10 0,-2 1 12 0,-6 1 19 15,7-1-7-15,-7 1 5 0,9 0-2 0,-9 0-3 16,4-1-3-16,-4 1-11 0,0 0 7 0,0 0-35 15,0 0 15-15,0 0 1 0,0 0-13 0,0 0 1 0,0 0-8 16,0 0 10-16,0 0-14 0,0 0 1 16,0 0 0-16,0 0-5 0,0 0-7 0,-14 8 4 15,8-7 0-15,0 0-19 0,-1 3 12 0,-1-1 2 16,1-1-1-16,-3 6-3 0,-1-4 5 0,1 4-1 0,-3-1-5 16,-1 6 8-16,0-3-10 0,-3 5 6 0,2 4 4 15,1-4-14-15,1 0 3 0,3 0 5 16,1 4-3-16,-1-5 0 0,1 3 0 0,3-1 6 15,0 1-7-15,4-1 2 0,1-6 8 0,1 4-3 16,1-2-4-16,3 1 14 0,1-2-23 0,7 3 25 0,0-4 1 16,6 0 7-16,6 0-9 0,3-1 0 0,5-1 3 15,-2-3 2-15,-1-1-7 0,-2 0-4 16,-6-3 15-16,-3 1-13 0,-2-1 3 0,-5 1-4 16,-2-2 8-16,1 0-3 0,-2 2 7 0,-3-2 16 0,-5 0 16 15,9 0 8-15,-9 0 1 0,9 0 8 0,-9 0-1 16,5 0 3-16,-5 0-6 0,7 0-7 0,-7 0-7 15,0 0-5-15,0 0 1 0,6 0-8 0,-6 0-6 16,0 0-12-16,0 0-17 0,0 0-20 0,0 0-17 16,0 0-20-16,0 0-25 0,0 0-60 0,0 0-93 15,0 0-77-15,-9-8-87 0,0 3-334 0,0-3-792 16,4 0 351-16</inkml:trace>
  <inkml:trace contextRef="#ctx0" brushRef="#br0" timeOffset="78118.34">23084 5576 17 0,'0'0'247'0,"1"-7"-14"15,3 3-21-15,-3 0-19 0,0 0-17 0,2 1-14 16,2 1-23-16,1-1-12 0,1 2-16 0,1 0-14 16,0 1-9-16,1 0-10 0,1 2-10 0,-1 2-9 15,0 2-5-15,-1 1-7 0,0 1-6 0,2 6-5 16,-4 2 3-16,1 4-5 0,-5-1-1 0,3 1-5 16,-6 5-1-16,-3-1 0 0,-1-3-4 0,0 4 0 15,-3-2-4-15,-1-5 1 0,-3 4-3 0,3-3 0 16,0-5-2-16,-3 2-2 0,3-3 1 0,0-4 2 15,-1 2-1-15,4-5 4 0,-1 0 5 0,2 0 9 16,3-1 15-16,-3-2 19 0,2-1 33 0,0-1 43 16,3-1 43-16,-2 6 36 0,2-6 20 0,0 0-30 15,0 0-22-15,5-17-15 0,1 8-20 0,3-6-19 16,9-6-12-16,1-1-16 0,4-1-9 0,0-4-9 16,2 0-11-16,0 0-5 0,-3 1-8 0,-2 0-9 15,1 3-4-15,-1 1-5 0,-1 1-7 0,-6 9-2 16,-4-1-4-16,1 3-3 0,-5 4 7 0,-1-1-3 15,4 2-5-15,-5 1 0 0,0 0-8 0,2 2-6 16,-5-1-8-16,0 3-8 0,4-3-9 0,-4 3-23 16,4-2-14-16,-4 2 1 0,0 0-5 0,0 0 8 15,-8 14 7-15,0-3 3 0,1 3-1 0,-2 0 3 16,-3 1 3-16,1 2 3 0,2 3 7 0,-1-4-7 16,1 4 6-16,1-2 3 0,1 0 4 0,-1-2 0 15,4 2 5-15,2-2-1 0,0-3-4 0,2-1-8 16,2-1 16-16,0-2 4 0,0 1 2 0,4 0 3 15,1-2 8-15,1 0 4 0,3-2 6 0,6 0 4 16,0-1 7-16,0-3 3 0,3 1 5 0,-10-3 12 16,7 1 2-16,-6-2 3 0,1 1 6 0,-1-3 1 15,-2 3 12-15,-1 0 2 0,-2 0 2 0,-6 0 5 16,11 0-2-16,-6 0-3 0,-5 0 0 0,0 0-1 16,10-2-11-16,-10 2-7 0,0 0-15 0,4 0 3 15,-4 0-7-15,0 0-4 0,0 0-5 0,0 0-12 16,0 0-10-16,7 0-10 0,-7 0-26 0,0 0-12 15,0 0-23-15,0 0-30 0,0 0-29 0,0 0-29 16,0 0-29-16,0 0-36 0,0 0-26 0,0 0-27 16,0 0-71-16,0 0-90 0,0 0-352 0,-1-11-839 15,1 11 370-15</inkml:trace>
  <inkml:trace contextRef="#ctx0" brushRef="#br0" timeOffset="78381.98">23684 5430 87 0,'0'-4'383'0,"0"4"-22"0,1-6-35 0,-1 3-36 16,0 3-35-16,0 0-28 0,0 0-30 0,0 0-22 15,0 0-11-15,10 11-23 0,-4 2-14 0,0 4-14 16,4 6-20-16,2 7-6 0,-2 4-3 0,-2 0-7 15,3 13-1-15,-2-2-12 0,-8-9-7 0,-2-1-1 16,-4 2-5-16,-5-2-16 0,-2-2-23 0,-3-1-17 16,-11 10-29-16,-7-4-36 0,-4-7-45 0,-4-2-51 15,-2-6-77-15,-8-2-242 0,-3-7-524 0,4-7 232 16</inkml:trace>
  <inkml:trace contextRef="#ctx0" brushRef="#br0" timeOffset="78882.92">23197 5257 198 0,'-1'-4'270'0,"-3"1"-20"15,4 3-25-15,-4-4-25 0,4 4-26 0,-7 0-17 16,7 0-20-16,-16 8-19 0,2 4-12 0,-6 8-13 15,-2 3-10-15,-9 16-11 0,1 1-8 0,-1 5-7 16,2 1 0-16,-2 3-10 0,4 3-4 0,-1-1 0 16,8-1-6-16,-1-1 1 0,8-2-5 0,7-11 1 15,1-1 21-15,5-1 6 0,3 1 12 0,12 11 17 16,-1-16 5-16,5-2 2 0,5 0 15 0,6-2 6 0,-4-5 6 16,8-1 5-16,-4-8-4 0,0 5-12 0,-3-8-6 15,-9 1 9-15,-1-4 7 0,-4-2 11 16,-3 0 6-16,-1-1 11 0,-4-2 10 0,1 0 4 15,0 2 4-15,0-1 1 0,-6-2 0 0,5 0-4 16,-5 0-12-16,8 0-12 0,-8 0-14 0,4 3-9 0,-4-3-24 16,0 0-44-16,0 0-57 0,0 0-71 0,0 0-98 15,5-3-190-15,-5-2-563 0,3 0-1005 16,-2-2 445-16</inkml:trace>
  <inkml:trace contextRef="#ctx0" brushRef="#br0" timeOffset="89065.21">5567 8688 123 0,'0'-5'181'0,"-2"0"-3"0,-1 0-4 15,2-2-5-15,-2 2-17 0,1-2-1 16,-1 2-13-16,-1 3-11 0,0-6-12 0,-2 4-5 16,0-1-8-16,0 2-12 0,-3-4-11 0,-2 5-11 15,-1-1-4-15,0 3-5 0,-6 0-11 0,-4 5-6 0,-3 5-8 16,-1 2 1-16,-4 3-2 0,1 3-1 0,1 2 7 15,0-1-3-15,0 5-4 0,1-1-5 0,4 2-3 16,4 3-4-16,-3-4-2 0,3 0 1 16,4 0-4-16,1-4-1 0,5-1-3 0,3-2 2 0,1-1-4 15,3 1-1-15,2-6 2 0,0 2 1 0,2-4 8 16,2 2-10-16,3-4 4 0,-1 3 2 0,4-7 2 16,2 2 3-16,-1-3-1 0,5-2 4 0,-4-3 3 15,6-2 4-15,-1-4 4 0,-2 1 8 16,2-5 0-16,-2 0 1 0,4-4 3 0,-2-5 1 0,-2-2 3 15,-2 3 1-15,-1-2-4 0,0-2 3 0,-1 2 10 16,-1-1 5-16,-4 7 14 0,-1 3 2 0,3-3 18 16,-4 5 7-16,-3 3-8 0,3 1-8 0,-4 1 2 15,2 1-12-15,1 4-8 0,-3-3-8 16,1 1-15-16,-1 4-17 0,0-4-32 0,0 4-9 0,0 0 0 16,0 0 2-16,0 20-6 0,-1-7 2 0,-4 6 9 15,2 4-8-15,1 5 2 0,-1-2-2 0,-1-1 7 16,3 2-12-16,-2-1 4 0,2 0 5 0,1-2 1 15,1-5-2-15,2 1 7 0,-2-3-4 0,2-2 6 16,-2-5-6-16,3 2 8 0,-3-2-4 0,2-4 0 16,-1-1-1-16,2 0 8 0,0 1 8 0,1-5 7 15,3 2 11-15,3-6-5 0,6-1 3 0,5-1-1 16,-4-3-6-16,8-4-1 0,-6 3-2 0,4-3-20 16,-7 2-43-16,0 0-55 0,1-1-50 0,0 1-63 15,-1-1-84-15,-4 0-312 0,3-1-657 0,-3 4 290 16</inkml:trace>
  <inkml:trace contextRef="#ctx0" brushRef="#br0" timeOffset="89564.98">6060 8879 99 0,'0'-4'223'0,"0"4"-9"15,0 0-12-15,-5-3-13 0,5 3-13 16,0 0-19-16,0 0-18 0,-2-3-14 0,2 3-11 15,0 0-12-15,0 0-14 0,0 0-10 0,-16 3-9 16,11 1-9-16,-5 0-4 0,1 2-10 0,0 1-7 0,-2 1-4 16,2 0-5-16,0 2 0 0,-4 3-7 0,3-1-2 15,2 1-5-15,1-1 2 0,1 0-2 16,2 0-5-16,1-2 3 0,1 3-3 0,2-3 1 16,-1 2-1-16,2-4-3 0,2-1 8 0,1-1 12 0,0 0 14 15,3 1 7-15,1-4 4 0,1 0 9 0,5-1 1 16,-1-5-4-16,3-3 4 0,2 0-2 0,-3-1-16 15,1-3 10-15,-1 1 3 0,-3-5 1 0,-1 1-3 16,1 0-4-16,-6-4-2 0,2 0-9 16,-3-1-7-16,-2 1 4 0,-1 1-9 0,-1 0 0 0,0 0-6 15,-2 6-8-15,-4-2-8 0,1 5-12 0,-1-2-17 16,-1 1-18-16,-2 4-17 0,-6 3-20 0,4-2-17 16,-3 6-19-16,-4-2-17 0,3 3-34 0,0 4-38 15,4-3-22-15,-3 3-175 0,7-1-431 0,-1 1 190 16</inkml:trace>
  <inkml:trace contextRef="#ctx0" brushRef="#br0" timeOffset="89779">6436 8956 130 0,'6'0'300'0,"-6"0"-24"15,0 0-27-15,0 0-29 0,6 1-24 0,-6-1-19 16,0 0-24-16,2 4-15 0,-2-1-16 0,0-3-15 16,-2 9-16-16,-1 0-4 0,3 1-10 0,-6 1-2 15,-1 3-7-15,-6 1-14 0,4 2-17 0,-6 3-27 16,-2 3-33-16,-2-1-49 0,-1-1-61 0,-3-3-258 16,-4 0-421-16,3-5 187 0</inkml:trace>
  <inkml:trace contextRef="#ctx0" brushRef="#br0" timeOffset="90397.32">7131 8756 126 0,'-5'-9'255'0,"1"1"-12"0,-5 1-17 16,2 0-17-16,0 1-20 0,1 0-17 0,-4 0-21 16,-1 3-15-16,2 1-13 0,-2 2-16 0,-2 0-13 15,-1 1-11-15,-1 3-6 0,-4 1-6 0,1 3-12 16,0 2-7-16,0 1-6 0,0 1-9 0,-1 5-1 16,3-2-2-16,1-1 0 0,2 2-8 0,1 1-4 15,3-1 1-15,1-1-2 0,0 1-1 0,3-4-2 16,3-2-3-16,0 2 1 0,2-3 1 0,2 1 1 15,0-3-3-15,2-2 10 0,2 0 2 0,0-2-1 16,1-1 2-16,5-2 3 0,-1-1 6 0,-2-3-1 16,3 2 3-16,3-9 7 0,-6 5 5 0,6-6-2 15,-2 0 3-15,-3-1-5 0,3 0-2 0,-4 0 1 16,1-1-1-16,-3 4 17 0,-1 0 11 0,-2 2-11 16,0 2 2-16,1 1-7 0,-2 0-14 0,0 0-4 0,0 3-8 15,-2-1-10-15,-1 3-17 0,4-2-6 16,-4 2-4-16,0 0 3 0,4 12-3 0,-3-6 3 15,0 4-2-15,2 0 5 0,-1 0-1 0,2 2 0 16,1 0 0-16,0-2 1 0,4 3 3 0,-1-2-12 0,2-1-26 16,3 0-26-16,-2-1-37 0,1-2-46 0,1-2-68 15,3 0-51-15,-4-3-239 0,2-2-543 16,-1-2 239-16</inkml:trace>
  <inkml:trace contextRef="#ctx0" brushRef="#br0" timeOffset="91030.45">7360 8889 92 0,'0'0'370'0,"0"0"-6"0,0 0-3 16,0 0-9-16,5-12-5 0,-5 12-15 0,1-3-21 15,-1 3-24-15,0-5-22 0,0 5-37 0,0 0-23 16,0-5-28-16,0 5-20 0,0 0-18 0,0 0-28 15,0 0-48-15,0 0-25 0,0 0-11 0,0 0 1 16,0 18-3-16,0-7-4 0,3 0-2 0,-3 4-2 16,0 2-2-16,0 0-8 0,-3 3-1 0,7-1 9 15,-4-1-5-15,0 2 5 0,0-2-8 0,0-1-1 16,0-2 3-16,1-1-4 0,-1-1 4 0,3-4 11 16,-3-1-9-16,0-1-5 0,1-2 2 0,-1 1-8 15,0-1 25-15,0-5-11 0,0 6 20 0,0-5 19 16,0-1 14-16,0 0 11 0,0 4-2 0,0-4-2 15,0 0-4-15,0 0-12 0,0 0-4 0,0 0-9 16,0 0-2-16,0 0-24 0,0 0-22 0,0 0-25 16,0 0-40-16,0 0-42 0,7-9-38 0,-7 9-38 15,0-6-32-15,0 6-32 0,-3-6-46 0,3 2-45 16,0 4-251-16,0-10-640 0,0 3 283 0</inkml:trace>
  <inkml:trace contextRef="#ctx0" brushRef="#br0" timeOffset="91227.02">7646 9022 89 0,'0'0'292'16,"9"0"-28"-16,-9 0-22 0,0 0-20 0,0 0-27 16,5-1-21-16,-5 1-19 0,0 0-13 0,0 6-16 15,0-1-11-15,-2 1-12 0,-1 0-11 0,-1 3-6 16,-1 1-9-16,-4 3-5 0,3-2-9 0,-2 6-5 15,-1 2-20-15,-5 3-23 0,4 2-46 0,-3-2-44 0,-5-2-55 16,8-3-63-16,-4-2-173 0,-3-2-395 16,-2-4 175-16</inkml:trace>
  <inkml:trace contextRef="#ctx0" brushRef="#br0" timeOffset="91563.02">8037 8923 271 0,'0'0'311'0,"0"0"-26"16,0 0-21-16,0 0-29 0,0 0-25 0,0 0-18 16,9-9-24-16,-4 8-21 0,4-2-33 0,-3-1-34 15,5 4-52-15,0-2-58 0,7-1-71 0,4 0-66 16,-3-1-168-16,9-1-362 0,4 0 160 0</inkml:trace>
  <inkml:trace contextRef="#ctx0" brushRef="#br0" timeOffset="91714.92">8768 8849 59 0,'8'-1'340'15,"-8"1"-31"-15,5-4-25 0,-1 2-32 0,-2 0-24 16,2-3-31-16,1 3-26 0,0 0-53 0,4-1-60 0,5-4-72 15,4 4-65-15,13-4-82 0,0 0-133 0,3 0-318 16,0-3 141-16</inkml:trace>
  <inkml:trace contextRef="#ctx0" brushRef="#br0" timeOffset="91879.01">9460 8753 53 0,'0'0'426'0,"0"0"-17"0,0 0-32 0,0 0-29 16,0 0-40-16,8-10-30 0,-7 7-25 0,2 1-25 0,0-2-38 16,1 0-67-16,2-1-73 0,0 4-93 0,3-2-111 15,0-3-321-15,1 1-514 0,2 0 228 16</inkml:trace>
  <inkml:trace contextRef="#ctx0" brushRef="#br0" timeOffset="92914.01">11409 8644 10 0,'0'-8'245'0,"1"2"-8"16,1 0-1-16,-4 0-8 0,4-1-13 0,-2 2-10 16,-2 0-13-16,1-2-13 0,-1 2-14 0,0 1-14 15,0-1-14-15,-1 2-17 0,-4 0-13 0,0 1-11 16,-4 1-12-16,-3 4-14 0,-3 0-6 0,-2 4-6 15,-1 2-8-15,-5 4-5 0,1 1-5 0,1 3-5 16,0 0 0-16,2 4-6 0,2-3-3 0,4-3-3 0,0 6-3 16,4-6-3-16,0 2-1 0,3 0 0 15,0-4-3-15,5-3-4 0,0 0-4 0,1-3 1 16,0 0-5-16,1-1 7 0,1-2 6 0,1-3 0 0,-1-1 2 16,10 2 7-16,1-5 0 0,-1-1 0 0,1-1 0 15,4-6 7-15,-1 0 4 0,-2 4 5 16,4-5-3-16,-3 0 7 0,0 2-9 0,0-2-4 15,-4 4-4-15,4 3 2 0,-8-2-11 0,3 2 1 16,-3 1-5-16,0-1-3 0,0 2-6 0,0 1-1 0,-1 1 0 16,-4 1-7-16,12 0 2 0,-7 2 0 0,4 0 3 15,0 2-6-15,0 1-12 0,2 1-10 16,-1 2-19-16,1-2-33 0,0 1-39 0,-1 1-45 16,-1 1-46-16,3-2-61 0,-1-2-190 0,-6 0-497 0,2-4 219 15</inkml:trace>
  <inkml:trace contextRef="#ctx0" brushRef="#br0" timeOffset="93247.02">11607 8614 167 0,'2'-5'295'0,"1"2"-23"0,1-2-29 0,-1 2-28 16,-1 1-25-16,2-1-18 0,-4 3-23 15,7 0-16-15,-7 0-13 0,11 6-16 0,-2-2-7 0,0 4-14 16,-3-1-8-16,5 3-8 0,-1-1-5 0,-1 5-6 15,2 0-10-15,-2-1-2 0,-1-1-3 0,-4 0-5 16,2-2-6-16,-1 0-1 0,-1-1-2 0,2 0-4 16,-3-1 2-16,1-3-6 0,-2 0 6 0,1-2 1 15,1 1 8-15,-4-1 17 0,2-1 28 0,-2-2 35 16,0 0 31-16,0 0 41 0,3 3-3 0,-3-3-18 16,2-8-19-16,0 2-13 0,2-5-18 0,-2 1-12 15,5-7-10-15,0 1-20 0,-1-2-24 0,4-5-29 16,-3 4-16-16,5 2-28 0,-3 2-33 0,-2-1-30 15,7 3-33-15,-6 4-37 0,1 1-23 0,1 2-31 16,4-2-19-16,-1 5-25 0,6 1-26 0,-5 6-213 16,-1-3-535-16,0 3 236 0</inkml:trace>
  <inkml:trace contextRef="#ctx0" brushRef="#br0" timeOffset="93630.09">12037 8679 50 0,'0'0'155'0,"0"0"17"0,0 0 15 15,1 4 12-15,-1-4 3 0,0 0-4 0,0 0-10 16,6 0-13-16,-6 0-22 0,13-5-18 0,-3 1-12 16,3-2-13-16,1-1-9 0,4-1-7 0,1 2-8 15,-1-6 4-15,5-3-4 0,-4 5 1 0,-2-2 5 16,-2 0-6-16,8-3-6 0,-9 1-2 0,-1 2 2 16,0-2 6-16,-3 4 8 0,-3 2 7 0,0-3 8 15,-4 6 2-15,0-2-1 0,1-3-11 0,-1 4-10 16,-3 0-10-16,-4 2-2 0,0 1-22 0,-5 1-9 15,-1 2-13-15,-9 2 1 0,1 2-3 0,-2 1-5 0,-7 6-8 16,0 0 0-16,9-2-8 0,0 4 5 16,-1 4-12-16,2-3 3 0,7 2-6 0,0 0-3 15,0 3-3-15,7 0-2 0,3-2 2 0,1 3 2 16,8-1 4-16,9 5-3 0,5-6 10 0,5-1-3 16,2-3 0-16,3-5-1 0,3 1 1 0,2-3 2 0,13-2 0 15,-15-4-6-15,-3 1 4 0,-1-2 10 16,-2-2-13-16,-9 1 7 0,-3 1 0 0,-6-2 22 15,-2 2 16-15,-5 0 6 0,0 0 11 0,4-1-6 16,-9 1 0-16,6-2-9 0,-6 2-21 0,7 0-21 0,-7 0-44 16,0 0-45-16,5 2-48 0,-5-2-62 0,0 0-132 15,0 0-327-15,0 0-707 0,-17-7 313 16</inkml:trace>
  <inkml:trace contextRef="#ctx0" brushRef="#br0" timeOffset="94847.14">13735 8515 84 0,'0'0'237'15,"0"0"-11"-15,0 0-17 0,0 0-14 0,0 0-17 16,0 0-21-16,-4-2-12 0,4 2-14 0,0 0-14 16,0 0-14-16,0 0-8 0,0 0-9 0,0 0-10 15,0 0-9-15,0 0-6 0,0 0-8 0,0 0-3 16,10-5-6-16,-2 5-2 0,2-4-8 0,3-1-5 15,0 3-3-15,7-1-2 0,-4-5-6 0,4 3-2 16,-5-1 1-16,3-1-3 0,0 0-1 0,-4 2-3 16,4 0 4-16,-4-3 2 0,-4 1-5 0,0 1 4 15,-2 3 3-15,-3 0 17 0,1-3 13 0,-2 1 3 16,2 0-1-16,-4 2-3 0,1-2-5 0,-2 1-3 16,-1 1-8-16,0 3-7 0,-6-5-5 0,-1 3-3 15,-5 3-3-15,-1-1-4 0,-8 3 2 0,-7 3-3 16,0 5-2-16,-4 4-2 0,0-1 2 0,0-1-2 15,2 3-2-15,-1 1-2 0,4 2-1 0,0 0 2 0,8 1 0 16,0 1-3-16,-2 2-2 0,7-1 1 16,2 0 4-16,5-3-10 0,5-1-2 0,2 2 2 15,6-2 1-15,5-2 2 0,11 1 3 0,9-2-2 16,7-2 0-16,21-4-3 0,4-2-2 0,3-5-7 16,30-2-2-16,-7-2-5 0,-27-3 3 0,-1-2-9 0,-1-3-3 15,0 1 3-15,-5-2-3 0,-8-3 6 16,-8 2 2-16,-7-2 3 0,-2 1 2 0,-3-6 3 15,-9 10 12-15,-1-6 22 0,-5 1 18 0,-1 1 8 16,-5 4-1-16,-2-1-2 0,-3 0-7 0,-2-1-4 0,-4 1-1 16,-3 2-3-16,-1 1-8 0,-5 2 7 0,-4 0-7 15,-5 1-7-15,-5 4-3 0,0 4 1 16,-5 2-4-16,0 3 1 0,1 1-1 0,1 2-1 16,3 3-3-16,2 2 3 0,7 1-5 0,5-4 0 0,1 2-7 15,4 0-3-15,0-1-10 0,6 1-2 0,0-6-1 16,4 2 1-16,6 1 7 0,5-3 2 0,5 0-5 15,10-1 0-15,5-4 0 0,1-2-7 0,5-3-2 16,-1-4-8-16,-1 0 4 0,0-1 1 0,-4-7 6 16,0 4-4-16,-5-5 4 0,-2 3 4 0,-3-5 3 15,-8 5 3-15,-1-4-1 0,-4-2 5 0,-2 2 3 16,1-2 6-16,-6-1-2 0,-2 0 0 0,-2 1 7 16,-3-1-5-16,-4 4 0 0,1 3 1 0,0 0-3 15,-7-1 0-15,0 2-4 0,-2 2-1 0,0 3-10 16,-4-1-9-16,2 5-11 0,-3 0-15 0,4 2-26 15,-1-1-39-15,1 1-23 0,7 2-44 0,-1-1-116 16,2 1-328-16,6-1 145 0</inkml:trace>
  <inkml:trace contextRef="#ctx0" brushRef="#br0" timeOffset="95330.04">14888 8435 242 0,'3'-4'350'16,"-2"2"-29"-16,2-2-32 0,-3 4-31 0,3-5-29 15,-3 5-28-15,2-3-16 0,-2 3-26 0,0 0-23 16,0 0-18-16,0 0-13 0,0 0-15 0,5 10-6 16,-2-1-8-16,-2 2-11 0,-1 1-5 0,0 1-7 15,0 2-5-15,-1 6-5 0,-3-3-2 0,4 2-6 16,-4-1-5-16,4 0-2 0,-2 0 0 0,-1-2-3 15,3 0-2-15,0-5-3 0,-3 0-5 0,3-7 2 16,-1 3-1-16,1-3 2 0,0 1 3 0,0-3 2 16,0-3 33-16,0 5 31 0,0-5 31 0,0 0-7 15,0 0-8-15,11-11-8 0,-4 2-15 0,5-5-8 16,-1-1-10-16,1-2-5 0,7-7-3 0,-5 6-8 0,4-3-1 16,-7 7-9-16,5 1-8 0,-10 4 0 15,2-3-4-15,-2 9-2 0,-2-2 2 0,1-1-13 16,-1 3-7-16,-2 1-10 0,2 0 3 0,-4 2-7 15,0 0 3-15,16 6-18 0,-9 0-8 0,-2 2 3 0,3 2 3 16,0-2-5-16,-1 4 3 0,1-2 2 16,-3 3 2-16,-1-2 0 0,4 1 6 0,-5-2-3 15,4 0-2-15,-5-1-3 0,1-1 2 0,1-1-8 16,-3-1-1-16,3-2 3 0,-4-2 1 0,5 2 4 0,-5-4 11 16,1 3-5-16,-1-3-3 0,0 4-8 0,0-4-19 15,0 0-51-15,0 0-43 0,0 0-51 16,0-11-48-16,-1 5-73 0,-4 0-173 0,5-1-528 15,0-1 235-15</inkml:trace>
  <inkml:trace contextRef="#ctx0" brushRef="#br0" timeOffset="95695.99">15580 8308 47 0,'0'-2'276'0,"0"2"-14"0,4-5-32 16,-4 5-23-16,0 0-20 0,0 0-22 16,1-2-18-16,-1 2-16 0,0 0-15 0,0 0-13 0,-13 9-11 15,7-2-12-15,-7 2-5 0,-1-1-4 0,0 5-5 16,-3-1-13-16,1 1-3 0,3 0-7 0,-2 2-3 16,3 0-1-16,1 1-6 0,1-1-3 0,1 0-4 15,1 0-3-15,3 1 1 0,1-5-4 16,3 3-3-16,1 2-1 0,0-2 0 0,5-1 1 0,0 0-6 15,0-3 1-15,3 1 1 0,0-2 0 0,2 1-5 16,0 2 2-16,-1-3-3 0,0 1 1 0,-3-3 1 16,-1-2-3-16,-1 2-6 0,0-3-9 0,-1-1-8 15,1 2 3-15,-2-2 1 0,-2-3 1 0,-3 6 5 16,-4-3 2-16,-4-1-2 0,-5 1 3 0,-3-1-1 16,-2-4 4-16,-7 2-4 0,0 0-12 0,-1-2-27 15,-2-1-28-15,-1-1-35 0,3-2-33 0,8 2-40 16,-2-2-177-16,5 0-387 0,8-2 171 0</inkml:trace>
  <inkml:trace contextRef="#ctx0" brushRef="#br0" timeOffset="97579.48">15920 8161 93 0,'5'-8'345'0,"-5"-1"-28"16,3 0-8-16,-1 3-11 0,-2 1-16 0,4 0-23 15,-4 1-28-15,1 1-27 0,1-1-21 0,-2 4-27 16,0-5-12-16,0 5-35 0,0 0-21 0,0 0-9 16,0 0-8-16,3 14-10 0,-1-1-10 0,-1 4-1 15,-1 9 6-15,0 2-16 0,-3 2-9 0,2 2 0 16,0-1-3-16,0 5 1 0,-3-1-4 0,1 2-2 15,2-6-4-15,-2 1 1 0,3 2-1 0,-1-7-4 16,4 0 1-16,-3-8-1 0,1-1-1 0,-1-5-6 16,-1-1 3-16,1-4 3 0,1 0-3 0,-2-3 2 15,2 3-5-15,-1-5 11 0,-1 1 3 0,1-4 25 16,1 6 22-16,-1-6 1 0,0 0-13 0,0 0 11 16,0 0-20-16,-13-16 0 0,8 7-3 0,1-1-19 0,-5-1-9 15,-2-2-6-15,-1 1-12 0,-3 0-7 16,0-2-11-16,-3 2 2 0,-3 4 4 0,2-1-2 15,-3 1-1-15,6 0 3 0,-2 4-1 0,6 0 0 16,-2-1-1-16,5 2-2 0,2 1-14 0,-1 0-19 16,0 1-15-16,5-1-17 0,3 2-21 0,-8-1-5 0,8 1 13 15,0 0 10-15,0 0 1 0,20 6-5 16,1-4-1-16,12-2 1 0,9 3-3 0,14-1-5 16,3-2-8-16,-1 0 15 0,3-3 9 0,-1 1 1 15,-2 0 6-15,-1 2 0 0,-6-6 12 0,0 0 8 0,-14 1 1 16,-5 0 9-16,0-5 21 0,-13 8 39 0,-5-2 52 15,-2 1 31-15,-2-4 16 0,-1 1 7 0,-4-1-1 16,-1 1-2-16,0 0-7 0,-4 1-10 16,-4-2-11-16,-1 2 1 0,0 0-18 0,-5-1-5 0,-2 2-12 15,1 2-6-15,0 0-11 0,-8 1 0 0,0 4-4 16,1 2-8-16,-4 0-5 0,2 3-2 0,2 2-2 16,0 3-3-16,0 5-7 0,0-4 5 15,6 1-3-15,-4 6-2 0,5-5-18 0,1 0-11 16,3 0-2-16,0 0-11 0,3-2-1 0,4-1-1 0,-3-2 3 15,4-2 6-15,3 1 3 0,-2-2 4 0,1-4 5 16,5 0 3-16,2 1 11 0,-3-4-9 0,4-2 12 16,-2-3 3-16,5 2 11 0,-2-5 4 0,2-3 17 15,-3-2-13-15,2-2-3 0,-2-3-3 0,4-3-1 16,0-2-5-16,-5 4 4 0,0 0-12 0,-2 2 8 16,0-1-4-16,-3 2 6 0,0 5 6 0,0 0 4 15,-4 1 2-15,2 2 14 0,-1 1-18 0,0 1-7 16,0 1-5-16,0 1-23 0,-2 3-16 0,1-5-26 15,-1 5-18-15,0 0 6 0,0 0 5 0,0 0-3 16,0 0-3-16,2 15-7 0,0-9-3 0,2 2 7 16,4 0-2-16,-1 1-12 0,8 3-18 0,0-1-9 15,5-2-27-15,5 3-14 0,6-6-19 0,-3 3-17 16,1-7 12-16,1 0 7 0,-1 0 13 0,-1-1 14 16,-9-2 27-16,-2-3 38 0,2-1 33 0,-2-2 47 15,-2-3 40-15,-5 0 39 0,0 4 26 0,-2-5 32 16,-1-1 27-16,-2 2 15 0,-1-1-3 0,0 1 20 15,-1 0 27-15,0 1-3 0,-1-1-5 0,-2 4-5 16,3 0-10-16,-2 0-19 0,0 4-21 0,1-3-18 16,-1 1-23-16,-1 4-17 0,1-3-20 0,-1 3-41 15,0 0-43-15,0 0-30 0,0 0 1 0,0 0 3 16,0 0 5-16,-5 20 3 0,1-9 5 0,0 1-3 16,-2 6 4-16,2-1 3 0,-1 2-6 0,1-1 7 15,0 3-6-15,-1-4-9 0,3 1-6 0,-2-2-5 16,2-4 4-16,0-7 1 0,1 4 1 0,0-3 12 15,-1 0 7-15,2-1 8 0,-1-3 35 0,2 2 32 0,-1-4-1 16,0 0-7-16,0 0-7 0,10-11-2 16,-4 2-8-16,0-3-13 0,4-3 7 0,2-3-5 15,3-3-2-15,-1-3-8 0,2 5-2 0,-4 4 4 16,-3-1-5-16,2 4-5 0,-4 2-1 0,2 2 0 0,-4 3-8 16,-1-1 2-16,0 1-9 0,1 2-13 0,-1 1-13 15,2-2-9-15,2 7 1 0,-8-3-4 0,17 6-4 16,-5-1-8-16,0 3-5 0,3 2-7 15,-1 3-5-15,4-1-6 0,-1-1-5 0,3-1-13 16,3 3-13-16,-5-4-8 0,1-2-3 0,0-1-5 0,-2 1 4 16,1-5 5-16,-7 1 9 0,2-6 8 0,-4 1 16 15,0-2 10-15,-1-5 16 0,1 2 20 16,-3-5 27-16,0-2 20 0,-2-1 15 0,1-2 18 16,0 0 20-16,-1-3 8 0,-1-5 11 0,1-2 9 0,-2-2 10 15,2 3-4-15,1-3-2 0,-1 1 4 0,2 1-1 16,-2 8 14-16,-3 0 9 0,2 8-6 0,-2 0-6 15,3 2-18-15,-4 2-8 0,1 1-8 0,2 2-30 16,-3 1-51-16,0-2-48 0,0 5-13 0,0 0 4 16,0 0 6-16,1 18 6 0,-1-6 4 0,0 6 5 15,-1 5 3-15,1 0 5 0,-3 5 5 0,3-2 4 16,3 3 8-16,-6-2-9 0,6 2 12 0,-7-1 1 16,5-1 7-16,2-2-8 0,-2-6-18 0,2-1 0 15,-2-5 2-15,-1-2 0 0,0-2 1 0,0-2 2 16,2-1 7-16,-2-2 3 0,0 2 11 0,0-3 25 15,0-3 12-15,0 0 2 0,0 0-6 0,0 0 15 16,0 0-22-16,-19-14-5 0,8 4-6 0,-2 0-6 16,-5-1 3-16,3 1-17 0,-3 0-8 0,-5-4-8 15,-1 3 6-15,2 2-5 0,7 1 0 0,-6-1 3 16,2 4 2-16,2-3-1 0,4 4 7 0,2 1 1 16,2-2-1-16,0 1 5 0,2 4-9 0,2-2-5 15,1 0 2-15,4 2-11 0,0-4-12 0,0 4-2 16,18-2-5-16,2-2-10 0,12 1-6 0,4 3-15 15,15-2-5-15,3 0-4 0,-1 1 4 0,10 2 4 16,-7-4-1-16,4 3-2 0,-1-1 2 0,-3-3 5 16,3-1 6-16,-7 4 16 0,-15-2 2 0,-1 0 13 15,-4-2 9-15,-1 3 15 0,-4-5 30 0,-10 3 36 16,-4 3 28-16,-1-2 25 0,-1 0 12 0,-3 1 6 16,-2 0-3-16,1-1-7 0,-1 1-7 0,-3 0 0 15,1-1-8-15,-2 1-13 0,-2 2-12 0,5-4-5 16,-5 4 3-16,0 0-26 0,4-2-14 0,-4 2-5 15,0 0-7-15,0 0-7 0,0 0 0 0,-13-1-1 16,13 1-2-16,-13 2-4 0,7 0-4 0,-7 1 2 16,-1 0 3-16,3 2-1 0,-5 1-2 0,-3-1-1 15,1 2 2-15,2 1 0 0,-1-1-2 0,3 3-3 16,-1-1-1-16,-1-1 2 0,5 2-2 0,3-4 0 16,-5 8-4-16,8-4-3 0,-4 0-4 0,4 1-3 15,1 1 4-15,2 0 4 0,1 4-3 0,1-3 5 16,3-1 1-16,5 5 15 0,-1-3-10 0,5 2-4 0,1-1 7 15,2-2-3-15,1-2 0 0,-1 3 2 0,-1-1-1 16,-2-6 1-16,-3 2-2 0,1-3-3 16,-1 1 3-16,-4-2-1 0,0-2 0 0,0 0 1 15,-2 1-11-15,-1-2-3 0,0 0-5 0,-2-2 7 0,0 0 1 16,-12 5 1-16,2-4 4 0,-9-1 2 0,-3 0 0 16,-9-4-3-16,3 3 4 0,-4-2 0 0,2 1 2 15,-1-1-9-15,3 2-19 0,0-4-27 16,7 2-26-16,-1 0-35 0,3 3-43 0,6-2-38 15,1 2-264-15,0-3-503 0,7 2 222 0</inkml:trace>
  <inkml:trace contextRef="#ctx0" brushRef="#br0" timeOffset="97885.04">18255 8592 321 0,'2'2'503'0,"-2"-2"-24"0,0 0-40 0,0 0-43 16,0 0-41-16,0 0-41 0,0 0-58 0,5 3-76 15,-5-3-109-15,0 0-188 0,7-6-417 0,0-1-577 16,1-1 257-16</inkml:trace>
  <inkml:trace contextRef="#ctx0" brushRef="#br0" timeOffset="103512.03">24365 5853 80 0,'0'0'122'0,"-7"-3"-6"15,7 3 0-15,-6-1 1 0,6 1 3 0,0 0-3 16,-5-2-11-16,5 2-4 0,0 0-8 0,-5-4-8 16,5 4-4-16,0 0-5 0,0 0-9 0,-4-1-9 15,4 1-2-15,0 0-2 0,0 0-10 0,0 0-7 16,0 0-5-16,-2-4-1 0,2 4-9 0,0 0 0 15,0 0 3-15,0 0-17 0,0 0 6 0,0 0-6 16,0 0-2-16,0 0 1 0,0 0-6 0,0 0 9 16,0 0-2-16,0 0-5 0,0 0 0 0,0 0-1 0,0 0 0 15,20 7 0-15,1-5 3 0,9 0-1 16,4 1-6-16,19-1-1 0,2-2 2 0,3 3 2 16,2-1 0-16,1 1 5 0,-2 0-4 0,-4 1-4 15,-1-3 5-15,-16 0-5 0,-5 2 4 0,0-2 0 16,-6 2-5-16,-6-3 2 0,-8 1 3 0,-2-1-6 0,-1 0 5 15,-2 0-7-15,-3 0 1 0,1-1-8 0,-6 1-6 16,0 0-21-16,0 0-2 0,0 0-21 16,0 0-10-16,-29-4-12 0,14 4-21 0,-2-3-3 15,3 1-23-15,0-1-74 0,2 1-223 0,1-3 99 0</inkml:trace>
  <inkml:trace contextRef="#ctx0" brushRef="#br0" timeOffset="103861.83">25019 5617 230 0,'0'0'205'15,"-1"-3"-23"-15,1 3-21 0,0 0-22 0,0 0-15 16,0 0-16-16,0 0-12 0,0 0-7 0,0 0-10 15,18 10-9-15,-6-5-5 0,5 7-6 0,5 0-7 16,1 4-5-16,4 1-5 0,-3 0-7 0,4-1 0 16,-7 1-4-16,-1 0-5 0,-6 0-1 0,-1-5-4 15,-3 3-3-15,0 1-2 0,-6-1-4 0,0-3 3 16,-5 1-4-16,-2-1 1 0,-6 1-1 0,-5 0 3 16,-1-4 2-16,-9 5 1 0,-4-2-2 0,-2-4-1 15,-2 2-1-15,4-3-3 0,-4 1 1 0,4-4-1 16,0 4 2-16,0-1-6 0,6-4 3 0,7-1-2 15,1 1-15-15,5-1-27 0,1 1-20 0,3-1-10 16,-2 0-5-16,5 2-18 0,2-4-51 0,0 0-146 16,28-1-309-16,-1-2 136 0</inkml:trace>
  <inkml:trace contextRef="#ctx0" brushRef="#br0" timeOffset="104096.53">25915 5669 259 0,'1'-6'300'0,"-1"2"-13"16,2-3-10-16,-2 3-29 0,1 0-21 0,-1 1-29 15,0 3-17-15,1-6-19 0,1 3-26 0,-2 3-21 16,0 0-17-16,0 0-13 0,0 0-11 0,0 0-10 15,3 12-4-15,-3-4-10 0,2 4-1 0,-2 4-5 16,0 2-8-16,0 0-1 0,1 7-5 0</inkml:trace>
  <inkml:trace contextRef="#ctx0" brushRef="#br0" timeOffset="113460.35">26254 5274 84 0,'0'-3'214'16,"0"-2"1"-16,0 5-11 0,2-7-11 0,-2 7-14 15,0-5-12-15,0 5-4 0,0-4-6 0,0 4-13 16,3-5-12-16,-3 5-11 0,0 0-12 0,1-3-18 16,-1 3-12-16,0 0-13 0,0 0-12 0,0 0-14 15,0 0-6-15,-14 7-4 0,-1 3-2 0,-9 7-3 16,-2 4-4-16,-5 4-3 0,-8 11-4 0,-1 1-3 16,-3-1 17-16,4 7-6 0,5-4 1 0,1 2-6 0,4 2 0 15,4-3 0-15,8-7-7 0,2 0-1 16,2 0 2-16,2-2-1 0,4-1 0 0,2 1-1 15,6-2-1-15,3-3 4 0,5-1 1 0,12-4 2 16,2-1-1-16,5 2 1 0,6-3-1 0,17-2-1 16,-1 1-2-16,3-2 1 0,-16-9-3 0,1-2 4 0,-4-3-2 15,1 3 4-15,-6-2-10 0,-12-2 6 16,-3-1-3-16,-2 3 4 0,-1-5-3 0,-2 2 3 16,-3 2 12-16,1-2 6 0,-7 0 5 0,9 0 3 15,-9 0 1-15,6-2-3 0,-6 2 0 0,0 0-17 0,5 2-14 16,-5-2-37-16,0 0-51 0,0 0-58 0,0 0-67 15,-15-8-260-15,9 3-507 0,-1 1 224 0</inkml:trace>
  <inkml:trace contextRef="#ctx0" brushRef="#br0" timeOffset="113860.22">26782 5609 84 0,'-3'-6'338'16,"3"-4"-6"-16,0 3-7 0,-1 0-9 0,-1 2 2 16,2 0-10-16,0 1-22 0,0 4-28 0,0-8-27 0,0 5-27 15,0 3-25-15,0 0-16 0,-2-4-25 0,2 4-17 16,0 0-25-16,0 0-23 0,0 0 1 0,0 0-10 15,1 13-5-15,-1-1-11 0,0 4-8 0,0 1 3 16,-1 7-7-16,1 3 2 0,-1-4-14 0,1 2-5 16,0-4 9-16,-2 4 7 0,1-4-13 0,0-2-6 15,3-1-5-15,-2-1 3 0,0-2 2 0,0-1 0 16,3-4-3-16,-2 1-8 0,0-1 12 0,1-3-5 16,-1-2-23-16,-1 0 18 0,0-1 8 0,1 0-1 15,-1 0 5-15,0-4-5 0,0 4 15 0,0-4-14 16,3 5-2-16,-3-5 9 0,0 0 0 0,0 0 2 15,0 3-7-15,0-3-23 0,0 0-47 0,0 0-45 16,0 0-46-16,9-12-49 0,-7 7-71 0,3-4-77 16,-1-3-247-16,1-4-635 0,-1-2 282 0</inkml:trace>
  <inkml:trace contextRef="#ctx0" brushRef="#br0" timeOffset="114293.39">27002 5189 27 0,'0'0'291'15,"2"-5"-28"-15,-2 5-25 0,0 0-28 0,-2-3-27 16,2 3-19-16,0 0-23 0,0 0-15 0,11 6-12 15,-2 3-14-15,7 6-11 0,2 6-13 0,5 6-8 16,13 7-6-16,-5 9-6 0,-2-1-1 0,-5 4-7 16,2 0-7-16,-3 3 0 0,-4 1-4 0,-5-2 2 15,-5 1-5-15,0-1 0 0,-8-14-8 0,-2 0-2 16,1 3 2-16,-11-4-10 0,0-2 4 0,-1-4 0 16,-3 1-3-16,2-2 17 0,-7-2 11 0,-1-5 2 15,-2 0 1-15,0-3 8 0,-2-3 6 0,7-1 1 16,2-3 6-16,4-3 3 0,-1-2 6 0,3 2 5 15,3-2-7-15,0-1 0 0,3 1 7 0,-3-1 1 16,4 0 10-16,3-3 24 0,-5 1-10 0,5-1 6 16,-4 1 1-16,4-1-13 0,0 0-2 0,-4 3-14 15,4-3-1-15,0 0-11 0,-2 2-2 0,2-2-21 16,0 0-15-16,0 0-41 0,0 0-71 0,0 0-74 16,0 0-87-16,18-2-117 0,-18 2-313 0,16-3-720 15,-7-2 319-15</inkml:trace>
  <inkml:trace contextRef="#ctx0" brushRef="#br0" timeOffset="131874">1920 10316 51 0,'0'-6'171'0,"0"6"0"0,-1-5-14 0,1 5-4 16,0 0-15-16,-3-4-17 0,3 4-17 0,0 0-16 15,0 0-8-15,0 0-8 0,0 0-14 0,0 0-6 16,0 18-10-16,0-6-4 0,3 5-1 0,-3 1-5 16,0 7 0-16,1 4-8 0,-5 0-1 0,7-2-6 15,-6 2 1-15,3-1-3 0,0 0-1 0,-1-1-2 16,2-1 0-16,2 0 8 0,-3-6-7 0,-3-1-5 16,3 2-1-16,0-4 0 0,0-1 1 0,0-3 1 15,0-3 0-15,-1-2-6 0,1-3 5 0,0 2 1 16,0-3 5-16,0 2-3 0,0-2 6 0,0-4 13 15,0 6-3-15,0-6 0 0,-3 1-2 0,3-1-18 16,0 0-23-16,-6-9-20 0,2 2-31 0,-2-3-34 16,2-2-32-16,1-5-140 0,1-2-296 0,-2-8 131 15</inkml:trace>
  <inkml:trace contextRef="#ctx0" brushRef="#br0" timeOffset="132075.29">1829 10311 63 0,'-2'-9'258'0,"-1"4"-7"16,2 0-1-16,0-2-8 0,-1 3-21 16,1 1-21-16,0-2-17 0,1 0-17 0,1 2-22 0,0-1-13 15,2-1-15-15,3 0-13 0,3-1-10 0,8-2-14 16,2 0-4-16,9 1-9 0,4 0-8 0,4-1-4 16,1 0-3-16,-1 2-33 0,-3 3-23 0,-1 1-25 15,-4 0-32-15,-9 2-28 0,2 2-34 16,-3 0-25-16,-7 3-30 0,-1 3-28 0,-2 0-123 15,-5 3-357-15,-6-1 158 0</inkml:trace>
  <inkml:trace contextRef="#ctx0" brushRef="#br0" timeOffset="132454.03">1939 10899 79 0,'-5'2'221'0,"5"-2"-13"0,-4 3-4 16,4-3-12-16,0 0-12 0,0 0-13 0,0 0-11 15,0 0-9-15,-6 1-17 0,6-1-10 0,0 0-17 16,0 0-7-16,0 0-10 0,0 0-8 0,0 0-10 16,0 0-7-16,27-1-9 0,-8-4-2 0,8 2-6 15,5-1-4-15,3-3-2 0,1 2-5 0,0 2-2 16,-4-2-1-16,5 0-6 0,-6 0-2 0,1 3-1 16,-4 0-3-16,-9 0-3 0,0 1-1 0,-6-1-3 15,-2 0 1-15,-2 1-20 0,-1 0-17 0,-3 1-16 16,-5 0-21-16,0 0-22 0,14 0-28 0,-14 0-54 15,0 0-210-15,0 0-407 0,0 0 180 0</inkml:trace>
  <inkml:trace contextRef="#ctx0" brushRef="#br0" timeOffset="132864.99">1858 10607 67 0,'0'0'199'15,"-8"3"-18"-15,8-3-15 0,0 0-19 0,0 0-14 16,0 0-13-16,0 0-16 0,0 0-9 0,0 0-11 16,0 0-10-16,0 0-5 0,0 0-2 0,24 1-9 15,-6-2-3-15,10 2-7 0,3-6-1 0,2 6 3 16,3-1-7-16,-2-1-3 0,-2 0-3 0,1 0-6 16,-2-2-2-16,1 2 0 0,-3-2-3 0,-7 0 0 15,6 1-7-15,-7 0 0 0,-5 1 0 0,-3 1-1 16,-3-1-6-16,3 0 3 0,-8-1 0 0,3 2-4 15,-8 0-5-15,10 0-3 0,-10 0 5 0,9 0-10 16,-9 0-18-16,0 0-27 0,0 0-25 0,5 2-43 16,-5-2-23-16,0 0-158 0,0 0-321 0,0 0 141 15</inkml:trace>
  <inkml:trace contextRef="#ctx0" brushRef="#br0" timeOffset="133473.65">2982 10432 218 0,'1'-4'245'0,"-1"4"-11"0,3-5-13 0,-3 5-27 16,0 0-13-16,1-2-26 0,-1 2-19 0,0 0-19 16,0 0-8-16,0 0-16 0,0 0-15 0,0 0-12 15,0 0-7-15,5 11-9 0,-1-1-2 0,0 2-7 16,-2 3-8-16,2 4-1 0,0 4-2 0,0 2-5 16,-3 2-4-16,3 0 2 0,0 4-5 0,0-1-1 15,-2 0 0-15,2 0-3 0,0-3-2 0,0-1-1 16,-3 0 1-16,3-5-3 0,-4-3-3 0,4 1 4 15,-2-3-4-15,1-2 1 0,-2-3 1 0,2-3 0 16,-1 5-3-16,-1-6 2 0,1-2-1 0,-2 1-1 16,1-3 8-16,-1 2-2 0,0-2 33 0,0-3 31 15,0 7 30-15,0-7 30 0,3 1 27 0,-3-1 13 16,0 0-16-16,0 0-24 0,2-14-15 0,-1 3-11 16,2-6-9-16,1-8-37 0,-2-2-21 0,3-2-26 15,-2-2-17-15,0-2-6 0,-2 2-13 0,1-2-2 16,-2 4-2-16,-2 0 4 0,-3 1-1 0,-4 3 1 15,2 1 1-15,0 6 3 0,-5 2-3 0,-2 0 5 16,3 3 1-16,-7 3-2 0,1-2 7 0,-2 5-8 16,-4 2 4-16,-4 0-3 0,0 2 0 0,-1 6 0 15,0 0 1-15,1 6 0 0,0-2 1 0,2 5-2 16,-1 0 3-16,7-2-2 0,3 4 0 0,-1 0-2 16,5-3 0-16,5 5 1 0,-2-4 2 0,6-1 1 15,1 0 0-15,4 2 5 0,7-1 0 0,5 2 2 16,13-4 7-16,5-3-19 0,9 0-38 0,14-2-49 15,2-2-61-15,2-6-72 0,-3-5-257 0,4-1-536 16,-3-5 238-16</inkml:trace>
  <inkml:trace contextRef="#ctx0" brushRef="#br0" timeOffset="134073.47">3235 10362 270 0,'0'-2'307'0,"0"2"-9"0,0-5-19 0,0 5-23 15,1-4-18-15,-1 4-27 0,0 0-27 0,4-4-20 16,-4 4-18-16,0 0-24 0,0 0-14 0,0 0-14 16,0 0-13-16,0 0-10 0,4 13-9 0,-3-7-4 15,-1 4-4-15,3 3-8 0,-2-2-4 0,-1 4-5 16,3 5-3-16,-3-5-3 0,1 3-1 0,-1-1-3 16,0 1-2-16,0-6-6 0,0 0 6 0,0 0-8 15,0-3 0-15,1-2 0 0,-1-2-5 0,0-1 10 16,0 0 1-16,3 0 1 0,-3 1 41 0,0-5 53 15,0 0-16-15,0 0-13 0,0 0-12 0,15-15-6 16,-6 4-5-16,-3 2-5 0,4-6-11 0,1-2-8 16,-1 0 14-16,5-4-19 0,-4 6 19 0,-2 2-30 15,-2 1-3-15,2 3-5 0,-4 0-3 0,-1 5-2 16,-1-2-7-16,-1 1-11 0,3 1-37 0,-1 3-15 16,-4 1 3-16,0 0-18 0,10 7-9 0,-4 2-21 15,0 2-22-15,0 0-42 0,-1 6-53 0,3 1-67 16,-4 0-253-16,1-1-585 0,1-1 259 0</inkml:trace>
  <inkml:trace contextRef="#ctx0" brushRef="#br0" timeOffset="134606.73">4252 10560 256 0,'0'-4'302'15,"1"-2"-7"-15,2 1-14 0,-2 2-5 0,1-4-13 0,0 1-6 16,-1 1-25-16,-1 3-12 0,4-1-18 16,-4 3-27-16,1-5 8 0,-1 5-31 0,2-4-21 15,-2 4-18-15,1-3-13 0,-1 3-23 0,0 0-8 16,0 0-4-16,0 0-17 0,0 0-10 0,6 12 2 0,-3-4-11 15,0 4 0-15,0-1-3 0,0 2-3 0,2 3-3 16,0 2 1-16,-1-1-5 0,0 0-5 16,1 2 8-16,-4-1 0 0,3-1-3 0,0-2-1 15,1-4-2-15,-5 0 5 0,5-4-8 0,-4 3 1 0,2-3-5 16,-2-6-2-16,-1 4 9 0,0-2 0 0,0-3 3 16,3 7-1-16,-2-5 4 0,-1-2-1 0,0 4-1 15,0-4 14-15,0 0-11 0,0 0 0 16,0 0-23-16,0 0-39 0,0 0-22 0,0 0-34 15,-1-16-36-15,-2 7-44 0,-2-1-51 0,4 2-49 0,-7-5-262 16,3-1-584-16,1-2 258 0</inkml:trace>
  <inkml:trace contextRef="#ctx0" brushRef="#br0" timeOffset="135073.03">4199 10272 155 0,'-7'-2'180'15,"3"-1"-4"-15,-1-1-17 0,0 2-16 0,-3 1-13 16,1 1-20-16,-1 0-12 0,-1 0-11 0,-1 1-8 16,2 0-14-16,-1 5-3 0,-1 3-9 0,0-1-4 15,1 1-10-15,-5 4-3 0,1 4-3 0,-6 3-7 16,5 1 0-16,-1 3-1 0,2-2-2 0,-1 2-1 15,3 2 9-15,4-1 3 0,-5 1 0 0,6 2-7 16,1-3-2-16,1 4 1 0,0-1-5 0,3 0 2 16,1-4-1-16,1 3-5 0,3 1-1 0,1-3 4 15,3-1-3-15,-1-4 2 0,5 1-4 0,-1 3 0 16,5-4 5-16,-1-1 7 0,4 0 26 0,4-2 12 16,-5-5 6-16,9 1 5 0,0-3 1 0,2-2 5 15,1 0 1-15,0-3 3 0,2-4-3 0,0 0 6 16,0-2 4-16,-4-2 10 0,2-4 18 0,0-1 8 15,-4-3-7-15,-2-2 2 0,1-6-5 0,0-2-14 16,-1-4-6-16,-2-4-7 0,6-10-22 0,-11 6 3 16,0-11-11-16,-4-5-5 0,-5 3-12 0,-3 12-2 15,-8-2-7-15,-4 0 0 0,-7-8-13 0,-4 13-3 16,0-1-11-16,-18-4-1 0,-5 8-9 0,-2 3-7 16,-6 8-14-16,1 1-27 0,-2 8-24 0,-4 6-39 15,15 2-36-15,-16 7-42 0,1 4-56 0,17 2-66 16,-12 3-251-16,15-2-611 0,7-1 271 0</inkml:trace>
  <inkml:trace contextRef="#ctx0" brushRef="#br0" timeOffset="135740.01">5701 10474 84 0,'0'-6'286'0,"0"-1"-6"0,0 1-6 0,0-2-14 16,0 1-14-16,0 2-4 0,0-1-12 0,0 2-11 15,0-1-16-15,1 0-29 0,-1 5-4 0,0-5-32 16,0 5-13-16,0 0-24 0,2-3-10 0,-2 3-18 16,0 0-10-16,0 0-6 0,4 14-1 0,-4-5-10 15,1 5-4-15,3-1-5 0,0 4-4 0,-2 2-3 16,-1-1 2-16,4 2-6 0,-1-2-4 0,0 3-8 16,-1-4 6-16,-1 0-1 0,3 0-2 0,-2-5-1 15,-2-1 0-15,1 0 1 0,-1-5-8 0,0 2 5 16,1-1-2-16,0-2-3 0,-1 0-6 0,0-2 4 15,1 0 2-15,-2 0-3 0,0-3-10 0,0 0-33 0,0 0-49 16,0 0-37-16,0 0-39 0,-9-14-50 16,4 2-45-16,-3-2-235 0,3-5-532 0,-2-8 236 15</inkml:trace>
  <inkml:trace contextRef="#ctx0" brushRef="#br0" timeOffset="135883.06">5702 10188 230 0,'-1'-7'259'0,"-1"2"-14"0,0 1-26 0,1 0-24 16,0 0-17-16,1 4-25 0,0-4-25 0,0 4-42 0,0 0-28 16,0 0-28-16,0 0-31 0,0 0-37 0,18 9-34 15,-8-2-60-15,-5 1-125 0,1-2-277 0,0 2 122 16</inkml:trace>
  <inkml:trace contextRef="#ctx0" brushRef="#br0" timeOffset="136290">6225 10340 203 0,'0'0'246'0,"0"0"-21"0,4 3-21 15,-4-3-23-15,0 0-18 0,0 0-19 0,0 0-15 16,0 0-17-16,0 0-13 0,0 0-11 0,0 0-10 15,0 0-8-15,-6 6-8 0,2 0-7 0,-3-1-6 16,1 4-4-16,-4-2 3 0,2 2-11 0,-1 0-3 16,0 1-3-16,1 0-4 0,1-1-2 0,0 3-4 15,1-1-1-15,2-2-5 0,0 3 2 0,2-3-5 16,2 3-3-16,1-2 1 0,3 2-3 0,1-3 1 16,4 6 0-16,2-3-1 0,2 2-3 0,3-2 0 15,3 1 6-15,3-1-7 0,3 1 1 0,-7-5-1 16,-4 2 1-16,4-2 0 0,-8-1 0 0,-1 0 0 15,0-2-5-15,-4-3 3 0,-1 2-4 0,1 0 5 16,-2-1-2-16,-1 1 9 0,-3-2 6 0,1-2-2 16,-12 8 3-16,-2-4-3 0,-2 2-1 0,-6-4-1 15,-6 2-3-15,-4-1-1 0,1 3 1 0,-1-1-2 16,2-2-23-16,-4-1-28 0,5 5-51 0,1-3-57 16,5-2-241-16,5 1-426 0,-1-1 188 0</inkml:trace>
  <inkml:trace contextRef="#ctx0" brushRef="#br0" timeOffset="137489.01">7486 10369 182 0,'1'-5'246'0,"2"-2"-10"0,-2 1-13 0,-1-1-7 16,2 3-21-16,0-1-5 0,-2 1-18 0,2-1-14 15,-2 5-21-15,1-5-17 0,-1 5-12 0,2-4-16 16,-2 4-12-16,0 0-11 0,0 0-9 0,0 0-7 16,4 13-4-16,0-3-6 0,-4 5-4 0,3 2-6 15,-2 2-2-15,1 0-4 0,-2 6-2 0,0-5-3 16,2 3-3-16,0 4-1 0,-1-10 2 0,2 3-4 16,-3-2-5-16,1-3 2 0,1-2-2 0,0-1-2 15,-2-1-3-15,1-3 1 0,2-1 2 0,-3-2 2 16,1 2 16-16,-2-5 38 0,2 2 34 0,-1-4 51 15,0 4 35-15,0-4-1 0,0 0-14 0,0 0-20 16,14-13-8-16,-6 2-19 0,1-3-16 0,1-2-8 16,7-6-13-16,-2-2-10 0,0-2-2 0,2-1-9 15,0 1-12-15,-1 3-5 0,-2-1-2 0,-2 7-9 16,-2 3-7-16,2 0 7 0,-6 4-15 0,0 3 1 16,-1 0-3-16,-1 2-3 0,0 0-9 0,-3 2-19 15,2 1-22-15,2-1-13 0,-5 3 5 0,0 0-2 16,10 5 7-16,-5-1 1 0,3 4 1 0,-4 0-14 15,6 4 0-15,-1-1 15 0,0 4-27 0,0-2 1 16,2 3-5-16,0-3-1 0,1 3-4 0,0-1-5 16,2-2-11-16,3 0 6 0,0 0-17 0,0-4 3 15,10 4-3-15,-1-3-7 0,0-4-5 0,5-3-2 16,0 2 1-16,1-5 2 0,5-1 13 0,-5-5 7 16,-2 0 12-16,5-3 6 0,-7-1 5 0,1-3 9 15,-1 0 3-15,-2 0 9 0,-2-3 7 0,-8 3 8 0,1 1 21 16,-1-3 11-16,-2-1 19 0,-5 3 11 0,-3 4 11 15,-2-3 0-15,4 2-1 0,-7 1-4 0,0 0-10 16,-2-2-5-16,0 6 1 0,-7-2 5 16,2 3-16-16,-6-1-1 0,-3 3-4 0,-1 2-2 0,-3 1-3 15,-2 2 3-15,1 2-4 0,0 2 0 0,2 3-4 16,-5 4 0-16,-1 1-2 0,2 2 0 0,3 1-2 16,2-3 1-16,4 1 3 0,2 0 0 0,2 1-6 15,0 1 15-15,0-2-12 0,7 1 3 0,-1 0 0 16,4-6 0-16,3 2 5 0,5 3-3 0,1-3 2 15,8-3 3-15,-1 0 3 0,11-1 0 0,0-4-1 16,3-1-2-16,1-4 2 0,-2-1 4 0,1-2 6 16,1-1 7-16,-4-4 18 0,-2 0-10 0,-6-1 7 15,-2 0 3-15,-1-2 2 0,-3-4-3 0,1 2-2 16,-1-9-9-16,-6 5-2 0,1-3-1 0,-7 3-2 16,-1-2-5-16,-1 0-8 0,-3 2 0 0,-5 2-7 15,-1 1 4-15,-1 1-11 0,-4 1 3 0,-2 5-3 16,-1-2-6-16,-4 4-10 0,2 1-10 0,-3 0-6 15,4 3-21-15,-1 1-25 0,0 2-24 0,5 1-27 16,2 1-15-16,0 2-25 0,3 0-22 0,2 3-9 16,5 1-10-16,-1-3-183 0,7 2-425 0,0-1 188 15</inkml:trace>
  <inkml:trace contextRef="#ctx0" brushRef="#br0" timeOffset="137939.99">8719 10336 59 0,'2'-6'267'0,"-2"0"-1"0,2 0-3 0,0-1-8 16,-1 3-11-16,-1-1-19 0,4 2-24 16,-3 0-10-16,-1-1-30 0,0 4-16 0,2-5-18 15,-2 5-12-15,0 0-18 0,3-2-14 0,-3 2-12 16,0 0-4-16,4 9-10 0,-3-1-10 0,0 1 0 0,1 8-7 15,-1-1-6-15,-1 2 0 0,0 2-8 0,-1 5 4 16,-2-5-6-16,2 4-2 0,1 1-2 16,0-7 0-16,0 0-5 0,0-2 1 0,0 0-4 15,0-3-2-15,1-5 1 0,-1 1 1 0,1-4 0 0,-1 1 3 16,2 1 29-16,-2-3 35 0,1-3 47 0,-1-1 9 16,0 0-17-16,0 0-8 0,16-10-17 0,-6 1-4 15,1-5-11-15,2 1-6 0,4-6 5 16,-1-3-21-16,-2 0-12 0,5 1 0 0,-2-4-4 0,-2 3-5 15,-3 5-4-15,-2 3 6 0,-5 2-12 0,3 4-6 16,-3-1-10-16,0 4-3 0,0 1-1 0,-2 0-16 16,0 2-3-16,-3 2 13 0,0 0-15 0,13 10 2 15,-8-1 11-15,3 1-4 0,0 6-3 0,-2 1 2 16,2-1 2-16,2 3 3 0,-4-4-2 0,1 2-34 16,0 2-25-16,-2-5-20 0,1 1-34 0,0-1-34 15,-5-1-39-15,3-2-43 0,-3 0-49 0,-1-2-292 16,-1-1-624-16,-1-2 277 0</inkml:trace>
  <inkml:trace contextRef="#ctx0" brushRef="#br0" timeOffset="139338.99">9444 10461 82 0,'0'0'89'0,"0"0"-3"15,0 0-6-15,-4-4-7 0,4 4 4 0,0 0-7 16,0 0 6-16,0 0-6 0,0 0-2 16,0 0 6-16,-8-1 6 0,8 1-2 0,0 0 1 0,0 0 8 15,0 0 5-15,0 0 3 0,0 0 1 0,0 0 2 16,0 0-7-16,-4-2-1 0,4 2-15 0,0 0-9 16,0 0-7-16,0 0 0 0,0 0-10 0,17-4-6 15,-3 1-5-15,8 0-4 0,10-2-9 0,6 1-27 16,2-1-30-16,-2 2-40 0,13-3-56 0,-15 3-197 15,1-1-350-15,-3 0 155 0</inkml:trace>
  <inkml:trace contextRef="#ctx0" brushRef="#br0" timeOffset="140406.87">9905 10528 36 0,'0'0'192'16,"0"0"-22"-16,0 0-17 0,0 0-12 0,5-9-19 15,3 5-9-15,1 0-16 0,0 0-6 0,9-5-10 16,-3 1-13-16,3-1-5 0,1 0-8 0,4-6-4 16,0 0-4-16,1 0-10 0,-2-5 8 0,0-2-17 15,1-1-4-15,-4-3 1 0,-2-1-6 0,-1-4 3 16,1-2 7-16,-2-2-1 0,-3 3 1 0,-1-2 16 15,-3 0 1-15,-3-2 6 0,-1 6 0 0,-3 1 9 16,-1 3 7-16,-2 2 3 0,0 3-2 0,0 1 0 16,0 3 8-16,0 3 0 0,-2 2 2 0,3 0 0 15,-2 3 3-15,1 1 6 0,0 0-7 0,-1 3-5 16,1 1-13-16,1 1-9 0,0-2-10 0,0 1-12 16,1 4-18-16,0 0-6 0,0 0-5 0,0 0-3 15,-3 17 1-15,3 0-2 0,-1 8-2 0,-1 8 6 16,-1 3-3-16,1 12 0 0,1-2 3 0,-3 2-2 15,1-2 1-15,2 4-2 0,0-15-2 0,1 1 1 16,0 1 0-16,0-4 3 0,-1-1 0 0,-3-1-3 16,4-3 4-16,0-3 0 0,0-7-2 0,0-2 0 15,0-6 3-15,0 1-1 0,0-5 0 0,0 1 5 16,0-2 0-16,0 0 44 0,0-2 42 0,4 1 53 16,-4-4 29-16,0 0-3 0,0 0-15 0,0 0-20 15,13-15-16-15,-7 6-10 0,5-5-11 0,1-3-16 16,3-5-6-16,2-3-7 0,-3 1-15 0,5 1-4 15,-5 1-5-15,-2 5 0 0,-1 2-11 0,2 1 4 0,-8 5-9 16,3 0-12-16,-3 1 4 0,-1 2-6 16,-1 3-7-16,1-1-31 0,-1 0-14 0,1 3-17 15,-4 1 0-15,9 1 7 0,-4 1-3 0,1 4-2 16,3 0-9-16,1 2-6 0,3 4-8 0,1 0-1 0,1 1-3 16,1 0-5-16,4 4-5 0,2-1-6 0,-5-3-4 15,8 1 4-15,-1-3 3 0,3 2-2 16,-2-5 4-16,0 1 1 0,2-6 2 0,0 0 6 15,-4-2 1-15,3-1 4 0,5-4 14 0,-10 3 8 0,-1-5 3 16,3-1 5-16,-5 1 7 0,1-6 5 0,-3 4 11 16,-5 0 7-16,3-1 17 0,-4-2 11 0,-2 4 8 15,1-4 6-15,-4 3 11 0,-1-1 6 0,3 1 3 16,-3 2 7-16,0-1-9 0,-4 2-4 0,0 1-11 16,2-3-3-16,-2 4 0 0,0-2-8 0,0 5-3 15,-6-5-3-15,1 4 1 0,5 1-7 0,-19 6-1 16,6-1-3-16,1 2-2 0,-4 4-1 0,0 0 2 15,3 1-1-15,-2 3 0 0,3 1-2 0,3-1-2 16,-1 4 3-16,2-4-3 0,2 0 0 0,1 1 3 16,0-3-4-16,2 1 3 0,6-3 0 0,-2 0 5 15,4 2-8-15,0-5 10 0,4 1-4 0,3-1 3 16,5-2 1-16,1-4 1 0,0 3-4 0,3-5 4 16,0-5-3-16,1 2 2 0,-3-2-1 0,3-3 2 15,-5-1 0-15,-1-2 5 0,0-1 9 0,0-1-3 16,-4-3-3-16,-2-1-3 0,-3-1 6 0,-1 1-9 15,-3-2-4-15,-1 0-3 0,-2 1 3 0,-3 3-5 16,-2-3 0-16,-1 3 12 0,-4 2-18 0,-3 1-6 16,-1 2-8-16,0 2-9 0,-3 1-18 0,4 2-5 15,0 2-26-15,-1 3-18 0,4 0-23 0,-4 0-25 16,1 3-15-16,4 2-32 0,-1 2-13 0,4 0-21 16,2 1-192-16,1-1-449 0,2 0 199 0</inkml:trace>
  <inkml:trace contextRef="#ctx0" brushRef="#br0" timeOffset="140956.93">11229 10289 152 0,'1'-8'295'0,"3"0"4"16,-2 3-17-16,0-2-11 0,-2 2-16 0,1 0-22 0,2 2-25 15,-3-1-22-15,0 4-22 0,1-3-18 16,-1 3-19-16,5-4-17 0,-5 4-15 0,0 0-7 15,0 0-11-15,5 14-10 0,-1-5-8 0,-1 1 2 16,-2 2-11-16,0 0-4 0,2 4-7 0,-2 2-4 0,-1-2-3 16,4 2-4-16,-4-1-3 0,1 2-7 0,-1-4 5 15,-1-3-3-15,1-2-3 0,1 1-1 16,2-5 0-16,-3 2-5 0,0-4 8 0,0 0 1 16,0 0 5-16,0 0 49 0,0-4 35 0,1 2 26 0,-1-2-20 15,0 0-9-15,10-9 0 0,-2 2-22 0,0-1-5 16,2-2-8-16,1-4-13 0,1-1 1 0,1-1-11 15,3-6-6-15,1 2-2 0,-8 3-6 0,3 3-7 16,1-1 11-16,-5 6-14 0,-3 1-6 0,4 1-1 16,-6 2-3-16,0 1-13 0,1-1-3 0,0 3-7 15,0 1 5-15,-4 1-2 0,10 3-4 0,-5 2 2 16,0-1 4-16,3 4-1 0,-3 2 0 0,4 0 0 16,-1 1-3-16,-3-1 8 0,4 3-3 0,1 3 2 15,-4-7-10-15,2 6 6 0,1 0 4 0,-3-4-1 16,2-3 2-16,-3 1-5 0,0-4 8 0,-1 0-3 15,1-2 9-15,0 1-1 0,1-1-4 0,0-3 4 16,2 0-1-16,3-3 5 0,-1-1-15 0,2-1 11 16,3-2-1-16,-5-6 2 0,7 3-4 0,-3-4 4 15,0 2-1-15,0-1-3 0,0 0 0 0,-2 0-2 16,-2 1 2-16,-1 3-6 0,-3 1 12 0,2 1-9 16,-4 0-1-16,2 3-7 0,-3-1-28 0,0 2-31 15,0-1-37-15,0 2-33 0,-3 2-22 0,0 0 8 16,0 0-20-16,11 8-21 0,-8-3-35 0,3 0-50 15,2 3-65-15,-2-2-177 0,3 0-559 0,1 1 248 16</inkml:trace>
  <inkml:trace contextRef="#ctx0" brushRef="#br0" timeOffset="141422.04">12258 10248 112 0,'0'0'175'0,"-4"-5"-13"0,4 5-18 15,0-3-14-15,0 3-9 0,0 0-13 0,-3-4-12 16,3 4-2-16,-3-3-11 0,3 3-7 16,0 0-8-16,0 0-3 0,-4-4-6 0,4 4-10 0,-7-1-4 15,7 1-3-15,-7 0-6 0,7 0-4 0,-16 0 0 16,9 1-5-16,-2 2 3 0,-4 0 1 0,3 2-9 15,-3-1 0-15,-2 3 3 0,-1 2-7 0,-2-1-3 16,4 3 0-16,-1 0 3 0,2 3-5 0,-1 1-4 16,-1-1 2-16,3 0-5 0,3 0-2 0,2 2 4 15,0-3-1-15,1-2-3 0,3 0-2 0,1 0 3 16,2 1 3-16,0-1 6 0,1-3 18 0,3 0 25 16,3 1 15-16,1-4 6 0,4-1 3 0,6 1 0 15,-2-1 0-15,6-4-6 0,-2-1 1 16,1-3-7-16,1-2 0 0,-2 0-4 0,-2-2-2 15,0-4-4-15,0 0-3 0,-6 0-8 0,1-4-9 0,0 0-2 16,1-6-3-16,-9 3-3 0,1 0-6 0,-2 0 1 16,-2 1-8-16,-2 2-7 0,-4 1-7 0,1 3-9 15,-6 1-14-15,-2-1-11 0,-4 3-9 0,3 4-13 16,-3-2-14-16,-5 5-21 0,8-1-26 0,-6 3-5 16,0 5-28-16,5-2-30 0,-1 4-26 0,5-1-178 15,0 2-411-15,4 1 182 0</inkml:trace>
  <inkml:trace contextRef="#ctx0" brushRef="#br0" timeOffset="142105.57">12838 10222 6 0,'-4'-10'199'0,"3"1"-13"0,-3 0-22 0,-5 0-18 15,4 0-10-15,-3 4-16 0,-1-2-16 0,-2 3-8 16,-2 1-9-16,-1 1-9 0,-3 2-12 0,-2 0-6 16,2 2-9-16,0 2-6 0,2 1 3 0,0 2-12 15,5 1 0-15,-5 1-3 0,6 0-2 0,0 4-9 16,3-3 1-16,2 1-3 0,1 0 0 0,3 1 1 16,5 0-7-16,1-1 2 0,2-1-2 0,2-2-2 15,7 2 2-15,0-3-4 0,0-3-6 0,2-1-4 0,0-3-1 16,-2-2 3-16,-1-1-4 0,0-7 0 15,1 4 7-15,0-4 3 0,-3-1 10 0,-3 0 9 16,1-1 16-16,-3-3-1 0,-1 0 7 0,-2-1 7 16,-1 4 9-16,-3 2 4 0,2 0-4 0,-1 0 2 15,-3 3-6-15,1 1-4 0,2 1-12 0,-2-1-14 16,0 5-2-16,-1 1-1 0,0 0-8 0,0 0-1 16,-7 14-2-16,1-3-5 0,1 6 7 0,-3 8-9 0,1 5 0 15,1 2-4-15,-1 3 4 0,-2 11-4 16,2 0 1-16,1 2-2 0,4-17 0 0,1 5-2 15,1-2 0-15,-3-2 0 0,3 5 0 0,3-4 2 16,-6 0 2-16,6 1-4 0,-6-4 1 0,3-3 0 0,0-7-1 16,-1-2 2-16,-2-1-2 0,2-1-1 0,-3-6 0 15,0-1-3-15,-1-2 0 0,0 1 7 16,-4-5-2-16,1 0 3 0,-3-3-4 0,-6-3 3 16,-4-1 6-16,-4-10-4 0,0 5 2 0,0-6 1 0,0 1 2 15,-2-2 6-15,3-5 7 0,2 3 8 0,5-4 16 16,2 2-13-16,1-2-3 0,5-2-1 0,3-4-7 15,6-1-5-15,5 0-3 0,5-1-4 0,4 2-6 16,4-1 5-16,5 2-5 0,0 3-1 0,5 0-3 16,4 2 1-16,10-6-2 0,4 5-1 0,3 4 7 15,-13 4-12-15,12-2 3 0,-15 7-3 0,-2-1 3 16,-3 3 0-16,-9 3 3 0,-1-2-1 0,-6 2 4 16,-2 1 0-16,-2 3 2 0,-2-3-4 0,-1 2 1 15,-1-1-1-15,1 1-1 0,-2-1-7 0,-3 3-16 16,0 0-16-16,-9-5-16 0,1 5-17 0,-5 0-25 15,2 0-27-15,-2 2-27 0,-4-1-39 0,5 3-30 16,1-1-185-16,-3 2-436 0,4-1 193 0</inkml:trace>
  <inkml:trace contextRef="#ctx0" brushRef="#br0" timeOffset="142839.01">13206 10340 258 0,'0'0'260'0,"0"0"-9"0,0 0-10 15,1-4-13-15,-1 4-16 0,0 0-23 0,4-2-21 16,-4 2-16-16,10-4-16 0,-5 2-13 0,3 0-13 16,0-3-11-16,3 2-11 0,1-1-5 0,1-1-12 15,-1 0-5-15,5-2-8 0,-1-1-6 0,-1 0-2 16,0-2-4-16,-2 0-6 0,1 0-5 0,-2-2-1 15,-1 1-4-15,-4 0-2 0,1 1-7 0,0 0 2 16,-1 1-10-16,-3-1 1 0,1 0 0 0,-2 3-6 16,-6 1 3-16,3-2-6 0,-5 4-5 0,1-1 0 15,-6 0 2-15,0 2-6 0,-7 0 1 0,3 2-1 16,-4 2 0-16,2 2 0 0,-3 2-1 0,0 3 0 16,2 1 7-16,-1 3-9 0,4 0 3 0,0 5-4 15,-3 2 2-15,11-2-2 0,-2 0 5 0,3 0-3 16,5 3 3-16,4-2-2 0,2-1 2 0,3 0 4 15,8 3 1-15,5-3-5 0,-3-7 3 0,7 3-1 0,2-3-6 16,0-3-7-16,1-4-2 0,-1 0 1 16,0-6 0-16,-6 0 3 0,5-4 2 0,-8 0-1 15,0-2 6-15,-3-2 4 0,1-3 10 0,1-5 5 16,0-2 11-16,-4-2 3 0,0 0 9 0,-1-4 8 0,-3 2 22 16,-1 1 18-16,1 0 10 0,-2 6 5 0,-3 0 23 15,1 2-4-15,-3 1 4 0,2 4-2 16,-1 0-8-16,-3 3-3 0,2 1-14 0,-2 2-11 15,-1 0-13-15,3 1-13 0,-2 1-15 0,-1 3-12 0,1-2-30 16,-1 2-2-16,0 0-1 0,3 7-5 0,-3 2 2 16,1-1-4-16,-1 4 12 0,0 7-16 0,-1-2 12 15,2 3 1-15,-4 5-1 0,2-4 4 16,-1 2-10-16,-1-2 9 0,0-2-4 0,2-2 0 0,-1 0 4 16,0-5-1-16,2-3-1 0,-1-1 4 0,0-1 2 15,-3-2 4-15,4 3 2 0,0-4 1 0,0-4 0 16,0 4 35-16,0-4 26 0,0 0-1 0,0 0-10 15,0 0-2-15,11-11-10 0,-5 3-9 16,-1-1-1-16,2-1-5 0,3-2-4 0,1-2-6 0,-3 4-2 16,0 0-4-16,0 1-2 0,-2 1-3 0,0 2-2 15,-1-1-2-15,0 2-4 0,-1 1-2 0,-1 2-9 16,0-1-4-16,-3 3-8 0,9 0-6 0,-9 0-12 16,11 5-13-16,-2 3-14 0,3 0-34 0,3 1-28 15,-2 2-23-15,4 1-21 0,-3 1-30 0,2-1-25 16,-4 2-33-16,3-2-27 0,-3-1-37 0,-2-2-245 15,-1-3-610-15,-2 2 271 0</inkml:trace>
  <inkml:trace contextRef="#ctx0" brushRef="#br0" timeOffset="143472.09">14030 10365 129 0,'0'-5'194'16,"0"5"2"-16,0-5 9 0,0 5 1 0,1-4-1 16,-1 4-5-16,0-6-6 0,0 6-7 0,3-5-13 15,-3 5-8-15,0-2-21 0,0 2-12 0,5-7-14 16,-3 4-15-16,4 1-1 0,0-2-23 0,-1 1-8 15,4-2-4-15,5 2-10 0,-1-1-6 0,6-2-4 16,1 2-10-16,-1 0-1 0,1-1-3 0,2-1-11 16,3-1-6-16,-2 0 3 0,-5 1-5 0,1 0 6 15,3-4-12-15,-3 3 1 0,-1-4-3 0,1 0 3 16,-5 4-6-16,2-5 0 0,-5 0 0 0,-2 4-1 16,-3-1-3-16,0 1 0 0,-4-1-1 0,-2 0-4 15,-1 1 0-15,-2 2 2 0,-2-3-4 0,-5 4-1 16,0-4 3-16,-2 4 1 0,-7 3-2 0,-4-1 0 15,1 3 0-15,-6 4 3 0,6-3-3 0,2 6-1 16,1 0 0-16,0 1 0 0,3 4-2 0,-2 0-2 16,6 2 0-16,-1 3 0 0,3-1-6 0,4 1-1 15,2 3-3-15,5 0 5 0,8 4-2 0,4-2 4 16,6-1 0-16,7 0 0 0,4-3-9 0,3-3-5 16,4-2-6-16,0 1-9 0,3-5-2 0,-1-4-1 15,10 2 2-15,-11-5-1 0,3-3 5 0,10-5 8 16,-14 2 2-16,0-4 3 0,-2-4 5 0,-3-1 12 0,0-1 8 15,-5-5 11-15,-3 0 6 0,-2-1 3 0,-6 1 6 16,-4 3 3-16,-3 1 1 0,-2-1-4 16,-3 3-3-16,-2 2-2 0,1 0-6 0,-6 0-2 15,-3 2-4-15,-1 2 0 0,-2 2-3 0,-5 1-1 0,-3 3 1 16,-3 1-1-16,-2 3-1 0,4-1 1 0,-9 6-6 16,8 0 2-16,1 1-2 0,-1 3 3 0,1 0-4 15,4 1 0-15,0 0 2 0,4 1 0 16,1 2 3-16,4-1 0 0,1 1 1 0,4-4 0 0,2 0 4 15,6 0 0-15,2 3-5 0,4-6 6 0,3 0-2 16,2-2 0-16,9-1 4 0,-1-3-4 0,4-1 0 16,-5-3 0-16,-6-1-2 0,0-2 3 0,-2-6 2 15,-1 0-4-15,-1 1 4 0,-3-3 6 0,-4-2-10 16,1-2-3-16,-2-2 3 0,-6 1 1 0,2-1-9 16,-4-1 4-16,-1 2-7 0,-3 0-8 0,-1 2-7 15,-4 0-15-15,-1 1-8 0,-6 2-8 0,-1 3-4 16,-5 1-4-16,-3 1-18 0,4 2-14 0,2 1-24 15,2 2-26-15,3-1-37 0,0 3-152 0,4 2-360 16,2 0 160-16</inkml:trace>
  <inkml:trace contextRef="#ctx0" brushRef="#br0" timeOffset="143938.54">15116 10031 187 0,'4'-5'303'0,"-3"-3"-13"0,3 1-15 15,-2 3-15-15,0-3-24 0,-2 4-25 0,5 0-26 16,-5 3-20-16,0-5-25 0,0 5-17 0,0 0-14 16,0 0-8-16,0 0-13 0,3 18-11 0,-5-1-6 15,1-1-9-15,-3 4-3 0,3 6-11 0,-3 3-3 16,0-4-5-16,1 3-7 0,1-2 10 0,-2 2-13 15,3-5-6-15,-2-3 0 0,3 0-3 0,0-4-4 16,-1-3 2-16,1-3 2 0,1-1-4 0,-2-2-1 16,1 0 3-16,0-2 7 0,5-2 18 0,-1-1-2 15,3-2 6-15,4-2-3 0,2-4 4 0,1 0 4 16,4-4 6-16,-3-1-2 0,8-5-8 0,-2-1-3 16,0-2-2-16,0-2-7 0,1-1-3 0,-1-3-4 0,-3 1-9 15,4-2-4-15,-2 3 0 0,-3 0 4 16,-3 8-4-16,-5 0-4 0,-1 4 3 0,0 3-2 15,-1-2 6-15,-2 3-2 0,-1 0-10 0,-2 5-7 16,1-3-6-16,1 3-29 0,-4 2-5 0,0 0-4 16,0 0 8-16,6 8 5 0,-3 3 3 0,-3 1 4 0,0-2-2 15,1 7 3-15,0 0-2 0,1 1-4 16,-1 0 0-16,1-1-1 0,2 0-8 0,-1 2-5 16,3-2-1-16,0 0-15 0,0-7-16 0,0 1-25 15,2-1-39-15,2-1-48 0,0-1-59 0,0-1-238 0,3-5-521 16,0-2 231-16</inkml:trace>
  <inkml:trace contextRef="#ctx0" brushRef="#br0" timeOffset="144371.84">15954 9893 19 0,'0'0'242'0,"2"-7"-15"0,0 4-14 0,-2 3-26 15,0-2-22-15,0 2-14 0,0 0-15 0,-2-5-21 16,2 5-12-16,-9-2-10 0,9 2-12 0,-16 2-7 16,6-2-9-16,0 5-7 0,-2-3-5 0,0 3-7 15,0 0-8-15,2 4-3 0,-5-1-9 0,3 3 1 16,-2 1 1-16,8-4-6 0,-2 7-3 0,0 0 2 15,3-3-3-15,4 5-5 0,-1 1 4 0,4 0-7 16,3 2 3-16,-1-2-2 0,2 2 0 0,7 4-3 16,1 0 0-16,-1-2-1 0,4-1 0 0,-2 1-3 15,3-3 5-15,-5-2-5 0,-3-2 2 0,0-2-2 16,-4-2-1-16,0-1-3 0,-1-2 0 0,0 2-1 16,-7-3 8-16,1-2-2 0,-5 1 2 0,-4-1-3 15,-7-2 0-15,-2 1 0 0,-3 0 2 0,-6-3 4 16,-4-1-8-16,0 0 2 0,0-1 1 0,-2-3 1 15,2 3-3-15,2-4 1 0,1-1-3 0,7 4-21 16,3-1-16-16,1-1-33 0,5 3-22 0,1-1-23 16,5 0-41-16,2-1-176 0,5 3-358 0,-1-2 158 15</inkml:trace>
  <inkml:trace contextRef="#ctx0" brushRef="#br0" timeOffset="144605.17">16117 10343 183 0,'0'0'391'16,"0"0"-24"-16,0 0-22 0,0 0-43 0,7 0-32 15,-7 0-28-15,0 0-17 0,0 0-52 0,0 0-58 16,0 0-99-16,0 0-114 0,0 0-147 0,0 0-136 16,14-4-413-16,-14 4 182 0</inkml:trace>
  <inkml:trace contextRef="#ctx0" brushRef="#br0" timeOffset="145521.63">17999 9799 189 0,'1'-10'214'0,"3"2"-8"15,-4-1-8-15,4-2-9 0,0 4-14 16,-3-4-10-16,3 5-14 0,-3 0-10 0,-1 1-14 15,3 1-15-15,-2 0-17 0,0 0-10 0,-1 4-15 16,0-3-9-16,0 3-6 0,0 0-5 0,4 13-12 0,-4-2-5 16,0 7-2-16,-1 1-5 0,-2 8-1 0,1 1-6 15,-1 1-3-15,-2 3 8 0,0-1-8 0,4 1-4 16,-3-1-4-16,1-2 3 0,2 0-2 16,1 2 0-16,-1-7-2 0,-2-4 2 0,3-2-2 15,0 0-1-15,0-2 1 0,0-5-2 0,0 1 1 0,0-5 0 16,0-1 2-16,0 1 2 0,0-3-2 0,0-1 5 15,0 2-1-15,0-5-1 0,0 5 5 0,0-5 0 16,0 0 4-16,0 0-4 0,0 0-9 16,0 0-22-16,0 0-26 0,0 0-30 0,-4-17-34 0,3 6-31 15,-4 0-34-15,1-5-199 0,-1-2-400 0,1-1 177 16</inkml:trace>
  <inkml:trace contextRef="#ctx0" brushRef="#br0" timeOffset="145671.99">17995 9716 97 0,'0'-5'201'0,"0"0"-14"0,0 0-16 15,3 1-19-15,-2 0-14 0,0 1-22 0,-1 3-11 16,8-5-15-16,1 5-19 0,1 0-28 0,3 0-32 16,7 3-38-16,2 2-21 0,-1-1-37 0,5 5-119 15,-7-1-221-15,3 2 98 0</inkml:trace>
  <inkml:trace contextRef="#ctx0" brushRef="#br0" timeOffset="145837.04">18013 10287 90 0,'0'3'238'0,"-1"0"-3"0,1-3-8 0,-4 4-13 15,4-4-19-15,0 0-20 0,13 2-18 0,1-4-15 16,13 1-14-16,6-3-25 0,3 2-40 0,3-1-53 15,11 1-59-15,-10-4-58 0,-3 4-197 0,1-5-329 16,-1-2 146-16</inkml:trace>
  <inkml:trace contextRef="#ctx0" brushRef="#br0" timeOffset="147188.09">18837 9689 115 0,'0'-7'172'0,"0"2"-4"0,1-2-9 0,-2 2-5 16,1-2-10-16,0 3-7 0,0-1-14 0,0 0-6 15,0 5-16-15,0-5-12 0,0 5-20 0,0-5-4 0,0 5-12 16,0 0-1-16,0 0-11 0,-5 17-7 16,4-7-6-16,-7 14-2 0,1 5-7 0,0 0 1 15,-4 5-5-15,2 12 10 0,-2 7 5 0,0-1 3 16,6 3 7-16,-4-3 3 0,0-1-4 0,3-2-2 0,2 0-7 16,1-14-4-16,2-1 1 0,-4-2-3 0,3-1-2 15,1-4-4-15,-1-1 1 0,-1-6-2 16,-1-5 0-16,3-1 2 0,-1-3-4 0,0-3 0 15,0-1 1-15,-2 0 3 0,0-2 16 0,-2-1 11 0,-1-2-3 16,-4-2 2-16,-2-1-5 0,-1-1-2 0,1-3 2 16,-5-2 6-16,2 0-11 0,-1 0-2 0,3 1-4 15,1-3 0-15,3 3-3 0,1-1 1 16,0 1-4-16,4 2-3 0,-1 2 3 0,3-2-7 0,-1-1-16 16,3 0-30-16,1 2-35 0,0 3-37 0,6-10-38 15,3 5-35-15,1 1-56 0,2-2-150 0,-2-2-412 16,4-1 182-16</inkml:trace>
  <inkml:trace contextRef="#ctx0" brushRef="#br0" timeOffset="147473.31">18594 10050 118 0,'-8'-1'239'0,"8"1"-5"0,-6-2-10 0,6 2-13 16,0 0-14-16,0 0-14 0,0 0-23 0,0 0-16 15,0 0-17-15,0 0-7 0,27-4-13 0,0 1-15 16,9 3-8-16,16-2-7 0,8-5-15 0,0 2 2 16,-1 1-7-16,-1 1-3 0,-21 1-4 0,-3-1-9 15,-2-2-1-15,-10 2-5 0,-5 2-2 0,-5-2-2 16,1 3-5-16,-5-1-2 0,-1 0-9 0,-2 0-21 15,-1-1-25-15,-4 2-40 0,0 0-41 0,0 0-45 16,-29 3-54-16,6 1-167 0,1-2-408 0,0-1 182 16</inkml:trace>
  <inkml:trace contextRef="#ctx0" brushRef="#br0" timeOffset="148604.51">20274 9513 11 0,'1'-5'186'0,"0"0"-13"16,-1 2-20-16,0 3-15 0,0-7-14 0,0 7-17 16,-2-4-6-16,2 4-19 0,0 0-8 0,-22 9-6 15,6-1-8-15,-5 7-13 0,-5 6-6 0,-2 1-6 16,-9 8 9-16,1 4-16 0,-3 1 0 0,4 1-8 15,3 1-2-15,0-1 8 0,13-5-12 0,-8 9 1 16,11-10 2-16,2 3-4 0,2-2-7 0,4 0 9 16,5-2-3-16,1 0-5 0,4 0 0 0,3-5 2 15,2 0 2-15,4-6 1 0,0-4 3 0,4 1-6 16,-1-1 16-16,4-4 9 0,-1-2 11 0,2 0 13 16,-6-5 12-16,0 1 14 0,0-3 11 0,-3-2 3 15,2-1 1-15,-1-3 2 0,-3 0-4 0,-1-2-8 16,-2 0-11-16,-1-5-7 0,-1 0-11 0,-3 0 3 15,-3-5-16-15,-1 2-3 0,-4-2-7 0,0 0-1 16,-4 0-8-16,-6-4 1 0,0 1-7 0,-1 3 5 16,4 4-9-16,-3 3-5 0,-2-2 0 0,5 4-1 15,5 0-1-15,-4 2-3 0,6 1 1 0,3 0-1 16,-2 0-2-16,2 5-2 0,1-3 1 0,0 1-3 0,4 2-4 16,-1-5 1-16,1 5-2 0,16-2 1 0,5-1-7 15,9 3 1-15,6-3-3 0,5 2-2 16,13-4-1-16,-2 2 3 0,0 1-3 0,2 2-3 15,-17-3 0-15,2-1-1 0,0 3 0 0,-2-2 0 0,0-1 3 16,-4 2 2-16,-3 0 2 0,-10 0 0 0,-6 1 3 16,0-2 5-16,-3 1 8 0,-4 2 12 0,0-1 3 15,0 0-6-15,-3-2 0 0,-4 3-2 16,0 0-4-16,0-4-1 0,0 4-3 0,-13-3-1 0,3 3 5 16,-3 0-8-16,-6 2-2 0,-1 3-4 0,1 0 1 15,-7 5 2-15,-2-1-4 0,1 1-1 0,2 5-1 16,7-6 4-16,-5 9 0 0,2-2-1 0,10-1-1 15,-2-1-2-15,3 1 3 0,3 2 6 0,2 0-8 16,4-1 5-16,1 1 1 0,5-3 1 0,3 1 3 16,5-2 1-16,3 1 9 0,8-2 3 0,4-2 4 15,3-5-3-15,-3 3 0 0,3-3-4 0,-3-1 0 16,-2-1 2-16,-6-2-3 0,-1 0 0 0,-3-1 0 16,-2 0 1-16,-3-1 0 0,-2 1 0 0,0-1 6 15,-4 0-1-15,0-1-4 0,0-1 3 0,2 2 0 16,-6-3-11-16,0 0-14 0,3 1-24 0,-4 3-20 15,-5-7-35-15,1 0-43 0,-1 3-39 0,0-2-47 16,-3-1-222-16,-2-1-474 0,5-1 210 0</inkml:trace>
  <inkml:trace contextRef="#ctx0" brushRef="#br0" timeOffset="149054.46">20946 9694 1662 0,'6'-9'150'0,"4"-1"-27"0,-6 0-20 16,1 4-31-16,-1 0-7 0,-1 1-13 15,-1 0-16-15,2 1-11 0,-3 1-10 0,3 1-2 16,-4 2-2-16,12 0 0 0,-6 2-5 0,-1 3-1 16,5 2-2-16,-2 1-1 0,0 1-1 0,-3 3 0 0,1 3 0 15,-1 0-2-15,-1 2 1 0,-1-1 0 16,-2 1-2-16,-5 0 1 0,0 1-2 0,-1 1-1 15,-1-2 6-15,-2-1-3 0,0 0 0 0,-3-3 0 16,2 0 1-16,3-4 3 0,0 0 0 0,0-1-2 0,2-3 2 16,1 0 18-16,1 0 25 0,0 1 18 0,0-3 22 15,2-3 22-15,-1 3 13 0,1-3-14 16,0 0-10-16,14-12-11 0,-4 6-8 0,4-8-5 16,3 4-12-16,-3-4-5 0,5-4 10 0,5 0-21 0,-3-3-4 15,3 1-2-15,-3 0 8 0,2 0-18 0,-5 1-5 16,-4 7-3-16,-3-1-6 0,-3 5 5 0,-2 0-4 15,3 3-2-15,-4 1-5 0,-1 0-4 16,1 0-8-16,-2 2-25 0,-2 0-3 0,-1 2 1 0,0 0 5 16,3 9-2-16,-6-2 9 0,-1 2 1 0,2 2 0 15,-2 0 4-15,0 4-2 0,-1 0-16 0,-4 1-8 16,5 4-2-16,0-5-21 0,-1 4-8 0,1-2-15 16,4-1-19-16,0-3-24 0,0 4-14 0,4-1-27 15,0-5-26-15,-3 0-215 0,3-5-445 0,0-1 197 16</inkml:trace>
  <inkml:trace contextRef="#ctx0" brushRef="#br0" timeOffset="149321.01">21493 9523 188 0,'0'0'213'0,"1"-3"-26"0,-1 3-20 15,0 0-16-15,0 0-15 0,5 17-13 0,-5-5-16 16,7 4-11-16,0 9 5 0,-2 2-8 0,3 0-8 16,1 2-2-16,-2 2-6 0,1 0-10 0,-3-1-6 15,-1 0-5-15,-1 1-3 0,-3 0-3 0,-3 1-6 16,-2 0-5-16,-3-2-5 0,-6-1 0 0,0-2-7 16,-5-3-8-16,-4 0-13 0,1-3-14 0,-6-3-24 15,1-4-22-15,-5 0-38 0,0-3-32 0,-1-1-67 16,-19-6-109-16,12-2-324 0,-1-7 144 0</inkml:trace>
  <inkml:trace contextRef="#ctx0" brushRef="#br0" timeOffset="149721.41">21040 9436 137 0,'-5'-1'139'0,"5"1"-12"0,-10 0-12 0,1 3-16 16,-4 6-9-16,-1 1-14 0,-9 12-8 0,-1 3-10 15,1 2-7-15,-8 8-2 0,3 6 5 16,-1 1 3-16,3-1-9 0,4 0 9 0,1 0-8 0,10-5-2 15,1-4-2-15,4 0-7 0,5 0 5 0,3 3 17 16,7-4 1-16,5-1 19 0,4 1 11 0,5-5 7 16,8-2 7-16,2-4-2 0,2-3 0 0,1-2-10 15,4-4-4-15,-8-3-7 0,1 0-2 16,-2-4 4-16,-11-4 4 0,-2 2 1 0,0-2 4 0,-5 0 7 16,0-2-3-16,-4 2-5 0,-2-3 2 0,2 1-2 15,-4-1-16-15,-1-1-2 0,1 1-9 0,-1-2-8 16,0 3-1-16,-1-2-37 0,0-1-30 0,-1 2-32 15,-2-2-32-15,2 1-47 0,-2 1-46 0,1-5-62 16,-1 8-274-16,-1-7-545 0,2 3 242 0</inkml:trace>
  <inkml:trace contextRef="#ctx0" brushRef="#br0" timeOffset="150135.03">22111 9739 186 0,'0'0'200'16,"0"0"-4"-16,-4-4-4 0,4 4-1 0,0 0-2 15,0 0-5-15,0 0-8 0,-1-4-2 0,1 4-13 16,0 0-16-16,0 0-13 0,0 0-13 0,5-5-16 15,1 2-10-15,2 2-12 0,5-3 1 0,2 1-17 16,2 2-7-16,6-2-19 0,6 2-24 0,1-2-26 16,0 1-34-16,1-1-28 0,-3 0-33 0,3 3-39 15,-4-2-26-15,-6 2-47 0,-4-3-118 0,-2 3-363 16,-2 0 161-16</inkml:trace>
  <inkml:trace contextRef="#ctx0" brushRef="#br0" timeOffset="150333.03">22216 9898 76 0,'0'0'225'0,"-4"5"-3"0,4-5-17 16,-1 1-19-16,1-1-14 0,0 0-23 0,24 0-14 15,-2-1-12-15,7 1-12 0,4-1-10 0,8-2-16 16,9-1-37-16,1 6-38 0,-12-5-42 0,18 2-40 15,-7-2-72-15,-14-2-123 0,-2 1-289 0,3-4 128 16</inkml:trace>
  <inkml:trace contextRef="#ctx0" brushRef="#br0" timeOffset="150704.31">23129 9615 169 0,'-1'-5'199'0,"1"5"-19"15,-2-5-24-15,2 5-17 0,0 0-14 0,0 0-16 16,-2-2-15-16,2 2-9 0,0 0-10 0,-16 4-9 16,7 0-5-16,-3 4-10 0,-2 1-4 0,0 2-7 0,-2 1-10 15,0 2-1-15,2-1-2 0,0 2-5 16,3-1 2-16,-1 2-12 0,3 1 3 0,-1-3-1 15,2 4 0-15,3-3-8 0,5 4 12 0,0-3 15 16,5 2 14-16,4-2 20 0,9 4 6 0,4-3 2 0,-4-6-1 16,9 0 2-16,2-4-2 0,2-1-4 0,-1-1 2 15,2-9-1-15,-1 1 0 0,-3-4-13 16,0-1-4-16,-9 0-9 0,4-7-2 0,-6 3-2 16,-3-3-8-16,3-4-3 0,-10 0-5 0,0 0-3 0,-5 1-7 15,-2-2-4-15,-5-1-19 0,-4 4-28 0,-4-4-30 16,-11 3-30-16,-3 5-53 0,-3 0-35 0,-5 4-224 15,1 3-442-15,4-1 195 0</inkml:trace>
  <inkml:trace contextRef="#ctx0" brushRef="#br0" timeOffset="151437.37">24692 9405 215 0,'5'-11'242'16,"-5"2"-14"-16,4-3-10 0,-3 3-6 0,3-1-14 15,-4 3-5-15,4-1-9 0,-4 3-16 0,1 0-17 16,2 1-18-16,-2 1-18 0,-1 3-18 0,3-3-11 16,-3 3-12-16,0 0-9 0,5 14-7 0,-5 1-6 15,0 9-5-15,-1 5-5 0,-2 2-6 0,3 6-3 16,-4-3-1-16,3 1-8 0,-3-1 1 0,-1-1-2 15,1 1-1-15,0-2-4 0,-2-4 0 0,2 1-5 16,4-4 1-16,-4-6-3 0,3-2 2 0,-1 0-2 16,0-1-2-16,0-3 2 0,0-4-1 0,1 1-2 15,1 0 1-15,0-5 5 0,-3 0-15 0,3-1-3 16,0 0-1-16,-1 0-6 0,1-4-9 0,0 7-9 16,0-7-16-16,-4 1-55 0,-2-1-55 0,6 0-44 15,-13-8-49-15,2 0-139 0,-1 1-417 0,-1-5 185 16</inkml:trace>
  <inkml:trace contextRef="#ctx0" brushRef="#br0" timeOffset="151711.01">24499 9619 54 0,'-1'-2'183'0,"1"2"-8"0,-5-2-16 16,5 2-4-16,0 0-7 0,-7-4-7 0,7 4-14 0,0 0-17 15,-1-4-9-15,1 4-12 0,0 0-6 16,0 0-9-16,0 0 8 0,31 4-3 0,-3-4-5 15,6-1 1-15,5 1-5 0,14 0-4 0,5-3-3 16,-8 1-2-16,2 1-9 0,-16 0-6 0,-3-2 0 0,-1-2-8 16,-9 3-1-16,-2-1-2 0,-6 1 8 0,-2 2 1 15,-3-1 6-15,-4 0 1 0,1 0 1 16,-1 1-8-16,-2-2-5 0,0 0-5 0,-4 2-4 16,1-5-11-16,-1 5-11 0,0 0-8 0,-14-3-15 0,8 2-17 15,-2-1-6-15,0 2-9 0,-2 2-20 0,0-1-6 16,0-1-18-16,1 1-21 0,0 1-29 0,1-2-14 15,0 2-36-15,2-2-122 0,6 0-339 0,-8 0 151 16</inkml:trace>
  <inkml:trace contextRef="#ctx0" brushRef="#br0" timeOffset="152670.44">25255 9376 260 0,'5'-8'286'16,"1"-1"-10"-16,0 3-17 0,-2 1-10 0,1 0-27 16,-3 1-26-16,1 1-25 0,-1 1-20 0,-2 2-20 15,0 0-16-15,0 0-13 0,11 9-15 0,-6 1-12 16,0 5 3-16,-1 4-14 0,-2 8-7 0,1 2-4 16,-3 2-8-16,0 3-8 0,-1 0 6 0,-3-2-13 15,0 4-2-15,-1-3 0 0,-2 0-8 0,2-3 1 16,-1-1-3-16,3-10-3 0,-1-1 11 0,1-6-11 15,1-4 1-15,-2 4-6 0,3-5 4 0,-1 0 3 16,2-2 11-16,-2-1 31 0,1 1 25 0,1-2 35 16,0-3 31-16,0 0 6 0,0 0-11 0,0 0-20 15,0 0-14-15,20-10-13 0,-10 2-14 0,7-5-10 16,6-2-29-16,1-2-23 0,-1 5-20 0,1-3-25 16,-7 6 5-16,-6 1-12 0,1 3-16 0,1 0-4 15,-2 1-6-15,-2 0-25 0,4 1-7 0,-2 2-11 16,3 1-8-16,-1 3 3 0,0-1-8 0,1 2 1 15,-1 2 2-15,2 1-3 0,2 2 7 0,-2-1 3 16,-1 1 5-16,-1-1 6 0,-3 1 1 0,-1-4 8 16,0 2 13-16,-3-4 3 0,0 2 1 0,-1-1 12 15,-1 0 6-15,1-2 26 0,-2-2 27 0,0 3 25 16,-3-3 19-16,6 2 18 0,-6-2 18 0,6 2 1 16,-6-2-4-16,0 0-14 0,9-2-8 0,-7-1-4 15,4 1-5-15,1-1-8 0,1 0-6 0,1-3-2 16,8 1-3-16,2-2-6 0,2 2 1 0,7-2-5 0,-1-1-7 15,2-1-5-15,-2 1 8 0,1 0-5 16,-9 2 1-16,1-2 1 0,0 1-3 0,-2 0 1 16,0-3-3-16,-2 1-3 0,0 1-2 0,-6 1 8 15,0-2-3-15,-1 2-5 0,-4 2-2 0,0-1-2 0,-1 0-5 16,-3 1 0-16,-2-2-5 0,-3 3 1 0,-3-1 2 16,-4-1-1-16,-8 3-1 0,-9 0 2 0,0 3-1 15,-3 0 2-15,0 3 5 0,-1 4-10 16,1 0-1-16,0 1-1 0,3 2 4 0,1 2-5 0,4 0 7 15,5 0-3-15,1 1 1 0,4 1-4 0,4 2 5 16,0 1 6-16,9 1-10 0,3-2 6 0,5 1-1 16,10 3 2-16,9-3 6 0,4 0-3 0,18 3-7 15,0-6-8-15,6 0-7 0,0-5-9 0,1-2 2 16,0-4 0-16,-3-3-1 0,-2 0 3 0,-13-3 8 16,-2-3-2-16,0-2 2 0,-6-1 10 0,1-4-1 15,-7-1 5-15,-2-3 11 0,0-2 16 0,-4 0 17 16,-4-3 16-16,-3 6 23 0,-2-2 33 0,-1 3 14 15,0-2-14-15,-1 3 15 0,-3 2-9 0,0 2 1 16,-2 2-22-16,0 0-8 0,0 3-13 0,0 1-13 16,0 0-16-16,-2-1-31 0,0 5-18 0,0 0-3 15,0 0 5-15,0 0 2 0,-6 15-3 0,2-4-5 16,-1-1-15-16,0 1-12 0,-2 5 9 0,1-2-6 16,3 3-8-16,0-4-7 0,-1 0-10 0,1-2 0 15,2 3 4-15,1-8 4 0,-2 3 7 0,1-4 6 16,0-1 8-16,2 1 4 0,2-3 9 0,-3-2 0 15,11 0 5-15,0-4 9 0,1 0 10 0,1-1-3 16,0 1-2-16,4-5 0 0,0 4-9 0,-4 0 6 16,1-2 1-16,-1 4-3 0,-3 1-2 0,4-1-1 15,-1 2 1-15,6 2-6 0,-1 2-24 0,0 0-32 16,-3 8-38-16,-1-3-44 0,0 4-69 0,-1 0-69 16,-4-2-214-16,-1-2-538 0,-1 2 239 0</inkml:trace>
  <inkml:trace contextRef="#ctx0" brushRef="#br0" timeOffset="153720.34">28118 9656 161 0,'-4'0'193'16,"4"0"-7"-16,0 0-11 0,0 0-13 0,0 0-6 15,0 0-13-15,0 0-6 0,0 0-9 0,0 0-10 16,-4-3-8-16,4 3-12 0,0 0-8 0,0 0-16 16,12-7-5-16,-2 2-3 0,3 3-7 0,4-3-6 15,2-4-6-15,1 3-3 0,6-3-7 0,-1-1-3 16,-2-3-5-16,0 2 2 0,-5-1-6 0,0 2-4 16,-1-2 0-16,-2 0-1 0,0 0-1 0,1 0-3 15,-5-1-2-15,-2 4 1 0,0-1-1 0,-4 2 3 16,0-1-6-16,-2 2 3 0,-3 0-6 0,-3 0-5 15,-2 3-2-15,-4-2 1 0,-1 1 5 0,-12 0-7 16,-4 4-1-16,-4 2-1 0,1 2-5 0,-3 1 2 16,0 5 2-16,1 2-1 0,3 0-1 0,4 4-2 15,-4-1 2-15,3 3-3 0,4 0-1 0,7-3-1 16,1 2 2-16,5 1 2 0,3 2 0 0,4 0 5 16,6 0-3-16,6-3 5 0,11 3 3 0,5 1 2 15,21 1 2-15,1-4-3 0,9-5-2 0,3-1 3 16,4-3-22-16,2 0-26 0,0-6-33 0,-7 0-26 15,0-5-60-15,-8 1-202 0,-17-6-392 0,0 1 173 0</inkml:trace>
  <inkml:trace contextRef="#ctx0" brushRef="#br0" timeOffset="154603.51">29093 9339 259 0,'0'-3'306'16,"0"-2"-14"-16,4-1-12 0,-3 2-20 0,-1 0-21 0,0-1-25 16,0 5-21-16,4-5-25 0,-4 5-19 0,0-4-15 15,0 4-19-15,0 0-15 0,0 0-16 16,0 0-11-16,3 13-8 0,-2-4-3 0,-1 4-8 16,0 2-7-16,-1 4 0 0,2 8-8 0,-4 0-3 15,-2 0-3-15,4 3-2 0,-3 0-4 0,2 0-4 0,-1 0-3 16,-1-1-4-16,2-3 1 0,-2-1-3 0,1-7-2 15,3-1 3-15,-1 0-5 0,-2-6 0 16,3 1-2-16,0-1 2 0,0-5-1 0,0 1-1 16,0-2 4-16,0-1 5 0,-1 1 5 0,1-5 42 0,-1 6 45 15,1-6 32-15,0 0 3 0,0 0-17 0,0 0-19 16,6-12-6-16,-3 2-12 0,-2-3-10 0,2-2-7 16,-1-3-18-16,1-1-34 0,1-10-22 0,-4-2-21 15,-2 0-10-15,2-2-16 0,-5 2-2 0,0 0 7 16,-3 1 2-16,-3 1 1 0,-2 4 6 0,4 9-1 15,-5-1 15-15,3 3-10 0,-5 4 1 0,2 0 0 16,-4 4 2-16,2 3 0 0,-3 3 4 0,-2 2-4 16,2 3 7-16,-3 3-2 0,-1 6 6 0,5-2-2 15,3 1-1-15,-7 4-2 0,11-1-7 0,-1 7-6 16,2-5-2-16,8 1 1 0,2 1 2 0,3 0 4 16,7 3 5-16,9-3 0 0,6 1-17 0,4-7-13 15,6-1-14-15,1-2-11 0,15-2-9 0,1-5-1 16,3-1 1-16,-4-4-3 0,3-1 0 0,-16-3-3 15,0 0 0-15,-2-7 2 0,0 3-6 0,-4-7 11 16,-4 0 12-16,-2-1-1 0,-3-2 7 0,-5-2 15 16,-1 3 13-16,-5 1 15 0,-3 0 24 0,1-2 24 15,-5 1 21-15,2 1 10 0,-2 1 19 0,0 2 9 16,0 0 6-16,-1 2 7 0,-2 0 5 0,1 1-8 16,0 0 1-16,-1 3 1 0,1-1 3 0,-2 1-6 15,0 2 3-15,1-1-4 0,0 2-3 0,-1-1-2 16,2 1-4-16,-3 2-8 0,1 0-10 0,-1 3-9 15,1-6-10-15,-1 6 3 0,0-6-10 0,2 4-1 16,-2 2-6-16,0 0-7 0,0 0-3 0,2-4-12 16,-2 4 7-16,0 0-5 0,0 0-9 0,0 0-11 15,0 0-9-15,0 0 0 0,0 0 11 0,0 0-12 16,-1 18 4-16,-2-9 1 0,2 2 0 0,-3 3 1 16,2 3 10-16,-2 0-6 0,-1 3 3 0,0-1 11 15,-2 6 2-15,0 4-13 0,0-10 5 0,1 5-3 16,-1-7-1-16,2 0-1 0,0-6 5 0,4-2 4 15,0-1-3-15,-2-1 6 0,-1-1 0 0,4-1 8 0,0-2 37 16,0 1 37-16,0-4 11 0,0 0-11 16,0 0-11-16,0 0-7 0,13-16 7 0,-7 8-24 15,6-4-1-15,-1 0-6 0,4-4-6 0,0-5 0 16,-2 4-7-16,0 3-6 0,0-2-2 0,-1 6-11 0,-1-1 1 16,-4 2-9-16,1 3 3 0,-1-1-4 0,-3 2-8 15,4 1-17-15,-3 0-10 0,1 4-1 16,-6 0-8-16,13 4-5 0,-2 1-14 0,-2 3-19 15,5 1-28-15,-1 4-26 0,-1 1-34 0,-1 3-46 16,5 3-48-16,-4-4-44 0,-3 1-248 0,0-2-599 0,3-3 265 16</inkml:trace>
  <inkml:trace contextRef="#ctx0" brushRef="#br0" timeOffset="155071.15">30468 9432 80 0,'3'-6'264'15,"3"-2"-9"-15,-1 1-7 0,0-2-8 0,-2 4-7 16,2-2-8-16,-1 2-10 0,0 0-10 0,-1 1-8 16,1 0-11-16,-1 0-17 0,-2 1-18 0,-1 3-12 15,3-5-29-15,-3 5-19 0,2-2-10 0,-2 2-14 16,0 0-8-16,5 7 8 0,-5 1-23 0,1 1-2 16,-1 8-4-16,0 0-5 0,0 2-4 0,0 0-7 15,0-1 3-15,-1 3-4 0,4 4-3 0,-3-6-2 16,0-2 4-16,2 1-9 0,0-2 3 0,0-1-6 15,0-4-2-15,1-3 2 0,-1 1 9 0,-2-3-4 16,2-2-7-16,-2 3 3 0,2-4 1 0,-2 0 4 0,0 1 5 16,0-4 24-16,2 3 14 0,-2-3 1 15,0 4 3-15,0-4 6 0,0 0-17 0,0 0-9 16,0 0-1-16,0 0-31 0,0 0-20 0,0 0-30 16,0 0-28-16,10-11-37 0,-6 6-32 0,0-3-38 15,-2 3-33-15,6-9-32 0,-3 2-41 0,5-5-198 16,2-2-520-16,2-6 230 0</inkml:trace>
  <inkml:trace contextRef="#ctx0" brushRef="#br0" timeOffset="155436.01">30657 9115 150 0,'-14'-11'161'0,"3"4"-15"0,0 3-9 16,0-2-6-16,-2 4-22 0,0-1-11 0,-6 1-14 15,1 2-8-15,0 2-7 0,-5 2-3 0,-1 7-15 16,-1 3-2-16,-1 6-5 0,0-4 1 0,1 9 3 16,-10 11 14-16,5 0-4 0,0 5-8 0,2 1 2 15,4 1-3-15,4-2-8 0,0 2 1 0,8-9-1 16,1-2-6-16,6-1 2 0,1 1 5 0,3-1 12 16,2-4 8-16,7 0 20 0,4-1 6 0,7-2 15 0,5 1 9 15,7-3 7-15,3-5 2 0,17 2-8 16,6-5-2-16,1-3-2 0,2-2 0 0,-2-9 4 15,-1 0 1-15,-4-3-11 0,-14-2 17 0,-3-2-1 16,1-3-11-16,-1-2-5 0,-2-3 0 0,-2-6 21 16,0-1-13-16,-5-4-10 0,1-1-12 0,0-16-10 0,-7-2-10 15,-7-5-13-15,-9 1-14 0,-4-1-8 16,-7 2-19-16,-7 14-16 0,-5-9-27 0,-6 15-42 16,-18-5-32-16,-7 9-36 0,-8 9-45 0,-37 4-52 15,-7 6-72-15,-6 10-310 0,2 8-666 0,2-4 295 0</inkml:trace>
  <inkml:trace contextRef="#ctx0" brushRef="#br0" timeOffset="157338.79">1923 12484 91 0,'0'0'130'0,"-7"-2"-13"15,7 2-12-15,0 0-17 0,0 0-4 0,0 0-13 16,0 0-9-16,0 0-5 0,0 0-4 0,0 0-5 16,0 0-5-16,0 0-4 0,27 3-4 0,-15-3 6 15,-1-3 2-15,7-3-8 0,0 5 8 0,1-3-3 16,-1-4-1-16,1 0-4 0,7-1 1 0,-8-3-2 16,7-6 1-16,-3 0 1 0,1-2 5 0,-4-2 2 15,0-7 4-15,-2 3 1 0,2-5-9 0,-1-1 3 16,-3-1-5-16,-1 0-3 0,4-14-2 0,0 0-2 15,-4 0 1-15,0 0-9 0,-4-2 3 0,-3 3-2 16,-3 12-2-16,-3-1 3 0,-1 4 2 0,0 0 5 16,-4 5 2-16,4 7 1 0,-5 2 4 0,5 6-2 15,-3 1-5-15,3 5-13 0,-1 2-3 0,1 3 1 16,0 0-6-16,-23 22-4 0,9 7 2 0,0 6-5 16,-3 15 1-16,2 2-2 0,2 8-6 0,-2-3 7 15,6 3-3-15,-1 20 3 0,6-25 2 0,1 0-5 16,6-4 1-16,3-2 2 0,1-15-3 0,-1-3 5 15,3-2-2-15,0-4-1 0,0-8 2 0,-1-3 3 16,-1-2 14-16,2-4 28 0,-2-4 28 0,3 1 19 16,0-5 16-16,4-2 10 0,-1-4-2 0,1 0-4 15,0-6 3-15,-4-1-6 0,2-1-10 0,-1-1-13 16,-2-1-8-16,-1-1-6 0,-2-3-9 0,-1 1-8 16,0-5-5-16,-3 5-9 0,-2-2 3 0,1 6-12 15,-1-2-16-15,0 6-14 0,-3-2-20 0,3 4-19 16,-2 2-27-16,3 0-41 0,-2 3-53 0,1 4-68 15,-2-6-30-15,2 6-23 0,0 0-199 0,0 0-513 16,0 0 227-16</inkml:trace>
  <inkml:trace contextRef="#ctx0" brushRef="#br0" timeOffset="157804.96">2798 12373 117 0,'0'0'252'0,"0"0"-14"0,0 0-19 16,0 0-22-16,0 0-22 0,0 0-17 0,0 0-17 15,18-8-15-15,-8 3-13 0,3 0-11 0,1-4-14 16,5 2-10-16,-2-6-8 0,2 5-8 0,-2-5-5 16,5-3-6-16,-5 2-6 0,2-4 3 0,-2 4-9 15,-2-7-4-15,-1 5-10 0,-1-1 2 16,-3 0-4-16,0 0 1 0,-2 3-3 0,-1-1-2 0,-4 5 4 15,2-1 10-15,-2 3-5 0,-2 2-5 0,-1 0-7 16,-2 1 0-16,-2 1-8 0,-5 1 1 0,-4 3-3 16,-6 4-1-16,-9 4-7 0,-3 4 0 0,2 1-1 15,-3 6 2-15,3 0-3 0,-2 3 5 16,2 2-7-16,3 3 1 0,4-1-2 0,0 0 0 16,7 4 2-16,1-6-1 0,6 2 5 0,4 1-2 0,3-3-1 15,6-6 5-15,4 1 2 0,10 0 0 0,3-4 2 16,9-1 0-16,5-4 1 0,14 0 0 0,3-6 1 15,1-3 2-15,2-2-3 0,-3-4 1 16,0 1 0-16,-2-4 7 0,-12 3-7 0,-6-1-2 16,-2-2 4-16,-5 3-3 0,-7-1 13 0,-6 2 27 15,0 0 23-15,-5 1 13 0,-1 1 3 0,-1-3-6 0,-3 0-13 16,0 3-6-16,2-2-4 0,-5 0-20 0,-3-3-35 16,1 3-30-16,-4-1-37 0,0 2-41 0,-3-1-41 15,-1-1-51-15,0 3-271 0,-2-1-509 16,0 0 225-16</inkml:trace>
  <inkml:trace contextRef="#ctx0" brushRef="#br0" timeOffset="158536.26">3778 12136 190 0,'-5'-4'196'16,"5"4"-14"-16,-1-3-22 0,1 3-18 16,0 0-13-16,0 0-17 0,0 0-9 0,-3-3-14 15,3 3-9-15,0 0-7 0,0 0-10 0,0 0-2 0,0 0-6 16,0 0-9-16,0 0-4 0,0 0-1 0,0 0-6 16,15-3-1-16,-11 2-4 0,3 0 1 0,-2 0-10 15,0 0 3-15,4-2-4 0,-3 1-2 16,-1 0 0-16,0 0 0 0,-1 0 7 0,0-1 13 15,1 1 9-15,-1 1 2 0,-4 1 6 0,5-4-8 0,-4 3-3 16,-1 1-7-16,3-6-2 0,-3 6-9 0,-8-5-3 16,4 4-4-16,-3 1 0 0,-5 0-4 0,-1 0-5 15,-4 1 0-15,-2 3-2 0,-1 0 0 16,-1 3-4-16,-5 1-1 0,7-1-2 0,-3 3-1 16,3 0-1-16,-3 5 0 0,7-1-4 0,3-3 1 0,-2 4-3 15,4-1 4-15,2 4 0 0,2-1 2 0,4 1-2 16,2 0 3-16,3-1 2 0,9 0-1 0,1-2 4 15,11 1 3-15,8-4-5 0,1-2 3 16,22-4-3-16,-1 2 1 0,3-9 3 0,3 0-5 0,-1-3 1 16,0-2 3-16,-3 0-4 0,-1-5 1 0,-5 2 1 15,-14-4 1-15,-4 5-1 0,-2-6 4 0,-3-1 1 16,-9 2 8-16,-1 1 16 0,-5-2 8 0,-4 0-4 16,-3-3-6-16,-2 2-4 0,-5 0-3 0,-4-2 1 15,-2 3-9-15,-2 2-2 0,-5 2-6 0,-3 0-2 16,-5 3 1-16,-4 3-1 0,-3 1-5 0,-2 5 1 15,-3 0-3-15,2 4 0 0,-2 2 0 0,7 1-4 16,3 3-1-16,5-3 1 0,2 3 2 0,3 0-3 16,4 2 1-16,0 2 0 0,3-2 1 0,5-1 0 15,3-1 3-15,6 0 1 0,5 2 7 0,4-4-6 16,11 2-1-16,4-8 4 0,2-1-3 0,5-1 4 16,-1-4-4-16,-2-2-1 0,0-1 0 0,-2-3 0 15,-3 3 1-15,-10-5 2 0,-1 3-1 0,0-3 6 16,-4 1 3-16,-4 0 5 0,-2 0 5 0,-4 0-3 15,0-1-1-15,-4-2-4 0,0 0-4 0,-3-5 1 16,-1 5-3-16,-2-2-2 0,-4 2-2 0,2 3-1 16,-1 0-3-16,-5 2-1 0,1 1-9 0,-2 1-8 15,-2-1-7-15,3 5-19 0,0 0-26 0,0-1-26 16,2 4-32-16,3 0-35 0,-2 3-36 0,5-2-174 16,1 0-405-16,3 1 180 0</inkml:trace>
  <inkml:trace contextRef="#ctx0" brushRef="#br0" timeOffset="159086.16">4692 12068 219 0,'2'-4'344'16,"2"1"-20"-16,-4 3-15 0,5-5-27 0,-5 3-31 15,0 2-33-15,4-3-22 0,-4 3-25 0,0 0-19 16,0 0-46-16,0 0-13 0,0 0-13 0,4 9-7 15,-4-1-8-15,0 0-5 0,-3 1-5 0,2 7-7 16,-3 0-2-16,0 3-9 0,0-1-7 0,1-1-8 16,-4-2-8-16,2 2-7 0,1-2-5 0,2-3-3 15,1-1-4-15,-2-4 4 0,3-1 2 0,-1 0 5 16,-1 0 8-16,2-2 27 0,0-4 26 0,2 3 4 16,-2-3-17-16,0 0 8 0,10-14-3 0,-2 5-1 15,3-5 4-15,-2 1 13 0,5-1-9 0,-5-3-8 16,4 1 1-16,-2 0-18 0,2 2-3 0,-1-3-2 15,2 4-4-15,-1 2-6 0,-6 4-13 0,-3 1 5 16,0 1 3-16,0 3-12 0,-2-3-10 0,1 2 2 16,-3 3-5-16,7 0 1 0,-7 0 7 0,12 8-15 15,-4 0 6-15,-3 2-3 0,2 1-3 0,2 4 1 16,-2 2 5-16,-2-1-1 0,3 1 3 0,-2 2 3 16,1 5-6-16,1-8 3 0,-4 3 12 0,0-4-15 15,1-1-8-15,0-4 10 0,0-2 1 0,-5-2 8 16,4 1 8-16,-4-2-1 0,0-2 23 0,1-2 52 15,-1-1 29-15,0 0-10 0,0 0-9 0,8-8-16 16,-3-2-6-16,4-7-5 0,-4 7-7 0,4-7-6 16,4 0-8-16,0-7-12 0,1 2 1 0,2-3-6 15,1 4-1-15,-2 0 0 0,-3 4-4 0,0 4-6 16,-1 1-3-16,-5 3-1 0,3 0-4 0,-3 3-6 16,0 1-20-16,0 1-32 0,1 1-23 0,5 2-29 0,1 2-28 15,1 2-29-15,3 4-30 0,-1 0-40 16,1 3-28-16,2 0-42 0,-3 2-33 0,0-1-248 15,-1-1-624-15,-1 0 277 0</inkml:trace>
  <inkml:trace contextRef="#ctx0" brushRef="#br0" timeOffset="159619.37">5415 12198 201 0,'0'0'292'0,"0"0"-7"0,0 0-16 15,0 0-4-15,0 0-5 0,0 0-14 0,0 0-30 16,0 0-32-16,0 0-16 0,14-7-16 0,-9 5-20 15,8-2-14-15,4 0-7 0,2-2-16 0,0 2-3 16,8-5-13-16,2 2-5 0,-5-2-10 0,4 1-6 16,-2-4-2-16,1 2-11 0,-8 1 0 0,5-1-2 15,-5-2-9-15,-2 1-2 0,0 0-3 0,-4-1-1 16,-4 2 3-16,-2-1-13 0,2 0 4 0,-5 2-8 0,1 0-5 16,-4-1-1-16,-1 5 0 0,-1-2-7 0,-4 1-3 15,-2 3 1-15,-3-1-5 0,-4 4 2 16,-3 3 0-16,0 1-2 0,0 4-4 0,-1 0-1 15,2 1 1-15,-1 3 2 0,-1 0 2 0,5 2-4 16,-1 1 0-16,4-1 0 0,-3 1 0 0,7 2-1 0,-1 0 2 16,5-2 1-16,-1 2 1 0,3-5 2 0,4 2 1 15,0-1 2-15,4-2 1 0,-1-1 4 16,6 3-2-16,1 1 4 0,3-2-3 0,1-3 2 16,-2 1 1-16,3-4 0 0,-1 0-2 0,-1 4 3 15,1-5-4-15,-7-3-1 0,1 1 10 0,1 0-8 0,-2-1 2 16,-3 0 12-16,-2-2 14 0,4 1 28 0,-10-1 29 15,12 0 15-15,-12 0 7 0,14-1 8 0,-9-3 1 16,-1 1-25-16,5-5 5 0,-3 0-9 16,3-2-9-16,-2 2-5 0,2-7-1 0,3 0-14 15,0 1-5-15,4-8-6 0,0-2-4 0,4 5-5 0,-6-5-7 16,2 9-3-16,-5 1-3 0,3-1-8 0,-5 6 2 16,-1 1-7-16,-2 0 2 0,3 1-7 0,-4 2-2 15,2 3-23-15,-2 0 15 0,4 2-7 16,-3 3-8-16,6 1-11 0,-1 3-6 0,-2 1 3 0,3 4-5 15,-1 1-8-15,0 1-14 0,0 1-20 0,-1 1-13 16,-2-2-27-16,-1 0-31 0,-2 2-44 0,-1-4-60 16,1 2-58-16,-5-2-333 0,-2-2-695 0,-1-5 308 15</inkml:trace>
  <inkml:trace contextRef="#ctx0" brushRef="#br0" timeOffset="160803.13">7508 11958 171 0,'3'-5'222'16,"-2"-1"-7"-16,1 2-8 0,0-1-20 0,0 2-16 15,-2 1-20-15,0 2-17 0,4-3-21 0,-4 3-10 16,0 0-15-16,0-5-8 0,0 5-8 0,0 0-11 15,5 10-4-15,-1-4-9 0,-3 5-5 0,2-1-4 16,-2 7-5-16,1 1-5 0,-2 0 1 0,-2 9-13 16,1-1 6-16,-2-1-2 0,-2 2 0 0,3-6-5 15,-4 3-1-15,5 0 1 0,-1-7-2 0,0-5-2 16,2 0 2-16,-2-2-5 0,2-3 5 0,-1-1 2 16,2-2 18-16,-1 1 53 0,0-5 23 0,0 0-3 15,0 0-9-15,15-10-7 0,-7 1-8 0,6-4 3 16,1-8-11-16,3 1 7 0,-5 1-16 0,6-8-5 15,-2 3-13-15,2-3 0 0,0 0-8 0,-1-1-2 16,0-1-5-16,-4 5 0 0,1 0-5 0,-6 8-6 16,0 2-2-16,-3 6-3 0,0 0-9 0,-3 1 2 15,0 3-6-15,2 2-14 0,-4-1-9 0,-1 3 2 16,12 3 1-16,-10 3 1 0,6 3 1 0,0 3 2 16,0 1-1-16,-1 1 2 0,2 2 3 0,0 1 2 15,4 0 1-15,3 5-4 0,1-1 1 0,4-1-4 16,0-1-5-16,6-2-4 0,1-1-2 0,4-2-4 15,3-2-5-15,2-3-9 0,1 1-9 0,0-3-13 0,2-7 2 16,14 0 3-16,-15-1-1 0,12-5 4 16,-14-1 5-16,2 0 8 0,-1-5 4 0,11-4 2 15,-1 0 7-15,-15 0 4 0,-1 2 3 0,-4-3 5 16,-1 0 8-16,-3-1 10 0,-3-2 2 0,-7 6 6 0,-4-1 5 16,-2 4 12-16,-2 1 5 0,-2 2-3 0,0-4-1 15,-4 5-4-15,-1 1-8 0,-3 0-3 16,-6 1-1-16,-3 1-1 0,-6 4-5 0,-2 3 6 15,-11 5-9-15,-1-1-1 0,3 6 1 0,-1 2-2 0,1 1 4 16,3 1-5-16,3 2-4 0,0-2 0 0,5 4-2 16,2 0 8-16,2-5-4 0,7 1-2 0,3 0 2 15,1-2 3-15,5-3 0 0,6 5 1 16,-1-3 2-16,11-2-2 0,1-4 5 0,10-2-3 0,7-1 0 16,3-5 2-16,0-2-2 0,14-2-2 0,-13-2-2 15,-6-3 0-15,-1-1-3 0,-4-4 3 0,0-1-2 16,-5 2 4-16,-9-1 4 0,1 1-4 0,-3-5 4 15,-3-4-4-15,-3 2-2 0,1-5 2 0,-6-2-2 16,-5 1-2-16,-2-1 1 0,-2 4 0 0,-1 5-2 16,0 1 0-16,-6 2-2 0,-2 2-1 0,-2 2 3 15,-1 6-5-15,-7-1-3 0,-1 2-8 0,2 3-12 16,-2 2-14-16,5 6-22 0,4-4-25 0,2 7-28 16,5-4-22-16,1 2-23 0,6 1-26 0,-3 2-166 15,8-2-386-15,0 0 171 0</inkml:trace>
  <inkml:trace contextRef="#ctx0" brushRef="#br0" timeOffset="161219.1">9109 11880 58 0,'3'-8'340'0,"-2"3"-20"16,2 0-10-16,-2-2-18 0,0 4-23 0,-1-2-29 15,3 4-28-15,-3 1-23 0,2-8-28 0,-2 8-27 16,0 0 3-16,0 0-23 0,0 0-15 0,3 16-10 16,-3-7-10-16,0 7-11 0,-3 1-5 0,3 2 6 15,-5 6-21-15,0 0-5 0,4 1 0 0,-4 0-6 16,-2 0-7-16,2-1-1 0,-1 1-3 0,2-6 0 16,-1-5-4-16,2-3-5 0,-1 0 3 0,3-7-5 0,1 2 7 15,-3 0 4-15,2-4 10 0,1 1 53 16,0-4 34-16,0 0-8 0,0 0-15 0,0 0-12 15,13-14-4-15,-8 4-13 0,5-4-7 0,3-2-7 16,-4-1-3-16,9-6-7 0,-3-2-5 0,5 2-4 0,-5-1-6 16,-5 7-2-16,0 0-3 0,0 3-5 0,-3 6-5 15,-2-1 3-15,0 3-9 0,-2 1-8 16,1 1-14-16,-2 1-23 0,3 3-1 0,-5 0 3 16,9 5-5-16,-5 0 13 0,1 2-2 0,0 3-5 0,0 1-15 15,0 0 1-15,3 3-10 0,-3 3-18 0,0-2-10 16,3 2-25-16,-3 0-30 0,0-2-30 0,-1 1-29 15,0-1-38-15,-3-3-37 0,2-3-257 0,-3 1-571 16,1-5 253-16</inkml:trace>
  <inkml:trace contextRef="#ctx0" brushRef="#br0" timeOffset="161431">9628 12072 184 0,'0'0'314'0,"0"0"-9"0,0 0-7 0,0 0-23 16,0 0-20-16,0 0-31 0,0 0-24 0,0 0-18 16,24-4-20-16,3-1-41 0,1 0-42 0,4 0-64 15,-1 0-84-15,2 0-101 0,-2 1-227 0,-2-1-428 16,0-2 190-16</inkml:trace>
  <inkml:trace contextRef="#ctx0" brushRef="#br0" timeOffset="163152.54">7716 12102 3 0,'-2'-4'155'0,"1"0"-4"0,-2 0-7 16,0-1-12-16,1 0 1 0,0-1-12 0,1 3-10 0,1 3-6 16,0-8-17-16,1 5-9 0,1-1-8 0,2 1-4 15,2-2-14-15,3 1-4 0,5 3-7 16,1-1-1-16,15 0-7 0,1 2 0 0,1 4-2 15,6 1-7-15,0 0-3 0,13 3-5 0,-1-1 4 0,1 2-9 16,-12-3 5-16,-4-2-3 0,3 6 0 0,2-6-1 16,-1 0-2-16,-1-1-2 0,-4-1 6 0,-1 2-3 15,-2-6-5-15,0 0 5 0,-12 0 0 16,3-3-2-16,-7 0-1 0,-1 0 0 0,-3-2 4 16,-1-2-3-16,-5 0 6 0,-1-4-5 0,-4 1-2 0,-2-6 1 15,-4 1-3-15,-4 0 1 0,-4-4-7 0,-8 2 6 16,4 1-5-16,-5 1-4 0,-3-1 2 0,0 9 4 15,-2-1-3-15,-3 3 0 0,0 4-3 0,-2 3-5 16,1 3 2-16,0 4-2 0,3 0 6 0,3 3-8 16,6-1 7-16,2 2-8 0,5-1 0 0,0 4 6 15,6-3-3-15,1 4 1 0,4 0 4 0,2 2 1 16,5 0-3-16,9-1 5 0,10 1-3 0,7 0 3 16,21 0 7-16,7-6-1 0,34-3-2 0,-2-8 0 15,6-4-6-15,-1-6 5 0,0-1-1 0,-32-1-2 16,24-6 5-16,-29 3 0 0,-2-2-4 0,-2 1 3 15,-4-3 2-15,-15 6-1 0,0-2-1 0,-7-1-4 16,-1-1 4-16,-11 4 2 0,-3-1 3 0,-1-1-5 16,-7 1 8-16,-2 2-9 0,-8-1-3 0,-2 2-2 15,-7 3 1-15,-6 2 0 0,-2 2-2 0,-9 4-2 16,-6 2 4-16,-1 6-3 0,-9 5 0 0,-4 3-2 16,13 0 0-16,-9 5 4 0,13-1-6 0,2 0-2 15,3 0 6-15,3 4 0 0,4-1 3 0,3 0-9 16,7 2 2-16,4-1 6 0,6-5-3 0,10 6 9 15,5-3-11-15,9-1 8 0,5-4 1 0,9-4 0 16,21-1 2-16,0-6-6 0,6-3 0 0,28-3 9 16,-26-4-2-16,23-8-5 0,-25 2 3 0,-5-1-4 15,-4-2 3-15,-6-1 1 0,-14 2-2 0,-7-1-2 16,0-1 1-16,-9-4 3 0,-5 4 0 0,-2-4-2 16,-3 2 1-16,-7-3 0 0,-2-1-2 0,-7 0-8 0,-5-1 2 15,-7 2 0-15,-1 2 5 0,-7 4-1 16,-4 1 1-16,-2 5-5 0,-4 3-2 0,-3 3 1 15,2 3 1-15,-1 4 0 0,0 3 0 0,-11 2 1 16,15 1-1-16,1 4-1 0,8-1-3 0,2 3 4 0,5 0-3 16,5-3 4-16,5 3-4 0,4-1 3 0,1 0 2 15,8 1 4-15,6-2 0 0,8 2 3 16,6-2-3-16,8-1-1 0,5-8 3 0,17 4-4 16,5-10 3-16,0-1 7 0,1-5-4 0,-3-4-2 0,-2 2 1 15,-5-2-2-15,-14-2 0 0,-3 1 5 0,-4-2-1 16,-3 0 0-16,-7 1-1 0,-3 1 2 0,-3-2 7 15,-7 1-2-15,-3-3-1 0,-1 5-8 16,-5-4 3-16,-2 1 1 0,-4 3-2 0,-10 0-5 16,-8 1 5-16,-5 3-4 0,0 1 0 0,-8 6 0 0,-12 2 1 15,0 5 1-15,3 2-6 0,1 3 0 0,12-2 3 16,0 0-2-16,4 1-2 0,4 1 5 0,2 2-4 16,7-5 3-16,7-2-9 0,2 2 6 0,8-1-2 15,2-1-1-15,5-2 11 0,11 2-3 0,5-6 1 16,14-2-2-16,17-1-4 0,-1-5-2 0,3-3-1 15,-3-1-2-15,-15 1-4 0,-3-1-3 0,-4-2-6 16,-4 0 8-16,-11 1 3 0,0-1-1 0,-8 2-3 16,-1 1 4-16,-3-1 3 0,-2 2-4 0,-6 0 0 15,-1 4-1-15,-7-1 1 0,-4 1-19 0,-5 2-22 16,-4 4-19-16,-1 0-51 0,1-1-142 0,8 5-285 16,5-5 126-16</inkml:trace>
  <inkml:trace contextRef="#ctx0" brushRef="#br0" timeOffset="164235.1">11166 11504 161 0,'0'-8'186'0,"0"-3"-1"0,0 0-6 0,2 1-1 16,-2-1-3-16,1 1-15 0,0-1 4 0,-1 2-1 16,0 3-8-16,2-1-14 0,-2 0-11 0,1 1-9 0,-2 2-8 15,2-3-16-15,-1 5-11 0,0 2-14 16,0-5-13-16,0 5-10 0,0 0-3 0,0 0-11 16,4 14 0-16,0 1-8 0,-2 11-2 0,-2 0-2 15,4 6-3-15,-7 2-4 0,3 16 1 0,-1-1-3 0,-4 1-8 16,2-3 7-16,-3 2-4 0,5-15 8 0,-1 0-8 15,1-1-2-15,0-4-2 0,2-2 0 16,0-8 0-16,1-2 1 0,-1-5 1 0,-1-1-3 16,1-2 2-16,-1-1 5 0,0-4 37 0,2 1 50 0,-2-3 57 15,0-2 25-15,0 0-11 0,0 0-22 0,0 0-13 16,15-14-24-16,-7 2-5 0,1-1-12 0,2-3-6 16,0-7-8-16,2 1-11 0,0-2-6 0,1-2-6 15,-1 1-5-15,-3 3-8 0,-1 6-3 0,-1 1-8 16,-2 6 2-16,-1 0-7 0,-2 4-14 0,1-1-25 15,-2 2-36-15,1 1-36 0,1 0-4 0,-4 3 7 16,0 0 7-16,14 7 7 0,-8-1 7 0,2 2-10 16,1 3 2-16,3 3-2 0,1 1 1 0,8 2-4 15,2 3 1-15,6-8-3 0,-2 2-11 0,5 1-15 16,1-4-12-16,4 1-17 0,0-4-12 0,-1-2-2 16,1 2-11-16,0-5 8 0,1-3-1 0,0 0 8 15,2-3 14-15,-3-4 20 0,-1 0 10 0,0-4 3 16,-4 0 24-16,-3-3 21 0,-4-1 22 0,-4-1 19 15,-8 2 25-15,1-1 16 0,-5 1 11 0,-1 3 13 16,-2 0 22-16,-1 1 8 0,-1-1 1 0,-4 3-13 16,1 2-11-16,-2-2-8 0,0 4-7 0,-3-1-8 15,-5 1-5-15,0 1-3 0,-4 5-7 0,-6 1-3 16,-1 4-5-16,-7 5-1 0,1 2-2 0,1 6 5 16,-1-4-11-16,3 2-1 0,3 1-2 0,0 1-3 15,5 2 1-15,5-5-2 0,0-1 2 0,2-1-3 16,0 0 0-16,7 2 3 0,-1-6 0 0,4 1 2 15,1-4 1-15,4 2 5 0,6-6-3 0,5 3 1 16,4-5 0-16,7-2 0 0,3-1-5 0,-1-4 3 16,-1 0 1-16,1-5-1 0,-5 1-1 0,-1-4-1 0,-7 4 3 15,0-3-4-15,1-2 11 0,-6 0-12 16,0-2 4-16,-3-1-5 0,-2-3 0 0,-1-3 1 16,-4 3-4-16,1 2-3 0,-4 1 8 0,-5-1-7 15,1 2-3-15,-3 1-2 0,0 0 0 0,-2 7-8 0,-5-1-13 16,1 4-12-16,-5 0-9 0,0 1-17 0,1 4-19 15,1 0-23-15,-1 4-20 0,5-3-29 0,0 3-26 16,2 1-179-16,-2 2-389 0,7-2 173 16</inkml:trace>
  <inkml:trace contextRef="#ctx0" brushRef="#br0" timeOffset="164835.19">12343 11747 1923 0,'7'-8'200'0,"-5"0"-20"0,5-1-26 16,-5 0-21-16,2-1 6 0,0 3-11 0,1-4-10 16,-4 6-16-16,2-2-3 0,-2 3-6 0,-1-1-17 15,4 1-9-15,-3 1-8 0,1-1-14 16,-2 4-7-16,0 0-13 0,0 0-5 0,0 0 2 0,0 0-2 16,11 15-5-16,-7-4-3 0,-3 2 1 0,4 3-3 15,-2 3-8-15,-2 1 2 0,0 4 13 0,1-1-9 16,-2 3-3-16,0-7 1 0,2 0-3 0,-1 0 2 15,2-3 1-15,-4-4 0 0,2-2-1 0,0-1 1 16,-1-3 4-16,2 0-1 0,-2-1 16 0,0-2 7 16,2 0 17-16,-2-3-4 0,0 0-6 0,14-9-2 15,-7 1-5-15,2-1 15 0,2-5-9 0,1-2-5 16,3-7-1-16,0 1-5 0,-2-3-6 0,1 1-10 16,0 0 12-16,1-1-2 0,-2 6-4 0,4-2-6 15,-8 6 4-15,-4 5-1 0,2 2-10 0,-1 1 16 16,-3 1-25-16,3 2-4 0,-5 1-23 0,1 2 1 15,-2 1-6-15,7 6 6 0,-5 2 4 0,3 3 0 16,1 0 14-16,-4 4-8 0,1 5 3 0,1-2-2 16,-1 7 6-16,0-7 11 0,-2 8-12 0,5-8 2 15,-2 2 4-15,1-1-1 0,-2-3-2 0,1-3 9 16,0-2 2-16,-2-2-1 0,0-3 2 0,0 0 7 16,0-1 0-16,0-2 26 0,0 0 19 0,-2-3-6 15,0 0 2-15,17-9-6 0,-8 1-1 0,1 0 2 16,-1-5 7-16,5-1-2 0,-2-3-14 0,2-4 10 15,5-4-11-15,-1 2-11 0,-4 0 3 0,6-1-11 16,-5 4 3-16,-3 6-1 0,-2-3-4 0,0 8 2 16,-2 1-2-16,-4 3-5 0,1 1-6 0,-1-3-7 15,1 5-29-15,-1 0 3 0,1 2 12 0,-5 0-14 16,13 5 2-16,-8 2-6 0,4 0-8 0,-3 3 13 16,3-2-20-16,0 4-10 0,4 3-16 0,-1-1-10 15,-1-1-18-15,3 1-15 0,2 0-18 0,0 0-14 16,1-3-13-16,4 3-10 0,0-3-20 0,-2-2-28 15,8-3-17-15,-8-3-192 0,5 2-469 0,-4-3 207 16</inkml:trace>
  <inkml:trace contextRef="#ctx0" brushRef="#br0" timeOffset="165235.1">13593 11708 48 0,'3'-5'228'0,"-3"-1"-7"16,0 1-9-16,0-2-6 0,-2 2-10 0,2 1-11 0,-1 0-12 15,0 0-17-15,-1 0-8 0,1 0-15 0,1 4-13 16,-4-5-15-16,1 3-9 0,0-1-12 16,3 3-11-16,-6-3-5 0,0 2-13 0,6 1-6 15,-17 1-5-15,6 3-3 0,-6 0-6 0,0 5-7 16,-1-3-1-16,0 4-4 0,0 2-2 0,3 1-9 0,-7 4 4 16,3 0-6-16,1 2 2 0,4-2-2 0,4 1-4 15,1-2 1-15,1 0-3 0,2-1 1 16,1 0 1-16,3-2 1 0,2 0-3 0,2-1 5 15,2-2-1-15,2-2 1 0,3-1 5 0,2-1 8 0,7 0 6 16,0-4 2-16,9-2 0 0,-4 0 3 0,-2-4 7 16,-5-2 10-16,4 0 1 0,-4-1 3 0,-1-4 3 15,-1 0 12-15,-2-1-24 0,-3-3-1 16,-2 1-5-16,-1-3-3 0,-3-3-5 0,2 1-5 0,-5-6-9 16,-5 8-4-16,3-2-10 0,-5 2-8 0,2 2-14 15,-4 1-11-15,-1 3-15 0,0 3-11 0,-7 1-12 16,1 1-10-16,-5 2-13 0,0 4-17 0,1 4-14 15,1 0-28-15,1 5-13 0,2-2-29 0,3 3-51 16,0 2-134-16,4-2-409 0,5-1 180 0</inkml:trace>
  <inkml:trace contextRef="#ctx0" brushRef="#br0" timeOffset="165868.24">14093 11675 231 0,'-3'-8'235'0,"3"0"-13"0,-4 1-20 16,3-1-20-16,-3 3-17 0,0-1-20 0,0-1-18 16,-2 3-10-16,1 0-16 0,-7 4-10 0,1-3-9 15,2 3-11-15,-4 3-6 0,-2-2-6 0,1 3-5 16,0-1-11-16,2 3-6 0,1-1-5 0,-1 2-3 15,3 1-12-15,2-1-11 0,-2 3-2 0,4 0-7 16,0-4 1-16,2 5 1 0,3-2 1 0,0 1-5 16,5-3 5-16,-1 1 2 0,6-2-2 0,3 0 2 15,-1-1-1-15,5-1-1 0,1-4-1 0,1 3-3 16,3-2 2-16,-4 0-1 0,1 0 0 0,3-1 3 16,-5-1-1-16,-5 1 0 0,1-1-2 0,-2 1 1 15,-3 0-1-15,-1 0 0 0,0 0-3 0,0 2 0 16,-1 2-3-16,-1 0 2 0,0 5-1 0,-1 2 0 15,3 5 2-15,-1 2 1 0,-2 6 1 0,1 2 2 16,-3 3-2-16,0-2-1 0,0 3 8 0,-2 1 3 16,2 2 0-16,-2 2 1 0,-2-2-3 0,-2 3 1 15,-2 12-5-15,0-3 9 0,-2-13-3 0,0 0 3 16,2-4-2-16,-2 1-1 0,-1-5-3 0,4-5 0 16,-1-2 2-16,-2-3-3 0,2-5 10 0,-2 0 6 15,-1-2 10-15,0-2 12 0,-2-3 0 0,-1 1-2 16,-9-6-4-16,0-3-1 0,-3-1 4 0,-2-4 5 15,2-4 7-15,2-1 15 0,3-3 9 0,1-2 3 0,7-2 0 16,-1-1 3-16,7-6-9 0,1 0-8 16,7-3-14-16,2 0 3 0,9-16-15 0,4 5-8 15,5-1-4-15,4 1-2 0,1 5 0 0,6 3-6 16,0 0-1-16,-9 12-2 0,3 2-4 0,-1 2 0 0,0 0-4 16,-2 4 2-16,-2-1-1 0,-5 7-1 0,-1-1-1 15,-2 4-1-15,-2 1-3 0,-3 2 0 16,-1-2-2-16,-1 2 0 0,-3 2-16 0,1 1-24 15,-2-1-17-15,1 0-22 0,-2-1-6 0,-3 3-12 16,0 0-12-16,0 0-12 0,5 10-13 0,-5-10-21 0,-5 10-37 16,0-5-203-16,1 0-430 0,1-1 191 0</inkml:trace>
  <inkml:trace contextRef="#ctx0" brushRef="#br0" timeOffset="166585.28">14577 11822 105 0,'0'0'266'0,"0"0"-3"15,0 0-8-15,0 0-15 0,0 0-15 0,0 0-20 16,0 0-27-16,0 0-16 0,11-6-17 0,-5 2-16 16,0 1-12-16,3-2-13 0,2 2-10 0,1-5-8 15,4 1-11-15,1-3-6 0,0 3-6 16,-2-4-8-16,3 0-2 0,-4-1-7 0,5-1-11 0,-3-4 13 15,-2 5-13-15,0-2-6 0,-3-1-4 0,-1 2-1 16,-3 2-2-16,1 1-7 0,-2-1 10 0,-2 3-11 16,-2 1-3-16,-1 0-5 0,-1 0 0 0,-2 3-5 15,-3-1 0-15,-3 1-3 0,-2 4-2 0,-4-2 2 16,-5 6-1-16,-7 3 0 0,-1 3-1 0,3 0-1 16,-2 2-2-16,3 2-2 0,1 4 3 0,7-4-2 15,-5 7 9-15,4-1-5 0,0 2 0 0,7-3-6 16,3-1-5-16,1 1 4 0,2-2 0 0,6-1 1 15,2 2 2-15,6-5 8 0,5 0-7 0,8-1 4 16,4 1-6-16,3-5-10 0,3-4-4 0,2 0-8 16,0-4 1-16,-2-3 3 0,-2-4 4 0,0 0 1 15,-3-5 3-15,-2 0 0 0,-1-2 6 0,-7-3 3 16,0-3 6-16,-1 1 10 0,-1-3 6 0,-4-4 5 16,0 1 8-16,-2-4 5 0,-2 0 11 0,0 5 8 15,0-4 18-15,-3 10 10 0,-3 1 5 0,0 5 0 16,2-1 0-16,-1 2-1 0,-3 5 0 0,2-1-10 15,-2 1-2-15,1 3-22 0,-2-3-14 0,2 3-27 16,-2 3-6-16,0 0 0 0,0 0 0 0,0 17-3 16,-2-4 1-16,-1 3 4 0,-1 2-7 0,0 10 5 15,-2-2-4-15,2 3 4 0,0 0-2 0,1 2 2 16,-1-1 0-16,0-1-1 0,0-2 2 0,-1-3-1 16,2-5 0-16,1-2 6 0,1-3-3 0,1-6 4 15,-2 1 0-15,1-4 1 0,0-1 11 0,1 2 33 16,-2-4 31-16,2-2-3 0,0 0-4 0,0 0-8 15,16-8-9-15,-7-1-8 0,2-3-3 0,3 0-1 16,-5-2 0-16,4-3-5 0,-3-1-4 0,8-4-11 16,-1 2-1-16,-7 4 4 0,0 1-8 0,-1-2-3 15,-1 8-1-15,-2 0-3 0,-1 2-1 0,2 2-9 16,-4-2 1-16,-1 3-7 0,2 3-9 0,-1-2-15 0,-3 3 1 16,0 0-5-16,12 8-11 0,-3-1-12 0,-3 2-8 15,2 0-14-15,2 4-18 0,0 0-23 16,-1 2-27-16,3 1-29 0,-3-1-41 0,1 0-35 15,0-2-35-15,-1-1-242 0,-4-1-567 0,0-2 252 16</inkml:trace>
  <inkml:trace contextRef="#ctx0" brushRef="#br0" timeOffset="167235.03">15415 11814 73 0,'0'-5'256'0,"-1"1"3"0,0 0-8 0,1 0-12 0,-3 0-5 16,3 4-18-16,0-7-21 0,0 4-17 0,0 0-21 15,4-3-16-15,0 4-12 0,2-2-15 0,3-1-14 16,6-4-9-16,2 3-9 0,2 0-9 16,2 0-6-16,-1-1-8 0,7-3-7 0,0 3-8 0,-2-5-9 15,-4 2-9-15,-2 0-7 0,0 0-4 0,0 0-1 16,-2 0-2-16,-1-3-2 0,0 2-1 0,-3 0 0 16,-2 4-1-16,-4-3-2 0,-1 1 0 0,0 2-1 15,-2-2-1-15,-4 3-5 0,0-1 1 16,-2 0-2-16,-5 4 0 0,2-1 0 0,-6-3-2 0,-2 6 0 15,-6 1-2-15,-2 4 1 0,-6 1-1 0,1 3 1 16,1 2-1-16,1 2 6 0,-2 1-8 0,6 4 0 16,-1-1 1-16,2 4 2 0,3 1-1 0,4-4-1 15,3 7 4-15,3 0 1 0,0-6 0 0,4 0-1 16,9 2 4-16,0-3-1 0,9 3 2 0,9-2-2 16,2 0-6-16,6-4-12 0,20 1-4 0,-5-5-5 15,9-3-6-15,0-2-5 0,-1-5 2 0,7 0 4 16,-2-5 4-16,-5-1 9 0,3-3-7 0,-5-1 4 15,-4-6 7-15,-13 3 0 0,-3-1 1 0,-2-4 7 16,-3 0 2-16,-2-2-3 0,-6-1 11 0,-1 2 13 16,-9 4 5-16,-1 0-4 0,-4-2 1 0,-1 5-2 15,-5-2-6-15,-4 1-2 0,-1 3-3 0,-4 2-2 16,-1 1-3-16,-3 1 3 0,-1 4-6 0,-5 0 0 16,-1 4 1-16,-3 2-3 0,-3 4 2 0,2 2-2 15,-2 5 0-15,3 0 6 0,2 2-6 0,4 3 1 16,-1 0 2-16,6-3 0 0,1 1 1 0,5 0-2 15,-1 0 3-15,5 0 2 0,3-1 1 0,3-1 1 16,5-1 1-16,3-2-4 0,5-1 9 0,2-3-2 16,9-3 0-16,4 0-1 0,0-3-3 0,3-4 3 15,-2-3 2-15,-1 2-1 0,-1-6-3 0,-2-1 11 16,-2-1 11-16,-8 0 7 0,3-7-3 0,-7 2-2 16,-2 1-5-16,0-4 0 0,-2-5-3 0,-3-1-6 15,-2 0-4-15,-2-1-7 0,-2 5-10 0,-2 0-14 16,-3 2-9-16,-4 0-5 0,1 3-15 0,-3-1-16 15,-5 3-16-15,0 3-27 0,-5 4-21 0,1 2-32 16,-4-3-34-16,0 6-179 0,3 2-406 0,-2-2 180 16</inkml:trace>
  <inkml:trace contextRef="#ctx0" brushRef="#br0" timeOffset="167685.01">16873 11505 214 0,'1'-3'262'16,"-1"3"-26"-16,3-5-25 0,-3 4-26 0,0 1-21 0,1-5-24 15,-1 5-12-15,0 0-16 0,0 0-8 0,3 10-12 16,-3-2-6-16,1 3-11 0,-2 2-11 0,-2 4-9 15,2 1-4-15,-3 0-6 0,0 9-5 0,3-3-2 16,-2 1-6-16,2 0-1 0,-2-7-4 0,6 11-2 16,-6-12-4-16,3 3-3 0,3-5 4 0,-2 1-4 15,2-6-1-15,-2-1 3 0,3 0 7 0,1-3 31 16,1-1 3-16,5 0 4 0,2-4-2 0,3-1 12 16,4-1-4-16,-4-7 2 0,3 3 5 0,0-6-3 15,4-3 4-15,-2-1 2 0,1-2-8 0,-1-1 1 16,1 0-1-16,-4 0-2 0,1-3-7 0,-2-1-6 15,1-2 0-15,-4 4-13 0,-2 4 1 0,-3 3-5 16,-1 4 2-16,0 2 1 0,-6 1-6 0,2 1-10 16,0-2-6-16,-1 4-13 0,0-1-30 0,-3 4-16 15,4-1-2-15,-4 1 2 0,4 8 6 0,0-3 5 16,-2 4 3-16,2 1-1 0,0 0-12 0,1 2-12 16,-1-1-17-16,-1 1-21 0,3 0-21 0,-2-1-29 15,2 0-34-15,-1-1-53 0,3 1-64 0,-3-2-168 16,4-4-494-16,-4 0 219 0</inkml:trace>
  <inkml:trace contextRef="#ctx0" brushRef="#br0" timeOffset="168068.94">17659 11431 156 0,'4'-5'292'0,"-2"1"-26"15,1 0-26-15,-2 0-23 0,1 0-28 0,0 2-26 16,-2 2-20-16,2-3-15 0,-2 3-13 0,0 0-11 16,0 0-11-16,-19 10-10 0,11-3-6 0,-3 0-12 15,-3 3-3-15,-2 2-9 0,-1-2-8 0,-1 3 3 16,4 0-10-16,-4 7-8 0,3-5 1 0,3 1-6 16,2 4-3-16,0-6-1 0,2 3-4 0,3-1-4 15,-1 1 1-15,4 0 2 0,5 1 4 0,-2 0-7 16,3 3-2-16,5-5 0 0,0 2-3 0,5-1 0 0,-5 0 2 15,5-3-4-15,-1-1 2 0,-3 0 1 16,0-3-4-16,-2-2 3 0,0 0-5 0,-3-2 2 16,0-3-5-16,-4 4 2 0,4-5-2 0,-3 1 2 15,-2-3 0-15,0 0-2 0,-14 4 3 0,2-4-1 0,-1 0-2 16,-6 0 0-16,-3-4 2 0,1 1-9 0,-6 1-17 16,4-3-19-16,1 2-20 0,1 1-38 0,1 0-23 15,1-1-49-15,9 2-63 0,-3-3-120 16,7 1-385-16,3 1 171 0</inkml:trace>
  <inkml:trace contextRef="#ctx0" brushRef="#br0" timeOffset="168233.01">18091 11898 312 0,'5'0'494'0,"-5"0"-22"0,8 0-38 0,-8 0-34 15,7-2-50-15,-7 2-34 0,6-2-67 0,-6 2-101 16,0 0-122-16,0 0-126 0,3 4-158 0,-3-4-217 16,0 0-512-16,0 0 227 0</inkml:trace>
  <inkml:trace contextRef="#ctx0" brushRef="#br0" timeOffset="198958.02">2738 13604 148 0,'5'-4'170'16,"-4"-2"-10"-16,4 0-11 0,-1 1-13 0,0-1-11 15,0 0-4-15,-2-1-4 0,2 2-2 0,0 0-2 16,0 2-7-16,-4-1-5 0,1-1-10 0,3 2-6 0,-4 3-12 16,0 0-7-16,0 0-11 0,0-5-8 0,0 5-5 15,0 0-10-15,-18 8-2 0,4 0-6 16,-9 6-2-16,-1 2-4 0,-4 4 0 0,-2 2-6 15,0 2-1-15,-9 7 0 0,3 3-3 0,1 5-3 16,4 1-2-16,-1-1 4 0,3 3-4 0,3 1-1 0,7-13 0 16,-3 13 0-16,8-14 0 0,2 5-1 0,1-3-2 15,2-4 4-15,5 2-5 0,3-9-1 16,1 6 3-16,1 0 0 0,3-6-3 0,7 3 5 16,0-6 3-16,8 1-1 0,4-1 3 0,0-5-2 15,3 0 0-15,2-6 1 0,1 0 4 0,2-3-1 0,-3-1 0 16,0-2 2-16,-6 0-3 0,-8-2-1 0,3 0 0 15,-7-1 26-15,0 0 18 0,-1-2 21 0,0 0-5 16,-5-2-8-16,-3 1-3 0,-1-2-8 16,-2-4-8-16,-6 2-4 0,-3-2-4 0,-2-3-7 15,-8-2 0-15,-1 1-2 0,-2 1-2 0,-1 0 2 16,-1 3-11-16,-1-2 0 0,4 4-2 0,3 3 1 16,-2-2-3-16,4 5-1 0,0-3-4 0,8 3 5 0,-3-1 2 15,7 3-1-15,-2-1-4 0,3 1-2 16,-3 0 0-16,3 1-2 0,5 1-3 0,-1-5 0 15,1 5-1-15,11-5 1 0,1 1 1 0,6-2-2 16,-3 2 5-16,8 2 3 0,4-7-8 0,0 5 0 16,1-3 0-16,-1 2 1 0,2-2-4 0,2 2 1 0,-3-2-5 15,0 2 1-15,-8 0-2 0,2 3-2 16,-6-2 2-16,-2 1 1 0,-3 3 3 0,-1-3 3 16,-1 1 2-16,-2 2-1 0,-1-2 1 0,-2 0-2 15,-4 2-1-15,10-1-1 0,-10 1 0 0,5 0 0 16,-5 0-1-16,0 0 4 0,0 0-2 0,0 0-1 15,0 0-2-15,-21 2-1 0,10 1 4 0,-1-1-1 16,0 2-2-16,-2 2 3 0,-1-1-2 0,-3 0 1 16,1 4 4-16,1-1-6 0,-1 3 1 0,0-2-1 15,4 2 2-15,3-1 1 0,0 4-3 0,1-1-1 16,0 3-3-16,4-1 0 0,1-3 4 0,3 2-1 16,2 3 3-16,4-5-2 0,8 2 2 0,0-1 5 15,11 2-1-15,3-4 6 0,1-1-5 0,8-2 3 16,0-1-2-16,2-3 4 0,3 1-4 0,-4-2 1 15,0-1 0-15,-2-1-1 0,-2-1 3 0,-6 0-1 16,-7 0 1-16,-7 0-1 0,-2-1 14 0,1 1 13 16,-3 0 21-16,-3 0 24 0,-2-1 9 0,-4 1 10 15,9 0-3-15,-9 0 0 0,8-1-4 0,-8 1-10 16,5-2-4-16,-5 2-8 0,0 0-8 0,0 0-5 16,6-1-6-16,-6 1-8 0,0 0-8 0,0 0-22 15,0 0-21-15,8 1-17 0,-8-1-25 0,0 0-26 16,0 0-27-16,0 0-31 0,0 0-37 0,0 0-35 15,0 0-40-15,0 0-199 0,0 0-488 0,0 0 217 16</inkml:trace>
  <inkml:trace contextRef="#ctx0" brushRef="#br0" timeOffset="200029.03">3198 14200 184 0,'0'0'201'0,"0"0"-9"0,0 0-23 0,0 0-14 16,0 0-18-16,0 0-11 0,0 0-12 0,0 0-13 16,0 0-8-16,0 0-7 0,0 0-9 0,0 0-8 15,11-7-5-15,-3 6-6 0,1-3-5 0,1 0-10 16,3 0 0-16,-4 0-9 0,5-2 4 0,-1 0-3 15,-1-1-6-15,-1 1-1 0,-1-4-4 16,4 1-1-16,-5-1-2 0,0 0 6 0,0 3 10 0,-3-2 10 16,-1-1-1-16,3 3 1 0,-7-3-2 0,2 0-3 15,-3 3-5-15,-1 2-4 0,-1-3-8 0,-1 3-6 16,-4 0-2-16,-1 1-1 0,-3 0-5 0,-1 1 1 16,-3 1 2-16,-1 2-12 0,-4 2-1 0,0 1 3 15,-2 1 0-15,2 4-3 0,3-2-2 16,-1 5-5-16,2-2 1 0,0 5-1 0,3-1 2 0,0 4-3 15,3-1 0-15,5 1-2 0,1-2-2 0,1 2 1 16,5 2-4-16,3-2 5 0,4-2 0 0,2 1 5 16,5-4-1-16,7 2 3 0,3-3 1 0,2-4-3 15,4 0-9-15,1-4-8 0,1-2-4 16,2-4-6-16,0 0 5 0,0-3-7 0,-4-2 3 16,1-4 7-16,-3 1 2 0,-4-3-6 0,-1-3 13 15,0 1 2-15,-7-4 22 0,-4 4 12 0,-1 1 26 0,-3 0 17 16,-1 1 17-16,-1-1 11 0,-3 0 13 0,1 6 15 15,-3-1 5-15,0 3 2 0,0-2 0 0,0 4-15 16,-2 2-11-16,-1-4-13 0,0 7-15 16,3-5-12-16,-2 3-10 0,-1 2-35 0,0 0-1 15,0 0-11-15,0 0 0 0,1 17-2 0,-1-8-1 16,-1 4 1-16,0 4 2 0,-2 2-3 0,3 1 1 0,0 3-4 16,-1 4 3-16,-2-4-1 0,3-3 2 0,0-2-3 15,0-2 1-15,0-2 2 0,0-4 1 0,3 0 0 16,-3-4 0-16,0 0 3 0,0 0 1 15,1-2 9-15,-1-1 30 0,0-3 22 0,0 0-2 16,0 0-9-16,0 0-9 0,18-14-1 0,-12 5-8 16,2-4-6-16,2-3-2 0,2 0-3 0,-1-7-4 0,0 0 3 15,1 2-5-15,-3 6-3 0,1 1-4 16,-6 3 0-16,1 1 1 0,-1 3-4 0,0 2-4 16,1-2-7-16,-5 2-2 0,4 2-9 0,-4 3-3 15,6-4-4-15,-6 4-1 0,0 0 5 0,0 0-5 16,18 10-24-16,-13-3-4 0,4 0-18 0,0 3-18 15,0 2-10-15,1-2-27 0,0 2-25 0,2-2-14 16,-3 1-14-16,0-3-20 0,0 1-8 0,2-1-6 16,0-2-4-16,-1 0 0 0,1 0 13 0,-2-2 7 15,-2-2 16-15,0 0 10 0,0-1 21 0,-7-1 31 16,9 1 36-16,-9-1 34 0,0 0 37 0,11-4 32 16,-11 4 25-16,5-1 13 0,-5 1 15 0,5-2 20 15,-5 2 4-15,4-4 5 0,-4 4 5 0,4-5-9 16,-4 5-6-16,3-3-8 0,-1 0-13 0,-1 1-8 15,3-2-7-15,0-1-5 0,5 2-8 0,0-1-6 16,1-4-4-16,4 1-3 0,3 2-6 0,2-4-1 16,-1 1-7-16,1-1 2 0,0 2-4 0,1-1-2 15,-1-1 5-15,0 1-10 0,0-2-1 0,-4 3 0 16,2-2-1-16,-2-1-4 0,-2 4-1 0,0-6-3 16,-6 3 1-16,1 2-3 0,-4 2-3 0,0-3-2 15,-1 2-4-15,-3 1 2 0,-3-2-3 0,-1 0 1 16,-5 2 0-16,-1 3-5 0,-7-1 2 0,-2 0-1 15,1 3-1-15,-1 3 0 0,-8 4 1 0,9-2-4 16,-1 3 3-16,1 1-3 0,0 1 1 0,3 1 6 16,5 4-4-16,1 0 2 0,1 1-7 0,3 1-8 15,5-1-6-15,0 2-6 0,5-1-16 0,7 0-19 16,5 4-26-16,9-4-49 0,4-2-71 0,0-2-147 16,2-6-394-16,0 0 175 0</inkml:trace>
  <inkml:trace contextRef="#ctx0" brushRef="#br0" timeOffset="200995.97">4578 14018 104 0,'0'0'289'0,"0"-5"-30"0,0 5-27 0,0-6-31 16,0 6-22-16,0 0-18 0,0 0-18 0,0 0-16 15,18 9-15-15,-7-1-10 0,2 1-12 0,1 5-11 16,-2-2-6-16,3 3-6 0,-3 2-10 0,-1 0-6 15,0 0-6-15,-2 0-3 0,0 7-3 16,-1-7-7-16,-3 0-3 0,-1 0-6 0,-3-1 0 16,2-8 1-16,-2 5-5 0,-1-5-3 0,0 0 1 0,1-3 0 15,-1 0 4-15,3-1 24 0,-3-4 39 0,1 6 41 16,-1-6 52-16,0 0 16 0,0 0-13 0,0 0-12 16,0 0-14-16,4-17-10 0,-1 6-24 0,-2-4-6 15,0-3-14-15,7-4-10 0,-3-2-16 16,4-2-18-16,0 1-9 0,4 1-17 0,-7 7-14 15,3 0-3-15,1 2-18 0,-2 3-14 0,1 2-23 0,5 1-18 16,1-1-16-16,2 4-15 0,2 1-12 0,1-1-11 16,10 6-14-16,-3-1-9 0,2 2-10 0,2 2-15 15,-2 0-4-15,2 1-5 0,-2 1-7 16,-2 0 1-16,-8-1-1 0,3 0 15 0,-4 0 22 16,-8-4 1-16,-1 2 25 0,0 0 44 0,-1-1 41 15,-8-1 34-15,0 0 17 0,10-1-1 0,-10 1 11 0,0 0 5 16,0 0 8-16,0 0 3 0,-23-13-1 0,13 7 3 15,-2 4-1-15,-2-2-1 0,-4 0 0 16,-1 3-1-16,1 0-5 0,1 1 1 0,2 1-8 16,-3 0-2-16,2 3 2 0,3 0-8 0,-4 1-6 15,1 4-2-15,3-2-4 0,0 3 0 0,4-1-3 16,-1 2-2-16,1-1 2 0,4-1-5 0,-4 7 3 0,5-6-3 16,0 1 2-16,3-1 1 0,1-1 0 15,0 0 1-15,4-1 1 0,1-1 5 0,0-3-5 16,3 1 5-16,1-1-1 0,2-3-1 0,1-1 1 15,-2 0 5-15,5-5 7 0,-2 1 4 0,2-4 4 16,1-1-1-16,-1 1-6 0,-5-1 0 0,1 2-3 16,1-1-6-16,-3-1-1 0,0 1-4 0,0 3 2 0,-4 1-4 15,-1-2-1-15,1 2-2 0,-1 2-6 16,5-1-8-16,-9 3-2 0,9-1-9 0,-4 0-8 16,-5 1-6-16,14 5-4 0,-9-3-8 0,4 0-6 15,-3 1-5-15,1 4-7 0,2-4 2 0,1 1-3 16,-1-1 8-16,-2 0-1 0,-1-2 4 0,0 0 0 15,1-2 7-15,-7 1 7 0,16-4-3 0,-8-1 12 16,-2-2 5-16,1-1 14 0,-1-5 12 0,2 0 6 16,-3-4 13-16,1-3 15 0,-2 2 6 0,2-10 19 15,-1-1 5-15,3-2 4 0,-4-3-1 0,1-1-5 16,4 1-8-16,-8-1-1 0,4 1-3 0,-1 3 0 16,0 2 4-16,-4 2 11 0,1 10-3 0,-1 1 8 15,3 6-4-15,-3 0 0 0,0 3-23 0,1 1-11 16,-1 0-11-16,0 6-16 0,0 0 0 0,0 0-7 15,0 0 7-15,-10 24-4 0,2-7-2 0,-1 11-1 16,0-1 1-16,3 5 0 0,-4 3 0 0,0 10 0 16,3-8-3-16,1 8 0 0,0-11 3 0,0 0-4 15,2-3 1-15,3-1 2 0,1-4 6 0,0 0-11 16,1-6 3-16,-1-5-1 0,2-4 1 0,-1 2 2 16,-1-4 4-16,1-2-1 0,1-1 22 0,-2-1 30 15,2-1 31-15,-2-2 44 0,2 1 13 0,-2-3 10 16,8 0 5-16,-8 0-10 0,18-4-10 0,-5 0-14 15,5-1-18-15,0 0-9 0,1-2-13 0,0 0-15 16,11-3-15-16,-2 1-53 0,1-3-61 0,6 2-91 16,-2 1-110-16,4 1-150 0,-4-1-332 0,-4 1-802 15,-1-6 354-15</inkml:trace>
  <inkml:trace contextRef="#ctx0" brushRef="#br0" timeOffset="202012.45">7159 13597 84 0,'0'-4'213'0,"0"4"-15"16,0-5-21-16,0 5-13 0,0 0-16 16,0-5-19-16,0 5-15 0,0 0-14 0,-5-3-8 15,5 3-11-15,-18 4-10 0,4 1-7 0,-8 3-7 0,-4 2-7 16,-4 1-8-16,2 3 10 0,-1 0-21 0,-2 2-2 16,3 2-2-16,0 1 0 0,1 0-9 15,1 0-1-15,5 3-6 0,2-2 2 0,2 3-4 16,3-7 0-16,5 0 0 0,2 4-1 0,4-3-1 15,-1-1 1-15,4 1 2 0,5-3-1 0,3 3-1 0,3-2-2 16,6-4 5-16,8 5-2 0,2-2-1 0,1-1 0 16,3 1-2-16,2-3-1 0,-6-1 5 0,6 1 3 15,-6-2-4-15,0-1-3 0,-8-1-4 16,-5-1 3-16,-4-1-1 0,3-1-7 0,-8 0-3 16,4-1 3-16,-4 2-1 0,-1-1-1 0,-4-1 5 0,-4 4 1 15,-6-2 1-15,-7 5 1 0,-3-3 0 0,-5 1-1 16,-1 1 10-16,-2-5-6 0,0 2 1 0,-2-2-4 15,2-1 1-15,1 0-1 0,0-2 1 16,6-1 2-16,1 1 0 0,7-2-3 0,4 1 3 0,1 0-3 16,0-1-17-16,3-3-49 0,5 0-54 0,4-3-21 15,7 2-15-15,9-4-140 0,9-4-318 0,8 1 142 16</inkml:trace>
  <inkml:trace contextRef="#ctx0" brushRef="#br0" timeOffset="202361.99">7672 13934 169 0,'0'-5'224'0,"0"2"-17"16,0 3-16-16,-11-8-17 0,4 7-17 0,-4 0-15 15,-2-1-13-15,1 4-13 0,-3-1-15 16,-2 1-8-16,-6 5-12 0,5 0-8 0,-2 1-7 16,3 4-8-16,-1 0-7 0,-4 5-5 0,8-3-6 0,0 1-4 15,-2 4-3-15,3-2-2 0,7 0-6 0,-2-4 0 16,2-1-3-16,3-1-1 0,2-3-5 0,1 4 2 15,1-3-1-15,5-1 1 0,2 0 1 0,6-3 0 16,5-1 7-16,3-4-9 0,7 0 1 16,1-3 0-16,-5-3 7 0,2-2 5 0,-8 0 12 0,-1-1 19 15,-1-1 21-15,-2 0-1 0,-1-5-8 0,1-6-2 16,-7 4-9-16,1-6-5 0,-2 3-5 0,-4-6-9 16,1 8-3-16,-4-1-4 0,-4 0-5 0,1 2-6 15,-4 2-5-15,-1 3-3 0,-1-2-12 0,-2 1-3 16,2 6-16-16,-1 0-18 0,0 0-19 0,-2 5-25 15,3-1-29-15,-1 1-32 0,10 2-30 0,-17 4-35 16,11-2-46-16,1 2-139 0,1 0-419 0,4-4 185 16</inkml:trace>
  <inkml:trace contextRef="#ctx0" brushRef="#br0" timeOffset="202695.1">7919 13739 1875 0,'6'-16'143'0,"-4"-2"4"0,-1 2 15 16,2 0-10-16,-2 4-10 0,1-5-12 16,-1 5-8-16,0 2-6 0,2-1-6 0,-3 2-7 0,0 4-10 15,0-3-9-15,2 3-11 0,-2 1-20 0,0 3-15 16,0 1-20-16,3-6-4 0,-3 6-4 0,0 0-3 16,1 20-1-16,-2-9-3 0,2 7 1 0,-1 1-3 15,0 10 0-15,-4 0 2 0,2 2-2 0,-1 15 2 16,2-14-3-16,0 1 1 0,1 1 3 0,0-2-1 15,1-1 0-15,5-3-4 0,-5-3 4 0,2-5-2 16,0-9 1-16,-1 1 3 0,2-1 0 0,-3-4-2 16,-1 0 6-16,2 0 8 0,0-5 33 0,-2 2 30 15,1-1 3-15,-1-3 28 0,0 0-5 16,3 4-6-16,-3-4-16 0,0 0-19 0,0 0-18 0,7-12-33 16,-4 7-48-16,1-2-46 0,-4 2-57 0,3-6-52 15,-1 2-63-15,-1-3-50 0,2 2-268 0,1-1-616 16,-2 1 272-16</inkml:trace>
  <inkml:trace contextRef="#ctx0" brushRef="#br0" timeOffset="203595.57">8217 13796 111 0,'0'0'330'0,"3"-3"-31"15,-3 3-27-15,0 0-34 0,0 0-24 16,5-2-29-16,-5 2-23 0,0 0-19 0,1 10-9 15,-2-3-18-15,1 5-8 0,0 1-13 0,0-1-12 0,0 5-6 16,1-1-11-16,-2 3-6 0,1-4-5 0,1 2-4 16,-1-5-4-16,3 2-2 0,-2-4-5 0,2 0-7 15,-1-5 1-15,-2 2-2 0,3-4 1 16,-2 2 4-16,-1-1 33 0,0-4 6 0,5 1 5 16,-5-1-10-16,9-6-1 0,-1-1-9 0,-2-3-3 0,4-5-10 15,-2-1-1-15,4-1-4 0,-1 2-11 0,-3-2-1 16,1 0-1-16,2 3-2 0,-2-1-3 0,-4 5-4 15,0 2-5-15,-1 2 1 0,1 0-3 0,0 0-13 16,-4 2-12-16,1 1-16 0,0 0-5 16,-2 3 4-16,0 0 1 0,12 6 2 0,-7 1 2 0,1 3 5 15,2-1-1-15,2 3 2 0,4 0-6 0,-1 0-4 16,1-1 4-16,2 2-7 0,3-1-7 0,4 2-7 16,1-2-13-16,3-3-11 0,-7-5 0 0,3 0-2 15,-4-1 6-15,3-6 8 0,0-1 3 0,-5-3 8 16,-1 1 7-16,1-6 7 0,-3 0 10 0,-4-6 17 15,2-4 13-15,-1-3 10 0,-5-3 9 0,0 1 0 16,-3-3 3-16,1-2 0 0,1-2 1 0,0-1-5 16,-1 1-3-16,-1 3 3 0,1 2 15 0,-2 2 13 15,-2 10-1-15,0 3 8 0,0 4-3 16,0 1-6-16,2 1-10 0,-2 3-15 0,0 1-25 0,2 1-7 16,-2 3 4-16,0 0-6 0,-2 13-1 0,0-2 1 15,2 4 3-15,-5 4-2 0,4 5-2 0,-2 5 3 16,-1 0 0-16,3 0 1 0,0 0 0 0,-1 1 2 15,4 3 1-15,-2 1 1 0,1-4 3 16,-1-2-1-16,3 0-9 0,-1-3-13 0,1-8-4 0,-2 0-8 16,0-7-2-16,1 0 2 0,0-3 3 0,-2 0 9 15,2-2 9-15,-2-1 24 0,0-4 6 0,0 0-2 16,0 0-2-16,0 0 2 0,-21-13-8 0,10 5 1 16,-9-7-5-16,2 1-1 0,-6-4-10 0,0 2-4 15,-2-1-4-15,-2 3 3 0,1 2-1 0,3-1 0 16,6 6-1-16,2-2 2 0,-1 2 3 0,7 2 0 15,2 0 4-15,1 3 0 0,0 1-2 0,2-3 1 16,2 1-3-16,3 3 2 0,0 0-1 0,18-7-1 16,0 4 0-16,13 3-6 0,3-5-9 0,7 5-2 15,19 0-14-15,0-3-4 0,-1 4-1 0,-4-2-8 16,0 2-2-16,-3 1 2 0,-13-2 7 0,-3-2 4 16,3 0 3-16,-7-1 6 0,-1 0 1 0,-5-2 13 15,-8 3 27-15,-1-1 40 0,-5-1 28 0,-1 3 23 16,-5-5 15-16,2 4 16 0,-3-3 6 0,-1 2 8 15,1-1-5-15,0 3-3 0,-1-2-6 0,0 2-19 16,-4 1-14-16,2-4-25 0,1 1 1 0,-3 3-11 16,0 0-25-16,5-1-23 0,-5 1-1 0,3 5-7 15,-3 0-4-15,0 1 4 0,0 0-4 0,0 6-5 16,1-2 6-16,-1 1-1 0,0 2-3 0,0 2-24 16,0 2-6-16,0-5-20 0,0 1-22 0,0-1-13 15,0 0-19-15,0-2-25 0,0 1-14 0,0-5-16 16,-1 2-22-16,-2-5 1 0,2 2-9 0,-3-3-47 15,-4-2-257-15,8 0-531 0,-19-7 236 0</inkml:trace>
  <inkml:trace contextRef="#ctx0" brushRef="#br0" timeOffset="203728.71">9236 13503 121 0,'0'-4'235'0,"1"1"-29"16,-1 3-39-16,0-5-43 0,0 5-19 0,0 0-27 15,0 0-36-15,5 10-48 0,0-3-59 0,-2-2-104 16,3 3-181-16,1 1 81 0</inkml:trace>
  <inkml:trace contextRef="#ctx0" brushRef="#br0" timeOffset="204112.01">9664 13639 59 0,'-7'1'166'0,"0"0"-14"15,-4 4-16-15,-1 2-12 0,1 0-14 0,0 1-11 16,-2 3-13-16,2 1-2 0,-2 1-13 0,4 1-4 16,-1 1-11-16,1 2-5 0,1-3 0 0,0 3-10 15,6-2-5-15,-1-3 2 0,3 0-4 0,4 0-3 16,-3-3 3-16,6 4 11 0,-1-4 19 0,7-1 7 15,1 1 7-15,4-5 8 0,1 0-1 0,2-2 3 16,1-3 3-16,-2-3 10 0,0-1 7 0,-1-2 3 16,-2-2 9-16,2-1 3 0,-5-5-14 0,-1 1-8 15,1-6-13-15,-6 1-6 0,-2 1-12 0,-2 0-8 16,-3-2 0-16,-1 2-15 0,-2 1-6 0,-6 1 0 16,2 2-11-16,-6 0-3 0,3 6-5 0,-6-1-2 15,-2 1-2-15,-2 5-9 0,-3-2 1 0,4 4-1 16,-1 1-22-16,0 2-23 0,1 3-23 0,2 2-30 15,4 1-25-15,1-1-21 0,3 4-22 0,4-1-16 16,2 1-23-16,4 1-53 0,5-2-139 0,4 1-419 16,4-1 185-16</inkml:trace>
  <inkml:trace contextRef="#ctx0" brushRef="#br0" timeOffset="204445.83">9835 13701 170 0,'4'-4'321'0,"-2"1"-3"15,1-1-7-15,-2 1-6 0,-1 3-41 0,4-4-29 16,-2 1-23-16,-2 3-21 0,0 0-31 0,3-3-23 16,-3 3-16-16,0 0-9 0,0 0-16 0,4 10-12 15,-4-5-8-15,0 7-5 0,1-2-7 0,-1 9-10 16,-1-1 0-16,0 2-6 0,1-1-6 0,0-1-4 16,-2 2-7-16,2-3-1 0,-1-4 0 0,2-3-9 15,-1 2 4-15,0-5-6 0,0-1 0 0,0 1 12 16,0-5 6-16,0 2 45 0,0-4 16 0,5 1-9 15,-5-1-10-15,13-7 0 0,-4-4 1 0,1 0-18 16,2-5 0-16,2 0-10 0,0 0-2 0,0 2-11 16,-1 1-1-16,-3 1-17 0,2 4 4 0,-6-1 3 15,-1 2-2-15,-1 4-15 0,4-2-14 0,-2 2 1 16,2 3-6-16,-8 0 7 0,16 8-4 0,-7-5-21 16,0 11-24-16,3 1-21 0,-1-1-38 0,-2 1-41 15,3 1-61-15,-1 0-75 0,-7-5-335 0,1 1-673 16,2-4 297-16</inkml:trace>
  <inkml:trace contextRef="#ctx0" brushRef="#br0" timeOffset="205178.02">11547 13641 106 0,'0'0'168'0,"-5"-1"-12"0,5 1-23 0,-10 1-14 15,5 2-16-15,-4 1-10 0,4-1-8 0,-3 4-10 16,2 0-6-16,-2 1-10 0,-1 1 1 0,1 0-17 16,2 1-1-16,1 5-5 0,0-5-6 0,1 1-1 15,1 2-5-15,3-4 4 0,3-1-2 0,1 1-4 16,3 1 3-16,2-3 8 0,9 1 7 0,-2-1 1 16,3-5 5-16,0-1-4 0,1-2-3 0,2 1 5 0,-3-2 13 15,0-3 12-15,-1-2 11 0,-1 0 6 16,-8-3-2-16,6-1-6 0,-7 2-1 0,2-3-12 15,-5-2-4-15,-1 2-9 0,-8-1-8 0,3-4-4 16,-5 1-5-16,-6 1-4 0,-1-1-5 0,-2 4-4 16,-3 2-6-16,-2 0-2 0,1 4-5 0,-2 0 15 0,2 1-6 15,-1 3-17-15,3-2-16 0,2 4-27 16,3 0-32-16,-2 3-24 0,5-1-23 0,4 1-26 16,1 0-19-16,4 1-31 0,1 1-136 0,7-2-360 15,6-1 160-15</inkml:trace>
  <inkml:trace contextRef="#ctx0" brushRef="#br0" timeOffset="205546.23">11904 13461 1496 0,'6'-18'169'0,"4"-7"23"0,-3 7-2 16,-3 1-1-16,-2 1-2 0,2 6 3 0,-1-1-25 0,-1 1-28 16,0 3-20-16,0 1-17 0,-1 0-11 0,-1 3-21 15,3 0-23 1,-3 3-23-16,0 0 2 0,0 0-8 0,5 17-5 0,-5-1 0 0,0 11 0 15,-1 3-3-15,-2 6-3 0,-1 13-1 0,-6-1 1 16,1 1-3-16,1-1 1 0,-2-1 2 0,4 4-5 0,-1-4 10 16,6-1-6-16,-2-14 0 0,6-3 0 0,-2-1-6 15,3-3 5-15,-1-8 1 0,-2-4 2 16,3-1-3-16,-3-3 5 0,3-1 5 0,-4-2 6 16,5-3 17-16,-1-1 6 0,1-1-2 0,-5-1-5 15,13-7 3-15,-7 2-6 0,2-3 0 0,-3-2-1 0,1-6-4 16,-3-1-21-16,-3-1-28 0,0-8-24 0,-6-6-17 15,-6 3-4-15,-6 2 4 0,-2 1 6 16,-1 2 3-16,-6 0 6 0,1 4 4 0,-2 3 5 16,3 6 5-16,7 1 6 0,-1 3 7 0,8 1-3 0,1 1 3 15,3 3 0-15,1 0-1 0,2-1 4 0,4 3 2 16,0 0 4-16,29 3 3 0,6 0-9 0,22-2-31 16,11 3-59-16,33-3-77 0,1-2-83 0,-1-7-149 15,-4-1-451-15,-30 1 199 0</inkml:trace>
  <inkml:trace contextRef="#ctx0" brushRef="#br0" timeOffset="206295.03">13345 13663 44 0,'0'0'128'0,"0"0"-13"15,0 0-12-15,0 0-11 0,0 0-6 0,0 0-9 0,0 0-4 16,-11-1-13-16,11 1 1 0,0 0-3 0,0 0-1 15,0 0 11-15,0 0 2 0,18-4-5 0,-7-1-3 16,0 1-11-16,1-1-4 0,5-1-2 0,-2-1 2 16,4 0 2-16,-1-3 2 0,0 0 9 0,-1 3 1 15,-2-6 4-15,-2 5 1 0,1-4 3 0,-5 2-5 16,-2 3-1-16,1-1-2 0,-3 1-7 0,0 0-5 16,-4 2-7-16,-1 0-9 0,-1 0-3 0,-3 2-5 15,-3 1-1-15,-5 2-2 0,-6 0-5 0,-3 3-3 16,-6 1-2-16,-1 5 0 0,-3 2 13 0,2 1-5 15,-1 2-3-15,2 1-3 0,1 4-1 0,3 0-6 16,3-1-1-16,4 3 0 0,1 1-1 0,6-4-1 16,5 0 0-16,1 4-1 0,4-2 4 0,8-3 2 15,10 7-1-15,5-7 1 0,7 0-1 0,19-5-1 16,11-4 4-16,30-3-1 0,0-5-16 0,-26-4-36 16,31-8-59-16,-6 6-67 0,-29 0-204 0,-4-4-402 15,-2-3 178-15</inkml:trace>
  <inkml:trace contextRef="#ctx0" brushRef="#br0" timeOffset="208010.05">14274 13515 9 0,'2'-4'247'0,"-2"4"-6"0,8-3-11 0,-8 0-16 15,0 3-18-15,5-4-16 0,-5 4-22 0,0 0-14 16,3-2-19-16,-3 2-16 0,0 0-14 0,0 0-13 16,0 0-11-16,8 6-8 0,-8-3-7 0,1 5-8 15,-1 1-3-15,0 3-6 0,0 5-5 0,0 2-2 16,0 8-3-16,0-1-1 0,0-1-6 0,-1 1-1 16,-2 1-1-16,-1-1-2 0,4 3-1 0,0-4 0 15,0-6-3-15,3-1 0 0,-2-2 4 0,-1-3-5 16,3-2-4-16,-2-1 5 0,-1-3-3 0,0-2 0 15,1 0 23-15,-1 0 41 0,-1-1 44 0,1-4 53 16,4 4 8-16,-4-4-3 0,0 0-12 0,0 0-19 16,1-18-12-16,-1 7-18 0,0-4-10 0,0-2-24 15,-1-1-28-15,-2-8-29 0,2-1-2 0,-7 2-40 16,3-5-18-16,-5 3-3 0,1 1-1 0,-4 3 5 16,-1-1 1-16,-1 3-2 0,0 7 4 0,-5-6 3 15,1 10 0-15,-6-2 5 0,-1 5 1 0,-3 2-2 16,-2 2 3-16,-1 6 1 0,1 0 0 0,1 3 1 15,3 5-2-15,0-1 2 0,9 1 0 0,-5 3 4 16,10 3 1-16,2-3 0 0,3-1 0 0,3 1 1 16,2 1 5-16,6 2 2 0,6-3-4 0,1 3 4 15,12 0 0-15,6-5-2 0,5 2-12 0,6-7-13 16,2-2-3-16,12 0-9 0,0-7-8 0,-14-2-9 16,1-1-6-16,-2-1-2 0,-2-5 9 0,2 3 6 0,-5-4 4 15,-3-4 8-15,-1-1 5 0,-1-1 10 16,-4 0 19-16,-5 0 15 0,1-6 22 0,-10 9 21 15,-1-1 25-15,4-1 19 0,-5 2 26 0,-6 3 4 16,5 0 3-16,-3 2 2 0,-2 1 0 0,2 3-5 16,-3-1-11-16,4 1-8 0,-4 3-11 0,1-2-14 0,-1 3-14 15,-1-3-12-15,0 5-19 0,0 0-2 16,0 0-20-16,0 0-2 0,6 10 4 0,-6-3-3 16,3 4 0-16,-3 2-2 0,4 4-1 0,-3 0 0 15,2 1 11-15,0 7-19 0,0-5 1 0,-2-3 2 16,2 4 2-16,-1-4-12 0,1 0 6 0,0-6-4 0,0-2 3 15,-1 3 10-15,0-5-6 0,1-2-9 0,-2 0 13 16,3-3 5-16,0 1-5 0,2-3 10 16,1-4-4-16,2 0 5 0,3-2-26 0,-2-2 22 15,6-4-4-15,-3 0 2 0,3 0-2 0,-3-3-5 0,2 1 6 16,-2-2-2-16,0 2-23 0,-2 0 20 0,-3-1 2 16,0 7-1-16,-1 2 0 0,-3 2-8 15,1-4-12-15,-2 5-38 0,-1-1-39 0,2 3-35 16,-4 1 5-16,0 0 10 0,0 0 11 0,9 8 9 15,-4-3-11-15,0 2-1 0,2 4 2 0,2-3 10 0,6 7 2 16,9-3-11-16,-1 2-17 0,4-1-10 0,4-2-12 16,3-1-10-16,0-2-4 0,1-1-4 0,1-3 3 15,-3 0 13-15,-1-3 4 0,-2-1 11 16,-10-1 16-16,1-4 21 0,-5-1 29 0,-6 0 44 16,-2-2 11-16,0-1 35 0,-3 0 30 0,-3-2 16 0,0 0 13 15,-2 2 6-15,-3 0 5 0,-1-3-5 0,0 4-9 16,-4-1-11-16,0 1-3 0,-1 3-13 0,-1-2-7 15,-1 6-9-15,-1-2-2 0,-7 3-10 0,-2 4-2 16,3 0-5-16,-4 5 0 0,3-1-7 0,-3 7-4 16,3-2 2-16,-4-1-4 0,8 2 0 0,1 1-2 15,4 1-1-15,-2-1 2 0,2-3-3 0,5 0 1 16,1-3 1-16,0 2 0 0,3-4 2 0,0 0 1 16,2 0 5-16,2-1 11 0,-1-2 10 0,6-4 8 15,-3 0 2-15,8-3 0 0,-3-3-6 0,4 1 0 16,1-3 0-16,1-3-2 0,-1 1-11 0,4-3 5 15,-5 1-7-15,4 0 1 0,-4 0-5 0,4 0-4 16,-5 0 1-16,-2 5-3 0,0-1-2 0,-4 1-2 16,2-2-8-16,-4 6 4 0,-1-1-6 0,1-1-6 15,0 4-6-15,1-1-10 0,-6 2-3 0,11 3-1 16,-5 2-1-16,3-1 0 0,1 0-4 0,3 4 7 16,0 0 2-16,6 1-10 0,-1 0-8 0,0-1-10 15,1 0-9-15,7 2-3 0,-7-4-6 0,1-1 5 16,2 0 2-16,-3-3 2 0,0-2 8 0,2 1 6 15,-8-3 2-15,3-1 9 0,-3 0 11 0,2-7 15 16,-6 3 2-16,3-7 16 0,-6 2 14 0,3-5 9 16,-4 2 10-16,-1-5 12 0,3-6 4 0,-5-3 3 15,4-2-4-15,-2 2-7 0,0-3-1 0,1-2-5 16,-1 4 4-16,1 5 9 0,0 8 10 0,-1 2-4 16,-2 3-4-16,1 3-10 0,-2-1-7 0,1 4-13 15,-2 2-37-15,0 4-15 0,0 0 2 0,0 0 2 16,0 0-1-16,-2 26 5 0,2-8-3 0,-1 8 3 15,0 1 1-15,-2 2 3 0,2-1 1 0,0 2 0 16,-2 0 1-16,7 0-2 0,-3-3 0 0,0 0-3 16,3 0-6-16,-2-9 2 0,0-2-18 0,1-3-3 15,-1-3-2-15,0 0 3 0,-1-3 5 0,-1-2 5 16,1-2 18-16,-1 1 29 0,0-4-2 0,0 0 0 16,0 0-1-16,0 0 4 0,-18-11-11 0,7 4 3 15,-5-3-6-15,0-1 0 0,-7-3-7 0,-3-1-1 16,-1 1-9-16,-1 0-8 0,1-1-2 0,1 5 6 15,1-1-4-15,7 3 8 0,6 3-2 0,0-1-2 16,2 1 5-16,1 2 3 0,4-1 0 0,-3 1-1 16,7 0-3-16,-3 1-1 0,4 2-4 0,9-7-4 15,0 5 4-15,13 1-4 0,6-3 1 0,5 1-7 16,4 2-1-16,5-1-5 0,8-2-1 0,-9 2 1 16,-4 1 1-16,3-3 4 0,-4 1 2 0,3 1 3 15,-8-1 0-15,-6-2 4 0,-3 2 0 0,-3-1 8 16,-2-1 17-16,-4 3 15 0,-2 2 25 0,-2-5 15 15,-1 3 17-15,-3-2 8 0,1 0 5 0,-1 2 4 16,-1 2 1-16,0-3-3 0,1 1-11 0,-5 2-13 16,5-2-12-16,-5 2-8 0,0 0-8 0,5-4-26 15,-5 4-15-15,0 0-11 0,4 6 1 0,-4-1-5 16,0 1 5-16,0 5 2 0,0-2 0 0,0 4-7 16,2-2 1-16,-2 6 4 0,2 1-4 0,-2-2-1 15,0 1 10-15,0 3 2 0,0-6-2 0,1 3-5 16,-1-3 4-16,0-1-2 0,3-2-1 0,-2-3 5 15,-1-1-6-15,0-1-13 0,0-1-10 0,0 1 1 0,0-3 0 16,0-3 1-16,-1 5-3 0,1-5-48 16,0 0-68-16,0 0-46 0,-19-7-41 0,11 0-32 15,-1-2-240-15,-6-7-546 0,5 1 241 0</inkml:trace>
  <inkml:trace contextRef="#ctx0" brushRef="#br0" timeOffset="208131.07">15929 13266 22 0,'1'-7'228'0,"2"-3"-13"0,-1 4-21 0,0 0-20 0,-1 1-17 16,1 2-21-16,2 1-27 0,-1 0-30 0,-3 2-28 16,11 3-35-16,-6 1-33 0,3 1-33 0,1 1-31 15,1 5-125-15,-1-4-223 0,2 3 99 16</inkml:trace>
  <inkml:trace contextRef="#ctx0" brushRef="#br0" timeOffset="208495.03">16357 13389 163 0,'-14'5'160'0,"5"1"-16"16,0-1-11-16,-2 4-13 0,-1 3-13 0,-1-3-12 0,2 6-9 15,2-1-10-15,-3 1-6 0,5 0-7 0,-1 1-4 16,4-1-7-16,0-3-4 0,4 1-5 15,-1-1-6-15,2-2 1 0,3 1 5 0,4 1-1 16,-2-3 12-16,7-1 8 0,0-3-3 0,5 2 11 16,0-2-8-16,3-5 0 0,0 0 7 0,-2 0 9 0,-1-3 10 15,-2-1 4-15,1-2 3 0,-2-1-2 16,-3-2-8-16,-3-2-5 0,-2-1-8 0,2-3-6 16,-5-2-8-16,-4 0-8 0,0-1-6 0,0-1-3 15,-5 4-3-15,-3-2-6 0,-2 2-7 0,0 1-5 0,-4 5-5 16,-3 0-1-16,-2 1-2 0,-1 4-8 0,-1 0-12 15,1 2-17-15,1 3-26 0,-1 0-26 16,8 3-28-16,-1 0-28 0,0 4-23 0,3-2-25 16,2 4-33-16,4-3-148 0,4 2-392 0,4-1 174 15</inkml:trace>
  <inkml:trace contextRef="#ctx0" brushRef="#br0" timeOffset="208827.76">16659 13484 44 0,'2'-3'414'0,"3"1"-18"16,-1-1-20-16,-4 0-66 0,0 3-23 0,5-2-31 15,-2-2-36-15,-3 4-27 0,0 0-25 16,0 0-17-16,0 0-16 0,6 9-16 0,-6-4-9 16,0 2-23-16,1 1 3 0,-2 4-11 0,1-2-9 15,-5 2-4-15,4 0-18 0,-3 0-21 0,1 0-8 0,2 1-7 16,-3-5-9-16,3 0-1 0,1-2-6 0,-3 0 8 15,3-1 5-15,-1-3 18 0,1-2 14 0,0 0-4 16,9 0 1-16,-9 0-2 0,14-10-6 16,-1 3-3-16,2-5-4 0,-2 0-2 0,2 1-3 15,2 0-1-15,-4-1-7 0,1 2 4 0,0 1-1 0,-4 1-7 16,-4 4 1-16,0 1-9 0,0 1-1 0,3 0-4 16,-3 4-5-16,3 2-19 0,5 1-3 15,-4 1-19-15,2 5-26 0,2-1-33 0,0 2-44 16,-1 1-62-16,1 2-71 0,0-6-221 0,-6 0-553 0,1-4 244 15</inkml:trace>
  <inkml:trace contextRef="#ctx0" brushRef="#br0" timeOffset="209510.99">18330 13341 117 0,'0'0'284'0,"0"-5"-8"0,0 5-8 0,1-4-15 15,-1 4-23-15,0 0-25 0,2-3-21 0,-2 3-20 16,0 0-20-16,0 0-15 0,0 0-23 0,0 0-12 15,0 0-12-15,0 0-9 0,0 0-11 0,1 17-7 16,-1-6-7-16,-1 0-7 0,1 5-1 0,0 1-9 16,1 0-3-16,0 4-3 0,-1-1-1 0,0-2-5 15,3 1-1-15,-3 1-3 0,2-3 2 16,1 1-5-16,-2-3-1 0,0-1 0 0,3-5-3 0,-4 2 6 16,5-5-4-16,-5 0 0 0,1-1 0 0,1 1 8 15,-2-3 17-15,0 0 27 0,1 2 34 0,-1-5 18 16,1 4 7-16,-1-4 3 0,0 0 1 0,2 3-15 15,-2-3-7-15,0 0-10 0,0 0-10 0,0 0-42 16,0 0-21-16,6-7-24 0,-6 7-39 0,3-8-42 16,-1 4-45-16,-2-2-61 0,0-1-78 0,4-2-66 15,-4-6-200-15,3 2-579 0,0-1 257 0</inkml:trace>
  <inkml:trace contextRef="#ctx0" brushRef="#br0" timeOffset="209944.46">18455 13033 128 0,'-2'-4'147'0,"-2"1"-18"0,0-3-8 0,-2 2-15 16,-1 2-11-16,1 0-11 0,-3-1-8 0,-4 3-8 15,2 0 0-15,-3 3-7 0,-4-1-10 0,-1 4-7 16,-6 3-3-16,0 8 4 0,0-2-1 0,-3 4 5 16,3 5 6-16,-2 0-4 0,0 3-5 0,-7 9-4 15,11-9 0-15,2 4-2 0,-3 10-7 0,2-9 2 16,4 9-6-16,3-9-2 0,3 1-1 0,2 1-1 16,1-3-1-16,4 1-1 0,1-3-6 0,2 0 0 15,4-1 1-15,2-3 0 0,1 0 6 0,4-2 31 16,5-1 19-16,2-2 10 0,7 1 20 0,3-4 12 15,6-2 13-15,18 2 2 0,4-8-8 0,6-4-5 16,1-5-6-16,4-2-3 0,26-8-5 0,-31 1-8 16,-1-6 4-16,0 2 3 0,-6-4 2 0,-4-4 11 15,-16 4-19-15,9-7-9 0,-12 0-4 0,-5-3-16 16,2-15 8-16,-7 9-51 0,-8-15-16 0,-9-3-31 16,-10-1-7-16,-8 5-7 0,-8-2-2 0,-8 3-15 15,-7 8-17-15,-9 6-26 0,-7 5-38 0,-34 1-54 16,-6 14-65-16,-9 9-290 0,-7 4-588 0,-1 3 260 15</inkml:trace>
  <inkml:trace contextRef="#ctx0" brushRef="#br0" timeOffset="213181.07">20486 13237 152 0,'0'-7'306'0,"1"2"-15"16,-1 2-19-16,0 3-28 0,-1-7-25 0,1 7-19 16,0-5-33-16,0 5-22 0,0 0-19 0,0 0-25 15,0 0-11-15,0 0-10 0,0 0-10 0,0 18-9 16,0-7-3-16,0 1-9 0,0 5-4 0,1-1-3 15,-1 2 14-15,0 1-6 0,0-2-3 0,0 0-4 16,0 0-7-16,-1 0-4 0,1-1 2 0,0 0-7 16,0-4-2-16,-2-1 0 0,2 0-5 0,0-4 0 15,0 4-3-15,-1-5 0 0,0-1-6 0,-1 2-13 16,2-2-9-16,-1-2-4 0,1 1-7 0,0-4-3 16,-1 5 2-16,1-5-50 0,0 0-51 0,0 0-40 15,-13-12-32-15,8 2-36 0,-1-2-151 0,-1-6-412 16,-2-5 182-16</inkml:trace>
  <inkml:trace contextRef="#ctx0" brushRef="#br0" timeOffset="213327.34">20456 12966 239 0,'2'-6'259'0,"-2"0"-18"0,0 1-24 16,0-1-25-16,0 4-23 0,1-2-32 0,-1 4-47 15,2-3-32-15,-2 3-19 0,0 0-33 0,0 0-30 16,9 10-37-16,-2 0-42 0,-2-1-141 0,0 3-263 15,-1-3 117-15</inkml:trace>
  <inkml:trace contextRef="#ctx0" brushRef="#br0" timeOffset="213744">21026 13147 206 0,'0'0'220'0,"0"0"-16"0,0 0-13 16,4-2-30-16,-4 2-16 0,0 0-14 0,0 0-12 16,0 0-14-16,0 0-13 0,0 0-13 0,0 0-9 15,0 0-9-15,0 0-6 0,0 0-6 0,0 0-5 16,-18 7-5-16,9 0-5 0,-5-2 2 0,0 5-9 15,-4 0-3-15,0 2-5 0,-5 0-1 0,2 5-2 16,6-5-3-16,0 2-3 0,1-1-1 0,5 1-1 16,-1 1 0-16,5 1-2 0,2-3 0 0,3 1-1 15,4 3 3-15,4-2-1 0,5 1 4 0,1-1-3 16,9 0 3-16,1 1-4 0,3-2 1 0,1-2-2 16,1-1 0-16,-7-2 2 0,-4-3-3 0,-8 0 0 15,4-3-2-15,-6 2 1 0,0-3 0 0,-3 0-3 16,1 1 3-16,-4-1 2 0,-2-2 1 0,0 0-2 15,-24 3-2-15,4-3 2 0,-12 0 2 0,-4 0-4 0,-2-1-13 16,-2-1-35-16,3 2-50 0,1-4-61 16,-1 1-185-16,1-1-370 0,8-1 163 0</inkml:trace>
  <inkml:trace contextRef="#ctx0" brushRef="#br0" timeOffset="-214617.67">22875 13075 47 0,'-6'-12'206'0,"1"4"-16"0,-2 1-24 16,2 2-22-16,0-1-8 0,-5 1-19 0,1 2-20 15,-1 2-1-15,-3 1-15 0,0 1-8 0,-1 2-7 16,-4 6-10-16,4-1-3 0,0 5-7 0,0 0-4 16,3 1-2-16,0 2-7 0,2 1 2 0,4 1-8 15,1-3 1-15,3 4-1 0,2-2-4 0,3 0-3 16,4 0 3-16,3-3-4 0,2 1-5 0,5-5-5 15,0-1-6-15,1-2-6 0,9-4-1 0,3-2-1 16,-2-2 3-16,2-2 8 0,-4-5-8 0,-2-3 0 16,2 1-1-16,-10-2 12 0,3-5 15 0,-3 3 6 15,-3-1 13-15,-2 0 6 0,0-2 8 0,-4 1 16 16,1 1 1-16,-3-1 8 0,-1 7 2 0,-1 1-3 16,-1 2-5-16,1-1-9 0,-2 2-12 0,1 1-10 15,-2 1-15-15,-1 3-10 0,0 0 3 0,0 0-6 16,-5 21-4-16,0-3 1 0,-2 6-3 0,-2 2-2 15,2 4 1-15,2 1-6 0,-3 6 2 0,-5 9 8 16,5-1 11-16,5-11-2 0,-4 3-1 0,0 9-4 16,3-14-10-16,0-3-8 0,0-1-2 0,0 0-2 15,-1-1-1-15,-1-9 0 0,1-1-1 0,-2-2 1 16,3-3 3-16,-1-3-2 0,0-1 9 0,-5-1-6 16,2-3 3-16,-6-1 2 0,0-3 1 0,-6-3 5 15,2 1 3-15,-3-3 3 0,1-5 0 0,1 3-2 16,-5-8-2-16,-1 1-2 0,6-2 3 0,3 1-4 15,1-5 1-15,1 3 1 0,7-8-3 0,3-1-2 16,5 0-4-16,6-3-6 0,9 0 0 0,2 0-3 16,6 2 0-16,6 3 2 0,13-9 1 0,6 8-3 0,4-2 1 15,1 8 0-15,1 0 0 0,1 4 2 16,-1 0-2-16,-1 4 2 0,-4 0 1 0,-11 3-2 16,0 2 2-16,-1-1 0 0,-2 2-3 0,-4 0 6 15,-4 1 1-15,-8-1 12 0,-7 3 13 0,0 1 20 16,-2-3 15-16,-2 3 15 0,-1-2 6 0,-2 2 17 0,-1 1-27 15,-5 0-6-15,9-1-10 0,-9 1-5 16,9-2-12-16,-9 2-6 0,5 0-6 0,-5 0-11 16,0 0 0-16,2 8 1 0,-4-3 7 0,1 3-15 15,1 0-8-15,-4 4 4 0,2-1 8 0,-5 5-6 16,6 1 2-16,-3-3-7 0,0 3 4 0,2 3 3 0,1-3-5 16,-1 1 4-16,2-1-6 0,-2 0 4 0,4-2 1 15,-4-3-2-15,4 0 3 0,-4-4-3 16,4 1 4-16,-2-4 1 0,0 0-4 0,0 1 6 15,0-4 4-15,0 2 5 0,0-4 0 0,0 4 1 0,0-4 3 16,0 0-3-16,0 0-33 0,0 0-32 0,0 0-33 16,-5-18-43-16,3 8-50 0,-2-4-59 0,-1-3-53 15,0 0-257-15,1-10-582 0,0 0 258 16</inkml:trace>
  <inkml:trace contextRef="#ctx0" brushRef="#br0" timeOffset="-214453.62">23556 12963 290 0,'0'-4'316'0,"2"-4"-10"16,-1 4-15-16,0 0-22 0,0 2-30 16,-1 2-23-16,2-7-23 0,-2 7-24 0,2-4-21 0,-2 4-32 15,2-3-45-15,-2 3-23 0,0 0-17 0,0 0-28 16,0 0-29-16,12 10-30 0,-10-5-32 0,1 4-30 16,1 0-16-16,0 3-49 0,-3-4-168 0,2 4-379 15,-3-2 169-15</inkml:trace>
  <inkml:trace contextRef="#ctx0" brushRef="#br0" timeOffset="-214086.57">23761 13109 84 0,'0'0'366'0,"5"-8"-6"0,-3 6-7 16,-2 2-13-16,7-6-30 0,-3 5-36 0,-4 1-30 15,2-5-35-15,-2 5-17 0,0 0-27 0,0 0-19 16,0 0-19-16,16 9-14 0,-9-1-15 0,-3 1-11 15,4 3-5-15,-1 2-8 0,2 3-13 0,-1-1 1 16,-2 1-10-16,-1-1-1 0,3 4-8 0,-3-3-10 16,2 2 4-16,-1-2-9 0,-1-1-1 0,-2-5-4 15,-1-1 6-15,1-1-4 0,-2-2-5 0,-1-2 6 16,4 2-2-16,-3-4 31 0,2 0 44 0,-3-1 50 16,0-2 40-16,0 0-9 0,0 0-19 0,9-7-15 15,-4-1-17-15,0-2-19 0,0-1-7 0,5-6-8 16,3-3-10-16,0-3-7 0,3-3-11 0,-3 0-8 15,4-1-12-15,-2-2-18 0,4 0-12 0,-2 3-14 16,-3 5-21-16,-5 4-13 0,1 4-25 0,-2 3-35 16,-2 3-40-16,1-1-65 0,3 3-42 0,-4 5-26 15,4-2-15-15,1 5-28 0,1 0-22 0,3 6-8 16,0 0-25-16,-2 4-193 0,1-1-600 0,-3 2 265 16</inkml:trace>
  <inkml:trace contextRef="#ctx0" brushRef="#br0" timeOffset="-213502.72">24299 13220 62 0,'0'0'261'0,"0"5"7"16,0-5-6-16,2 3 3 0,-2-3-4 0,0 0-3 16,0 0-19-16,3 2-5 0,-3-2-14 0,0 0-16 15,0 0-17-15,0 0-15 0,0 0-13 0,0 0-22 16,0 0-14-16,0 0-12 0,0 0-10 0,10-1-19 16,-10 1-17-16,12-2-12 0,0 0-9 0,1-1-15 15,5 1-3-15,1-2-4 0,2-1-6 0,7-2-4 16,-7 1-4-16,7-1-4 0,-7-1 3 0,5-2-4 15,-10 1 4-15,3-1 0 0,-1 0-3 0,-2-2 2 16,-4 6 2-16,-1-2-5 0,-4-1-3 0,3-1 0 16,-3 2 8-16,-1-3-1 0,-2 3-1 0,-4 3-4 15,1-1 0-15,-1 0-7 0,-1 2 0 0,-5 1-7 16,-1 1 3-16,-4-1 5 0,-5 3-3 0,-3 0 0 16,4 3 4-16,-3 2-6 0,3 2 1 0,-2 2-1 15,2 0 0-15,-2 2-2 0,4 1 0 0,2 0-6 16,2 2-7-16,1-6 0 0,3 4 2 0,3 2-1 15,0-2 6-15,6-1 3 0,-1 1 6 0,7-1 0 16,4 4 1-16,0-3-1 0,5-5 0 0,8 3-1 16,-1 0 0-16,3-6-1 0,2-1 2 0,-4-1-1 15,-6-4 0-15,2-3 5 0,-2-1 0 0,4-3 6 16,-4 0 12-16,-5-3 15 0,5-5 11 0,-6 2 19 16,3-2 16-16,-4 0 21 0,-4 5 11 0,1-5 15 0,-3 8 0 15,1-1 7-15,-1-1-3 0,-3 3-9 16,0 3-12-16,-1 0-16 0,-3-1-7 0,3 2-17 15,-3 0-16-15,2 2-23 0,-3 2-25 0,0 0-6 16,0 0 3-16,4 9-8 0,-4-1 3 0,-3 1 1 16,3 4 3-16,-1-2 3 0,-3 3 1 0,4 3-23 0,-2-5-8 15,0 2-5-15,2-3-12 0,0 1 1 16,-1 0 8-16,1-4-4 0,0-2 7 0,0 0 15 16,0-1 9-16,1-1 1 0,3-4 15 0,0 2-18 15,-4-2 6-15,18-5-6 0,-9 1 6 0,1 2 0 0,3-4 7 16,-2 1-10-16,-3 0 11 0,5 1-4 0,-4 1-8 15,1 1 3-15,-2-1-6 0,-1 2-34 0,2 2-31 16,3 0-31-16,-2 3-40 0,0 2-44 16,2 0-61-16,-1 2-74 0,-4-1-245 0,0 3-620 15,2-5 274-15</inkml:trace>
  <inkml:trace contextRef="#ctx0" brushRef="#br0" timeOffset="-212570.73">26374 13258 46 0,'0'0'191'15,"0"0"-16"-15,0 0-17 0,0 0-19 0,0 0-16 16,19-4-12-16,-9 1-11 0,3-1-9 0,1 2-10 15,4-4-6-15,1 0-5 0,0-2-15 0,2-1 11 16,-3-2 2-16,6-1 4 0,-3-3 10 0,3-2-1 16,-3-2 6-16,0-5 0 0,-2 3 1 0,0-4-4 15,-2-1-3-15,-2 2-13 0,-2-5-2 0,1 0-9 16,-3-1-3-16,-1 1-8 0,-2 3 14 0,-1-3-4 16,-2 1-7-16,-3 2-4 0,1 0 4 0,-2 6-3 15,-2 2 0-15,0 1-2 0,1 4-7 0,-2 3-5 16,0 0-2-16,1 3-6 0,-1 0-9 0,-2 0-1 15,1 5-1-15,-4 2-6 0,7 0-4 0,-15 9-1 16,2 0-2-16,-1 7 0 0,-4 5-2 0,3 6 0 16,-3-1-2-16,4 4 1 0,0 5-1 0,2-2 0 15,3 2 3-15,2 15-1 0,2 0 2 0,3-4-3 16,4-12 4-16,5 2 1 0,0-5 1 0,4-2 0 16,3 0 2-16,0-5 0 0,4-2 2 0,-5-7 1 15,1-1 12-15,0-5 18 0,-2-3 16 0,4-1 24 16,-3 0 24-16,1-5 8 0,-2-3 26 0,0-1-38 15,0 1 23-15,-2-3-8 0,1 0-6 0,-1-2-14 16,-3-1-9-16,2-6-2 0,-4-2-15 0,-4-1-4 16,2 0-13-16,-7 1-8 0,0 0-14 0,-4-2-16 15,1 2-29-15,-6-5-24 0,-3 8-26 0,-4-3-25 16,-5 2-28-16,-2 6-22 0,-1 4-31 0,0 2-37 16,-3 3-30-16,10 3-38 0,1 2-256 0,0-1-578 15,8 1 256-15</inkml:trace>
  <inkml:trace contextRef="#ctx0" brushRef="#br0" timeOffset="-211985.76">27074 13012 94 0,'1'-6'337'0,"2"0"-20"15,-2 0-25-15,-1 1-30 0,0 1-30 16,2-1-26-16,-2 5-28 0,2-3-34 0,-2 3-23 15,4-1-15-15,-4 1-11 0,0 0-17 0,11 8-23 16,-7-2-11-16,4 1-18 0,0 0-11 0,-1 1-10 16,1 6-8-16,0-6-4 0,1 2-7 0,-2-1-2 0,3-1 5 15,-2-2 3-15,-1-2-1 0,0 0 3 16,1-1 4-16,0-2 5 0,-1-2 6 0,3-1 17 16,-1-2 9-16,0-3 7 0,3-3 11 0,-3 1 8 15,2-4 2-15,-2 0 6 0,1 0 6 0,-1 0-3 0,1-1-1 16,-3 5 0-16,-1-3-3 0,1 2 0 0,-1 0 0 15,-2 4-6-15,-3 0-5 0,3 1-8 16,-3 3-9-16,3-3-11 0,-4 2-40 0,0 3-5 16,0 0 0-16,0 0 1 0,8 13 1 0,-9-4 0 15,1 12-2-15,-2 4 4 0,2 9 1 0,-2 10 4 0,-1 6 2 16,-1-1-4-16,4 2 2 0,0 2 4 0,-5 0-1 16,1-1 3-16,-2 0 1 0,1-3-1 0,1-3 0 15,0-10-18-15,-4-2 2 0,6-1 1 16,-7-3-1-16,1-1-1 0,-1-7 0 0,-1 2 2 0,3-8 4 15,-4-3-3-15,2-7 9 0,-2 2-1 0,-1-5 4 16,-2-3 3-16,-4-1 8 0,-1-3 14 0,3-6 17 16,-5 1 6-16,1-8 12 0,0-3 8 0,4 1 14 15,1-6 24-15,7-1-18 0,4-1-8 16,8-6-4-16,11-11-10 0,6-2-8 0,12 0-8 0,4-3-10 16,20-13-14-16,-14 17-14 0,0 3-4 0,8 4 3 15,0 6-2-15,-1 3-6 0,1 2-1 0,-1 3 0 16,-1 7 0-16,-15 4 15 0,-3 4-14 0,-3-1 10 15,-11 4-15-15,-4 2 6 0,-2 0-24 0,-5 3-28 16,-1-1-32-16,-1 2-16 0,-4 0 7 0,0 0-3 16,-9 8-22-16,-8 1-39 0,-9 2-63 0,-6 2-69 15,-4-1-212-15,3 1-541 0,1-5 240 0</inkml:trace>
  <inkml:trace contextRef="#ctx0" brushRef="#br0" timeOffset="-206720.93">9487 15020 190 0,'0'-8'225'0,"0"-1"-8"0,0 0-15 16,2 1-12-16,0 2-17 0,-2 1-17 0,0 0-17 16,0 0-15-16,0-1-17 0,0 6-23 0,0-4-22 15,0 4-4-15,0 0-12 0,9 11-10 0,-4-2 2 16,3 1-2-16,2 6-5 0,-1 2-1 0,4 3-4 15,2 0-3-15,-1 1-13 0,-1-8-7 0,2 9-2 16,-1-8 1-16,1 1-8 0,0-3 2 0,-2 2-2 16,-2-7 0-16,-1-1-6 0,-1 0 5 0,0-1 8 15,1-4-3-15,2 0 5 0,-2-5 2 0,0-1-1 16,2-2-4-16,-2-2 4 0,-1-6 5 0,0 0-2 16,0-2 4-16,1-1 4 0,-3-3-2 0,0-3 9 15,1-1 0-15,-3-1 9 0,0 0-2 0,-2 7-3 16,1 3 2-16,-3-2 5 0,0 5 4 0,-1 2-3 15,0 3-4-15,0-1-6 0,0 2-1 0,1 2-4 16,1 1-20-16,-2 3-6 0,0 0 1 0,0 0 2 16,1 18-1-16,0-3-1 0,-2 6 4 0,0 4-1 15,1 6 1-15,0 1-1 0,-2 2-4 0,2 0 1 16,2 13 3-16,0 0-1 0,1 0 1 0,0-1 3 16,3 4 1-16,-1-14 0 0,1-2-3 0,2 12-1 15,3-11 2-15,-2 0 0 0,0-1 1 0,1 0-1 16,-1-2 2-16,-1 2-2 0,1-4-2 0,-4 5-2 15,-4-4-3-15,3-2 2 0,-4-2 4 0,0 0 1 16,-1-11-10-16,-3 1 9 0,4-2-2 0,-3-3 3 16,1-2 1-16,1 0-7 0,-3-3 9 0,1 2-4 15,0-3 5-15,0-3-1 0,-3 0 0 0,-1 3 2 16,0-5-2-16,0 3 3 0,-2-3-2 0,-3-1 1 16,0-2 1-16,0-3 1 0,-2 0-3 0,3 1 7 15,-6-4-7-15,3-1 2 0,-1 1-2 0,1-4-2 16,-3-1 2-16,-1-5-1 0,3 3 2 0,0-9-1 15,-2 0 2-15,4-5-1 0,-1-1-3 0,1-1 3 16,1-2-2-16,-1-13-2 0,3 2 3 0,3 9-2 16,5-12 4-16,0 11-2 0,5 0 7 0,2 1 2 15,8-11 0-15,0 12-3 0,7-10 3 0,3 15-3 16,9-7-8-16,-5 9 6 0,0 4-4 0,1 2 4 16,0 3-5-16,-5 2 1 0,1 2-1 0,0 2-2 15,-6 3 3-15,-1 2-1 0,2 1 4 0,-10 2-6 16,0 1-5-16,0 1 5 0,-4 0-11 0,0 0-5 15,-5 2-4-15,9-3 0 0,-9 3 0 0,0 0-2 16,0 0 2-16,0 0-3 0,12 5-1 0,-12-5-4 16,-8 10-7-16,8-10-30 0,-10 11-11 0,1-4-23 15,0 1-17-15,0-1-31 0,0 0-27 0,-4 2-119 16,4-1-318-16,0-1 140 0</inkml:trace>
  <inkml:trace contextRef="#ctx0" brushRef="#br0" timeOffset="-206004.47">10270 15219 84 0,'0'0'175'0,"0"0"-2"0,0 0-6 0,0 0-4 16,0 0 3-16,0 0-9 0,0 0-10 0,-2-6-11 16,2 6-4-16,0 0-16 0,0 0-9 0,0 0-11 15,0 0-9-15,0 0-12 0,8-2-6 0,1-2-10 16,4 1-3-16,8 0-7 0,12-1-4 0,2 0-5 16,6 1-2-16,-2 0-7 0,11-2 0 0,-11 4-13 15,-4 0-11-15,0-2-16 0,-3 2-4 0,-9 1-13 16,-3 0-5-16,-2 1-9 0,-4 1-7 0,-2-1-30 15,-4-1-15-15,-1 2-4 0,-1-1-3 0,-4 3 16 16,-2-4-7-16,-9 6-25 0,1-4-28 0,-3 4-102 16,-8 0-263-16,-1-2 117 0</inkml:trace>
  <inkml:trace contextRef="#ctx0" brushRef="#br0" timeOffset="-205653.48">10272 15386 107 0,'0'0'122'0,"0"0"-16"0,0 0 9 16,0 0 0-16,22-3-9 0,-2 0-6 0,12 1-9 16,0-3-5-16,5 1-9 0,15-3-10 0,-2 2-5 15,0-4-7-15,4 4-6 0,-16 4 2 0,-1-4-9 16,-1 2-2-16,-3 1 8 0,-14-1-10 0,3 1-3 16,-9 2 2-16,-2-1-14 0,2 0 3 0,-5 1-9 15,-2 0 10-15,1 0-3 0,-7 0-3 0,6 0-1 16,-6 0 0-16,0 0-8 0,0 0-11 0,0 0-32 15,0 0-23-15,-19 6-30 0,10-1-32 0,-3 0-127 16,7-4-262-16,-4 0 115 0</inkml:trace>
  <inkml:trace contextRef="#ctx0" brushRef="#br0" timeOffset="-200321.92">11607 14976 202 0,'3'-10'203'16,"-1"-2"-14"-16,0 3-3 0,0-3-13 0,1 4-9 15,-1 1-10-15,0 1-13 0,0 1-15 0,-2-1-15 16,1 3-16-16,2-1-26 0,-3 4-10 0,0 0-5 16,9 7-7-16,-3 1-3 0,2 4-9 0,-3 4-5 15,4 2-2-15,3 6-14 0,-2 0-8 0,0-2 3 16,4 3-6-16,-5-2-5 0,5-1-7 0,0-1-1 15,-2-5-6-15,0-3-3 0,-1 0 0 0,-1-3-2 16,0-2 7-16,-1-1 1 0,0 0 6 0,0-7-4 16,-1 0 2-16,3-4 3 0,-1-6 3 0,3-2-7 15,1-2 6-15,-5-3 12 0,4-7-1 0,1-2 0 16,-4 0 6-16,4-8 0 0,-5 6 10 0,1-1 3 16,2 0-2-16,-7 0 8 0,4 4 2 0,-4 6 4 15,0 1 2-15,0 4-5 0,-2 4-1 0,-2 0-6 16,2 6-6-16,-2 0-13 0,0 1-9 0,-1 3-5 15,0 0 1-15,4 11 2 0,-1 1-1 0,-2 5 0 16,0 10-1-16,0 3 0 0,-1 2 2 0,0 14-2 16,0 1 2-16,2 1 1 0,-4 1-5 0,2 0 1 15,3 1 2-15,1 1 3 0,0 2 2 0,1-6 1 16,0-1-1-16,-1-9-1 0,0 0-1 0,-2 6 2 16,2-10-2-16,2-1 3 0,-2 0-2 0,-3-1 0 15,3-2 1-15,-2-2 3 0,-2 0-2 0,-2-9-3 16,2 1 2-16,-5-2 0 0,1-2 0 0,-3 1 0 15,2-5-2-15,-4-1 2 0,-3 2-2 0,2-5 5 16,-6 1-3-16,1 1 1 0,-4-4-3 0,1 0 5 16,-1-1 3-16,1-3 2 0,0-1-6 0,0 2 9 15,3-7 14-15,-3 1 1 0,0-4 20 0,2-1 5 16,1-3 6-16,2-3 1 0,5-4-6 0,-1-8-8 16,4-4-3-16,9-4-3 0,-1-13-9 0,14-4-1 15,6-2-11-15,19-20 0 0,-5 22-8 0,21-15 2 16,-15 21-1-16,24-11-4 0,-19 19-3 0,-3 4 0 15,-2 4 0-15,-13 8 1 0,-3 4-1 0,-4 2-2 16,-7 5 0-16,2 0 0 0,-9 3 1 0,0 3-5 16,-1 0 1-16,-2 1-7 0,-1 0-10 0,-1 1-27 15,0 2-10-15,-4 1-3 0,0 0 7 0,0 0-6 16,-3 9-17-16,-2-1-8 0,-5 2-21 0,-3 2-34 16,0 1-25-16,-2 3-36 0,-8 0-138 0,9-2-360 15,-1 2 159-15</inkml:trace>
  <inkml:trace contextRef="#ctx0" brushRef="#br0" timeOffset="-199255.66">12324 15516 2 0,'0'0'221'0,"0"-4"-15"0,0 4-22 0,0 0-15 15,0 0-16-15,0-4-21 0,0 4-8 0,0 0-14 16,0 0-12-16,0 0-11 0,0 0-11 0,0 0-5 16,4-6-8-16,0 6-4 0,-4 0-9 0,11-3 0 15,-4 1-8-15,2-2-1 0,1 2-6 0,0-5 0 16,-1 4-8-16,1-3-1 0,0-3-1 0,1 2-8 16,-1-1 4-16,3-2-3 0,-6-1-1 0,1 3-7 15,1-2 3-15,-3 1 2 0,0 1 0 0,-4 0 2 16,1 4-4-16,-2-4 1 0,-2 3-13 0,1 5 2 15,-7-8-3-15,-4 8 7 0,-2 0-5 0,-5 7-7 16,-4-2 4-16,-6 8-3 0,-1 3 3 0,-2 5-4 16,1 0 3-16,0 3-3 0,2 1 3 0,3 2-4 15,-1 2-1-15,8 0 2 0,0 0-3 0,8-1 5 16,5-1 1-16,1 2-1 0,9-2 4 0,4-5 2 16,9-1-2-16,5-2 1 0,13-2 0 0,11-3 3 15,9 1-2-15,-1-9 1 0,6-3 2 0,1-3-4 16,-1-3 1-16,-1 1-8 0,-4-5-4 0,-4-2-4 15,-13 3-1-15,-3-5-1 0,-5 0 5 0,-3 0-1 16,-4-1 0-16,-7 1 21 0,-3-1 16 0,-3 0 13 16,-1-1 8-16,-1 2-1 0,-5 1-6 0,-4-2-1 15,4 3 6-15,-3-3 1 0,-1 2-2 0,-1 1-4 16,-3 3-4-16,4-1-7 0,-3 0 0 0,2 2-5 16,-1 0-1-16,-2 1-4 0,4 0-7 0,0 0 0 15,0 4-3-15,-4-5 0 0,4 3 0 0,0 2-3 16,-2-6-3-16,2 6-7 0,0 0-2 0,-3-2-3 15,3 2-3-15,0 0 6 0,0 0-6 0,0 0-1 16,-1-4 1-16,1 4 2 0,0 0 6 0,0 0-4 16,0 0 2-16,0 0 2 0,0 0 0 0,0 0 2 15,0 0 0-15,0 0 7 0,0 0 8 16,0 0 9-16,0 0 0 0,0 0 7 0,0 0 5 0,0 0 3 16,0 0 7-16,0 0-1 0,2-3 6 0,-2 3 3 15,0 0 1-15,0 0 8 0,0 0 0 0,0 0 0 16,0 0-4-16,0 0-6 0,0 0-6 0,0 0-8 15,0 0-2-15,0 0-5 0,0 0-9 0,0 0-7 16,0 0-4-16,0 0-4 0,0 0-4 16,0 0-2-16,5 12 5 0,-5-3-5 0,0 3 3 0,0 1-3 15,0-2-1-15,3 7 4 0,-2 2-2 0,4 0 1 16,-5-2-10-16,1-1 10 0,2 1-2 0,-3 0 1 16,1-2 4-16,2 0-1 0,-3-3-4 0,1-4 2 15,1 3 1-15,0-7-3 0,-2 3 1 16,0-2 0-16,0-2 5 0,0 1 5 0,0-2 2 15,1 1 37-15,-1-4 50 0,0 0 28 0,0 0-12 0,0 0-4 16,0 0-15-16,-6-18-11 0,-1 1-7 0,1-2-8 16,1-10-8-16,-3-1-9 0,3-3 1 0,0-11-12 15,1-5-8-15,-1 1-3 0,5 1 3 16,-1-1-12-16,0 15 3 0,1 2 7 0,1 2-1 16,0 1-17-16,1 10 1 0,1 2-9 0,-1 3 5 0,-1 2-2 15,0 2-4-15,0 4-4 0,3-3 5 0,3 1-18 16,3 2-1-16,1 1-10 0,10 0-18 0,-1 4-29 15,11 3-21-15,-2 2-35 0,-2 0-29 0,0 3-29 16,-3 4-25-16,-8-3-40 0,1 4-31 16,-1 1-31-16,-6-1-228 0,-1 2-582 0,-5-4 258 15</inkml:trace>
  <inkml:trace contextRef="#ctx0" brushRef="#br0" timeOffset="-199057.69">12950 15537 65 0,'0'0'216'0,"-6"3"-6"16,6-3-14-16,0 0-13 0,0 0-15 0,0 0-18 16,0 0-17-16,0 0-6 0,34-7-14 0,-8 4-12 15,6 0-32-15,4-1-37 0,-3-3-56 0,4 3-78 16,-4 0-172-16,-1-5-295 0,-5 3 131 0</inkml:trace>
  <inkml:trace contextRef="#ctx0" brushRef="#br0" timeOffset="-198561.69">13662 15336 30 0,'0'0'120'16,"0"0"5"-16,-9-2-18 0,9 2 1 0,0 0-4 15,0 0 9-15,0 0 2 0,0 0 9 0,0 0 2 16,0 0-2-16,0 0-8 0,0 0-12 0,0 0-11 16,18-8-9-16,-4 7-8 0,4-5-9 0,11 0-8 15,3 1-8-15,5-2-3 0,3 1-3 0,15-1-5 16,-3-1-5-16,-1 4-3 0,-13 0-15 0,-3 1-10 16,-3-1-17-16,-4 2-23 0,-10 1-9 0,-4-2-37 15,-1 3-6-15,-4 0-57 0,-1-1-23 0,-8 1-88 16,1-3-273-16,-1 3 121 0</inkml:trace>
  <inkml:trace contextRef="#ctx0" brushRef="#br0" timeOffset="-198357.72">13795 15186 81 0,'-2'-7'259'0,"0"3"-4"0,0-7-7 15,0 5-19-15,2 1-10 0,-1-1-16 0,0 3-22 16,1-3-17-16,0 6-24 0,0-4-19 0,0 4-11 15,0 0-12-15,0 0-20 0,4 11-9 0,0-1-6 16,4 10-5-16,1 6-7 0,2 2-9 0,1 5 0 16,-1 13 0-16,1 0-19 0,2 0-30 0,-2-13-31 15,-2 0-48-15,2 1-70 0,-3 3-93 0,1-7-125 16,-3-3-404-16,-1-13 179 0</inkml:trace>
  <inkml:trace contextRef="#ctx0" brushRef="#br0" timeOffset="-196089.7">14635 14965 121 0,'0'-6'188'0,"1"0"-13"15,0 0-15-15,0 1-8 0,3 0-22 16,-4 1-15-16,0 1-13 0,0 3-14 0,0-6-13 16,0 6-5-16,0 0-12 0,0 0-3 0,10 6-5 0,-6 1-7 15,1 3-4-15,2 0-12 0,-1-1 7 0,4 5-5 16,-1 1-1-16,3-2-1 0,-2 2-7 0,-1-1-9 15,0-1-6-15,1-4 0 0,-2 1 2 0,-2-4-3 16,1 2 4-16,-1-4 3 0,-2 0-1 16,1-3 1-16,0-1-3 0,4-2 3 0,2-2 1 0,-2-4 1 15,2-1 8-15,0-3-2 0,-1-4 5 0,3-5 0 16,-1 4-3-16,-1-7 4 0,3 3 0 0,-5-1-6 16,0 5 6-16,1 2 0 0,-5 1 4 0,4-1-1 15,-5 7-1-15,0-2-3 0,0 3-5 16,-2 2-6-16,2 1-8 0,-4 2-24 0,3-1 0 0,-3 3 3 15,0 0 2-15,6 12 2 0,-3-1 2 0,1 7-2 16,-2 9 1-16,2 2 0 0,-1 1 1 0,0 4 2 16,4 11-2-16,-3-7 7 0,1 7 6 0,-4-11-9 15,4 14 5-15,-2-12-2 0,3 9-2 16,-4-8 10-16,2-2-9 0,-2 0 8 0,0-1-6 16,2-4-12-16,-1 1 6 0,-2-6-3 0,0 2 3 0,-2-7-1 15,-2-3 3-15,2-1 0 0,-1-6-2 0,-2 3 5 16,-2-2-1-16,-1-2 3 0,1 0 0 0,-5 0 1 15,1-3 0-15,-8-2 8 0,-1 3-4 16,-2-3 4-16,1-3 1 0,-3-1 4 0,-6-1 8 16,8-3 10-16,1-3 7 0,1-1 19 0,1-2 14 0,1-2 0 15,3-2 6-15,0-3 3 0,5-8-9 0,0-3-10 16,6-1-4-16,6-2-10 0,2-6-1 0,9-6-5 16,11-4-8-16,0 5-10 0,7-2-1 0,1 3-5 15,3 2 0-15,0 4-2 0,2 3-4 16,-10 7 2-16,2 4-3 0,-6 0-2 0,0 3-1 15,-8 7 0-15,-4-2 0 0,4 4-2 0,-5 3 1 0,-4 1-4 16,-1 0-13-16,0 2-18 0,-2-1-21 0,1 1-32 16,-5 3-12-16,0 0 5 0,0 0-14 15,0 0-5-15,-1 15-15 0,-5-7-11 0,-2 1-31 16,-5 7-17-16,0-2-131 0,-1-2-339 0,3 5 150 16</inkml:trace>
  <inkml:trace contextRef="#ctx0" brushRef="#br0" timeOffset="-195456.64">15309 15392 230 0,'0'-6'229'0,"2"-1"-17"0,0 2-20 16,-1 1-19-16,-1 4-24 0,0-7-17 0,0 7-21 15,3-1-15-15,-3 1-5 0,0 0-17 0,2 14-1 16,-2-2-8-16,2 4-10 0,-4 4-6 0,2 7-4 0,-2 2-3 15,3 2-11-15,-2 0 7 0,-3 1-2 0,4-1-5 16,-2 0-2-16,2-2-5 0,-3 0 0 16,3-4-3-16,0-8-4 0,-1 1 6 0,1-2-10 15,-2-4 4-15,4-1-5 0,-2-2 9 0,-2 0-8 16,2-4 3-16,2-1 23 0,-2 3 38 0,0-5 50 16,0-2 43-16,0 0-3 0,0 0-17 0,0 0-10 0,-2-18-24 15,2 1-10-15,2-2-15 0,-6-9-4 16,6-2-22-16,-2-4-17 0,0-12-21 0,3 0-19 15,0-2-7-15,-1 15-1 0,3-14-3 0,0 16 1 16,-2 1 4-16,-1 4 4 0,2 7-2 0,-4 4-1 16,0 2 2-16,2 2-3 0,0 1 4 0,-2 3-8 15,0 2-2-15,3 0 2 0,-1 1-4 0,3 1-6 16,-5 3 3-16,13 0 3 0,-4 3 0 0,6 1-3 16,1 1-12-16,4 4 2 0,-2 1-16 0,-1 2 0 15,0 2-4-15,-2-3-5 0,-2 2-3 0,-1 2 3 16,-3 0 4-16,-4-5 3 0,1 4 4 0,-4-4 10 15,-4 2-3-15,-4 0 4 0,-3-3 2 0,-5-1 3 16,-4 2 2-16,-1 1 0 0,-8-5 1 0,-1 4 2 16,1-5 4-16,-1-1 2 0,-3 1-1 0,1-2-1 15,2 1 2-15,0-3-15 0,6 2-24 0,4-2-22 16,3 2-29-16,3-3-37 0,3 0-48 0,4 0-44 16,0 1-177-16,5-1-435 0,0 0 193 0</inkml:trace>
  <inkml:trace contextRef="#ctx0" brushRef="#br0" timeOffset="-194967.55">15625 15737 163 0,'-3'-4'304'0,"3"4"-23"16,0-7-29-16,0 7-15 0,3-6-34 0,-2 2-24 15,-1 4-27-15,3-7-35 0,-1 5-37 0,2-2-41 16,-1 1-50-16,2 1-57 0,4-2-57 0,-2 1-176 16,1-1-326-16,1 0 145 0</inkml:trace>
  <inkml:trace contextRef="#ctx0" brushRef="#br0" timeOffset="-194639.59">15972 15320 259 0,'3'-6'266'0,"2"-3"-17"0,-5 2-19 16,5 3-26-16,-5 1-25 0,0 3-20 0,3-8-22 15,-3 8-19-15,0 0-16 0,0 0-10 0,0 0-11 16,13 18-3-16,-10-6-15 0,3 6-6 16,1 8-3-16,-2 0-6 0,4 0-3 0,-4 3-8 15,3-1-3-15,-3 1-6 0,-4-1 1 0,3-1-2 0,-1 2-5 16,1-3-2-16,-3-6 0 0,0 4 0 0,2-7-12 16,-3 0-8-16,1-2-2 0,-2-5-16 0,1-1-15 15,1 1-6-15,-2-3-8 0,1 0 3 16,-3-3-2-16,2 0 8 0,-4-2-2 0,-2 0-26 15,7-2-21-15,-16-8-32 0,4 1-18 0,-2-2-14 16,-3-5-150-16,-2-3-324 0,1-7 144 0</inkml:trace>
  <inkml:trace contextRef="#ctx0" brushRef="#br0" timeOffset="-194489.53">15873 15262 156 0,'4'-17'180'0,"-2"5"-13"15,5-1-9-15,-1 2-11 0,-1 1-16 0,1 3-20 16,2-4-5-16,2 5-12 0,7 3-12 0,-4 0-6 15,-1 3-20-15,5 1-29 0,2 4-28 0,-4 1-25 16,2 5-30-16,0 1-26 0,-3 0-14 0,1 8-109 16,-3-3-223-16,-2 5 99 0</inkml:trace>
  <inkml:trace contextRef="#ctx0" brushRef="#br0" timeOffset="-194344.67">15934 15745 84 0,'-4'2'255'15,"4"1"-7"-15,0-3-23 0,5 4-26 0,-5-4-19 16,23-1-17-16,4-3-20 0,5 2-18 0,0 1-47 16,4 0-59-16,0-1-63 0,3-3-76 0,-1 1-140 15,-2-1-281-15,-1-2 125 0</inkml:trace>
  <inkml:trace contextRef="#ctx0" brushRef="#br0" timeOffset="-193353.7">17485 15107 109 0,'0'0'208'16,"0"0"6"-16,0 0 3 0,0 0-3 0,0 0-14 15,0 0-14-15,4-7-16 0,-4 7-16 0,0 0-12 16,4-7-10-16,-1 5-23 0,4-3-15 0,2 1-7 16,1 0-24-16,8-3-25 0,5 2-30 0,3 1-33 15,1 3-37-15,1-2-54 0,-5 2-25 16,-2 1-28-16,0-3-137 0,-2 3-331 0,-6 3 147 0</inkml:trace>
  <inkml:trace contextRef="#ctx0" brushRef="#br0" timeOffset="-193211.69">17536 15248 70 0,'-1'5'142'0,"1"-5"4"0,17 4-15 0,3-3-10 16,10-2-16-16,4 1-15 0,22 0-33 0,3-5-80 16,-4 1-118-16,-2-1-151 0,-13-1 68 0</inkml:trace>
  <inkml:trace contextRef="#ctx0" brushRef="#br0" timeOffset="-192339.68">19117 14855 119 0,'0'-3'252'0,"0"-4"-19"16,0 3-22-16,0-1-16 0,0 5-23 0,0-4-17 15,0 4-19-15,0-3-19 0,0 3-12 0,0 0-9 16,0 0-17-16,0 0-8 0,0 0-8 0,9 10-11 16,-9 1-8-16,4 1 1 0,-1 3-7 0,-2 6-6 0,0 5-2 15,2 0-3-15,0-2-3 0,-1-1-6 0,0 2 4 16,-2-6-3-16,1 1-1 0,2-2-4 16,-2-2 5-16,1 1-10 0,-1-4 1 0,0-3 0 15,0 1-2-15,1-2 0 0,-1-2 0 0,0-1-2 16,-1 1 5-16,2-5-1 0,-2 2 29 0,1 1 20 0,-1-5 24 15,2 4 26-15,-2-4 23 0,0 0 8 0,0 3 11 16,0-3-18-16,0 0-9 0,0 0-20 16,0 0-10-16,4-12 10 0,-1 8-26 0,-3 4-12 15,1-5 2-15,-1 5-9 0,-1-7-11 0,1 7-6 16,1-2-2-16,-1 2 8 0,1-4-23 0,-1 4 5 16,0 0-7-16,0 0 2 0,2-4-8 0,-2 4-8 0,0 0 6 15,0 0-2-15,2-2-4 0,-2 2-2 16,0 0 2-16,0 0-2 0,0 0-3 0,0 0-8 15,0 0-12-15,0 0-12 0,0 0-3 0,0 0-8 16,0 0-6-16,0 0 3 0,0 0-10 0,1-3-6 16,-1 3-10-16,0 0-12 0,0 0-39 0,0 0-36 15,0 0-19-15,-6-6-18 0,6 6-22 0,-1-6-22 0,-2 3-46 16,-1-2-146-16,3 0-463 0,2-3 205 0</inkml:trace>
  <inkml:trace contextRef="#ctx0" brushRef="#br0" timeOffset="-191716.7">19310 14821 148 0,'0'0'145'0,"0"0"-7"0,0 0-23 16,0 0-11-16,0 0-11 0,0 0-10 0,0 0-8 16,0 0-7-16,0 0-7 0,-10 11-4 0,10-11-7 15,-3 4-5-15,3-4-11 0,0 0-8 0,0 7 6 16,0-7-3-16,0 0-1 0,4 9 1 0,-4-9-10 15,9 2 7-15,-4-1-8 0,8-1 2 0,-3 0-1 16,1 0-3-16,1-1 2 0,0-1-2 0,0-3-4 16,-1 1 1-16,0 2-5 0,1-5 17 0,-1-1 2 15,-2 1 6-15,1 0 16 0,-3 0-3 0,-1-3 7 16,-1 3-2-16,-1-1 0 0,-3 4-6 0,3-3-4 16,-4 2-3-16,0-1-10 0,0 6-1 0,-9-7-6 15,2 3-4-15,-4-1-3 0,-3 8-1 0,-5 1-3 16,-6 4 3-16,-4 4-5 0,0 2-4 0,0 3-3 15,-1 2-4-15,2 3 7 0,-1 4-7 0,2-1-1 16,-5 11-1-16,10-9 1 0,6 2 1 0,-2-1 0 16,6 1 2-16,6-4-3 0,-2 2 5 0,8-1-1 15,5-7 8-15,4 4-3 0,3-8 1 0,8 4-2 16,6-2 14-16,3-3 10 0,2-2 0 0,7-2-2 16,-2-3-3-16,1 0-1 0,3-4 0 0,-6-2 0 15,-2 0-1-15,-1-3 10 0,-2 0 6 0,-6 1 14 16,-9-3 13-16,0 3 17 0,-2-2 7 0,-3 2 11 15,-3 0 6-15,2-1-8 0,-2-1 0 0,-6 3-11 16,7-2-10-16,-7 2-8 0,6-4-12 16,-3 1-6-16,-3 3-20 0,0 0-20 0,1-5-19 0,-1 5-19 15,0 0-16-15,-4-4-25 0,4 4-25 0,0 0-29 16,-6-6-43-16,6 6-30 0,-6-4-50 0,6 4-175 16,-6-6-454-16,6 6 201 0</inkml:trace>
  <inkml:trace contextRef="#ctx0" brushRef="#br0" timeOffset="-191303.58">19839 15153 161 0,'0'0'313'0,"0"0"2"15,0-5-14-15,0 5-12 0,0 0-32 0,0-4-28 16,0 4-23-16,0 0-23 0,0 0-16 0,1-6-20 16,-1 6-17-16,0 0-24 0,3-1-36 0,-3 1-33 15,0 0-48-15,0 0-49 0,0 0-56 0,0 0-67 16,0 0-45-16,0 0-158 0,10-2-418 0,-10 2 185 15</inkml:trace>
  <inkml:trace contextRef="#ctx0" brushRef="#br0" timeOffset="-190756.73">20106 14923 258 0,'0'-5'266'0,"2"0"-6"0,0 0-14 0,-2 1-19 16,2 0-15-16,0-2-16 0,0 4-13 0,-2 2-21 15,0-6-13-15,2 3-22 0,-2 3-9 0,2-3-16 16,-2 3-13-16,0 0-12 0,0 0-13 0,0 0-2 15,0 0-17-15,4 11-5 0,-3-2-4 16,1 3-6-16,-2 5 2 0,0 1-6 0,2 1-5 16,-2 8 0-16,0-1-2 0,1-3-4 0,-1-3-1 0,3 5 0 15,1-4-3-15,-4-3 0 0,3 1-2 0,0-2 9 16,-3 0-11-16,0-3 2 0,0-3-4 0,0-3 1 16,0-1 0-16,0-2 4 0,0 1 4 0,0 0 2 15,0-4 37-15,0-2 40 0,0 0 50 16,1 4 35-16,-1-4-14 0,0 0-21 0,0 0-12 0,-1-22-14 15,1 10-14-15,0-6-7 0,-3-10-9 0,3-1-14 16,0-4-5-16,0-16-14 0,4 1-12 0,0-5-8 16,0-1-9-16,1 3 0 0,-1 1-8 0,5 4 0 15,-5 12 2-15,0 4-3 0,-2 2-3 0,-2 4 1 16,3 5-7-16,-2 4-6 0,-1 3 10 16,3 0-5-16,-2 7-3 0,-1-2-1 0,1 1-9 0,-1 6-19 15,4-6-21-15,-4 6-7 0,13 0-22 0,-13 0-14 16,20 7-18-16,-3 4-23 0,0 1-24 0,3 7-15 15,-1-1-26-15,-3 2-24 0,3 1-30 0,-4 2-25 16,3-1-24-16,-12-4-182 0,3-3-521 16,1 0 231-16</inkml:trace>
  <inkml:trace contextRef="#ctx0" brushRef="#br0" timeOffset="-190553.59">20165 14991 84 0,'-4'0'214'0,"0"3"2"0,4-3-17 0,0 0-11 16,0 0-14-16,0 0-14 0,0 0-15 16,17 1-14-16,-2-2-4 0,8-2-19 0,9 0-10 15,1-1-25-15,3 0-42 0,4-1-53 0,12-4-71 16,-10 5-75-16,-5-3-110 0,-2-3-301 0,-2 1 134 15</inkml:trace>
  <inkml:trace contextRef="#ctx0" brushRef="#br0" timeOffset="-189790.35">21061 15016 22 0,'-12'3'94'16,"2"-3"-10"-16,1 1 3 0,1-1 7 0,8 0-3 15,-10 0 5-15,10 0 2 0,-8 0-4 0,8 0-2 16,0 0-5-16,-6 0-3 0,6 0-4 0,0 0-1 16,0 0-1-16,0 0 2 0,-9 0 0 0,9 0-1 15,0 0 4-15,0 0-7 0,0 0-3 0,0 0-2 16,0 0-6-16,0 0-7 0,0 0-9 0,-7-1-6 16,7 1-3-16,0 0-5 0,0 0-7 0,0 0 0 15,0 0 0-15,0 0-5 0,0 0-7 0,0 0 1 16,0 0 0-16,0 0-3 0,0 0-2 0,0 0 0 15,0 0 0-15,0 0 9 0,0 0 7 0,0 0-3 16,0 0-1-16,0 0 6 0,0 0 2 0,0 0 3 16,0 0 1-16,0 0-1 0,0 0-4 0,0 0-3 15,17-7-5-15,0 4-2 0,2-1 0 0,3 2-6 16,6-3-2-16,3-2 2 0,3 2-1 0,-1 1-3 16,-2-2 0-16,-3 5-3 0,-5-2 1 0,-5 2-8 15,1 0-22-15,-6-1-12 0,-2 2-26 0,-2 0-19 16,-1 0-35-16,-1 0-25 0,-1-1-25 0,-6 1-21 15,0 0-150-15,0 0-360 0,0 0 160 0</inkml:trace>
  <inkml:trace contextRef="#ctx0" brushRef="#br0" timeOffset="-189575.67">21081 14822 275 0,'3'-10'272'0,"-2"3"-5"0,0 2-12 0,-1-2-11 15,0 4-28-15,1-1-22 0,1 1-24 0,-2 3-22 16,0-5-19-16,0 5-16 0,0 0-12 0,0 0-15 16,1 17-8-16,0-4-6 0,-1 5-10 0,-1 9-4 15,0 2-8-15,1 0-2 0,-2 1-6 0,4 0-1 16,-1 0-23-16,3-2-26 0,-3 0-34 0,4-2-32 16,-1 0-42-16,0-6-46 0,5 4-54 0,-4-8-172 15,1-2-418-15,1-5 185 0</inkml:trace>
  <inkml:trace contextRef="#ctx0" brushRef="#br0" timeOffset="-189207.1">21859 14779 160 0,'0'-8'254'15,"3"1"-21"-15,-2 1-6 0,-1 0-18 0,2 1-14 16,0 0-17-16,-2 0-21 0,1 4-20 0,-1 1-17 16,4-5-14-16,-4 5-16 0,0 0-11 0,0 0-9 15,0 0-9-15,5 9-8 0,-5 1-3 0,0 2-6 16,0 5-8-16,4 4-4 0,-4 4-2 0,-3 2-2 15,6 1-3-15,-3 1-1 0,0 2-2 0,0-3-4 16,0 1 0-16,-3-3-1 0,3 1 1 0,-1-8-2 16,1-1-1-16,0-2-1 0,-2-4-24 0,2-1-13 15,0 0-17-15,-2-4-16 0,2-1-17 0,-1-1-3 16,-3 1 2-16,4-6-33 0,-5 2-44 0,1-2-52 16,4 0-118-16,-13-11-347 0,7 2 153 0</inkml:trace>
  <inkml:trace contextRef="#ctx0" brushRef="#br0" timeOffset="-188924.72">21849 14584 139 0,'0'-6'246'16,"0"1"-19"-16,0 5-26 0,0-6-23 0,0 6-18 16,0-9-20-16,0 9-20 0,0 0-14 0,0 0-4 15,0 0-12-15,18 12-14 0,-3-1-4 0,-2 0-9 16,6 9-6-16,3-2-7 0,-1 6-3 0,0-2-7 15,1 2-3-15,-7-4-3 0,3 5-6 0,-4-4-5 16,-4-4-3-16,-2 1-1 0,-5-2-4 0,3 1 1 16,-6-1-5-16,-3 1 3 0,-2-7-3 0,-4 4 0 15,-6-1-1-15,0-4 1 0,-4 1 0 0,0-3-1 16,-2 0 0-16,-1 1-1 0,1-3-1 0,-4-2-1 16,7-1 1-16,-1 2-1 0,1-1-3 0,6-2 0 15,1 1-12-15,-1 0-19 0,5-2-40 0,1 1-43 16,3 2-33-16,3-3-39 0,0 0-138 0,0 0-346 15,0 0 154-15</inkml:trace>
  <inkml:trace contextRef="#ctx0" brushRef="#br0" timeOffset="-188761.68">22235 15069 154 0,'0'-12'307'0,"0"12"-17"0,0 0-14 0,-1-7-42 15,1 7-19-15,0 0-31 0,1-4-61 0,-1 4-71 16,6-2-63-16,-6 2-56 0,18-2-73 16,-8 1-130-16,3 0-292 0,-2-2 130 0</inkml:trace>
  <inkml:trace contextRef="#ctx0" brushRef="#br0" timeOffset="-188473.67">22625 14741 278 0,'2'-9'302'0,"0"0"-22"0,0 4-23 15,-1-1-28-15,1 1-28 0,-2 5-27 16,1-6-17-16,-1 6-25 0,0 0-5 0,0 0-23 0,0 0-14 16,0 0-9-16,6 19-9 0,-4-6-5 15,0 4-9-15,1 2-4 0,-2 0-9 0,0 8-1 16,2-1-5-16,-3 2-4 0,3-3-2 0,-5 1-4 15,1-1-4-15,1 1-1 0,0-9-22 0,-3 0-7 0,1 1-9 16,0-5-13-16,0-2-14 0,-1 0-10 16,-1-3-5-16,1 1 5 0,-4-2-5 0,0-3-17 15,-1-2-20-15,-2 1-30 0,-2-4-38 0,1-1-27 16,-6-3-146-16,0-4-361 0,2 0 160 0</inkml:trace>
  <inkml:trace contextRef="#ctx0" brushRef="#br0" timeOffset="-188323.68">22431 14594 45 0,'2'-12'253'0,"1"0"-22"0,-1 0-24 0,3 5-21 15,2-3-17-15,2 4-13 0,2-3-24 0,1 5-10 16,0 1-22-16,6 2-37 0,0 1-32 0,1 4-38 16,-2 3-33-16,10 4-24 0,-8 0-29 0,3 6-35 0,-8-3-100 15,0 1-246-15,-3 1 110 0</inkml:trace>
  <inkml:trace contextRef="#ctx0" brushRef="#br0" timeOffset="-188139.61">22543 15223 233 0,'-3'3'336'0,"1"0"-4"15,2-3-28-15,-3 4-23 0,3-4-22 0,0 0-39 16,14 0-23-16,-1 0-23 0,10-3-41 0,8 1-52 15,3-2-67-15,2 1-81 0,4-2-107 0,-6 0-214 16,2-2-419-16,0-4 186 0</inkml:trace>
  <inkml:trace contextRef="#ctx0" brushRef="#br0" timeOffset="-187273.67">20215 14717 8 0,'0'0'155'0,"0"0"-6"0,0 0-7 0,0 0-8 16,-8-2-7-16,8 2-10 0,0 0-7 0,0 0-7 15,0 0-6-15,0 0-3 0,0 0-5 0,0 0-4 16,0 0-1-16,0 0-7 0,0 0-1 0,0 0 3 16,0 0-4-16,0 0 0 0,0 0-1 0,0 0-4 15,0 0-1-15,0 0-5 0,0 0-8 0,0 0-7 0,17-3-3 16,1-1-6-16,2 1-4 0,10 0 0 0,3-4-8 16,1-1-2-16,2 3-2 0,1 2-3 15,-1-2-4-15,-2 2 2 0,1 1-4 0,-5 0-3 16,1-1-11-16,-10 3-19 0,-2 0-21 0,-6-2-30 15,-1 4-34-15,0-2-38 0,-6 3-30 0,-2-1-169 16,-4-2-368-16,0 0 163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4-25T03:06:23.0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2927 1526 243 0,'0'0'303'0,"-4"-5"-7"0,3 0-10 16,-2 0-13-16,3 5-4 0,-2-10-14 0,2 10-13 16,-3-6-13-16,3 6-8 0,0 0-37 0,-1-9-12 0,1 9-20 15,0 0-25-15,-1-6-6 0,1 6-24 0,0 0-17 16,0 0-39-16,0 0-25 0,0 0-5 0,0 0-3 16,-2 19-3-16,2-7-8 0,2 6 9 0,0 8-6 15,0-2 2-15,-1 4-6 0,0 2 4 16,3 1-18-16,0-2 21 0,1 3 2 0,-3-5-8 15,3-2 7-15,1 3 1 0,-4-9-7 0,2-1 1 16,3 0 5-16,-5-1 2 0,3-5-2 0,-2 0 1 16,-1-3 5-16,-1 1-1 0,2-3 0 0,-3-1-1 15,3-1-10-15,-1 1-3 0,-2-6-5 0,0 8 7 16,0-8 0-16,1 5-1 0,-1-5 8 0,3 5 5 16,-3-5-2-16,0 0-23 0,0 0-48 0,0 0-51 15,0 0-37-15,-9-25-53 0,5 15-69 0,-4-3-201 16,0-4-514-16,-1-10 227 0</inkml:trace>
  <inkml:trace contextRef="#ctx0" brushRef="#br0" timeOffset="167.04">2744 1419 109 0,'-6'-7'301'0,"2"-3"-21"0,0 4-24 15,3-1-11-15,-2 2-23 0,2-1-29 0,0-1-17 16,3 3-21-16,1-4-23 0,5 1-20 0,3 0-22 15,-1 1-34-15,8 0-37 0,4 3-41 0,6 0-42 16,-1 3-52-16,4 0-69 0,-11 3-142 0,1-3-353 16,-1 7 156-16</inkml:trace>
  <inkml:trace contextRef="#ctx0" brushRef="#br0" timeOffset="341.91">2761 2003 81 0,'0'2'249'0,"-4"3"-8"16,4-5-10-16,0 4-17 0,0-4-12 0,0 0-18 15,18 3-21-15,10-8-14 0,4 0-14 0,19-6-27 16,3 0-60-16,3-3-74 0,6 0-122 0,-6 2-158 16,2-2-330-16,-9-4 146 0</inkml:trace>
  <inkml:trace contextRef="#ctx0" brushRef="#br0" timeOffset="1167.08">3525 1341 22 0,'-3'-11'311'16,"0"4"-17"-16,-1-3-15 0,1 2-21 0,1 1-1 16,0 3-23-16,1-1-28 0,1 5-14 0,-4-8-35 15,3 6-22-15,1 2-37 0,0 0-38 0,0 0-4 16,0 0-8-16,1 22-11 0,1-4-4 0,1 12-2 15,-1 5-1-15,1 11-1 0,4 4-9 0,-3 4 8 16,2-4-2-16,3 2-4 0,-6 0 3 16,3-6-7-16,-1-11 1 0,2 0-1 0,-4-2 0 15,5-1 2-15,-5-5-15 0,0-1 11 0,0-7 0 16,-3-3-1-16,3 0-1 0,-5-2-4 0,2-4 4 16,2 0 6-16,-4-3 0 0,1-2 5 0,-2 1 10 15,1-1 1-15,1-1 0 0,-7 0 2 0,2-1-7 16,-5-1-6-16,1-1 2 0,-3 1-4 0,2-4-4 15,-2 1-18-15,3 1-28 0,-3-2-48 0,3-1-35 16,-2-1-63-16,2-3-79 0,0-1-210 0,1 2-500 16,2-4 221-16</inkml:trace>
  <inkml:trace contextRef="#ctx0" brushRef="#br0" timeOffset="1473.92">3323 1784 298 0,'-5'1'331'0,"5"-1"-41"0,0 0-2 16,0 0-26-16,-10 2-19 0,10-2-18 0,0 0-23 15,0 0-19-15,0 0-18 0,0 0-17 16,33-12-16-16,-2 4-11 0,5-2-13 0,13-1-13 0,5-4-12 15,-4 3-5-15,-13 5-11 0,11-4 4 0,-14 5-9 16,-4-1-12-16,-9 4-3 0,-4-1-4 0,-5 2-3 16,0 1-4-16,-4-1-1 0,0 0-10 0,-3 1 1 15,-5 1-11-15,11 0-23 0,-11 0-25 16,7-3-27-16,-7 3-33 0,0 0-34 0,0 0-65 16,0 0-90-16,-23 9-214 0,23-9-537 0,-21-3 238 15</inkml:trace>
  <inkml:trace contextRef="#ctx0" brushRef="#br0" timeOffset="2165.9">4771 1393 87 0,'-1'-5'332'0,"-2"0"-22"0,2-2-10 16,-2 2-10-16,3 0-9 0,-1-2-17 0,1 4-11 15,0-3-28-15,-1 2-14 0,1 4-19 0,-3-7-27 16,3 7-18-16,0-6-17 0,0 6-12 0,3-3-22 15,-3 3-44-15,0 0-39 0,0 0-16 0,5 11 0 16,-1-3-8-16,-3 10 3 0,4 0 2 0,3 11 6 16,-2 8 0-16,2-5-2 0,1 16 7 0,1-2-5 15,-4-10 6-15,1 10-4 0,-1-17 4 0,2 4 1 16,-4-3 1-16,2-6 0 0,-1 2 2 0,2-10-5 16,-2 1 1-16,1-1 0 0,-2-6-2 0,0 1 4 15,-3-3-6-15,1-3-2 0,0 2-11 0,0-2-6 16,0 0-3-16,-1-3-9 0,-1-2-2 0,0 5-13 15,0-5-11-15,3 2-13 0,-3-2-71 0,0 0-114 16,-12-9-223-16,3-1-513 0,-1 3 227 0</inkml:trace>
  <inkml:trace contextRef="#ctx0" brushRef="#br0" timeOffset="2449.96">4518 1656 92 0,'-7'2'208'16,"5"-1"-21"-16,-6-1-10 0,8 0-18 16,-6 3-13-16,6-3-20 0,0 0-8 0,-8-1-10 15,8 1-6-15,0 0 3 0,0 0 4 0,40-2-2 16,-7-4-5-16,7 0-8 0,17 0-9 0,-1-5-7 16,-2 4-9-16,1-2-5 0,-15 2-6 0,9-2-8 15,-14 7-2-15,-4-1-8 0,-12-2 0 0,-5 5-4 16,2-2-4-16,-4 0-2 0,-3 2-7 0,0 0 0 15,-9 0-8-15,11 0 2 0,-11 0 1 0,9 0 2 16,-9 0-2-16,0 0-20 0,0 0-12 0,0 0-12 16,0 0-23-16,-20 5-14 0,7-1-22 0,-1-1-18 15,4-1-27-15,-3 2-39 0,4-3-176 16,-5 2-372-16,4-3 166 0</inkml:trace>
  <inkml:trace contextRef="#ctx0" brushRef="#br0" timeOffset="3240.93">5262 1363 324 0,'-2'-7'396'15,"4"1"-20"-15,-2 6-20 0,0-5-39 0,0 5-29 16,0 0-25-16,0 0-19 0,1-6-41 0,-1 6-22 15,0 0-18-15,0 0-39 0,0 0-28 0,0 0-10 16,0 0-17-16,9 22-7 0,-5 1-29 0,2 6 11 16,1 2-3-16,-4 5-2 0,6 12-2 0,-5-3-4 15,0 0 4-15,0-10-8 0,-3 2 1 0,2-1 1 16,-3-6-10-16,2 0 6 0,-1-4-4 16,1-7-6-16,-1-2 2 0,0-6-11 0,1-1 8 15,-4-3 0-15,2-2-8 0,2-1 50 0,-2-4 33 16,0 6 35-16,0-6 45 0,0 0 16 0,0 0-7 15,0 0-17-15,0 0-19 0,4-15-18 0,-1 3-29 0,2-2-28 16,0-5-29-16,1 1-20 0,0 1-22 16,0 2-14-16,-1 3-13 0,3 3-15 0,-4 0-17 15,1-1-28-15,1 4-13 0,2 1-14 0,-3 1-18 16,3 1-9-16,0 3-20 0,3 0 9 0,-2 3 1 16,0 1 6-16,4 0 5 0,-4 2 0 0,3 0 0 15,-3 0 15-15,0 2 12 0,-1-1 6 0,2 0 4 16,0 0 15-16,-4-2 5 0,-3 0 11 0,2-1 8 15,-1 2 4-15,0-5 3 0,-1 3 22 0,-1-1 3 16,-2-3 23-16,0 0 14 0,7 4 3 0,-7-4 30 16,0 0 16-16,4 3 11 0,-4-3 3 0,0 0 9 15,0 0-7-15,0 0-12 0,20-7-6 16,-11 2-4-16,1 0-5 0,7-3-4 0,-6 2 0 16,7-2-11-16,9-4 3 0,-3 0-7 0,2 2-6 15,-2 1 4-15,2-6-5 0,-6 8 5 0,-1-3-2 0,-1-1-11 16,-4 3 14-16,-1 1-9 0,-4-1-6 0,1 1 8 15,-4-1 0-15,0 2 15 0,-4 1 3 16,-1-2 5-16,1 2-6 0,-4-1-12 0,-4 0-1 16,-3 2-7-16,-5 2-1 0,0 0-9 0,-8 0 5 15,-5 4-1-15,8 2-8 0,-14 5 5 0,6-2-9 16,-1 7 5-16,2-4 2 0,4 6-5 0,4-6-2 16,2 3 3-16,6-1-1 0,1 0 0 0,4 0-1 15,1 3 6-15,8 1 0 0,-3-4 1 0,12 1 9 16,-3 1-2-16,17-1 5 0,2-2 6 0,9-4 4 15,15-2 5-15,6-2 3 0,1-3-2 0,-3 0-1 16,0 0-4-16,-18-1 2 0,-3 1-10 0,-4-2-4 16,-10 1-4-16,-5 1 9 0,-6 0 8 0,-1-1-10 15,1-1 8-15,-4 2 8 0,-7 0 4 16,9-1 5-16,-9 1-16 0,8-1 14 0,-8 1-21 16,0 0-26-16,10-1-9 0,-10 1-39 0,0 0-90 0,0 0-84 15,0 0-129-15,-22-9-228 0,11 3-637 0,2-1 281 16</inkml:trace>
  <inkml:trace contextRef="#ctx0" brushRef="#br0" timeOffset="5798.92">7154 1670 74 0,'-4'3'195'0,"4"-3"-15"0,0 3-26 15,0-3-12-15,0 0-15 0,0 0-16 0,0 0-4 16,0 0-14-16,9 3-1 0,-1-3-16 0,6-1 3 15,5-1-11-15,9-1-16 0,3-4 2 0,0 0-11 16,-2 0-4-16,4 0-7 0,-3-3-6 16,-4 5 0-16,1-7-3 0,-8 6 2 0,-1-5-1 0,-3-2-8 15,-2 2 7-15,-5 3 4 0,2-4 13 0,-5 3 5 16,-1-1-5-16,-3 0 5 0,2-2 2 0,-6 5-2 16,0-3-4-16,-3 2-12 0,-4-3 4 0,-5 5-6 15,-3 0-3-15,-1 5-4 0,-4-1-2 16,-4 6 5-16,-2 2-7 0,-3-1-3 0,1 7 2 15,2-5-6-15,1 5-4 0,3 3-1 0,3-1-2 16,2 2 1-16,0 2 3 0,7-4-6 0,-1 3 6 16,9-2-9-16,-2 2 7 0,6-4 0 0,1 5 4 15,5-1 31-15,7-1 0 0,8 0-4 0,10-2 3 16,4-5-3-16,18 2-1 0,7-10-3 0,5-2-3 16,1-2 0-16,31-6-6 0,-34 1-9 0,0 0-10 15,-2-2-4-15,-2-1-2 0,-5 1-3 0,-4-2-3 16,-11 2-5-16,-5 1-2 0,-2-2 5 0,-3 3-1 15,-1-4 0-15,-8 9 2 0,-2-7-2 0,-7 5-2 16,0-1 1-16,-1 1-4 0,-2 2 3 0,-4-1-10 16,1-2-6-16,0 2-4 0,-3 1 5 0,3 1-1 15,-4 2 2-15,-2-6-7 0,2 6 5 0,2-4 7 16,-2 4-10-16,0 0 0 0,0-5-1 0,0 5-6 16,0 0-6-16,0-4-3 0,0 4 6 0,0 0-2 15,0 0 5-15,0 0 10 0,0 0-9 16,0 0 32-16,0 0 13 0,0 0 21 0,0-4 16 15,0 4 11-15,0 0 16 0,0 0 9 0,0 0 8 16,0 0 9-16,0 0 8 0,0 0 4 0,0 0 1 0,0 0 4 16,0 0 6-16,0 0-7 0,0 0 14 0,0 0 0 15,0 0 9-15,0 0-17 0,-11-4 5 16,11 4 5-16,0 0-9 0,-3-4 6 0,3 4-7 16,0 0 6-16,0 0-4 0,0 0-3 0,0-5 3 15,-2 2-2-15,0-2-2 0,2 5-10 0,2-4 4 16,-2 4-3-16,0 0-8 0,0-7-9 0,0 7-2 15,0 0-7-15,0-6-9 0,0 6-10 0,0 0-7 16,2-1-10-16,-2 1-10 0,0 0-22 0,0 0-36 16,0 0-39-16,0 0-32 0,0 0-6 0,0 14 10 15,0-7 10-15,0 6 6 0,0-1 3 0,0 5 17 16,0 6 6-16,0 2 6 0,1-1 5 0,-2 0-10 16,1-3 18-16,3-1-6 0,-1-3 15 0,0 1-4 15,1 0 8-15,1-7-12 0,-1 5 25 0,-1-4-9 16,0-2 0-16,0-3-4 0,-2 0 9 0,1-2-4 15,2-1 3-15,-3-1 23 0,0-3 21 0,1 5 24 16,-1-5 28-16,0 0 16 0,0 0-15 0,0 0-6 16,4-13-8-16,-4 2-9 0,1-6-19 0,-2-3-22 15,2-6-14-15,2-2-11 0,-7 1-3 16,-1 2-7-16,-1-4 0 0,-3 5-13 0,-2-1-2 16,-1 4-1-16,-1 4 6 0,-3-3-4 0,1 7-4 0,1 2 5 15,0 0-5-15,-4 3 2 0,2-1 1 0,-1 3-4 16,3 2 6-16,-1 4 1 0,-2 0-5 0,-1 2-6 15,0 2-15-15,8 1 8 0,-7 3-5 0,6-1-15 16,-3 3-1-16,2 2-27 0,5-3 1 16,0 1-2-16,0 2-14 0,4 1 3 0,2-1 9 15,2 0 6-15,2 1-1 0,7 1 21 0,0-1-4 16,6-5 17-16,5 1 2 0,8-4 5 0,2 0-1 16,1-6-4-16,-1 4-2 0,-1-7 2 0,-1-1 4 15,-3-2 9-15,-5 0 0 0,-3 1 8 0,0-5 24 16,-3 0 24-16,2-1 19 0,-6-2 20 0,3-2 12 15,-2 2 16-15,-1-2 20 0,-3 4 1 0,-2 0 11 16,1 0-5-16,-4 2 9 0,5 3 17 0,-7-1-6 16,2 2-7-16,1 6-16 0,-4 0-10 0,4-6-15 15,-4 6-16-15,3-5-11 0,-3 5-31 0,0 0-36 16,0 0-25-16,0 0 3 0,0 0-9 0,12 13 16 16,-8-6-4-16,1 4 13 0,-1 1-4 0,2 4 7 15,2 2-5-15,-1-1 6 0,-2 1 6 0,3-1-5 16,-1 3 2-16,0-2-6 0,-2-2 8 0,2-1-10 15,-3-4-9-15,2-4-4 0,-5 1 7 16,3-1 5-16,1-2 0 0,-4-2 21 0,-1-3 23 0,4 4 29 16,0-3 5-16,-4-1-9 0,5-6-2 0,-1-1-8 15,4-5 4-15,-5 2-15 0,5-6 4 0,0-1-8 16,-2 2-7-16,3-2-3 0,-5 2-1 0,1 3-2 16,-1 3-11-16,0 1 9 0,-3 2-2 0,3-1 0 15,-1 2-15-15,-2 0-14 0,2 0-20 16,-3 5-25-16,0 0-25 0,3-6-11 0,-3 6 2 15,0 0 10-15,0 0 12 0,13 12 2 0,-5-7 15 16,7 3-1-16,2-1 5 0,8 3-6 0,5-3-7 16,4 0-5-16,2-2-6 0,15 0-17 0,-13-3 1 15,0-2-4-15,-2 0 7 0,0-2 7 0,-4-1 10 16,-9 1 8-16,4-5 6 0,-12 2 17 0,2 0 21 16,-7-3 25-16,-1 1 21 0,-1-2 19 0,-5 0 14 15,-1-2 21-15,-1 2-11 0,-1-3 4 0,-3 4-10 16,0-1 0-16,-1 4-10 0,-4-7-1 0,3 4-3 15,-4 1-12-15,1 2 0 0,-2 1-9 0,-1 3-2 16,-2-1-7-16,1 6-4 0,-4 2-3 0,-3 1-6 16,-2 3 10-16,3 4-8 0,-3 1 4 0,4-1-4 15,2 1-3-15,1-1 0 0,2 3-8 0,3-2-19 16,2-1-6-16,1 1-3 0,3-4-2 0,1-1 6 16,2 0-1-16,0-4 8 0,0 2 0 0,4-3 15 15,0-2-10-15,3-1 21 0,1 0 7 16,4-4 5-16,0-2-1 0,1-1 3 0,0-1 3 0,2-3 0 15,2-3 1-15,-3 3 3 0,-1-6-10 0,2 3 3 16,2 0-1-16,-4-1-3 0,-1 1-7 0,0 4 3 16,-3 0 1-16,-3 0-6 0,3 2 1 0,-5 3-18 15,2 0 8-15,-2-3 1 0,0 3-4 16,-4 3-9-16,8-2-8 0,-8 2 2 0,12 5 4 16,-1-3-4-16,-1 3 2 0,4 0 2 0,0 1 2 15,5 2-2-15,0-1-1 0,11 2-2 0,-2-1-3 16,4-2-3-16,-4 0-2 0,0-5-7 0,-7 0 4 15,0-1-12-15,-4 0 18 0,-2-1 6 0,-6-3-3 16,5-1 15-16,-2-6 0 0,-3 3 20 0,2-4 16 16,-3-5 6-16,-2 2 13 0,-1-6 11 0,-2 3 4 15,1-3 17-15,-2-5 7 0,-1-3 11 0,3 3 9 16,-4-2-6-16,-1-4 1 0,1 3 0 0,-1 3-4 16,-1 9 15-16,2 1 5 0,0 5 2 0,-1-1-12 15,1 5-6-15,-1-2-15 0,1 6-14 0,-1-1-25 16,2-2-45-16,-1 6-49 0,0 0-49 0,0 0 8 15,0 0 6-15,0 0 12 0,-5 34 11 0,5-16 7 16,1 9-2-16,-2 3 15 0,0 1 1 0,2 4-4 16,0-4 13-16,3 1-13 0,0-1 5 0,1-4-10 15,-3-1 3-15,0-6-8 0,-1-6-8 16,0-3 4-16,-1-3 0 0,0 2 4 0,0-3 10 16,2-2 5-16,-1 0 13 0,-1-1 32 0,0-4 27 15,0 0 8-15,0 0-2 0,0 0-4 0,0 0-6 0,-26-17 4 16,16 11-17-16,-9-6-19 0,-3 0-10 0,-5-2-12 15,-1 3 3-15,1 1-2 0,-1-3 1 0,0 3 7 16,3 2 1-16,7 3 9 0,0 1-8 16,5-2 0-16,2 1 3 0,4 4-4 0,2-2-16 15,0 1-6-15,5 2 1 0,0 0-12 0,-4-3 12 16,4 3 6-16,0 0-17 0,37-5 22 0,-4 3 3 16,3 1-2-16,3-1-4 0,14 0 6 0,-13 2 6 15,12-5-8-15,-1 4 4 0,-12 0 5 0,-1-5 3 16,-2 5 2-16,-7-3-3 0,2-1 7 0,-11 2 15 15,-2-2 25-15,-5 2 38 0,0 2 26 0,-7-2 22 16,0 1 20-16,2 1 11 0,-8 1 7 0,9-2-6 16,-9 2-5-16,9-2-10 0,-9 2-12 0,5-3-14 15,-5 3-16-15,0 0-15 0,0 0-23 0,0 0-25 16,0 0-32-16,9 5-35 0,-9-5-6 0,5 4 0 16,-5 1-7-16,4 1 9 0,-3 3 10 0,3 0 0 15,0-1 0-15,-4 4-18 0,4-2-9 0,-4 2-20 16,1-1-11-16,3 1-14 0,-3-4-14 0,3 4-13 15,0-5-27-15,-3 1-17 0,-1-4-24 0,0-4-11 16,4 10-5-16,-4-10 6 0,0 0-55 16,0 0-273-16,0 0-578 0,-22-14 255 0</inkml:trace>
  <inkml:trace contextRef="#ctx0" brushRef="#br0" timeOffset="5939.91">9656 1219 34 0,'-2'-6'392'0,"0"2"-16"0,2-1-34 0,-2 1-34 15,0 0-29-15,2 4-35 0,-1-5-35 0,1 5-44 16,-1-4-53-16,1 4-51 0,0 0-32 0,0 0-27 16,0 0-30-16,19 7-33 0,-6-2-48 0,2 1-61 15,3 2-195-15,5-2-394 0,-4 1 175 0</inkml:trace>
  <inkml:trace contextRef="#ctx0" brushRef="#br0" timeOffset="6282">10069 1284 22 0,'0'0'207'0,"-15"2"-20"15,5 1-16-15,0 2-23 0,-1-1-9 0,1 5-24 16,-3-2-10-16,0 6-8 0,3 2-13 0,-3-1-15 16,4 1-7-16,0 2 0 0,0 0-5 0,4 0-6 15,1 2 1-15,0 0-2 0,4-2-5 0,0 0-2 16,3-2 6-16,2 2 11 0,4-3 10 0,1-4 4 15,2 0-2-15,3-1-1 0,3-4 0 0,1 2-4 16,1-7-3-16,-3 3 13 0,-2-3 13 0,-2-3 11 16,-2-1 17-16,1-2 4 0,1-5-7 0,-2-1-10 15,-3-2-7-15,0-4-14 0,-3-1-6 16,-4-1-9-16,-2-5-19 0,1 7-5 0,-5-2-14 0,1 4-2 16,-4 1-2-16,0-1-19 0,-4 3-3 0,0 3-10 15,-5-4-3-15,-4 8-17 0,2 0-8 0,0 1-13 16,0 4-22-16,1 1-24 0,-1 1-34 0,2-1-27 15,4 3-55-15,4 0-36 0,-1 3-191 0,6-3-471 16,4-3 208-16</inkml:trace>
  <inkml:trace contextRef="#ctx0" brushRef="#br0" timeOffset="6697.96">10411 1319 319 0,'0'0'286'0,"0"0"-29"16,-5-3-22-16,5 3-27 0,0 0-20 0,0 0-24 16,0 0-22-16,0 0-16 0,0 0-17 0,0 0-12 15,-4 8-7-15,4-4-17 0,0-4-2 0,0 16-8 16,0-6-7-16,0 2-7 0,-1 5-13 0,-2 0 8 0,1 0-5 15,2 2-5-15,-4 1 1 0,4 1-6 0,-4-6 0 16,3-1-3-16,1-4 1 0,0 0-7 16,0-3 5-16,-1-2-5 0,1-1 6 0,0-4 38 15,-3 8 45-15,3-8 40 0,0 2 32 0,0-2 30 16,0 0 26-16,0 0-3 0,0 0-23 0,0 0-22 16,8-12-21-16,-7 3-15 0,8-1-17 0,-4-5-15 15,4-2-18-15,0 5-5 0,1-2-12 0,-3 3-10 16,-1 4-9-16,-3 1-3 0,3 1-10 0,-2 0-12 15,0 0-9-15,-2 0-18 0,-2 5-34 0,5-2-17 16,-5 2 0-16,0 0-21 0,14 9 2 0,-5-1-18 16,0-1-19-16,3 7-41 0,2 0-45 0,-1 0-63 15,3 2-84-15,-3-4-422 0,1-4-808 0,-5-4 357 16</inkml:trace>
  <inkml:trace contextRef="#ctx0" brushRef="#br0" timeOffset="7316.06">11941 1290 146 0,'0'0'396'16,"0"0"-3"-16,-4-6-11 0,4 6-24 0,0-3-26 15,0 3-15-15,0 0-34 0,-1-4-32 16,1 4-24-16,0 0-31 0,0 0-21 0,0 0-33 15,0 0-32-15,0 0-35 0,0 0-24 0,0 0-6 16,0 0-9-16,1 24-2 0,-1-15-2 0,3 5-5 16,-3-4-2-16,2 10 2 0,0-1-6 0,1 8-2 0,1-10-1 15,-1 1-6-15,-1 2 5 0,2-5-3 16,0 1-1-16,-3-3 2 0,3-1-2 0,-4-4-4 16,3-1 1-16,-3 0 2 0,1-2-2 0,0-1-2 15,-1-4 19-15,4 6-11 0,-4-2 5 0,0-4 12 16,1 4 13-16,-1-4 3 0,0 0 4 0,0 0 4 15,1 6-9-15,-1-6-3 0,0 0-3 0,0 0 4 16,0 0-12-16,0 0-19 0,0 0-43 0,0 0-64 16,0 0-58-16,0 0-72 0,3-16-99 0,-7 5-341 15,3 2-717-15,-1-8 317 0</inkml:trace>
  <inkml:trace contextRef="#ctx0" brushRef="#br0" timeOffset="7715.32">11905 1054 100 0,'-9'-8'264'16,"4"3"-18"-16,-4-3-21 0,0 3-21 0,0 1-24 16,3 2-19-16,-2-2-15 0,-3 4-22 0,2 4-15 15,-1 1-10-15,-1 1-9 0,-3 5-15 0,-8 6-4 16,5 3-7-16,-4 4-9 0,3 5-6 0,-1 1-6 15,1 3-4-15,-4 12-4 0,2-1-14 0,2 0 8 16,3 2 0-16,2-1-4 0,5-11 0 0,1 11-5 16,5-11 0-16,1-4 1 0,4 0-5 0,2 0 6 15,5-1 9-15,2-4 39 0,9-2 27 0,2-3 11 16,5-3 22-16,8-4 9 0,18-1 5 0,-2-7-7 16,4-4-3-16,3-6-6 0,-3-3-4 0,3-2-4 15,0-5-8-15,-3 1 6 0,-7-6-7 0,-2-3-4 16,-5-4 0-16,-14 3-10 0,8-15-8 0,-6-3-16 15,-6-4-5-15,-5 1-17 0,-5-4-23 0,-11 1-5 16,-5 1-4-16,-7 11-8 0,-11-7 3 0,-7 4-10 16,-9 1-2-16,-6 10-8 0,-12 7-16 0,0 4-34 15,-10 5-48-15,-3 7-31 0,-26 5-48 16,30 5-48-16,-1 7-67 0,2-1-364 0,11 0-716 16,16-1 317-16</inkml:trace>
  <inkml:trace contextRef="#ctx0" brushRef="#br0" timeOffset="8264.34">13525 1284 140 0,'0'0'397'0,"0"-7"-7"0,0 7-9 0,1-5-6 16,1 2-30-16,-2 3-24 0,0 0-35 0,0 0-22 15,0-5-35-15,0 5-26 0,0 0-23 16,0 0-28-16,0 0-34 0,0 0-36 0,0 0-23 15,0 0-2-15,5 15-15 0,-5-4 2 0,0 1-8 16,0 4 1-16,0-1-6 0,-1 6 0 0,2 3-2 16,2 0-6-16,-3-4-2 0,2-1-2 0,-3 0 8 0,2-2-7 15,0-2-6-15,1-6 5 0,-1 2-4 0,-2-4-17 16,2 0-10-16,-1-2 3 0,0-1-2 16,1 1 2-16,-1-5 7 0,0 0 4 0,-1 5-38 15,1-5-69-15,0 0-44 0,-9-14-40 0,5 6-42 16,-2-9-44-16,-3-9-57 0,-4-2-173 0,0-2-547 15,6 0 243-15</inkml:trace>
  <inkml:trace contextRef="#ctx0" brushRef="#br0" timeOffset="8389.89">13409 1096 54 0,'-6'-16'301'0,"-1"5"17"0,3 2 0 0,1-1-16 16,0 4-19-16,-1 0-30 0,4 1-27 0,-2 0-21 16,0 1-28-16,2 4-43 0,-1-6-33 0,1 6-28 15,0 0-38-15,14 4-19 0,-2 1-41 16,-1-1-38-16,3 5-50 0,8 0-45 0,1 4-74 0,-5-2-136 15,0 0-398-15,1-5 176 0</inkml:trace>
  <inkml:trace contextRef="#ctx0" brushRef="#br0" timeOffset="8715.93">14001 1194 121 0,'2'0'388'0,"-2"0"-25"0,5 1-20 15,-5-1-29-15,0 0-26 0,0 0-22 0,0 0-38 16,9 4-23-16,-9-4-18 0,0 0-34 0,0 2-13 16,0-2-21-16,-9 9-15 0,4-3-5 0,-2 2-8 15,-1 1-11-15,-5 3-4 0,4 0-7 0,0-2-8 16,4 0-11-16,-4 3 0 0,4-2-9 0,1 1-13 16,3-1-7-16,1-1 4 0,1 3-5 0,4-4-2 15,2 2 1-15,3 3-2 0,-1 0-3 16,3 0 2-16,1-4-5 0,0 2-2 0,-3-5-13 15,-1-1 15-15,-1 1-3 0,-3-2-3 0,4-1-4 16,-4 0 5-16,-4-1-12 0,-1-3-6 0,7 10 1 0,-7-7-1 16,-4 4 4-16,-2 1 2 0,-6-3 0 0,-2 4-24 15,-13 0-52-15,-2 2-68 0,-4-2-100 16,-3-4-332-16,0-5-630 0,5-2 279 0</inkml:trace>
  <inkml:trace contextRef="#ctx0" brushRef="#br0" timeOffset="10114.93">15100 1501 243 0,'0'0'225'16,"0"0"-22"-16,0 0-20 0,0 0-23 0,0 0-13 15,20-7-17-15,-1-1-16 0,-1 2-5 0,10-4-13 16,2 3-11-16,-1-4-9 0,0 0-5 0,1 0-8 16,-1-2-7-16,-5 1-1 0,-1-5-12 0,-1 0 15 15,-1-2 3-15,-5-3 10 0,-2-1 44 0,-2-5-7 16,-2 1 3-16,-2-2 3 0,-3 0-4 0,-1-5 3 16,-3 2 9-16,-1 1 13 0,-1 2 8 0,1 2 11 15,-4 1 7-15,1 9 8 0,2 0 4 0,-2 3-3 16,1 3-9-16,2 2-19 0,-1 2-8 0,-1 2-13 15,1-1-21-15,0 0-13 0,1 4-40 0,0 2-42 16,0 0-41-16,0 0 7 0,0 0-2 16,-2 19 9-16,2 0-1 0,-1 7 1 0,0 5 7 15,1 5-3-15,-1 9-6 0,-3-8 11 0,5 12 7 0,-3-1-12 16,0 0 16-16,2-14-7 0,2 3 8 0,0-2-1 16,1-1 4-16,-2-2-6 0,0-5 11 0,-1-8-13 15,1-2 8-15,-1-5-6 0,2-4 11 16,-2-1 3-16,0-1 13 0,0-1 26 0,0-1 39 15,0-4 35-15,0 0 25 0,1 8 28 0,-1-8-4 16,0 0-20-16,0 0-12 0,8-14-16 0,-3 4-17 16,1-1-12-16,3-6-17 0,-3-1-18 0,5-1-20 15,-2 4-2-15,-2-1-4 0,-2 3-8 0,1 4 2 16,-3 1-6-16,1 3-5 0,1 1-19 0,-1 0-23 16,-4 0-37-16,0 4-32 0,4-8-25 0,-4 8-17 15,6-1 15-15,-6 1 18 0,18 7 3 0,-6-2 4 16,7 5 2-16,-1-1-29 0,13 3 7 0,-2 1-16 15,6 0-3-15,3-1-3 0,0-1-6 0,12-2-8 16,-13-1-9-16,3-6-4 0,-2-1 7 0,-5 0 1 16,4 4 15-16,-5-11 13 0,-3 2 10 0,-3-3 17 15,-5-2 24-15,-2-1 30 0,-4 2 29 0,2-6 27 16,-6 1 31-16,1 0 18 0,-2-2 24 0,-5 1 4 16,3 0 20-16,-7 1-8 0,5 1 6 0,-6 2 4 15,4-2 5-15,-4 4-7 0,0-3-1 16,-1 3-11-16,1 1-9 0,-3 3-17 0,1-2-3 15,-1 2-17-15,3 4-14 0,-5-6-10 0,5 6-3 16,0 0-6-16,-24 7 0 0,11 1-7 0,4 0 0 16,-5 3-6-16,1 1 5 0,2-2-10 0,-1 6-19 15,5-3-14-15,0-3-5 0,2 5-7 0,1-2 4 16,3-2 0-16,2 0 2 0,-1 0 6 0,7-1 6 16,-2-3 4-16,2 2 9 0,6-5 11 0,4 1-2 15,4 0 5-15,8-4-2 0,-9-4-5 0,8 3 11 16,-10-4-3-16,0 0-2 0,0 0 18 0,-7-3-4 15,6-2 6-15,-3-1 10 0,-4 0-9 0,-1 0 1 16,0-3-1-16,-4-3 5 0,0 0-16 0,-5 1-3 16,0 0-15-16,-5 1-13 0,2 2-17 0,1 1 0 15,-9-2-2-15,-1 5-17 0,-1-2-12 0,-1 3-16 16,-5 0-22-16,0 5-20 0,0-1-24 0,-3 2-24 16,3 2-28-16,2 2-53 0,3-1-237 0,7 1-540 15,0 1 239-15</inkml:trace>
  <inkml:trace contextRef="#ctx0" brushRef="#br0" timeOffset="10697.89">16619 1272 260 0,'2'-8'412'0,"-2"4"-20"0,0 4-31 16,2-5-33-16,-2 5-26 0,0 0-51 0,0 0-22 15,0 0-22-15,0 0-32 0,2-7-22 0,-2 7-29 16,0 0-13-16,0 0-16 0,2 16-7 0,-2-6-4 16,2 0-7-16,-2 2-7 0,0 5-7 0,0 0-8 15,1 2 2-15,1-4-19 0,-2 6 5 0,0-4-8 16,1 0-6-16,0-5 3 0,-1 1-2 0,-1-4 0 16,2 1-3-16,1 1-13 0,-2-7 14 0,2 0 1 15,-2-4 11-15,0 7 16 0,0-7 26 16,0 0 35-16,4 3 10 0,-4-3-4 0,0 0-12 15,0 0-7-15,14-15-11 0,-9 3-2 0,0-2-8 16,4 1-9-16,0-4-7 0,0 1-6 0,4-6-9 0,-3 6-4 16,-1 1-5-16,-3 5-7 0,0-2-3 0,1 6-7 15,-4 0-3-15,1 1-7 0,-2 2-5 16,-2 3-27-16,5-5-25 0,-2 2-16 0,-3 3 1 16,0 0 5-16,9 8 13 0,-6-3-4 0,1 4 11 15,1-1-4-15,-1 4 8 0,4 3 5 0,1 2-5 16,-4-1 5-16,3-1-2 0,-6-3 7 0,6 0 3 15,-3 1 2-15,1-2-2 0,-2-3 3 0,0-2 5 16,1 2-5-16,-1-5 11 0,-4-3 15 0,10 2 3 16,-10-2 3-16,18-4 1 0,-4 0 0 0,-1-7-2 15,0 0 4-15,1 0 1 0,-4-1 0 0,4-3-3 16,-1 2-2-16,2-3-5 0,3-5 1 0,-4 6-7 16,-2-2 2-16,-1 3-5 0,1 1 4 0,-6 3-1 15,-1 3-19-15,0 3 13 0,0-3-16 0,-1 3-15 16,-3 0-20-16,-1 4-37 0,8-5-38 0,-8 5-3 15,5 3 1-15,-5-3-2 0,8 9-11 0,-2-1-20 16,-1 1-19-16,3-1-14 0,5 4-18 0,5 0-29 16,6 0-30-16,4-2-41 0,3 1-210 0,3-6-562 15,2 0 249-15</inkml:trace>
  <inkml:trace contextRef="#ctx0" brushRef="#br0" timeOffset="11031.92">17775 1284 64 0,'3'-10'290'0,"1"3"-5"0,-3-4-16 0,0 2-14 16,-1 1-7-16,-1 2-16 0,0-3-10 0,-2 2-17 16,-2 1-20-16,0 0-19 0,1 1-11 0,-1 0-22 15,-3 2-14-15,3 0-15 0,-7 1-13 0,1 0-17 16,-5 4-2-16,0-2-9 0,-1 5-7 0,0-1-7 16,-4 4-5-16,1-1-1 0,5 1-6 0,-6 2-7 15,6 1-2-15,-2 1-6 0,0 3-12 0,4-3 7 16,0 3-4-16,1-1 2 0,3 1 5 0,0-4-4 15,2 1-2-15,6-2-6 0,1 1 5 0,-2 0-5 16,4-4 5-16,1 4 1 0,-2-5 3 0,7-1-3 16,2 2-9-16,8-2 13 0,-5-2-7 0,5-1 10 15,-3-3-5-15,3-5 2 0,-2 3 0 16,-4-1-7-16,-1-4-7 0,-1 2 13 0,-1-5-15 16,0-1-5-16,0-2-14 0,-4-1-13 0,-5 1-7 15,0-2-11-15,-3 0 1 0,-1 4-16 0,-1 0-29 16,-4 1-19-16,-7 0-18 0,-2 2-29 0,-9 4-25 15,-5-3-30-15,1 6-48 0,1 0-153 0,9 0-448 0,2 2 198 16</inkml:trace>
  <inkml:trace contextRef="#ctx0" brushRef="#br0" timeOffset="11782.31">18250 1219 298 0,'-2'-5'279'0,"2"-3"-21"0,-5 2-21 16,4 0-31-16,-4 1-19 0,-2 1-24 0,1-1-14 15,-3 2-19-15,-3 1-16 0,-2 1-10 0,2 1-10 16,-9 3-13-16,0 0-4 0,0 6-11 0,2-3-12 16,-1 4 1-16,3-1-8 0,-1 3-7 0,4 0 1 15,-4 1-14-15,8-1-11 0,-3-1-10 0,5 0-7 16,3 5 4-16,1-7-7 0,4-1 1 0,3 2-1 16,-2-5 2-16,7 4 4 0,-1-5-5 0,5 0 2 15,1 0-1-15,6-4-4 0,-5-2-2 0,4 0 8 16,-2-3-1-16,0-1-4 0,2-3 8 0,-3-1 4 15,-1 0 1-15,0-2 11 0,0 0 7 0,-4 0 10 16,2 2 6-16,-2 1 5 0,-5 0 3 0,-1 1 16 16,1 0 0-16,-1 4-2 0,0-1-1 0,-3 1-11 15,4-1-11-15,-1 3-17 0,-4 0-24 16,0 2-18-16,0 0-5 0,0 0 8 0,3 8-4 16,-3-1 4-16,-3 5 0 0,3 5 0 0,-1 2 1 15,-2 8 4-15,3 5-9 0,0 2 12 0,3 3 5 16,-6 8 0-16,7 3 2 0,-4-12 1 0,0-2-4 0,0 14 6 15,-1-15-2-15,1-2-1 0,0-2 1 16,-5-3 0-16,2-6-3 0,1-4-3 0,-1-3-3 16,-1-4 6-16,-1 3 0 0,-3-4 0 0,-2-1 4 15,0-3 6-15,-3-4 7 0,-6 0 3 0,-1-1 8 16,-6-7-3-16,0-2 6 0,0-2-15 0,-6-5 22 16,1 0 7-16,5 1 21 0,2-4 21 0,1 3 5 15,5-2-1-15,3-5-6 0,3-3-6 0,5 0-9 16,2-1-14-16,5-3-9 0,7 2-8 0,5-1-8 15,3 3-8-15,8 1-1 0,5 2-8 0,7 3-2 16,12-2 1-16,1 2-5 0,4 4 0 0,0 2-4 16,-3 3 6-16,-11 5-12 0,-5-2 5 0,-1 3 3 15,-5 1-6-15,-9 0 6 0,1 5-2 16,-10-2 1-16,4-1 6 0,-7 2 7 0,-1-2-2 0,-5 3 16 16,14-1-2-16,-10-1-5 0,-4 2-3 0,8-2-6 15,-8 2-11-15,0 0-10 0,5-3-8 0,-5 3-16 16,0 0-15-16,0 0-27 0,0 0-28 0,0 0-44 15,0 0-60-15,0 0-28 0,0 0-62 0,0 0-232 16,0 0-572-16,0 0 254 0</inkml:trace>
  <inkml:trace contextRef="#ctx0" brushRef="#br0" timeOffset="12163.92">18674 1334 275 0,'0'0'266'15,"0"0"-8"-15,0 0-21 0,-8 3-14 16,8-3-7-16,0 0-27 0,0 0-19 0,0 0-15 16,0 0-17-16,17-9-21 0,-5 6-1 0,4-4-13 15,0 2-12-15,1-1-9 0,1-3-15 0,2 4 12 16,-4-7-7-16,0 2-2 0,2-1 1 0,-4 1 1 0,-1-5-4 15,0 6 6-15,-7-3-2 0,2 3-6 0,-3 0 11 16,-1 0-7-16,-1 2 10 0,0 2-2 16,-3 0-19-16,0-2-9 0,-1 4-10 0,-5 0 2 15,-5-1-11-15,1 4-8 0,-9 4-7 0,-3 2-3 16,-1 5-1-16,-4 0-6 0,0 4 4 0,1 2-2 16,1 1 2-16,3 3 4 0,2 1-11 0,1-2 3 15,10 5 0-15,1-2-1 0,11-5 1 0,7 6 5 16,7-5-1-16,6 0 5 0,10-1-6 0,21-6-22 15,7-1-42-15,32-6-81 0,-2-5-98 0,-31-4-370 16,5-1-653-16,-7-7 289 0</inkml:trace>
  <inkml:trace contextRef="#ctx0" brushRef="#br0" timeOffset="12946.94">19433 1211 120 0,'-1'-9'332'16,"-3"1"-19"-16,2-3-14 0,1 5-20 0,0-1-11 16,1 0-17-16,0 7-10 0,-2-10-22 0,2 5-38 15,0 5-10-15,2-4-23 0,-2 4-17 0,0-4-35 16,0 4-19-16,0 0-10 0,0 0-11 0,1 16-5 16,0-6-4-16,-2 6-16 0,1 3 7 0,-3 6-6 15,3 1-1-15,-3-2-2 0,0 5-1 0,2-2-4 16,-4 0-11-16,1-1 10 0,0-1-2 0,3-6-5 15,-3-4 0-15,3-3 3 0,1-3-1 16,0 0 1-16,-2-3-2 0,2-6 18 0,-1 9 52 16,1-6 47-16,0-3 40 0,0 0 33 0,1 4-2 15,-1-4-16-15,0 0-22 0,7-19-14 0,-1 7-15 16,6-2-16-16,-1-3-14 0,1-8-14 0,8 1-4 0,-1 1-14 16,-2 3-11-16,-3 5-8 0,-1 1-4 0,-7 3-5 15,4 3-8-15,-6 0-7 0,0 3-5 16,1 1-9-16,-2 0-19 0,1 2-35 0,-4 2-20 15,7-2-3-15,-7 2-4 0,14 7-7 0,-3-2-12 16,5 3-26-16,2 1-23 0,0 3-35 0,6 5-35 16,4-2-48-16,0-1-42 0,-1 3-53 0,0-5-64 15,-8-1-226-15,-1-5-685 0,-2-1 303 0</inkml:trace>
  <inkml:trace contextRef="#ctx0" brushRef="#br0" timeOffset="13581.77">19900 1421 317 0,'0'0'327'15,"0"0"-20"-15,0 0-3 0,0 0-19 0,0 0-3 16,0 0-19-16,0 0-20 0,0 0-15 16,-26-7-24-16,26 7-17 0,0 0-12 0,0 0-18 0,11-9-23 15,-2 6-14-15,1-2-20 0,7-3-3 0,2 3-9 16,-1-3-15-16,9 0-11 0,0-1-4 0,-2-3-2 16,-6 4-5-16,-1-1-10 0,3 3 7 0,0-5-4 15,-4-1-13-15,1 1-3 0,-3-2-6 16,7-4-1-16,-7 5-5 0,-3-1 4 0,-1-1-11 15,1 2 10-15,-6 0-19 0,-1 4 19 0,0-3 2 16,1 3-1-16,-4 1-5 0,0 2-11 0,1-2 5 16,-4 2-9-16,1 5-8 0,-8-6-1 0,3 4-2 15,-5 2-9-15,-4 5 3 0,-7-2 0 0,1 4 0 16,-4 4 1-16,-2 3 2 0,8-3 1 0,-5 6 3 16,5-4-7-16,4 1-22 0,4 1-14 0,-1 1-2 15,3 1-2-15,5 0-1 0,3-2 2 0,5 2 18 16,6-2 5-16,10 7 6 0,8-8 1 0,2 2 3 15,22 0 1-15,7-10-2 0,2 5 8 0,5-7-2 16,-3-2-3-16,27-3 4 0,-30-3 0 0,2-3 7 16,-6-3 2-16,-1-2 0 0,-6 1-1 0,-15 1 6 15,-7-4 7-15,1 1 4 0,-6-2 7 0,-2-4-4 16,-5 7 22-16,-6-2 12 0,-1-1 16 0,0 0 5 16,-5 6-5-16,-3-3 5 0,-1 2-19 0,-4 0-1 15,-2 1-14-15,1 3 4 0,-7-1-12 16,2 2 0-16,-9 3-10 0,0 2-6 0,0 1 4 15,-3 3-5-15,-1 3-4 0,5 0-2 0,-9 6 3 16,10-4-3-16,2 3-14 0,0 1-17 0,2 0-13 16,3 0-2-16,4-1-8 0,1 0 7 0,3-2 4 15,4 0 5-15,1 2 10 0,3-4 4 0,6 1 6 16,2-2 7-16,4-2-1 0,3 0 9 0,2-2 4 16,4-2 4-16,-7-1 8 0,-2-1 14 0,0-2 12 15,-7-2 6-15,6-2 6 0,-6 2-2 0,3-5-7 16,-5 0-1-16,3-2-7 0,-1-5-3 0,-6 1-16 15,-1-1-6-15,0 2-13 0,-5-2-16 0,1 0-18 16,-4 5-13-16,-4-3-21 0,-2 5-16 0,-3-1-12 16,-1-2-21-16,-5 8-10 0,-1 0-18 0,2-1-17 15,-3 3-15-15,2 3-20 0,3-2-22 0,3 4-38 16,1-1-166-16,6 2-461 0,-1 2 205 0</inkml:trace>
  <inkml:trace contextRef="#ctx0" brushRef="#br0" timeOffset="14014.05">21220 1140 311 0,'3'-6'417'16,"-2"-1"-32"-16,-1 7-33 0,0-8-28 0,3 6-31 15,-3 2-46-15,0 0-14 0,0 0-30 0,0-8-23 16,0 8-44-16,1-2-52 0,-1 2-2 0,0 0-10 15,4 15-15-15,-4-6 0 0,1 4-8 0,3 5-2 16,-3 0-3-16,-1 4-5 0,0 4 0 0,3 1-20 16,-3-4 16-16,1-3-1 0,0 0-7 0,3-4-4 15,-4-3-4-15,3-1-2 0,-2 0 4 0,3-3-4 16,-3-4 5-16,2 2 1 0,-2-2 19 0,-1-5 32 16,6 4 5-16,1-4 5 0,-7 0 5 0,18-6-12 15,-6-1-5-15,-1-1-6 0,4-1 4 16,-2-3 0-16,2-1-8 0,2-6-12 0,-1 4-1 15,1-4 2-15,2-2-15 0,-9 5-5 0,3 0 2 16,-3 2-5-16,-2 4-4 0,0 0 6 0,-2 1-2 16,-2 1-7-16,1 2-2 0,-2 3-8 0,-1 0-15 15,1 0-23-15,-2-1-26 0,2 1-29 0,-3 3-5 16,0 0 8-16,0 0 13 0,7 10-5 0,-7-7 13 16,3 6 8-16,-1-3-2 0,2 4-10 0,1-1-8 15,0 3-20-15,3-3-5 0,5 3-12 0,1 0-25 16,2-2-36-16,1-1-33 0,4-2-52 0,0 1-297 15,2-7-596-15,-2 1 265 0</inkml:trace>
  <inkml:trace contextRef="#ctx0" brushRef="#br0" timeOffset="14313.95">21923 1062 363 0,'2'-4'400'16,"-2"-3"-32"-16,1 2-27 0,-1 5-31 0,1-5-40 15,-1 5-18-15,0-6-38 0,0 6-30 0,0 0-29 16,0-4-47-16,0 4-14 0,0 0-8 0,0 0-13 16,-9 14-3-16,5-5-7 0,-1 1-6 0,1 2-11 15,-2 0-6-15,1 0-7 0,1 3 1 0,0 1-3 16,0 1 1-16,4 0-7 0,0 0-4 0,3 2-3 16,-2-2 2-16,8-1 2 0,-4 1-2 0,8-1-6 15,-3-2 2-15,4 3-1 0,-6-5-6 0,-3-3 5 16,4 2-3-16,0-4-20 0,-5-2-10 0,1-1-11 15,-1 0-7-15,-2 2 2 0,-2-6 1 0,-7 6 6 16,-6-1 5-16,-9-1 0 0,-6-1-18 0,-8-1-40 16,-3-2-65-16,-13 0-86 0,-4 0-284 0,5-5-558 15,14 1 248-15</inkml:trace>
  <inkml:trace contextRef="#ctx0" brushRef="#br0" timeOffset="15048.07">23836 994 1554 0,'0'-13'211'0,"-1"-1"-14"0,1 14-36 0,-3-29 21 16,3 12 41-16,0 1-37 0,0 16-12 0,0-21-22 15,0 21-25-15,3-16-9 0,-3 16-11 0,0 0-8 16,0 0-23-16,1-20-18 0,-1 20-18 0,0 0-37 15,0 0-2-15,0 9-8 0,0-9 5 0,5 27 8 16,0 2-1-16,0 2-6 0,-1 4 5 0,0-1-3 16,1 13-1-16,2-12 7 0,0 14-1 0,-3-18-4 15,1 0 5-15,-1 1-3 0,0-3 3 16,0 0 2-16,-3-1-2 0,3-5 2 0,-2-7-2 16,0-3 0-16,-2-1-1 0,1-3-14 0,-1-1 13 15,0-1-27-15,0-2 16 0,0 1-3 0,0-6 0 16,-1 8-4-16,1-8-31 0,-8 3-47 0,8-3-45 15,0 0-44-15,-36-8-17 0,13 1-36 0,5 0-10 0,-8-5-12 16,-1 0-131-16,1-2-417 0,1-1 184 16</inkml:trace>
  <inkml:trace contextRef="#ctx0" brushRef="#br0" timeOffset="15281.84">23531 1273 15 0,'-12'-6'169'0,"1"2"7"0,1 0 17 0,1 0 8 16,2 1 2-16,1 2-11 0,1-2-14 0,1 2-15 15,0-1-21-15,4 2-6 0,-5-3-14 0,5 3-14 16,-5-3-9-16,5 3-8 0,0 0-12 0,0 0 1 15,18-1-1-15,1 1-5 0,10-5 2 0,6 2 0 16,17-3-2-16,8 1 3 0,4-1 3 0,1-2-12 16,3 2-7-16,-4 2-2 0,-3 0-9 0,-5 0 1 15,-16-1-8-15,-4 3-4 0,-6 0-6 16,-4 1-4-16,-5 1 4 0,-8-2-6 0,-2 0-1 16,-4 1 1-16,1 1 5 0,-2-2 6 0,0-1 4 15,0 2-16-15,-6 1-15 0,5-1 1 0,-5 1-18 0,0 0-14 16,0 0-24-16,0 0-15 0,0 0-29 0,-21 0-25 15,21 0-30-15,0 0-40 0,-15 5-40 0,10-3-230 16,5-2-489-16,0 0 218 0</inkml:trace>
  <inkml:trace contextRef="#ctx0" brushRef="#br0" timeOffset="16246.99">24513 996 273 0,'0'-5'388'0,"-2"-2"-21"0,2 7-24 0,2-8-28 15,-2 8-29-15,0-7-40 0,0 5-26 16,0 2-36-16,0 0-49 0,0 0-30 0,0 0-8 16,0 0-8-16,3 23-12 0,-2-7-11 0,2 5-14 15,-2 3 1-15,-2 5-2 0,2-2-6 0,-2 2 1 16,-2 5-7-16,3-3-5 0,-4 2 5 0,-1-3-7 15,3 0-2-15,-1-1 4 0,-1-3-14 0,3-7-1 0,1-2 4 16,0-6-10-16,0-5 2 0,-1 5 5 0,-2-7 8 16,3-4 35-16,3 9 34 0,-3-9 25 15,0 5 23-15,0-5 16 0,0 0 8 0,0 0-15 16,0 0-19-16,0 0-19 0,9-14-17 0,-4 3-26 16,4 0-36-16,1-3-20 0,2 0-18 0,0-1-15 15,-3 4-13-15,4-2-6 0,-7 5-12 0,1 1-13 16,-2 4-13-16,0-4-15 0,3 5-9 0,4-1-1 15,-4 3-12-15,5 3 4 0,-2-2 2 0,3 2-1 16,-1 2 10-16,-2-1 2 0,1 2 2 0,-2 2 6 16,2-2-4-16,3 5 5 0,-7-2 5 0,3-4 4 15,-3 3 3-15,1-2 2 0,-1 0 4 16,-2 0 8-16,-1-3 2 0,-1 2 8 0,0-1 4 16,0 0 7-16,0-3 18 0,-4-1 20 0,4 4 18 0,-4-4 18 15,0 0 10-15,8 1 2 0,-8-1-1 0,0 0-9 16,17-2-5-16,-6-2-5 0,2 0 2 0,6-2-8 15,-2 0 0-15,2 0-5 0,8-2 5 0,4-1-13 16,-2 1 3-16,-1 0-2 0,0-1-2 16,-1 0 7-16,0 0-2 0,-7 3-15 0,1-4 11 0,-6 3 2 15,3-3-2-15,-1 3 17 0,-5 0 6 16,-3 2 11-16,0-2 2 0,-1 2 7 0,-3 0 14 16,0-2 8-16,-2 3-2 0,-1 0-11 0,-2 4-19 15,2-6-8-15,-4 3-14 0,-4 1-3 0,-2 1-3 16,-4 1-7-16,-5 3 5 0,-5-1-9 0,-6 4-7 15,1-1 4-15,-1 3 1 0,1 1-1 0,9-1-5 16,2 1-22-16,-1 2-10 0,3-1-24 0,4-2-9 16,2 6-7-16,1 0 1 0,4 0 11 0,7 1 4 15,3-3 7-15,9 2 5 0,9 2 4 0,6 0-4 16,6-3 0-16,17-2-9 0,1 0-2 0,-5-3 1 16,-10-6-10-16,14-1 15 0,-17-2 3 0,-1-5 6 15,-4 1 8-15,-1-2 13 0,-6-6 32 0,-7 4 36 16,0-3 25-16,1-9 23 0,-6 6 20 0,1-5 26 15,-4 3 12-15,-2-1 30 0,-2 4 9 16,2-1 15-16,-3 3 7 0,0 3 11 0,-2 3-6 16,-1-1-21-16,1 2-19 0,-1 0-25 0,0 1-19 15,-1 0-20-15,-1 4-40 0,3-4-46 0,-3 4-54 16,0 0-24-16,0 0 1 0,0 0 8 0,0 0 8 16,-3 21 0-16,2-9 2 0,-2-2-1 0,-2 7-25 15,4-1 3-15,-2 1-15 0,1-7 5 0,-1 2-11 16,4-2-5-16,-3-1 4 0,2-3 11 0,0 0 11 15,0-1 8-15,0-5 32 0,0 7 30 0,0-7 4 16,0 0 5-16,13 0 5 0,-13 0 3 0,24-9 1 16,-9 0 2-16,2-1 6 0,0 2-14 0,0-3 5 15,2 0-3-15,-6 4-11 0,1 3 5 0,-5-4-14 16,0 5 6-16,1-4-1 0,-3 4-11 0,3 2 2 16,0 1-21-16,4 1-21 0,-1 4-39 0,4 1-71 15,-1 0-75-15,1 3-99 0,-7-4-410 0,3 1-791 16,-3-3 351-16</inkml:trace>
  <inkml:trace contextRef="#ctx0" brushRef="#br0" timeOffset="22379">28146 1141 210 0,'0'-7'195'0,"-1"4"-20"0,-5-1-21 16,0 0-13-16,1 2-8 0,-9 0-23 0,0 4-14 16,-5 0-6-16,-8 4-18 0,-2 3 1 0,1-1-9 15,1 3-5-15,-1-1-5 0,2 3-13 0,-1 3 0 16,10-4-1-16,1-2-5 0,0 3-2 0,3-1-11 0,0 0 1 15,5-3-2-15,2 3-14 0,2-4 1 16,3 2-3-16,1-3-7 0,2 0 10 0,2-1-3 0,7-1-1 16,1 0 10-16,5-5-6 0,5-1-11 15,-4-4 9-15,3-1-5 0,6-5 7 0,-3-1 0 16,-1-1 6-16,-6 1 3 0,5-6 2 0,-4 1 8 16,-4 2 9-16,-3-2 1 0,1 0 17 0,-3 3 15 15,-3 0 14-15,-2 5-5 0,2-3 15 0,-3 7-5 16,-1-2-13-16,1 3-7 0,-1 0-12 0,1 0-5 15,-2 2-27-15,-1 2-33 0,0 0-3 0,0 0-4 16,5 7 3-16,-3 3-2 0,-2 4 3 0,-2 8 3 16,2 2-8-16,0 6 10 0,4 5 0 0,-2-1 1 15,8 13 2-15,-1 1 3 0,0 5 3 16,5-7 0-16,-7-12-1 0,7 16 2 0,-5-15-2 0,-1 1 1 16,1-2 3-16,-4-3-2 0,1-3-3 0,-2 0-9 15,-4-9-6-15,0 0 2 0,-1-2-10 0,-3-4 9 16,-5-3-3-16,0-1 5 0,-4-4 5 0,-7 0 3 15,-2-1 6-15,-6-1 4 0,-4-6-3 0,0-2 5 16,0-1 2-16,-2-4-1 0,1 0 4 0,-1 0-3 16,2-6-5-16,-1 2 1 0,5-3 6 15,3-1-7-15,0-1 6 0,6 0-2 0,9-4-5 16,2 4 3-16,8-5-4 0,4-4-12 0,6 3-2 16,12 0-8-16,13-9-7 0,7 4 5 0,2 5-3 15,2-4 3-15,3 7 1 0,-3 3 2 0,0-1 6 16,-10 8-2-16,1-2 4 0,-3 2 6 0,1-2-3 15,-3 4 5-15,-2-3 6 0,0 1 3 0,-5-1 14 16,-5 6 20-16,-3-2 19 0,-4 3 21 0,1 0 18 16,-6 1 22-16,-2 3 12 0,2-2 10 0,-3 0 7 15,-1 1-3-15,1 2-16 0,-5 1-25 0,5-3-9 16,-5 3-7-16,0 0-28 0,8-2-11 0,-8 2-37 16,0 0-25-16,0 0-9 0,0 0-3 0,6 7 1 15,-6 0 9-15,-1 1-5 0,-1 4-1 0,2 0 10 16,-2 4-6-16,1 2-5 0,1-1 14 0,-1 3-4 15,2 6 7-15,-1-6 0 0,1-2 3 16,1 2-2-16,1-3 4 0,0-1-5 0,-2-3 3 0,0-1 5 16,1-5-8-16,0 2 4 0,-1-3 4 15,-1-6-13-15,2 9 16 0,-2-4 2 0,0-5-11 16,0 0 21-16,0 7-1 0,0-7 10 0,0 0 13 16,0 0-9-16,0 0-17 0,0 0-27 0,0 0-38 15,-11-21-42-15,7 11-52 0,-7-8-54 0,2-5-76 16,-5-1-279-16,4-1-596 0,-2-4 265 0</inkml:trace>
  <inkml:trace contextRef="#ctx0" brushRef="#br0" timeOffset="22551.93">28413 1010 312 0,'0'-9'368'0,"0"9"-22"0,0-6-38 0,0 6-27 16,0-4-35-16,0 4-24 0,0 0-43 0,0 0-56 15,0 0-55-15,0 0-69 0,0 0-27 16,0 0-14-16,0 0-29 0,0 0-26 0,13 19-45 16,-8-13-38-16,-2 8-136 0,-1-6-341 0,2 0 150 15</inkml:trace>
  <inkml:trace contextRef="#ctx0" brushRef="#br0" timeOffset="22912.6">28728 1180 63 0,'7'0'356'0,"-7"0"-35"0,0 0-32 0,0 0-28 15,0 0-34-15,0 0-26 0,9 2-20 16,-9-2-30-16,0 0-17 0,4 7-14 0,-1-2-11 16,-1 1-14-16,0 0-7 0,3 5-10 0,0 1-10 15,0-2-5-15,1 6-5 0,-1 0-4 0,1 1-12 16,-3-7-1-16,4 7-3 0,-1-2-2 0,-3-3-2 15,-1-2-2-15,3 1-7 0,-2-6-6 0,-2 3 7 16,1-4-6-16,-2-4 5 0,2 5 2 0,-2-5 38 16,0 0 44-16,1 10 54 0,-1-10 43 0,0 0 37 15,0 0 15-15,0 0-25 0,0 0-26 0,14-15-21 16,-10 3-21-16,4-4-14 0,-1-3-20 0,6-4-29 16,0-3-19-16,4-3-26 0,-4 4-16 0,2 0-13 15,-4 2-12-15,-1 7-12 0,-1 3-19 0,-3 4-33 16,-3-1-39-16,3 3-37 0,-3 1-61 0,4 2-70 15,0 1-61-15,-7 3-33 0,23 0-24 0,-12 3-290 16,0 3-719-16,-1-1 318 0</inkml:trace>
  <inkml:trace contextRef="#ctx0" brushRef="#br0" timeOffset="23529.3">29158 1332 171 0,'0'0'307'0,"0"0"-8"0,0 0-15 0,0 0-5 16,0 0-28-16,0 0-18 0,0 0-30 0,0 0-25 16,0 0-29-16,0 0-37 0,0 0-19 0,16-13-26 15,-5 9-20-15,10 2-15 0,0-1-17 0,2-4-15 16,4 0-9-16,1 0-5 0,-2-1 0 0,1 0-3 16,-8 2 9-16,1-2-1 0,-3 0 2 0,1-4-2 15,-3 2 6-15,0-1 8 0,-3 1 8 0,-6 1 12 16,2-1 10-16,-2 1 10 0,-1 1 8 15,-1-1-1-15,0 2 9 0,-4 0 1 0,0 2-12 16,0-3-6-16,3 3-5 0,-3 5-7 0,-4-9-7 16,-3 6-3-16,2 1-2 0,5 2-7 0,-15 0-4 15,15 0-4-15,-23 4-7 0,10 1 2 0,2 3 0 16,-1-1 3-16,-4 3-6 0,0 2 3 0,5 3-3 16,-3 1 0-16,2-1 3 0,3 0 0 0,0 0-7 15,4 1 4-15,0-4 5 0,4-1-3 0,-2 0 2 16,3 1 1-16,0-3 2 0,0-5 0 0,4 2 4 15,0 1-4-15,2-4 3 0,7-1 1 0,-3 0 0 16,8-4 9-16,0 0 7 0,3 2 6 0,-2-6 10 16,-3-2 24-16,6 2-4 0,-4-3 6 0,0-3 4 15,6-3 11-15,-6-2-25 0,3 0 2 0,-5 5 9 16,-1-2 9-16,-1 2 5 0,-3 4 13 0,-2-1-2 16,1 4-12-16,-4 2-7 0,-3 0-20 0,1-1-11 15,0-1-10-15,-4 5-37 0,5-2-36 16,-5 2-12-16,0 0 1 0,0 0 6 0,11 10 1 15,-8-3 10-15,-1 2 6 0,3-1 5 0,-2 6-5 16,-2-4 5-16,4 2 6 0,-1-2 1 0,1-1 2 16,-4-1 4-16,3-1 4 0,0-3 2 0,-3 2 4 15,-1-6 2-15,4 7 29 0,-4-7 5 0,9 4-1 16,0-3 3-16,-9-1-5 0,18-1-5 0,-4-1-7 16,-2 1-2-16,2 0-5 0,-4-2-1 0,3 3-9 15,-1 0-18-15,1 3-24 0,-2-1-37 0,1 5-30 16,2-2-45-16,-1 5-49 0,-3 0-76 0,-1 4-303 15,0 1-625-15,-4-3 277 0</inkml:trace>
  <inkml:trace contextRef="#ctx0" brushRef="#br0" timeOffset="25528.84">2965 3142 91 0,'0'0'141'16,"4"-3"-7"-16,-4 3 0 0,0 0-6 0,4-2-8 16,-4 2-13-16,0 0-8 0,0 0-10 0,0 0-9 15,0 0-10-15,5-2-9 0,-5 2-11 0,0 0-2 16,0 0-8-16,-13 7-5 0,2 0-4 0,-5 4-1 15,-3 0-6-15,-4 3-8 0,-2 3-1 0,-1-2 4 16,1 5 0-16,-2-4-5 0,1 3-1 0,2-2 3 16,1 3-8-16,3-3-2 0,3-2 1 0,3-3-6 15,0 5 8-15,2-5-9 0,2 2 2 0,5 0 3 16,-3-1-7-16,6-1 7 0,-2 0 0 0,7 1 0 16,-2-2-2-16,9 2 7 0,-1-3-3 0,6 2-1 15,10-1-5-15,3 1 11 0,1-4-7 16,3 0 1-16,0-3 0 0,-1 3 1 0,-2-3-4 0,-7-2 3 15,-2 3-7-15,-3-3 6 0,1 2-8 0,-6-1 6 16,-2-1-6-16,-2-1 3 0,0 1 0 0,-3-2-5 16,-1 1 3-16,-3 2 3 0,2-1 8 0,-3-3 4 15,-12 12 2-15,2-5-3 0,-8-1 2 16,-9 5-5-16,-1-3 4 0,-1 5-1 0,-3-8 0 16,-1 2-5-16,-2 2-1 0,1-5-1 0,-1 4 0 15,3-4 6-15,4-1-4 0,9-2-2 0,5 0 1 16,0-1-6-16,2 2-28 0,7-5-37 0,5 3-48 0,-1-7-41 15,7-2-104-15,7-4-278 0,14-2 123 16</inkml:trace>
  <inkml:trace contextRef="#ctx0" brushRef="#br0" timeOffset="25878.77">3464 3425 167 0,'5'0'268'0,"0"-3"-5"0,3 1-19 0,-7-1-29 16,-1 3-21-16,0 0-23 0,-10-4-19 0,2 4-14 15,0 0-14-15,-2 0-14 0,-3 0-12 0,-2 5-5 16,-5 0-16-16,-7 2-9 0,10 1-6 0,-10 2-9 16,2 4-5-16,0-1-7 0,0 1-2 0,8-3-4 15,3 1-6-15,4 2-2 0,-4-3-7 0,6-2-2 16,4 3-11-16,1-4-6 0,0 3-1 0,2 0 2 16,3-4 1-16,3 0 2 0,3 0 2 0,3-3 7 15,2-2-7-15,9-2 5 0,-1-1-1 0,-1-1 1 16,8-1 2-16,-6-4 4 0,-6 2 12 0,2 0 18 15,-5-3 31-15,-2 1 17 0,-1 1 8 0,-3-3 3 16,1-3 0-16,-1 1 3 0,-3-1-11 0,-1-5-9 16,-3-1-12-16,-3 1-6 0,2-2-15 0,-4 2-14 15,-3 3-14-15,2-1-2 0,-3 1-10 0,1 5-16 16,-4-1-22-16,3 0-24 0,-3 5-18 0,1 0-40 16,0 1-29-16,0 1-34 0,-2 3-40 0,4 2-20 15,-4-1-55-15,4 3-189 0,3-1-509 16,6-3 225-16</inkml:trace>
  <inkml:trace contextRef="#ctx0" brushRef="#br0" timeOffset="26212.03">3603 3154 275 0,'-1'-12'428'0,"-1"-5"-11"16,1 9-15-16,-3 0-21 0,3 2-26 0,-1-1-29 15,0 3-45-15,2 0-29 0,0 4-32 0,-1-4-55 16,1 4-65-16,0 0-34 0,0 0-6 0,3 12-7 16,0 2-6-16,4 6-9 0,-1 9 0 0,-1 3-5 15,0 1 0-15,3 14-9 0,-3-12 0 0,4 11 0 16,-5-14 5-16,1 1-5 0,-1-2-10 0,3-3 5 16,1-2-3-16,-4-7-3 0,1 1 3 0,-1-5-7 15,1-5 7-15,-1 1-4 0,-3-4 5 0,2-2-4 16,-2 1 13-16,1-2-4 0,0-1 8 0,-1 0 27 15,-1 1 8-15,0-4 9 0,0 0 0 0,0 4-6 16,0-4-3-16,0 0-7 0,3 3-6 0,-3-3-21 16,0 0-31-16,0 0-44 0,0 0-55 0,0 0-46 15,0 0-43-15,0 0-52 0,0 0-63 0,0 0-80 16,0 0-194-16,-3-19-625 0,3 14 277 0</inkml:trace>
  <inkml:trace contextRef="#ctx0" brushRef="#br0" timeOffset="27095.96">3924 3399 179 0,'1'-4'359'0,"2"1"-2"15,-2 0-17-15,3-2-25 0,-4 5-35 0,1-3-33 16,-1 3-35-16,0 0-24 0,0 0-38 0,0 0-41 16,0 0-7-16,0 0-15 0,0 14-7 0,-1-5-5 15,-3 3-10-15,3 2-7 0,-2 4-6 16,2-1-6-16,0 0 0 0,-2 0-10 0,6-2-21 15,-2-2-12-15,-2-1-3 0,2-2-9 0,0-1 1 16,-2-4-3-16,2 2 5 0,-2-2 3 0,2 0 8 0,-1-5 26 16,0 4 22-16,0-4 40 0,0 0 41 0,4 4-1 15,-4-4-10-15,0 0-15 0,6-15-5 16,-2 5-10-16,1-3-15 0,2-3 5 0,-1-1-21 16,-1 0-9-16,3 2-8 0,-2 1-3 0,1 2-2 15,-2 2-7-15,0 3-4 0,-3 0-20 0,2 2 3 16,-3 0-26-16,1 1-29 0,0 1-19 0,-2 3-1 15,8-1-16-15,-8 1 15 0,15 6-13 0,-6-2 4 16,4 2 6-16,-3 0 3 0,4 3 0 0,3 2 3 16,-2-4-2-16,3 0 2 0,0 3 2 0,4-2 3 15,-3-3 8-15,1-1 5 0,-1-2 5 0,3 1 12 16,-4-3-8-16,-4-2 9 0,4-1 9 0,-4-1-2 16,-2-3 14-16,-1-1 8 0,-2-2 15 0,0-5 16 15,1 1 14-15,-2-5 6 0,-3 0 7 0,1-7 0 16,-4-2 11-16,0-2 0 0,-3-3-1 0,1 0-2 15,0-1-9-15,0-1 6 0,0 5 9 0,-1 5 12 16,1 5 7-16,0 6-2 0,0 5-14 0,0-2-9 16,-3 5-10-16,3-2-38 0,0 3-53 0,-1 3-66 15,1 2 3-15,0 0 10 0,1 15 10 0,-1 2 6 16,0 0 6-16,0 10 9 0,0 4 4 0,1 1 4 16,-1 2 9-16,-1 1 2 0,2-2 9 0,2-2-2 15,1-1-18-15,-3-3-7 0,4-1 0 0,-2-9-7 16,0 1 1-16,-1-7-1 0,0-1 0 0,0 1 7 15,-1-5 9-15,0-1 6 0,-1 1 18 0,0-2 37 16,2-2 25-16,-2-2 5 0,0 0-11 0,0 0-6 16,-19-8-3-16,11 1-3 0,-4-3-3 0,-3-2-3 15,-7-3-4-15,7 4-2 0,-8-5 0 0,1 1-2 16,4 4-3-16,-1-2-1 0,1 5-2 0,2-3-3 16,4 5 3-16,2-1-5 0,0 2 1 0,3 3 0 15,1-2-2-15,-2 0-24 0,3 2-6 16,5 0-6-16,0 2-3 0,0 0 7 0,17-5 1 0,0 4 2 15,13-1 2-15,4 0-5 0,19 1-2 0,3-2-1 16,3 0 0-16,0-2-3 0,3 1 2 0,-6 0-1 16,-17 1 5-16,0-3 5 0,-2 3 5 0,-2-4-2 15,-7 5 5-15,0-3 11 0,-15 2 24 16,0 1 17-16,-3 0 24 0,-4 0 27 0,1-1 19 16,2 3 10-16,-9 0 10 0,9 0-13 0,-9 0 0 15,0 0-8-15,0 0-12 0,9-3-6 0,-9 3-20 16,0 0-4-16,0 0-23 0,0 0-10 0,10 3-34 0,-10-3-5 15,1 7-1-15,0-2 1 0,0 0-1 0,1 3 3 16,-2 1-2-16,2 0 3 0,1 1-14 16,-2 2-12-16,2-1-10 0,1 0-19 0,-3 0-17 15,2 0-15-15,0-2-12 0,1 2-21 0,-3-5-15 16,-1 4-27-16,2-5-31 0,-2 2-18 0,0-2-14 16,-4 0-218-16,-5-3-490 0,9-2 217 0</inkml:trace>
  <inkml:trace contextRef="#ctx0" brushRef="#br0" timeOffset="27237.94">4821 3084 2376 0,'0'0'157'15,"0"-9"-69"-15,0 4-51 0,0 5-9 0,1-6-18 16,-1 6-32-16,0 0-39 0,0 0-39 0,0 0 12 16,0 0 8-16,0 0-23 0,0 0-28 0,18 17-29 15,-9-7-166-15,0-2-352 0,4 3 156 0</inkml:trace>
  <inkml:trace contextRef="#ctx0" brushRef="#br0" timeOffset="27596.17">5359 3210 60 0,'-10'2'168'0,"-1"0"-25"15,2 4-11-15,-1-1-12 0,0 1-11 0,1 4-18 16,-4 2-2-16,2 2-15 0,-3 0-5 0,5 2-9 16,0 0-2-16,0-3-11 0,5 3 3 0,0-5-8 0,3 2 4 15,-3-2-8-15,7 0 7 0,-2-3 0 16,4 2 6-16,2-3 5 0,4 2 5 0,-1-4 6 16,4-2 5-16,3-3 7 0,3 0-6 0,-2 0 3 15,0-5 13-15,1 1 11 0,-9-4 12 0,2 4 13 16,-2-7-5-16,3 1-13 0,-2-6-7 0,-3-1-11 15,-3 0-9-15,-2-1-9 0,-3-3-11 0,-3 4-10 16,1-2-9-16,-5 2-8 0,2 3-10 0,-1 4-8 16,-7-4-13-16,4 6-11 0,-9-1-5 0,-1 3-8 15,-2 3-1-15,0 1-8 0,-1 3-21 0,1 0-21 16,1 2-30-16,1 5-38 0,1-1-39 0,7 1-45 16,-2 4-170-16,5-4-427 0,7-2 190 0</inkml:trace>
  <inkml:trace contextRef="#ctx0" brushRef="#br0" timeOffset="27927.9">5627 3244 9 0,'8'-1'489'0,"-7"-1"-32"16,-1 2-36-16,0 0-46 0,0 0-42 0,0 0-33 15,0 0-35-15,0 0-31 0,0 0-32 0,0 0-51 16,9 5-28-16,-9-1-12 0,3 2-15 0,-2 1-24 15,0 5-30-15,-1 1-11 0,0 3-20 16,3-1-9-16,-2-2-10 0,2-2-2 0,-3-4-11 16,1 2 6-16,-1-4 1 0,1 1 7 0,-1-1 18 15,0-5 34-15,1 4 50 0,-1-4 24 0,0 0-11 16,0 0 2-16,16-9-13 0,-9 3 5 0,1-1 2 0,2-1-12 16,-1 0 2-16,-2-1-10 0,-1 2-2 0,-1 2-12 15,1 1-11-15,-2 2-15 0,-4 2-14 16,7-5-28-16,-7 5-21 0,14 3-26 0,-4 2-17 15,5 4-12-15,2 2-18 0,3 2-20 0,3 4-38 16,-6-3-53-16,6 1-76 0,-1 2-382 0,-6-5-714 16,1-7 316-16</inkml:trace>
  <inkml:trace contextRef="#ctx0" brushRef="#br0" timeOffset="28519.93">7522 3183 255 0,'0'0'429'0,"-6"-3"-18"0,6 3-29 0,0 0-35 15,0 0-34-15,0 0-29 0,0 0-40 0,0 0-25 16,0 0-29-16,0 0-40 0,-4 4-25 0,4-4-34 15,0 4-12-15,2 3-5 0,0-2-10 0,0 6-8 16,-1 0-6-16,2 4 2 0,-2-6-12 0,3 8-7 16,0 2-1-16,0-2 4 0,1 1-9 0,0-3-1 15,-1 1 1-15,-3-4-7 0,3 0 3 16,0-3-8-16,-3-1-12 0,-1-1 0 0,1 0-3 0,2-2 2 16,-2 0-3-16,-1-5 2 0,3 5 2 0,-3-5 3 15,0 4 13-15,0-4-7 0,0 0 6 0,0 0-28 16,0 0-72-16,0 0-68 0,-7-22-79 0,1 6-72 15,-8-8-264-15,5-5-612 0,-4-1 271 0</inkml:trace>
  <inkml:trace contextRef="#ctx0" brushRef="#br0" timeOffset="28651.93">7453 2963 239 0,'-4'-8'295'0,"2"1"3"0,0 2-2 16,0-1-26-16,1 3-20 0,-1-2-35 0,1 2-19 15,1 3-23-15,0 0-44 0,-3-6-36 16,3 6-44-16,0 0-19 0,0 0-27 0,0 0-38 15,0 0-42-15,22 14-57 0,-12-9-59 0,-1 0-157 0,3 4-379 16,2 1 168-16</inkml:trace>
  <inkml:trace contextRef="#ctx0" brushRef="#br0" timeOffset="29029.69">8084 3072 221 0,'0'0'277'0,"3"3"-32"15,-3-3-26-15,0 0-27 0,0 0-19 0,5 1-21 16,-5-1-15-16,0 0-26 0,0 4-14 0,0-4-7 16,-5 7-8-16,1-2 18 0,0-1-11 0,-3 4-5 15,0-2-11-15,-3 4-5 0,1-3-9 0,-1 5-6 16,0-4-5-16,2 1-8 0,0 1-3 0,3 1-3 15,0-1-6-15,0 0-1 0,1-2-3 0,3 3-3 16,2-1 1-16,0 1 2 0,8-2-6 0,0 4 0 16,4-2-2-16,9 4 4 0,-5-4-7 0,7 3 0 15,1-1-4-15,-1 2 2 0,3-3-3 0,0 4 1 16,-9-5-4-16,0-1 0 0,-4-1-1 0,0 3-2 16,-5-7-5-16,-1 4-3 0,-3-1 1 0,-3-3 5 15,-2 2 7-15,-6 2 1 0,0-1 3 0,-7 1 3 16,-9 0-3-16,-5-1 1 0,-3 1-2 0,-4-3-1 15,-2 0-26-15,-1-1-56 0,-15-4-110 0,15-1-280 16,2-6-500-16,6-4 221 0</inkml:trace>
  <inkml:trace contextRef="#ctx0" brushRef="#br0" timeOffset="30545.35">10758 3151 181 0,'-3'-12'251'0,"1"0"-1"0,0-1-9 15,0 3-4-15,-1-1-15 0,0-1-5 16,1 5-7-16,2-1-11 0,-1 1-20 0,1 3-18 16,-2-1-14-16,2 5-21 0,-1-5-16 0,0 1-18 15,1 4-33-15,0 0-13 0,0 0-7 0,0 0-4 0,10 12-4 16,-3-3-3-16,-1 3 2 0,5 3-2 0,2 1-9 15,6 6-13-15,-1-3-5 0,4 1-7 0,-3-1-4 16,4-1-8-16,-1 0-2 0,-6-8-1 16,6 5 0-16,-5-3 34 0,1-4-9 0,-2-3 10 15,3-1-3-15,3-2-2 0,-5-4 3 0,-1-2-2 16,1-4 0-16,-1-1 6 0,-1-2 6 0,0-4 12 16,0-6 3-16,1-1 4 0,-4 1 7 0,1-4-1 0,-3-1 8 15,1 0-2-15,0-4-1 0,-6 7 5 16,3 5 12-16,-3 3-11 0,-1 3 3 0,-3 0-23 15,4 3 15-15,-4 1-3 0,2 3-29 0,-2 0 10 16,2 1-44-16,-2 2-27 0,-1 2 0 0,0 0 6 16,5 15-3-16,-1-2 9 0,-4 11 1 0,4 3 4 15,-4 7 3-15,1 12 6 0,2 5-3 0,-6-2 6 16,3 6 2-16,3-4 4 0,-2 0-2 0,8 2 2 16,-4-6 2-16,3 0 1 0,0-11 0 0,-1-2-10 15,5 1 14-15,-3-1-1 0,3 0 4 0,-1-1-3 16,0 1 7-16,1-4-2 0,-3-1-6 0,-3-3 3 15,0-7 2-15,-1-2-3 0,-1 0-5 0,-1-1-10 16,-3-3-1-16,1-3 2 0,-1 1-6 0,-3-2 4 16,2 2-3-16,-1-3 4 0,-5 2 3 0,0-2 2 15,-2 0 3-15,-5-1 3 0,-4 1-3 0,-1 1 3 16,-7-5 0-16,-1 0 0 0,-1 0-2 0,-4-1 4 16,5-3 1-16,3-3 1 0,-5-2 9 0,-1-2-10 15,2-2 0-15,0 0 6 0,4-4 20 0,-3-2-6 16,5-3 12-16,-1-4 2 0,2-4 3 0,2-2 0 15,4-7 0-15,0-10-5 0,6-3-6 0,6-1-8 16,6 1 4-16,8-1-9 0,7-1-7 0,8 1-1 16,7 3 3-16,3 0-7 0,7 2-2 0,3 6-1 15,3 1 0-15,1 7 2 0,1 1-3 0,0 4-9 16,-4 4 13-16,-14 7-3 0,-3 3-1 0,-1-1-5 16,-3 4 1-16,-10 0 0 0,-4 7 1 0,1-4 0 15,-3 1-4-15,-5 3 4 0,5-1-7 0,-6 1-20 16,2 0-20-16,-6 1-13 0,7 2 6 0,-7-2 7 15,4 7-8-15,-5-2-15 0,-1 0-14 16,0 2-26-16,-5 0-34 0,2 3-57 0,-5 0-52 16,1-1-194-16,1 0-488 0,3-3 217 0</inkml:trace>
  <inkml:trace contextRef="#ctx0" brushRef="#br0" timeOffset="30971.48">11927 3319 59 0,'0'0'245'0,"-8"0"-6"15,8 0-8-15,0 0-5 0,0 0-6 0,-9 0-7 16,9 0-11-16,0 0-13 0,0 0-14 0,0 0-19 16,0 0-11-16,0 0-18 0,0 0-15 0,23-9-21 15,4 5-30-15,4-1-24 0,3-2-36 0,5 2-39 16,0-2-32-16,11 2-43 0,-11 1-52 0,-5-1-47 16,-5 0-144-16,-1 2-385 0,-10 1 171 0</inkml:trace>
  <inkml:trace contextRef="#ctx0" brushRef="#br0" timeOffset="31129.18">11973 3516 143 0,'-5'4'231'0,"0"2"-3"16,-2-5 1-16,5 2-2 0,-1-1-11 0,3-2-8 16,0 0-18-16,18 0-17 0,15-4-25 0,7 2-4 15,21-8-39-15,6 3-57 0,28-4-75 16,-5-2-101-16,-33 3-229 0,1 0-385 0,-2-3 172 0</inkml:trace>
  <inkml:trace contextRef="#ctx0" brushRef="#br0" timeOffset="31993.98">13676 3254 273 0,'0'0'256'16,"0"0"-26"-16,0 0-21 0,0 0-17 0,0 0-21 15,0 0-19-15,-9-3-14 0,9 3-12 0,0 0-12 16,0 0-13-16,0 0-8 0,0 0-9 0,0 0-8 16,0 0-8-16,0 0-3 0,24-5-10 0,-6 2-2 15,2-1-8-15,1-3-3 0,6 1-3 16,1-3-6-16,0 4-2 0,-10-4-2 0,4 4-1 16,-2-5-3-16,-3 3-4 0,1-1 0 0,-4-2 10 0,-3 3 18 15,1-1 9-15,-3-2 8 0,-2 2 1 0,0-2 8 16,-2 3 2-16,-2-5-11 0,-3 5-7 0,-2 0-14 15,-2 0-4-15,-3 1-13 0,-6 1-4 0,-4 0-2 16,-3 3-3-16,-12 2-5 0,0 5 5 16,4 0-12-16,-8 7 1 0,0 3-3 0,1 0 0 15,-9 10-7-15,12-4 2 0,3 2 0 0,-1 4-3 16,0 9 0-16,0 2 5 0,14-9-4 0,3 1 1 16,4-1-3-16,4 3 1 0,1-3 4 0,12 0 3 0,-2-4-1 15,6-1 5-15,4-3 4 0,5-4 1 16,3 0 1-16,4-6 5 0,4 0 4 0,5-6-2 15,16 1 1-15,-13-5-3 0,12-1-1 0,-18-1 4 16,2-2-8-16,-7 2 3 0,-7-2-5 0,-3 0-12 16,-6 2 19-16,0-2 14 0,-4 2 6 0,-3 0 12 15,3 0-3-15,-9 1-5 0,10-2 0 0,-10 2-10 16,5 0-4-16,-5 0-16 0,0 0-23 0,8-3-9 16,-8 3-41-16,0 0-50 0,0 0-55 0,0 0-66 15,0 0-86-15,-21-2-220 0,15-1-582 0,6 3 258 16</inkml:trace>
  <inkml:trace contextRef="#ctx0" brushRef="#br0" timeOffset="32171.94">14369 3510 256 0,'0'0'467'16,"0"0"-37"-16,0 0-46 0,1 3-33 0,-1-3-33 0,0 0-47 15,0 0-42-15,0 0-50 0,0 0-57 0,6 1-73 16,-6-1-69-16,0 0-106 0,0 0-118 0,0 0-201 16,23-7-481-16,-11 3 213 0</inkml:trace>
  <inkml:trace contextRef="#ctx0" brushRef="#br0" timeOffset="32612.09">14711 3221 223 0,'0'-7'465'0,"0"3"-15"0,0-1-17 15,0 0-31-15,0 2-38 0,0 3-41 0,0-5-35 16,0 5-30-16,-3-4-32 0,3 4-48 0,0 0-48 16,0 0-38-16,0 0-18 0,0 0 5 0,4 17-12 15,0-6-4-15,0 5-9 0,0 3-9 0,1 5 1 16,-1 0-9-16,-3 2-8 0,4-2 4 0,0 1-5 15,-2-6-6-15,-2 1-2 0,-1-3-1 0,4 0 2 16,-4 0 1-16,0-5 0 0,3-1 5 0,-3-3-14 16,0 0-5-16,1-1 9 0,-2-3-4 0,2 2 7 15,-1-2 3-15,0-1 39 0,0-3 35 0,0 0 48 16,-4 4 33-16,4-4-12 0,0 0-19 0,-5-14-13 16,1 6-16-16,0-8-14 0,-1-1-4 0,-1-8-10 15,-1-5-17-15,2-3-5 0,-3-14-7 0,-2-5-4 16,4 1-15-16,2-2-8 0,-4 3-4 0,7 3 4 15,-4 16-5-15,5 2 4 0,0 3-4 0,-2 8 4 16,2 2-4-16,0 6-1 0,-2-2-5 0,2 7-3 16,0-2-14-16,0-1-28 0,2 6-37 0,5-3-33 15,-2 3-27-15,9-1-13 0,8 6-25 0,9-1-35 16,1 4-40-16,0 3-40 0,-2 5-36 0,0-2-39 16,-1 1-54-16,-9 3-312 0,-3-4-770 0,-3 0 341 15</inkml:trace>
  <inkml:trace contextRef="#ctx0" brushRef="#br0" timeOffset="32915.96">14559 3359 238 0,'-5'2'305'0,"5"-2"1"0,0 0-2 0,-2 2 0 16,2-2-9-16,0 0-20 0,0 0-28 0,0 0 0 0,0 0-22 16,0 0-28-16,0 0-18 0,21-10-24 0,-3 5-16 15,13-2-18-15,3-2-9 0,18 0-9 16,0 0-20-16,0 1-26 0,-13 1-44 0,14 2-44 15,-17-1-42-15,-3 3-37 0,2-1-45 0,-6 3-34 16,-7-2-53-16,-2 1-55 0,-8 0-171 0,-2 0-507 16,-4 2 224-16</inkml:trace>
  <inkml:trace contextRef="#ctx0" brushRef="#br0" timeOffset="33151.99">15240 3514 3311 0,'0'3'471'0,"1"0"-25"0,-3 3-21 0,2-6-13 15,0 3-57-15,0-3-59 0,0 0-64 0,0 5-49 16,0-5-39-16,0 0-21 0,0 0-61 0,0 0-136 15,0 0-167-15,13-8-270 0,-3-2-428 0,1-6-1018 16,-3-1 450-16</inkml:trace>
  <inkml:trace contextRef="#ctx0" brushRef="#br0" timeOffset="64039.92">2150 5542 53 0,'0'0'62'0,"0"0"-8"15,0-5 1-15,0 5-6 0,0 0-14 16,0 0 6-16,0 0-7 0,0 0-6 0,0 0-7 0,-1-5 1 16,1 5 0-16,0 0-2 0,0 0-2 0,0 0 0 15,0 0-15-15,0 0 11 0,0 0 9 0,0 0 6 16,0 0 11-16,0 0-8 0,0 0 24 0,0 0 4 16,0 0 15-16,0 0 8 0,0 0 4 0,0 0 1 15,0 0-2-15,0 0 2 0,0 0-5 16,0 0-1-16,0 0-9 0,0 0-6 0,0 0-3 0,0 0 3 15,0 0-4-15,0 0-4 0,0 0 0 0,0 0-3 16,0 0-4-16,0 0-4 0,-3-4 2 0,3 4-5 16,0 0 4-16,0 0 1 0,0 0 4 0,0 0 0 15,0 0 6-15,0 0-2 0,0 0 1 16,0 0-3-16,0 0 3 0,-1-3-10 0,1 3-8 16,0 0-1-16,0 0 1 0,0 0 8 0,0 0 3 15,0 0-10-15,0-6 2 0,0 6 2 0,0 0 4 0,0 0 6 16,0 0 1-16,0-6-2 0,0 6-8 0,0-2-4 15,0 2 14-15,0 0-2 0,-3-5-6 16,3 5-1-16,0 0-1 0,3-5 4 0,-3 5 9 16,0 0-27-16,-3-5 4 0,3 5-7 0,0 0 5 15,0 0-11-15,0 0-8 0,-1-3-6 0,1 3-27 16,0 0-30-16,0 0-35 0,0 0-23 0,0 0 11 0,-5 17 9 16,5-6 9-16,0 13 8 0,-1 2 3 0,-2 6 12 15,2 0 5-15,-2 3 6 0,2-2-3 16,1 2 10-16,0-2 3 0,0-2 10 0,0 0-2 15,1-2 2-15,2 0 2 0,-3-3 3 0,1 0 0 16,2-9 3-16,-3-6-2 0,1 0 5 0,-1 0 2 16,0-2 0-16,0-2 2 0,0-1 3 0,0-1 4 0,0-1 15 15,0-2 19-15,0-2 12 0,3 7 16 16,-1-6 8-16,-2-1 4 0,0 0 2 0,0 0 0 16,0 0-6-16,0 0-9 0,0 0 2 0,0 7-10 15,0-7-5-15,0 0-2 0,0 0-8 0,0 0-3 16,0 0-1-16,0 0 1 0,0 2-35 0,0-2-40 15,0 0-41-15,0 0-36 0,0 0-42 0,0 0-44 16,-10-14-52-16,10 10-232 0,-3-2-529 0,3-1 234 16</inkml:trace>
  <inkml:trace contextRef="#ctx0" brushRef="#br0" timeOffset="64439.23">2445 5532 53 0,'-2'-4'273'0,"2"-1"-16"0,0 1-3 0,0 4-13 15,0-8-17-15,2 5-27 0,-2 3-20 0,-2-5-19 16,2 5-20-16,0 0-29 0,0 0-32 0,0 0-8 15,0 0-7-15,0 16-6 0,0-3-8 0,0 5-3 16,0 10-8-16,-1 2-1 0,2 1-8 0,1 0-2 16,-2-1-1-16,0 0-4 0,0 0-3 0,1 1 2 15,2-4-3-15,0 0-3 0,-1-1 0 0,-1-6-5 16,1-3-1-16,-1 1 3 0,0-6-1 0,1-3-3 16,-2 3 1-16,0-7-2 0,0 2 0 0,-2-1 6 15,2-6-1-15,-1 8 3 0,2-5 0 0,1 1 5 16,-2-4 10-16,1 3 1 0,-1-3-1 0,0 0-1 15,1 5-3-15,-1-5-2 0,0 0-1 0,0 0 0 16,0 0 1-16,0 0-17 0,0 0-37 0,0 0-54 16,0 0-55-16,0 0-65 0,0 0-230 0,-23-9-470 15,16 3 209-15</inkml:trace>
  <inkml:trace contextRef="#ctx0" brushRef="#br0" timeOffset="64828.94">2104 5912 105 0,'-9'0'242'16,"9"0"-12"-16,0 0-7 0,-5-3-15 0,5 3-16 15,0 0-13-15,0 0-18 0,0 0-17 16,0 0-15-16,0 0-12 0,-8 0-12 0,8 0-12 15,0 0-8-15,0 0-11 0,0 0-8 0,0 0-6 16,0 0-3-16,0 0-13 0,0 0-1 0,0 0-7 16,0 0-5-16,0 0 3 0,0 0-9 0,0 0-3 15,0 0-1-15,27-6-2 0,-5 3-7 0,10-1 1 16,4-4 2-16,3 2-1 0,-2-1-3 0,3 3-3 16,-3-1 0-16,0-2 6 0,-1 2-8 0,-6 0 1 15,0 1-1-15,-2 1-3 0,-7-1 2 0,-4 2 1 16,0 1-4-16,-7-1 2 0,-1 0-2 0,4 1 4 15,-8 1 1-15,0-2-3 0,-1 2 7 0,-4 0 1 16,9-1 1-16,-9 1 1 0,5-2-3 0,-5 2-2 16,0 0-4-16,0 0-15 0,0 0-26 0,9 0-26 15,-9 0-37-15,0 0-44 0,0 0-22 0,2 3-27 16,-2-3-186-16,0 0-409 0,0 0 181 0</inkml:trace>
  <inkml:trace contextRef="#ctx0" brushRef="#br0" timeOffset="67788.63">2886 5841 104 0,'0'0'139'16,"0"0"1"-16,0 0 0 0,0 0 1 0,0 0-4 16,0 0-8-16,0 0 3 0,0 0-8 0,0 0-4 15,0 0-7-15,0 0 2 0,0 0-12 16,0 0-1-16,0 0-4 0,0 0-1 0,0-5-5 16,0 5-8-16,0 0 4 0,0 0-15 0,0 0-5 15,0 0-7-15,0 0-6 0,0 0-8 0,0 0-7 0,-5-5-3 16,5 5-15-16,0 0 1 0,0 0-10 0,-9 0-6 15,9 0-5-15,-14 2 1 0,2 2 6 16,0 0-9-16,-5 2-2 0,-1 1 2 0,4 1-4 16,-5 1 1-16,2 2-3 0,2-1 2 0,0 1 2 15,-1 0-3-15,4 1 0 0,0-6 1 0,4 8-2 16,-1-5 2-16,2-1-4 0,3 2 1 0,-1-2-1 0,4 2 2 16,-1-3 4-16,4-1 2 0,2 1 1 0,1 2-3 15,5-3 3-15,1-1 1 0,7-2 1 16,3-1 1-16,8 3 3 0,-1-8-1 0,0 3-4 15,2-4-5-15,-10 2 10 0,3-4 3 0,-6 1 0 16,-1-2 20-16,-5 2 18 0,-1-2 17 0,1 0 14 0,-3-3 5 16,-2 0-5-16,0-1 0 0,-2-2-9 0,-1 3-5 15,-3-4-4-15,-5-3-11 0,0 2-2 16,-2 1-6-16,-3 0-11 0,0 4 0 0,-3-2-5 16,-1 2-2-16,-1 2-12 0,-3 0-6 0,4 3-8 15,4 2-11-15,-4 0-8 0,2-2-33 0,2 4-26 16,0 0-36-16,2 2-29 0,0 1-8 0,2 3-16 0,2-1-9 15,3 2 7-15,1 2-10 0,5-3-15 0,0 4-152 16,4-2-375-16,4-1 167 0</inkml:trace>
  <inkml:trace contextRef="#ctx0" brushRef="#br0" timeOffset="68456.08">3236 5828 34 0,'-5'-3'277'16,"5"3"0"-16,-2-4 3 0,2 4 2 0,-4-2-7 15,4 2-14-15,0 0-7 0,-4-5-16 0,4 5-17 16,0 0-27-16,0 0-14 0,0 0-8 0,1-3-29 15,-1 3-17-15,0 0-28 0,0 0-3 0,0 0-21 16,0 0-30-16,0 0-30 0,0 0-16 0,0 0 1 16,-1 12-3-16,1-7-2 0,0 5 5 0,0 2 0 15,1-1-1-15,-1 2 0 0,0 1-1 0,3 3 4 16,-7-1-4-16,4-5 5 0,0 3-1 0,0-1 0 16,0-4 2-16,1 1-2 0,-1-2-3 0,0-2 5 15,0-1 0-15,-1 0 8 0,1-5 1 0,1 7 22 16,-1-7 48-16,0 5 48 0,0-3 40 0,0-2 40 15,0 0-5-15,0 0-24 0,7-9-17 0,-5 0-17 16,3-2-15-16,-1-1-13 0,1-2-14 0,-1-1-8 16,0 0-14-16,1 1-8 0,-1 1-10 0,1 4-3 15,-1 0-10-15,-3 4-11 0,-1-2-1 0,4 3-8 16,-2 0-13-16,0 2-23 0,-2-3-27 0,0 5-41 16,4-2-10-16,-4 2 2 0,0 0-8 0,0 0 22 15,11 9 0-15,-3-4 12 0,-1 0 2 0,0 3 7 16,-1 0-5-16,3 0 17 0,-3 2-1 0,3 0 3 15,2-1 3-15,-2 1 3 0,0-2-3 0,1 1 8 16,-4-4 3-16,3 0 13 0,-5 0-10 0,2-1 7 16,2-1 11-16,-3-1 3 0,-1-2-9 0,-4 0 10 15,13-2 12-15,-3-1 5 0,-1-3 11 0,0 1 1 16,1-3 1-16,2-4-2 0,-1-3-6 0,0 0-7 16,1 1 0-16,-2 0-1 0,2-1-7 0,-5 5-1 15,0 1 4-15,2 0-5 0,-5 1 1 0,-1 3-5 16,1 0-9-16,-1 1 4 0,-1 1-8 0,2-1-20 15,-2 3-25-15,-2 1-39 0,3-2-22 0,-3 2 9 16,0 0-9-16,14 5-7 0,-5 2-15 0,4 0-19 16,1 1-18-16,4-1-28 0,-1 2-49 0,10 3-33 15,-1 0-43-15,1-2-205 0,1-3-570 0,2 1 252 16</inkml:trace>
  <inkml:trace contextRef="#ctx0" brushRef="#br0" timeOffset="68888.48">4200 5811 129 0,'0'0'286'15,"-1"-7"-14"-15,1 7-14 0,-2-7-4 0,1 6-23 16,1 1-17-16,0-5-18 0,0 5-20 0,-1-5-20 16,1 5-16-16,-3-4-14 0,3 4-16 0,-2-3-12 15,2 3-13-15,-10-2-11 0,3 2-7 0,7 0-9 16,-13 0-9-16,4 0-9 0,-4 2 0 0,1 1-8 15,0 6-2-15,-6-4-5 0,3 2-5 0,0 3 0 16,4-3-5-16,-8 1-1 0,3 4-3 0,1 0-5 16,3-2 0-16,-1 2 0 0,3 0-1 0,2-2-2 15,-1 2-4-15,3-3-4 0,2 1 1 0,0-3 2 16,0 0 0-16,3-1 0 0,0 2 1 0,-3-2 1 16,8-3 3-16,-2 2 1 0,2-1 7 0,2-2-4 15,5 0 2-15,3-4 2 0,2-3 0 16,2 1 6-16,-2-1 13 0,-5-1 11 0,4-3 12 15,2-1-2-15,-4 0 8 0,-3-4-4 0,3 1-6 0,-3-4-2 16,-1 2-8-16,-4 0 4 0,3-1-3 0,-4 5 14 16,-3 0-18-16,1 0-1 0,-2 1-5 0,-2-1-2 15,-6 3-18-15,3-2-10 0,0 3-10 0,-8 0-10 16,3 3-8-16,-7 0-9 0,2 3-14 0,-5 1-19 16,4 1-23-16,-4 3-29 0,3 3-26 0,1-1-20 15,0 5-26-15,2 0-16 0,4 2-15 0,1-3-20 16,4 0-154-16,4 1-430 0,2 0 190 0</inkml:trace>
  <inkml:trace contextRef="#ctx0" brushRef="#br0" timeOffset="69521.58">4587 5796 237 0,'3'-5'272'0,"-3"-4"-21"0,-3 4-23 15,3 2-17-15,-4-4-25 0,-1 2-21 0,-3 1-20 16,-2-1-14-16,1 2-16 0,-5 3-9 16,1-2-13-16,0 2-8 0,0 0-10 0,-2 2-18 0,4 1-18 15,-1 1-20-15,3-2-13 0,-1 2-15 0,3 0-13 16,0 3-5-16,2-4-5 0,1 2-5 0,1 1 5 16,1 0 5-16,2-3 1 0,3 3 4 0,2 0 5 15,1-2 5-15,4-3 0 0,3 1 1 16,0 0-3-16,6-2 7 0,-3-2-3 0,4 0 5 0,-5 1-2 15,3-3 4-15,-6-1 5 0,-1 3 1 0,2-1 6 16,-4 0-3-16,0 3 5 0,-3-2 3 0,-1 1-3 16,0 0 0-16,-5 1-6 0,9 0-7 0,-9 0-4 15,0 0 1-15,11 4-1 0,-8-4 3 16,1 6 3-16,1 3-1 0,-1 0-6 0,2 2 6 16,0 6 3-16,-1 2-2 0,1 5 4 0,1 5-1 0,0-3 4 15,-3 3-4-15,-1 3 6 0,-1-1 3 0,2-2-3 16,0 1-2-16,-3 1 0 0,0-2-2 0,2 0 1 15,-3-3 5-15,-4-7-2 0,3 1-1 0,-3-2-1 16,0 2 2-16,-4-6-2 0,0-1 3 16,0-2 1-16,-5 0 0 0,-6-3 9 0,-3-1-7 15,-8-6 5-15,-5 0 5 0,2-2 4 0,-3 0 20 0,5-2 15 16,1-5 14-16,4-1 11 0,2-3-8 0,6 1 0 16,-1-7 14-16,1-1-8 0,4-8-3 0,5 3-13 15,1-3-6-15,8-3-7 0,9 1 0 16,0-2-16-16,8 2-3 0,1 1-2 0,6 1-6 15,13-3-6-15,5 2-1 0,0 3 0 0,8 4-4 0,-5 1-2 16,3 2-6-16,1 0-1 0,-17 7 2 0,1 1-2 16,-2 1-2-16,-3 1-1 0,-8-1-1 0,1 6 2 15,-11 0-1-15,2-2 9 0,-4 3 2 16,-1-2 4-16,-1 3 1 0,0 1 0 0,-3-3-4 16,2 2 0-16,-5 1-7 0,8-1-8 0,-8 1-17 15,3-3-19-15,-3 3-19 0,0 0-24 0,0 0-27 0,0 0-21 16,-21 8-29-16,15-7-23 0,-1 4-20 0,-3 1-39 15,0-3-202-15,1 0-473 0,3-1 210 16</inkml:trace>
  <inkml:trace contextRef="#ctx0" brushRef="#br0" timeOffset="70238.23">5102 5886 79 0,'0'0'272'16,"0"0"-15"-16,0 0-10 0,0 0-14 0,-8 0-21 15,8 0-15-15,0 0-16 0,0 0-18 0,0 0-15 16,0 0-19-16,0 0-11 0,0 0-14 0,0 0-11 16,12-8-8-16,-6 5-7 0,4 2-11 0,1-4-5 15,-2 0-3-15,3-2-12 0,1 2-3 0,0-2-1 16,0-3-7-16,2 0-4 0,-5 3-3 0,-1 0 2 15,-1-1-4-15,2 1 17 0,-2-1 9 0,-4 1 11 16,-1 2 13-16,1-1-10 0,1-1-10 0,-4 2-2 16,1 0-9-16,-4 0-16 0,-2 0-4 0,0 3-7 15,-3-1-9-15,-3 1 3 0,0 2 0 0,-3 0-10 16,0 2 1-16,2 1-5 0,-6 3 0 0,2 1-2 16,-1 2-6-16,2 2-9 0,4-4-12 0,2 4-5 15,-3 1-3-15,2 2 3 0,4-4 0 0,2 3 4 16,2 3 3-16,2 1-2 0,4-3 6 0,4 1 3 15,7-3 1-15,6 2 5 0,-2-7-3 0,8 0 5 16,0-4-4-16,-1 2-3 0,-3-1 3 0,7-4 4 16,-11-2 7-16,3-2-1 0,-1-1 14 0,-4-1 21 15,0-3 24-15,-4 0 17 0,3-2 7 0,-5-2 5 16,0-1 12-16,-2-2 4 0,0-1 2 0,-1 0 7 16,-2-1 15-16,-1 1 16 0,-3 6 1 0,0 1 9 15,1-2 7-15,-1 6-6 0,-1-2-8 0,0 3-19 16,0 1-15-16,-2-1-19 0,1 2-19 0,1-1-35 15,-2 4-47-15,0 0-46 0,0 0-2 0,0 0 4 16,0 0 12-16,5 13 0 0,-4-2 6 0,0 1 5 16,2 4 2-16,-2 0 7 0,1 3 3 0,-1 0 3 15,0 0-1-15,0-2-2 0,1 0 8 0,1-1 1 16,-3-5 6-16,2-1 4 0,-1-3-3 0,-1 2 6 16,0-4 4-16,0-5 4 0,1 5 29 0,-1 0 30 15,0-2 36-15,0-3 36 0,0 0 4 0,0 0-11 16,0 0-14-16,0 0-8 0,13-13-10 0,-10 3-11 15,3 1-8-15,4-6-15 0,-2 2-6 0,-2 0-10 16,1 1-4-16,-1 3-2 0,0 1-8 0,1 0-3 16,-6 2-6-16,3 3-6 0,1-2-7 0,-2 1-26 15,-1 1-34-15,2 2-42 0,-4 1-29 0,9-3-17 16,-9 3-25-16,25 4-23 0,-13-1-29 0,2 2-29 16,1 1-24-16,3 1-26 0,-2 1-27 0,3-1-31 15,-4-1-286-15,-1-1-687 0,-4-2 305 0</inkml:trace>
  <inkml:trace contextRef="#ctx0" brushRef="#br0" timeOffset="70888">5851 5910 142 0,'0'0'178'16,"0"0"3"-16,0 0 6 0,0 0-4 0,0 0 4 15,0 0 2-15,-14-7-2 0,14 7-4 0,0 0-2 16,-3-3-3-16,3 3 2 0,0 0-1 0,0 0-23 16,0 0-15-16,0-8-13 0,0 4-14 0,4 2-12 15,6 0-12-15,-2-3-10 0,2 0-8 0,9 0-16 16,-3-2-2-16,4-1 2 0,0 1-7 0,-2 0-9 15,1-2-7-15,-1 1-2 0,2-1-2 0,-3-2-2 16,0 2-4-16,-3-1-4 0,-1 1 3 0,2-2-5 16,-6 4-3-16,0-3 4 0,0 1 1 0,-4 1 3 15,-1 2 9-15,-1 1-5 0,-2-3-5 0,-1 1-5 16,-3 2-3-16,-2-2 9 0,-4 3-20 0,-1-2 2 16,-3 4 2-16,-6 0-3 0,0 1-1 0,-2 2-6 15,-2 3 1-15,3 0-1 0,2 2-12 0,-1 4-4 16,2-1-7-16,1 1-5 0,2 2-5 0,0-2 6 15,2 5-1-15,2-2-1 0,6-2 7 0,-1 3-1 16,5 0 9-16,0-1 0 0,5-1 3 0,9 1 4 16,0 0 2-16,12 0 4 0,3-1-1 0,7-1 1 15,15 0-5-15,0-5-6 0,0-3 2 0,-11 0 0 16,11-6 2-16,-14 3-1 0,3-5 1 0,-3 1 4 16,-4-5 0-16,-2-2 5 0,-2-1 10 0,-4 1 32 15,-4 0-4-15,-7 0 10 0,0-2-1 0,0-1 4 16,-5 6 5-16,-1-4 2 0,-2 2 3 0,-1 1-10 15,-4-1-4-15,1 3-11 0,-4 1-10 0,0 0 4 16,-3 1-11-16,-5 3-2 0,-3-1-4 0,-5 3-4 16,0 4-2-16,-1 1-5 0,-4 2 4 0,4 2-3 15,0 2-1-15,-6-1 0 0,5 5-7 0,2-1-15 16,6-3-9-16,0 2-5 0,4-3 4 0,3 0 1 16,0 2-2-16,1 0 8 0,4-2 0 0,4-1 11 15,1 1-2-15,3 0 6 0,7-3 3 0,-2-2 2 16,7-3 6-16,1 2 1 0,0-4 4 0,10-4-1 15,-8 1 10-15,-4-3 13 0,0-4 14 0,3 3 8 16,-7-2 5-16,2-2 1 0,-4-3-7 0,1 1-5 16,-4-3 10-16,-1-1-18 0,0-1-8 0,-3 1-10 15,-2-1-17-15,-4 1-14 0,1 2-11 0,-1 4-8 16,-3 0-3-16,-7-1-16 0,-1 1-11 0,1 4 0 16,-7-2-4-16,1 5-10 0,-1 1-16 0,3 2-23 15,-4 1-25-15,4 1-30 0,0 2-29 0,1 1-29 16,1 1-30-16,1 0-165 0,6 2-458 0,2-3 203 15</inkml:trace>
  <inkml:trace contextRef="#ctx0" brushRef="#br0" timeOffset="71321.32">6800 5663 198 0,'1'-6'390'15,"3"0"-20"-15,-1 1-13 0,-2 1-13 0,2-2-19 16,-3 4-32-16,0 2-26 0,0-7-39 0,0 7-33 16,0-2-30-16,0 2-48 0,0 0-47 0,0 0-21 15,0 0-1-15,0 0-5 0,2 18-5 0,-2-8 4 16,0 3-11-16,3 2-4 0,-2 3 1 0,-1-1-5 16,1 3-3-16,0-3 3 0,2 0-3 0,-2-3-5 15,2 3 0-15,0-5 3 0,-2-6-4 0,1 2 3 16,0-3 2-16,0 0 1 0,0-1 2 0,1 0 16 15,2-2 23-15,-1 0 12 0,-4-2 2 0,14-2 2 16,-6 0 6-16,2-5-6 0,0 2-1 0,4 0 0 16,-1-5-2-16,4 0-9 0,-3-4-11 0,0 1 7 15,0-1-18-15,0 0-2 0,1 2-5 0,-3 0-3 16,-3 4 6-16,-2 1 4 0,-3 2-5 0,1-1-6 16,-1 3-6-16,0 0-12 0,-1 1-15 0,2-1-20 15,-5 3-41-15,4-4-27 0,-4 4-1 0,0 0 7 16,7 7 6-16,-3-4 12 0,0 3 3 0,-1 2 11 15,4 1 0-15,-2-1 3 0,3 1-21 0,1 1-9 16,1 0-18-16,3 2-28 0,-4-5-21 0,1 0-43 16,-1 2-46-16,4-5-47 0,0 1-248 0,-3-3-573 15,2-2 255-15</inkml:trace>
  <inkml:trace contextRef="#ctx0" brushRef="#br0" timeOffset="71637.95">7458 5579 37 0,'0'0'319'0,"1"-4"-28"0,-1 4-26 0,0 0-26 15,0 0-22-15,0 0-26 0,2-4-20 16,-2 4-22-16,0 0-11 0,0 0-19 0,0 0-12 16,0 0-15-16,-10 13-10 0,3-6-5 0,1 0-14 0,-1 3-6 15,0-1 0-15,-1 1-11 0,0 2-2 0,2-2-12 16,2 2-3-16,0 0-4 0,3 0 0 0,-1 0-3 15,4 0-6-15,-1-1 5 0,3 2-4 16,5-1 0-16,0 1-3 0,4 0 2 0,0-2 5 16,2 3-6-16,-2-4-2 0,1 0-5 0,-4-1 1 0,-2-1-7 15,-2 0 1-15,2-1-14 0,-5-1-1 0,1-1 2 16,-2 2 4-16,-8-2 8 0,1-1 13 0,-11 4-7 16,-3-3 1-16,-2 0-1 0,-8 2-1 0,-5-4-3 15,-4 2 2-15,0-1-1 0,-14-2-23 16,3 1-69-16,8 0-92 0,0-3-290 0,8-3-506 15,2-1 224-15</inkml:trace>
  <inkml:trace contextRef="#ctx0" brushRef="#br0" timeOffset="72321.92">9121 5518 41 0,'-3'-12'266'0,"3"0"3"16,-1-5-4-16,2 5 0 0,-1 1-2 0,-1-5-6 15,1 4 9-15,1 3-12 0,-1 3-16 0,0-1-26 16,0 3-23-16,0-1-26 0,0 2-22 0,0 3-27 16,0-5-54-16,0 5-33 0,0 0-6 0,5 12 0 15,-5 1-3-15,0 5 3 0,4 9-3 0,-1 2-4 16,-2 3 1-16,0 2-1 0,3-2-3 0,0 1 23 0,0-1 4 15,0 0-8-15,-1-4 0 0,2-1-1 0,-1-3-1 16,-3-5-32-16,1-2-17 0,-1 0-17 16,0-6-25-16,1 0-30 0,0-1-38 0,-2-1-50 15,2 1-37-15,0-3-263 0,-2-3-521 0,3-1 232 16</inkml:trace>
  <inkml:trace contextRef="#ctx0" brushRef="#br0" timeOffset="72606.17">9145 5908 154 0,'-3'1'262'0,"-3"2"-11"0,6-3-17 0,0 0-16 16,-6 1-17-16,6-1-15 0,-4 1-17 0,4-1-17 15,0 0-15-15,0 0-8 0,0 0-19 0,0 0-7 0,35-5-14 16,-3-1-4-16,6 0-11 0,16-3-6 0,3 3-8 15,0-1-7-15,-6-1-4 0,-10 3-5 16,-4 0-7-16,-2 2-3 0,-5-2 0 0,-7 3-7 16,-5-2 0-16,-4 3-4 0,-2-1-1 0,-3 0-2 0,-2 1-2 15,1 0-4-15,-4 1-7 0,-4 0-14 0,5-1-31 16,-5 1-34-16,0 0-28 0,0 0-32 0,0 0-29 16,-22-2-36-16,14 2-31 0,-1-1-132 0,1 1-389 15,1-1 172-15</inkml:trace>
  <inkml:trace contextRef="#ctx0" brushRef="#br0" timeOffset="72922.23">9928 5742 24 0,'0'-4'407'15,"0"4"2"-15,2-6-9 0,0 3-19 0,-2 3-7 16,-2-5-16-16,2 5-22 0,0-5-28 0,0 5-29 15,0 0-40-15,2-4-21 0,-2 4-28 0,0 0-26 16,0 0-26-16,0 0-48 0,0 0-33 0,0 0-20 16,0 0 0-16,0 0-7 0,0 14-3 0,0-5 11 15,0-1-32-15,1 4 16 0,2-3-3 0,-3 3-3 16,1 1 0-16,2-3 1 0,-2 1-11 0,-1 0-17 16,2-2-12-16,-2 1-21 0,0-3-18 0,0 0-18 15,0-2-9-15,0 2-13 0,0-5-4 0,0 2 6 16,-2 0 6-16,2-4 13 0,0 0-10 0,0 0-42 15,0 0-37-15,-14-5-37 0,6-3-41 0,-1-1-30 16,-1-7-176-16,4-2-493 0,-3-8 218 0</inkml:trace>
  <inkml:trace contextRef="#ctx0" brushRef="#br0" timeOffset="73049.92">9853 5547 39 0,'-2'-17'247'0,"0"1"23"0,2 5 15 16,-1 2 21-16,0-1 10 0,1 3-14 0,0 2-21 15,-2 0-30-15,4 0-29 0,-4 1-24 0,2 4-15 16,0-5-45-16,0 5-48 0,0 0-36 0,0 0-16 15,0 0-26-15,0 0-25 0,14 10-33 0,-7-1-30 16,0 3-40-16,3 0-30 0,-2 2-43 0,1-1-47 16,-4 1-166-16,4 1-435 0,-2-6 192 0</inkml:trace>
  <inkml:trace contextRef="#ctx0" brushRef="#br0" timeOffset="73437.73">10153 5654 305 0,'0'0'428'0,"5"-5"-13"0,-5 5-31 0,0 0-33 0,1-3-37 15,-1 3-32-15,0 0-28 0,0 0-31 0,0 0-27 16,0 0-31-16,0 0-35 0,0 0-18 0,7 7-13 16,-6 0-13-16,2 1-8 0,-2 2 2 0,-1 2-21 15,4 2-4-15,-3 3-6 0,2-2-6 0,-2 3-1 16,-1 2-6-16,0-5-5 0,0 2 1 0,0-7-11 15,0 2 2-15,0-3 12 0,3-1-16 0,-6-4-5 16,3 1 7-16,3 0-4 0,-1-2 22 0,-2 1 33 16,0-4 44-16,0 5 34 0,0-5 11 0,0 0-14 15,0 0-18-15,9-12-13 0,-4 6-10 0,2-4-11 16,3-5-13-16,1 1-11 0,1-4-8 0,-1 1-6 16,1 2-11-16,2-1-8 0,-4 1-10 0,-2 6-4 15,-2 0-2-15,-1 3-6 0,0 1-19 0,0 1-27 16,-1 1-48-16,1 1-13 0,3-1-2 0,2 6-23 15,3-3-17-15,1 4-27 0,4 1-30 0,1 3-26 16,3 1-26-16,-3 0-32 0,5 3-35 0,-3-4-34 16,-3 1-274-16,-1-1-668 0,-2 1 296 0</inkml:trace>
  <inkml:trace contextRef="#ctx0" brushRef="#br0" timeOffset="74053.92">10585 5824 57 0,'-4'1'232'0,"4"-1"10"0,0 0 4 0,0 0-2 16,0 0-7-16,0 0-3 0,0 0 7 0,0 0-11 15,-14-4-3-15,14 4-16 0,0 0-21 0,0 0-17 16,0 0-19-16,4-7-25 0,-4 7-6 0,7-5-17 16,0 0-8-16,2 0-9 0,4 2-7 0,1-2-16 15,3-2-3-15,2 0-9 0,1 2-6 0,-1-4-5 16,0-1-2-16,2 2 1 0,-3-1-11 0,2-2-4 16,-7 1-1-16,4-1-4 0,-6 2-10 0,3-3 10 15,-5 4-4-15,0-1 3 0,0 0-8 0,-4-2 8 16,0 4-6-16,-1 0 8 0,1 0-4 0,-5-4-5 15,0 5-1-15,-2-2-9 0,-2 3 8 0,-5 1-15 16,-4-1 1-16,-4-1-1 0,-3 4-3 0,-7-1 1 16,-3 4 1-16,1 3-1 0,0 0 1 0,8 3-1 0,1-2-2 15,1 4-13-15,2-4-16 0,2 7-2 16,3 0-2-16,2 0 3 0,4 3 2 0,2-3 6 16,4 1 2-16,10 1 3 0,0 1 4 0,17 3 5 15,6-4-4-15,18 2-8 0,5-2-9 0,1-2-7 16,3-5-6-16,-1 0-4 0,1-1-3 0,3-4 3 0,-3-2-1 15,-3-1-1-15,-2-5 3 0,-18 3 7 0,-1-2 2 16,-5-2 10-16,-6-3 15 0,-4 3 26 16,-6-3 19-16,0 1 19 0,-2-3 21 0,-3 4 14 15,-5-1 4-15,0 0-1 0,-2-2-16 0,-2 2-4 0,-2 0-8 16,-3 0-7-16,-4-2-4 0,0 6-4 0,-4 0-16 16,-1 0 2-16,-6 2-15 0,-1 1 5 15,0 5-1-15,-1 2-5 0,-1 2 3 0,-5 3-5 16,9-1-2-16,1 2-27 0,2 0 0 0,0 1-3 15,0 0-3-15,1 3-10 0,1 1-9 0,2-2-6 0,3-1 0 16,3-1 3-16,2 1 6 0,0-3 2 0,3-2 12 16,2-2 5-16,3 1 20 0,0-2 0 0,8-2 10 15,0-1 8-15,-1-2 9 0,8-1 7 16,1-1 6-16,-3-2 10 0,4 1 14 0,-2-4-1 0,1 2-6 16,1-2 11-16,-3 0-9 0,-1 3 11 0,-1-2-12 15,1-1 0-15,-8 4-8 0,3 0 9 0,-3-2-18 16,-2 1-2-16,1 1-6 0,-4 1-6 0,4 0-25 15,-4-2-46-15,3 3-44 0,-3-2-46 16,4 1-47-16,-4 1-65 0,4-1-68 0,-5 0-259 0,4 0-623 16,-2-2 275-16</inkml:trace>
  <inkml:trace contextRef="#ctx0" brushRef="#br0" timeOffset="74320.89">11657 5661 315 0,'4'-2'296'16,"0"-1"-26"-16,-2 0-34 0,2 1-27 0,-4 2-22 16,10 0-22-16,-3 2-18 0,2 4-4 0,1-2-16 15,-1 3-9-15,0 3-16 0,1 2-5 0,-1 0-16 16,0 1-6-16,-3 2-6 0,-1-4-9 0,-1 3-6 16,-4-1-3-16,-1-2 1 0,1 2-11 0,0-3-2 15,-3 0-5-15,0-3-5 0,0 0 0 0,2-3 1 16,1 1 3-16,-1-1 28 0,1-4 41 0,0 0 2 15,0 0-9-15,0 0-10 0,0 0-7 0,2-14-15 16,2 3-25-16,1-2-29 0,5-2-35 0,8-6-42 16,0-3-55-16,2 2-70 0,7-1-80 0,-4 3-235 15,8-1-548-15,1 1 243 0</inkml:trace>
  <inkml:trace contextRef="#ctx0" brushRef="#br0" timeOffset="75587.28">13288 5378 152 0,'0'-5'156'16,"-2"-2"1"-16,2 4-3 0,-1-4 0 0,1 0-4 16,-1 4-6-16,-1-2-6 0,2 5-12 0,-2-6-12 15,1 3-15-15,1 3-11 0,-5-5-11 0,0 4-8 16,5 1-8-16,-16 3-8 0,5 0-1 0,-6 6-10 16,-10 4-12-16,0 1 3 0,3 5-3 0,-4 1-6 0,3-1 20 15,0 5-6-15,2 0-9 0,0 1-1 16,3 0-4-16,-1 0-1 0,6 1-1 0,-2 2-6 15,2-5 0-15,3 0-2 0,4-3-3 0,3-2 0 16,1-1 0-16,2-1-2 0,0-3 1 0,4-3-1 16,1 4 1-16,5-6 3 0,4 4 5 0,2-5 17 0,8 1 7 15,6-4 4-15,4-4 2 0,-1 0 4 16,2-3 7-16,-2-4 2 0,-1-2 8 0,1-3 5 16,-3 0 3-16,-5-3 6 0,3-2-10 0,-7 0-2 15,-3-4-5-15,1 1-5 0,-3-2-6 0,-4-5-9 0,-2 4-2 16,-2-2-6-16,-2 0-8 0,-8 4-7 0,-2-3-17 15,1 7-12-15,-5 0 2 0,-3 1-4 16,-1 4-11-16,-2 2-6 0,-4 2-14 0,1-1-12 16,1 5-14-16,0 3-22 0,-1 2-21 0,6 0-22 15,0 4-29-15,2-1-23 0,5 4-22 0,2 0-12 0,1 4-171 16,7-6-417-16,1 4 185 0</inkml:trace>
  <inkml:trace contextRef="#ctx0" brushRef="#br0" timeOffset="75936.92">13732 5378 45 0,'0'-10'273'0,"-1"5"-15"0,0-2-2 0,0 0-8 15,-1 4-8-15,1-2-12 0,1 5-22 0,-1-7-23 0,1 7-20 16,-2-3-19-16,2 3-21 0,-1-4-30 0,1 4-36 15,0 0-8-15,0 0-5 0,0 0-8 16,1 19-3-16,-1-8-3 0,2 1-3 0,-2 6-1 16,0 2-1-16,0 6-5 0,0 0-1 0,0 1-4 15,0 0-1-15,0 0 0 0,-2-1-2 0,2-1-2 0,-1-4 2 16,1-2 1-16,-1-2-4 0,1 1 1 0,-1-6 0 16,1-3-2-16,0 2 1 0,-3-5 0 0,3-1 2 15,0 2 2-15,0-2-1 0,0-2 4 16,0 1 4-16,0-4 14 0,0 0 8 0,0 6 3 0,0-6-1 15,0 0-23-15,0 0-24 0,0 0-27 0,-6-14-30 16,3 3-39-16,-2 1-41 0,1-6-46 0,-1-1-38 16,1-3-191-16,-1-6-449 0,4-2 199 0</inkml:trace>
  <inkml:trace contextRef="#ctx0" brushRef="#br0" timeOffset="76221.28">13662 5303 196 0,'-1'-6'186'0,"-2"2"-8"0,3 2-2 0,0 2-30 15,0-5-15-15,0 0-13 0,0 5-16 0,0 0-14 16,0 0-8-16,0 0-9 0,0 0-10 16,0 0-4-16,0 0-12 0,18 11-1 0,-9-5-3 0,6 5-5 15,2 2-3-15,10 4 6 0,-2 1-1 0,0 0-4 16,2 3 0-16,-2 2-5 0,2-1 1 0,-3 1 0 16,-1 0-6-16,-2 0 1 0,-2-2-3 0,-2 1-2 15,-7-5-6-15,-3 4-1 0,1-7-4 0,-5 5 5 16,-3-2-2-16,-4-2 1 0,-5-1-2 0,-3 2 4 15,-10 1 1-15,-2-3-1 0,0-3 4 0,-4-1-2 16,0 0 1-16,-3 0-2 0,2-4-4 0,-1 1 2 16,3-1 0-16,-1-4-2 0,8 1-1 0,2-3 0 15,4 4-1-15,0-2-1 0,5-1-8 0,1-1-15 16,3 2-20-16,5-2-51 0,0 0-56 0,1-9-31 16,11 6-156-16,6-4-354 0,1-1 156 0</inkml:trace>
  <inkml:trace contextRef="#ctx0" brushRef="#br0" timeOffset="76653.92">14297 5424 359 0,'0'-11'373'0,"0"5"1"0,0-1-19 15,0 2-13-15,3 1-25 0,-3-2-28 0,0 2-30 16,0 4-30-16,-3-6-34 0,3 6-25 0,3-4-35 15,-3 4-61-15,0 0-26 0,0 0-1 0,0 0-7 16,1 17-6-16,-1-9-3 0,4 8 0 0,0 0-6 16,-4 2 0-16,1 1-7 0,-1 1 3 0,1-1 8 15,-1 5-18-15,4-4-1 0,-4-1 0 0,1 0 2 16,-2 0 2-16,2 0-4 0,-2-4-3 0,-4-5 1 16,5 1 4-16,0-3 0 0,-1-2-4 0,1 0 1 15,0-1 6-15,-3 0 4 0,3-3 20 0,0-2 41 16,0 5 31-16,0-5 37 0,0 0 9 0,0 0-14 15,0 0-15-15,-10-14-7 0,6 4-16 0,-1-6-12 16,-3-2-7-16,3-11-8 0,0-2-7 0,-1-16-10 16,3 13-11-16,3-17-9 0,0 4-3 0,1 11-7 15,1 3-6-15,4-1-1 0,-5 4-1 0,3 4-8 16,0 6-2-16,2 2-3 0,-2 6-1 0,0 0-6 16,1 3-1-16,0-2-21 0,3 5-30 0,6 0-23 15,4 1-37-15,4 5-38 0,6 4-28 0,1 3-34 16,0 2-33-16,0 5-31 0,0 1-43 0,-5 2-30 15,-2 0-276-15,1 3-672 0,0-1 298 0</inkml:trace>
  <inkml:trace contextRef="#ctx0" brushRef="#br0" timeOffset="76943.89">14402 5750 2 0,'0'0'168'0,"0"0"-9"16,0 0-15-16,0 0-15 0,0 0-11 0,0 0-13 15,0 0-12-15,11-8-9 0,-11 8-9 0,12-1-8 16,-6-2-9-16,3 1-10 0,1 2-7 0,2-3-2 16,-1 0-13-16,2 1-14 0,0 0-23 0,0 1-31 15,-3 0-42-15,0 1-122 0,-1-3-222 0,-2 3 99 16</inkml:trace>
  <inkml:trace contextRef="#ctx0" brushRef="#br0" timeOffset="77619.98">14364 5762 90 0,'0'0'109'0,"0"0"-11"0,0 0-9 0,0 0-6 0,0 0-11 16,0 0-2-16,-6 1-8 0,6-1 3 0,0 0-19 16,0 0 2-16,0 0-4 0,0 0-4 0,0 0 7 15,0 0 5-15,0 0 2 0,0 0 13 0,0 0 6 16,0 0 3-16,0 0 3 0,21-3-6 0,-8 2-4 15,6 0-4-15,0-3-9 0,13 3-4 0,-3-4-7 16,6 2-7-16,-3-1 4 0,-2 1-11 0,-3 1-1 16,-5 2-3-16,-2-3-5 0,-3 0 4 0,-2 2-5 15,-3 0-2-15,-1 1-2 0,-3-2-1 0,-3 2 2 16,0-1 8-16,-5 1 3 0,12 0-4 0,-12 0-3 16,5-1-18-16,-5 1-29 0,0 0-37 0,0 0-32 15,0 0-38-15,0 0-42 0,-18-7-101 0,10 6-299 16,3-1 133-16</inkml:trace>
  <inkml:trace contextRef="#ctx0" brushRef="#br0" timeOffset="78013.89">14316 5557 29 0,'0'0'227'0,"0"0"-8"0,0 0-12 0,0 0-10 16,0 0-15-16,0 0-11 0,0 0-18 0,0 0-16 16,0 0-12-16,0 0-13 0,26-8-12 0,-6 4-10 15,1 4-10-15,-1-3-7 0,2 1-7 0,0 0-5 16,-1 1-9-16,-4-1-1 0,-2 0-9 0,-3 1-3 16,-2 0-3-16,0 0-5 0,-2-1-3 0,-3 2 3 15,2 0-9-15,-7 0-8 0,10 0-15 0,-10 0-29 16,5-3-42-16,-5 3-56 0,0 0-86 0,0 0-141 15,0 0-386-15,0 0 171 0</inkml:trace>
  <inkml:trace contextRef="#ctx0" brushRef="#br0" timeOffset="82618.92">16040 5477 64 0,'0'0'76'0,"-1"-5"8"16,1 5 7-16,0 0 10 0,0 0 12 0,-3-4 12 15,3 4 2-15,0 0-3 0,-1-4 7 0,1 4 4 16,0 0-6-16,0 0-5 0,0 0-15 0,0 0-4 16,0-5-12-16,0 5-2 0,0 0-10 0,-1-2 1 15,1 2 4-15,-3-4 2 0,3 4 1 0,0 0 0 16,0 0-2-16,0-5 0 0,0 5 13 0,0 0-10 15,0 0-4-15,0 0-1 0,0 0-5 0,0 0-2 16,0 0-8-16,0 0-5 0,0-6-4 0,0 6-3 16,0 0 15-16,3-4-17 0,-3 4-1 0,0-4 3 15,0 4 1-15,0 0 3 0,1-4 3 0,-1 4-6 16,0 0 2-16,0 0-8 0,0 0-7 0,0 0-13 16,0 0-10-16,0 0 1 0,0 0-11 0,0 0-27 15,0 0-30-15,0 0-22 0,0 0 9 0,0 0 3 16,1 13 4-16,-1-2 5 0,0-1 5 0,0 3 4 15,0 0 7-15,4 3 2 0,0-1 4 0,-3 2 3 16,2-1 0-16,-2-4 4 0,0 0 1 0,3 1-3 16,-1-4 3-16,-2-1 1 0,2-3 4 0,-2 2 0 15,-1-2 3-15,1-1 6 0,-1-2 26 0,0-2 32 16,0 0-8-16,9 0 0 0,-9 0 0 0,10-11-3 16,-3 3 8-16,0-1-12 0,5-3 0 0,-2-4-7 15,-1 2 2-15,4 0-10 0,-3-1 2 0,0 1-13 16,-1 4 4-16,-1 1-3 0,-2 3-6 0,-1 0-2 15,-2 0-4-15,3 2 7 0,-3 1-16 0,-1 1-1 16,-2 2-1-16,11 0-6 0,-5 5 5 0,4 2-6 16,-1 1 8-16,0 1-3 0,1 3 0 0,3 3 35 0,0-2-7 15,2 3 4-15,-1-2 0 0,5 6-3 16,2-3 0-16,-6-3-3 0,8 1-2 0,0 0 3 16,-5-4 3-16,1-4-2 0,-2 0 12 0,2-4-12 15,-1 0-17-15,-5-1 18 0,1-2-6 0,-3-3 7 16,0-1 1-16,1-1 18 0,-1-2 7 0,0-6 4 0,0 1 13 15,-3-3-32-15,-1-3 13 0,-1-2-4 0,0-5-2 16,-2-2-11-16,-4 2 1 0,-2-2-13 16,-2 0-6-16,-4-1-10 0,-1 6-8 0,-1 3-4 15,-4-1-15-15,1 4-18 0,-3 4-22 0,-1 3-17 0,-2 0-22 16,-3 4-27-16,4 0-26 0,-4 3-28 0,3 5-32 16,3 4-17-16,-2 2-27 0,6 3-32 0,-3 1-198 15,9-1-533-15,3 0 235 0</inkml:trace>
  <inkml:trace contextRef="#ctx0" brushRef="#br0" timeOffset="82936.14">16770 5463 145 0,'-1'-5'326'0,"-1"-6"-4"0,2 5 1 16,0-1 0-16,0 1-16 0,2 2-11 0,-2-1-18 15,1 0-17-15,-1 5-35 0,-1-7-22 16,1 7-17-16,0-3-26 0,0 3-18 0,0 0-22 16,0 0-16-16,0 0-41 0,1-4-28 0,-1 4-10 15,0 0 4-15,6 12-8 0,-5-5-2 0,1 3-3 0,0 2-2 16,1 1-3-16,-2-2 2 0,2 5-8 0,1 1-1 16,-2-1-7-16,1-2 7 0,-2 3 12 0,2-5-12 15,0 1-8-15,-2-3 13 0,3 2-7 16,-2-1-1-16,-1-5-20 0,-1 2-12 0,0-1-8 15,1-2-7-15,-1 0 1 0,1-2 7 0,1 1 4 0,-2-4 10 16,0 5 1-16,0-5-40 0,0 0-62 0,-11-14-73 16,4 6-69-16,-3-8-250 0,-7-1-558 0,3-9 246 15</inkml:trace>
  <inkml:trace contextRef="#ctx0" brushRef="#br0" timeOffset="83073.92">16702 5224 25 0,'0'-5'303'0,"-1"2"-28"15,1 3-29-15,-3-3-26 0,3 3-26 16,3-5-27-16,-3 5-38 0,0 0-22 0,0 0-13 16,0 0-30-16,0 0-27 0,14 10-23 0,-8-4-30 0,3 1-46 15,1 0-39-15,2 0-56 0,-2 2-100 0,1-2-278 16,1-1 123-16</inkml:trace>
  <inkml:trace contextRef="#ctx0" brushRef="#br0" timeOffset="83752.62">17190 5136 73 0,'3'-11'405'15,"-2"6"-5"-15,4-3-10 0,-4 0-24 0,1 4-25 16,0-1-41-16,-1 2-32 0,1-1-30 16,-2 4-47-16,1-3-67 0,-1 3-50 0,0 0-8 0,4 10-5 15,-2 2-5-15,1 5-8 0,1 1-7 0,1 13-3 16,0 3-3-16,0 1 1 0,0 11-5 0,-1-9 2 15,1-3-4-15,-1 2 1 0,2-2-6 0,-1-3 0 16,3 3 1-16,-4-7-8 0,-1 0-10 16,-1-8-11-16,2-3-3 0,-3-4-6 0,2 0 0 0,-1-6 1 15,-2 2 6-15,0-3 5 0,0-2 25 0,0 2 29 16,0-5 29-16,0 0-17 0,0 0-1 0,0 0-7 16,-21-12-7-16,4 2-15 0,-3-4-11 0,-7 0-19 15,-1 1-11-15,-2-4-1 0,2 3-1 16,0-2-2-16,1 5 3 0,-2-4 1 0,5 3 4 0,6 3-1 15,1 2 5-15,6 1-4 0,0 0-1 0,1 2 0 16,4 0 2-16,-1 1 0 0,2 1-5 0,4-2-9 16,1 4-20-16,0 0-10 0,13-5-13 0,4 2 2 15,5 1-22-15,12 2-16 0,2-1-27 16,17-1-19-16,-2 0-10 0,0 0-4 0,0-2 5 0,-10 1 9 16,0-1 5-16,-4 2 17 0,-1-2 12 0,-4-4 15 15,-3 1 27-15,-8 1 24 0,-1-2 40 0,-2 0 45 16,-4 1 28-16,0-4 26 0,-4 3 25 0,-2-2 54 15,1 0 7-15,-1-2 21 0,-3 3 11 16,-1-2 10-16,2 5 2 0,-3-1-6 0,-1 2-8 0,-1 2-16 16,2-4-22-16,0 5-22 0,0-1-29 0,-3 3-13 15,2-5-39-15,-2 5-47 0,0 0-66 0,0 0-8 16,0 0 18-16,3 17-1 0,-5-8 9 0,2 9-2 16,-5 2 12-16,1 8 1 0,-2 4 3 0,-1-3-2 15,-2 5 7-15,2-3-4 0,-1-4-27 0,3-1-12 16,-2-6-7-16,5-4-6 0,-1-3 9 0,-2-4-1 15,5-1 8-15,-1-3 6 0,-2-1 36 0,3 1 40 16,-1-2 40-16,1-3 4 0,0 0-14 0,0 0 0 16,18-10-10-16,-8 3-3 0,3-5-7 0,-3 4-7 15,3-4-6-15,2 3-4 0,-3 1-4 0,-1 1-2 16,-1 0-5-16,-2 3-21 0,4 0-3 0,-2 0-43 16,1 4-10-16,3 0-28 0,-1 2-30 0,5 4-30 15,0 2-39-15,-3 2-49 0,2 2-69 0,5 5-98 16,-8-5-230-16,1 0-680 0,-5-7 301 0</inkml:trace>
  <inkml:trace contextRef="#ctx0" brushRef="#br0" timeOffset="85151.92">19702 5158 125 0,'-1'-1'236'0,"1"1"-13"16,0 0-12-16,0 0-10 0,0 0-21 0,0 0-13 15,0 0-21-15,-4-3-14 0,4 3-13 0,0 0-16 16,0 0-7-16,0 0-14 0,0 0-10 0,0 0-6 16,0 0-7-16,0 0-12 0,0 0-4 0,0 0-6 15,0 0 0-15,0 0-4 0,13-2-7 0,-8 0 1 16,1 2-6-16,2-4 1 0,-3 3-2 0,2-1-2 15,0 1-2-15,0 0 0 0,-1-2-4 0,-1 0 4 16,2-1-3-16,-1 2-1 0,-1-2 2 0,-2 3 2 16,1-2 2-16,-1 2-3 0,-3 1 5 0,4-4-5 15,-4 4 0-15,3-3-4 0,-3 3-4 0,0 0-3 16,0 0-3-16,0 0-1 0,0 0-1 0,0 0-1 0,-27 8 1 16,12-5-3-16,-2 4-1 0,-5 3 4 15,3-4-5-15,0 5 4 0,-3 4-1 0,-1 1 0 16,0-1-3-16,9 0 3 0,-5 3-3 0,7-1-1 0,-5 5 5 15,5 0-1-15,3 4-2 0,4-9 5 16,5 3 1-16,0-3-2 0,4 3 3 0,5-4 5 16,1 0 2-16,14 4-3 0,3-3-2 0,8-5 3 15,18 3-4-15,4-5 3 0,1-1 0 0,6-8 3 16,0 1-5-16,-5-2-1 0,-3-3-2 0,-1-6-1 0,-13 6-4 16,-5-2 5-16,2-6-4 0,-2 2 4 0,-5-5 0 15,0 0 3-15,-3-1 3 0,-5-2 10 16,-2-4 18-16,-4 1 19 0,-4 6 10 0,-3-1 6 15,0 0 9-15,-5-2 2 0,-2 3 11 0,0 2 3 16,-3-1-9-16,-2 2 2 0,-1 1-20 0,1 1-4 0,-4 0-16 16,-1 1-4-16,-6 3-9 0,1 1-10 15,-3 1 0-15,-6 3 6 0,1 2-17 0,1 3 0 0,-1 0-5 16,0 3-17-16,2 1-9 0,3 5-5 16,3 1-8-16,-2 2-3 0,3-3-4 0,2 3 5 0,3 1 0 15,2-1 6-15,3-4 1 0,2 3 6 0,3-4 4 16,6 1 4-16,5 0 6 0,0-4-2 0,14-1 2 15,0-4 1-15,4-2 2 0,-2-2 2 0,3-5-2 16,-4 1-1-16,-2-4 4 0,-3 2-2 16,-7-4 4-16,0-1 1 0,-1-1-3 0,-4-4 3 0,-1 2 3 15,-4-3 2-15,1 0 5 0,-3-2-6 0,-5 2 4 16,-2 0-1-16,0 0-4 0,-5 1-4 0,0 3 0 16,-4 3-3-16,0 0-2 0,-4 1-2 0,-2 0 0 15,-2 4-5-15,-4-1-9 0,0 4-13 16,-7 2-16-16,7 4-23 0,1 0-31 0,1 1-40 0,1 3-34 15,3 1-22-15,3 0-34 0,3 3-210 0,4-2-477 16,9-1 211-16</inkml:trace>
  <inkml:trace contextRef="#ctx0" brushRef="#br0" timeOffset="85552.42">20874 5242 202 0,'4'-7'381'0,"-3"0"-18"16,3 0 13-16,-3 2-6 0,-1 0-17 0,3 1-25 0,-3 0-49 16,0 4-16-16,1-5-33 0,-1 5-28 0,2-4-37 15,-2 4-48-15,0 0-53 0,0 0-35 0,0 0 10 16,0 0-6-16,3 10-23 0,-3-3 9 0,0 2-4 16,-1 0-2-16,1 4-1 0,0 4-1 0,-1-2 3 15,0 3-2-15,-1-1 2 0,2 0-4 0,0-4 0 16,0-1 2-16,-1 0 6 0,2-5-12 0,-2 1 0 15,2-4 24-15,-2 2-11 0,1-2-5 0,0-1 18 16,0-3 27-16,0 0 38 0,0 7 30 0,0-7-2 16,0 0-14-16,6-11-10 0,2 2-11 0,0-2-14 15,1-2-3-15,1-1-7 0,1-3-11 0,1 0-2 16,0 5-8-16,0 2 3 0,-3-2-5 0,-4 5-10 16,1 1-6-16,-2 2-6 0,0-1-4 0,0 3-8 15,0-3-22-15,-3 3-19 0,-1 2-50 0,8 0 14 16,-8 0 6-16,7 4-4 0,-3 1-9 0,5 2-6 15,0 3-11-15,4 2-16 0,-3 1-21 0,4 1-27 16,-2 1-26-16,1-3-33 0,-1 4-42 0,0-5-40 16,-3-1-275-16,1-3-620 0,-4-3 274 0</inkml:trace>
  <inkml:trace contextRef="#ctx0" brushRef="#br0" timeOffset="85902.31">21407 5130 78 0,'3'-4'370'0,"-1"2"-27"16,0-1-36-16,-2 3-33 0,3-5-34 0,-3 5-28 15,0-4-37-15,0 4-45 0,0 0-20 0,0 0-12 16,0 0-11-16,-10 9-8 0,2-2-10 0,-1 1-3 16,-5 2-7-16,0 1-9 0,-1 0 1 0,1 2-10 15,-4-3-6-15,6 3-1 0,-1-1-3 0,5-3-5 16,-1 2-5-16,1-1-3 0,-1 5-1 0,4-5-3 15,4 2-1-15,1-2 2 0,0 1-3 0,1-1-1 16,4 2 1-16,2-4-2 0,3 1 4 0,3 0-5 16,4 2 2-16,0-1-3 0,4-2 2 0,-1-1-5 15,-3 1 5-15,0 0-6 0,-4-3-16 0,-1 0-15 16,-2 0-14-16,-5-3-2 0,0 1 7 0,-1-1 2 16,-4 2 5-16,0-4 5 0,-5 8 3 0,-7-5 2 15,-1-1 3-15,-6 0-1 0,-1 0-11 0,-2 1-5 16,2-3-19-16,-7 0-24 0,-1 0-28 0,0-2-35 15,1-3-37-15,5 3-200 0,6-3-406 0,5-2 179 16</inkml:trace>
  <inkml:trace contextRef="#ctx0" brushRef="#br0" timeOffset="87212.93">21792 4971 270 0,'-3'-9'400'0,"2"1"14"0,-2 3-41 0,2-2-34 15,0 3-39-15,-1 1-31 0,0-2-36 0,2 5-32 16,-1-2-67-16,1 2-38 0,0 0-14 0,0 0-12 16,5 17-4-16,-2-3-5 0,0 3-6 0,2 10-11 15,0-1 6-15,0 4-16 0,-2-1-9 0,3 4 8 16,-3-2-4-16,1-2-3 0,-2 1-1 0,2 1-1 15,-3 1-1-15,1-3 0 0,0-5 0 0,-2-5-8 16,0-2 1-16,0-5 1 0,0-1-2 0,2-2-2 16,-2-2-2-16,0-2 6 0,0 0 3 0,2-1 5 15,-2 0 44-15,0-4 11 0,-2 4 21 0,2-4-8 16,0 0-3-16,0 0-12 0,0 0-10 0,-13-11-9 16,3 5-13-16,1-2-17 0,-7-3-18 0,-2 1-25 15,-8-4-7-15,-4 3-8 0,1-1-9 0,-6 0 0 16,1 3-4-16,0 1 15 0,4 3-8 0,2-2 3 15,9 4-9-15,2 1 3 0,4-1-10 0,4 3-20 0,3-1-19 16,2 1-18-16,-4 0-11 0,8 0 9 16,0 0 13-16,0 0 4 0,22 1-9 0,6 0-5 15,9 2-4-15,18-1-4 0,4 0 5 0,4-2-14 16,1 2-2-16,-2-1 4 0,-2-1-2 0,-5 0 6 16,-14-3 3-16,-3-1 9 0,-1 3 8 0,-5-3 17 0,-9 1 23 15,-5-2 44-15,-4 1 56 0,-2-1 26 16,-1 0 11-16,-4-2-1 0,-4 2 1 0,0-2 4 15,-2-1-10-15,-1 3-2 0,-2-1-5 0,-1 0-6 16,-2 0-6-16,-1 0 4 0,-2 0-14 0,2 1-5 16,-1 2-6-16,1 0-6 0,-7 3-4 0,4 0-4 0,-5 2-2 15,1 1-4-15,-4 2-3 0,2 3 1 16,-2 1-6-16,1 1 1 0,-2 2-2 0,7 2 0 16,-2 3 4-16,4-1-14 0,0 0-8 0,3 1-12 15,-1-2-8-15,5 1 6 0,1-2 2 0,2-2 5 16,0-2 8-16,4-2-1 0,0 1 3 0,3-4 2 0,0 1 1 15,6-5 1-15,-3 2 5 0,3-6 7 0,0-1 9 16,0-4 17-16,0 3 14 0,-1-7 13 16,1 1 4-16,0-2 11 0,-5-3-1 0,4-1-4 15,-3 2-1-15,-1-1-7 0,-1 0-3 0,-2 2-1 16,-2 3 21-16,0 2 8 0,-1 2 2 0,0 2-8 0,0 1-12 16,-2-1-10-16,0 1-15 0,1 3-45 0,-2 1-43 15,2-7-40-15,-2 7-16 0,0 0 1 16,0 0 3-16,0 0-8 0,1 12 2 0,-1-5-8 15,2-1 9-15,2 5-2 0,-1 1 0 0,4-2-2 16,3 2-1-16,2 1-8 0,5 0 4 0,-2-4 7 0,2-1-6 16,1 1 1-16,1-4 7 0,-1-2 6 0,-4-2 8 15,-1-1 29-15,1-3 34 0,-1 3 38 0,-2-3 37 16,0-3 35-16,-1-3 28 0,-1-2 30 16,1-1 26-16,-1-3 1 0,1 1 14 0,-5 2 22 15,-1-2-2-15,1 2-3 0,-1 2-2 0,0-1 5 0,-1 2-3 16,0 1-3-16,-1 1-14 0,0 2-21 0,-1 0-22 15,1 3-19-15,0-1-35 0,-2 3-38 16,0-4-52-16,0 4-57 0,0 0-42 0,0 0 5 16,0 0 24-16,-2 12-8 0,-1-3 10 0,-4 1 7 15,2 7 10-15,-2 0 11 0,-1 7-24 0,1 1-7 0,-1-8-5 16,2 1 4-16,2-3-7 0,0-5-1 0,0-2 8 16,3-1 9-16,-1 0 9 0,1-2 34 0,0-2 43 15,-1-1 40-15,2-2 72 0,0 0-12 16,0 0-8-16,0 0-12 0,14-17-15 0,-7 8 3 15,5-5-21-15,-1-2-3 0,2-4 2 0,2 4-18 0,-4 0-17 16,2 2 6-16,0-1-2 0,-4 4-10 0,1 1 4 16,1 1-6-16,-5 1 4 0,3 2-12 0,-5 2-8 15,1 0-9-15,-2 0-23 0,-1 1-28 0,5 1-13 16,-1 2-4-16,-6 0-2 0,18 4-12 0,-8-1-5 16,3 3 1-16,0 0-15 0,4 1-7 0,0 2-6 15,2-1-7-15,-5 0-8 0,4-2-3 0,0 2-1 16,-8-4 9-16,2 1 14 0,-1-2 11 0,-3-3 13 15,-3 1 8-15,2-3 15 0,-1-2 20 0,-1 0 12 16,-1-3 20-16,0 1 21 0,0-5 18 0,-1 1 12 16,0-1 10-16,0-1 18 0,-1-5 21 0,3 0 16 15,-2-2-3-15,-1 0 14 0,1-1-1 0,-2 2-4 16,2 0 2-16,2 1 0 0,-3 5 2 0,-2 2-2 16,2 1-10-16,-1 3-12 0,-1-1-18 0,1 4-25 15,1-1-54-15,-2 4-73 0,0 0-8 0,0 0 5 16,0 0 12-16,2 17 5 0,-4-2 7 0,2 3 9 15,-4 7 7-15,1 2 0 0,2 1 12 0,-3 2 3 16,0 1 2-16,3 1-17 0,-1-1-15 0,4 6-16 16,-2-8-12-16,-2-9-15 0,5-2-8 0,-4-1-18 15,1-4-21-15,0-5-26 0,0 0-9 0,0-3 18 16,-2 0 16-16,2-5-31 0,0 0-224 0,0 0-436 16,-11-14 194-16</inkml:trace>
  <inkml:trace contextRef="#ctx0" brushRef="#br0" timeOffset="87485.48">22677 5121 122 0,'-8'0'223'0,"2"0"-16"0,0-1-19 16,6 1-20-16,-9-4-15 0,9 4-12 0,0 0-21 16,0 0-4-16,0 0 5 0,0 0 7 0,23 5-3 15,6-2-3-15,10-3-19 0,18 0-11 0,4 0-8 16,7 0-6-16,24-3-10 0,-27 3-3 0,26-3-7 15,-35-1-9-15,0 2-1 0,-17-1-6 0,-6-2 17 16,-5 5 28-16,-9-4 34 0,-6 3 28 0,0-1 24 16,-3 0 9-16,-5 2-3 0,3-3-7 0,-3 3-16 15,-5 0-18-15,5-2-27 0,-5 2-38 0,0 0-54 16,-9-8-56-16,-1 6-45 0,-2 1-47 0,3 1-54 16,-1 1-55-16,-3 1-59 0,-1-1-249 0,8 1-591 15,-2 0 261-15</inkml:trace>
  <inkml:trace contextRef="#ctx0" brushRef="#br0" timeOffset="88651.93">24678 4985 202 0,'0'0'256'0,"-4"-6"-18"0,4 6-11 16,-1-3-11-16,1 3-15 0,0 0-18 0,-4-2-18 15,4 2-17-15,0 0-14 0,0 0-17 0,0 0-14 16,-2-3-13-16,2 3-8 0,0 0-10 0,0 0-12 15,0 0-9-15,0 0-6 0,0 0-8 0,0 0-6 16,0 0-3-16,0 0-4 0,0 0 0 0,13-3-3 16,-6 2-3-16,3-3-6 0,7 0-4 0,-3-1-3 0,3 0-4 15,2-2 1-15,-4 0 2 0,3 0-1 0,-1-3 0 16,-2-1 1-16,-1 0-6 0,-1 0 5 16,2 1-2-16,-3-1 6 0,-5 2 6 0,1 1 7 15,-1-1 6-15,0 4-1 0,-6-3-2 0,1 4-4 16,0 0-5-16,-6-2-2 0,4 6-2 0,-10-4-5 0,-1 4-3 15,-8 2 0-15,-5 5-1 0,-11 1-3 0,0 6 1 16,-8 5 1-16,8 1 0 0,-9 5-3 16,3 1 0-16,10-3 0 0,-7 9 0 0,8-8-1 15,-3 11 0-15,9-8 0 0,3 0 3 0,2 1-2 16,8 2 2-16,4-5 1 0,5 2 0 0,5-1 3 0,10-1 1 16,8-4 2-16,8-3 0 0,18-2-5 0,10-2-6 15,3-9-16-15,6-2-26 0,26-2-23 16,-4-2-16-16,-20-6-31 0,-3 0-34 0,-1-4-33 15,-3-1-42-15,-4 1-121 0,-4-4-375 0,-7-2 167 0</inkml:trace>
  <inkml:trace contextRef="#ctx0" brushRef="#br0" timeOffset="88967.9">25499 5124 184 0,'3'-12'219'0,"1"2"4"16,-4-1-8-16,-4 0-9 0,2 2-12 0,-1-1-15 0,-3 2-20 16,1 1-15-16,-3 0-16 0,1 2-11 0,0 0-17 15,-2 5-12-15,-4-2-10 0,2 4-9 0,-3 1-6 16,-4 1-8-16,-1 5-7 0,-2 0-4 0,-2 6-5 15,2 1-7-15,0 1-3 0,1 2-4 0,2 1-3 16,1 4 0-16,2-2-3 0,6-5 0 16,-2 7-5-16,3-7 0 0,3 0-2 0,3-1 3 0,1-1-2 15,2-4 1-15,6 3 0 0,-1-3 4 0,4-3 4 16,6 1 1-16,3-6 3 0,3 0-1 0,6-4 0 16,1-2-3-16,-2-5 1 0,1 0 12 0,-9 1 18 15,0-1 11-15,-1-4 5 0,-1 0 3 16,-4-1-8-16,0 0-5 0,-1-2-7 0,-4-1 1 0,2-1-15 15,-7-1-2-15,0 1 1 0,-1 0-9 0,-4 0-1 16,-2 3-10-16,-2 2-2 0,-5-3-13 0,-3 6-18 16,0 1-3-16,-3 2-4 0,2 0-14 0,-4 4-14 15,-1 2-18-15,1 0-27 0,0 2-33 16,1 4-31-16,2 0-40 0,1 2-32 0,4 1-217 0,5-4-485 16,4 2 215-16</inkml:trace>
  <inkml:trace contextRef="#ctx0" brushRef="#br0" timeOffset="89335.15">25831 5219 20 0,'0'0'300'0,"0"0"-13"0,0 0-22 0,-3 5-14 15,3-5-17-15,0 0-21 0,0 0-25 0,0 0-18 16,22-8-17-16,-11 3-16 0,7-2-14 0,2 1-10 16,5-6-12-16,-5 5-10 0,1-2-8 0,-4-2-7 15,-1 2-1-15,2-3 4 0,-3 0 11 0,-2-1 3 16,-4 2 1-16,4-1-16 0,-5 2 4 0,-3 1-1 16,-1 1 0-16,-2 1 2 0,1 1-19 0,-3 0-17 15,-4 1-10-15,-1 2-3 0,-7 1-6 0,-8 2-3 16,-10 2-6-16,2 6-5 0,-5-1-6 0,4 3 2 15,2 2-6-15,3 1-3 0,6-2-2 0,-3 5 1 16,7 0-1-16,3 0-18 0,3 1 2 0,8 0 11 16,5 7-1-16,14-2-16 0,13-2-29 0,19 1-55 15,11-4-69-15,31-7-123 0,-27-8-239 0,34-6-582 16,-5-9 258-16</inkml:trace>
  <inkml:trace contextRef="#ctx0" brushRef="#br0" timeOffset="90735.85">26515 4899 175 0,'4'-13'247'16,"-1"1"-9"-16,1 1-12 0,0 0-8 0,1-2-11 0,-1 7-13 15,-2-2-16-15,0 4-12 0,0-1-24 0,2 1-19 16,-3 1-24-16,-1 3-15 0,0 0-11 0,8 10-5 16,-6 4-9-16,2 3-7 0,0 11-5 0,-4 1-6 15,0 5-4-15,-4 0-3 0,2 14-4 0,-1-13-4 16,-1 14-3-16,-2 1-1 0,1-3-2 0,5-1 1 16,1 0 2-16,2-15-4 0,-1 1-1 0,1-4-2 15,-1-2 2-15,2-8-5 0,-1-1 4 0,-1-5-4 16,1-2 0-16,0-1 14 0,-1-4 23 0,-2 1 49 15,1-3 54-15,1 0 46 0,-2-3-13 16,0 0-23-16,6-10-20 0,-4 3-11 0,0-2-12 0,0-2-16 16,-2-5-19-16,-4 1-22 0,-1-9-30 0,-1 5-23 15,-2 0-37-15,-3-4 1 0,-4 0 0 0,-5 3-3 16,0 1-6-16,5 7 6 0,-10-7 5 0,2 5-2 16,4 3 7-16,0 4-5 0,2 0 6 0,2-1-5 15,4 4 7-15,1 1 0 0,4-1-8 0,-1 1-26 16,1 0-17-16,4 1-30 0,2 2-3 0,0 0 12 15,0 0-3-15,0 0-5 0,23 0-6 0,5-2-13 16,-6-1-10-16,12 1-5 0,-1-2-7 0,1 1 0 16,-2-2 6-16,-1-1 7 0,-1 0 14 0,-1-4 8 15,-1 1 11-15,-1-4 13 0,1-4 23 0,-5 1 18 16,0-6 21-16,2 1 17 0,-2-4 18 0,-2-2 18 16,-1 2 17-16,-3-2 17 0,-3 2 14 0,3 1 15 15,-11 6 23-15,2 1 3 0,0 2 10 0,-3 4 10 16,0 1 11-16,-4 1-14 0,3 4-11 0,-1-1-19 15,-1 1-36-15,2 1-9 0,-4 2-54 0,0 2-19 16,0 0 0-16,0 0-2 0,4 19 5 0,-8-3-2 16,3 12-2-16,-4 1 3 0,-2 2-6 0,2 5 5 15,-6 8-1-15,-1 5-2 0,4-4 3 0,2-8 3 16,-2 9-2-16,5-12 7 0,1 2-3 0,4-2-2 16,0-1 7-16,2-4 1 0,1-2-3 0,1-7 3 15,-2-1-1-15,1-5 0 0,-1-2 3 0,3 1 2 16,-5-7 2-16,2 0 14 0,1-1 38 0,-2-3 37 15,-1 1 22-15,-2-3-11 0,0 0-3 0,12-5-5 16,-8 0-22-16,1-5-18 0,-4 3 20 0,3-5-7 16,-2-5-19-16,-2-2-14 0,0 0-12 0,-6-4-40 15,2 3-13-15,-3-6-10 0,-6 4-9 0,-4 1 5 16,0 2-6-16,-3 0 9 0,2 6 5 0,0 3 1 16,0-1-1-16,2 2 12 0,3 3-2 0,4 1-5 15,-1-1 2-15,2 5-7 0,4-3-17 0,-1 0-21 16,1 4-21-16,4 0 5 0,0 0 1 0,0 0 5 15,23-4 0-15,-1 4 4 0,10-3 3 0,6 2 6 16,-2 0-1-16,3-2 0 0,12-1-2 0,-16 0 4 16,1 0 0-16,-4 2 6 0,-1-1 4 0,-3-2 12 15,-8 0-2-15,0 1 17 0,-3 0 25 0,0 0 30 16,-4 0 21-16,-5 0 31 0,3 0 27 0,-5 2 13 16,-2-3 7-16,1 3 5 0,-1-1 0 0,1 2-3 0,-3-2-7 15,-2 3-14-15,3-2-13 0,-3 2-12 16,5-3-14-16,-5 3-13 0,0 0-13 0,4 0-27 15,-4 0-26-15,0 0-33 0,0 0-7 0,0 0 7 16,0 9 11-16,0-2-6 0,0 3 7 0,-2 1-1 16,0-1 9-16,1 1-1 0,1 3 1 0,0-2 11 15,0 5 0-15,0-7-22 0,0 3-22 0,1-1-16 16,1-3-19-16,0 1-17 0,0-2-26 0,0 3-25 16,-4-6-23-16,4 0-11 0,-2-2-12 0,0-3-73 15,0 0-231-15,0 0-545 0,0 0 242 0</inkml:trace>
  <inkml:trace contextRef="#ctx0" brushRef="#br0" timeOffset="90875.95">27277 4901 211 0,'0'-11'378'0,"0"2"-2"0,0 1-18 16,0 2-51-16,0 2-26 0,0-2-60 0,0 6-61 0,0-4-69 16,0 4-61-16,0 0-12 0,0 0-27 0,0 0-32 15,11 11-37-15,-4-4-55 0,2 2-53 16,0-2-145-16,0 4-358 0,0-5 158 0</inkml:trace>
  <inkml:trace contextRef="#ctx0" brushRef="#br0" timeOffset="91438.95">27666 5057 249 0,'0'0'358'0,"0"0"-24"0,-3 4-20 0,3-4-34 15,0 0-20-15,0 0-34 0,0 0-23 16,0 0-36-16,0 0-34 0,0 0-28 0,23-4-21 16,-10 1-24-16,2 1-24 0,3-1-18 0,1-2-12 15,2-2-12-15,-1 2 0 0,0-2-3 0,-1 2 7 16,-4-2 0-16,-2-1-4 0,-3 3 5 0,2-4 0 0,-4 4 16 16,-1 0 16-16,-1-1 6 0,-2 2 1 0,-1 1-3 15,2-3-5-15,-3 3-5 0,-2 3-7 16,0-5-4-16,0 5-4 0,0 0-6 0,-18 3 4 15,7 1-6-15,-7 4 0 0,3-2-2 0,-3 5-1 0,-1 0 1 16,3-1-3-16,-3 3-2 0,6 1 3 0,-2-2 1 16,2 0-4-16,1 3 2 0,5-5-3 0,1 2 1 15,3 0 3-15,0-1-1 0,6 0 2 16,0 1 4-16,7-3 2 0,5-1 5 0,3 1-5 16,10 0-1-16,3-4 1 0,3-2-2 0,1-2-7 0,-1-2-2 15,2-2 4-15,-1-2 0 0,-3-3-2 0,-3-1 3 16,-3 0 1-16,-2-3 11 0,-6-1 9 0,-2 0 15 15,-2-2 4-15,0 0 12 0,-1-1 16 0,-3 0 26 16,-2 0 23-16,0 0 28 0,-3 4-1 16,-1 1 28-16,1 4 7 0,-4-2 5 0,0 4-6 0,2-1-20 15,-2 1-16-15,-1 3-22 0,3-2-18 0,-3 4-32 16,2-3-40-16,-2 3-45 0,3-3-47 0,-3 3 3 16,0 0-3-16,-1 12 10 0,-2-4 6 0,-1 6 5 15,0-2 7-15,2 5 9 0,-3 1-1 0,2-1 1 16,-1 0 9-16,3 2-5 0,-3-4-9 0,4 3-23 15,0-6-13-15,0 0-20 0,0 0-15 0,0-2-19 16,-1-4-10-16,2 1-32 0,-2 1-6 0,1-3 8 16,0 1 22-16,-3-4 12 0,3-2-64 0,0 0-76 15,0 0-198-15,-14-11-502 0,12 3 222 0</inkml:trace>
  <inkml:trace contextRef="#ctx0" brushRef="#br0" timeOffset="91573.93">28118 4804 259 0,'0'-7'322'0,"0"1"-17"16,0 1-26-16,0-1-31 0,0 4-32 0,0 2-58 16,0-7-61-16,0 7-39 0,5-1-41 0,-5 1-36 15,14 5-52-15,-5 0-52 0,3 2-168 0,3 1-316 16,-5-2 140-16</inkml:trace>
  <inkml:trace contextRef="#ctx0" brushRef="#br0" timeOffset="91968.04">28417 5121 194 0,'0'0'291'0,"-1"3"-33"0,-2-1-28 15,3-2-22-15,0 0-21 0,9 4-20 0,4-4-20 16,0-1-22-16,6 1-18 0,4-1-19 0,5-2-18 15,0 2-17-15,2-2-3 0,-1-5-7 0,-1 4-3 16,-9-2-6-16,3-2-4 0,-4-1-1 0,1-2-2 16,-4 2-1-16,1-3-4 0,-2 0 2 0,-3 1 12 15,-2 0-2-15,-4 0 1 0,-1 4 11 0,1-3 19 16,0 4 6-16,-5-5-7 0,0 5-6 0,-3-4-12 16,0 2-3-16,1 2-5 0,-4-2-9 0,-3 3 0 15,0 1-4-15,-5 1-7 0,-5 3-3 0,0 0-3 16,-3 0-21-16,-6 5 1 0,0 0-1 0,10 1 0 15,-1 2-1-15,-3 2 1 0,8 0-9 0,-5 0-8 16,6 2 2-16,2 1-7 0,1 3-8 0,4-4-4 16,3 0-3-16,4 0 1 0,3 3-4 0,5-1-6 15,6 0-9-15,9 0-17 0,3-3-18 0,4 0-24 16,6-5-17-16,0-4-29 0,-1 2-24 0,-2-5-110 16,-4-2-327-16,0 1 144 0</inkml:trace>
  <inkml:trace contextRef="#ctx0" brushRef="#br0" timeOffset="92917.92">28864 5126 878 0,'21'-5'11'0,"-5"-7"35"0,0 0 29 0,-5 1 38 16,0-5 17-16,3 2 19 0,-4-2 16 0,-4 0 28 15,2-1 12-15,-3 2 14 0,-1 4 19 0,0-1 27 16,0 0 8-16,-1 4-18 0,1 0-10 0,-4 2-22 16,2 1-29-16,1 0-25 0,-3 3-28 0,0-2-48 15,0 4-51-15,0 0-55 0,0 0-25 0,0 0 6 16,0 0 5-16,5 11-2 0,-7 0 7 0,2 1 5 16,-2-2 0-16,2 8 0 0,-1 1-5 0,1-1-15 15,0 1-11-15,-3 2-6 0,3-4-6 0,0 0-3 16,-2 0 7-16,2-5-8 0,0-3 3 0,-2 2 8 15,2-6 10-15,0 2 24 0,0-2 42 0,0-5 28 16,0 0-3-16,8 0 5 0,-8 0-9 0,13-11-9 16,-4 5 13-16,1-6-7 0,-1 1 5 0,4-4-7 15,0 0-1-15,0 1-5 0,-2-1 3 0,2 2 0 16,-3 1-4-16,2 1 11 0,-6 5 6 0,2-4-11 16,-4 6 0-16,0-1-8 0,0-1-20 0,0 5-19 15,-1-2-18-15,2 3-3 0,-5 0-4 0,13 3-6 16,-2 1-5-16,-2 3-6 0,2-2 0 0,5 5-6 15,-2-2 10-15,4 4-5 0,-4 0-10 0,5-4-10 16,-1 1-7-16,-1-1 1 0,-5-3-3 0,0 1 10 16,-2-3 9-16,-2-1 8 0,0-1 3 0,-2 0 7 15,2-5 11-15,-2 2 20 0,2-6 15 0,-3 1 17 16,1-1 14-16,-2-3 21 0,4-5 12 0,-4 2 5 16,-1-4 11-16,3-7 11 0,-1-1 5 0,-1-2 5 15,4 3-6-15,-4-5-4 0,4 1-1 0,-3 4-10 16,0-3 3-16,0 9-2 0,3 2 3 0,-7 5 6 15,3 1-11-15,-3 4-7 0,2 2-14 0,-2-2-14 16,-1 2-31-16,3 2-65 0,-2 1-53 0,-1 2 5 16,0 0 8-16,4 8 15 0,-4 4 4 0,4 4 11 15,-4 1 1-15,0 4 10 0,-3 7 4 0,3 4 4 16,-4-2 6-16,3-2 4 0,-4 1 2 0,-2 1-10 16,2-5 8-16,5 1-8 0,-6-11-6 0,2 2-2 15,3-5 5-15,-3-2 2 0,1-3 6 0,2 0 4 16,0-2 8-16,1 0 6 0,-3 1 6 0,2-2 25 15,-3-3 14-15,4-1-7 0,0 0-8 0,-16-4-4 16,5-4 7-16,-3 0-4 0,0 0-2 0,-5 1-5 16,-5-5 8-16,5 2-12 0,-7-4 1 0,8 3-3 15,0 4 2-15,3-4 0 0,1 3 8 0,3 0-7 16,2 2-4-16,2 0 6 0,1 2-11 0,3-1-11 16,-1 0-17-16,4 1-27 0,5-1-13 0,4 0-4 15,9-5-5-15,8 4 3 0,8 0-12 0,2 0-3 16,2 0 3-16,17 0-1 0,-5 0 7 0,3 1 5 15,-16-1 11-15,4 1 5 0,7-3 5 0,-11 5 7 16,-6-3 7-16,-2 0 10 0,-8 3 19 0,-7 1 37 16,0-2 33-16,-4 1 19 0,2 0 4 15,-6-1 0-15,-1-1 4 0,0 3-6 0,1-1 2 0,-2 0-6 16,0-1-11-16,-4-1-6 0,0 5-2 0,0 0-17 16,-4-5-7-16,-4 3-3 0,-1 2-5 0,-4 0-4 15,-5 5 1-15,4-3-7 0,-5 3 1 0,-2 2-1 16,3-2-2-16,-1 5 6 0,5-1-11 0,-4 1-3 15,5 2-9-15,-1-2-3 0,5-1-2 0,2 3 0 16,-1-2 3-16,7 2 3 0,1 0 1 0,7 3 4 16,-2 0 0-16,8-1 3 0,1 2-4 0,4 1 3 15,8 1-1-15,-3-1 2 0,2-3 1 0,0-2-1 16,-10-2-3-16,1 1 7 0,-1-2-4 0,-4-2-7 16,-1-2 1-16,-5-1 1 0,3 1 1 0,-3-2-11 15,-1 2 0-15,1 0 5 0,-5 2 3 0,-5-5 0 16,-2 5 5-16,-10-2 2 0,-13 4 0 0,-3-3-29 15,-6 0-40-15,-19 4-78 0,2-5-121 0,-7-5-175 16,4-1-481-16,3-5 212 0</inkml:trace>
  <inkml:trace contextRef="#ctx0" brushRef="#br0" timeOffset="95183.9">5181 6730 30 0,'0'0'164'15,"0"0"-14"-15,0 0-12 0,0 0-15 16,0 0-8-16,0 0-14 0,0 0-7 0,0 0-10 16,-1-5-7-16,1 5-8 0,0 0-10 0,0 0-3 0,0 0-10 15,0 0-2-15,0 0-6 0,0 0-7 0,0 0-1 16,0 0-7-16,0 0 2 0,0 0-6 0,0 0-6 15,0 0 5-15,0 0-4 0,14 9-3 0,-9-9 1 16,8 1-3-16,3 2 5 0,6-2-5 16,10 0-1-16,5-1 1 0,19-5 3 0,7 0-7 0,29-5 3 15,4-2-6-15,10-4 5 0,10 0 0 0,13-5-3 16,7 2-2-16,0-3 1 0,7 1 3 0,-1-1 8 16,1 0 11-16,-2 7 0 0,-12-4 6 0,-8 3-5 15,-11 5-1-15,-14-1-3 0,-32 6-4 16,0 2-1-16,-1 0 1 0,-6 4-2 0,-6 0-1 0,-11 2-6 15,-4 0 4-15,-3 1-2 0,-4-2-20 0,-1 3-5 16,-6-2-14-16,-4 0-17 0,1 1-23 0,-1-1-15 16,0-1-20-16,0-1-32 0,-5 0-114 0,0-1-268 15,2-1 118-15</inkml:trace>
  <inkml:trace contextRef="#ctx0" brushRef="#br0" timeOffset="95650.84">9113 6377 4 0,'-9'-1'181'0,"9"1"-10"0,0 0-15 0,-5-1-17 0,5 1-16 16,0 0-12-16,0 0-11 0,0 0-12 0,-9 1-14 15,9-1-5-15,0 0-11 0,0 0-7 0,0 0-6 16,0 0 1-16,0 0-5 0,17 3-3 0,2 0 6 15,11-3 7-15,9-3 6 0,22-4 2 0,35 0 4 16,6-5 2-16,8 3-5 0,5-3 0 0,-5 1 2 16,15-3-8-16,-1 4 0 0,-3 3-2 0,5-5-3 15,-9 2 1-15,-7 3-10 0,-9 5-7 0,-37-4-2 16,1 2-3-16,-6 1-2 0,-3 3-1 0,-16-2-3 16,-6 1-1-16,2 0-4 0,-8 1 0 0,-6 0-4 15,-9 0-11-15,2 1-28 0,-6-1-28 0,0 0-37 16,-3 0-31-16,2 1-5 0,0-1-32 0,-2 2-170 15,-6-2-356-15,18-4 158 0</inkml:trace>
  <inkml:trace contextRef="#ctx0" brushRef="#br0" timeOffset="96400.57">15326 6280 56 0,'0'0'132'0,"0"0"-15"0,0 0-17 0,0 0-2 15,0 0-15-15,0 0-5 0,0 0-12 0,0 0-3 16,0 0-12-16,24 3 17 0,4-3 3 0,9 0 1 15,26-5-1-15,35-2-1 0,9-1 2 0,12-2 1 16,13 1 2-16,10-6-2 0,19 6-8 0,3 1-6 16,8-1-3-16,2 2-8 0,-7 2 0 0,3 0-6 15,-15 1-5-15,-12 1 2 0,-17 5-1 0,-14-1-8 16,-13-1-1-16,-35 4-5 0,-7 1-4 0,-3-1 0 16,-16-1-3-16,-3-1 1 0,-3 1-11 0,-13-1-10 15,-2 2-8-15,-3-3-1 0,-5 2 1 0,1-3-6 16,-3 2 9-16,0-2 3 0,-7 0-10 0,8-3-86 15,-7-2-217-15,0 1-343 0,3-1 152 0</inkml:trace>
  <inkml:trace contextRef="#ctx0" brushRef="#br0" timeOffset="96967.92">21608 6009 2 0,'-6'1'126'0,"6"-1"-10"0,-6 1-12 0,6-1-10 0,0 0-13 15,0 0-4-15,0 0 5 0,0 0 0 0,0 0 3 16,19 1 0-16,0-3 2 0,13-1 1 0,20-2 0 16,8 0-13-16,34-5-2 0,6-2-2 0,11 0 0 15,13 0-10-15,10 2 1 0,14 0-7 0,-3 3-3 16,4-2-4-16,-2 3 1 0,-4 1-15 0,-12 4 1 15,-14-3-6-15,-12 1-1 0,-14 3-5 0,-34 1-3 16,-19 1-10-16,2-1-8 0,-3 2-10 0,-7-3-7 16,-9 0-9-16,-2 0-5 0,-8 1-2 0,0-1-1 15,-3-1 4-15,-2 1-5 0,-2-3-31 0,-4 3-32 16,0 0-55-16,-10-5-97 0,4 2-267 0,-1-1 118 16</inkml:trace>
  <inkml:trace contextRef="#ctx0" brushRef="#br0" timeOffset="97484.79">26016 5782 94 0,'-4'0'97'0,"4"0"-9"0,0 0 0 16,0 0-12-16,0 0 1 0,0 0 16 0,0 0 16 15,16 4 19-15,3-4 1 0,15-4 0 0,26 1-13 16,36 0-4-16,10-6-10 0,17 2-3 0,16 0-2 15,10-1-3-15,9 4-5 0,2-3-2 0,3 6-6 16,12 1-8-16,-2 0-8 0,-11 0-5 0,-5 1-3 16,-11 1-6-16,-12-4 0 0,-12 4-7 0,-9 0-5 15,-13-2-3-15,-34 3-5 0,-7-1-3 0,-9 0-2 16,-17-1-5-16,-2 1-5 0,-11-3-31 0,-4 4-32 16,-4-3-30-16,-4 3-47 0,-3-3-13 0,0 1-16 15,-5 3-186-15,0-4-367 0,0 0 164 0</inkml:trace>
  <inkml:trace contextRef="#ctx0" brushRef="#br0" timeOffset="99783.46">2857 7739 109 0,'0'0'150'0,"4"-6"0"0,-4 6-2 0,1-1 1 16,-1 1-7-16,4-4-6 0,-4 4-14 0,0 0-9 16,5-1-15-16,-5 1-8 0,0 0-14 0,0 0-10 15,0 0-10-15,0 0-9 0,0 0-7 0,0 0-4 16,0 0-5-16,-23 10 1 0,-1 2-4 0,-2 2-4 16,-6 1-6-16,1 2 1 0,-1 1-4 0,-1-1-1 15,0 5-3-15,1-1-5 0,1 0 3 0,2 0 13 16,2 0-15-16,-4-1-2 0,6 1 2 0,1-4-6 15,4-1-2-15,4-2 5 0,2-2-2 0,4-2-5 0,2 0 3 16,0-2-5-16,3 1 4 0,0-4-1 16,4 1 2-16,-2 2 2 0,6-3 0 0,-2 2-1 15,4 2 0-15,4-2 1 0,3 1 1 0,7 0-3 16,9 2 0-16,1 0 3 0,2-5-1 0,2 2 1 16,-1 2 1-16,0 0-5 0,0-1 12 0,-3 0-11 15,-1 1 3-15,-2-1-2 0,-9-1-5 0,3-1-2 16,-6 2-13-16,-5-1-4 0,0 0-1 0,-3 2 5 15,-2 0 3-15,-4 0 0 0,-4 2 6 0,-5 3 3 16,-11 5-2-16,-3-2 6 0,-6-1-5 0,-5 2 10 16,-14 4 5-16,-3-3 2 0,-4-3 7 0,5-2 11 0,-1 0-1 15,1-1-1-15,13-7 7 0,2 0 2 16,4-1 9-16,1-2 1 0,8-2 5 0,6-1 2 16,-1 0 15-16,7-1 18 0,1-1-4 0,-4 1-5 15,7-3-8-15,-1 2-16 0,4-2-14 0,0 0-21 0,-1-3-29 16,4 2-33-16,4-1-24 0,1 0-43 0,4 0-53 15,3-2-214-15,3 0-411 0,-1 1 182 16</inkml:trace>
  <inkml:trace contextRef="#ctx0" brushRef="#br0" timeOffset="100216.7">3286 8156 270 0,'0'-5'251'0,"0"5"-28"16,0 0-21-16,0 0-22 0,-5-3-20 0,5 3-16 0,-9 0-20 15,9 0-14-15,-11 3-10 0,2 2-12 0,-2-1-12 16,0 1-5-16,-3 7-8 0,-4 0-10 0,5-2-4 15,-3 5-9-15,1 0-4 0,2 1-4 16,4 0-4-16,-2 2-3 0,0 4-2 0,3-8-3 16,0 2-5-16,3 0 0 0,3 0 0 0,-1-4-2 0,2-2-1 15,2 0 0-15,0-1 0 0,2-2 1 0,2 2 7 16,0-4-3-16,4-1 7 0,3-1-1 0,2-2 4 16,-2-3-1-16,6-2-1 0,0-1 8 0,-1-2 18 15,-7 2 13-15,4-5 10 0,-5 0 3 16,1-2 0-16,1-3 11 0,-5-1-7 0,-2 1-6 0,1-2-2 15,-4 0-4-15,-2-1-8 0,-4 0-7 0,1 1-12 16,-2 0-1-16,-2 0-8 0,0 3-8 0,-3 4-9 16,-2 0-23-16,-4 1-11 0,7 4-13 0,-9 0-23 15,2 3-21-15,2 2-23 0,0 0-26 0,-4 2-35 16,6 1-41-16,-1 1-39 0,1 3-206 0,5-2-481 16,2-4 213-16</inkml:trace>
  <inkml:trace contextRef="#ctx0" brushRef="#br0" timeOffset="100616.65">3592 7940 45 0,'0'-8'361'0,"-2"1"-14"0,1 0-17 0,0 2-15 15,2-1-24-15,-1 1-21 0,0 2-28 0,-1-1-28 16,1 4-20-16,-2-6-30 0,2 6-40 0,0 0-50 16,0 0-43-16,0 0-12 0,0 0 3 0,-1 14-7 15,0-2-5-15,1 7 4 0,-4 9-7 0,1 3 0 16,0 1-1-16,-3 0-4 0,-1 1 3 0,3-1-5 16,0-3 2-16,2 2-2 0,0 0 4 0,1-4-1 15,0-3-2-15,2-5 1 0,-1-1 1 0,0 1-2 16,1-7 2-16,-1 0 0 0,2-5 1 0,-2 3 0 15,1-1 5-15,-1-1 5 0,1-3 12 0,-2-1 24 16,2 1 34-16,-1-5 7 0,0 3 7 0,0-3 10 16,0 3-5-16,0-3-2 0,0 0-4 0,0 0-11 15,0 0-18-15,0 0 9 0,0 0-22 0,0 0 10 16,0 0-12-16,0 0-31 0,0 0-52 0,0 0-40 16,0 0-57-16,0 0-55 0,3-12-80 0,-2 8-97 15,-1 0-194-15,0 4-599 0,-1-9 265 0</inkml:trace>
  <inkml:trace contextRef="#ctx0" brushRef="#br0" timeOffset="101249.88">3806 8185 77 0,'5'-4'425'0,"-5"4"-26"0,0 0-34 16,0-3-35-16,0 3-40 0,0 0-31 0,0 0-36 15,0 0-36-15,0 0-34 0,0 0-49 0,0 0-11 16,0 0-8-16,3 12-5 0,-3-5-11 0,0 3-7 16,-2 1-5-16,4-1-15 0,-2 2-25 0,0-2-9 15,0 3-15-15,1-2-6 0,-1-2-4 0,1 1 2 16,1 0-6-16,0-5 6 0,-2 1 2 0,0-2 1 16,1 1 5-16,-1-1 21 0,3-1 30 0,-3-3 27 15,0 0-1-15,0 0 0 0,0 0 6 0,10-6 9 16,-7 0-15-16,3-2-6 0,-1-1-3 0,0 0-9 15,3-2 0-15,-4 2-8 0,5-1-5 0,-7 5-2 16,2-1-10-16,0 0-3 0,0 1-4 0,-3 3-6 16,3-2-8-16,-4 4-16 0,3-6-29 0,-3 6-20 15,6 0 9-15,-6 0-1 0,5 5 8 0,-1 0 4 16,1 0 1-16,2 0 6 0,-1 1-1 0,4 3 8 16,0-2-1-16,4 4 0 0,0-2 4 0,3 2-2 15,-3-4 5-15,5 3 0 0,-2-4-6 0,2-2 4 16,-1 0-4-16,5-4 1 0,-5 0 3 0,1-1-2 15,-1-3 3-15,-2-5 7 0,0 2-1 0,-1-3 13 16,-3-1 10-16,-1 0 14 0,-1-4 10 0,-1-2 4 16,-1-6 4-16,2-2 3 0,-6-1 5 0,1-4-5 15,-4 1 1-15,2-3 2 0,-2-1-4 0,1-4-7 16,-2 4-2-16,2 0 11 0,-1 6 23 0,-1 8 12 16,0 6 11-16,0 3 0 0,3 1-11 0,-3-1-6 15,0 5-24-15,0 1-7 0,-3-1-42 0,3 5-37 16,0 0 2-16,0 0 1 0,0 0 3 0,-1 24 10 15,-1-5-9-15,0 7 2 0,-2 1 10 0,0 5-2 16,2 2-1-16,1-1 3 0,-2-1 3 0,3 0 11 16,0 0-1-16,1-3-8 0,1-1 17 0,0-7 5 15,2 3-30-15,-3-10-18 0,2-1-13 0,-2-2-14 16,3 0-12-16,-4-4-1 0,0-1 2 0,1-2 6 16,-1 1 9-16,3 0 10 0,-3-3 7 0,0-2-2 15,0 0-5-15,0 0-81 0,0 0-102 0,0 0-286 16,-12-12-563-16,8 2 249 0</inkml:trace>
  <inkml:trace contextRef="#ctx0" brushRef="#br0" timeOffset="101816.43">4086 8130 101 0,'-5'2'186'0,"1"-1"1"0,4-1-5 15,0 0-12-15,-5 6-10 0,5-6-14 0,-3 1-3 16,3-1 8-16,0 0 1 0,23 0-7 0,8-4-11 16,5 0-9-16,16-3-18 0,7 0-10 0,0 1-2 15,-1-4-17-15,-2 3-10 0,-4 2-15 0,-15-1-9 16,-1 1-7-16,-2 1-5 0,-6 0-1 0,-1 0-4 16,-8 2-1-16,-6 0-4 0,-1 0-1 0,-5 2-5 15,1-3-1-15,-2 3-1 0,-1 0-1 0,-5 0-5 16,9-1 0-16,-9 1-4 0,8 0-5 0,-8 0-9 15,5-1-11-15,-5 1-12 0,0 0-13 0,8-2-18 16,-8 2-11-16,0 0-16 0,0 0-9 0,1 4-5 16,-1-4 14-16,3 5-11 0,-2-2-4 0,0 1 9 15,2-1-2-15,-3-3 6 0,5 2 3 0,-1 1 2 16,-4-3 7-16,9 0 12 0,-9 0 4 0,10 0 21 16,-10 0 36-16,9-3 32 0,-9 3 43 0,6 0 33 15,-6 0 33-15,0 0 24 0,9 0 16 0,-9 0 17 16,0 0 6-16,0 0 8 0,0 0 4 0,0 0-1 15,0 0-6-15,7 0 3 0,-7 0-21 0,0 0-21 16,0 0-13-16,0 0-32 0,0 0 1 0,0 0-14 16,0 0-18-16,0 0-13 0,0 0-18 0,0 0-33 15,0 0-22-15,2 6-1 0,-3-3 3 0,1 3-7 16,0 0-4-16,-1 5 3 0,-1-1-2 0,1 1 2 16,0 1 2-16,2 4-3 0,-2 1 1 0,1-1 0 15,-2-1 5-15,2 1-1 0,0-4-1 0,0 1 3 16,0-6-21-16,2 3-11 0,-2-4-10 0,1 1-20 15,-1-2-5-15,-1 0 4 0,1-1 8 0,0 0 9 16,0-4 8-16,0 6 13 0,0-6 3 0,0 0-40 16,0 0-50-16,-8-10-40 0,3 1-47 0,-4-6-62 15,-1-2-245-15,-3-7-547 0,3-3 243 0</inkml:trace>
  <inkml:trace contextRef="#ctx0" brushRef="#br0" timeOffset="101968.43">4663 7873 296 0,'-2'-5'405'15,"-2"0"19"-15,3 2 5 0,1 3-24 0,-4-4-25 16,4 4-36-16,-1-7-35 0,1 7-31 0,-1-2-31 16,1 2-21-16,0 0-33 0,0 0-43 0,0 0-52 15,0 0-60-15,0 0-57 0,0 0-51 0,0 0-54 16,25 6-59-16,-13-1-73 0,8 2-71 0,-1 0-214 16,-1-1-586-16,1-2 260 0</inkml:trace>
  <inkml:trace contextRef="#ctx0" brushRef="#br0" timeOffset="102365.9">5227 8027 98 0,'0'0'271'0,"0"0"-27"0,0 0-24 16,-2 2-26-16,2-2-25 0,-4 6-17 0,-1-4-17 15,-2 2-14-15,-3 2-11 0,1 1-13 0,0 2-11 16,-5 2-10-16,0 0-8 0,1 1-7 0,2 2-7 16,0-1-5-16,0 2-5 0,2-3-6 0,1 0-5 15,2 0 0-15,2-1-4 0,-1 0-4 0,3 0 0 16,-2-1-4-16,2-3-3 0,0-1-2 0,2 0 4 16,1-1 2-16,4-1 0 0,0-2 15 0,7 0 8 15,-1-4 2-15,2 1 6 0,6-3 6 0,-1-2 6 16,-1-2 17-16,-1 2 10 0,0-6 18 0,-1 2-1 15,-6 1-6-15,0-4-10 0,2-1 20 0,-4 5-2 16,-1-7-6-16,-2 4 3 0,-1 1-3 0,-2-2-1 16,-2 2 4-16,-1 0-14 0,0 0-13 0,-3 1-14 15,-3 2-17-15,3 0-13 0,-4 2-17 0,0 2-14 16,-1-2-4-16,-3 5-37 0,0 0-30 0,-2 2-33 16,-3 0-32-16,4 2-38 0,-3 4-38 0,1 0-39 15,2 1-31-15,1 1-280 0,5-2-602 0,2 1 267 16</inkml:trace>
  <inkml:trace contextRef="#ctx0" brushRef="#br0" timeOffset="102688.9">5470 8070 124 0,'6'-3'486'15,"-6"3"-21"-15,5-2-21 0,-5 2-42 0,0 0-38 16,5-1-38-16,-5 1-35 0,0 0-32 0,0 0-33 15,0 0-26-15,0 0-36 0,0 0-35 0,0 0-43 16,6 5-23-16,-6-5-5 0,1 6-15 0,-1-2-21 16,1 2-19-16,-1 1 12 0,0-1-13 0,0-1-21 15,0 2-7-15,0-4-2 0,0 1 1 0,-1-1 9 16,1-3 1-16,0 0 12 0,1 5 24 0,-1-5 24 16,0 4 23-16,0-4-4 0,0 0 10 0,0 0-1 15,0 0 1-15,9-7-6 0,-9 7-6 0,5-5-10 16,-5 5-3-16,4-3-5 0,-4 3-11 0,5-1-17 15,-5 1 4-15,0 0-18 0,0 0-10 0,9 5-13 16,-4-1-16-16,2 2-23 0,1-1-18 0,4 2-17 16,-3 1-32-16,6 2-37 0,1 0-65 0,0-3-88 15,2-3-283-15,-6-1-652 0,1-3 289 0</inkml:trace>
  <inkml:trace contextRef="#ctx0" brushRef="#br0" timeOffset="103382.84">6817 7853 98 0,'-3'-12'203'0,"3"2"0"16,0 0 7-16,-1 1-4 0,1 1-6 0,-1 1-6 16,2-1-14-16,-4 3-15 0,3 0-12 0,0 1-18 15,-1 2-17-15,1 2-13 0,0-6-18 0,0 6-30 16,0 0-12-16,0 0-6 0,1 12-8 0,1 1-2 15,-1 2-4-15,-1 13-2 0,0 0-2 0,0 8-6 16,1-3 2-16,-2 0 2 0,1 2-2 0,0-3-3 16,-1 0 3-16,2-1-4 0,0-4 0 0,3-1 0 15,-3-6-2-15,-1-1 1 0,1-2 3 0,1-1-3 16,-2-4-1-16,1-1-5 0,0 0-24 0,1-4-22 16,-2-1-9-16,1-1-6 0,0-1 9 0,1 0 8 15,-2-4-33-15,0 0-45 0,0 0-49 0,0 0-191 16,-7-19-386-16,4 6 172 0</inkml:trace>
  <inkml:trace contextRef="#ctx0" brushRef="#br0" timeOffset="103666.01">6681 7524 17 0,'-4'-6'214'0,"3"-2"-21"15,-3 4-22-15,3 0-20 0,-2-2-22 0,3 5-14 16,0 1-16-16,0 0-6 0,0 0-11 0,8 11-11 15,1-1-6-15,6 2-4 0,6 9-7 0,5 2-8 16,2 1 4-16,0 1-10 0,10 11-5 0,0-3-4 16,-2 1-2-16,-9-8-4 0,-4 2-3 0,1 0-2 15,-3-3-12-15,-7 1 2 0,0-4-5 0,-8-2 0 16,-3-2 0-16,-5 0 7 0,-1-2 5 0,-5 1 8 0,-6-3 3 16,-7 3 3-16,-3-1 11 0,-8-2 2 0,0 1-2 15,-5-3-4-15,2-2-1 0,-3-1-7 16,-11 1-1-16,9 0-1 0,4-3-8 0,2 1 2 15,2-3-1-15,1 0-16 0,11 1-31 0,2-2-45 0,5-2-54 16,4 2-32-16,4-1-166 0,1-2-351 0,4-1 156 16</inkml:trace>
  <inkml:trace contextRef="#ctx0" brushRef="#br0" timeOffset="104332.73">7074 8053 219 0,'0'0'383'0,"3"-1"-33"0,-3 1-32 0,0 0-37 0,3-3-29 15,-3 3-28-15,0 0-38 0,0 0-39 0,0 0-18 16,10 7-14-16,-6-2-8 0,1 1-13 0,4 5-11 16,-4-1-10-16,5 3-8 0,-2 3-5 0,1-2-7 15,-1 2-8-15,-1 1-3 0,1-2 0 16,-3 1-12-16,2-3 1 0,-4 0-4 0,1-2-2 0,0 0-2 15,-1-3-3-15,-3-2 2 0,2 0-3 0,-1-1 9 16,1-1 4-16,-1-1 39 0,-1-1 17 0,0-2 28 16,0 0-6-16,0 0-7 0,0 0-19 0,0 0-34 15,4-15 4-15,-2 4-20 0,2-2-23 0,4-5-34 16,2-5-28-16,3-1-20 0,3-2-15 0,6 1-1 16,3-1 0-16,0 3 8 0,7 2 2 0,3-2 7 15,9 2 5-15,-9 4 3 0,-1 4 4 0,-2 0 6 16,0 5 5-16,3 0 6 0,-7 1 2 0,-1 0 5 15,-6 3 2-15,0 1 3 0,-3 0 2 0,-4 2 1 16,-3 1 4-16,-2-1 1 0,0 1 4 0,-4-2 3 16,-1 0 8-16,-4 2 9 0,9-1 9 0,-9 1 8 15,9-1 13-15,-9 1 5 0,0 0-1 0,6 1 9 16,-6-1-8-16,0 0-4 0,0 0-4 0,4 1-5 16,-4-1 5-16,0 0-5 0,-9 12-5 0,3-5 1 15,-3 2-3-15,-3 2 0 0,-2 1 2 0,1 3-11 16,0-1-1-16,0 1 0 0,-4 6 4 0,4-7-8 15,2 2 0-15,-2 0-2 0,4-1-1 0,0 1 0 16,-1 0-1-16,5-3 4 0,0-1-5 0,2-2 3 16,2 1-3-16,-1-4 4 0,1 1 0 0,0-2 1 15,2 0 8-15,2-1-1 0,4 0 21 0,4-2 8 16,9-1 2-16,2-3 0 0,7-1-2 0,4-4-4 16,-2-2 8-16,0 0 21 0,-3-4 20 0,-10 5 23 15,-2-5 24-15,0 1-9 0,-1-2-4 0,-3-1-11 16,-1-1-8-16,-1-2-12 0,-3-2-5 0,-3 0-6 15,-3 2-26-15,0-3-3 0,-2 5-5 0,-4 0-10 16,-2-1-19-16,0 7-26 0,-9-4-30 0,1 6-37 16,-11-1-48-16,-3 4-39 0,1 1-40 0,1 6-46 15,-1 1-54-15,10 0-68 0,4 0-221 0,4-1-644 16,3-1 286-16</inkml:trace>
  <inkml:trace contextRef="#ctx0" brushRef="#br0" timeOffset="105399.11">8331 8008 42 0,'0'0'214'0,"0"0"-16"0,-5-1-20 15,5 1-14-15,0 0-14 0,0 0-22 16,0 0-13-16,-5-1-9 0,5 1-12 0,0 0-11 15,0 0-9-15,0 0-11 0,0 0-6 0,0 0-3 16,0 0-6-16,0 0-8 0,0 0-4 0,0 0-2 0,0 0-6 16,0 0-1-16,0 0 7 0,0 0-12 0,24-4 4 15,-14 0-6-15,2 2-2 0,-1-3 0 16,0 3-7-16,-1-2 7 0,1-2-3 0,-2 1 1 16,4 1 10-16,-7-2 22 0,2 2 16 0,-3 0 10 0,0 0 9 15,0 1 9-15,-1-1-6 0,0 2-3 0,0-1 2 16,-4 3-19-16,5-6-7 0,-5 5-8 0,0 1-7 15,3-4-9-15,-3 4-3 0,0 0-8 16,0 0-1-16,-20 9-7 0,10-1 1 0,-5 3-5 0,-7 4-1 16,-1 3 0-16,2-1-4 0,1 3 0 0,7-5-3 15,1 1-2-15,1 1 0 0,-3 4-4 0,5-4 4 16,3-1-5-16,3-2 4 0,1 1-4 0,0-1 3 16,4-4-1-16,0 3-3 0,4-2 6 0,1-2-1 15,7 1 4-15,4-3-11 0,9-1-30 0,6-1-55 16,3-3-47-16,5-2-73 0,-3-5-242 0,1 2-489 15,-5-3 218-15</inkml:trace>
  <inkml:trace contextRef="#ctx0" brushRef="#br0" timeOffset="105765.76">8689 8208 201 0,'-8'0'226'0,"8"0"-15"0,0 0-13 0,0 0-14 15,-6 3-15-15,6-3-14 0,0 0-11 0,0 0-16 16,0 0-11-16,0 0-12 0,0 0-12 0,15-8-6 16,-2 4-11-16,3 0-8 0,4-4-6 0,0 2-11 15,-2-1-4-15,1-2-4 0,0 2-2 0,0-2-5 16,-1 0-3-16,0 0-4 0,-1-3-2 0,-3 1-1 16,0 0 6-16,-3 0 11 0,-3 3 10 0,1-3-3 15,-3 1 3-15,0 0 0 0,-3 2 0 0,0-3 2 16,-2 5-4-16,-1-2-2 0,-1 2-4 0,0-2-4 15,-2 4-10-15,-1-2-2 0,-2 2-7 0,-4 1-5 16,-2 1-1-16,-2 2-4 0,-4 1-2 0,-2 6-1 16,-7-2-4-16,6 3 0 0,-5 2 23 0,3 3-5 15,4-1-6-15,3 0-4 0,1 2-1 0,1 1 1 16,3-1-6-16,0 1-13 0,6 0-9 0,1-4 2 16,7 5 0-16,3 0-1 0,8-3-10 0,8 3-21 15,11-4-25-15,14 0-24 0,11-4-34 0,3-2-59 16,31-6-62-16,-32-3-176 0,7-1-459 0,-5-2 203 15</inkml:trace>
  <inkml:trace contextRef="#ctx0" brushRef="#br0" timeOffset="106315.97">9775 8027 261 0,'0'0'264'16,"0"-4"-18"-16,0 4-13 0,0 0-22 0,0-5-13 15,0 5-20-15,-4-4-16 0,4 4-17 0,-4-3-16 16,-1 0-16-16,-4 3-12 0,-1 0-12 0,-8 0-10 16,0 0-8-16,-11 3-6 0,-2 1-7 0,-1 1-3 15,-2 0-5-15,-2 2-1 0,0 2-4 0,3-1-6 16,4 1-6-16,3 2-2 0,2-1 0 0,4-1-7 0,3 0-3 15,3 1-7-15,3 0 1 0,1-2-5 16,1 0-1-16,4 0-1 0,4 0-3 0,1-1 3 16,1 0 2-16,3-2 0 0,1 2 3 0,8-1-2 15,5-2-2-15,11-2 5 0,3-2-3 0,0-2 3 16,3-2-4-16,0-2 2 0,1-1 2 0,-5-4 4 0,-6 0 24 16,1-3 25-16,-10 2 17 0,-3-1 19 0,1-4 9 15,-1-6 5-15,-4 0-6 0,-1-7-13 16,-2-3-10-16,-6-2-8 0,0-14-14 0,0 4-8 15,-6-5-2-15,3 5 5 0,-4 11 16 0,1 1 6 0,1 6 7 16,0 9 3-16,2 1 5 0,-2 3-8 0,0 3-9 16,2 3-12-16,0 2-22 0,0-1-3 0,1 4-56 15,-1 3-14-15,3 0 9 0,-10 12-7 16,1 3 4-16,0 4 5 0,-1 5-3 0,0 4 4 0,2 3-1 16,-1 5 8-16,5-2-11 0,-1 0-18 0,5-2 4 15,0 2-1-15,3-1-3 0,0-4-5 0,3-2-3 16,1-4-6-16,1-5-2 0,-2-1-3 0,-2-5-4 15,1 0-8-15,-1-3 6 0,1-1 11 16,-1-1-19-16,0-2-1 0,1 0 2 0,-1-2-2 0,2 1-15 16,-3-1-13-16,1-1-34 0,1-2-40 0,-5 0-76 15,11-3-302-15,-8-3-596 0,1 2 265 0</inkml:trace>
  <inkml:trace contextRef="#ctx0" brushRef="#br0" timeOffset="106731.97">9889 7956 137 0,'2'-4'471'16,"-2"-1"-20"-16,1 3-32 0,-1 2-40 0,2-5-40 16,-2 5-35-16,1-4-33 0,-1 4-48 0,0 0-17 15,0 0-39-15,0 0-47 0,0 0-14 0,0 0-17 16,6 10-2-16,-2-4-15 0,-2 4-2 0,1 0-9 15,-3 1-9-15,4 2-9 0,0 2-11 0,-1 2-14 16,-1 0 4-16,-1-5-15 0,2-2 3 0,-2 1-8 16,3-4-5-16,-4 0 4 0,0-2 9 0,0 0-1 15,1 0 8-15,-1 0 6 0,3-3 40 0,-3-2 12 16,4 3 15-16,-4-3-2 0,0 0-2 0,11-10-10 16,-6 0-11-16,3-1-3 0,2-4-6 0,2-2-7 15,3-2-5-15,0-5-3 0,-4 9-9 0,0-1-1 16,1 3-5-16,-3-1-4 0,-2 7-2 0,-2 1 0 15,-1 1-9-15,-1 2-3 0,1 0-11 0,-2-1-15 16,2 4-20-16,-4 0-1 0,0 0 2 0,13 4-7 16,-9 2 0-16,2 4 3 0,-1-2 11 0,5 4-9 15,-1 2 2-15,2 0-9 0,1 1-2 0,0 1-41 16,-2 0-32-16,4-3-35 0,-1-1-36 0,1-2-65 16,-3-1-60-16,0-3-281 0,-1-1-647 0,-3-5 287 15</inkml:trace>
  <inkml:trace contextRef="#ctx0" brushRef="#br0" timeOffset="107049.07">10310 7873 19 0,'-2'-3'419'16,"2"-4"-17"-16,0 7-20 0,0-5-32 0,0 5-40 16,0-5-35-16,0 5-31 0,0 0-39 0,2-4-24 15,-2 4-18-15,0 0-22 0,0 0-14 0,13 9-8 16,-6 1-20-16,3-1-5 0,2 4-19 0,0 0-4 15,2 3-5-15,-4 0-6 0,4 2-5 0,-1 3-13 16,-5-2-5-16,-2-1 0 0,0 0-7 0,-3-1-4 16,2-5-4-16,-2 1 0 0,-1-3-14 0,0-1 10 15,-2-3-1-15,1 0 2 0,2-1 7 0,-2-1 0 16,-1-1 50-16,0-3 36 0,2 4 47 0,-2-4 27 16,0 0-4-16,0 0-15 0,0 0-22 0,0 0-3 15,3-18-13-15,-2 8-14 0,-1-2-17 0,3-8-24 16,0 1-23-16,1-8-32 0,4 0-27 0,0 0-23 0,3 1-40 15,-1 1-26-15,4 3-42 0,-3 5-56 16,0 2-52-16,3 2-46 0,-4 5-39 0,7 0-48 16,-3 5-296-16,4-1-730 0,-5 2 323 0</inkml:trace>
  <inkml:trace contextRef="#ctx0" brushRef="#br0" timeOffset="107465.53">10765 7972 266 0,'1'5'303'0,"-1"-5"10"0,3 2 9 0,-3-2 1 16,0 0-27-16,0 0-22 0,0 0-26 0,18-7-24 0,-8 3-19 16,-1 0-29-16,0-2-15 0,6 0-12 0,-3 0-8 15,3-2-7-15,2-1-11 0,-1-1-8 16,-1-1-11-16,2 2-6 0,0-4-6 0,1 1-13 16,2-5-2-16,-3 1-6 0,-2 5-1 0,-2-4-4 0,-3 0-3 15,3-1 6-15,-4 3-6 0,0-1 3 0,-4 3 9 16,-1 2-2-16,-3-1-3 0,2 1-10 0,-6 1-9 15,2 4-11-15,-8 0-7 0,0-2-15 16,-4 4 8-16,-6 4-6 0,-8 4-5 0,-1 2 1 0,-1 5-23 16,2 1 12-16,3 3-2 0,1 4 2 0,2 1 6 15,6 2-13-15,-2 0 2 0,10 4-3 0,0-2 3 16,7 4-3-16,4-2 3 0,10-2 1 0,4-1-1 16,5-1 0-16,9-2 2 0,13 2 6 0,10-7-3 15,3-5 1-15,6-2 2 0,30-5-1 0,-28-2-1 16,25-3-10-16,-30 0 7 0,-6 0 1 0,-18 0 0 15,-4 0 2-15,-11-1 1 0,-3-1 9 0,-6 2 26 16,0 0 24-16,-6-2 20 0,1 2 16 0,-1-1 4 16,-7 1-8-16,12-1-11 0,-12 1-19 0,4-1-41 15,-4 1-47-15,0 0-67 0,0-4-85 0,0 4-98 16,0 0-99-16,-27 1-471 0,3-1-910 0,-4-1 402 16</inkml:trace>
  <inkml:trace contextRef="#ctx0" brushRef="#br0" timeOffset="109267.5">2918 8901 123 0,'0'0'132'0,"0"0"-15"0,0 0-6 0,0 0-2 16,0 0-20-16,0 0-8 0,0 0-9 0,7-9-8 16,-4 7-8-16,2 1 0 0,-1-2-11 0,0-1-8 15,2 2-1-15,6-1-2 0,-2 1-8 0,0-1 2 16,4 0-3-16,3-1-2 0,2 1-1 0,1 1-6 16,0-1-1-16,3 0 4 0,4 1-10 0,5-2 3 15,2 1 2-15,2 0 0 0,4-1 4 0,12-1 12 16,4 0 10-16,0-3-2 0,6 3 3 0,-1-4 1 15,0 0-1-15,30-6 2 0,-32 6-4 0,2 4 1 16,2-4-7-16,-2 1 1 0,3 3-2 0,1-3-4 16,2 1 2-16,24 2-1 0,-30 3-4 0,1 2-3 15,2 0-1-15,0-2-2 0,0 1-3 0,1 1 1 16,0-1-2-16,30 2-3 0,-32 2 2 0,3-5-1 16,0 4 0-16,26-2-1 0,-32 0-3 0,8 0-3 15,-3 0-1-15,-2 0 3 0,1-2 7 0,-1 4-10 16,0-4 1-16,1 0-2 0,-2 1 4 0,1-3 2 15,1 2 0-15,-1 1-6 0,2-1 2 0,2-1-1 16,-1 1-1-16,1 0 0 0,0-4 3 0,-3 4 0 16,0 2 0-16,-1-3-3 0,-3 1 2 0,-3 2 2 15,-2 0-3-15,-1 0 3 0,-15 0-4 0,-2 0 5 16,16-2-3-16,-15-1 3 0,-1 3-2 0,18 0 2 16,-2-2-2-16,-2 1 0 0,4-3 2 0,-2 1 1 15,-13 1 3-15,12-2 0 0,1 0 2 0,-3 3 2 16,-10-2 1-16,0 3 3 0,11-7-1 0,-11 5 3 15,-2-1 0-15,16 1-1 0,-17-3-1 0,18 0-1 16,-15 3-2-16,12-1-2 0,0 1-1 0,-15 0-4 16,2-2 3-16,12 0 0 0,-13 2-5 0,-5-1-1 15,4 3 3-15,-1 0-3 0,1 0 3 0,-1-1-4 16,1 1-1-16,0 0-3 0,0 0 2 0,-1 0 0 16,0-1 1-16,-2-2-3 0,2 3 1 0,0 0 0 15,-2 1 1-15,2-2-4 0,1 0 2 0,2 0-2 16,1-1 1-16,-1-1 1 0,0 3 5 0,2 0 1 15,10-2 2-15,-10 2 0 0,-3-2-3 0,2 0 2 0,1 1-3 16,-4 2 1-16,0-1-4 0,0 0 4 16,-1-1-1-16,2 2-2 0,-3-1 1 0,-2-1-2 15,3-1-1-15,-3 4 3 0,2-2-3 0,0 0 0 16,1-3 1-16,-1 3 0 0,-1-2-1 0,1 3-1 0,0-2-2 16,2 2-2-16,-1-2 3 0,-1-1 1 0,0-1 0 15,1 3 1-15,-2-1 0 0,-2 0 3 16,3-2 7-16,-3 1 4 0,-5 0-4 0,6 1 1 15,-4 0-1-15,0 0-3 0,1-2-3 0,1 1 6 16,-3-2-2-16,3 1 0 0,0 1-4 0,-2-1 0 0,0 0-3 16,3 1 3-16,0 0-3 0,0-2 0 0,0 1-2 15,-1 0 2-15,2 0-1 0,-1 1-3 16,-3-2 2-16,4 2-1 0,-2 1 1 0,1-2-1 16,0 3-1-16,-1-1-1 0,-2 0 2 0,3-1 0 15,-4-1 2-15,4 3-2 0,-3-3 0 0,3 3 0 0,-1-1-1 16,0 0-1-16,-2 1-1 0,3-2 4 0,-1-1-1 15,-2 2 2-15,4-4-4 0,-1 2-1 0,0 3 2 16,4-2 2-16,-5 0 1 0,1-1 1 16,-2 2 4-16,2-3 3 0,-1 4-1 0,1-2-1 0,-2 2-2 15,1-3 4-15,-4 2-1 0,0 0 2 0,-5-1 2 16,1 2 1-16,-4-3 4 0,3 0-3 0,-1 1-3 16,2 0 0-16,-1-1-1 0,6 1-1 0,-5 0-2 15,4 0-2-15,-5-1-1 0,-3 0 3 16,1 1-3-16,1 0-4 0,-3 0 5 0,2-1 0 0,-6 2 3 15,-4 0 5-15,3 0 3 0,-4-1-1 0,1-1-1 16,-3 2 1-16,-1-1 0 0,-6 2 0 0,14 0-4 16,-14 0 2-16,12-2-4 0,-12 2-3 0,6-1-1 15,-6 1-2-15,8-1-3 0,-8 1 3 0,0 0 2 16,0 0 3-16,7-3 8 0,-7 3-5 0,0 0 0 16,0 0-4-16,5-2 1 0,-5 2-1 0,0 0-1 15,0 0 1-15,0 0-2 0,0 0-13 0,0 0-22 16,0 0-32-16,0 0-41 0,0 0-56 0,0 0-80 15,0 0-280-15,0 0-558 0,0 0 247 0</inkml:trace>
  <inkml:trace contextRef="#ctx0" brushRef="#br0" timeOffset="121063.23">5438 10215 190 0,'4'-5'195'0,"-3"2"-6"0,0-4-16 0,1 2-9 16,-1-1-12-16,-1 1-13 0,0-1-14 0,0 0-12 0,0 0-13 15,-3-1-10-15,0 2-11 0,-1-2-8 0,-1 3-9 16,-7-2-6-16,2 2-9 0,-7 0-6 0,-5 1 0 15,-6 2-5-15,-5 3-7 0,-4 2-4 0,-14 3-5 16,11-1-4-16,-11 6 1 0,-1 0 0 0,1 1-9 16,1 1-1-16,4 6 0 0,10-6 3 0,3 1-4 15,2 2-1-15,2 1 0 0,6 0-4 0,1-1-2 16,7-3 4-16,2 2-6 0,0-3-5 0,8-3-3 16,0 5 3-16,1-4-1 0,5-1 0 0,6-2 6 15,-2 1-2-15,13-1 6 0,2-1 0 0,15-4-2 16,-1-2 3-16,5-2-1 0,13-4 3 0,-15 0-5 15,14-9 8-15,-12 5-4 0,-5-5 12 0,11-8 5 16,-12 4 9-16,-4-5 0 0,11-6 4 0,-14 2 4 16,-4 0-3-16,-1-2-5 0,2-11 1 0,-8 7-1 15,1-11-4-15,-5 0 3 0,-2 11 4 0,-5-1 5 16,-2 2 22-16,1-2 1 0,-6 7 7 0,1 1 2 16,-2 0-2-16,0 8 0 0,2 2-1 0,-2-2-2 15,0 9 9-15,2-2-14 0,-1 1-5 0,0 4-8 16,2-1 4-16,1 2-16 0,-2 1-9 0,0 0-20 15,1 0-21-15,1 4-16 0,0 0-4 0,0 0 1 16,0 0 3-16,0 0 4 0,3 22 5 0,-1-10 0 16,-1 5 2-16,2 2 1 0,0 7 3 0,0 4 0 15,4 1 4-15,-5 3 3 0,2 0-2 0,0 0 1 16,-3 2 0-16,4-2 0 0,2-1 3 0,-5 1 4 16,6-2-4-16,-4-2 2 0,-3-2 0 0,4-1 1 0,0 0 0 15,-2-8 1-15,-2 1-1 0,2-2 3 16,-2-3-3-16,2-3 1 0,-1-1 0 0,-1 0 0 15,2 1 1-15,-2-7 2 0,-1 2 4 0,0 0-3 16,3-3 0-16,-3-1 0 0,1 2 1 0,-1-2 5 0,0-3 17 16,0 6 0-16,0-6 1 0,0 4 3 0,0-4-1 15,0 0-5-15,3 4 2 0,-3-4-5 16,0 0 0-16,0 3-3 0,0-3-1 0,0 0-2 16,0 0 0-16,0 0-3 0,0 0 0 0,1 4-2 0,-1-4 7 15,0 0-9-15,0 0 1 0,0 0-3 0,0 0 2 16,0 0 1-16,0 0 1 0,0 0-2 0,0 0 2 15,0 0 3-15,0 0 1 0,0 0 1 16,0 0-1-16,18-2-1 0,0-1-4 0,8-4-47 16,6 2-70-16,18-9-109 0,-14 5-291 0,0-5-555 0,5-15 246 15</inkml:trace>
  <inkml:trace contextRef="#ctx0" brushRef="#br0" timeOffset="122142.92">5573 9554 18 0,'0'-5'203'16,"2"0"0"-16,-2 1-8 0,-2-1-4 0,2 1-3 16,0 4-8-16,2-8-10 0,0 5-15 0,-2 3-16 15,0-6-16-15,0 6-13 0,0 0-19 0,0-4-7 16,0 4-10-16,0 0-14 0,0 0-8 0,0 0-2 15,4 11-9-15,-4 0-6 0,0 1-4 0,4 5-2 16,-3 0-7-16,0 4 0 0,-1 2-1 0,0-1-4 0,4 2-3 16,-4 1-1-16,-1-7 2 0,2-1-6 15,2 2-1-15,-3-1 3 0,0-2-1 0,0-6-6 16,0 0 3-16,4-1-4 0,-4-1 6 0,1-3-1 0,-1-1 15 16,-1 1 28-16,2-2 30 0,-1-3 35 0,0 5 26 15,0-5 0-15,0 0-15 0,0 0-11 16,0 0-12-16,10-15-15 0,-6 5-20 0,1-2-18 15,-1-2-4-15,1-4-13 0,4 0-10 0,-1-3-6 16,-2-2-10-16,3-3-8 0,0 2-3 0,-4 6-6 0,1-1-4 16,1 4-1-16,-4 2 0 0,-1 4 2 0,3-2-1 15,-2 1-3-15,0 2 3 0,0 1-4 16,-2 2-5-16,2 1-4 0,-2 1-12 0,0 1-8 16,-1 2 0-16,0 0 4 0,8 8 1 0,-4-2 12 0,1 5-5 15,0 3 3-15,0 2 0 0,2 1 4 0,-1 1-1 16,0 1 13-16,-2-2-5 0,1 3 0 0,-1-4-2 15,1 1 8-15,-3-3-1 0,0-2 2 0,3 0 3 16,-4-3 2-16,2-1 1 0,-3-5 1 0,1 6 1 16,3-4 0-16,-4-2 16 0,0-1 16 0,0 3 21 15,0-5-3-15,4 5-1 0,-4-5 0 0,0 3 1 16,0-3 3-16,0 0-1 0,0 0-6 0,5 4-3 16,-5-4-4-16,0 0 2 0,0 0-7 0,0 2-4 15,0-2 0-15,0 0-4 0,0 0-8 0,0 0-30 16,0 0-47-16,0 0-61 0,0 0-96 0,0 7-99 15,0-7-181-15,0 0-543 0,0 0 240 0</inkml:trace>
  <inkml:trace contextRef="#ctx0" brushRef="#br0" timeOffset="123379.56">5784 9990 40 0,'0'-3'213'0,"0"3"-9"0,1-6-17 0,2 2-21 0,-3 4-16 16,0-4-20-16,0 4-14 0,0 0-12 0,0-3-12 15,0 3-13-15,0 0-5 0,0 0-12 16,5 10-4-16,-1-3-2 0,-3 3-5 0,3 0-10 0,4 1-3 15,-2 3-2-15,2 1-8 0,-3-2-3 0,3 1-7 16,-1-2-7-16,0-4-3 0,-1 2-6 0,-2-3-4 16,1 0 6-16,-1-3 1 0,2 0 1 0,-2 0-1 15,0-2-1-15,-4-2 3 0,11-2 2 0,-4-2 0 16,2-4 4-16,-3 1 3 0,1-3 3 0,-1-2 6 16,1 0 3-16,1-5 3 0,-3 0-2 0,2-2 1 15,-2 2 6-15,2 3 8 0,-4 2 2 0,2-1 5 16,-4 3-3-16,2 1 3 0,-2 1-9 0,2 1 2 15,-1 0-1-15,1 2-12 0,-3 2-6 0,0-2-5 16,0 5-9-16,1-4-11 0,-1 4-7 0,0 0-2 16,0 0 4-16,10 16-2 0,-7-3 3 0,2 6-3 15,-1 5 4-15,-1 4 0 0,0 2-3 0,5 1 6 16,-6 1-3-16,2 2 1 0,3 0-3 0,-2 0 2 16,0-2 2-16,0 1 0 0,3-3 0 0,-3-2 1 15,0-1 0-15,0-1 0 0,-1-7 1 0,-1-1 4 16,-1-1-4-16,-2-1 0 0,3-5-1 0,-3 0 2 15,0-1-4-15,0-3 6 0,-3-2 2 0,3 2 4 16,-2-2 3-16,-2-1 1 0,-1 0 1 0,-2-1 2 16,-2-2 0-16,-2 2 2 0,-2-3 9 0,-1-3 5 15,1 2 2-15,-2-3 0 0,2 0 2 0,-1-4-1 16,1 0 3-16,-1-3-2 0,1-1-1 0,2 0-10 16,1-3 1-16,-1-2-1 0,4-7-1 0,-1-2-4 15,7 0-2-15,1 1-2 0,1-1 2 0,7-1-11 16,-1 5-2-16,5-3-5 0,2 4-2 0,5-2-3 15,2 5 0-15,0-2 1 0,6 2 0 0,0 2 1 0,0 1 1 16,0-1-2-16,-3 6-2 0,2-2 0 16,-9 4 4-16,0 2-1 0,-4 1-1 0,-2-2-2 15,1 2 3-15,-6 3 1 0,1-1 0 0,-1 1-2 0,-1 1-11 16,1 0-19-16,-6 1-29 0,0 0 0 0,0 0-1 16,4 5-12-16,-4-5-25 0,-18 14-37 0,4-5-44 15,-5 8-54-15,-5-3-145 0,-2 1-411 16,2 0 183-16</inkml:trace>
  <inkml:trace contextRef="#ctx0" brushRef="#br0" timeOffset="123913.8">4183 10757 128 0,'0'0'164'0,"0"0"-6"16,0 0-9-16,0 0-9 0,0 0-7 0,0 0-9 15,0 0-3-15,-5-2-2 0,5 2-14 0,0 0-10 16,0 0-9-16,0 0-10 0,0 0-11 0,0 0-7 16,0 0-5-16,0 0-3 0,0 0-8 0,0 0-6 15,0 0-4-15,0 0-4 0,0 0-2 0,0 0-4 16,0 0 0-16,0 0-3 0,0 0-3 0,0 0 1 0,29 0-1 15,-8-1 1-15,12-2-3 0,21-2-5 0,7-3 5 16,38-1-6-16,9-3 3 0,4 1 5 16,12-3 8-16,12 1 3 0,15 2 1 0,5 4-5 15,-4-1 2-15,-8 0-3 0,-5 2-2 0,-12 1 4 0,-10-1-5 16,-16 0-4-16,-7 3 3 0,-37 3-6 0,2-2 3 16,-22 2-4-16,0-3 1 0,-6 3-2 0,-10-2 2 15,-7 1-3-15,-1 1 1 0,-2-1 1 16,-3 0 1-16,0 1-7 0,-8 0 3 0,5-3-3 0,-5 3-5 15,0 0-21-15,0 0-34 0,-36 8-40 0,15-5-51 16,-9 4-70-16,0-2-124 0,-1 2-366 0,0 0 162 16</inkml:trace>
  <inkml:trace contextRef="#ctx0" brushRef="#br0" timeOffset="124813.74">5521 11179 171 0,'0'-6'181'0,"-3"1"-19"0,0-2-14 16,-1 1-19-16,-5-1-14 0,0 3-13 0,-10 0-8 15,-1 0-11-15,-9 4-4 0,1 0-13 16,-7 3-9-16,1 1-10 0,-2 0-4 0,2 4-7 0,-2 0-1 16,4 1-4-16,0 1-5 0,1 1-5 0,6 0 1 15,1 2-5-15,8-1 0 0,1-1 0 0,2 1-3 16,4 1-6-16,2-2 5 0,3 2-5 0,1-4-3 15,1 4 1-15,3-2 0 0,4-1 1 0,1 0 12 16,6-2-2-16,3 3 3 0,3-4 1 0,0 1 2 16,4-4 5-16,7 0-1 0,-2-3 16 0,1-2 9 15,-5 0 4-15,-2-6 11 0,-2 0 8 0,1 2 10 16,-3-6 2-16,-1-1 0 0,4-5-1 0,-3-4 3 16,1-1-3-16,-5-2-2 0,-4-4-9 0,4-4-8 15,-7-3-9-15,-2-12-2 0,4-1-5 0,-8 11-9 16,0-11-7-16,1 14-4 0,-2 3-2 0,-2 3-5 15,-1 2 1-15,4 7 0 0,-1 6-5 0,0 4-3 16,-2-2-6-16,3 5-7 0,-1 1-18 0,-3 1-18 16,4 4 4-16,0 0-6 0,-4 14 6 0,-2 0 1 15,2 6 3-15,0 8 1 0,3 5 3 0,-3 2 1 16,4 11 0-16,0-10 4 0,0 10 1 0,4-11 0 16,1 1 3-16,-1-4-2 0,6-3 4 0,-2 2 2 15,2-5 2-15,-1 1 6 0,-4-8-5 0,4-1 1 16,-4-4 0-16,-1-3 3 0,1-3-2 0,-1-1 5 15,-2-1-1-15,1-2 3 0,-3 1 3 0,3-2 5 0,-1-1-1 16,-2-2 1-16,3 4-11 0,-3-4-31 16,0 0-44-16,0 0-52 0,0 0-55 0,0 0-266 15,-8-9-482-15,4 0 213 0</inkml:trace>
  <inkml:trace contextRef="#ctx0" brushRef="#br0" timeOffset="125280.06">5660 11084 84 0,'4'-5'173'0,"0"4"-22"0,1-2-11 16,1 1-17-16,-6 2-14 0,12 2-17 0,-4 1-4 16,1 0-12-16,-2 4 4 0,2 1-14 0,0-1-13 15,-1 3-10-15,-2 0 1 0,2 6-9 0,-2-4-4 0,-3 1-1 16,-3 3 4-16,0 1-11 0,-2-4-2 0,1 3-9 15,-7-2 3-15,0 3 0 0,-1-2 0 16,0-2-3-16,-3 0 5 0,3-3-15 0,2 0 7 0,-3-3 4 16,3 0 6-16,2 0 17 0,1-4 21 0,0 2 20 15,2-5 24-15,-1 3 23 0,3-3 19 0,-5 5 22 16,5-5-6-16,0 0-17 0,0 0-12 0,0 0 1 16,10-19-31-16,2 6-7 0,2-2-7 0,4-4-14 15,0-2-7-15,1-1-8 0,3-6-6 0,-1 7-4 16,-2-4-4-16,3 1-9 0,-4 2 3 0,-1 1-11 15,-6 6-1-15,2 0-6 0,-4 2 4 0,1 2-5 16,-4 4 7-16,-2 0-16 0,0 2 1 0,0 2-6 16,2-1-5-16,-3 1-7 0,-1 2-2 0,-2 1 0 15,0 0 7-15,0 12-6 0,-2 1-2 0,-4 3 1 16,2 3-4-16,-3 7 15 0,0 1-8 0,1-3 1 16,-1 3 2-16,2 0-6 0,3-4 7 0,1-1 0 15,2-2 3-15,2-2-14 0,1 0-2 0,3-2 1 16,2-1 4-16,3-2-3 0,7-3-17 0,7-1-42 15,4-2-56-15,6-5-58 0,0-2-75 0,2-2-217 16,-1-5-520-16,-5-2 231 0</inkml:trace>
  <inkml:trace contextRef="#ctx0" brushRef="#br0" timeOffset="125779.93">6069 11003 101 0,'3'-6'246'0,"-2"-1"3"0,-1 3-12 16,4-3-9-16,-4 2-7 0,1 0-27 0,2 0-20 16,-2 1-13-16,2 1-17 0,-3 3-16 0,2-5-21 15,-2 5-11-15,3-2-13 0,-3 2-12 0,0 0-4 0,0 0-9 16,6 10-8-16,-3-5-2 0,0 4-4 0,0 2-6 16,1 0-10-16,0 6 1 0,-2-1-1 0,2 2-6 15,1-1-2-15,-1 0 2 0,0-2-3 16,0-1-2-16,-2-5-2 0,1 0-1 0,-1-1-2 0,0-1 1 15,1-3 11-15,-1 0-6 0,-1 0 4 0,1-3 19 16,-2-1-3-16,0 0 1 0,17-5-4 0,-7-3-6 16,3-3-1-16,0 1-6 0,1-2 3 0,0-2-4 15,0-2-2-15,-1 0-3 0,1 2-1 16,-4-1-2-16,-1 3-3 0,0 3-2 0,0 1-3 0,-4 3 1 16,-1-1-7-16,0 4 0 0,2-1-2 0,-1 3-3 15,-5 0-3-15,13 4-7 0,-3 3-2 0,0-2-15 16,-1 4-10-16,2 1-14 0,-1 0-23 0,1 5-30 15,2-1-42-15,-1 0-43 0,-2-2-254 0,-3-1-487 16,1-5 215-16</inkml:trace>
  <inkml:trace contextRef="#ctx0" brushRef="#br0" timeOffset="126295.93">7007 10629 146 0,'0'0'152'0,"-9"0"-5"16,9 0-11-16,0 0-6 0,0 0-8 0,0 0-10 15,0 0-13-15,0 0-7 0,0 0-5 0,0 0-14 16,0 0 2-16,0 0-5 0,0 0 4 0,0 0-4 0,0 0 1 16,0 0-5-16,0 0-3 0,0 0-5 0,28-5-5 15,-9 2-7-15,3 1-7 0,10 0-2 16,0-3-1-16,4 2-1 0,4-2-5 0,9-2-2 16,-12 4-2-16,4-2-6 0,-6 1 0 0,-2-1-3 0,-5 3-4 15,-9-1 3-15,2-1-3 0,-7 1-8 0,-3 2 4 16,-2-2-11-16,-1 2-16 0,-2-1-21 0,-6 2-30 15,4-1-23-15,-4 1-20 0,0 0-19 16,-23-3-22-16,8 2-126 0,-4 0-302 0,-1 1 135 0</inkml:trace>
  <inkml:trace contextRef="#ctx0" brushRef="#br0" timeOffset="126493.51">7236 10490 168 0,'1'-12'237'15,"3"3"1"-15,-2-1-3 0,1 0-3 0,0-1-7 16,-1 2-13-16,-1 3-17 0,1 1-17 0,-1-1-23 16,0 2-17-16,2 1-17 0,-3 3-13 0,1-5-25 15,-1 5-12-15,0 0-8 0,7 15-7 0,0 0-9 16,-2 2-1-16,2 9-4 0,0 3-2 0,2 0-5 16,-2 4-1-16,-1 4-33 0,3 7-16 0,0-11-38 15,-4 0-50-15,4 2-73 0,-1-5-260 0,-6-1-472 16,3-10 209-16</inkml:trace>
  <inkml:trace contextRef="#ctx0" brushRef="#br0" timeOffset="128944.74">8533 10268 56 0,'-3'-7'118'16,"1"2"-13"-16,-1-3-12 0,-1 1-8 0,0 1-3 15,0-5-12-15,-2 9-7 0,0-8-4 0,-1 5-10 16,1 0-2-16,-5 1-11 0,-1 1-2 0,2 2-4 16,-4 1 0-16,-4 0 0 0,0 3-1 0,-4-1-11 15,4 4-2-15,-2-1-5 0,-4 7 3 0,-2 2-2 16,2 1-4-16,2 2 0 0,2 3-8 0,-2-2 5 16,4 2-1-16,2 1-3 0,3-1 3 0,1-3 0 0,7-1 4 15,-4-1-3-15,4-1-9 0,2-3 11 16,1 1-9-16,1 0 9 0,1 0 2 0,3-3 8 15,3 0 14-15,0-1 14 0,4 0 8 0,4-4-7 16,3 0 2-16,2-3 2 0,3-1 1 0,-3-3-1 0,4-3 10 16,-4 1 12-16,0-5 2 0,0 0 0 0,-2-2 2 15,-2-2-7-15,6-6 3 0,-4-1-2 16,-1-2-8-16,-3 2-4 0,1-4 0 0,-4 2-1 16,-2 6-5-16,1-7 4 0,-3 7 0 0,1-2 6 0,-5 5 5 15,2 1-7-15,-4 1 2 0,5 2-6 0,-3 0 3 16,0 5-2-16,-2 1-8 0,1-1-8 0,-1 1-5 15,0 0-6-15,0 4-8 0,3-4-8 16,-3 4 1-16,0 0-3 0,0 0 0 0,0 12-3 0,0 0-3 16,-3-1 1-16,3 6 0 0,-1 2-3 0,1 0-1 15,-2 6 4-15,4 0-7 0,-4-5 2 0,4 4-1 16,-2-5-2-16,1 3 3 0,2-6-2 0,-1 1 3 16,-1-1-1-16,1 1-2 0,0-5 0 0,2-3 4 15,-2 0-2-15,-1-1 3 0,1-4-1 0,1 1-4 16,-3 0 4-16,3-2 2 0,-2-1 14 0,2 1 9 15,-3-3 5-15,8 3-5 0,0-5-2 16,3 1-1-16,7-4-7 0,3 0-7 0,5-5-47 0,4 0-45 16,-1 1-59-16,3-3-67 0,0-2-291 0,0-1-536 15,0-6 238-15</inkml:trace>
  <inkml:trace contextRef="#ctx0" brushRef="#br0" timeOffset="129478.9">8864 10403 96 0,'1'-5'241'0,"0"0"-5"16,-1 1-14-16,0-2-8 0,3 2-17 0,-3 1-13 16,0 3-16-16,0-7-18 0,0 7-20 0,0-3-11 15,0 3-17-15,0 0-19 0,0 0-5 0,0 0-11 0,0 0-7 16,0 0-9-16,0 0-5 0,1 12-4 15,-1-5-4-15,-1 4-6 0,1 3-2 0,0-3-3 16,-3 3-2-16,6 1-2 0,-6 2-2 0,3 0-2 16,-1-1-1-16,0-5-5 0,-2 2 3 0,3-2-5 0,0-1 0 15,0 1 0-15,0-6 6 0,-1 1-11 0,1-1 9 16,0 0 3-16,0-2 8 0,0 2 37 0,0-5 35 16,0 0 8-16,0 0-27 0,0 0-3 0,14-10-13 15,-8 0-4-15,7 1-3 0,-6-3-10 0,4-3 1 16,-2 1-14-16,3 1 7 0,-2 0-11 0,0 0-5 15,-4 4-1-15,1 2-1 0,-3 1-6 0,-1 2 0 16,1 1-8-16,0 0-6 0,-1-1 7 0,-1 3-17 16,-2 1-1-16,9 5 4 0,-4-2-1 0,3 2-13 15,0 4-9-15,-2-1-6 0,0 1-15 0,3 3-18 16,2 1-12-16,-2 2-17 0,3 0-28 0,-3 0-30 16,0 0-31-16,0 0-33 0,0-1-232 0,-4-5-487 15,2 0 216-15</inkml:trace>
  <inkml:trace contextRef="#ctx0" brushRef="#br0" timeOffset="129845.21">9266 10532 50 0,'0'0'217'0,"0"0"-11"15,0 0-18-15,0 0-13 0,0 0-17 0,-1-4-14 16,1 4-13-16,0 0-21 0,0 0-7 0,0 0-11 16,0 0-11-16,0 0-9 0,0 0-6 0,0 0-8 15,0 0-4-15,0 0-5 0,0 0-9 0,0 0 0 16,0 0-3-16,0 0-1 0,0 0 3 0,0 0 2 16,0 0 4-16,0 0-1 0,0 0-3 0,0 0 4 15,0 0 0-15,0 0-8 0,14-2-7 0,-5 0-1 16,4 0-6-16,6-1 2 0,0-1-5 0,2 3-4 0,2-2-1 15,-2 2 2-15,-4-2-6 0,2 1 2 16,0-1-2-16,-6 4 0 0,0-2-2 0,-2 1-1 16,-3-1 4-16,1 0-7 0,-3 1-3 0,-6 0-9 15,8-2-12-15,0 2-13 0,-8 0-17 0,0 0-17 0,5-3-24 16,-5 3-38-16,0 0-27 0,0 0-37 0,0 0-136 16,-22 0-354-16,22 0 157 0</inkml:trace>
  <inkml:trace contextRef="#ctx0" brushRef="#br0" timeOffset="130080.8">9675 10394 242 0,'0'-3'304'0,"1"-3"-2"0,1 3-21 0,-1-1-17 16,-1 4-24-16,0-4-30 0,0 4-26 0,1-5-22 15,-1 5-17-15,0 0-20 0,0 0-17 0,0 0-12 16,0 0-9-16,0 0-8 0,2 16-9 0,-2-6-8 16,2 3-5-16,-2 2-12 0,4 1-22 0,-4 0-30 15,3 0-39-15,-1 3-47 0,-2 1-44 0,2-3-60 16,-6 1-238-16,1-2-471 0,3-3 210 0</inkml:trace>
  <inkml:trace contextRef="#ctx0" brushRef="#br0" timeOffset="131412.25">10708 10111 151 0,'-2'-5'153'0,"-2"-2"-20"0,1-1-9 15,-2 1-11-15,-2-1-20 0,0 1-3 0,-2 2-14 16,-4-2-5-16,0 5-7 0,-6-1-9 0,-8 1-13 15,-4 7-2-15,0-3 0 0,-3 5-11 0,0 1 4 16,0 4-7-16,1 0-1 0,4 2 0 0,-2 2-8 16,6 0-1-16,-2 2 1 0,3-2 0 0,4 3-6 15,5-3 2-15,2 0-1 0,2 1-8 0,2 1 5 16,4-1 9-16,1 0-6 0,5-2-6 0,3 2 6 16,4-2 3-16,2-1 2 0,9-2-7 0,7 2 6 15,4-4-3-15,2-3 2 0,4-2-4 0,1-3 3 16,3 1-5-16,-5-6 3 0,3-3 2 0,-5-1 18 15,0-3 5-15,-5-2 8 0,3-3 7 0,-7-2 9 0,-1-5 1 16,-1 0 4-16,-3-6-4 0,-1-1-4 0,-7-5-5 16,1 1-2-16,-3-14-7 0,-3-1-3 15,-2 14 3-15,-3 1 14 0,-1 0 5 0,2 4 5 16,-2 0 2-16,0 3 4 0,-3 7-7 0,0 1-5 0,2 2-9 16,-3 1-5-16,2 5-5 0,2-1-4 0,-2 5-7 15,2-1-2-15,0 0-5 0,-1 5-2 16,1-4-7-16,0 2-11 0,0 4-11 0,0-5-16 15,0 5-3-15,0 0 6 0,0 0-8 0,0 0 0 0,0 0 6 16,0 0-1-16,-2 19 2 0,2-10 3 0,0 2 2 16,0 1-1-16,-3 5 2 0,3 2 1 0,0 5 0 15,3 4-3-15,-1-1 7 0,1 2 6 16,-3 1-5-16,1-1 1 0,4-1 5 0,-5 0-2 16,1 1 0-16,2-3-1 0,-3-1 4 0,3-6 0 0,-1-1-1 15,-1 0 5-15,2-1-3 0,-3-3 0 0,5-1 8 16,-5-2 2-16,1-3 0 0,-1-1 0 0,0 0 1 15,1 0-1-15,-1-3 0 0,3 1 2 16,-3-1 3-16,0-2 7 0,1 3-2 0,-1-5 9 0,0 0-3 16,0 6-12-16,0-6 1 0,0 0-4 0,3 4 0 15,-3-2-2-15,0-2-2 0,0 0 3 0,0 0-4 16,1 3 2-16,-1-3-2 0,0 0-2 0,0 0 2 16,0 0 4-16,-1 7-6 0,1-7 3 0,0 0-4 15,0 2 2-15,0-2-3 0,0 0 2 0,3 3 4 16,-3-3 0-16,6 4-2 0,-1-4 2 0,8 1 3 15,6-1-4-15,3-1-23 0,11-3-47 0,2 0-78 16,16-7-120-16,-2-3-197 0,0-7-495 0,-4-4 220 16</inkml:trace>
  <inkml:trace contextRef="#ctx0" brushRef="#br0" timeOffset="132077.94">10825 9581 14 0,'3'-5'226'0,"-2"-1"-16"0,0 1-1 0,2 1-13 15,-3-1-2-15,0 5-13 0,1-5-18 0,3 3-15 16,-4 2-19-16,0-5-12 0,0 5-18 0,0 0-14 16,0 0-11-16,0 0-8 0,0 0-4 0,0 0-11 15,8 16-3-15,-7-6-9 0,2 5-3 0,-3 0-3 16,1 2-4-16,4 0-5 0,-4 2-1 0,3-1-2 15,-1-1-1-15,-2 1 2 0,0 0-8 0,-1-6 1 16,4 2-1-16,-4-4 1 0,0 1-3 0,3-6 0 16,-2 2 2-16,-1-1 3 0,0-3 25 0,1 3 38 15,-1-6 18-15,3 1-12 0,-3-1 0 0,0 0-13 16,14-12-11-16,-8 6-7 0,2-3-11 0,1-2-8 16,2-2-11-16,-2 0-5 0,3-3-9 0,-2 3-8 15,-2 1-6-15,-1 3-2 0,2 0-2 0,-2 1-1 16,-4 3-3-16,3 0-3 0,-3 1-8 0,0 1-8 15,3 2-2-15,-2 0 2 0,-4 1 3 0,13 5 1 16,-3 2 4-16,-2 0 0 0,-2 3 3 0,3 0 1 0,0 4-27 16,0 0-24-16,-4 2-35 0,3 0-44 15,-2 2-42-15,0-2-53 0,-3-6-134 0,-2 2-407 16,-1-5 180-16</inkml:trace>
  <inkml:trace contextRef="#ctx0" brushRef="#br0" timeOffset="132511.31">11242 9736 83 0,'0'0'96'0,"0"0"-8"16,-3-1-2-16,3 1-14 0,-5-3 4 0,5 3-23 15,0 0 18-15,-8-1-6 0,8 1-3 16,0 0 9-16,-9 1-7 0,9-1 6 0,-6 3-3 0,6-3-6 16,-7 0-7-16,3 1 0 0,4-1-2 0,0 0-2 15,-11-1 0-15,11 1-5 0,0 0-1 0,-8 2-3 16,8-2-4-16,-6 2-3 0,6-2-2 0,0 0-3 16,0 0-6-16,-9-2 2 0,9 2-2 0,0 0 4 15,0 0 6-15,0 0 6 0,0 0 5 0,0 0 4 16,0 0 6-16,-6-1 3 0,6 1 1 0,0 0 4 15,0 0 3-15,0 0 2 0,0 0-8 0,0 0-5 16,0 0-6-16,23-1-4 0,-9-2-4 0,4 2-9 16,5-4 0-16,5 3-1 0,4 0-5 0,-2-1-1 15,-2 0-2-15,-7 2-1 0,2 0-7 0,-5-2 5 16,0 1-2-16,-5-1-2 0,-4 3-1 0,-3-1-3 16,2 0 0-16,-3-1-11 0,0 1-13 0,-5 1-17 15,9 0-16-15,-9 0-37 0,0 0-21 0,0 0-23 16,0 0-21-16,-22-4-26 0,11 4-166 0,-2 0-368 15,0 0 163-15</inkml:trace>
  <inkml:trace contextRef="#ctx0" brushRef="#br0" timeOffset="132778">11646 9578 78 0,'3'-8'250'0,"0"2"-8"0,0-1-15 16,0 1-10-16,0-1-15 0,-2 3-19 0,3 1-15 0,-3-2-18 15,2 3-15-15,-3 2-16 0,1-5-12 16,3 2-32-16,-4 3-15 0,0 0-10 0,0 0-5 16,5 9-2-16,-1-1-7 0,-3 0-8 0,2 5-3 15,-1 3 0-15,1 1-4 0,-2 4-7 0,3-3 4 0,1 6 2 16,3 1-5-16,-7-7-40 0,2 9-45 0,-1-1-46 15,1-9-53-15,-3 1-194 0,1-1-392 16,-1-6 174-16</inkml:trace>
  <inkml:trace contextRef="#ctx0" brushRef="#br0" timeOffset="133927.91">11356 10006 87 0,'0'-4'216'0,"0"4"-13"0,1-5-17 0,-1 5-16 15,-1-7-20-15,1 7-18 0,1-2-14 0,-1 2-15 16,0 0-9-16,0 0-10 0,0 0-13 0,13 12-5 16,-8-7-9-16,2 4-4 0,0 0-5 0,-1 1-4 15,4 5-6-15,1-1-1 0,0 0 0 0,1 1-6 16,-1-2-10-16,3 0-9 0,-5-4-2 0,0-2-3 16,0 0 1-16,0 0 1 0,-4-3-3 0,3-1 3 15,1-1 0-15,1-2-2 0,-1-2 1 0,1-3-4 16,-2-1 4-16,-1-2-4 0,4-5 3 0,0-1-2 15,-3 0 9-15,-2-3-2 0,2 0 3 0,-1 0 2 16,1 0 4-16,-1 2 6 0,-1-2 3 0,-5 8 10 16,6 0-4-16,-5 3 3 0,2-1 3 0,-3 0-5 15,1 2-6-15,0-1-6 0,-2 4-5 0,1-2-9 16,-1 4 3-16,3-2-6 0,-3 2-2 0,0 0-3 0,1 11 9 16,-1-3-7-16,3 4 0 0,-2 0-5 0,-2 5 2 15,2 3-3-15,-1 6 3 0,0 2-3 16,1 0 2-16,2-1 2 0,-3 1 2 0,1 0-13 15,3 1 1-15,-4 0 3 0,3-1-2 0,-1-2 0 0,-2-1 2 16,4-1 3-16,-3-7-1 0,-1 1 1 0,3-2-4 16,-2-2 4-16,-2-4 3 0,1 1-3 0,-3-1 1 15,3-2 0-15,0-3-2 0,-1 2 3 0,-2-2 2 16,2 0 0-16,-1-1 3 0,0-1-2 0,-4 1 0 16,-2 0 2-16,1-2 0 0,0 0-2 0,-2-1 3 15,-1 0-1-15,0-1 7 0,-3-1-10 0,3-2 12 16,-2 2 7-16,1-3 1 0,-1 1-2 0,2-2 4 15,-1 1 7-15,2-1 4 0,0-3 6 0,0 1 0 16,1-2 2-16,4-1-2 0,-1 1-7 0,1-4-2 16,4-4-5-16,4 2-2 0,1-4-7 0,8-4-5 15,1 0 0-15,4 0-3 0,5 2-5 0,1-1 2 16,3 3-4-16,1 0 1 0,4 2-2 0,-5 3-1 16,1-2 2-16,-2 3-2 0,-2 1 3 0,-6 2-2 15,-1 3-2-15,-5-1 10 0,-2 4 3 0,3-1 0 16,-8 0 0-16,3 3 1 0,-3-1-5 0,-1 1-1 15,1-1 4-15,0-1-18 0,-5 4-26 0,5-3-28 16,-5 3-19-16,0 0-11 0,0 0-21 0,-14 8-42 16,7-2-42-16,-8 4-242 0,0-2-470 0,-3-1 208 15</inkml:trace>
  <inkml:trace contextRef="#ctx0" brushRef="#br0" timeOffset="134511.07">10087 10634 80 0,'0'0'143'15,"0"0"-11"-15,0 0-11 0,0 0-15 0,0 0-8 16,0 0-8-16,0 0-8 0,-8-1-8 0,8 1-9 15,0 0-4-15,0 0-8 0,0 0 7 0,0 0-8 16,0 0-2-16,0 0-3 0,0 0-5 0,0 0-5 16,0 0-9-16,0 0-6 0,0 0 9 0,0 0-13 15,0 0-4-15,0 0-3 0,0 0-2 0,0 0 2 16,0 0 0-16,0 0 0 0,0 0-4 0,0 0 1 16,0 0 3-16,0 0 13 0,0 0 14 0,0 0 7 0,26 2 3 15,-5-2-1-15,15-2-7 0,18-2-2 16,11-1-1-16,45 3 3 0,9-3-7 0,10-2 0 15,1-2 11-15,11 2-1 0,8 2-10 0,5-2-3 0,-13 4-3 16,-9-1 1-16,-12 0-8 0,-18-3 1 0,-37 4-3 16,-1 2-2-16,-4-8 4 0,-1 4-3 0,-8 1-3 15,-18-3 10-15,-5 3 28 0,-9 1 10 16,-7 2 15-16,-2-2 4 0,1 1-2 0,-5-1-8 0,2 2-15 16,-6-1-11-16,2 0-19 0,-4 2-34 0,0 0-36 15,-14-4-41-15,4 5-43 0,-3 0-50 0,-7 2-234 16,-2 1-446-16,4-1 197 0</inkml:trace>
  <inkml:trace contextRef="#ctx0" brushRef="#br0" timeOffset="135395.37">10825 11246 92 0,'-5'-6'150'15,"0"-1"-17"-15,-4 0-12 0,-3 3-12 0,-1-1-4 16,-5 5-25-16,-5 0 0 0,-5 0-19 0,-3 0 0 16,0 5-11-16,2 2-6 0,-2-2 0 0,-1 4-6 15,3 1-7-15,-1 1-8 0,4 2 6 0,-1 0-8 16,10-2-1-16,-1 1-1 0,5 0-4 0,2 3-4 0,-1-1-1 16,7-1-3-16,-1-1 10 0,6 1-9 0,0-2-1 15,5 3 1-15,0-1 5 0,4 1 10 16,4-3 3-16,2-2 7 0,6 0 8 0,-3-4 4 15,3-3 10-15,1-2 7 0,-1 0 4 0,2-1 0 0,-2-3 4 16,6-3 12-16,0-3 2 0,-4-4 1 0,0-1 2 16,-1-2 5-16,-3-2-4 0,-4-5 0 0,1 2-5 15,-4-4-2-15,0-6-8 0,-1-2 0 16,-2-12-16-16,0-3-7 0,-5-1-3 0,1 1-7 0,-4 0 8 16,0 14 14-16,-1 4-4 0,0 2-5 0,-1 1-7 15,1 10-9-15,0 2-5 0,0 5-7 0,-1 2-8 16,-3 2-7-16,4 1-21 0,-1 3-20 0,1 3-5 15,0 0 1-15,0 0 4 0,-8 21 1 0,7-1 1 16,-3 5 2-16,4 11 9 0,-4-2-3 0,2 14 3 16,2-1-1-16,1 0 4 0,4-12 2 0,-1-2 0 15,2-1 3-15,3 0 1 0,0-4 1 0,0-1 0 16,4-6 2-16,-7-3 1 0,2 0 4 0,-4-8-2 16,1 3 3-16,3-5 1 0,-6-1 2 0,-2-1 0 15,4-2 2-15,-4 0 2 0,3 0-1 0,-1 0 5 16,1-2-16-16,-3-2-20 0,1 4-57 0,-1-4-61 15,0 0-64-15,0 0-222 0,0 0-463 0,4-14 205 16</inkml:trace>
  <inkml:trace contextRef="#ctx0" brushRef="#br0" timeOffset="135843.93">11062 11142 70 0,'10'-6'177'0,"0"1"-5"0,4 0-19 16,-1 2-15-16,7-1-12 0,0 4-14 0,1 0-14 16,2 3-16-16,4 2-4 0,1 2-8 0,-7-1-14 15,3 5 0-15,-6-1-7 0,-3 1-5 0,-2-3-4 16,-3 6-6-16,-1 0-4 0,-4-4-5 0,-3 3 0 16,0 3-2-16,-3 1-1 0,-6-2-3 0,0 0-12 0,-5 2 7 15,0-3-3-15,-5 5 6 0,2-6-8 16,-1-2-3-16,-2 4 6 0,4-5-2 0,2-2-1 15,1-4-1-15,1 4 3 0,1-3 6 0,1-1 17 16,3-1 15-16,1-1 20 0,-2 1 26 0,2-1 31 0,4-2 27 16,0 0-3-16,0 0-18 0,-5-9-14 0,9 1-15 15,2-2-6-15,7-2-15 0,3-12-1 16,1 5-10-16,5-2-12 0,-3-4-6 0,3 2-4 0,1-3-9 16,-4 2-2-16,0 2-7 0,-1 2-1 0,-5 5-6 15,-5 5 2-15,0 1-6 0,0 0-1 0,-4 3-8 16,1 2-8-16,-1-1-11 0,-1 1-24 0,-1 4-1 15,-2 0 1-15,0 0 1 0,3 12 5 0,-7-4-3 16,3 5 5-16,-2 5 3 0,-1-2 6 0,0 2-1 16,3 1 3-16,1 5 0 0,3 2 1 0,-1-9 0 15,7 8-2-15,0-8-5 0,6 5-4 0,6-4-22 16,2-1-31-16,0-2-56 0,6-5-66 0,2-3-264 16,6-4-500-16,-3 0 222 0</inkml:trace>
  <inkml:trace contextRef="#ctx0" brushRef="#br0" timeOffset="136344.12">11575 10943 39 0,'2'-7'267'0,"-2"2"-14"0,0 0-13 0,1 0-15 0,0 1-22 15,-1-1-13-15,0 5-20 0,4-6-19 16,-4 6-23-16,0-5-5 0,0 5-22 0,0 0-12 15,0 0-12-15,0 0-6 0,5 11-9 0,-2-5-5 16,-1 2-6-16,0 1-8 0,0 2-2 0,1 0-8 0,-2 4 0 16,0-1-3-16,2 3-4 0,-2-5-4 0,-1 2 1 15,1-4-2-15,2-2 0 0,-3 3-3 16,2-5-3-16,0-2 2 0,-1 4 0 0,-2-5 3 16,2 2 17-16,0-3 28 0,-1-2 5 0,0 0-6 0,0 0-4 15,18-8-7-15,-9 1-8 0,0-2-5 0,4-2 2 16,0-1-7-16,-1 1-7 0,5-2-6 0,-3 1 0 15,0 2-1-15,-5 3-5 0,0-1-5 0,0 2 0 16,-3 3-4-16,1-1-5 0,-1 2 3 0,1 2-6 16,1 0 2-16,-1 2-3 0,2 2-13 0,1 5-4 15,0-1-12-15,-1 3-31 0,0 2-25 0,1 2-37 16,-1-1-43-16,0 3-49 0,4-5-36 0,-8 0-175 16,0-2-462-16,0-3 205 0</inkml:trace>
  <inkml:trace contextRef="#ctx0" brushRef="#br0" timeOffset="136660.97">12089 11030 69 0,'-5'-1'170'0,"5"1"-5"0,0 0-9 16,-4-2-7-16,4 2-13 0,0 0-16 0,0 0-14 15,0 0-6-15,0 0-9 0,-4-4-10 0,4 4 3 16,0 0-2-16,0 0-4 0,0 0 1 0,0 0 0 16,0 0-5-16,0 0-8 0,0 0 3 0,0 0-5 15,0 0-6-15,0 0-6 0,14-2-4 0,-1-1-3 16,1 2-3-16,4-1-5 0,0 0-6 0,5 1-3 16,-1 0-2-16,-1 0 2 0,0-1-6 0,-2 0-4 15,-1-1 0-15,1 3 0 0,-9 0-4 0,3-2 2 16,-3 2-8-16,-1 0-1 0,0-2-16 0,-4 0-20 15,2 1-20-15,-2-1-35 0,-4 0-32 0,-1 2-28 16,3-6-34-16,-3 6-144 0,-8-4-347 0,4 0 154 16</inkml:trace>
  <inkml:trace contextRef="#ctx0" brushRef="#br0" timeOffset="136902.09">12559 10865 146 0,'0'0'310'0,"0"-5"-11"0,0-2 4 0,4 3-24 15,-4 0-18-15,1 1-19 0,2 0-30 0,-3 3-22 0,0 0-22 16,0-7-22-16,0 7-23 0,0 0-14 0,0 0-11 16,4 11-9-16,-4-1-10 0,1 5-8 0,-1 2-6 15,3 4-5-15,-2 6-6 0,-2 0-8 16,1-1-40-16,0 2-26 0,0 1-28 0,0-5-33 0,0-2-39 15,-3-4-45-15,7 1-58 0,-5-3-228 0,2-5-486 16,-1-6 215-16</inkml:trace>
  <inkml:trace contextRef="#ctx0" brushRef="#br0" timeOffset="137493.93">12976 10467 87 0,'0'0'163'0,"-6"0"-8"0,6 0-8 15,0 0-7-15,-6-3-10 0,6 3-1 0,0 0-6 16,0 0-5-16,0 0 2 0,-5-2-8 0,5 2-5 15,0 0-2-15,0 0-10 0,0 0-8 0,19-2-10 16,-1-1-10-16,13 1-2 0,5-1-10 0,17-2-5 16,6 0-4-16,0 1-7 0,4-1-7 0,-6 0 0 15,-1-1-1-15,-2 2-3 0,-18-1-6 0,-3 2-4 16,-2 1-18-16,-10-2-3 0,-4 1-18 0,-3 1-17 16,-4-1-22-16,-2 1-30 0,-3-1-40 0,-4 1-17 15,-1 2-27-15,-9-6-113 0,0 1-310 0,-6 3 138 16</inkml:trace>
  <inkml:trace contextRef="#ctx0" brushRef="#br0" timeOffset="137743.87">13413 10268 250 0,'0'-7'254'0,"1"4"-9"16,-1-4-17-16,0 5-17 0,0-3-24 0,0 5-24 15,0-4-18-15,0 4-21 0,0 0-13 0,0 0-12 0,0 0-11 16,5 11-11-16,-2-1-9 0,1 8-4 0,-3 0-9 16,5 1-6-16,-6 5 2 0,4 2-14 0,-3-1-5 15,3 2 1-15,3-1-3 0,-5-2-3 16,5-4-3-16,-3-1 2 0,2-2-32 0,-2 1-18 0,1-2-34 16,-1-2-20-16,0-1-38 0,1-2-33 0,1-2-50 15,-1-2-143-15,3-2-370 0,-2-4 164 0</inkml:trace>
  <inkml:trace contextRef="#ctx0" brushRef="#br0" timeOffset="138023.94">14419 10395 154 0,'5'-2'224'0,"-1"-1"-12"16,-2 2-14-16,3-3-18 0,0 2-19 0,-2 0-17 15,3 0-13-15,1 0-15 0,-1 1-12 0,0-1-13 16,-1 0-12-16,3 2-29 0,2 0-33 0,3-3-41 15,0 6-55-15,2-6-64 0,-2 6-127 0,6-6-291 16,1 3 129-16</inkml:trace>
  <inkml:trace contextRef="#ctx0" brushRef="#br0" timeOffset="138187.91">15180 10420 78 0,'0'0'286'0,"8"-5"-25"0,-4 2-25 16,-2 1-26-16,3 0-21 0,-1-1-23 0,0 1-42 16,1 0-55-16,4 0-53 0,2 1-49 0,6-1-64 0,-3 1-155 15,5 0-271-15,2-2 121 0</inkml:trace>
  <inkml:trace contextRef="#ctx0" brushRef="#br0" timeOffset="138343.93">15847 10418 112 0,'13'-4'178'15,"4"0"-35"-15,-5 1-30 0,8-3-38 0,0 3-28 16,9-4-45-16,-2 1-32 0,-8 3-77 0,3 0-116 16,-3 0 52-16</inkml:trace>
  <inkml:trace contextRef="#ctx0" brushRef="#br0" timeOffset="139260.34">17838 10260 58 0,'0'0'114'0,"0"0"-8"16,0 0-5-16,0 0-13 0,0 0-4 15,0 0 6-15,22-4-2 0,-4-1-9 0,3 3-11 16,11-4-2-16,4 2-9 0,15-3 8 0,7 1-14 0,8 2-12 16,2-4 5-16,-3 1 4 0,27-2-6 0,-32 4-10 15,-1 1 2-15,-4 3-6 0,-17-5-2 16,-8 5 2-16,0 1 0 0,-11 0-23 0,-6-3 3 16,1 3-18-16,-5 0-24 0,-1 0-15 0,-4 3 8 0,-4-3-10 15,0 0-19-15,0 0-29 0,-18 3-89 0,0 1-203 16,-5-2 91-16</inkml:trace>
  <inkml:trace contextRef="#ctx0" brushRef="#br0" timeOffset="139475.94">18372 10086 125 0,'0'-12'266'0,"0"0"-6"0,0 2-14 15,0 1-17-15,0 2-21 0,0 2-13 0,0 0-27 16,0 0-22-16,0 1-28 0,0 4-22 0,0 0-11 16,0 0-9-16,0 15-10 0,0-3-8 0,4 8-5 15,-4 7-7-15,1 3-5 0,1 1-3 0,1 5-3 16,1 9-32-16,-3-8-36 0,2-2-51 0,2 12-57 16,-4-14-76-16,2-3-131 0,-3-1-376 0,0-13 167 15</inkml:trace>
  <inkml:trace contextRef="#ctx0" brushRef="#br0" timeOffset="140526.87">19962 9843 91 0,'-5'-5'121'15,"-2"0"-13"-15,2 0-15 0,0 3-8 0,-4-1-9 0,-5 1-9 16,-3 2 2-16,-2 2-16 0,-4 3-7 0,-5 4-5 15,1 1 0-15,3 7-9 0,-3 0-7 0,3 4-2 16,1-1 2-16,0 7-2 0,6-4-2 0,-2 5-6 16,4 0-3-16,3 1-1 0,3 0-8 0,2 0 7 15,1-6 0-15,5 3 1 0,-1-8 0 0,4-1 1 16,1 0-3-16,1-1 7 0,3-3 27 0,0-2 12 16,2-4 26-16,-2 0 10 0,5-4 5 0,1 2 7 15,1-5 1-15,2-1 4 0,-2-5 7 0,4-2-3 16,0-1-12-16,-1-4-3 0,-3-1-6 0,5-3-7 15,-2-4-2-15,0-1-9 0,0-1-5 0,-2-1-6 16,-2-1-8-16,1 2-1 0,-1-2-8 0,-3 2-3 16,-1 5 3-16,-1 1 6 0,-3 1 0 0,1 5 2 15,-2 0-2-15,1 1-3 0,-1 2-2 0,0 1-4 16,-3 3-3-16,2-3-8 0,-2 3-6 0,-1 3-17 16,4-2-10-16,-4 3-4 0,0 0 3 0,0 0-5 15,4 14 2-15,-3-3 0 0,0 6 3 0,-1 1-2 16,-1 0-1-16,2 8 6 0,-2 2-3 0,0-2-1 15,-3 0-1-15,4-6 2 0,0 0 1 0,-1-1-3 16,2 0 3-16,-2-2-3 0,1-5 3 0,1 0 11 16,-1 0-11-16,0-5-1 0,0 0-1 0,0-2 4 0,0 2-1 15,0-4 4-15,0 2 15 0,4-3 22 16,-4-2 23-16,0 4 15 0,0-4 8 0,0 0-13 16,2 3 0-16,-2-3-5 0,11-5-7 0,-1-1-7 15,2 0-4-15,5-2-6 0,1-3-21 0,1 4-43 0,4-9-48 16,2 0-59-16,0 4-65 0,3 0-86 0,4 1-286 15,-4-2-610-15,-1 1 269 0</inkml:trace>
  <inkml:trace contextRef="#ctx0" brushRef="#br0" timeOffset="141043.29">20474 10144 50 0,'3'-5'242'0,"-1"1"-11"0,-1 1-13 16,-1 3-15-16,2-7-18 0,-1 4-19 16,-1 3-22-16,3-4-14 0,-3 4-17 0,0-3-18 15,0 3-4-15,0 0-16 0,0 0-6 0,0 0-9 0,-17 8-5 16,8 0-7-16,1 0-7 0,-4 3-4 0,4 0-4 16,-1 2-8-16,-2 2 1 0,2-2-5 0,1 1-2 15,3-3 1-15,2 2-3 0,-2-2-4 0,0-2 1 16,5 2-1-16,-1-3 1 0,2 2-3 0,-1-3 4 15,5-2 20-15,3 0 11 0,-2 0 12 0,7-2-3 16,2-3-3-16,-1 0 2 0,4 0 2 0,-5-4 13 16,4-2-7-16,-4-2 1 0,2-1 4 0,-5 1-8 15,-2-3-2-15,3-1 4 0,-6-1-19 0,4-3-5 16,-7 0-3-16,0-1-7 0,-1 1-1 0,-1 2-9 16,-1 1-11-16,-3 2-12 0,-1 0-7 0,-4 2-9 15,-1 1-9-15,1 2-15 0,1 1-8 0,-6-1-10 16,4 5-17-16,-3 0-16 0,-1 1-21 0,3 2-16 15,-1 2-25-15,2-2-13 0,4 3-14 0,-1 0-20 16,3 2-142-16,2 0-377 0,4-1 166 0</inkml:trace>
  <inkml:trace contextRef="#ctx0" brushRef="#br0" timeOffset="141792.91">20819 9854 127 0,'0'-11'247'0,"0"0"-11"16,0 1-14-16,3 1-14 0,-2 2-14 0,0 2-14 16,-1 0-13-16,0 0-20 0,3 1-20 0,-3 4-14 15,0-4-17-15,0 4-6 0,0 0-12 0,0 0-14 16,0 0-4-16,9 13-12 0,-4-3-14 0,-1 1-9 0,0 0-5 15,1 5-6-15,0 1-5 0,1-2-14 16,2 2 0-16,-1 1-5 0,0-2-4 0,1 0-3 16,-2-1-3-16,-1-5-5 0,1 0 0 0,0-1 5 15,0-2 0-15,-1-1 2 0,3-2 2 0,-3-2 5 16,3-4-2-16,4-1 5 0,-3-4-1 0,0 1 2 0,0-4 1 16,5-3 3-16,-4-1 3 0,3-1 1 0,-1 0 5 15,-2-2 5-15,0 1 3 0,-1-1 8 16,-1 1 8-16,1 0 2 0,-4 4 3 0,0 2 4 15,-1-1 4-15,0 3-4 0,0 1-4 0,-2 2-4 0,-1 1-4 16,1-4-11-16,-1 6-6 0,-1 2 0 0,5-1-7 16,-5 1-5-16,0 0 3 0,0 16 0 0,-1-4-1 15,-3-1 2-15,0 7-3 0,0 9-1 16,-1 3 1-16,-1 4 1 0,-1 1-2 0,-3 11 0 0,1-1 0 16,0 1 2-16,4-10-3 0,-1-2 4 0,-1 15-1 15,5-15-1-15,-1 1 3 0,-2-3-2 0,1 0 2 16,0-1-1-16,2-5 1 0,-2 1-4 0,0-8 2 15,4-1 2-15,-1-2-2 0,-3 1 2 0,0-4 0 16,0-1 1-16,0-2-2 0,-2 1 0 0,2-3 4 16,1 2 0-16,-1-4 0 0,-2 1 0 0,0-2 1 15,-1 1-1-15,0-4-1 0,1 1 3 0,-3 1 2 16,-1-2-3-16,1-1 1 0,2-1 7 0,-1 0 16 16,1-1 10-16,-1-1 13 0,2 0 8 0,1-2 16 15,-3-2-9-15,2 1-8 0,-1-5 13 0,2 1-9 16,3-5-4-16,-1-3 9 0,2-3-19 0,3-6-8 15,2-4-5-15,5-3-12 0,10-13 2 0,8 2-6 16,1 1-1-16,5-1-1 0,3 2-4 0,4 3-5 16,-3 2 4-16,0 3-5 0,-8 9-3 0,-1 1 0 15,-2 5-4-15,-2-1-2 0,-1 4 3 0,-7 4-6 16,0 4 4-16,-5-1-2 0,-3 4 0 0,1-1 0 16,-4 2-5-16,-1 2 7 0,1-1-21 0,0 1-18 15,-2 0-33-15,-3 2-15 0,0 0 3 0,0 0-6 16,3 7-11-16,-5-1-11 0,0 0-16 0,-5 2-13 15,4 3-18-15,-3-1-18 0,0 0-17 0,0 0-31 16,2 1-122-16,-4-3-376 0,3 1 167 0</inkml:trace>
  <inkml:trace contextRef="#ctx0" brushRef="#br0" timeOffset="142205.91">21718 10015 236 0,'-7'-1'237'0,"7"1"-3"0,0 0-7 0,0 0-11 16,-4-3-15-16,4 3-22 0,0-4-19 0,0 4-19 0,4-5-14 15,3 3-13-15,4-4-14 0,2 4-11 16,5-5-7-16,0 4-7 0,11-1-8 0,0-2-9 15,2 1-5-15,-3 1-3 0,4-1-5 0,-4 0-5 16,-6 2-6-16,-2-2-9 0,-3 3-12 0,-3 0-8 0,-2 2-18 16,-1-2-17-16,-5 2-18 0,2-2-26 0,-3 2-30 15,-5 0-28-15,0 0-12 0,7 2-4 16,-7-2-27-16,0 0-149 0,-15 9-350 0,4-8 155 0</inkml:trace>
  <inkml:trace contextRef="#ctx0" brushRef="#br0" timeOffset="142528.44">21746 10226 56 0,'-3'2'231'0,"3"-2"-4"0,0 0-4 0,-5 3-4 15,5-3-9-15,0 0-15 0,0 0-22 0,0 0-19 16,24-4-10-16,-2 1-19 0,7 1-12 0,4-5-14 16,2 3-9-16,1-2-7 0,-3 0-10 0,3 0-7 15,-2 3-7-15,-2-2-2 0,-1 1-3 0,-12 1-5 16,3 1 2-16,-12-1-4 0,4 2-11 0,-5 0-4 16,-1 1-2-16,-2-3-5 0,0 2-2 0,-6 1-5 15,9-1-11-15,-9 1-25 0,6 0-26 0,-6 0-2 16,0 0-14-16,0 0-13 0,1 7-19 0,-4-4-24 15,1 2-27-15,-3-1-41 0,1 1-33 0,-1-1-113 16,2 0-357-16,2 0 158 0</inkml:trace>
  <inkml:trace contextRef="#ctx0" brushRef="#br0" timeOffset="143242.97">23496 9757 32 0,'-5'0'116'0,"5"0"-7"0,-10-3-9 15,2 2-12-15,2-2-5 0,-2 1 5 0,2 1-21 16,-2-1-4-16,-1 1-7 0,9 1-2 0,-19 1-15 16,6 1 5-16,0 3-5 0,-4-2-10 0,-1 2 0 15,2 2-3-15,0-2 0 0,-1 6-12 0,2-3 4 16,1 5-1-16,-2 0-2 0,5-2 4 0,-1 3-10 16,-3 1 2-16,6 0 8 0,-1 3-6 0,1-1-7 15,0 9 11-15,1-3 6 0,2-4-6 0,3 0 3 16,0-2 3-16,1 4-4 0,2-1 4 0,0-1 5 15,2-1-1-15,1-1 2 0,1 3 3 0,1-2-7 16,0-2 7-16,3 0-1 0,0-2 1 0,2 2 8 16,-2-3 3-16,-2-3 4 0,8 2 8 0,-5-2 8 15,6-1 3-15,2-1 3 0,0 1 3 0,1-4-2 16,2 2-3-16,-1-2-1 0,4-2-3 0,-2 1 3 0,8 0-4 16,-1-3 1-16,-1 0-4 0,-1-1-2 0,-5-1 3 15,-2 0 2-15,1-2-3 0,-1 0 5 16,2 0 2-16,0-5 4 0,-2 1-1 0,-1-4-3 15,1 1 3-15,4-5-6 0,0-1-5 0,-4-3-4 16,4-2-8-16,-2-1-2 0,-1-5-7 0,-1-3 2 0,0-3-12 16,-3 0-10-16,4-9-11 0,-7 13-5 0,0-3-11 15,-6 3-7-15,0 3-2 0,-6 1-3 16,-3 8 3-16,-4-1-4 0,-11-2-5 0,-4 3-3 16,-10 2-4-16,-7 6-27 0,-18 1-51 0,-10 5-60 0,-26 3-72 15,0 3-225-15,28 1-508 0,2-3 225 0</inkml:trace>
  <inkml:trace contextRef="#ctx0" brushRef="#br0" timeOffset="146159.91">3755 12871 66 0,'0'0'160'0,"0"0"-9"0,0 0-8 0,0 0-4 16,0 0-4-16,0 0-9 0,-3-4-13 0,3 4-7 15,0 0-9-15,0 0-7 0,0 0-2 0,0 0-5 0,0 0-1 16,0 0-6-16,0 0-5 0,0 0-2 0,0 0-10 16,0 0-6-16,6-5-7 0,0 4-5 0,0-1-3 15,7-2-4-15,4-1-4 0,1 0-8 16,2 0-15-16,3 2-10 0,4-2-19 0,4 0-26 15,-2 3-35-15,2-1-22 0,-3 2-64 0,-7-2-114 0,-3 3-306 16,0 0 135-16</inkml:trace>
  <inkml:trace contextRef="#ctx0" brushRef="#br0" timeOffset="146371.97">3833 13087 221 0,'0'0'218'0,"-3"2"-21"0,3-2-20 16,0 0-18-16,0 0-14 0,0 0-20 0,0 0-12 16,26-6-10-16,-7 1-12 0,8-3-26 0,4-1-39 15,3 3-50-15,3 1-61 0,-1 1-171 16,0-4-276-16,-7-1 122 0</inkml:trace>
  <inkml:trace contextRef="#ctx0" brushRef="#br0" timeOffset="146942.41">3903 12677 224 0,'0'0'269'0,"-1"-2"-21"0,1 2-27 15,0 0-23-15,-2-4-23 0,2 4-24 0,0 0-18 16,0 0-17-16,0 0-13 0,0 0-14 15,0 0-9-15,0 0-8 0,7 11-6 0,2-5-5 0,0 3-6 16,5-1-9-16,1 3-13 0,3 1-8 0,8-1-6 16,-8-1-14-16,7-1-12 0,-6 1-7 0,8-2-3 15,-10 3-8-15,1-6-2 0,-4 0-3 16,0 2 5-16,-4-5 1 0,-1 1 3 0,0-1 3 16,-3 0 8-16,1-1 4 0,-2 0 14 0,0 2 15 0,-5-3 11 15,10 0 1-15,-10 0 10 0,0 0 13 0,8-3-13 16,-8 3-3-16,0 0-9 0,6 3-5 0,-6-3-9 15,3 0-22-15,-3 0-20 0,0 0 0 16,-3 7 0-16,1 0 3 0,-5 4-1 0,-3 5 4 16,-8 4-1-16,-1 9 2 0,0 2 4 0,-3-4-4 0,6 5 4 15,-10 11 2-15,8-13 1 0,2 0 4 0,1-1-2 16,1-4 1-16,0-1 0 0,8-4 1 0,1-4 0 16,0-6 6-16,1 2-6 0,1-3 3 0,1-1 2 15,-1-3 11-15,2 0 16 0,0-1 11 0,-1 3 14 16,2-5 11-16,0-2 5 0,0 0-9 0,3 3-5 15,-3-3-4-15,0 0-5 0,0 0-5 0,14-7-7 16,-9 5-2-16,0-1-29 0,2 1-37 0,-1-1-49 16,4 1-66-16,0-4-67 0,5 0-177 0,1-4-425 15,3 3 188-15</inkml:trace>
  <inkml:trace contextRef="#ctx0" brushRef="#br0" timeOffset="147642.31">6202 12684 112 0,'-2'-8'228'0,"-1"-2"-10"0,2 2-18 15,-1-3-15-15,1 3-11 0,1-2-10 16,0 3-14-16,0-2-2 0,0 4-7 0,0 0-15 16,0 0-11-16,-2 0-14 0,2 5-15 0,2-5-11 0,-2 5-18 15,0 0-16-15,0 0-5 0,0 0-4 0,3 15-6 16,1-5-1-16,-2 7-1 0,2 4-4 0,0-1 2 15,2 4-9-15,-3 0-2 0,1 0 0 16,-2 1-2-16,2-4 0 0,-4-4-1 0,1 3 1 0,3-2-1 16,-4-1-2-16,0-2 7 0,1-3-6 0,3-1 0 15,-4-2 0-15,0-2-7 0,0-1-9 0,0-1 0 16,1 1 2-16,-1-1 4 0,0 0-1 0,0-5 6 16,0 4 0-16,0-4-18 0,0 0-22 0,0 0-35 15,-11-7-17-15,3 1-2 0,1-2-22 0,-1 0-25 16,0-4-26-16,-1-2-147 0,2-1-337 0,-2-5 149 15</inkml:trace>
  <inkml:trace contextRef="#ctx0" brushRef="#br0" timeOffset="147975.93">6114 12522 149 0,'-3'-6'204'0,"3"0"-11"16,-2 2-13-16,1-1-12 0,-2 2-19 0,3 3-19 15,-1-6-16-15,1 6-13 0,0-3-11 0,0 3-15 16,0 0-7-16,0 0-8 0,0 0-4 0,0 0-11 15,1 15-3-15,7-4-5 0,-2 4-3 0,4 2-5 16,3 3-4-16,4 4-3 0,-3 1 0 0,6 1-3 16,-2 0-4-16,1 1 3 0,3-1-5 0,-3 2-1 15,-1-2-1-15,1 0-3 0,-2 1 0 0,-3 0 1 16,-3-3 1-16,-3 1-3 0,-2-7 1 0,-4 3-2 16,-1-1-4-16,-4-1 4 0,-5 6 3 0,-4-8-1 15,-1-2 3-15,-6 4 6 0,-5-5 2 0,1-2 9 16,-3 0 7-16,1 1 2 0,5-6 4 0,-1-1 1 15,1-1 4-15,3-2 6 0,0 4 3 0,7-5 1 16,2-1 1-16,2 1 3 0,-2-1-2 0,2 0-7 16,6-1-3-16,-8 1-5 0,4 1-5 0,4-2-4 15,0 0-5-15,0 0-19 0,0 0-15 0,18-9-27 16,-5 3-35-16,6 0-46 0,5-4-60 0,2 0-56 16,-10 3-173-16,1-3-435 0,2-1 192 0</inkml:trace>
  <inkml:trace contextRef="#ctx0" brushRef="#br0" timeOffset="148625.47">6601 12360 92 0,'-1'-5'218'0,"2"-2"-8"0,1 1-10 15,-1 1-11-15,2 2-10 0,0-2-20 16,-2 1-18-16,-1 4-17 0,3-3-16 0,-3 3-14 0,1-2-13 15,-1 2-9-15,0 0-8 0,1 7-8 0,-1 3-5 16,4-1-3-16,-3 3-5 0,3 3-6 0,-1 0-1 16,-2 2-4-16,2 0-5 0,0 2-2 0,-3-2-4 15,3 0-2-15,-3 1 0 0,1-1-5 0,-1-5 0 16,0-1 0-16,0-4 0 0,1 0-1 0,-2-2 0 16,1 0 5-16,0 0 31 0,-1-2 27 0,1-3 32 15,0 0 12-15,0 0-10 0,0 0-13 0,0 0-13 16,14-18-6-16,-9 7-9 0,5-6-5 0,-1 2-10 15,0-2-4-15,4 1-2 0,-4-1-7 0,-3 4-6 16,2 4 0-16,-2-1-8 0,1 2-5 0,-2 4-2 16,-4-1-10-16,3 2-5 0,1 1 11 0,-5 2-15 15,11 1 6-15,-5 3-8 0,3 5-3 0,-2-1-10 16,1 3-12-16,0 2-10 0,-1 3-14 0,2 1-21 16,-1 0-31-16,-2 2-28 0,-1 1-36 0,2-3-48 15,4 7-38-15,-10-7-183 0,3-2-470 0,0-2 209 16</inkml:trace>
  <inkml:trace contextRef="#ctx0" brushRef="#br0" timeOffset="149142.01">7127 12821 101 0,'-10'0'163'0,"10"0"-12"0,-5 0-15 0,5 0-9 0,0 0-14 15,-9 0-2-15,9 0-16 0,0 0-2 0,0 0-10 16,0 0-8-16,0 0-6 0,-6 0 4 0,6 0 4 15,0 0 1-15,0 0 1 0,0 0-3 16,0 0-2-16,0 0-7 0,0 0-4 0,0 0-7 0,0 0-3 16,22-7-6-16,-10 4-4 0,7 0-7 0,2-1 4 15,7-3-15-15,1 2 1 0,3 0 0 0,1-2-3 16,2 2-2-16,-1 0-1 0,-2 0 0 0,0-1-4 16,-10 2 0-16,5 0-4 0,-8 2-15 0,-5-1-11 15,-3 3-14-15,1-2-10 0,-5-1-20 0,-4 3-26 16,-3 0-52-16,5-2-26 0,-5 2-149 0,0 0-336 15,-23-3 149-15</inkml:trace>
  <inkml:trace contextRef="#ctx0" brushRef="#br0" timeOffset="149346">7241 12688 149 0,'0'-8'239'0,"-2"3"4"0,4-2-14 0,-4 0-8 16,2 1-8-16,-2 0-15 0,4 1-24 0,-2 3-16 15,0 2-21-15,0-5-18 0,0 5-17 0,0 0-12 16,0 0-4-16,0 0-18 0,6 10-7 0,-4 2-5 16,2 4-9-16,0 2-2 0,0 6-8 0,1 2-1 15,-2 1-4-15,2 0 2 0,-2 1-4 0,1-3-35 16,0 3-29-16,0-1-46 0,-1-3-41 0,0-4-55 16,1-1-222-16,1-2-432 0,-1-7 192 0</inkml:trace>
  <inkml:trace contextRef="#ctx0" brushRef="#br0" timeOffset="149959.75">8422 12493 77 0,'-3'-9'224'16,"2"-3"-15"-16,1 3-16 0,-4 1-18 0,1-1-18 0,1 2-18 15,-5 2-10-15,2 0-18 0,-5 1-12 0,0 1-11 16,-3 2-12-16,-5 5-7 0,-2-3-8 0,1 7-7 16,-7 4-6-16,1 0-9 0,-1 5-8 0,-2 0 0 15,5 4-9-15,2-2 4 0,0 1-8 0,2 3 2 16,2-2-3-16,2 3-5 0,6-7 2 0,0 0-7 16,1 1 2-16,3-2 1 0,2-4-3 0,2 2 2 15,1-2-2-15,1-2 3 0,2-2 4 0,4 1 0 16,0-4 16-16,6-1 6 0,1-3 6 0,3 1 8 15,2-5 5-15,-1-1 9 0,-1-1 16 0,1-4 5 16,-4-1-3-16,4 0-3 0,-5 0-3 0,1-4-5 16,0-3-8-16,5-5-5 0,-5 0-10 0,0-1-3 15,-5 5-1-15,-1 1 5 0,-1 1 6 0,0 6-3 16,-3 2 0-16,0-2-1 0,0 5-12 0,-2 0-8 16,-1 1-10-16,2 0-7 0,-3 4-6 0,0 0-5 15,0 0 7-15,0 0 4 0,-4 19-11 0,2-5-5 16,-2 3 2-16,-1 1 1 0,-2 0 0 0,5-1-1 15,-2 3 0-15,3-1-1 0,-1 0-2 0,4-4 0 16,-1 1 1-16,5-1 2 0,-1-4 4 0,2 0 0 16,2-4 4-16,7 4 2 0,0-5-4 0,5-1 0 15,10 0-21-15,1-4-44 0,1-1-57 0,-1-1-65 16,4-5-72-16,-7 2-255 0,2-8-548 0,-3 1 243 16</inkml:trace>
  <inkml:trace contextRef="#ctx0" brushRef="#br0" timeOffset="150457.99">8704 12689 191 0,'0'0'267'0,"3"-4"-9"16,-3 4-15-16,2-5-9 0,-2 5-12 0,1-4-18 16,-1 4-18-16,2-3-20 0,-2 3-20 0,0 0-16 15,0 0-19-15,0 0-13 0,0 0-14 0,0 0-11 16,0 0-9-16,0 0-6 0,5 9-10 0,-5-5-2 15,1 4-7-15,-1-2-6 0,0 6 2 0,0-2-8 16,-1 1-3-16,0 5 0 0,-2-5-3 0,2 4-3 16,-1-3 3-16,0-3-4 0,2 1-1 0,-1-2-7 15,-2-1 5-15,3-1-2 0,0-1 0 0,0 0 3 16,0-2 3-16,0-3 14 0,-1 5 34 0,1-5 22 0,1 2-1 16,-1-2-8-16,0 0-9 0,14-12-4 0,-6 5-13 15,2 0-4-15,-1-3 2 0,5-3-16 0,-2 4-10 16,0-5 1-16,2 2 2 0,-5 4 5 15,-1 1-10-15,0 0-3 0,-2 3-9 0,-1 0 2 16,0 1-6-16,-1-1-21 0,0 4-11 0,2-2-4 0,-6 2-11 16,9 2-25-16,-1 3-23 0,-3-2-25 0,4 4-40 15,-1 1-38-15,1-2-60 0,-3 5-263 16,4-5-555-16,-2-1 246 0</inkml:trace>
  <inkml:trace contextRef="#ctx0" brushRef="#br0" timeOffset="150672.03">9172 12766 191 0,'0'0'217'0,"0"0"-11"0,0 0-12 0,0 0-11 15,0 0-14-15,0 0-16 0,0 0-13 0,0 0-17 16,0 0-11-16,0 0-13 0,0 0-6 0,30-4-9 15,-8 1-8-15,-2 2-27 0,11-3-34 0,-5 0-41 16,2 2-44-16,-1-2-53 0,-6 1-58 0,6-6-103 16,-7 3-308-16,-1 0 136 0</inkml:trace>
  <inkml:trace contextRef="#ctx0" brushRef="#br0" timeOffset="150869.93">9560 12626 272 0,'0'0'334'16,"0"0"-9"-16,0-4-5 0,0-1-11 0,0 5-10 16,0 0-25-16,0-5-32 0,0 5-32 0,0 0-28 15,0 0-24-15,0 0-26 0,0 0-43 0,0 0-8 16,0 0-3-16,3 19-11 0,-2-8-21 0,3 6-26 16,0-1-26-16,2 2-22 0,0 5-46 0,2 2-61 15,-1-3-65-15,3 4-74 0,-5-10-180 0,-1-6-492 16,0-2 219-16</inkml:trace>
  <inkml:trace contextRef="#ctx0" brushRef="#br0" timeOffset="151559.41">10143 12430 25 0,'0'-10'218'16,"3"4"-5"-16,-1-1-3 0,-2 1-6 0,0 0-14 16,1 1-13-16,-1 5-21 0,0-5-17 0,3 2-20 15,-3 3-17-15,0-4-12 0,0 4-11 0,0 0-5 16,5 10-13-16,-4-1-7 0,0 2-3 0,2 7-10 16,1-1-4-16,-3 11-2 0,3-6 0 0,-4 4-1 15,0-1-5-15,1 0-4 0,3-1 3 0,-4-4-7 16,3 0 4-16,-2 1-3 0,2-4-5 0,-1-3 0 15,-2-2 2-15,0 0-31 0,1-4-9 0,-1 1-16 16,0-2-13-16,3-1-11 0,-2-1 3 0,-2 0 0 16,1-1 1-16,0-4 9 0,0 0-81 0,0 0-207 15,0 0-364-15,-9-12 161 0</inkml:trace>
  <inkml:trace contextRef="#ctx0" brushRef="#br0" timeOffset="151875.04">10107 12297 1 0,'-2'-4'192'0,"-1"0"-19"0,2 1-24 0,1 3-14 15,-2-4-14-15,2 4-18 0,0 0-9 0,0 0-12 16,0 0-5-16,8 11-12 0,-1 1-7 0,5 1 1 16,-1 1-3-16,9 7-1 0,-1 2 5 0,4-2-3 15,4 4-8-15,-2 1-3 0,0-2-6 0,-1 5 5 16,0-2-11-16,-2-1 2 0,-4 2-11 0,1-2-2 0,-6 0-5 15,0-1 2-15,-7-1 0 0,-2-7-7 16,-5 2-5-16,-6-1 9 0,-2-1-3 0,-7 4 1 16,-6-4-1-16,-2 0 1 0,-4-3-5 0,-1 0 2 15,-3-4-7-15,3 2 6 0,1-2 0 0,0-3 0 0,5-2-5 16,6 0 1-16,-2 0 5 0,9-3-3 0,1 1 0 16,1-3 3-16,2 0 0 0,1 2 4 0,5-2-17 15,0 0-64-15,0 0-49 0,6-11-52 16,7 2-132-16,6-3-322 0,9-1 142 0</inkml:trace>
  <inkml:trace contextRef="#ctx0" brushRef="#br0" timeOffset="152325.9">10505 12170 178 0,'0'0'247'0,"0"-8"-5"16,0 4-19-16,0 4-23 0,0 0-22 0,0-4-21 16,0 4-18-16,0 0-17 0,0 0-15 0,0 0-14 15,0 0-10-15,0 0-11 0,9 13-5 0,-7-5-7 16,2 6-10-16,0 3-4 0,-2 2-4 0,-1 4-3 15,-1 2-7-15,2-1-2 0,-5 1-3 0,3-5-3 16,-2-1-2-16,-2 0 1 0,0-7-5 0,3-2-3 16,0 0 1-16,-1-5 0 0,2 2 3 0,-1-1 9 15,1-3 50-15,-1 0 25 0,1-3 32 0,0 0 9 16,0 0-6-16,0 0-29 0,0 0-6 0,6-17-12 16,-1 6-9-16,3-4-4 0,0-3-12 0,3-4-9 15,0-2-6-15,1 7-6 0,-2-2-1 0,0 5-9 16,2-1-4-16,-7 5-4 0,4 3-7 0,-4-2 0 15,-1 6-15-15,0-2-28 0,1 3-11 0,1 0 11 16,1 3-30-16,-1 2-3 0,6 0-13 0,-1 4-16 16,-1 1-26-16,-1 2-21 0,4 3-23 0,-1 2-29 15,-1-2-26-15,0 1-50 0,-3-2-187 0,1-2-485 16,0-3 214-16</inkml:trace>
  <inkml:trace contextRef="#ctx0" brushRef="#br0" timeOffset="152543.37">10920 12219 152 0,'0'0'219'0,"0"0"-18"0,0 0-19 0,0 0-20 15,0 0-14-15,0 0-19 0,0 0-9 0,0 0-14 0,0 0-10 16,5-1-6-16,-5 1-9 0,19-2-8 0,-6 2-9 15,7 0-5-15,2 2-19 0,6-2-39 16,2-3-44-16,-2 3-52 0,0-2-73 0,0-3-102 16,-1 1-292-16,-4 1 130 0</inkml:trace>
  <inkml:trace contextRef="#ctx0" brushRef="#br0" timeOffset="152751.93">11394 12048 166 0,'0'0'320'0,"-1"-5"-33"0,1 5-31 15,-2-4-30-15,2 4-32 0,0 0-22 0,0 0-17 16,0 0-16-16,-2 17-7 0,2-5-22 0,1 3-8 16,2 4-13-16,-1 5-8 0,0 4-35 0,2 0-34 15,2 3-33-15,-4-3-50 0,2 3-63 0,-1 2-92 16,-1-6-114-16,-2-8-367 0,0-5 163 0</inkml:trace>
  <inkml:trace contextRef="#ctx0" brushRef="#br0" timeOffset="153424.73">11688 12830 130 0,'-8'0'158'0,"8"0"-3"16,0 0-6-16,0 0-10 0,0 0-4 0,0 0-12 15,0 0-12-15,0 0-10 0,0 0-5 0,0 0-12 16,0 0-8-16,0 0-10 0,0 0-6 0,0 0-9 16,0 0-4-16,0 0-7 0,0 0-3 0,0 0-2 15,0 0-5-15,0 0 13 0,0 0 5 0,0 0-4 16,41-5-3-16,-13 1-2 0,8-2-7 0,15 1 1 16,6-4-6-16,6 2 1 0,32 0-7 0,-6-3-1 15,-29 8-1-15,-6-1-1 0,-16 3-16 0,-2-4-9 16,-4 3-12-16,-5-1-14 0,-7 2-6 0,-2 0-8 15,-5-2-8-15,-3 1-8 0,-2-1-12 0,-4 2-7 16,-4 0-19-16,0 0-3 0,0 0-12 0,0 0-10 16,-40-1-103-16,18 2-248 0,-3-3 111 0</inkml:trace>
  <inkml:trace contextRef="#ctx0" brushRef="#br0" timeOffset="153674.68">12116 12717 78 0,'0'-3'224'16,"0"3"-2"-16,1-5-7 0,-1 5-6 0,0-7-5 16,0 7-11-16,0-5-12 0,0 5-15 0,0-4-19 15,0 4-13-15,0-4-18 0,0 4-19 0,0 0-8 16,0 0-14-16,0 0-13 0,0 0-14 0,0 0-1 0,0 0-4 16,0 15-6-16,0-5-3 0,0 2-4 0,0 3-7 15,0-2-1-15,3 5 1 0,-2-1-3 16,0-1-2-16,3 1-1 0,1 3-9 0,-1-3-14 15,1 0-20-15,-1 1-19 0,1-1-22 0,3-2-29 16,-3-2-45-16,4-1-38 0,-4 0-192 0,4-4-401 0,2-4 177 16</inkml:trace>
  <inkml:trace contextRef="#ctx0" brushRef="#br0" timeOffset="153850.04">12829 12736 137 0,'0'0'266'15,"0"0"-26"-15,5-2-26 0,-5 2-27 0,0 0-40 16,9-2-44-16,-3 1-43 0,6 1-47 0,-1-1-41 16,10-1-66-16,-3 0-114 0,9-3-225 0,-6 0 100 15</inkml:trace>
  <inkml:trace contextRef="#ctx0" brushRef="#br0" timeOffset="153995.93">13455 12683 155 0,'0'0'225'0,"4"-3"-24"16,-4 3-17-16,6-2-30 0,-2 1-49 0,5 0-48 15,-1-2-63-15,6 1-47 0,4 2-118 0,9-8-185 16,3 3 83-16</inkml:trace>
  <inkml:trace contextRef="#ctx0" brushRef="#br0" timeOffset="154128.07">14085 12616 163 0,'5'-1'203'0,"-5"1"-15"0,4-3-18 0,-4 3-19 15,0 0-21-15,0-4-54 0,0 4-72 0,10-3-83 16,-2 3-89-16,2-4-182 0,4-1 81 0</inkml:trace>
  <inkml:trace contextRef="#ctx0" brushRef="#br0" timeOffset="154705.91">14532 12700 112 0,'0'0'115'16,"0"0"-2"-16,0 0 5 0,0 0 1 16,0 0 9-16,-10-2-6 0,10 2-6 0,0 0-9 15,0 0 9-15,0 0-7 0,0 0-8 0,0 0-8 16,0 0-10-16,0 0-11 0,0 0-4 0,0 0-7 0,0 0-10 16,0 0-4-16,0 0-4 0,0 0-7 0,0 0 0 15,0 0 1-15,0 0-1 0,0 0-6 16,0 0 1-16,0 0-6 0,22-4 1 0,-12 2-8 15,13-2 4-15,8 0-9 0,7 0 0 0,13-3-1 0,3 2 0 16,-3-2-4-16,0 4-5 0,-12-1-5 0,0-1-24 16,-6 0-8-16,-2 2-19 0,-4 1-15 0,-9 0-17 15,-3-2-13-15,-2 1-15 0,-3 0-30 16,-6 1-129-16,-2-1-295 0,-2 3 131 0</inkml:trace>
  <inkml:trace contextRef="#ctx0" brushRef="#br0" timeOffset="154928.07">14733 12513 51 0,'-3'-8'269'0,"2"2"-5"0,1-1-9 16,0 2-1-16,-1-2-22 0,1 2-21 0,-3 2-16 16,3 3-26-16,0-4-22 0,0 4-21 0,-1-5-17 15,1 5-15-15,0 0-9 0,0 0-10 0,0 19-10 16,0-8-6-16,1 7-9 0,-1 6 2 0,4 2-10 15,0-1-2-15,2 1-4 0,2 1-3 0,1 0-25 16,0-1-18-16,0-2-30 0,0-1-32 0,-3-4-55 16,2-1-63-16,-1-2-224 0,-1-4-448 0,0-5 198 15</inkml:trace>
  <inkml:trace contextRef="#ctx0" brushRef="#br0" timeOffset="155474.43">15670 12392 22 0,'-8'-12'183'15,"1"1"-15"-15,1 2-10 0,-3 0-14 16,0 0-17-16,3 2-12 0,-7-1-13 0,4 3-21 16,0 4 1-16,-5-2-11 0,1 3-8 0,-6 4-5 0,1-1-16 15,0 7 2-15,-7 3-3 0,-1 4-10 0,3 1-4 16,-1 3-4-16,-3 4-3 0,5 1 0 0,0-4 2 15,2 9-2-15,1-3-6 0,2 0-5 16,5-3 4-16,1 1-2 0,2-2 2 0,3-8 1 0,2 0 2 16,2-4-2-16,0-2-4 0,1-3 16 0,4 0 36 15,1-2 24-15,1-2 10 0,2-2 1 0,5-1-1 16,4-4 2-16,1-1 0 0,2-4-2 0,-3 0 0 16,4-2 0-16,0-7-8 0,1-1-10 0,1 0-7 15,-2-3-7-15,-1 1-4 0,0-1-9 0,-1 1 5 16,-4 7-15-16,-1 0-2 0,-1 0-3 0,-5 7 0 15,1-1-2-15,-2 1-4 0,-2 5-10 0,1-4-6 16,-1 2-7-16,0 4 0 0,-4 0-6 0,9 3 4 16,-3 4-2-16,2-1-11 0,-2 7-12 0,2-1-14 15,2 3-20-15,-1 4-32 0,0-4-28 0,3 4-43 16,0 1-52-16,-3-4-255 0,3 1-503 0,-3-5 222 16</inkml:trace>
  <inkml:trace contextRef="#ctx0" brushRef="#br0" timeOffset="155823.93">15887 12511 11 0,'-1'-3'300'0,"1"-1"-25"0,0 4-28 15,-3-6-26-15,3 6-25 0,0-5-27 0,0 5-19 16,0 0-18-16,0 0-12 0,0 0-12 0,-9 11-13 15,3-2-8-15,-3 1-10 0,0 3-10 0,0 1-5 16,0 2-9-16,-3 0-5 0,6-2-7 0,-2 2-2 16,-2-2-5-16,6 1-3 0,0-5-4 0,3 0-1 0,-3 1-1 15,4-3-3-15,0 0 1 0,4-3 1 16,1-1-1-16,4-1 0 0,0-1 0 0,5-2 0 16,0-2 15-16,3-1-9 0,-4-1 2 0,2-4 2 15,1 0 1-15,-5 2-1 0,3-7-2 0,-5-3-8 16,1 1-2-16,-2-2 1 0,-1 0-7 0,-3 3-2 0,-1-4-1 15,-1 1 2-15,-6 1-19 0,2 3-9 0,-5-1-8 16,0 2-14-16,-5-2-18 0,-2 3-19 16,0 2-17-16,-4 4-25 0,-1 1-18 0,0 1-24 15,2 1-27-15,-2 2-194 0,5-2-410 0,1 0 181 16</inkml:trace>
  <inkml:trace contextRef="#ctx0" brushRef="#br0" timeOffset="156090.97">16072 12063 73 0,'4'-3'180'0,"-4"3"-20"0,0 0-19 15,9 6-15-15,-4 2-17 0,3 8-6 0,2 8-13 0,-1 8-8 16,5 16 11-16,1 8-3 0,-3 2-4 0,7 21-4 15,-9-18 0-15,3 23-5 0,-7-27-10 0,-2 0-8 16,-8 1-2-16,-1-4-9 0,-4-2-1 16,-5-3-8-16,-1-3-2 0,-7 0-2 0,-4 1 2 0,-12-1 0 15,-5-7-8-15,-6-4-28 0,-31 12-55 0,-6-9-66 16,-16-8-196-16,6-12-342 0,-2-9 151 0</inkml:trace>
  <inkml:trace contextRef="#ctx0" brushRef="#br0" timeOffset="157024.17">5743 12331 213 0,'2'-5'243'0,"-1"4"-15"16,-1 1-20-16,-1-5-14 0,1 5-26 0,-2-7-17 16,2 7-23-16,0 0-14 0,0 0-15 0,0 0-14 15,-5 22-9-15,-5 2-9 0,-1 9-10 0,-5 13-2 16,-3 10-8-16,-9 24 10 0,6-25-6 0,-2 25-5 16,6-29-9-16,3 7-2 0,3 0-4 0,8 0-3 15,1 3 0-15,6-2 1 0,10-5-3 0,5-3 0 16,9-5-5-16,10-2-23 0,13-10-37 0,35 4-67 15,18-16-98-15,5-11-163 0,10-11-396 0,-6-10 175 16</inkml:trace>
  <inkml:trace contextRef="#ctx0" brushRef="#br0" timeOffset="158373.91">16684 12385 61 0,'1'-14'180'0,"-1"6"5"0,3-1-2 16,-3 1-7-16,1-1-4 0,-1 1-17 0,3 1-2 16,-2 5-10-16,-1-3-12 0,1 0-15 0,2 3-14 15,-3 2-18-15,1-3-7 0,-1 3-9 0,0 0-9 16,3-2-9-16,-3 2-5 0,0 0 2 0,5 12-9 0,-4-5-2 15,4 8-5-15,2-4-1 0,-2 4-9 16,2 0-10-16,2 0-6 0,0 0-8 0,2-1-5 16,0 1 0-16,-1-2-2 0,2-1-1 0,-2-3-1 15,-1-3 1-15,0 2 4 0,1-4-2 0,-2-1 1 16,-1-2 2-16,2-2 5 0,4-4 1 0,-3-2-2 16,2-1 0-16,3-4 4 0,-3-2-1 0,-1-2 4 15,1-2 1-15,-2 1 11 0,3-7 0 0,-4 1-2 16,-3 4 4-16,2 0 7 0,-3 2 1 0,0 6 1 0,-1 0 0 15,0 4 0-15,-2-2-3 0,1 4-6 16,-3 0 0-16,2 1-24 0,0 1-14 0,-2 3 3 16,0 0-4-16,0 0 3 0,6 17 3 0,-4-1 3 15,-2 4-2-15,-1 9 3 0,0 2 1 0,2 4 4 0,-1 15-2 16,0 1-3-16,0-2 10 0,1 4 2 0,-1 0 0 16,3-5-3-16,0-1 1 0,-3-12-1 0,1 2 4 15,3-1-4-15,0-3 4 0,-3-2 3 16,1 2-5-16,-3-7 3 0,1-5-4 0,-1-3 2 0,-2 1 1 15,-1-4-1-15,2-5 2 0,-2-1 2 0,-4-3 1 16,1-1 2-16,-2-4 0 0,-2-1 2 0,-6-1 3 16,2 0 6-16,-5-7 7 0,-7-1-7 0,3-3 0 15,-4-1 1-15,5-1 9 0,4 2 2 0,-4-3 0 16,3-1-2-16,1-5 3 0,8 5 2 0,1 0-5 16,1-3 8-16,5-1-14 0,1-3-2 0,6 2-5 15,5-3 0-15,7 0-2 0,-1-5-2 0,8 5-5 16,0 2 0-16,6 2 4 0,4-1-7 0,3 4 2 15,14-8-2-15,-2 4 3 0,0 2-2 0,1 2-4 16,-11 5 1-16,-5 0 0 0,-2 1-1 0,0 2 2 16,-3-1-3-16,-6 2 2 0,-3 2-3 0,-6 1 1 15,-1-1-1-15,-2 4-3 0,0 0 3 0,-4-2-5 16,0 3-12-16,-1-3-14 0,0 3-8 0,-4 1-12 16,0 0-17-16,0 0-8 0,0 0-18 0,-27 8-20 15,14-6-25-15,2 1-12 0,-2 4-18 0,3-2-177 16,-2 1-373-16,2-3 166 0</inkml:trace>
  <inkml:trace contextRef="#ctx0" brushRef="#br0" timeOffset="158633.97">17756 12536 183 0,'0'0'211'0,"-4"-4"-22"0,4 4-22 0,0 0-14 16,6-6-17-16,0 3-18 0,-1-1-8 0,8 1-12 16,-3 0-10-16,4-1-5 0,3 1-11 0,3 1-8 15,2-1-25-15,6 0-27 0,0-1-38 0,-5 3-36 0,5 0-40 16,0 1-52-16,-5-1-77 0,-3-3-248 15,0 2 110-15</inkml:trace>
  <inkml:trace contextRef="#ctx0" brushRef="#br0" timeOffset="158801.94">17872 12698 120 0,'-1'2'251'0,"1"-2"-20"0,0 0-23 0,0 0-20 15,0 0-21-15,18-3-19 0,1-1-25 16,2 1-33-16,9-1-43 0,6 2-40 0,18-2-46 16,3 2-47-16,2-1-157 0,-1-4-262 0,-1 2 115 15</inkml:trace>
  <inkml:trace contextRef="#ctx0" brushRef="#br0" timeOffset="159173.07">19111 12382 14 0,'-12'3'101'0,"2"5"-9"0,-5 1-6 16,2 3-8-16,-4 3 9 0,3 4-16 0,-5 4-1 15,6-2-3-15,-1 5-8 0,3-2-1 16,3-6 2-16,-1 4-2 0,5-3-8 0,4 1 15 0,0-2 7 16,3-1 8-16,3-1 10 0,2-2 21 0,2-2 9 15,7-1 8-15,1-3 17 0,9-1-7 0,2-2-2 16,0-4-13-16,1-2-8 0,-2-6-13 0,-1-1-9 16,-1-2-10-16,-1-4-8 0,-9 2-4 0,3-6-10 15,-6 1-5-15,-3-1-5 0,1-4-4 0,-5-2-7 16,-6 5-8-16,0-3-8 0,-4 3-26 0,-5 1-29 15,-5 4-30-15,-10-5-33 0,-7 6-38 0,-3 4-42 16,-5 1-55-16,-13 2-152 0,15 4-413 0,2 1 182 16</inkml:trace>
  <inkml:trace contextRef="#ctx0" brushRef="#br0" timeOffset="159735.84">21116 12342 232 0,'-4'-3'242'0,"4"3"-15"15,0-5-32-15,0 5-16 0,7-5-18 0,0 2-23 16,3 2-13-16,9-2-9 0,9 2-24 0,4 0-35 16,-1-1-28-16,0 2-43 0,1 2-44 0,0-1-50 15,-3 0-162-15,-2-1-291 0,-7 3 130 0</inkml:trace>
  <inkml:trace contextRef="#ctx0" brushRef="#br0" timeOffset="159892.34">21223 12485 94 0,'0'2'122'16,"0"-2"18"-16,1 5 1 0,3-4-8 0,6 0-6 15,3-1-18-15,6 2-9 0,3-4-14 0,9 1-8 16,-1 0-26-16,5-4-32 0,-1 2-43 0,-2-4-54 15,0 1-107-15,-1-3-199 0,-3 1 88 0</inkml:trace>
  <inkml:trace contextRef="#ctx0" brushRef="#br0" timeOffset="160173.54">21545 12115 68 0,'-3'-6'251'0,"1"0"-10"0,0 0-12 0,-1 1-16 15,3 1-24-15,-1 1-18 0,1 3-19 0,-2-7-22 16,2 7-14-16,0 0-14 0,0 0-6 16,16 5-14-16,-5 2-11 0,6 4-8 0,7 3-6 15,2 3 4-15,3 5-5 0,-2 3-5 0,12 5-4 16,-12-4-7-16,-1-1-4 0,-1 2-2 0,-6 1-4 0,-2-1-4 16,-3 2 0-16,-4-2-1 0,-2 0-6 0,-8-2-3 15,-4 0 1-15,-1-8-7 0,-8 7 4 0,-6-4 2 16,-4-1-6-16,-5-2 4 0,-4-1-19 15,-2-1-25-15,-4-3-32 0,5-2-47 0,-3 2-50 0,3-6-73 16,0-2-132-16,3-2-394 0,10-4 175 0</inkml:trace>
  <inkml:trace contextRef="#ctx0" brushRef="#br0" timeOffset="160889.97">23151 11743 77 0,'0'-18'224'16,"3"-2"-7"-16,-1 0-15 0,2 5-5 0,-4 0-14 16,0 3-15-16,1 2-12 0,-1 1-12 0,3 3-20 15,-3 1-14-15,1-1-15 0,-1 3-13 0,0 3-12 16,0 0-8-16,0 0-6 0,0 0-6 0,-4 29-10 16,3-2-5-16,-3 9-5 0,-1 12-1 0,1 2-2 15,-4 4-6-15,4 1 0 0,0-4-5 0,5 3 0 16,-1-4 11-16,5 0 3 0,-1 0-7 0,6-4-3 15,-5-10 2-15,3-4-3 0,-3 1-1 0,5 1-5 16,-5-4 0-16,2-4 1 0,-6-2-1 0,3-6 3 16,-3-2-4-16,2-5-5 0,-3 0 2 0,0-1 0 15,-3-3 7-15,2-1 3 0,-4 0 3 0,-2-1 1 16,-4 1-2-16,2-3 0 0,-4 0-3 0,-1-1-2 0,-5-2 1 16,1 0-3-16,-1 0-2 0,0-2 0 15,0-1-24-15,-2 1-24 0,2 0-27 0,0-2-29 0,3 0-44 16,1-1-25-16,4-2-42 0,1 2-169 15,4-2-401-15,5 0 179 0</inkml:trace>
  <inkml:trace contextRef="#ctx0" brushRef="#br0" timeOffset="161193.93">22936 12175 90 0,'0'0'179'0,"-6"-3"-21"16,6 3-19-16,0 0-13 0,-7 0-12 0,7 0-12 16,0 0-14-16,0 0 3 0,0 0-4 0,30-1-12 15,-2 0-1-15,4-4-1 0,2 0-5 0,3 0-4 16,14 1-3-16,-13-1-6 0,3 0-10 0,-3 2-3 15,-3 1-2-15,-3-2-4 0,-6 1-5 0,-6 0-1 16,-8 3-10-16,2-1-17 0,-5-2-8 0,-1 3-20 16,-3-1-14-16,-5 1-24 0,9 0-24 0,-9 0-25 15,0 0-43-15,0 0-80 0,0 0-253 0,0 0 112 16</inkml:trace>
  <inkml:trace contextRef="#ctx0" brushRef="#br0" timeOffset="161542.04">24003 11887 74 0,'0'-3'184'0,"2"-2"-16"0,0 1-15 0,-2 1-25 16,0 3-11-16,4-5-16 0,-3 2-6 0,-1 3-17 0,0 0-8 16,0 0-8-16,12 5-6 0,-7 1-7 0,0 3-5 15,-1 0-11-15,1 1 2 0,0 5-4 16,-1 2-1-16,2-1-5 0,-2 1-2 0,0 1-5 0,-3 1 2 16,3-2 2-16,-1 2-8 0,-2-1 2 0,-1-1-1 15,0-1 1-15,0-1-14 0,0-3 8 0,0-2 1 16,0-1 6-16,0-4-5 0,-1 3-3 0,-2-4 2 15,3 1-7-15,0-1-4 0,-1 0-26 0,1-4-28 16,0 0-36-16,0 0-35 0,-12-8-118 0,10 3-264 16,-2-4 117-16</inkml:trace>
  <inkml:trace contextRef="#ctx0" brushRef="#br0" timeOffset="161839.94">24039 11769 50 0,'0'-1'162'16,"0"1"-17"-16,-4-5-15 0,4 5-21 0,0 0-10 16,0 0-12-16,0 0-5 0,8 9-12 0,-3-1-1 0,3 6 1 15,6 0 0-15,0 4-5 0,8 3-3 16,-2 0-2-16,1 0-11 0,0 1-1 0,1 2-4 16,0-2-7-16,-2 0-4 0,-2 2-1 0,-4-5-3 15,-1 0 2-15,-7-2-6 0,2-1 0 0,-4 1 2 16,-3-4-11-16,-2-2 0 0,-3 0 1 0,-1 1-1 15,-7 1-1-15,-3-4 0 0,-3 2-1 0,0-2-5 16,-1-2-1-16,0-2 6 0,-1 1-1 0,1-1-3 16,0-2 3-16,2 1-6 0,1-1 2 0,2-2-4 15,1 1-1-15,2 0-13 0,2 1-15 0,-3-3-12 16,7 1-15-16,5-1-36 0,0 0-36 0,-8-4-141 16,8 4-285-16,2-8 126 0</inkml:trace>
  <inkml:trace contextRef="#ctx0" brushRef="#br0" timeOffset="162139.97">24360 11696 112 0,'2'-6'197'0,"1"1"-15"16,-2 1-25-16,-1-1-17 0,0 5-16 0,6-3-16 15,-6 3-9-15,0 0-12 0,12 8-14 0,-4-2-7 16,1 3-3-16,1 5-4 0,5 8-14 16,-2 2 0-16,5 3 1 0,-4 2 0 0,4 0-4 0,-8 2-2 15,7 3 2-15,-7 1-11 0,-1-1 1 0,1 12-3 16,-6-13-3-16,-5 1 0 0,-2 3-1 0,-7-4 0 16,1 1-3-16,-14 10 0 0,4-15 1 0,-15 9-3 15,-2-7 0-15,5-10-2 0,-12 4-12 0,-7-2-33 16,1-5-36-16,-5-3-39 0,2-3-71 0,-3-5-117 15,5-7-312-15,10 0 139 0</inkml:trace>
  <inkml:trace contextRef="#ctx0" brushRef="#br0" timeOffset="162504.34">23923 11693 169 0,'0'0'197'0,"0"-4"-20"15,0 4-23-15,0 0-26 0,0 0-7 0,0 0-11 0,-8 16-9 16,3 1-20-16,-7 8-14 0,-4 6-1 0,-4 13-1 16,-6 3-8-16,3 0-3 0,0 2-2 0,1 1-8 15,2 0 1-15,7-5-2 0,2 0-9 16,6 3-2-16,2-15 1 0,8 2-2 0,4-3-2 0,5-1 0 16,7-2 2-16,5-5-8 0,1 0 5 0,17 1-5 15,3-3 1-15,0-5-48 0,4-3-59 0,-2-5-105 16,5-6-105-16,-15-5-316 0,11-1 140 0</inkml:trace>
  <inkml:trace contextRef="#ctx0" brushRef="#br0" timeOffset="164605.97">24866 11836 53 0,'1'-11'203'0,"-1"2"-6"16,4 1-7-16,-4 1-12 0,4-1-6 0,-3 1-11 15,2 1-6-15,-1 0-11 0,0 1-11 0,0 1-14 16,2 0-16-16,-4 4-10 0,1-5-14 0,1 3-6 16,-2 2-9-16,0 0-7 0,0 0-7 0,11 11-4 15,-2-4-4-15,-3 3-7 0,6 2-3 0,-2 2 1 16,3 0-13-16,-1 1-10 0,3-1-5 0,-1 2-6 16,0-3-3-16,-1-1-2 0,-1 0-3 0,-3-3-2 15,2-3 1-15,-3 0 5 0,1 1 1 0,1-4 0 16,-3-2 1-16,3 0 1 0,-1-3 4 0,5 0-4 15,-3-7 3-15,0 0 3 0,4-3 4 0,-3-2 4 16,-2 0 2-16,2-3 0 0,-2-1 1 0,4-3 7 16,-5 3 4-16,-1 0-5 0,-1 0 8 0,1 1 2 0,-2 4 4 15,-2 3-1-15,0-2-2 0,-1 4-7 16,0 1 0-16,0 1-4 0,1-1-6 0,-2 5-18 16,-1-1-6-16,-1 3-3 0,0 0 2 0,0 0 2 15,6 16-2-15,-5-7-2 0,0 11 2 0,0 3 3 0,-1 3-1 16,0 7 1-16,0-1 0 0,0 4 4 0,0 10 0 15,-1-10-1-15,1 11-1 0,0-12 3 16,0 0-1-16,1 0 0 0,1 2-1 0,0-1 3 16,-2 0-1-16,2-3 3 0,0-1-2 0,-2-2 3 0,2 0-3 15,-4-2 0-15,4-2 4 0,-4-1-3 0,2-6 3 16,-4-2-2-16,0 0-2 0,2 0 2 0,-1-4-1 16,-2-3 2-16,1 1 1 0,-2-1-2 0,0 1 3 15,-1-5 0-15,1 3-6 0,-3-4 4 0,-1 0 3 16,-1 1 0-16,-1-3-1 0,-2-2-1 0,-7-1 3 15,3 0-2-15,-3-2 1 0,0-3 3 0,-7-3-3 16,1 0 1-16,2-3-1 0,-1-2 2 0,2 0 6 16,2-1 16-16,3-5 4 0,5 2 12 0,-3-5-6 15,7-3-2-15,2 0-6 0,4-7 1 0,3 3-5 16,6-5-1-16,4 0-6 0,7 4-4 0,9-10 0 16,7-1-2-16,4 7-1 0,4 5-3 0,5 0-2 15,0 3-3-15,5 2 3 0,-5 3-4 0,-12 7 0 16,-1 0-1-16,-3 3 1 0,2 3 7 0,-13 0-10 15,1 3 0-15,-6 1-1 0,-3 1-1 0,-1-1-4 16,-3 3-4-16,2-1-16 0,-1 1-11 0,-4 0-15 16,-3 1-3-16,0 0 1 0,0 0 2 0,8 3-2 15,-8-3-12-15,-3 8-12 0,-2-4-22 0,0 2-11 16,-1 0-6-16,1-1-27 0,-2 2-19 0,0 1-23 16,2-4-128-16,1 3-340 0,1-3 151 0</inkml:trace>
  <inkml:trace contextRef="#ctx0" brushRef="#br0" timeOffset="164971.94">25905 11993 114 0,'0'0'216'0,"0"0"-9"15,-4-2-11-15,4 2-11 0,-2-3-17 0,2 3-11 16,0 0-14-16,0 0-17 0,0 0-18 0,5-5-8 16,1 1-11-16,0 1-7 0,3 2-10 0,4-3-7 15,4 3-20-15,3-3-27 0,2 2-23 0,-3-2-23 16,13 3-31-16,-4-1-23 0,2-1-36 0,-7 1-43 16,-4 0-112-16,1-1-296 0,-7 3 131 0</inkml:trace>
  <inkml:trace contextRef="#ctx0" brushRef="#br0" timeOffset="165158.31">25957 12136 42 0,'-3'2'167'16,"-1"-1"-4"-16,4-1 2 0,-2 4-3 0,2-4-5 15,0 0-14-15,23 3-10 0,-3-3-14 0,13-3-13 16,3 3-11-16,3-2-8 0,17-1-30 0,-6 1-25 15,5-2-33-15,-2 1-35 0,1-3-38 0,0 2-50 16,-12-1-109-16,12-4-251 0,-4 1 112 0</inkml:trace>
  <inkml:trace contextRef="#ctx0" brushRef="#br0" timeOffset="165488.97">27206 11848 19 0,'-3'-2'175'0,"1"-4"-14"16,-2 5-10-16,4 1-21 0,-7-3-15 0,2 3-19 15,5 0-9-15,-14 4-8 0,7 3-5 0,-2 1-8 16,-5 4-4-16,2 0-3 0,-3 3-4 0,2 1-2 16,3 2-10-16,-2 5 4 0,5-4-2 0,0 4 6 0,2-3 3 15,1-2-3-15,8-1 13 0,1 1 6 16,5-2 18-16,6-1 10 0,4 2 5 0,11-2-3 15,3-5-2-15,5-3-2 0,13-2-12 0,2-2-9 16,-16-6 5-16,16-5-13 0,-18 2 3 0,-2-2-4 0,-2-1-1 16,-4-4-3-16,-5-3-3 0,-4-2-6 0,-6 4-6 15,-3-9-2-15,-3-3-10 0,-9 0-7 16,-4 0-2-16,-4 0-4 0,-7 1-8 0,-6 2-25 16,-5 3-32-16,-22-1-41 0,0 8-48 0,-7 5-65 0,-7 7-274 15,-28 2-509-15,31 2 226 0</inkml:trace>
  <inkml:trace contextRef="#ctx0" brushRef="#br0" timeOffset="171340.46">6151 14470 21 0,'-1'-16'146'0,"-1"3"-5"0,0 1-18 0,2 1-22 16,2 0-14-16,-4 1-20 0,1-1-3 0,1 7-15 16,-2-4 0-16,1 3-2 0,1 2-25 0,0-1-10 15,0 4-14-15,0 0-8 0,0 0 1 16,-6 9-1-16,-1 6 1 0,-1 13 0 0,-2 4 13 15,0 17 10-15,1 4 18 0,-1 1 3 0,4 2 6 0,-1 3 4 16,5-2 11-16,2-2 4 0,0 2-10 0,2-7-1 16,2-3-7-16,0-10-1 0,1-3-6 0,4-2-1 15,-1-5-5-15,-2 1-4 0,2-10-2 16,-2 0 1-16,0-2 0 0,1-2 1 0,-5-5-4 0,2 0-6 16,-1-2 9-16,-1-3 23 0,-2 1 8 0,-2-3-4 15,-5 0-6-15,-3-2-2 0,-4-2-6 0,-4 0 4 16,-10-3-6-16,1-3-7 0,0-1-2 0,1-2-2 15,-1-2 0-15,1 4-4 0,7-1-5 16,-5-1 1-16,6 4-1 0,1-3-4 0,2 3 1 16,2-1 0-16,4 4 0 0,-1-3-2 0,2 4 8 0,3 0-13 15,0-1 3-15,1 1-40 0,4 1-35 0,0 2-28 16,5-7-29-16,4 4-31 0,0-1-140 0,5-1-318 16,-1 0 141-16</inkml:trace>
  <inkml:trace contextRef="#ctx0" brushRef="#br0" timeOffset="171685.94">5870 14868 53 0,'-9'0'84'15,"9"0"-10"-15,-4 2-7 0,4-2-4 0,0 3-6 16,0-3-7-16,0 0-3 0,7 6-2 0,-2-3 1 16,5-1-4-16,3 0 1 0,7-2-5 0,8-2 18 15,1 2-22-15,6-4-2 0,1 1-6 0,1 1-3 16,4 0 2-16,-7-1 11 0,1 3-10 0,-6 0-8 15,-6 0-8-15,-4 0 5 0,-1 0-3 0,-6 0 1 16,-2 0-15-16,0 2-18 0,-2-1-7 0,-3-1-13 16,0 2 4-16,-5-2-7 0,5 5-20 0,-5-5-71 15,0 0-146-15,-11 7 65 0</inkml:trace>
  <inkml:trace contextRef="#ctx0" brushRef="#br0" timeOffset="172045.92">6991 14664 37 0,'0'-6'188'0,"0"0"-17"15,0 6-20-15,0-5-16 0,0 5-17 0,0 0-12 16,0 0-15-16,0 0-7 0,0 0-17 0,0 0-2 16,0 0-6-16,3 17-9 0,-1-6-6 0,1 0-5 15,-1 7-3-15,-1 0-2 0,-1 1-2 0,0-1-3 16,1 3-5-16,0-1-4 0,1-2-1 0,-2 3 1 16,0-2-4-16,1-2-2 0,0 0 3 0,-1-2-2 15,2-4-2-15,-2 0-7 0,1-3 3 0,-1 0 5 16,0-3-1-16,0 0 0 0,1-1 4 0,-2 0-4 15,1-4 2-15,-1 4-28 0,1-4-37 0,0 0-14 16,-9-9-32-16,2-2-7 0,2 1-24 0,0-6-97 16,-1-1-242-16,1-1 107 0</inkml:trace>
  <inkml:trace contextRef="#ctx0" brushRef="#br0" timeOffset="172371.68">6907 14519 42 0,'-5'-3'132'0,"5"3"-11"0,0 0-25 0,-1-4-9 16,1 4-8-16,0 0-3 0,0 0-15 0,0 0 1 16,0 0-6-16,14 22 4 0,-2-11 8 0,-1 2-2 15,3 4 1-15,7 3-1 0,-1 1 4 0,3 0-7 16,1 1-12-16,-1 2 3 0,0-2-12 0,3 3-5 16,-7-1-7-16,0 0 4 0,-1-1-11 0,-4 1 2 15,-1-2-1-15,-5-2 0 0,-3-3-7 0,0 1 2 16,-4 0-10-16,-2-5 3 0,-4 1-2 0,1-2 3 15,-6 3-2-15,-2-4 2 0,-3 0-7 0,-2 1 5 16,-1-5-2-16,3 1-2 0,-3-1 1 0,-1-1-1 16,1-2-7-16,0-3 1 0,4 0 8 0,1-1-2 15,3 0 16-15,-1 0 12 0,4 0-1 0,1 0 0 16,6 0-3-16,-10-1-7 0,6 0-1 0,4 1-13 16,-4-4-18-16,4 4-24 0,8-10-27 0,-2 7-20 15,2-1-33-15,1-3-32 0,2 3-118 0,-1-4-282 16,2 1 125-16</inkml:trace>
  <inkml:trace contextRef="#ctx0" brushRef="#br0" timeOffset="172655.97">7194 14530 123 0,'0'0'136'0,"0"0"-15"0,0 0-10 16,0 0-11-16,28 18-13 0,-15-5-11 0,6 7 6 15,0 1-12-15,1 2-7 0,-2 3-5 0,0 2-1 0,1 0-8 16,-1 2-13-16,-5-1 5 0,2 0-7 0,-4 2-6 16,-5-2-2-16,-3 3 5 0,-2-3-6 0,-5 0 11 15,-5 2-15-15,-5-3-6 0,-4-5 6 16,-4 1-2-16,-2-4-22 0,-7 1-24 0,-1-4-44 15,-14 3-46-15,-3-2-91 0,0-4-226 0,-1-3 100 16</inkml:trace>
  <inkml:trace contextRef="#ctx0" brushRef="#br0" timeOffset="172988.21">6758 14468 82 0,'0'0'94'0,"-14"11"-12"0,7 2-8 15,-5 9-4-15,-1 5-9 0,1 5-1 0,-3 13-1 16,1 1-3-16,1 1-2 0,3 0-6 0,0-1 3 16,4-11-6-16,2-1-3 0,4 1-5 0,2-3 1 15,8-1-3-15,1-2-4 0,5-4 5 0,2-1-9 16,5-4 3-16,8-2 2 0,3-3-5 0,20-2-44 16,3-3-53-16,5-6-111 0,0-1-196 0,0-5 87 15</inkml:trace>
  <inkml:trace contextRef="#ctx0" brushRef="#br0" timeOffset="173335.99">8033 14787 23 0,'-6'-1'271'0,"6"1"-5"16,0 0-18-16,-4-3-23 0,4 3-22 0,0 0-18 16,0 0-23-16,0 0-16 0,10-9-14 0,-2 5-16 15,3 0-20-15,6 1-35 0,6-2-43 0,4-2-44 0,0 4-47 16,2-3-59-16,3 3-189 0,-1-4-346 0,-4 0 153 16</inkml:trace>
  <inkml:trace contextRef="#ctx0" brushRef="#br0" timeOffset="173483.91">8141 14900 90 0,'0'0'148'0,"0"0"-12"0,19-1-8 0,0-4-15 16,14 2-11-16,4-2-38 0,17-4-55 0,-2 2-65 15,-2-4-67-15,4-1-133 0,-3 2 60 0</inkml:trace>
  <inkml:trace contextRef="#ctx0" brushRef="#br0" timeOffset="174185.91">9108 14521 154 0,'0'0'178'16,"-1"-7"-18"-16,1 7-16 0,0-2-21 0,0 2-20 15,0 0-8-15,0 0-12 0,0 0-8 0,0 0-12 16,2 21-9-16,2-13 0 0,-1 6-10 0,-1 6-3 16,3 0-7-16,-1 5-2 0,0 0-2 0,1-1 3 15,-1-4-10-15,0-1-6 0,0 0 2 0,-3 8-2 16,1-10-3-16,2 2-5 0,-1-2 0 0,-2-3 4 15,0-1 9-15,0-4 1 0,-1 2 1 0,0-4-5 16,-1 0 0-16,1-2-9 0,0-3 0 0,-1 3-11 16,-2-2-25-16,3-3-46 0,-7 0-37 0,7 0-148 15,-14-10-279-15,5 5 124 0</inkml:trace>
  <inkml:trace contextRef="#ctx0" brushRef="#br0" timeOffset="174520.93">9030 14469 37 0,'-3'-5'171'15,"3"5"-22"-15,0 0-16 0,0 0-18 0,0 0-10 16,0 0-16-16,0 0-7 0,20 14-8 0,-9-8-7 16,3 7-11-16,3-1 1 0,6 8-13 0,4-1 0 15,2 3-7-15,-1 0 0 0,-1 2-3 0,10 7-3 16,-13-6-6-16,-2-2 1 0,-3 2-5 0,-1-3-2 15,-4 4-2-15,0-3 0 0,-6-5-3 0,-4 2-1 16,-3 5-1-16,-5-6 0 0,-5 4-3 0,-7-1-1 16,-7 0 7-16,-3-3 0 0,-1-2 18 0,-5-2-6 15,1-2 4-15,2-2 4 0,-2 0 2 0,2-1-1 16,1-4-21-16,1 2 1 0,-1-1 0 0,6-6 0 16,6 2-1-16,0-2 15 0,6 2 21 0,-1-2 5 15,4-1 0-15,1 0-8 0,2-4-20 0,3 1-36 16,1 3-51-16,6-9-42 0,4 0-46 0,8-1-156 15,5-6-328-15,1 1 145 0</inkml:trace>
  <inkml:trace contextRef="#ctx0" brushRef="#br0" timeOffset="175087.84">9397 14304 22 0,'1'-4'214'0,"-1"0"-15"16,1 0-13-16,-1 4-20 0,1-3-18 0,-1 3-19 16,0-3-17-16,0 3-12 0,0 0-14 0,0 0-11 15,0 0-9-15,9 11-3 0,-6-4-10 0,1 2-8 16,-3 3-5-16,3 1-2 0,-3 3-4 0,4 1-4 15,-2 0-3-15,-2 2-5 0,-1-1 0 0,1 1-7 16,-1-2 4-16,2-2-5 0,-4-3 1 0,2-3-1 16,0 1 0-16,-1-3 0 0,2-2 3 0,-2 2 31 0,2-4 33 15,-1 3 34-15,0-6 24 0,0 0-7 16,0 0-14-16,0 0-13 0,7-10-10 0,-3-1-9 16,2 2-7-16,-2-1-10 0,5-6-7 0,-2-2-9 15,3 1-7-15,0-2-11 0,1 2-6 0,-2 0-9 16,1 5-8-16,-5 1-2 0,3 2-3 0,-4 2-7 0,-3 2-13 15,6 1-8-15,-2 3-5 0,1 0 0 0,1 5 0 16,-1 1 2-16,4 1 1 0,-1 4 6 16,4 3 1-16,-2-1 3 0,0 4-23 0,0 0-25 15,0 1-29-15,0 0-31 0,-1 1-37 0,1 0-42 16,1 7-212-16,-7-8-446 0,0-6 197 0</inkml:trace>
  <inkml:trace contextRef="#ctx0" brushRef="#br0" timeOffset="175590.97">10024 14837 69 0,'0'0'94'0,"-5"2"-15"0,5-2-4 0,0 0-12 16,-5 2-6-16,5-2 1 0,0 0 2 0,0 0 3 15,0 0 17-15,0 0 0 0,0 0 8 0,0 0 7 16,0 0 5-16,0 0 1 0,0 0 0 0,0 0-7 15,17-7-4-15,-5 5-7 0,6-1-12 0,3 0-7 16,7-1-5-16,2 0-6 0,1-2-5 0,5 2-4 16,1-1-5-16,1-1-4 0,-2 6-2 0,1-4-6 15,-6 1-11-15,-3 0-28 0,-9 2-21 0,-5-2-30 16,-1 3-27-16,-3 0-31 0,-5 0-20 0,-5 0-120 16,0 0-281-16,0 0 126 0</inkml:trace>
  <inkml:trace contextRef="#ctx0" brushRef="#br0" timeOffset="175803.9">10203 14686 104 0,'-1'-6'278'0,"1"2"-13"0,0 0-14 0,0 4-24 16,0-5-24-16,0 5-25 0,0 0-24 0,0-5-21 15,0 5-11-15,0 0-16 0,0 0-14 0,0 0-10 16,1 21-8-16,2-11-6 0,-2 8-8 0,3 2-2 15,1 3-10-15,-3-2-2 0,1 4-3 0,3 1-28 16,-1-2-20-16,4-1-29 0,1 3-39 0,-2-9-49 16,1 3-46-16,4-6-200 0,-2 1-398 0,2-5 176 15</inkml:trace>
  <inkml:trace contextRef="#ctx0" brushRef="#br0" timeOffset="176336.93">11173 14561 179 0,'0'-10'178'0,"-4"-2"-7"0,3 3-19 15,-3 0-13-15,0 2-12 0,-1 2-17 0,-1-2-8 16,-2 2-21-16,-2 3-6 0,-3 2-10 0,0 0-8 16,-6 2-4-16,1 3-7 0,-1 5-7 0,-3-1-9 15,-2 5 1-15,0 3 3 0,1 1-6 0,2 2-5 16,3 1 1-16,2 1 8 0,4 0-18 0,2-5 5 15,1 1-5-15,4 0-4 0,-3-1 4 0,7-2-5 16,0-1 4-16,-3-2 0 0,8-3-3 0,-3-1 4 16,3 2 0-16,2-3 6 0,2 0 8 0,3-2 6 15,2-3 4-15,5-1 8 0,-1-2 16 0,0-4-6 16,1 1-1-16,0-4 6 0,-1 1 1 0,-2-3 0 16,-1 0-7-16,3-2-2 0,-4-1-4 0,1 1 1 15,-4-2-1-15,-2 3 1 0,-1 6-1 0,0-2 7 16,-3 2-15-16,-1 0-4 0,1 1-7 0,0 1-8 15,-3-1-2-15,-1 4-7 0,7-1-4 0,-7 1-2 16,0 0-4-16,9 6 5 0,-3 3-3 0,1-2 0 16,0 2-1-16,3 6-23 0,-1-3-19 0,5 1-27 15,-1 0-35-15,1 2-54 0,4 2-54 0,-4-6-205 16,0 0-447-16,-1-5 198 0</inkml:trace>
  <inkml:trace contextRef="#ctx0" brushRef="#br0" timeOffset="176771.94">11422 14783 197 0,'0'0'242'16,"0"0"-16"-16,0-3-13 0,0 3-18 0,0 0-18 15,0 0-18-15,0 0-16 0,0 0-17 0,0 0-11 16,0 0-16-16,0 0-12 0,0 0-12 0,0 0-12 16,0 0-13-16,0 0-1 0,0 0-5 0,-2 11-5 15,2-5 1-15,-2 4-9 0,-2 0-7 0,3-1 1 16,-2 6-4-16,0-3-3 0,0 4 2 0,0-2-3 16,2-3-4-16,1-1 4 0,-3 1-1 0,1-2-3 15,1-3-2-15,0 0 0 0,1-2 3 0,-2 1 0 16,1-3 5-16,1-2 31 0,1 5 34 0,-1-5 8 15,0 0-8-15,0 0-2 0,0 0 3 0,12-14-18 16,-8 9-9-16,2-5 0 0,1-1-12 0,0 1-1 16,3-5-9-16,-2 1-2 0,-2 4-3 0,3 1-5 15,-4 1-5-15,-1 3-1 0,4-2-4 0,-3 2-8 16,-2 2 0-16,-1 2-4 0,3 0-6 0,-5 1 2 16,13 2 5-16,-5 1-5 0,2 4 0 0,-1 0-22 15,1 2-9-15,0-2-24 0,-2 4-23 0,5 2-25 16,-3-4-41-16,2 6-45 0,-5-6-42 0,0 1-224 15,-1 0-493-15,-2-5 219 0</inkml:trace>
  <inkml:trace contextRef="#ctx0" brushRef="#br0" timeOffset="177011.93">11841 14873 161 0,'0'0'221'0,"0"0"-18"0,0 0-16 0,0 0-13 15,0 0-17-15,0 0-16 0,0 0-7 16,0 0-18-16,-14-4-10 0,14 4-11 0,0 0-11 0,0 0-10 16,10-5-6-16,-1 4-4 0,3-1-6 0,1 0-7 15,7-2-18-15,-2 3-29 0,4-1-35 0,-2-2-38 16,2 1-34-16,6-1-41 0,-8 2-154 0,1-3-322 15,-3 0 143-15</inkml:trace>
  <inkml:trace contextRef="#ctx0" brushRef="#br0" timeOffset="177215.97">12245 14675 44 0,'-1'-4'305'0,"2"0"-24"0,-2-1-31 0,1 5-30 16,0 0-27-16,0-4-25 0,0 4-20 0,0 0-15 0,1 11-12 16,-1-1-19-16,1 6-8 0,-1 2-9 0,2 2-7 15,0 6-7-15,-1 1-37 0,3 2-30 16,0 1-43-16,1-2-63 0,0 0-76 0,0-9-158 16,-1-1-363-16,1-6 161 0</inkml:trace>
  <inkml:trace contextRef="#ctx0" brushRef="#br0" timeOffset="177889.46">12512 14483 13 0,'0'-8'228'0,"0"1"-13"15,0 1-6-15,0 1 6 0,1-2-17 0,-1 2-20 0,2 1-15 16,-2 4-24-16,0-5-17 0,0 5-17 0,2-4-14 15,-2 4-13-15,0 0-9 0,0 0-5 16,4 13-11-16,-2-1-7 0,2-1-4 0,0 5-7 16,-3 2-3-16,2 9 3 0,1 1-9 0,-2-1-2 0,1 1-2 15,1 0-1-15,-3-4 2 0,3-3-7 0,-2 2 2 16,1-4-4-16,-2 1 0 0,2-5-2 0,-2-3 3 16,-1 0-4-16,1-3-25 0,2-3-7 0,-2 1-8 15,-1-3-3-15,0 1 6 0,0-1 1 16,0-4 6-16,0 4-34 0,0-4-70 0,0 0-59 0,0 0-155 15,0-20-366-15,-1 10 162 0</inkml:trace>
  <inkml:trace contextRef="#ctx0" brushRef="#br0" timeOffset="178204.03">12509 14415 37 0,'0'0'182'0,"-1"-4"-17"16,1 4-21-16,0 0-14 0,0 0-14 0,0 0-10 15,0 0-13-15,9 9-11 0,3-1 6 16,3 4-7-16,9 2 1 0,-1 3-6 0,4 0-4 0,1 2-6 16,-1 3-4-16,3 0 3 0,-4 0-13 0,2 4-8 15,-1-5-5-15,-1 4-1 0,-6-4-3 0,1-1-4 16,-6 1-3-16,-6-5-3 0,-1 1-2 0,-2 0-5 16,-5-3-2-16,-3-2 1 0,-8 2 1 0,-3 1 0 15,-10 2-2-15,-4-3 0 0,-4 0-1 0,-2-2-3 16,-3-2 0-16,2 1 1 0,0-3-1 0,4 1-2 15,2-5-4-15,6 1 1 0,3-1-1 0,2 0 2 16,7-2-2-16,-2 1-9 0,5-2 0 0,2-1 1 16,-2 0-2-16,7 0 0 0,0 0-28 0,0 0-31 15,0 0-41-15,23-9-31 0,-4 4-172 0,8-7-332 16,0-1 148-16</inkml:trace>
  <inkml:trace contextRef="#ctx0" brushRef="#br0" timeOffset="178653.94">12906 14212 29 0,'0'0'263'0,"-2"-7"-11"0,2 7-26 0,-1-4-22 16,1 4-26-16,0 0-21 0,-1-1-19 0,1 1-14 15,0 0-15-15,0 0-12 0,0 0-10 0,2 14-9 16,0-7-9-16,-2 5-8 0,0-1-8 0,0 5-2 16,-2 2-8-16,0 0-4 0,-1 2-3 0,-2-2-5 15,2 2-1-15,0-1-3 0,0-3-2 0,1-2-5 16,-1-3-2-16,3-3 0 0,-1-1 0 0,0 1 2 15,1-3 2-15,-2-1 18 0,2 1 44 0,0-5 6 16,0 0-10-16,0 0-7 0,0 0-9 0,14-12-3 16,-7 2-7-16,-1 0-7 0,4-5-2 0,3 0-2 15,-3-1-9-15,4 1-3 0,-1-1-5 0,-3 2-2 16,3 2-4-16,-5 3-3 0,-2 1-3 0,2 3-3 16,-6-2-4-16,5 4-3 0,-3 1-1 0,2 0-14 15,-6 2 0-15,18 4-10 0,-10 1-12 0,2 1-14 16,-1 3-18-16,0 0-25 0,-2 1-32 0,5 2-38 15,-3 3-37-15,1-1-49 0,-4-5-153 0,3 2-432 16,-2-4 191-16</inkml:trace>
  <inkml:trace contextRef="#ctx0" brushRef="#br0" timeOffset="178915.92">13348 14290 113 0,'0'0'171'0,"0"0"-7"0,0 0-13 16,0 0-18-16,0 0-12 0,0 0-9 0,0 0-6 15,0 0-15-15,0 0-6 0,0 0-6 0,0 0-6 16,0 0-9-16,34-3-3 0,-17 3-9 0,2-3-3 15,9 1-5-15,0 0-7 0,-1 0-29 0,-5-1-39 16,6 0-53-16,0 1-62 0,-9-1-97 0,0-3-262 16,-5-1 117-16</inkml:trace>
  <inkml:trace contextRef="#ctx0" brushRef="#br0" timeOffset="179111.96">13783 14073 17 0,'-1'-5'260'0,"1"5"-28"16,0 0-28-16,0 0-24 0,0 0-23 0,0 0-16 15,0 0-18-15,0 0-13 0,-1 20-11 0,1-7-12 16,0 5-8-16,1 0-6 0,2 8-7 0,-2 0-2 16,4 2-14-16,-1-1-44 0,4 2-53 0,-2-1-69 15,0-3-182-15,0 0-323 0,-3-7 144 0</inkml:trace>
  <inkml:trace contextRef="#ctx0" brushRef="#br0" timeOffset="179719.96">13722 14812 64 0,'-5'-4'144'0,"5"4"-9"0,-3-3-11 0,3 3-11 0,0 0-6 15,0 0-7-15,0 0-12 0,0 0 5 16,-5-1-17-16,5 1-10 0,0 0-8 0,0 0-2 15,0 0 3-15,0 0 2 0,0 0 6 0,12-4 3 16,-1 4-5-16,9 0-7 0,8-3-1 0,4-1-6 16,3-1-5-16,5 3-8 0,18-4-3 0,-2 2-1 0,1-1-5 15,-3 2-12-15,-16-1-34 0,-2 2-20 16,-3-3-28-16,-1 5-31 0,-5-6-27 0,-8 3-31 16,-5 0-83-16,-1 0-256 0,-5 0 113 0</inkml:trace>
  <inkml:trace contextRef="#ctx0" brushRef="#br0" timeOffset="179946.02">14081 14690 33 0,'-1'-4'259'0,"1"0"-8"16,-3 1-19-16,3 3-14 0,-1-7-22 0,1 7-23 0,-3-3-21 15,3 3-20-15,0 0-16 0,0 0-15 16,0 0-12-16,0 0-6 0,0 0-10 0,7 21-13 15,-3-7-1-15,-2 2-9 0,5 3-5 0,-2 5-4 16,1 1 0-16,-2 1-7 0,1-1-1 0,-1 0 0 16,1 1-28-16,2-1-23 0,-4-7-33 0,1 2-36 0,0-2-42 15,0-1-56-15,-3-2-156 0,2-5-367 16,-2-3 163-16</inkml:trace>
  <inkml:trace contextRef="#ctx0" brushRef="#br0" timeOffset="180122.44">14729 14778 22 0,'4'-3'245'0,"-3"-1"-34"16,4 2-16-16,0-1-32 0,3 0-39 0,5 2-42 0,5-3-42 15,3 3-59-15,7 1-71 0,-2 0-73 16,7-5-175-16,-1 1 78 0</inkml:trace>
  <inkml:trace contextRef="#ctx0" brushRef="#br0" timeOffset="180277.95">15433 14739 13 0,'4'-3'358'0,"0"0"-17"15,1-3-18-15,-1 1-32 0,0 1-27 0,1-3-24 16,1 0-32-16,3-1-17 0,1 3-62 0,1 0-55 15,6-2-57-15,1 2-70 0,7-5-84 0,-5 8-240 16,-1-2-408-16,-1-3 181 0</inkml:trace>
  <inkml:trace contextRef="#ctx0" brushRef="#br0" timeOffset="180847.94">15845 14604 32 0,'0'0'156'0,"0"0"-7"0,0 0-11 0,0 0-10 15,-8 0-16-15,8 0-7 0,0 0-2 16,0 0-4-16,0 0-7 0,0 0-4 0,23-4-2 16,-3 0-11-16,10-1-7 0,3 1-6 0,4-1-1 15,18-2-8-15,-1 4-10 0,-2-2-2 0,-1-1-6 0,-10 0-19 16,-5 4-25-16,-6-1-27 0,-1-2-32 0,-11 3-44 16,-4 0-142-16,-5-1-273 0,-6 0 122 0</inkml:trace>
  <inkml:trace contextRef="#ctx0" brushRef="#br0" timeOffset="181081.92">16026 14390 77 0,'0'-4'291'15,"-3"1"-16"-15,2-4-26 0,1 7-24 0,-1-3-30 16,1 3-21-16,-4-5-22 0,4 5-19 0,0 0-15 15,0 0-15-15,1 15-11 0,3-7-7 0,-3 9-13 16,3 0-8-16,0 9-4 0,0-1-9 16,-3 4-2-16,8 2-2 0,-4 3-6 0,2-2-5 0,-1 0-35 15,2-2-36-15,2-1-31 0,-1 1-47 0,1-3-53 16,2-3-203-16,-1-7-399 0,2-4 177 0</inkml:trace>
  <inkml:trace contextRef="#ctx0" brushRef="#br0" timeOffset="181587.84">17037 14449 115 0,'1'-5'190'16,"-1"-2"-11"-16,-1 4-2 0,1-3-11 0,-1 1-1 15,-1 0-9-15,1 0-15 0,0-3-19 0,-3 5-8 16,1-2-14-16,-1-1-12 0,-2 3-11 0,-1 0-3 16,-4 1-15-16,1 1-7 0,-3 1-9 0,-4 2-3 15,-3 0-4-15,-3 3-10 0,-1 4 0 0,-2-1-5 16,3 4-1-16,3 0-3 0,-2 3-3 0,3 2-5 15,2-2 1-15,6-2-1 0,-2 0-3 0,3 1 0 16,2 3 0-16,-1 0-3 0,4 0 5 0,3-6-1 16,-1-1 2-16,2 0-3 0,2 0 4 0,-1-3 2 15,3-1 1-15,2-1 15 0,0-1 13 0,1-4 5 16,2 0 13-16,2 0 5 0,2-3 1 0,-2-2 4 16,5-2 1-16,-1-4-6 0,0-2-5 0,-2 2-3 15,3 0-4-15,-1-3-8 0,-1 7-2 0,-3-3-4 16,-4 4-1-16,2 0-7 0,-3 0-5 0,4 2-4 15,-5 1-6-15,-3-1-4 0,3 4-5 0,-4 0 1 16,9 0-3-16,-9 0-4 0,10 6 2 0,-2-1 0 16,-3 2 3-16,4 3-7 0,0 1-19 0,1 3-17 15,-1 2-22-15,3-3-33 0,-2 0-43 0,2 1-60 16,0-1-63-16,-3-2-157 0,-2-2-448 0,0-1 198 16</inkml:trace>
  <inkml:trace contextRef="#ctx0" brushRef="#br0" timeOffset="181952.98">17241 14543 85 0,'0'0'242'0,"2"-3"-15"16,-2 3-19-16,0 0-21 0,2-4-19 0,-2 4-19 15,0 0-17-15,1-2-13 0,-1 2-17 0,0 0-12 16,0 0-12-16,0 0-13 0,0 0-6 0,0 0-8 16,0 0-6-16,-9 9-3 0,3 0-8 0,-3 0-2 15,1 5 3-15,-2 2-3 0,0 1-1 0,0-1 2 16,2 2-7-16,2-2-1 0,-2 0-5 0,6-4 0 16,-1-1 1-16,-1 0-2 0,4 1-1 0,0-2 28 15,8-1 21-15,1-1 18 0,3-4 4 0,10-1-5 16,9 0-5-16,2-3-5 0,-1-6-3 0,0 2 1 15,-5-6 3-15,-3-4 5 0,-7 6-3 0,-2-6-6 16,-1-1-9-16,-5 0-6 0,0-1-3 0,-5-3-9 16,-4-1-15-16,-5 1-33 0,-4 4-40 0,-8 2-46 15,-11-1-56-15,-8 5-73 0,-17 4-299 0,0 3-561 0,2 1 248 16</inkml:trace>
  <inkml:trace contextRef="#ctx0" brushRef="#br0">8194 15175 117 0,'0'0'160'16,"-4"-5"-12"-16,4 5 14 0,0 0-2 0,0 0-4 15,0 0-3-15,0 0-3 0,-1-2-5 0,1 2-7 16,0 0-6-16,0 0-8 0,0 0-10 0,0 0-6 15,0 0-3-15,0 0-7 0,0 0-5 0,0 0-8 16,0 0-8-16,4-5-4 0,-4 5-9 0,0 0 6 16,0 0-18-16,0 0-6 0</inkml:trace>
  <inkml:trace contextRef="#ctx0" brushRef="#br0" timeOffset="195901.34">24628 10078 132 0,'0'0'132'15,"-3"-2"-18"-15,3 2-8 0,0 0-13 0,0 0-6 16,-6-2-8-16,6 2-14 0,0 0-6 0,0 0-6 15,0 0-7-15,-5-3-4 0,5 3-2 0,0 0-5 16,0 0-5-16,-5-2-8 0,5 2 8 0,0 0-7 16,0 0-4-16,-9 0 0 0,9 0-4 0,0 0 0 15,0 0-2-15,-7 0 3 0,7 0-2 0,0 0-6 16,0 0 2-16,-7 0-4 0,7 0-1 0,0 0-2 16,-8 0 2-16,8 0-1 0,0 0-1 0,0 0 5 15,0 0 3-15,0 0 1 0,0 0-6 0,0 0 8 16,0 0-4-16,0 0 4 0,0 0-4 0,0 0 3 15,0 0 2-15,38-4 3 0,-8 3 0 0,4-1 3 0,5 1 0 16,16 0-2-16,3-4 5 0,0 0-2 16,1 3 0-16,-3-1-5 0,-3 1 1 0,-14 2-2 15,-2 0-6-15,2-3 3 0,-6 3 3 0,-2 0-7 16,-3-2-1-16,-8 3 1 0,-7-1-2 0,2 0-1 0,-6 1-8 16,-1-1-25-16,-2 3-11 0,2-3-10 0,-3 0 4 15,-5 0 4-15,0 0 1 0,4 1 5 16,-4-1-17-16,0 0-14 0,-15 5-8 0,4-2-17 0,2 0-21 15,-1-3-71-15,-2 1-196 0,1-2 87 0</inkml:trace>
  <inkml:trace contextRef="#ctx0" brushRef="#br0" timeOffset="196267.76">25249 9874 36 0,'0'0'148'16,"0"0"-9"-16,0 0-21 0,-2-3-13 0,2 3-11 15,0 0-11-15,0 0-7 0,0 0-7 0,0 0-8 16,0 0-3-16,19 5-5 0,-13 0-10 0,3 0-3 15,0-1-9-15,-2 3 2 0,2 0-2 0,0 1-8 16,-2 2 0-16,1 2 1 0,-2-1-6 0,-2 2 0 16,1-1 0-16,-5 0-4 0,0-1 0 0,0 1-5 0,-1 0 0 15,-5-1-1-15,-1 0 4 0,-4 0-6 16,2-1 1-16,-8 2 7 0,4-2 3 0,-4-1-5 0,1 0-5 16,-3 1 5-16,0-2-8 0,0-1 4 0,-2 1-6 15,6-1 3-15,-3 0-23 0,6 1-23 0,1-2-37 16,3-1-30-16,3 0-102 0,1-2-227 0,2-1 101 15</inkml:trace>
  <inkml:trace contextRef="#ctx0" brushRef="#br0" timeOffset="197032.94">26039 9801 14 0,'0'0'124'0,"-4"-2"-13"0,4 2-3 0,0 0-14 15,0 0-3-15,0 0-11 0,0 0-8 16,0 0-1-16,0 0-12 0,0 0-15 0,0 0 7 15,17-1-13-15,-4 2-2 0,-2 0 1 0,3 0-6 0,0-1-1 16,5 2-10-16,1 1 8 0,1-1-5 0,-4 1-6 16,2 1-12-16,0 1 13 0,-6-2-3 0,1 2-7 15,-4-1 9-15,3 1-9 0,-3 0-5 16,-6 0 8-16,3-1-5 0,-5 2-3 0,-1 2 1 0,-3 0 2 16,-3 0-3-16,-4 4-5 0,-8 1 17 0,-6 2-14 15,1 1-3-15,-4 1 1 0,-3-3 3 0,1 3-3 16,-2-3 5-16,-2-2-18 0,1 3 21 0,-1-2-2 15,1-2-7-15,3 0-1 0,8-1-1 0,0-4 8 16,4 3-9-16,3-4 0 0,3 0 3 0,1 0 2 16,0 0-4-16,3-1 5 0,1 1-2 0,2-2 0 15,1 0 1-15,-1-1 7 0,3-2 26 0,3 7 9 16,-3-7 5-16,9 3 3 0,-2-1 0 0,6-2 1 16,0 0-2-16,5 0-1 0,2 0-5 0,1-2-4 15,8-1 0-15,4 0-5 0,3-3 1 0,1 3-4 16,14-3 4-16,0 0-1 0,0 0-4 0,-11 2 5 15,11-1-1-15,-14 3-3 0,-5-1-2 0,0 1-2 16,-4 0-7-16,-9 1 2 0,-6-1 1 0,0 1-6 16,-3 1-2-16,-2 0-4 0,-2 0 3 0,2 0-3 15,-8 0-3-15,8-1 0 0,-8 1-9 0,0 0 3 16,0 0 3-16,0 0-1 0,0 0 2 0,0 0-2 16,0 0 2-16,-17 7-1 0,12-5-14 0,0-1-7 15,-2 1-12-15,1 0-9 0,0 0-16 0,-1-1-17 16,2 0-24-16,-3 3-7 0,3-2-9 0,-1-2-22 0,1 2-34 15,-2-2-84-15,7 0-269 0,-10-2 119 16</inkml:trace>
  <inkml:trace contextRef="#ctx0" brushRef="#br0" timeOffset="197583.95">26169 9644 71 0,'-11'-5'81'0,"-2"2"3"15,-3-2-21-15,-2-1-11 0,0 3-1 0,-4 2 0 16,-5-3-8-16,-1 4 0 0,1-1 2 0,-3 0 1 15,0 3-19-15,2 0 22 0,0 1-9 16,0-1-15-16,2 3 6 0,3-1-2 0,0-1-1 0,2 2-6 16,1 3 0-16,1-1-8 0,-2 2 6 0,-1 4 6 15,3-2-15-15,2 2-1 0,3 3-7 0,1 1 12 16,-1 3-3-16,4 3-7 0,0 2 0 0,2 2 2 16,3 0 17-16,1 2-7 0,4 2 3 0,1-3 6 15,5 0-4-15,-3 1-5 0,5 0 0 0,1 0 4 16,1-3 17-16,-1-1 0 0,5-1 12 0,4 1 8 15,3-4-1-15,3 1 9 0,4-3-3 0,3 0-1 16,3 0 4-16,13 0-4 0,5-4-5 0,-1 1-5 16,0-4-2-16,0-3 0 0,1 0-2 0,2-4-2 15,-3 1-4-15,-13-4 0 0,17 0-3 0,-4-4-1 16,0 2 5-16,-11-4 4 0,11-5 2 0,1 4 1 16,0-4 5-16,-13-1 5 0,11-4 1 0,0-1 1 15,-4-5 3-15,-12 1 3 0,-2-1-1 0,-6-2-5 16,1-6 2-16,-4-1-1 0,2-14-6 0,-10 11-4 15,0-11-2-15,-10 9 0 0,-4-1-5 0,-5-1-7 16,-7 3-5-16,-11-10-19 0,-10 6-7 0,-4 2-7 16,-11 5-6-16,-6 4-4 0,-9 3-7 0,-25 1 8 15,25 10-18-15,-28 5-37 0,0 7-37 0,24 3-54 16,-26 6-66-16,0 6-246 0,30-6-503 0,0 2 223 16</inkml:trace>
  <inkml:trace contextRef="#ctx0" brushRef="#br0" timeOffset="-123734.75">12756 7425 16 0,'-1'-5'55'16,"1"5"-13"-16,1-5-27 0,-1 5-37 0,4-7-23 15,2 5 11-15</inkml:trace>
  <inkml:trace contextRef="#ctx0" brushRef="#br0" timeOffset="-123261.29">13156 7155 78 0,'0'-3'165'0,"0"-3"0"16,0 4-13-16,0 2-11 0,0-8-18 0,0 6-9 15,0 2-15-15,0 0-13 0,-2-5-11 0,2 5-12 16,-9 8-7-16,-2 4-10 0,-8 7-3 0,-5 8-2 16,-9 14-3-16,-4 2-8 0,-6 6-1 0,-8 17-1 15,18-16-10-15,-12 19-4 0,16-17 5 0,0-1 1 16,8 1-2-16,2-5-6 0,4 3 7 0,3-3-2 16,4-1-2-16,8-9-3 0,3-1-1 0,2-4 2 15,4-1-2-15,1 2 1 0,7-8-6 0,2-2 9 16,4-1 13-16,5-5 7 0,1-2 1 0,5-3 1 15,-1 0 4-15,2-4-11 0,-1-1 6 0,-2-1-8 16,-4-2 2-16,-8-1-7 0,-1-2 7 0,-7 2 2 16,0-3-3-16,-6 2 7 0,2-2 6 0,-3 2 8 15,0-1 1-15,-5-1 3 0,9 1 2 0,-9-1-5 16,10 0-2-16,-10 0-4 0,0 0-7 0,5 1-20 16,-5-1-24-16,0 0-31 0,0 0-81 0,0 0-127 15,4-6-140-15,-4 1-415 0,5-4 184 0</inkml:trace>
  <inkml:trace contextRef="#ctx0" brushRef="#br0" timeOffset="-121471.79">14035 7449 44 0,'-1'-8'216'16,"1"0"-3"-16,0 3 0 0,0-3-10 0,0 1-3 15,-3 1-11-15,2-1-3 0,1 1-12 0,0 1-2 16,0 2-1-16,0-1-30 0,0-1-12 0,0 5-16 16,0-6-11-16,0 6-17 0,-4-2-15 0,4 2-31 15,0 0-27-15,0 0-7 0,0 0-2 0,0 0 0 16,4 17 2-16,-4-4-4 0,1 3 4 0,2 4-1 16,-3 8-5-16,0-2 2 0,1-1 1 0,3 4 1 15,-4-2 2-15,5 3-1 0,-4-2-5 0,3 1 9 16,-3-4-9-16,2-4 8 0,-2-4-4 0,2-1 3 15,-3-3-4-15,1-4 0 0,-1 1 5 0,0-3-2 16,2 0-1-16,-2-3 6 0,0 2 19 0,2-3 19 16,-2-3 22-16,0 4 23 0,0-4 18 0,1 3 11 15,2-1 7-15,-3-2 5 0,0 0 13 0,0 0-14 16,0 0-11-16,0 0-12 0,0 0-17 0,0 0-2 0,0 0-8 16,0 0-18-16,0 0 6 0,0 0-18 15,0 0-2-15,1-11-1 0,-1 11-7 0,0 0-4 16,-1-5-8-16,1 5-7 0,0-4 3 0,0 4-7 15,0 0-1-15,0 0-1 0,-4-5-2 0,4 5-7 0,0 0-2 16,0 0-7-16,0 0-18 0,0 0 3 0,0 0-4 16,4-4-5-16,-4 4 3 0,0 0 6 0,0 0-4 15,0 0 2-15,0 0 3 0,0 0 2 16,0 0-2-16,0 0 4 0,0 0 1 0,0 0-3 0,0 0 4 16,0 0 1-16,0 0-9 0,0 0-11 0,0 0-3 15,0 0-15-15,0 0-10 0,0 0-2 0,0 0-13 16,0 0-15-16,0 0-13 0,0 0-41 0,0 0-59 15,0 0-45-15,-3-6-46 0,3 6-251 16,-1-4-584-16,-3 0 259 0</inkml:trace>
  <inkml:trace contextRef="#ctx0" brushRef="#br0" timeOffset="-120549.77">14174 7398 15 0,'0'0'165'0,"0"0"-2"0,-7-4-12 0,7 4-22 15,-3-1-10-15,3 1-13 0,0 0-12 16,0 0-9-16,0 0-14 0,0 0-3 0,0 0-1 16,0 0-8-16,0 0-8 0,0 0-11 0,0 0-3 15,-7 7-2-15,7-7-7 0,0 6 3 0,0-6 0 0,2 2-10 16,-2-2-10-16,5 4 5 0,-4-1 1 0,-1-3 6 16,7 2-6-16,-3 1 6 0,-4-3-10 0,7 0 3 15,-7 0-1-15,14-3 4 0,-6 1 10 16,-1 2 9-16,-2-3 17 0,2-1 9 0,-3 2 3 0,1-2 16 15,0 0 0-15,-1-4-4 0,0 4 7 0,-1 0-14 16,-1-4 4-16,3 4-3 0,-5-4-2 0,0 3-4 16,1 1-6-16,-1 2-9 0,0 2-8 0,0-8-8 15,0 8-2-15,-7-4-6 0,7 4 0 16,-12 1-7-16,-2 5-5 0,-4 2 0 0,-5 6-3 0,-3 0-5 16,1 6-5-16,0 1-2 0,-1 1 3 0,-1 3-2 15,3 1-2-15,1 2 2 0,3 4-2 0,2-5-1 16,4 4 0-16,4-2-1 0,2-1 8 0,4-3-6 15,5 2 1-15,3-6 5 0,3-4-3 0,8 5 13 16,5-4-10-16,7-2-4 0,7-4 8 0,18 0-4 16,0-1 1-16,4-7 3 0,3-4 2 0,0 1-4 15,-2-2-1-15,-4 1-1 0,-16-3 0 0,-3-2 1 16,-7 2 0-16,-6 1 3 0,-4-1 12 0,-5 3 1 16,-1-1 18-16,-3 1 11 0,0-3 0 0,-2 3 9 15,-1-1-3-15,0-1-4 0,-5 2-6 0,8-1-8 16,-8 1-5-16,0 0-2 0,5-1-7 0,-5 1-2 15,0 0-3-15,0 0-2 0,0 0-17 0,0 0-6 16,0 0-19-16,0 0-13 0,0 0-5 0,0 0-28 16,-19 5-21-16,19-5-31 0,0 0-26 0,-4 3-27 15,4-3-26-15,0 0-34 0,0 0-208 0,0 0-480 16,0 0 213-16</inkml:trace>
  <inkml:trace contextRef="#ctx0" brushRef="#br0" timeOffset="-119842.78">14932 7681 54 0,'0'0'277'0,"0"0"-17"0,-1-4-21 16,1 4-22-16,0 0-12 0,0 0-29 0,0 0-19 16,0 0-16-16,0 0-17 0,0 0-15 0,0 0-14 15,0 0-8-15,0 0-13 0,0 0-18 0,0 0-17 0,0 0-3 16,0 0 1-16,0 0-7 0,0 0-5 0,0 0-1 16,-4 12-2-16,4-12-5 0,0 2 0 0,0-2 0 15,0 0-1-15,-3 7-3 0,3-7 1 16,0 0 1-16,0 0-1 0,-1 4-3 0,1-4 7 15,0 0 23-15,0 0 22 0,0 0 24 0,0 0 20 0,0 0 11 16,0 0-17-16,0 0-8 0,0 0-3 0,1-13-10 16,-1 13-12-16,0-9-10 0,3 6 10 0,-3 3-19 15,0-6-4-15,0 6-5 0,0-3 5 16,0 3-24-16,0 0-3 0,0 0-4 0,0 0-10 0,0-5-24 16,0 5-19-16,0 0-23 0,0 0 2 0,0 0 11 15,0 0 3-15,0 0 3 0,-9 14 3 0,8-10 6 16,1 1 2-16,0-1 3 0,0-1 1 0,-3 4 6 15,2-4-4-15,1-3 1 0,0 4 5 0,-2-1 7 16,2-3 0-16,0 5 5 0,0-5 14 0,0 0 23 16,0 0 44-16,0 0 5 0,0 0-12 0,0 0 0 15,0 0-9-15,-2-12-9 0,2 4-5 0,0 2 0 16,-1-6-5-16,-3 3-4 0,4 1-3 0,0-2-14 16,-2 0 4-16,0 4-2 0,2 0 0 0,0 3-5 15,0-2-2-15,-2 1-5 0,2 4-11 0,-2-5-30 16,2 5-34-16,0-4-38 0,0 4-51 0,0 0-35 15,0 0-11-15,0 0-26 0,0 0-26 0,0 0-197 16,-5 13-490-16,5-11 218 0</inkml:trace>
  <inkml:trace contextRef="#ctx0" brushRef="#br0" timeOffset="-119263.79">15225 7406 193 0,'0'-7'248'0,"1"1"0"15,-1 2-8-15,3 0-8 0,-2-3-17 0,-1 3-1 16,2 1 0-16,-2 0-28 0,0 3-16 0,2-7-18 16,-2 7-9-16,1-4-27 0,-1 4-10 0,1-3-17 0,-1 3-23 15,0 0-25-15,0 0-9 0,0 0-2 16,4 13-3-16,-4-6-8 0,1 5 1 0,1 2 0 16,0 3-3-16,-2 5 0 0,3 3-3 0,-2 0-1 15,2 0 4-15,-2 0-5 0,4 1 0 0,-2-9 1 16,-1 3-7-16,2-2 2 0,-3-2-2 0,2 1 2 0,-1-5 1 15,1 0 0-15,0 0-3 0,-3-5-1 16,1 0 0-16,-1-2 4 0,1-1 5 0,0 2 31 16,-1-4 30-16,3 2 47 0,-3-4 45 0,0 0 40 0,0 0-8 15,0 0-21-15,0 0-17 0,-3-21-20 0,1 8-12 16,-2-6-9-16,-1-6-14 0,0-3-13 0,2-1-9 16,-2-3-10-16,-5-15-14 0,2-2-11 0,6 1-8 15,-2-3-5-15,1 6 0 0,2 10 0 0,-3 1-14 16,4 1 8-16,0 3 7 0,0 6 0 0,0 4 12 15,0 4 2-15,-1 3-6 0,1 4 5 0,0 1-12 16,0 1-10-16,-3 2-2 0,3-1-6 0,-1 0-13 16,5 5-22-16,1-3-13 0,3 4-8 0,6 0-18 15,7 2-10-15,9 1-21 0,3 5-35 0,-4-1-40 16,2 3-31-16,0 2-29 0,-3 0-27 0,-3 2-33 16,2 2-34-16,-3 0-35 0,-9-3-261 0,1 0-661 15,-2-2 294-15</inkml:trace>
  <inkml:trace contextRef="#ctx0" brushRef="#br0" timeOffset="-118824.76">15153 7556 30 0,'0'0'265'0,"0"0"-6"16,0 0-13-16,0 0-17 0,0 0-25 0,0 0-19 15,0 0-19-15,22-8-21 0,-5 1-12 0,3 5-16 16,7-6-14-16,4 1-12 0,2 3-6 0,0-5-6 0,3 4-11 16,-3-1-7-16,0 2-5 0,-12 3-9 0,0-4-5 15,-6 5-7-15,-3-1-12 0,-3 0-23 16,3-1-17-16,-6 1-22 0,0 1-14 0,-2-1-18 15,-4 1 5-15,0 0-8 0,0 0-9 0,0 0-17 0,-15 6 0 16,2-4-25-16,-1 1-14 0,0-1-36 0,-3 1-97 16,6-1-294-16,1-1 131 0</inkml:trace>
  <inkml:trace contextRef="#ctx0" brushRef="#br0" timeOffset="-118590.73">15698 7628 273 0,'0'0'453'0,"0"0"-21"0,0 0-18 0,0 0-31 15,0 0-35-15,0 0-38 0,0 0-26 0,0 0-33 0,0 0-35 16,0 0-51-16,0 0-58 0,0 0-72 0,0 0-74 15,7-10-77-15,-7 10-77 0,10-3-75 0,-4-1-242 16,1 0-551-16,-1-1 244 0</inkml:trace>
  <inkml:trace contextRef="#ctx0" brushRef="#br0" timeOffset="-117930.77">15687 6924 28 0,'-1'-4'203'0,"1"4"-23"15,0 0-14-15,0 0-19 0,7-1-21 0,-7 1-11 16,17 3-21-16,-5 4-1 0,3 3-13 0,8 4-9 16,2 3-6-16,4 7-4 0,8 6-12 0,1 5-5 15,3 5-4-15,-6 0 8 0,-1 2-1 0,-3 1-7 16,-3 3-6-16,-1-3 4 0,-6 4-5 0,-1-1-5 15,-4 0-3-15,-7-12-2 0,-2 16 1 0,-3-4-3 16,-8-10-3-16,-1-1 3 0,-6 1-7 0,-4-5-5 16,-3-2 12-16,-5-3 12 0,-5-2 10 0,-3-4 14 15,1 0-3-15,-2-3 12 0,-2-3 0 0,1-2 2 16,0 0 12-16,2-4-2 0,3-2-2 0,9 0-3 16,0-3 4-16,9-1-6 0,1 0 0 0,0 1-13 15,3-2-6-15,0-1 4 0,1 3 1 0,5-3 5 16,-5 1 0-16,5-1-6 0,-8 2-6 0,8-2 1 0,0 0-8 15,0 0-3-15,0 0-6 0,0 0-6 16,0 0-21-16,0 0-15 0,22-6-28 0,-17 5-41 16,3 0-54-16,-2-3-83 0,2 1-305 0,2-2-561 15,0 0 249-15</inkml:trace>
  <inkml:trace contextRef="#ctx0" brushRef="#br0" timeOffset="-114631.4">12668 7519 129 0,'0'0'181'0,"-4"-5"-17"0,4 5-9 0,-2-4-6 16,2 4-12-16,-3-3-4 0,3 3-16 0,0 0-10 16,0 0-8-16,0 0-12 0,0 0-7 0,-4-1-8 15,4 1-10-15,0 0-3 0,0 0-7 0,0 0-6 16,0 0-9-16,0 0-1 0,0 0-8 0,0 0-9 15,9-3 10-15,-9 3-4 0,19-1-5 0,-5 1 6 16,7 0-7-16,9-2-4 0,6-1-1 0,19 1 0 16,4-3-5-16,33-2 2 0,-3 5-3 0,7-1-2 0,7-1-7 15,10 2 11-15,6-3-2 0,10 5-3 16,6-2-2-16,5-2-1 0,-1 8 2 0,4-5-2 16,-1-2 2-16,5 0 5 0,1-1 1 0,-3 4-1 15,-10-5 1-15,4 2 1 0,-6 1 9 0,0-3 1 0,0 3-1 16,-5 1 2-16,-14-3 2 0,-6 1 2 0,-10 1-5 15,-35-1 3-15,1 3-5 0,-4 1 6 0,-4-2-9 16,-6 4 1-16,-15-3-1 0,-2 0-6 16,-14 0 1-16,3 1-3 0,-9 0 1 0,-1-1-3 0,-1 0 1 15,-2 0-5-15,-3 0 1 0,0 0-14 0,-6 0-13 16,7 0-14-16,-7 0-9 0,0 0-21 0,-17 3-35 16,-3-2-46-16,-12 5-204 0,-7-3-383 0,1-1 169 15</inkml:trace>
  <inkml:trace contextRef="#ctx0" brushRef="#br0" timeOffset="-114065.06">12862 8093 135 0,'-7'-1'166'0,"1"-1"-1"0,6 2 5 16,-9 0-7-16,9 0-15 0,-7-2-7 0,7 2-10 15,-5-2-14-15,5 2-15 0,0 0-9 0,0 0-12 16,12-5-7-16,3 2-6 0,11-4-9 0,11 1-9 15,21-3-4-15,33-2-4 0,8-2-5 0,4 1-4 16,10 0-2-16,19 0 0 0,12-1-6 0,12 2 0 16,0 6-8-16,7-2 1 0,0-2-1 0,-1 4 2 15,-5-1-3-15,-8 4-1 0,-18-1-4 0,-11 1 1 16,-10-3-2-16,-9 2 1 0,-10 3-3 0,-30-2-3 16,2-2 7-16,-1 2-3 0,-5 1-3 0,-5-2-2 15,2-3 4-15,-18 3-4 0,-3 1 3 0,-3-1 4 16,-8 1-3-16,-3-1 10 0,-1-1 15 0,-1 1 9 15,-7 1-2-15,-4-1-6 0,2 0-2 0,-4 2-6 16,0-2-18-16,0 0-27 0,-3-1-42 0,-1-1-44 16,0 5-60-16,-5-6-209 0,0 2-406 0,-3-2 180 0</inkml:trace>
  <inkml:trace contextRef="#ctx0" brushRef="#br0" timeOffset="-113365.1">17673 6732 106 0,'-10'7'131'0,"-13"10"-11"16,-3 6-2-16,-12 15-8 0,-2 6-5 0,-15 22-8 16,1 3-7-16,3 0-1 0,16-19-13 0,3 2-6 15,-4 22-6-15,15-20-4 0,3-4-9 0,7 4-6 16,5-3 8-16,5 1-7 0,7-1-9 0,7-2 23 15,7-4 1-15,7-2 11 0,7-1 12 0,10-6 1 16,0-3 2-16,5-5 1 0,2 0-6 0,2-6-4 16,-2-2-8-16,-15-8-8 0,3 0-3 0,-2-1-8 15,-5-2-1-15,-1-1-7 0,-13-3-6 0,0 0-4 16,-8-1-2-16,0-1-3 0,-3-1-2 0,-1 0-1 16,-1 0 6-16,-1-2-3 0,2 0-3 0,-6 0-2 15,5 3-8-15,-5-3-22 0,0 0-63 0,0 0-91 16,0-9-75-16,-1 2-152 0,-1-4-421 0,3-5 186 15</inkml:trace>
  <inkml:trace contextRef="#ctx0" brushRef="#br0" timeOffset="-112859.75">18165 7011 67 0,'0'-3'214'0,"0"3"-19"0,0-6-18 0,2 3-21 15,-2 3-17-15,0 0-20 0,0 0-13 0,0 0-12 16,0 0-11-16,-2 14-12 0,2-2-3 0,-2 6-12 16,2 11-8-16,-2-1 6 0,2 4-14 0,0-1-2 15,4 1-4-15,1 1 0 0,-1-1-9 0,-1-2 4 16,3-2-1-16,0 0-3 0,2-2-10 0,-2-7 10 16,2 7-1-16,-3-10-6 0,2 0 1 0,-5-2 1 0,3-4-9 15,-2 2-18-15,-2-2-13 0,2-2-32 16,-1-1-21-16,-2-3-11 0,3 2-23 0,-3-4-175 15,0-2-305-15,0 0 136 0</inkml:trace>
  <inkml:trace contextRef="#ctx0" brushRef="#br0" timeOffset="-112148.8">18522 7047 104 0,'2'-5'284'15,"0"2"-5"-15,0-1-29 0,-2 4-25 0,3-3-24 16,-3 3-25-16,3-4-23 0,-3 4-8 16,0 0-27-16,0 0-13 0,4 19-10 0,-3-4-12 0,-1 5-9 15,4 5-5-15,-5 2-10 0,2 2-6 0,-1 1-6 16,-1 1-2-16,1 1-6 0,0-3-2 0,1 2-5 16,1-4 0-16,-2 1-1 0,-3-3-2 0,4-4-5 15,-2-5-3-15,1 0-4 0,-1-2-17 16,1-4-8-16,-3 0-5 0,3-3-17 0,-1 0-1 0,0-2-8 15,1 0 3-15,0 1 7 0,0-6 8 0,-3 6-1 16,3-6 3-16,-10 0-12 0,2-6-14 0,-3 3-5 16,-6-3 0-16,-2 1 5 0,4-4 7 0,-6 2 4 15,-6-5-3-15,4 2 9 0,4 1 2 0,-6-2 6 16,-1 2 2-16,7 1 3 0,-2-1 1 0,1 2 14 16,1 5 0-16,-3-5 5 0,3 2 0 0,2 2 8 15,-2 2-8-15,8 1 4 0,-1 0-8 0,5 0 0 16,-1 0-2-16,1 0 0 0,7 0 0 0,-8 4-1 15,5 0-1-15,3 0 9 0,0-4-1 0,14 6 0 16,5 1 1-16,13-5-2 0,19 5 1 0,5-3-2 16,3 0 2-16,5-4-2 0,-4 0 0 0,5 0 3 15,-3-3-3-15,-2 1 3 0,-4 0-3 0,-4-1-10 16,-11-2 5-16,-5 3-4 0,0-2 3 0,-5-1 0 16,-5 1 3-16,-7 0-1 0,-6-1 19 0,0 3 18 15,-4 1 10-15,-1 0 3 0,-1-2 8 0,-3 0-3 16,1 1-4-16,-5-2-5 0,0 4-6 0,0 0-6 15,-11-6-8-15,4 6-1 0,-4-1-3 0,-3 1-3 16,-3 2-2-16,-2 3-6 0,1 1 0 0,0 0-2 16,3-1 0-16,-3 4-3 0,6-4-1 0,1 2-1 15,2 0-2-15,0-1 0 0,0-1 0 0,4 1 4 16,1-1-2-16,0 0 0 0,3-1-3 0,2 1 6 16,3-2 2-16,0 0 2 0,5-2 0 0,3 0-4 15,-1-2 2-15,4 1-1 0,2-4 1 0,-3 1 8 16,-4-1 9-16,1 0 4 0,0 0 11 0,-3-2-11 15,-1-1-4-15,-1-1-2 0,1 0 1 0,-3-2-7 0,-2 2-3 16,0-1-7-16,-4 1-8 0,1 0-9 16,-3 1-4-16,-2-3-7 0,-2 5-20 0,-2-1-12 15,1 2-6-15,-5 1-12 0,1 2-6 0,-2-1-15 16,2 2-16-16,-1 2-19 0,4 0-11 0,-2 1-28 0,4 0-28 16,1 2-129-16,3-2-349 0,6 0 155 0</inkml:trace>
  <inkml:trace contextRef="#ctx0" brushRef="#br0" timeOffset="-111681.76">19153 7366 36 0,'4'-6'341'0,"-2"3"-4"0,2 2-6 16,-1-3-16-16,-1 3-21 0,-2 1-30 0,4-6-25 0,-4 6-28 15,0 0-31-15,4-3-19 0,-4 3-23 0,0 0-31 16,0 0-39-16,0 0-7 0,0 0-11 0,4 10-2 15,-4-5-8-15,0 4-4 0,1-3-3 0,0 5-15 16,1-1-13-16,-1 3-4 0,0-4-4 0,0 0-11 16,1-1-3-16,0 1 0 0,0-1 3 0,-2-4 1 15,1 1 6-15,0 0-1 0,2-2 5 0,-2 1 2 16,-1-4 6-16,10 0 11 0,-10 0 5 0,12-6 19 16,-5 0-11-16,3 1-4 0,-1-2 3 0,1-2-4 15,2-3-5-15,1 2 2 0,-3 1-5 0,-1-1 1 16,-1 3-1-16,-2 0-3 0,-2 2-4 0,4-1-2 15,-6 4-5-15,2 0-4 0,-1-3 0 0,-3 5 3 16,6-2-7-16,-6 2 1 0,9 6-4 0,-4-3 4 16,0-1-3-16,2 4 2 0,2 0 1 0,-1 1 2 15,1-1 1-15,2 1 0 0,1 1 0 0,1-4 5 16,6 1-1-16,-2-1 2 0,2-1 2 0,-2-2 6 16,-3-2 3-16,0-2 23 0,-1-1 16 0,-3-1-20 15,-1-2 0-15,0-2 0 0,-3 0-5 0,-2-4-10 16,-4-4-14-16,-4-1-14 0,-4 1-14 0,-7-9-18 15,-9 5-17-15,-7 0-13 0,-17-4-19 0,-5 4-9 16,-3 2-5-16,4 6-23 0,0 4-11 0,12 5-28 16,1-1-31-16,2 7-243 0,0-2-476 0,9 2 211 15</inkml:trace>
  <inkml:trace contextRef="#ctx0" brushRef="#br0" timeOffset="-110765.51">20541 6912 247 0,'3'-14'262'15,"1"-1"-6"-15,0 3-8 0,0 1-17 16,-1 1-16-16,-1 3-10 0,-2 1-17 0,4 1-20 16,-4 1-19-16,5 0-24 0,-4 1-19 0,-1 3-17 15,0 0-11-15,0 0-11 0,12 15-1 0,-7 3-10 0,1 6-8 16,3 5-9-16,-4 4 8 0,3 1-12 0,-3 12-3 15,4 2-5-15,-4-13-1 0,0 0-2 0,-2 1-3 16,2-3 1-16,-1 0-4 0,0-3 1 16,1-1-2-16,-3-8 0 0,2-3 2 0,-1-3-8 0,-1-1 1 15,0-4-2-15,-2-1 1 0,1-4 8 0,0 4-5 16,-1-6-1-16,1 2 9 0,-1-2 18 0,0-3 22 16,0 0-3-16,0 0-15 0,0 0-11 0,-15-5-8 15,5-3-6-15,0 0-7 0,-7 0-1 0,3-3-7 16,-3 0 1-16,-1 2 0 0,-1-2-6 0,5 2 2 15,-4 0-1-15,0 0 3 0,1 1-5 0,0 2-2 16,4 2 1-16,3-1 7 0,0 1-4 0,2 1 1 16,4 2 1-16,-1-2-14 0,1 2-5 0,0-2-6 15,4 3-10-15,0 0-9 0,16-5-4 0,4 2-3 16,12 1 5-16,5-1-1 0,19-1 5 0,7 2-2 16,-2-4 4-16,3 2 3 0,-4-2 2 0,-1 2 2 15,-3 3 5-15,-3-5 1 0,-19 1 3 0,1 2 2 16,-6 1 6-16,-1 0 0 0,-11-5 8 0,-3 7 15 15,-6-3 20-15,-1 2 15 0,0-1 21 0,0 1 4 16,-2 0-4-16,-1-1-5 0,-3-3-7 0,-1 5-8 16,0 0-6-16,-10-5-12 0,1 5-5 0,0 0 0 15,-5 3 1-15,0-1-7 0,-1 5-3 0,2-3-3 16,0 0 0-16,2 4-6 0,1-5-8 0,2 4-2 16,-1 0 3-16,3-2-1 0,3 1-2 0,2 1 3 15,1 0 4-15,1 0 3 0,9-1 0 0,3 0 1 16,9-3 2-16,8 1 0 0,2-3-3 0,2-3-1 15,-4-1 3-15,-3 0 1 0,-6-1 3 0,-5-1 3 16,-3-2 3-16,-2 0-1 0,-3-3-4 0,-3 0-11 16,-1-4-8-16,-4 2-15 0,-4-3-9 0,-3 1-14 0,-4-1-19 15,-4 5-15-15,-9-1-20 0,-6-2-24 16,-1 9-22-16,1-1-27 0,-1 2-21 0,3 0-24 16,8 3-190-16,1-2-441 0,6 2 195 0</inkml:trace>
  <inkml:trace contextRef="#ctx0" brushRef="#br0" timeOffset="-110098.78">22385 6774 232 0,'0'-10'246'0,"0"0"-8"16,1 1-4-16,1 2-10 0,0 1-11 0,-1-2-8 16,-1 4-16-16,1-1-15 0,-1 1-18 0,1 1-9 15,-1 3-29-15,-1-5-19 0,1 5-42 0,0 0-8 16,0 0-9-16,0 0-6 0,-1 22-1 0,0-2-6 16,-7 12-4-16,7 15 2 0,-6 3-1 0,2 3-2 15,0-1 0-15,-4 3 4 0,8 0-5 0,-3-2 1 16,4-3-3-16,0-3-4 0,0-11 1 0,0-4-2 0,0 1 6 15,4-3-9-15,-3-4-1 0,3-7 3 16,-4 1-5-16,1-5 3 0,-1-2-4 0,0-3 1 16,-1 0 1-16,1-3-1 0,0-2 11 0,0 2 10 15,-4-3 6-15,3-3 8 0,-4 2-3 0,-3-2-4 0,-1-2-1 16,-5 1-1-16,1-3-7 0,-6-1-4 0,2 0 0 16,0 0-4-16,-1-3-1 0,2 1-11 0,0-1-27 15,0-1-18-15,0-1-22 0,3 1-23 16,-2-1-31-16,3 1-29 0,3 0-14 0,4 0-33 0,5-2-41 15,0 2-173-15,0-2-437 0,4-1 194 0</inkml:trace>
  <inkml:trace contextRef="#ctx0" brushRef="#br0" timeOffset="-109802.8">22111 7206 222 0,'0'0'222'0,"0"0"-13"0,-8-3-18 16,8 3-17-16,-5-1-14 0,5 1-18 0,0 0-15 15,0 0-14-15,0 0-10 0,-5 0-6 0,5 0-13 16,0 0-8-16,0 0-4 0,0 0-1 0,32-7-9 16,-9 4-2-16,9-1-4 0,6-2-3 0,19-5 1 15,-1 3-6-15,-5-1-7 0,-12 4-5 0,-3 2-1 16,-4-2-4-16,-1 2-3 0,-13-1-5 0,-3 2 0 15,-3 2-3-15,-1-3-5 0,-4 3-8 0,0 0-7 16,0-1-17-16,-2 0-15 0,-5 1-28 0,0 0-6 16,6 2-7-16,-6-2-15 0,0 0-25 0,-14 7-30 15,5-5-29-15,-1 4-144 0,0-4-341 0,2 1 151 16</inkml:trace>
  <inkml:trace contextRef="#ctx0" brushRef="#br0" timeOffset="-109499.06">22868 7117 337 0,'0'-6'363'16,"1"1"-2"-16,-1-1-6 0,0 1-7 0,0 1-29 16,1 1-13-16,-1-1-38 0,0 4-20 0,-2-5-30 15,2 5-22-15,0 0-25 0,1-5-25 0,-1 5-35 16,0 0-39-16,0 0-35 0,0 0-19 0,0 0 7 15,0 0-2-15,3 15-3 0,-3-9-6 0,2 2 0 16,-1 4 0-16,2-2-2 0,-1 2 2 0,0 0-3 16,0 2 3-16,-1-4-12 0,1 1-19 0,-1 0-15 0,0 0-12 15,1-2-10-15,-2-3-14 0,1 2-18 16,-1-2-13-16,-1-2-12 0,1-2-6 0,1 3-1 16,-1-5 12-16,-4 3-41 0,4-3-53 0,-6-9-49 15,-4 2-183-15,-1-5-467 0,-2-2 206 0</inkml:trace>
  <inkml:trace contextRef="#ctx0" brushRef="#br0" timeOffset="-109367.79">22773 6902 160 0,'1'-13'278'0,"-1"1"1"0,0 2 1 0,0 1-5 15,0 1-11-15,0 1-18 0,0 2-32 0,0 1-25 0,3-1-20 16,-3 0-21-16,0 5-43 0,0-4-43 0,0 4-19 16,0 0-26-16,0 0-27 0,0 0-26 15,10 14-31-15,-5-4-36 0,0 2-26 0,2 4-34 16,-1 1-208-16,0 0-401 0,-1-2 178 0</inkml:trace>
  <inkml:trace contextRef="#ctx0" brushRef="#br0" timeOffset="-108465.91">23094 7110 377 0,'0'0'358'0,"4"2"-21"0,-4-2-38 0,0 0-29 16,0 0-31-16,6 1-33 0,-6-1-20 0,1 2-26 15,-1-2-16-15,2 5-17 0,-1-1-10 0,-1 1-12 16,1 2-12-16,0 1-11 0,-1-2 5 0,2 5-18 16,0-1-10-16,-2-2-6 0,3 3-3 0,-1-1-5 15,-1-3-6-15,1 1-1 0,0-2-3 0,-2-3-3 16,0 2 4-16,2-1-7 0,-2-1 3 0,0-3 25 16,2 4 39-16,-2-4 22 0,0 0-11 0,0 0-5 15,9-7-9-15,-2-2-11 0,0 2-7 0,0-6-10 16,4-1-9-16,-1-1-5 0,3 1-8 0,-4-1-9 15,4 1 0-15,-7 5-5 0,1 1-8 0,-5 1 11 16,2 2-5-16,2 1-10 0,-2 0-22 0,-1 0-15 16,-1 2-32-16,-2 2-26 0,4-3-2 0,-4 3 5 15,8 7 10-15,-3-5 5 0,3 3 9 0,2 5 4 16,3 0 2-16,6-1-3 0,6 6-9 0,3-2-3 16,7 1-3-16,11 3 4 0,9-3 1 0,1-5-4 15,3 1-7-15,1-4-5 0,0-1-9 0,0-1-4 16,-5-1-6-16,-15-2 3 0,-2-2 5 0,-2 0 12 15,-6-4 4-15,-10 0 14 0,0-2 14 0,-6 4 17 16,-1-8 16-16,-4 6 12 0,-3-7 5 0,-2 3-1 16,0-2 2-16,-8 0-4 0,0-2 0 0,-1 3 1 15,-5-6-1-15,-4 4 3 0,-3 3 4 0,-1-1 2 16,0 0 2-16,-8 1-1 0,0 0-1 0,-2 2 1 16,1 5-2-16,4 2-2 0,1 0-2 0,-1 4 0 0,4-1-10 15,2 6 7-15,2-3-8 0,1 3 4 16,1-1-9-16,4 1-3 0,3 2 1 0,2-1 3 15,2 3-1-15,2-1 5 0,3 3-1 0,5-2 3 16,0-2-3-16,8 3-1 0,1-6-7 0,2 2-2 0,2-5-2 16,-1 1-4-16,2-3 5 0,-2-2 3 0,-2-4 0 15,0-2 4-15,-1-2 2 0,-2-3 9 16,-2-2 12-16,0-1 1 0,1-8 14 0,-7 2-1 16,3-8-1-16,-2 1 1 0,-1-6-4 0,-3-14 1 15,-1 13 15-15,2-2-2 0,-3-1 12 0,0 6 13 0,-2-1 16 16,4 5-4-16,-4 1 35 0,0 7 6 0,0 1 3 15,-3 4 4-15,3 1 5 0,-1 2-4 16,1 3-10-16,0 2-16 0,0 0-13 0,0 0-11 16,0 1-24-16,0 4-47 0,0-5-41 0,0 5-30 0,0 0 8 15,0 0 2-15,-9 10 6 0,6 1 9 0,-3 5-4 16,2 2 8-16,-1 7 6 0,0 1 2 0,1 6 5 16,-2-3 4-16,2 5 1 0,0-2-1 0,2-3 2 15,2 1 6-15,-1 0 1 0,-1-4-3 0,5 1 5 16,-3-2-2-16,-1-7 1 0,2-2 4 0,0 1-5 15,0-6-1-15,-1 0 10 0,0-1 1 0,2-3 4 16,-2-3-2-16,2 0 0 0,-4 3 5 0,2-4 3 16,2-1-6-16,-2-2 19 0,0 6 4 0,0-6-3 15,0 4 5-15,0-4-11 0,0 0 5 0,0 4-4 16,0-4-2-16,0 0-2 0,0 0-5 0,2 3 0 16,-2-3-5-16,0 0 7 0,0 0-2 0,0 0-3 15,0 0 7-15,10 0-3 0,1 0 16 0,8 0-29 16,3-2-40-16,10-3-58 0,6-2-76 0,1 2-108 15,14-5-374-15,1-1-712 0,0-7 314 0</inkml:trace>
  <inkml:trace contextRef="#ctx0" brushRef="#br0" timeOffset="-107599.79">25548 6771 70 0,'0'0'219'0,"0"0"-21"15,0 0-18-15,0 0-17 0,0 0-22 0,0 0-9 16,0 0-13-16,-6-2-12 0,6 2-15 0,0 0-8 16,0 0-8-16,0 0-9 0,0 0-7 0,0 0-11 15,0 0 0-15,0 0-6 0,0 0-6 0,0 0 5 16,0 0-2-16,0 0-5 0,14-4-1 0,-7 3 1 15,0-1-4-15,3 0 1 0,2-1-4 0,-3 0-3 16,2 1 0-16,-2-3 0 0,0-2 3 0,1 2 14 16,1 0 1-16,-2-3 2 0,2 1-3 0,-3-2 6 15,-1 2 0-15,0-1 2 0,2-1 1 0,-3 2 0 16,-1 2 1-16,-2-2-6 0,-1 2-5 0,-2 0-6 16,0 1-7-16,-2-2-3 0,-1 1-4 0,-3 3-4 15,-4-1-1-15,-4 2-3 0,-7 1-3 0,-8 4-5 16,2 3 1-16,-9 3-4 0,2 2 4 0,2 5-5 15,1 0-1-15,0 2-4 0,6 6 5 0,-2 2-6 0,5 2 3 16,-2 9-1-16,7-4 1 0,7-2 0 16,2 1 0-16,5-2 3 0,3 1-3 0,5-3 4 15,6-3 2-15,3-1 7 0,7-4-5 0,4-1 3 16,9-6-1-16,4-2 3 0,14-2-3 0,-16-5 3 16,18-3-2-16,-16 0-1 0,-1-2 0 0,-5-2-10 0,1 0-18 15,-6-3-21-15,-9 3-25 0,1 0-26 16,-7-4-35-16,-1 2-46 0,1-1-74 0,-7 0-140 15,-1 0-418-15,-3-2 186 0</inkml:trace>
  <inkml:trace contextRef="#ctx0" brushRef="#br0" timeOffset="-107388.78">26223 7061 258 0,'0'0'389'0,"0"-4"-14"16,0 4-22-16,1-4-25 0,-1 4-20 0,0 0-27 0,-1-5-45 15,1 5-15-15,0 0-26 0,0 0-48 0,0-5-41 16,0 5-48-16,0 0-47 0,0 0-45 0,0 0-48 16,0 0-47-16,0 0-49 0,0 0-43 0,5-1-216 15,-5 1-474-15,8-2 209 0</inkml:trace>
  <inkml:trace contextRef="#ctx0" brushRef="#br0" timeOffset="-106916.73">26494 6794 44 0,'-1'-8'361'16,"1"3"-6"-16,-3 1-7 0,3-2-7 0,0 1-26 15,0 0-32-15,0 5-42 0,-1-7-11 0,1 7-29 16,0-4-25-16,0 4-22 0,0 0-43 0,0 0-36 16,0 0-10-16,0 0-7 0,0 0-9 0,0 0-6 15,6 19-4-15,-2-10-9 0,0 2 12 0,-3 4-17 16,3 3 0-16,5 9 0 0,-5-8 1 0,-2 2-8 16,1-3-1-16,1 3-1 0,-2 0-2 0,0-3 1 15,-1 1-1-15,0-2-5 0,-1-2 1 0,2-1 0 16,-1-6-3-16,0 2 0 0,0-6 3 0,1 3 0 15,-2-2 4-15,0-1 13 0,0-2 31 0,1 3 45 16,-1-5 46-16,0 0 28 0,0 0-17 0,0 0-19 16,-9-16-16-16,4 5-8 0,-3-5-19 0,4-5-8 15,-6-5-7-15,1-4-8 0,0 0-12 0,2-7-18 16,0 2-14-16,1-10-9 0,2-1-5 0,1-3-7 16,3 1-6-16,0 2 0 0,3 8-2 0,-2 4 1 15,4 2-2-15,-1 3 9 0,0 3 3 0,0 7 2 16,2 4-1-16,-3 1-1 0,1 4-6 0,1 0-4 15,2 0-5-15,10 0-10 0,1 3-22 0,11 2-11 0,6 2-26 16,4 4-13-16,11 5-43 0,-10 3-30 16,-3 2-20-16,-5 4-32 0,1 0-34 0,-5 5-33 15,0 1-32-15,-6-1-46 0,-9-4-215 0,-3-1-617 16,0-2 272-16</inkml:trace>
  <inkml:trace contextRef="#ctx0" brushRef="#br0" timeOffset="-106630.72">26517 6950 172 0,'0'0'314'0,"-5"4"-2"0,5-4-24 0,0 0-15 16,-4 2-21-16,4-2-20 0,0 0-23 0,0 0-26 15,0 0-24-15,10-10-17 0,-1 7-22 0,3-4-19 16,7 2-22-16,6-5-25 0,5 5-20 0,4-1-30 16,1 0-37-16,-2 0-46 0,3 3-48 0,-2-3-44 15,-2 2-72-15,-5 2-137 0,-4-1-411 0,-1-2 183 16</inkml:trace>
  <inkml:trace contextRef="#ctx0" brushRef="#br0" timeOffset="-106432.01">27063 7005 92 0,'0'0'390'15,"0"0"-15"-15,0 0-27 0,0 0-30 0,0 0-33 16,0 0-35-16,0 0-31 0,0 0-59 0,0 0-58 16,15-9-62-16,-5 7-66 0,3-3-72 0,5 0-77 15,1 0-205-15,0-3-412 0,-1 0 182 0</inkml:trace>
  <inkml:trace contextRef="#ctx0" brushRef="#br0" timeOffset="-106016.78">27189 6266 5 0,'-2'-2'238'0,"2"2"-20"15,-7-1-22-15,7 1-20 0,-5-2-23 0,5 2-20 0,0 0-11 16,0 0-12-16,15 8-11 0,-3 1-13 0,4 3-8 16,8 7-12-16,1 4-8 0,12 15-8 0,0 3-4 15,2 5 4-15,-4 2-7 0,-1 1 3 16,-6 6-4-16,-3-2-2 0,3 25 3 0,-12-24 1 0,-5 1-5 15,-3-1 0-15,-7 0-9 0,-1-3 1 0,-5-2 0 16,-7-3-4-16,1-13-4 0,-3-3 4 0,-4-1 3 16,-2-3 6-16,-1-1 7 0,-1-4 5 0,0-3-1 15,0-4 0-15,3-2-4 0,-6-2-4 0,7-2 0 16,-2-2-4-16,-2-1-4 0,9-2-10 0,-1 1-31 16,4 0-45-16,-6-3-82 0,5-4-304 0,1 0-478 15,5-3 211-15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4-25T03:09:55.9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2908 1201 115 0,'0'0'162'16,"0"0"-1"-16,0 0-22 0,0 0-11 0,0 0-11 16,0 0-10-16,0 0-9 0,-12 0-10 0,12 0-10 15,0 0-10-15,0 0-4 0,0 0 1 0,0 0-5 16,0 0-1-16,0 0-2 0,0 0-2 0,0 0 0 16,0 0 0-16,0 0 0 0,0 0-9 0,0 0 0 15,0 0-7-15,0 0-8 0,0 0 3 0,0 0-3 16,0 0-7-16,0 0 1 0,0 0-5 0,0 0-3 15,0 0 1-15,0 0-4 0,0 0-3 16,0 0 1-16,0 0-2 0,0 0-1 0,0 0-6 16,0 0 11-16,0 0 2 0,0 0 7 0,0 0 9 15,0 0-2-15,0 0-1 0,0 0 1 0,0 0 7 0,0 0 0 16,0 0-1-16,0 0-2 0,0 0-2 0,0 0-2 16,0 0 4-16,0 0-7 0,0 0-1 0,0 0 6 15,0 0 4-15,0 0 6 0,0 0 1 16,0 0 7-16,0 0-2 0,0 0 3 0,0 0 4 15,0 0-6-15,0 0 7 0,0 0 0 0,0 0-7 16,0 0-5-16,0 0 0 0,0 0-6 0,0 0-7 16,0 0-5-16,0 0-12 0,0 0-3 0,0 0-5 15,4 8 1-15,-1 1-7 0,-3 2 0 0,0 5 1 16,0 3-1-16,-2 7-5 0,5 2 4 0,-1 6 3 16,0 2-2-16,-2-5-2 0,1 2-1 0,2 4 5 15,-1-2 1-15,3-4-3 0,2 3 6 0,-1-1-2 16,0-5-2-16,1 0-3 0,-2-4 6 0,-1-3-6 15,-1-4 10-15,1-1-5 0,0-4-3 16,0-3 0-16,-3 0 1 0,2-1 4 0,0-1-1 16,-1-2-2-16,-1 1 0 0,2-4-3 0,-3-2 3 15,0 7 0-15,0-7 0 0,1 7-1 0,-1-7-2 16,3 3 9-16,-3-3-7 0,0 0 3 0,0 0-4 16,0 7 0-16,0-7 4 0,0 0-22 0,0 0-4 15,0 0-12-15,0 0-12 0,0 0-15 0,0 0-9 16,0 0-22-16,-4 4-26 0,4-4-33 0,0 0-34 15,0 0 0-15,4 5-37 0,-4-5-166 0,0 0-418 16,0 0 184-16</inkml:trace>
  <inkml:trace contextRef="#ctx0" brushRef="#br0" timeOffset="489.58">2889 1837 87 0,'0'0'173'0,"0"0"-14"15,0 0-7-15,-5 3-8 0,5-3-16 16,0 0-8-16,0 0-11 0,0 0-2 0,0 0-3 16,0 0-8-16,0 0 6 0,0 0 6 0,0 0-11 15,0 0-7-15,0 0 2 0,0 0-12 0,0 0-4 16,0 0-5-16,0 0-8 0,0 0-8 0,29-6 1 15,-10 2-11-15,8-3-1 0,6 4 0 0,-2-3-2 0,-2 1-12 16,2 0 6-16,-1 2-6 0,-2-1-12 16,-2 2 3-16,-7 2 5 0,-7-3-9 0,2 2 2 15,-4 1-2-15,-2-2-3 0,2 0 14 0,-5 1 6 16,2-1 2-16,-7 2 9 0,9-2 3 0,-9 2-3 16,0 0-6-16,10-1-7 0,-10 1-6 0,0 0-19 15,0 0-19-15,0 0-17 0,0 0-28 0,0 0-31 16,0 0-31-16,0 0-37 0,0 0-67 0,0 0-165 15,0 0-421-15,0 0 186 0</inkml:trace>
  <inkml:trace contextRef="#ctx0" brushRef="#br0" timeOffset="1215.55">3447 1786 123 0,'0'0'212'0,"-4"5"-16"16,4-5-11-16,0 0-10 0,0 0-10 0,0 0-15 15,0 0-5-15,0 0-10 0,0 0-16 16,0 0-6-16,0 0-13 0,0 0-13 0,0 0-4 15,0 0-10-15,25-10-6 0,-14 6-9 0,-2-1 0 16,5 0-10-16,-1 1-1 0,-2-2-7 0,2 1-3 16,-3 1 0-16,2-1-7 0,-3-3 13 0,0 4 11 0,1-3 9 15,-4 0 10-15,1 3 15 0,-1-4 0 16,-2 4 2-16,1-2 2 0,-1 2-10 0,-4-2-3 16,1 1-6-16,-1 5-22 0,-1-7-4 0,-3 4-13 15,-5-1-5-15,-4 2-9 0,-1 4-5 0,-5-2-8 16,-1 2 1-16,-2 3 3 0,3 1-8 0,0 0 3 15,1 4-1-15,1-3-2 0,4 0-17 0,-1 3-5 16,4 0-10-16,1-1-13 0,4 1-6 0,1 0-2 16,1 0 0-16,3 0 4 0,3 1 7 0,4-1 7 15,0-3 1-15,12 3 11 0,8-2-3 0,4-2 4 16,3-1 5-16,20-2-1 0,-4-7 4 0,-11 1 1 16,0 0-4-16,10-8 5 0,-11 3 2 0,-4-5 1 15,-7-2 2-15,1 1 32 0,-1-2 20 16,-4-5 14-16,-4-1 5 0,0-3 2 0,-5-5-8 15,-5 0 6-15,1-3 12 0,-2-1 16 0,0 4 16 16,-3 0 25-16,-2 1 10 0,-2 2 4 0,1 9 21 0,-4 2 9 16,-1 5-5-16,1 1-12 0,2 1-13 0,-1 1-18 15,2 2-14-15,-4 2-17 0,2-2-20 16,1 6-43-16,0 0-41 0,0 0-50 0,0 0-1 16,0 0-15-16,0 0 14 0,-9 22 7 0,8-3-5 15,-2 7 10-15,2 3 15 0,1 3 0 0,-3-1 2 16,4-1 10-16,1 1-7 0,-1 0-2 0,0-2 5 15,4-2 10-15,-2-3-5 0,1-5 9 0,-3-2-8 16,2-2 8-16,-1-3 1 0,0-3 0 0,-2-1-4 16,1-3-14-16,-1 2 9 0,0-7 2 0,4 7 5 15,-2-2-10-15,-2-5 12 0,0 0-2 0,0 0-7 16,0 0-13-16,0 8-4 0,0-8-41 0,0 0-85 16,0 0-73-16,0 0-83 0,-11-20-334 0,6 10-701 15,-1-2 311-15</inkml:trace>
  <inkml:trace contextRef="#ctx0" brushRef="#br0" timeOffset="1560.56">3824 1571 215 0,'0'0'235'0,"-9"3"-21"0,9-3-16 16,0 0-17-16,-7 2-15 0,7-2-18 0,0 0-4 15,0 0 6-15,0 0-5 0,0 0-9 0,0 0-3 16,0 0-8-16,0 0-7 0,0 0-1 0,0 0-8 16,44-4-10-16,-8 1-7 0,1-2 3 0,1 1-10 15,-1 0-3-15,3 0-9 0,-3-1-23 16,-5 0 10-16,0 3-4 0,-12 0-5 0,-3-1-6 15,-4 3 2-15,-4-1 5 0,0 0-8 0,-9 1 23 16,11 0 5-16,-11 0-7 0,11-3-2 0,-11 3-13 16,0 0-1-16,12-2-11 0,-12 2-15 0,0 0-36 15,4-2-29-15,-4 2-42 0,0 0-58 0,0 0-76 16,0 0-99-16,0 0-196 0,0 0-556 0,0 0 246 16</inkml:trace>
  <inkml:trace contextRef="#ctx0" brushRef="#br0" timeOffset="2931.85">5679 1413 135 0,'0'0'283'16,"-2"-8"-10"-16,2 5-7 0,0 3-8 0,0-6-6 15,0 6-12-15,-4-5-19 0,4 5-16 0,0-3-17 16,0 3-17-16,0 0-20 0,0-5-24 0,0 5-12 15,0 0-14-15,0 0-24 0,0-5-13 0,0 5-34 16,0 0-29-16,0 0-23 0,0 0-12 0,0 0-3 16,6 13-5-16,-3-8 7 0,1 4 6 0,3 5 1 15,2-2 1-15,-1 3 8 0,1 1-9 0,3-1-4 16,-1-1-3-16,0-1 5 0,1 0-5 0,0-1 6 16,-1-6 6-16,-2 2 1 0,1-1 3 0,3-5 4 15,-4 1 2-15,1-2 12 0,-1-1 14 16,-1-1 17-16,0-2 19 0,-2-2 7 0,3-2 8 15,-4-2 1-15,0 1 8 0,0-2 4 0,2-2 0 16,-1 2 1-16,-2-1 1 0,-2-1 1 0,1 4-5 16,-1-1 3-16,0 2-1 0,-1 1-8 0,-1 2 0 15,0 4-12-15,1-8-14 0,-1 8-6 0,2-5-8 16,-2 5-17-16,0-4-20 0,0 4-34 0,0 0-23 16,2-3-25-16,-2 3-17 0,0 0 0 0,3 15 12 15,1-5 1-15,-1 7 10 0,4 4 5 0,-2 3 8 16,-1 6 6-16,2 2 10 0,3 1 7 0,-3 16 14 15,-1-14-4-15,4 12 9 0,0-1 4 0,-1-11 6 16,1-1 4-16,-4 1 0 0,4-4 1 0,0 0 8 16,-4 0-3-16,-1-6 2 0,1 1 2 0,-2-6 1 15,-2-1 2-15,-1-2-5 0,0-2 2 0,0 2 2 16,-4-5-2-16,3 2 4 0,-3-3 0 0,0-2 3 16,-1 0 0-16,1 2 2 0,-1-2 2 0,-4 0 5 15,1-4 6-15,2 0 5 0,-2 1 1 0,-2-2 4 16,1-3 10-16,0 0 1 0,-3 1 23 0,2-4-1 15,0 0 15-15,-1-3 15 0,2-2-6 0,0 0-7 16,-4-3-11-16,-1-4-1 0,4-4-8 0,-3-5-7 16,3-2-13-16,1-2-11 0,5-4-14 0,0-2-2 15,8-4-4-15,1 3 7 0,13-10-7 16,-2 13-4-16,8-10-1 0,-1 11 8 0,1 3-12 16,1 2 4-16,2 0-5 0,-1 4 2 0,1 1-1 15,-4 5 0-15,-5 2-1 0,-4 5 0 0,1-2 3 0,-5 5-4 16,-1-2 0-16,-2 5-2 0,-2-2 2 15,-2 3 3-15,3-4-10 0,-4 4 5 0,1-4-7 16,-3 5-8-16,5-1-28 0,-5 1-25 0,3-3-20 16,-3 3 3-16,0 0-7 0,0 0-17 0,-6 15-34 15,1-10-41-15,0 4-56 0,-5-6-156 0,4 2-436 16,-1-3 193-16</inkml:trace>
  <inkml:trace contextRef="#ctx0" brushRef="#br0" timeOffset="3448.4">6344 1642 85 0,'0'0'134'0,"-9"-3"-7"0,9 3-2 0,0 0-16 16,0 0-10-16,0 0-5 0,0 0 4 0,0 0-11 15,0 0-1-15,0 0-2 0,0 0 4 0,0 0-4 16,0 0 6-16,0 0 4 0,0 0 1 0,-4 3-2 16,4-3-11-16,0 0-5 0,0 0-9 0,0 0-2 15,0 0-6-15,23-6-5 0,-5 0-7 0,2 4-3 16,2 1-8-16,9-8-3 0,-3 6-1 0,-5 0-7 15,5 1 3-15,3-2-8 0,-1 3 1 0,-1-2-6 16,-8 2 1-16,-8 1-3 0,0 0 2 0,-3 0-8 16,-1 0 5-16,-3 0-7 0,2 0 0 0,-8 0-9 15,9 0-25-15,-9 0-17 0,0 0 2 0,4 0-15 16,-4 0-29-16,0 0-38 0,-22 6-28 0,9-1-169 16,-4-4-349-16,-3-1 156 0</inkml:trace>
  <inkml:trace contextRef="#ctx0" brushRef="#br0" timeOffset="3823.61">6330 1791 50 0,'-4'1'175'0,"4"-1"-4"0,0 0-12 0,-5 3-18 15,5-3-5-15,0 0-16 0,0 0-7 0,-3 2-12 16,3-2-10-16,0 0-9 0,0 0 2 0,0 0-3 16,0 0 5-16,0 0-11 0,0 0 2 0,0 0-7 15,0 0 7-15,0 0-4 0,21-2-6 0,-4-2-6 16,2 2-5-16,2-2-11 0,9 0-6 0,0-2 0 15,1 3-1-15,-3-1-8 0,-2 0 1 0,1 3-6 16,-8 1-1-16,-2-3-5 0,-4 1 3 0,0 0-7 16,-1 2-1-16,-2-1 3 0,-4 1-7 0,-6 0-1 15,10 0 3-15,-3-2-2 0,-7 2 0 0,6-1 0 16,-6 1-11-16,0 0-35 0,0 0-42 0,0 0-51 16,8 0-62-16,-8 0-164 0,0 0-386 0,0 0 171 15</inkml:trace>
  <inkml:trace contextRef="#ctx0" brushRef="#br0" timeOffset="6899.31">7302 1792 22 0,'0'0'197'0,"0"0"-10"0,0 0-12 0,0 0-16 16,0 0-18-16,0 4-3 0,0-4-21 0,0 0-9 16,0 0-10-16,0 0-7 0,0 0-7 0,0 0 1 15,0 0-7-15,0 0 9 0,0 0 2 16,0 0-1-16,0 0 7 0,0 0 6 0,0 0 8 16,0 0 7-16,0 0 5 0,0 0 1 0,0 0 12 0,0 0-1 15,0 0 6-15,0 0-1 0,0 0 0 0,0 0-5 16,0 0-12-16,0 0-17 0,0 0-14 0,-7-15-6 15,7 15-10-15,0 0-3 0,-2-6-6 16,2 6-13-16,0-6-2 0,0 6 3 0,0 0-10 16,0 0-15-16,-1-6 19 0,1 6-16 0,0-3 2 15,0 3-7-15,0 0-8 0,0 0-2 0,0 0-5 16,0 0 5-16,0 0-4 0,0 0-4 0,0 0 0 0,0 0-13 16,0 0-9-16,0 0 0 0,0-7-12 0,0 7 1 15,0 0-2-15,0 0-5 0,0 0 5 16,0 0 2-16,0 0-6 0,0 0 7 0,0 0 2 15,0 0 0-15,0 0 3 0,0 0 4 0,0 0 3 16,0 0-2-16,0 0-2 0,0 0 4 0,0 0 5 16,0 0-5-16,0 0 3 0,0 0 2 0,0 0-6 15,0 0 6-15,0 0-8 0,0 0-5 0,0 0-5 16,0 0 2-16,0 0 6 0,0 0 3 0,0 0-1 16,0 0-3-16,0 0 11 0,0 0-8 0,0 0 7 15,0 0 3-15,0 0 2 0,0 0 3 0,0 0 9 16,0 0 22-16,0 0 22 0,0 0 18 0,0 0 2 15,-2-5-11-15,2-3-17 0,2-1 6 0,-2-8-13 16,1-1-9-16,2-8-4 0,0-3-5 0,4-5 2 16,-1-16-1-16,1 16-2 0,2-12-13 0,-4 10 5 15,0 4 12-15,0 1-16 0,0 0-2 0,-1 7-2 16,0 3-7-16,0 4 12 0,-4 6 7 0,5 1-4 16,-4 2-9-16,2 3 7 0,-2-1-9 0,-1 0-9 15,1 2-32-15,2 2-36 0,-3 2 29 0,0 0 4 16,13 6 5-16,-6 6 0 0,1 0-8 0,7 9 3 15,4 5 0-15,-2 3 3 0,-3 3 10 0,3-1 6 16,-3 2-3-16,0 0 8 0,1-1-3 0,-2-1 9 16,1-2 0-16,-5 0-3 0,0-4 6 0,4 2 4 15,-7-12 1-15,1 3-4 0,-5-4 7 0,3-4-4 16,-2-3 1-16,0 0 2 0,-1-2 5 0,-1 0 1 16,-1 0-1-16,3-1 1 0,-2-1 9 0,-1-3-7 15,2 4 4-15,-2-4 1 0,0 0 4 0,3 3-3 16,-3-3 9-16,0 0-8 0,0 0-8 15,0 0-12-15,0 0-48 0,0 0-63 0,0 0-56 16,0 0-73-16,-18-7-304 0,8 0-597 0,1 1 265 16</inkml:trace>
  <inkml:trace contextRef="#ctx0" brushRef="#br0" timeOffset="7208.58">7284 1641 213 0,'-5'3'237'0,"5"-3"-21"0,-2 1-19 16,2-1-19-16,0 0-11 0,0 0-10 0,0 0-11 16,0 0-21-16,0 0-10 0,0 0-5 0,0 0-13 15,0 0-5-15,29-6-9 0,-11 4-6 0,10-1-8 16,4-1-4-16,0 1-10 0,0 0-8 0,-3 1 1 15,-6 0-8-15,-1 2-3 0,1 0-3 0,-8 0-2 16,2 0-6-16,-4 0-4 0,-3-1-1 0,0 1-2 16,-3 0 0-16,-1 0-4 0,-6 0-1 0,10 0-4 15,-10 0 4-15,7-1-10 0,-7 1-3 0,6 1-9 16,-6-1-18-16,0 0-10 0,0 0-18 0,0 0-23 16,0 0-40-16,-10 8-39 0,4-7-63 0,6-1-133 15,-12 2-381-15,12-2 169 0</inkml:trace>
  <inkml:trace contextRef="#ctx0" brushRef="#br0" timeOffset="7831.11">8054 1641 51 0,'0'0'129'0,"0"0"-4"0,0 0-21 15,0 0-7-15,0 0-13 0,0 0-8 0,0 0-3 16,0 0-5-16,0 0-8 0,0 0 6 0,0 0 17 15,0 0 4-15,0 0 10 0,15 3 5 0,-15-3-7 16,13-5-9-16,-1-2-7 0,4 3-4 0,2-2-15 16,1-3 0-16,0-2-7 0,-2 2 6 0,2-3-6 15,-1 2 9-15,5-6-3 0,-4 1 1 16,1-2-2-16,-5 2 1 0,1 3 8 0,-4-2 8 0,-1 1 14 16,-5 4 16-16,1 0 19 0,-3-1-16 0,-2 4 18 15,2 1-17-15,-4-2-4 0,0 1-33 0,0 6 12 16,-5-8-28-16,-5 4 10 0,-3 4-6 0,-2 0-7 15,-7 1-5-15,-4 5-14 0,-3 1-7 16,3 4 0-16,-1 4-5 0,3 0-4 0,0 2-2 16,1 5-6-16,5 0-2 0,2-2 3 0,0 3-6 0,5-1-3 15,3-5 1-15,4 2-3 0,3-2 6 0,0 0-1 16,3 0-3-16,5-2 4 0,-2-5-5 0,7 4 10 16,3-5 0-16,2 1 1 0,3-5 2 0,10 3 2 15,2-6-4-15,5 0 2 0,-2-2 4 16,-2-2-1-16,0 2-1 0,-2-2-2 0,-10-1 0 15,-4 3-2-15,-2-2 1 0,-3 1 0 0,-3 1-3 16,1-2 0-16,-6 1 6 0,4 0-22 0,-3 1 17 16,-5 0 0-16,10-3-3 0,-10 3 2 0,5 0 3 15,-5 0-22-15,4-1-16 0,-4 1-20 0,0 0-42 16,0 0-63-16,0 0-87 0,-5-11-97 0,0 6-196 16,-4 1-572-16,-4-4 254 0</inkml:trace>
  <inkml:trace contextRef="#ctx0" brushRef="#br0" timeOffset="8582.67">8405 1177 267 0,'1'-3'272'0,"-1"3"4"0,-4-4-6 15,4 4 2-15,-1-5-9 0,1 5-8 0,0 0-16 16,0 0-25-16,0 0-20 0,0 0-18 0,0-5-22 16,0 5-18-16,0 0-13 0,0 0-17 0,0 0-18 15,0 0-23-15,0 0-26 0,0 0-17 0,0 0-9 16,0 0-1-16,4 14-7 0,0-8 4 0,-4 8 1 16,1-4-7-16,3 4 4 0,-4 3-4 0,4-1 1 15,-3 2-2-15,-1-6-4 0,3 5 4 0,-2-3 1 16,1 1 3-16,-2-5-3 0,3-1 0 0,-3-1-3 15,1-3 0-15,2 2 5 0,-3-7 6 0,1 8 13 16,-1-6 4-16,0-2 58 0,0 0 31 0,0 0-3 16,0 0-1-16,0 0-20 0,17-15-9 0,-11 4-14 15,-1 0-4-15,7-3-6 0,0-1-2 0,0-2-13 16,-2 0 3-16,3 0-10 0,-3 0-3 0,1 3-4 16,-4 4-13-16,0 1 6 0,-1 1-8 0,-2 2-2 15,-2 3-9-15,2-2 3 0,0 1 0 0,0 1-5 16,-4 3-16-16,4-2-19 0,-4 2-30 0,0 0 1 15,7 2 3-15,-4 1 15 0,0 5-9 0,2-2 9 16,-1 3-6-16,3 2 10 0,-4 0-2 0,0 0 2 16,1 2 7-16,0-3-3 0,0 0 8 0,0-1-3 15,-3-1 9-15,4-3 2 0,-5-1 4 0,1 0 8 16,2 1 3-16,-3-5 5 0,4 5 18 0,-4-5 43 16,0 0 16-16,0 0 10 0,0 0-9 0,0 0-9 15,0 0-8-15,14-14-16 0,-8 4 5 16,2-1-8-16,1 1-12 0,-1-1-1 0,0 2 1 15,-1 0 2-15,-2 2-4 0,1 0-8 0,0 1-1 16,-1 1-6-16,-3 2-5 0,1-1-13 0,-3 4-1 16,6-5-29-16,-3 4-11 0,-3 1 1 0,0 0-12 0,16 6-9 15,-9-2-10-15,0 2-13 0,4-1-22 16,-1 5-1-16,0-2-29 0,4 4-12 0,0-3-28 16,-4 3-32-16,-1-3-49 0,3-1-45 0,-10-3-185 15,6-1-531-15,-4-1 235 0</inkml:trace>
  <inkml:trace contextRef="#ctx0" brushRef="#br0" timeOffset="9180.9">8974 1079 194 0,'1'-3'324'0,"0"-4"-2"0,2 2-28 16,-2 1-23-16,2 0-35 0,-2 0-23 0,3 1-22 15,0 0-21-15,2 1-23 0,2 2-15 0,-1 0-12 16,4 2-11-16,0-1-19 0,3 7-6 0,0-3-24 16,0 4-9-16,-5 0-13 0,5 1-7 0,-1 4-11 15,-3 1-9-15,-1-1 0 0,-2 3-5 16,-2-2-4-16,-4 2 1 0,3 0-5 0,-4-1-1 16,-4 1 0-16,1-1 2 0,-3-5-4 0,0 5 7 15,-3-3-5-15,1-3 5 0,3-1 4 0,1-1-3 16,-1-3 7-16,1 0 5 0,3-1 17 0,-3-1 20 0,4-3 30 15,-5 7 47-15,5-7 43 0,0 0 21 0,0 0-16 16,0 0-20-16,-4-13-16 0,8 2-21 16,1-4-12-16,5-2-10 0,6-8-24 0,-5 3 8 15,-2 5-13-15,3-6-8 0,4 1-7 0,0-1 0 16,-5 8-10-16,-1 2-1 0,-2 3-5 0,-1 1-3 16,-1-1-1-16,-3 3-6 0,-1 3-4 0,0-1-3 15,0 2-9-15,0-1-7 0,-2 4-7 0,4-3-27 16,-4 3-28-16,0 0-18 0,0 0 9 0,0 0 9 15,-3 17 0-15,-4-7 8 0,-1 6 10 0,-3 2-3 16,0 6 7-16,1 0-3 0,3-5 6 0,-2 3-2 16,5-3 7-16,-2 1 6 0,5-6 2 0,1 2 6 15,0-5 0-15,0 1 3 0,3-4 4 0,-2 0 2 16,3-2 8-16,2 1 4 0,6-2 12 0,4 0 5 16,4-2 2-16,0 1 2 0,-1-2 11 0,4-4 1 15,-5 0-1-15,4-1-2 0,-4 0-6 0,-4 2 5 16,-3 0-3-16,-1 1-8 0,-2-2 0 0,0 2 5 15,-8 0 3-15,11 0-12 0,-11 0 1 0,0 0-1 16,13 0-1-16,-13 0-11 0,5-3 7 0,-5 3-19 16,0 0-29-16,8-2-31 0,-8 2-37 0,0 0-55 15,0 0-57-15,0 0-75 0,0 0-85 0,0 0-289 16,11 0-714-16,-11 0 316 0</inkml:trace>
  <inkml:trace contextRef="#ctx0" brushRef="#br0" timeOffset="9830.6">10847 1359 279 0,'-1'-9'384'0,"-2"6"3"16,6 0-8-16,-3 3-17 0,0-5-19 0,0 5-36 16,-3-5-31-16,3 5-26 0,0 0-28 0,0 0-30 15,0 0-23-15,0 0-25 0,0 0-23 0,0 0-47 16,0 0-18-16,0 0-12 0,0 0-4 0,3 16-8 16,1-5-5-16,-3-1 3 0,5 7 2 0,-2 1-11 15,0-1 3-15,1 0-6 0,-1 3-2 0,0-3-2 16,0 0 3-16,1-2-4 0,0 2-1 0,-4-8 1 15,4 2-7-15,-2-2-2 0,-3-2 3 0,2 0-8 16,-2-3-7-16,2 2 8 0,-2-1 7 0,0-5 17 16,3 4-18-16,-3-4 7 0,2 5 5 0,-2-5 10 15,0 0 7-15,0 0-18 0,0 0-59 0,0 0-74 16,-12-17-68-16,1 1-74 0,-3-6-77 0,-2-3-252 16,2-5-635-16,5 3 281 0</inkml:trace>
  <inkml:trace contextRef="#ctx0" brushRef="#br0" timeOffset="9965.84">10766 1180 284 0,'-7'-7'312'16,"3"-3"-7"-16,0 4 18 0,2-2-21 0,-1 4-3 16,2-1-30-16,-1 0-29 0,2 5-18 0,-2-6-30 15,2 6-9-15,-1-3-31 0,1 3-27 0,0-5-51 16,0 5-35-16,0 0-37 0,7 0-30 0,-7 0-32 16,13 5-42-16,-4 0-42 0,1 0-44 0,-1 3-54 15,1-3-185-15,2 3-462 0,-3-2 204 16</inkml:trace>
  <inkml:trace contextRef="#ctx0" brushRef="#br0" timeOffset="10348.34">11293 1217 181 0,'0'0'367'0,"0"0"-16"16,0 0-37-16,0 0-28 0,0 0-39 0,0 0-39 15,5 1-5-15,-5-1-23 0,0 0-26 0,0 0-36 16,0 0-19-16,0 6-17 0,0-6-5 0,-1 7-10 16,0-3-8-16,-2 1 0 0,3 3-9 0,-4 0-4 15,0 0-7-15,4 1 0 0,-2 2-6 0,2-1-9 16,-3-1 1-16,3 1-5 0,0 1 2 0,0-3-7 16,5 4 6-16,-1-2-7 0,3-2 4 0,-1 3-18 15,3-4 15-15,2 5-1 0,1-3-1 0,3-1 0 16,-1 2-3-16,4 1 4 0,-4-3-6 0,0-1-4 15,-5-1 0-15,0 3-11 0,0-5-4 0,0 2-13 16,-4 2 5-16,-1-3-5 0,2 3 3 0,-6-4-2 16,0 1 12-16,0 4 7 0,-6-4 2 0,-2 4 5 15,-2-2 2-15,-4 3 1 0,-3-2 0 16,0-1-5-16,2 1 7 0,-2-2-5 0,1-1 4 16,2-2-2-16,3 1-13 0,3-1-38 0,2-2-38 15,6-1-64-15,-12 3-153 0,12-3-170 0,0 0-510 16,-5-14 226-16</inkml:trace>
  <inkml:trace contextRef="#ctx0" brushRef="#br0" timeOffset="10997.23">13023 976 306 0,'-1'-17'358'0,"1"17"-23"0,-1-25 0 0,1 25-22 16,-3-21-21-16,3 21-31 0,-4-12-20 0,4 12-35 15,0 0-11-15,0 0-36 0,0-18-39 0,0 18-57 16,0 1 2-16,0-1-4 0,0 18-10 0,4 8-1 15,-4 1-8-15,5 8-1 0,-5 2-7 0,7 9-1 16,-7 2 2-16,2-3-7 0,6-10 0 0,-6-1 0 16,2 2-5-16,-1-5 2 0,2-1-3 0,0-1-3 15,-2-9-4-15,0 4 5 0,2-7-6 0,0-1 2 16,-3-6-2-16,-1-3-5 0,0 1-21 0,1-3 18 16,-2 4 0-16,0-9 6 0,1 5 3 0,0-2-1 15,-1-3-2-15,0 0 9 0,0 0-26 16,0 0-45-16,0 0-69 0,0 0-68 0,-20-22-89 15,7 7-273-15,-1-2-595 0,5 0 263 0</inkml:trace>
  <inkml:trace contextRef="#ctx0" brushRef="#br0" timeOffset="11240.63">12716 1272 111 0,'0'0'255'0,"-10"1"-25"16,10-1-18-16,-7 1-15 0,7-1-17 0,0 0-17 15,0 0-9-15,0 0 9 0,0 0-4 0,32-1-1 16,1-3-8-16,1-1-7 0,17 1-21 0,2 1-10 16,-14 1-10-16,14-2-12 0,-17 1-6 0,-3 0-11 15,0 1-4-15,-4-1-20 0,-6 2 6 0,-1 0-4 0,-9 1-5 16,-3 0-7-16,-1 0-2 0,-4 0-5 16,3 0-15-16,-2-3-6 0,-6 3-15 0,0 0-16 15,0 0-32-15,0 0-11 0,0 0-20 0,0 0-21 16,-33 3-30-16,16-3-37 0,2 1-52 0,-2 0-179 15,3-2-435-15,4 0 192 0</inkml:trace>
  <inkml:trace contextRef="#ctx0" brushRef="#br0" timeOffset="11848.5">13433 1151 382 0,'0'0'387'0,"0"0"-32"0,0-5-35 0,0 5-38 16,0 0-27-16,4-2-33 0,-4 2-29 16,0 0-15-16,0 0-27 0,22 4-10 0,-9 0-19 15,-3 4-13-15,3-3-12 0,1 7-11 0,0-2-7 16,0 2-27-16,-4 0 6 0,0 1-5 0,0 1-6 16,0 3-8-16,-2-3-4 0,-4 3 0 0,-1 0-12 15,-3 3-1-15,-2-6-20 0,1 1-8 0,-1-5 10 16,0 2-1-16,-1-2 0 0,-1-5-4 0,3 6 4 15,-1-6 4-15,2 2 7 0,0-7 18 0,-4 5 16 16,4-5 37-16,0 0 27 0,0 0 39 0,0 0 20 16,0 0-18-16,0 0-18 0,-7-15-19 0,9 4-25 15,2-6-16-15,3-1-23 0,8-8-15 0,1 3-10 16,6 0-6-16,-3-2-10 0,-1 4 8 0,3 2-3 16,-7 6 2-16,1 1-2 0,0 0-7 0,-3 4 3 15,-2-1-7-15,-3 4 0 0,0 1-2 0,-2-1-6 16,-1 2 3-16,1 0-1 0,-1 1 2 0,1-1-6 15,-2-1 1-15,-3 4 2 0,5-2-8 0,-5 2-5 16,0 0 1-16,0 0-18 0,0 0 4 0,0 0-7 16,10 0 2-16,-10 0 2 0,0 0 1 0,6 7 1 15,-6-7-4-15,3 7-1 0,0-3 9 0,-1 4 0 16,3-2 6-16,-4 6-3 0,3-1 1 0,-3 0 6 16,2 2-4-16,-2 4 3 0,3-1 1 0,-2 1 5 15,0-2-9-15,2 1 20 0,-4-3-8 16,0-1 3-16,4-1 0 0,-3 3-1 0,-1-2 1 0,5-4-7 15,-5 2 16-15,0-5-7 0,1 1 9 0,-1-6-6 16,3 8 6-16,-3-8-11 0,1 5 8 0,-1-5 13 16,0 0-6-16,3 7 9 0,-3-7-8 0,0 0 19 15,0 0-2-15,-3 5 11 0,3-5 0 16,0 0-7-16,0 0 15 0,0 0-8 0,0 0-26 16,0 0-40-16,0 0-44 0,-5-22-48 0,1 12-45 15,2-4-54-15,-2-3-48 0,0-7-58 0,0-5-305 16,-4 2-680-16,6 0 301 0</inkml:trace>
  <inkml:trace contextRef="#ctx0" brushRef="#br0" timeOffset="11994.72">13762 1020 55 0,'-3'-7'237'0,"-1"-1"-3"15,2 1 18-15,-1 2 1 0,1-2-3 0,-1 2 0 16,-1 2-9-16,3 1-16 0,1 2-15 0,-3-7-23 16,0 5-19-16,3 2-24 0,-3-2-10 0,3 2-18 15,0 0-17-15,0 0-33 0,0 0-34 0,10-3-32 16,-10 3-44-16,13 7-41 0,-5 0-54 0,3-2-66 15,-2 3-242-15,2-3-484 0,-1 4 214 0</inkml:trace>
  <inkml:trace contextRef="#ctx0" brushRef="#br0" timeOffset="12779.65">14247 1264 224 0,'2'-2'341'0,"-2"2"-12"0,0-7-4 0,1 4-24 16,-1 3-22-16,0 0-27 0,-3-6-31 0,3 6-11 15,-1-4-38-15,1 4-25 0,-8-2-34 0,8 2 4 16,-14 5-19-16,2-2-6 0,-4 4-18 0,0 0 2 15,-5 0-12-15,4 5-5 0,0-3-11 0,1 2 0 16,1 1-15-16,2 2 1 0,3 1-31 0,-1-1-9 16,1-2-13-16,7-2-12 0,0 0 1 0,0-1-2 15,1-1 7-15,4 0 10 0,1-2 10 0,-2-3 14 16,-1-3 9-16,12 4 11 0,-3-6 6 0,-9 2 14 16,19-5 3-16,-7-1 11 0,-1-2 8 0,3 0-11 15,0-4 4-15,-2 1-8 0,-1 0 1 0,3-2-17 16,-4 0-7-16,3 1 3 0,-4 1-2 0,0 5 1 15,1-4-4-15,-3 2-2 0,-1 3-6 0,1 1-8 16,-2 0 0-16,2 0-7 0,-2 0-6 0,0 2-7 16,3 2 4-16,1-3-11 0,-9 3-2 0,17 3-18 15,-7-3 5-15,0 4 0 0,3-1 2 0,0 0-6 16,-2 1-9-16,1-1 0 0,-1 1-2 0,1-2 8 16,-5 2 3-16,1-4 6 0,-2 0 6 0,1 0 2 15,-1-1 4-15,-1-3 13 0,2-1 0 0,-2-1 10 16,-3-3 11-16,2 0 7 0,-1-3 3 0,1-3 10 15,-2-2 11-15,0-2 3 0,0-4 3 0,-2-5-17 16,1-1 15-16,-2 0 16 0,-1 2 14 0,2-1 7 16,-6 1 9-16,6 6 15 0,0 5 15 0,0 3-2 15,-2 1 2-15,0 3-16 0,2 3-15 16,0 0-11-16,0 1-19 0,0 1-11 0,0 1-23 16,0 3-28-16,0 0-34 0,0 0-17 0,0 0 13 0,0 0-1 15,0 15 1-15,0-1 4 0,0 3 8 0,0 3-5 16,-1 9 8-16,1-1-3 0,0 1 1 0,-2 1 3 15,2-1 2-15,2-2 4 0,-2 1 1 16,0-9-1-16,1 1 3 0,2-2-5 0,0-1 7 16,-1-5-4-16,2 2 9 0,-4-3-4 0,1-4 7 15,4 0-5-15,-3 1-1 0,-2-3 4 0,0 0-2 16,2 0 3-16,-1-3 2 0,-1-2-1 0,3 5-6 0,-3-5 7 16,0 7 1-16,0-7-3 0,1 3 3 0,-1-3 3 15,0 0-5-15,2 2 9 0,-2-2-2 16,0 0 4-16,0 0 3 0,10 2 2 0,-5-1-2 15,9-2-5-15,0 1-9 0,5-2-36 0,12-3-72 16,2-1-98-16,4 1-136 0,13-10-477 0,0-4-880 16,-3-4 390-16</inkml:trace>
  <inkml:trace contextRef="#ctx0" brushRef="#br0" timeOffset="13596.72">16356 990 83 0,'0'0'260'0,"0"-6"-14"0,0 6-24 16,0 0-15-16,-2-6-25 0,2 6-19 0,2-2-19 15,-2 2-15-15,0 0-23 0,0 0-27 0,0 0-9 16,0 0-10-16,0 0-3 0,-17 8-2 0,8-1-15 15,-4 3 4-15,-3 2-10 0,-2 0 6 0,1 0-7 16,1 0-4-16,-5 2-2 0,2 1-3 16,6-3 1-16,-1 0-5 0,1 3-5 0,1-1 3 15,4 0-1-15,0-2-5 0,4-3 2 0,1 5-6 0,-1-3 1 16,4-1 2-16,4 1-3 0,1-2 7 0,2 1-4 16,5 1-1-16,6-1 1 0,2 1 4 0,2 0-3 15,6-1-4-15,-2 0 3 0,-6-6-6 16,-2 3 6-16,0 1-7 0,-3-5 1 0,-2 4-3 15,-3-2-3-15,-2-1 4 0,-1 1-8 0,-3-1 4 16,0-1 4-16,-4 2 1 0,0-5 0 0,-8 9 2 16,-3-3 3-16,-6 1-1 0,0-2 0 0,-3 0 1 15,-1-1-4-15,-9 0-2 0,2 0 5 0,0 1-9 16,1-3 11-16,4-2-5 0,-2 0-15 0,5 2-22 16,7-3-18-16,0 1-27 0,1-5-64 0,7 1-64 15,5 4-158-15,-1-11-392 0,11 4 174 0</inkml:trace>
  <inkml:trace contextRef="#ctx0" brushRef="#br0" timeOffset="13963.4">16798 1131 72 0,'-4'-2'316'0,"-1"0"-26"16,1 1-24-16,-1-2-25 0,5 3-27 0,-9-1-27 15,9 1-19-15,-9 4-22 0,3-4-14 0,1 5-10 0,-3 0-18 16,-1 4-7-16,0-2-9 0,3 4-10 0,-1-1-6 16,1-3-10-16,2 7-10 0,0-3-4 0,4 0 0 15,-1-1-8-15,-2-1-1 0,7 2-1 16,-4-2-2-16,4-2-2 0,1 0 0 0,4-3 6 16,-4 2-2-16,3-1 10 0,-3-4 11 0,4 2 5 15,-3-2-3-15,2 0 38 0,0 2 7 0,-8-3 18 16,16-8 2-16,-11 4-7 0,2-1-8 0,1-2 0 15,-1-3-12-15,-1 1-9 0,-2-3-11 0,-2 0-7 16,1 0-8-16,-1 0-10 0,-4 1-4 0,2 0-16 16,0-2-11-16,-3 6-16 0,-1-5-11 0,-1 8-19 15,-1-6-21-15,0 7-18 0,1-1-26 0,-3 3-25 16,-1-4-32-16,1 5-29 0,8 0-39 0,-13 0-19 16,5 2-33-16,3 1-30 0,-1 0-213 0,3 2-549 15,3-5 242-15</inkml:trace>
  <inkml:trace contextRef="#ctx0" brushRef="#br0" timeOffset="14313.52">16946 964 166 0,'-2'-26'397'0,"2"26"-6"15,1-26-8-15,-1 26-23 0,1-16-3 0,-1 16-32 16,0 0-31-16,0-16-26 0,0 16-29 0,0 0-27 15,0 0-25-15,0 0-51 0,0 0-38 16,0-13-23-16,0 13-17 0,0 0-5 0,0 0-8 0,0 39-3 16,0-19-1-16,3 6 2 0,-2 3-2 15,-1 2-15-15,5 1-2 0,-1 0-2 0,-3-3 4 16,4 2-9-16,0-4 0 0,1 1-1 0,-1-5 4 16,0-4-3-16,-3-2 4 0,2-5-7 0,-1-2 7 0,-1-1-9 15,2 0 3-15,-3-3-3 0,1 0 12 16,-2-6-9-16,2 10 15 0,0-8 12 0,-2-2 6 15,0 0 20-15,2 5-2 0,-2-5 4 0,5 5-9 16,-5-5-1-16,0 0-5 0,0 0-4 0,0 0-11 16,0 0-25-16,0 0-24 0,0 0-39 0,0 0-31 15,0 0-39-15,0 0-48 0,0 0-57 0,0 0-56 16,0 0-87-16,-5-19-276 0,6 15-695 0,-1 4 308 16</inkml:trace>
  <inkml:trace contextRef="#ctx0" brushRef="#br0" timeOffset="15229.6">17188 1148 242 0,'0'-4'386'0,"0"4"-29"16,1-3-23-16,-1 3-34 0,0 0-51 0,-1-6-12 16,1 6-34-16,0 0-14 0,0 0-28 0,0 0-19 15,0 0-14-15,0 0-17 0,1 17-5 16,-1-6-10-16,0 0-10 0,0 0-8 0,0 0-13 15,0 2-2-15,1-1-9 0,-1 1-8 0,2 0-12 16,-2-4-7-16,0 2-15 0,1-5 8 0,0 2 1 0,0-4-4 16,-1 1 1-16,0-5 8 0,3 8 15 0,-3-8 29 15,1 3-11-15,-1-3-1 0,0 0-6 16,0 0-4-16,12-13-3 0,-9 6-2 0,4-1-2 16,-2-2-7-16,3-1 0 0,-2 1-6 0,-1-1-7 15,3 1-2-15,-1 0-9 0,-2 1 8 0,1 1-3 16,-2 3 0-16,-1-1-3 0,1 3-5 0,0 0 7 15,-3-1-29-15,4 1-5 0,-5 3-8 0,5-3 3 16,-5 3-4-16,12 7 2 0,-7-4-2 0,5 0-3 16,-1 4-1-16,3 0 0 0,-1 0 1 0,1 1-6 15,3 1-3-15,0 1-6 0,3-3-5 0,-2 0-16 16,0-1 11-16,-3-2-6 0,1-1 7 0,-4-2 2 16,1-2 4-16,-1 1 11 0,0-5-4 0,-1-3 10 15,1 1 4-15,-2-2 7 0,-3-3 14 0,1-3 13 16,-2-4 8-16,1 2 17 0,-2-11 4 0,-2 3 9 15,3-6 17-15,-4 2 3 0,-3-3 17 0,3 0-2 16,0 1 26-16,4 5 0 0,-5 7 6 0,1 3 8 16,0 16-10-16,-3-24-9 0,3 24-14 0,-1-13-12 15,1 13-15-15,0 0-22 0,0 0-51 0,0 0-26 16,0 0 6-16,-1-8 6 0,1 8 7 0,-3 28-5 16,-2-11 2-16,1 10-7 0,2 3 19 0,-6 0-1 15,8 4 5-15,-4 0 6 0,0-4 2 0,3 0-1 16,-4-1-3-16,5-4-2 0,-1-6-4 0,2 0-16 15,-1-3 6-15,0-4-6 0,0-2-10 16,0-2 9-16,0 0 7 0,0-4-1 0,0 1-1 0,0 0 29 16,0-5 44-16,0 7 30 0,0-7 1 15,0 0-14-15,0 0-7 0,0 0-9 0,-14-14-8 0,8 4-20 16,-1 0-20-16,-2 1-11 0,-4-3-17 0,-2 1 1 16,0 0-11-16,-2 3 9 0,3-3-4 0,2 8 9 15,0-4 5-15,0 0 1 0,4 4 4 16,1-1-4-16,1 0 3 0,-1 1 1 0,6 2-7 15,-3-2-18-15,4 3 18 0,-5-2-6 0,5 2-5 16,17-7 9-16,-2 5 7 0,8-1-7 0,8 0 6 16,5 1-8-16,-1-3 5 0,2 1 6 0,-1-1-1 15,0 3 1-15,0-3-4 0,-1 2 3 0,-3-2 4 16,-1 1 3-16,-7 1 2 0,-3-2-5 0,-7 4 19 16,-5 0 12-16,2-2 21 0,-4 1-1 0,0 0 27 15,-7 2 4-15,11-3-13 0,-8 1-3 0,-3 2-5 16,0 0-11-16,12 0 8 0,-12 0-15 0,0 0-5 15,0 0-10-15,0 0-10 0,0 0-8 0,9 5-11 16,-7-1 4-16,-2-4-3 0,0 12 5 0,3-3-2 16,-3 0 4-16,1 3-3 0,-1 0-13 0,3 2 15 15,-1 1 8-15,-2 2-3 0,4-3 9 0,-2 0-33 16,-1-4-16-16,-1 1-25 0,0-1-21 0,1-1-20 16,0-2-21-16,2 1-23 0,-6-2-14 0,3-2-9 15,0-4 4-15,-2 8-15 0,2-8-46 0,-13-3-65 16,3-2-211-16,-3-1-542 0,0-5 239 0</inkml:trace>
  <inkml:trace contextRef="#ctx0" brushRef="#br0" timeOffset="15363.66">17820 926 309 0,'0'0'310'0,"0"0"-28"0,0 0-26 16,5-24-26-16,-5 24-21 0,0 0-23 0,0 0-30 15,8-10-34-15,-3 10-32 0,0 2-42 0,-5-2-28 0,16 7-40 16,-6 2-49-16,2-1-62 0,0 4-202 0,-2-2-361 15,2-2 159-15</inkml:trace>
  <inkml:trace contextRef="#ctx0" brushRef="#br0" timeOffset="15746.84">18330 1037 172 0,'-7'-2'225'0,"-1"1"-21"0,0 0-24 16,8 1-15-16,-17 2-22 0,6 1-16 0,1 1-8 15,-7 3-13-15,3 2-13 0,-1-1-15 0,2 2-4 16,-4 2-9-16,7 2 0 0,-2-2-10 0,1 1-7 16,2 1-4-16,3-6-8 0,0 6 1 0,4-4-1 15,-2-1 2-15,4 3-1 0,0-4 4 0,4 2 6 16,1-4 1-16,1 0 13 0,4 1 2 0,-1-3 9 15,4 1 7-15,0-2-2 0,1 0 8 16,2-4 14-16,-2 1 8 0,-3-2 22 0,2-1 3 16,-3 1-5-16,0-5 5 0,1 2-5 0,-4-4-20 15,1 0 5-15,-4-3-8 0,1-4-19 0,0 0-3 0,-3 0-12 16,0-1-4-16,-5 1-22 0,0 3 0 0,0 1-17 16,-5-2-19-16,2 5-13 0,-3 0-15 0,-1 1-23 15,-6 2-33-15,0-1-20 0,3 3-22 16,-1 2-30-16,1 2-34 0,-1 0-34 0,4 3-26 15,0 1-30-15,4 2-212 0,0-4-525 0,6 2 232 16</inkml:trace>
  <inkml:trace contextRef="#ctx0" brushRef="#br0" timeOffset="16062.63">18485 1071 271 0,'2'-3'378'0,"-2"3"-14"15,0 0-39-15,5-4-29 0,-5 4-45 0,2-2-18 16,-2 2-27-16,0 0-27 0,0 0-16 0,0 0-24 16,0 0-8-16,2 9-26 0,-1-4 6 0,-1 0-12 15,3 2-14-15,-2 2-7 0,3 0-6 0,-3 2-12 16,1-1-13-16,-2-1-20 0,1 1 2 0,0-4-10 16,-1 2 2-16,0-5-6 0,3 1 0 0,-3 3 11 15,0-7 2-15,0 0 34 0,1 6 25 16,-1-6 32-16,0 0-15 0,0 0-5 0,0 0-16 0,15-15-9 15,-7 10-8-15,1-2-11 0,-1 0-1 0,-3 4-24 16,5-4 9-16,-4 5-6 0,5-3-6 0,1 3-13 16,-1 1-26-16,0 3-33 0,3 1-35 0,-1 0-43 15,2 7-59-15,1-2-87 0,-6 0-399 16,3-1-724-16,-2 1 320 0</inkml:trace>
  <inkml:trace contextRef="#ctx0" brushRef="#br0" timeOffset="16879.64">20290 1027 228 0,'0'0'219'16,"0"-3"-5"-16,0 3-5 0,0-8-9 0,0 8-4 15,2-3-11-15,-2 3-8 0,0 0-19 0,0 0-7 16,-2-3-13-16,2 3-14 0,0 0-15 0,-5-3-11 16,5 3-12-16,-11 3-10 0,1 2-4 0,-5 3-16 15,0 0-4-15,-3 5-7 0,2-2-6 0,-4 5 1 16,1-4-9-16,1 5-1 0,4-3-7 0,1 1-1 16,1 1-6-16,1 1 3 0,6-4-4 0,-1-1 0 15,1-2-10-15,2 1 10 0,3-2 0 0,0 0 0 16,2-4 3-16,4 2 8 0,-2-3 1 0,5 1 8 15,2-2 6-15,3-3 6 0,-4-2 6 0,4 0 11 16,2-4 3-16,-1-1-1 0,-1-2 2 0,0-4-10 16,-1 1-13-16,0-4 11 0,-4-1-5 0,-2-1-7 15,1-7-6-15,-4 0-8 0,-1 6-8 0,-2 0-4 16,-1 1-6-16,-4 1-11 0,-1 2-2 0,1 3-3 16,-2 3-16-16,-3-2-2 0,-2 4-17 0,1 3-4 15,-4-1-12-15,3 3-22 0,-2 2-21 0,-1 1-32 16,2 3-21-16,-2 0-26 0,7 3-23 0,0-2-43 15,1 3-211-15,2-3-491 0,4 0 218 16</inkml:trace>
  <inkml:trace contextRef="#ctx0" brushRef="#br0" timeOffset="17362.89">20607 783 1818 0,'5'-17'183'0,"-1"0"23"0,1 6-1 0,-5 11-20 16,4-21-50-16,-4 21-17 0,6-11-35 0,-6 11-21 16,0 0-23-16,0 0-24 0,0 0-7 0,0 0-1 15,0 0 1-15,0 0-3 0,0 0 0 0,-2 67-1 16,-3-34-1-16,-3 17 5 0,-2-3-7 0,3 2 6 16,-3 0-4-16,1-3 3 0,4-9-1 0,1-4 2 15,-2-2 0-15,2 1-2 0,2-2 4 0,0-5-3 16,4 2 1-16,0-12-1 0,-2 3 0 0,1-6-6 15,2-3 10-15,-3 0-5 0,2-4 13 0,1 2 16 16,-3-3 36-16,0-4 34 0,1 6 41 0,-1-6 29 16,0 0 19-16,0 0-15 0,0 0-21 0,0 0-16 15,0 0-14-15,8-17-12 0,-3 7-17 0,-5 0-20 16,0-7-21-16,-1-2-11 0,-6 4-10 0,3-1-16 16,-3-1-7-16,-1 2-13 0,-3 0-2 0,-1 1 2 15,-2 4-2-15,4 1-1 0,-1 2 4 16,0-1 6-16,3 4-5 0,0-4 2 0,1 6-8 15,3-1 11-15,4 3-1 0,-7-5-16 0,7 5 11 0,-2-4 1 16,2 4 4-16,18-5-1 0,13-1-3 0,7 1-6 16,25-1 5-16,-1-4-2 0,29-1 4 0,-27 3-3 15,3 0 0-15,-5 1-6 0,2 1 4 16,-9 0-16-16,-5-1 1 0,-16 3-17 0,-11-1 10 16,-6 4 12-16,2-2-13 0,-10 1-29 0,0-2-11 15,0 4-11-15,-8-2-42 0,-1 2-43 0,0 0-45 16,-23 4-33-16,-5-1-74 0,-2 1-294 0,1-1-659 15,7-2 292-15</inkml:trace>
  <inkml:trace contextRef="#ctx0" brushRef="#br0" timeOffset="19729.12">22842 885 42 0,'0'0'140'0,"32"-17"-25"0,-32 17-1 0,38-8-15 15,-10 5-6-15,4 2-6 0,-1 0-10 0,0 2-10 16,3 0-8-16,-4 4-1 0,1 0-10 0,-2 3-3 16,0 2-11-16,-12 0-5 0,3 6-1 0,-8-1-10 15,-1 2 5-15,-5 7-6 0,-6 3 9 0,-7 1-9 16,-6-3 0-16,-5 4-4 0,-5-3-5 0,-11 8-1 16,4-8 7-16,-9 3 1 0,8-8-1 0,-3-2 5 15,0 1 3-15,1-4 13 0,1 1 10 0,3-7-1 16,2 3 15-16,2-6 3 0,5-1 5 0,2 1 11 15,4-4 0-15,5-3 29 0,-1 2 22 0,2-1 15 16,3 0 17-16,5-1 0 0,0 0-20 0,0 0-16 16,-9-7-18-16,9 7-14 0,17-17-11 0,-2 5-10 15,2 2-3-15,1 0-10 0,0 1-17 16,7-1 5-16,3 2-7 0,-2 2-2 0,-5 1-10 0,10 0-1 16,-4 5-7-16,0 0-1 0,1 4-4 0,-6 0-4 15,5 3 0-15,-6-2-5 0,-1 0-1 0,1 2 0 16,-3 2 1-16,-3-1 3 0,3-2-3 0,-2 2-2 15,-2-3-6-15,-5 2-3 0,-2-3 1 16,-2 0-1-16,2-2 0 0,-3 2 2 0,1-1 4 16,-5-3 10-16,0 0 19 0,10 3 22 0,-10-3 22 15,0 0-3-15,0 0-14 0,0 0-15 0,4-11-9 16,-4 11-6-16,-1-11-22 0,1 4-11 0,-2 0-42 0,2-1 15 16,0 1-23-16,0 0-19 0,-1-1-28 0,1 1-22 15,1-2-46-15,2 3-41 0,2-3-61 16,0 2-211-16,1-3-523 0,2 2 232 0</inkml:trace>
  <inkml:trace contextRef="#ctx0" brushRef="#br0" timeOffset="20179.89">22915 618 51 0,'-40'-5'140'0,"40"5"-13"16,-37-3-15-16,37 3-6 0,-37 7-12 0,17-3-16 16,0 5-11-16,-4 4-2 0,-3 6-13 0,3 7-1 15,-12 11-1-15,3 5 5 0,1 3 1 16,0 6 0-16,-8 21-2 0,16-22-1 0,0 3-3 15,2-1-11-15,6-4 7 0,3 3 4 0,3-5 18 16,7 0 0-16,1-11-8 0,5 12 20 0,3-14 1 16,5-2 4-16,1-1 5 0,7-2 4 0,4 0 6 15,6-6 5-15,17 3 2 0,-10-12 2 0,17 2-2 16,6-7-6-16,0-3-7 0,5-5 16 0,0-5-3 16,2-5 6-16,-3-2 2 0,-2-5-1 0,26-14 5 15,-36 14-1-15,-1-12-6 0,-4 0-6 0,3-5-13 16,-1-5-8-16,-8-5-21 0,-2-4-15 0,-6 0-15 15,-9-8-9-15,-2 1-7 0,-10-1-3 0,-11-2-7 16,-11 4 1-16,-5 1-5 0,-8 5 7 0,-11 7-4 16,-8 4-9-16,-7 4-9 0,-14 14-18 0,-30 3-38 15,-10 16-45-15,-13 10-43 0,-7 17-46 0,1 5-69 16,-10 9-295-16,9-5-613 0,9-5 271 0</inkml:trace>
  <inkml:trace contextRef="#ctx0" brushRef="#br0" timeOffset="43358.68">5424 4268 171 0,'0'0'215'0,"0"0"-18"0,0 0-17 0,0 0-20 16,0 0-16-16,0 0-18 0,0 0-20 0,0 0-3 16,0 0-16-16,0 0-5 0,5 2-12 0,-5-2-9 15,3 3-1-15,-3-3-5 0,1 4-3 16,-1-4-10-16,0 0 3 0,1 2 0 0,-1-2-8 16,0 0 2-16,0 0 1 0,4 3 5 0,-4-3 2 15,0 0 14-15,0 0 13 0,0 0 23 0,0 0 27 0,0 0 28 16,0 0 38-16,0 0-3 0,0 0-17 0,3-14-20 15,-1 3-21-15,2-7-6 0,2 0-13 16,2-14-11-16,0-1-16 0,1-14-6 0,5 2-6 16,-4-3-13-16,3 4-5 0,-4 11-5 0,-2 3-10 15,1 1 4-15,-1 4-2 0,-3 7 7 0,0 1-3 0,0 8-4 16,-4-2-6-16,3 5-5 0,-3 0-11 0,2 0-20 16,-2 2-47-16,0 4-22 0,0 0 3 0,5 11 5 15,-1 0 7-15,1 9 8 0,-1 9 6 16,1 4 6-16,0-1 2 0,2 3 6 0,-1 11 5 15,-1-11 2-15,-1 1 1 0,1-6 3 0,0 1 7 16,4-2-7-16,-5-2 6 0,1-9 3 0,-2 2-2 0,-2-3 4 16,3-5 2-16,-3-2 4 0,2 1-5 0,-2-3 0 15,-1-2 5-15,3 0 1 0,-3-1 2 16,0-2 3-16,1-1-9 0,0 3 3 0,-1-5-6 16,0 0-16-16,0 0-50 0,0 0-54 0,0 0-42 15,0 0-55-15,-14-7-40 0,10 1-249 0,-1-2-555 16,-1-2 246-16</inkml:trace>
  <inkml:trace contextRef="#ctx0" brushRef="#br0" timeOffset="43654.71">5334 4195 129 0,'-6'0'284'0,"-2"1"-9"16,8-1-9-16,-9 0-13 0,9 0-2 0,-6 0-31 16,6 0-24-16,0 0-20 0,0 0-18 0,0 0-7 15,18-9-26-15,11 2-15 0,6-1-9 0,16-1-15 16,1 2-1-16,-3-3-15 0,-10 6-7 0,1 0-5 16,-4-2-4-16,-1 3-6 0,-1 1-4 0,-8-1-15 15,-5 1-7-15,-3 1-13 0,0 0-11 0,-8 1-7 16,-1 0-2-16,-1-2-6 0,-3 2-12 0,-5 0-17 15,10 0-7-15,-10 0-8 0,0 0-24 0,0 0-7 16,0 0-22-16,-22 9-20 0,8-6-23 0,4 1-24 16,-4-1-30-16,1-1-133 0,2-2-372 0,0 1 165 15</inkml:trace>
  <inkml:trace contextRef="#ctx0" brushRef="#br0" timeOffset="44108.53">6226 4124 158 0,'0'0'196'0,"-5"3"-20"16,5-3-15-16,0 0-17 0,0 0-12 0,0 0-18 15,0 0-11-15,0 0-10 0,-2 2-10 16,2-2-8-16,0 0-5 0,0 0-1 0,0 0-10 16,20-4-7-16,-11 2-5 0,0-1-3 0,5-3-4 15,4-1-5-15,1-1 0 0,7-3-4 0,-2 1-8 0,2-1-1 16,-1-2 1-16,-2-2-2 0,-7 6-3 0,0-5 1 16,3-1 7-16,-7 4 10 0,1-2 6 0,-2 0 14 15,-6 5 2-15,2 0 3 0,-5 1 8 0,-1 0-11 16,-3 0-4-16,-2 1-10 0,-2-1-2 15,-7 5-8-15,-5 0-2 0,-4 5-7 0,-8 2-3 16,-2 1-2-16,-2 3-3 0,2 0-3 0,-1 2-4 0,4 3-3 16,-1 3-2-16,4-2-1 0,3 2 1 0,5 0-1 15,0 1-3-15,7-2 3 0,4-2 1 16,3-1-2-16,3 2 7 0,6-3 0 0,5 1 0 16,6-1 3-16,10 1-5 0,8-4-10 0,5-2-30 15,-2-4-38-15,19-3-60 0,-2-8-72 0,-17 1-201 16,16-6-436-16,-17 3 192 0</inkml:trace>
  <inkml:trace contextRef="#ctx0" brushRef="#br0" timeOffset="44758.38">6612 3696 177 0,'2'-3'359'15,"-1"-2"-9"-15,-1 5-10 0,1-6-20 0,-1 6-25 16,0-4-28-16,0 4-30 0,0 0-26 0,1-4-19 15,-1 4-38-15,0 0-17 0,0 0-27 0,0 0-24 16,0 0-9-16,0 0-9 0,6 13-8 0,-4-5-9 16,-1-2 0-16,1 6-11 0,-2 7-2 0,1-1-1 15,-1 0 0-15,1-1-3 0,-1 3-3 0,5-3-9 16,-5-2 3-16,0-3-8 0,1 1-11 0,-2-5 2 16,2 0-2-16,1-3 0 0,-1 1 1 0,0-3 5 15,1 2 11-15,0-2 43 0,-2-3 17 0,0 0 14 16,0 0-11-16,0 0 1 0,8-12-24 0,-2 2 0 15,1-5-8-15,0-2-5 0,2-1-5 0,0 0-1 16,4 2-11-16,-5 0 1 0,1 2-7 0,-3 5-5 16,-1-1 1-16,-1 4-6 0,-2 1-5 0,1 1-7 15,0 1-5-15,-2-1 2 0,3 2-15 0,-4 2-33 16,4-3 5-16,-4 3 2 0,8 7 3 0,-5-2 3 16,2 4 1-16,-1 4-6 0,1 3 0 0,0 1 3 15,3 0-1-15,-4 1 7 0,1 2 7 0,-1-5-17 16,0 1 6-16,-1-5 1 0,0-1-1 0,-2-1 1 15,3-4 9-15,-2-1 6 0,-2 2 7 0,2-4 18 16,-1 1 36-16,-1-3 4 0,0 0-3 0,10-5-3 16,-4-5-14-16,2 3 4 0,0-3-1 0,2-4-1 15,3-1-11-15,-3 0-1 0,3 1 4 0,-3 0-14 16,-1 2 6-16,-1 2-5 0,2 0 3 0,-2 3-9 16,-2 0 3-16,1 3-12 0,-2 0-3 0,1 1-17 15,-1-1-18-15,-1 3-21 0,4 1-14 0,-1-1-44 16,0 3-39-16,-1 1-35 0,2 4-40 0,-2-2-54 15,-1-1-264-15,0 1-601 0,-2 0 266 0</inkml:trace>
  <inkml:trace contextRef="#ctx0" brushRef="#br0" timeOffset="45191.71">7127 3666 6 0,'0'-5'308'15,"3"3"-24"-15,-2-2-38 0,-1 4-29 16,4-5-20-16,0 5-22 0,-4 0-21 0,11 0-14 0,-3 5-15 16,1-1-14-16,0 1-15 0,1 4-6 0,-1-2-9 15,1 4-10-15,2 1-10 0,-2 2 2 0,-4 2-13 16,3 2-6-16,-4-2-7 0,-1-2 2 0,0 3-4 16,-3-2-9-16,-1-3-1 0,-1 0-2 0,1 0-2 15,-3 1-5-15,0-5-3 0,-1 2 0 16,2-5 9-16,1 2-2 0,0 0 8 0,-3-2 14 0,3-3 22 15,1-2 31-15,-1 6 36 0,1-6 42 0,0 0-18 16,0 0-12-16,0 0-15 0,2-17-14 0,3 5-10 16,2-5-8-16,3-8-13 0,3 0-14 0,-1 1 1 15,1 0-13-15,1-1-4 0,-1 3-5 16,-3 2-3-16,-1 6-9 0,0 4 6 0,-4-3-18 16,3 5 2-16,-4 2-9 0,1 0-1 0,-4 3-2 0,3-3-9 15,-1 3-25-15,-2 1-29 0,-1 2 9 0,0 0-14 16,4 8 7-16,-7 2 10 0,-2 5 5 0,1 4-4 15,-2 12 12-15,-3-2 0 0,1 0 5 16,2 0-1-16,-1 0 3 0,3 0 3 0,3-5 1 16,1-5 4-16,1-2 1 0,6 0 4 0,-2 0 13 0,8-5-29 15,5 1-46-15,11-6-74 0,3-1-107 0,19-6-128 16,-1-6-189-16,1-4-610 0,1-4 269 0</inkml:trace>
  <inkml:trace contextRef="#ctx0" brushRef="#br0" timeOffset="45924.56">8248 3510 55 0,'0'-4'295'0,"0"-2"-9"15,0 6-16-15,-3-6-22 0,3 4-23 0,0 2-28 16,3-4-22-16,-3 4-26 0,0 0-20 0,0 0-16 15,0 0-10-15,1 12-15 0,-1 1-5 0,4 6-9 16,-4 11-8-16,4 4-9 0,1 15-5 0,0 5-3 16,-1 1-3-16,5 1-3 0,-4 0-8 0,3-4-1 15,-3 0-1-15,4-2-2 0,1-3-3 0,-4-14-3 16,3-1-2-16,-2-1 6 0,-1 1-13 0,0-9-1 16,-4 2 1-16,4-7-3 0,-5-2 0 0,4-4-1 15,-3-2 2-15,0-1-6 0,-1-1 2 0,1-3-1 16,0-1 3-16,-2 3 4 0,2-4 2 0,-1 0 3 15,0 1 15-15,-1-4 19 0,2 4 7 0,-2-4 11 16,0 0 14-16,2 4-23 0,-2-4 17 0,0 0-34 16,0 0-44-16,0 0-34 0,-5-17-37 0,4 9-50 15,-2-1-57-15,-1-7-75 0,2 5-267 0,-6-14-560 16,-1-1 248-16</inkml:trace>
  <inkml:trace contextRef="#ctx0" brushRef="#br0" timeOffset="46148.61">8202 3442 219 0,'0'-7'256'0,"1"-1"-2"0,-2 2-13 0,2-2-17 15,-1 4 3-15,5-6-23 0,4 3-25 0,-1-1-17 0,2 2-17 16,11-2-16-16,0 2-10 0,7 2-15 0,3 1-26 15,-8 5-32-15,4-1-35 0,1 5-32 16,-4 5-34-16,-2-4-41 0,1 7-34 0,0 4-40 16,-4 3-185-16,-2-2-384 0,-3 2 171 0</inkml:trace>
  <inkml:trace contextRef="#ctx0" brushRef="#br0" timeOffset="46400.56">8362 4398 129 0,'0'0'189'15,"-3"4"-1"-15,3-4 7 0,0 0-16 0,0 0-4 16,0 0-6-16,0 0-8 0,0 5 0 0,0-5-4 15,10 1-12-15,1-3-8 0,8 2-12 0,10-1-12 16,3-2-26-16,6-4-58 0,12 0-74 0,4-6-127 16,2 0-182-16,-4-2-383 0,-2-4 169 0</inkml:trace>
  <inkml:trace contextRef="#ctx0" brushRef="#br0" timeOffset="49093.81">9316 3756 195 0,'0'-5'223'0,"3"-1"-5"16,-2 3 6-16,-1-1-5 0,1-1-11 0,2 2-13 15,-3 3-13-15,1-5-16 0,-1 5-17 0,0-3-20 16,0 3-11-16,0 0-18 0,0 0-13 0,0 0-17 16,0 0-14-16,0 0-9 0,0 0-2 0,4 17-4 15,-1-4-7-15,-2 3 1 0,1 1-6 0,-2 3-1 16,4 3-2-16,-4 3-1 0,0 0-5 0,0-1-5 15,0-6 4-15,3 1-3 0,-3-3-1 0,0 1 1 16,0-2-4-16,1-3-2 0,-2-3 1 0,2 2-1 16,-1-7-6-16,0 2 4 0,0 0 2 0,0-4 7 15,0 4 50-15,0-7 38 0,-1 4 42 0,1-4 46 16,0 0 47-16,0 0 13 0,0 0-26 0,0 0-25 16,1-18-22-16,3 6-17 0,1-5-18 0,0-3-12 15,4-6-17-15,-1 0-15 0,-1 0-9 0,2 3-9 0,-2 6-10 16,0 1-8-16,-3 3-9 0,1 1-2 15,0 3-11-15,-2 3-7 0,-2 0-6 0,3 1-7 16,-2 0-6-16,0 1-27 0,-2 4-34 0,2-2-24 0,-2 2 7 16,6 7 3-16,-3-2 11 0,5 3 4 15,-3 2 4-15,3 1-1 0,-2 3 11 0,1 2-2 16,-1 1 2-16,2-1 10 0,-2 1 2 0,-1-3-6 16,0 1 6-16,-1-4 0 0,0 1 3 0,2-1-5 15,-3 0-1-15,-2-5 2 0,3 1 1 0,-4-2 9 16,1-1-1-16,2 0 6 0,-6 0 9 0,7-1 41 15,-4-3 40-15,0 0 33 0,0 0-14 0,0 0-10 16,4-15-5-16,0 6-14 0,5-6-12 0,-4-2-6 16,5-7-8-16,-1 0-6 0,4-3-6 0,0 1-6 15,-2 4 0-15,-1 4-5 0,-2 1-5 0,0 3 1 16,-3 6-5-16,0-1-4 0,-3 2-1 0,2 2-7 16,-1 1-5-16,-1-1-7 0,0 2-21 0,-2 3-44 15,2-3-4-15,-2 3 9 0,10 11 10 0,-3-3 2 16,-1 5 12-16,-1-1 0 0,3 5 0 0,0-2-1 15,-2 2 2-15,-1 0 6 0,3 0-3 0,-2-1 8 16,-2-1 0-16,0-4 2 0,-3-1-1 0,0 1 1 16,2-2-1-16,-2-4-7 0,3-1-7 0,0 3 2 15,-4-4-2-15,1 1 6 0,2-2 8 0,-3-2-17 16,0 4-2-16,0-4-4 0,0 0-9 0,1 6-23 16,-1-6-8-16,0 0-24 0,0 0-33 0,0 0-31 15,0 0-80-15,0 0-88 0,0 0-291 0,0-13-690 16,4 7 306-16</inkml:trace>
  <inkml:trace contextRef="#ctx0" brushRef="#br0" timeOffset="49640.68">9771 3500 292 0,'0'0'339'0,"0"-5"-13"0,3 2-13 15,-3-1 3-15,0 4-20 0,1-5-17 16,-1 5-13-16,0 0-28 0,0-6-31 0,0 6-10 0,0 0-24 16,0 0-23-16,-1-4-16 0,1 4-21 0,0 0-13 15,0 0-25-15,0 0-7 0,0 0-8 0,2 15-5 16,-2-9-12-16,0 5 1 0,1 1-1 0,-1-1-8 16,2 3 3-16,-4 3-9 0,2-1 2 0,-1 1-2 15,2-5-8-15,-2 0 2 0,1-1-15 0,0 0-7 16,0-5 20-16,0 0-4 0,0-1-2 0,1 0 10 15,-1-5 4-15,2 6 33 0,-2-5 27 0,0-1 29 16,0 0-16-16,0 0-9 0,9-10-7 0,0 2-12 16,-3-3-3-16,7-4-15 0,0-2-5 0,3-2-2 15,1-2-11-15,-6 5-3 0,1 5-2 16,-6 2-7-16,1 5-7 0,-1-2-4 0,-1 0-4 16,0 3-23-16,-1-1-28 0,-1 3-1 0,-3 1-2 0,11 5-9 15,-3 1 7-15,2 4-2 0,-5 0-14 0,4 8-17 16,1-2-33-16,-2 2-33 0,2 6-39 0,2-2-46 15,-3 5-63-15,1-2-86 0,1 0-243 16,-2-12-671-16,2 1 297 0</inkml:trace>
  <inkml:trace contextRef="#ctx0" brushRef="#br0" timeOffset="50190.9">10435 3906 86 0,'0'0'184'15,"-6"0"-5"-15,6 0-9 0,-5 3-16 0,5-3-14 16,0 0-9-16,-9 0-7 0,9 0-11 15,0 0-8-15,0 0-8 0,0 0-6 0,-4 3 1 16,4-3 1-16,0 0-2 0,0 0-3 0,0 0 0 16,0 0-6-16,-2 2-4 0,2-2-7 0,0 0-2 0,0 0 6 15,0 0-9-15,0 0-3 0,0 0-2 16,0 0-3-16,0 0-1 0,0 0-4 0,0 0 7 16,0 0 0-16,0 0 6 0,0 0-5 0,0 0-3 15,0 0-9-15,15-8-3 0,2 6-3 0,2-2-9 16,6-1 7-16,2-1-15 0,1 0 1 0,3 1-4 0,-3 0-1 15,3-2-4-15,-4 4 0 0,-7-1-1 16,-1-2-2-16,-1 2-1 0,-6 1-3 0,-1 2-10 16,-3 1-13-16,-2-2-19 0,-2 0-25 0,0-1-32 15,-4 3-41-15,0-4-62 0,0 4-25 0,-10-2-33 16,-2 1-168-16,-6-2-450 0,-2 2 199 0</inkml:trace>
  <inkml:trace contextRef="#ctx0" brushRef="#br0" timeOffset="50376.56">10445 3795 19 0,'-2'-4'305'0,"1"-4"19"0,2 3 19 0,-1 0 16 15,0 0 14-15,0 1-24 0,0-1-25 0,0 5-34 16,0 0-28-16,-1-4-40 0,1 4-23 0,0 0-37 16,-1-4-40-16,1 4-17 0,1 15-8 0,0 0-10 15,1 4-17-15,0 1-10 0,1 6 5 0,2 6-13 16,1-4-22-16,2 4-45 0,1-3-42 0,2 3-46 15,-2-3-60-15,3-3-97 0,-2-2-344 0,-1-9-654 16,-3-5 289-16</inkml:trace>
  <inkml:trace contextRef="#ctx0" brushRef="#br0" timeOffset="51440.6">11724 3605 149 0,'-12'-4'168'0,"-2"0"-14"15,1 2-14-15,-2 0-12 0,2 2-17 0,-1 0-10 16,0 2-13-16,-5 3-10 0,2 1-10 0,-2 2-4 16,2 3-6-16,0 2-6 0,-5 5-6 0,4 3-4 15,0 1-4-15,4 6 5 0,1 0-9 0,3 0-4 16,1 0 0-16,3-2-8 0,-1 0 18 0,4-1-5 16,1-7 3-16,2 2-3 0,4-3 4 0,0-1 2 15,2-5 6-15,-2-1 1 0,1 0 13 0,-1-4 14 16,0-1 16-16,1 1 12 0,4-3 11 0,0-3 2 15,1-3 2-15,3-1 5 0,-3-3 5 0,2-2-6 16,2-1 5-16,-1-5-5 0,2 1 6 0,0-10-12 16,0-1-16-16,1-3 7 0,-1 2-7 0,-1-2 1 15,0 0 2-15,-5 5 8 0,0-1 10 0,0 7 14 16,-4 4 2-16,-5 0 11 0,1 5 5 0,2 1-4 16,-2 1-12-16,-1-1-20 0,3 3-16 0,-2 1-12 15,-1 0-18-15,0 3-34 0,4-4-27 0,-4 4-33 16,0 0-32-16,0 0 12 0,0 0 3 0,5 13 10 15,-5-1-14-15,0 2 15 0,0 15 4 0,0-4 6 16,-1 3 0-16,1 1 0 0,-3-2 1 0,6 2 6 16,-6-3 9-16,3 1-17 0,0-8 11 0,3 6 3 15,-3-6-2-15,0-2 4 0,1 0-7 0,-1 0 8 16,3-5-2-16,-3-3 0 0,0-1 5 0,2-1 0 16,-2-2 0-16,0-1-1 0,0 0 10 0,1 1 8 15,2-4 13-15,-3-1 7 0,0 6 14 0,0-6 8 16,-3 3 9-16,3-3 8 0,0 0 3 0,0 0 2 15,0 0 4-15,0 0 0 0,-1 4 4 0,1-4 2 16,0 0-2-16,0 0 6 0,0 0-2 0,0 0 7 16,0 0-13-16,12-9-11 0,3 3-10 0,12-6-36 15,1 1-63-15,5 0-69 0,18-6-63 0,4-2-99 16,1 1-131-16,-4-2-543 0,5 0-1014 0,-3 3 449 16</inkml:trace>
  <inkml:trace contextRef="#ctx0" brushRef="#br0" timeOffset="52190.52">12116 3863 46 0,'0'-3'341'0,"-3"-3"-2"0,3 6-10 0,-1-5-21 16,1 5-23-16,1-4-32 0,-1 4-26 0,0 0-27 16,0-5-25-16,0 5-24 0,0 0-22 0,0 0-21 15,0 0-14-15,0 0-8 0,3 20-5 0,-3-10-9 16,0 3-10-16,0 5-6 0,0 2-5 0,-3 4-4 15,2 1-4-15,-3 0-5 0,0-2-4 0,4-4-2 16,-1 1-1-16,-2-3-7 0,2-3-3 0,-2-4 2 16,1-2-1-16,1-1 0 0,1 0 4 0,0-2-3 15,-3 0 6-15,3-1 11 0,0-4 55 0,0 4 28 16,0-4 40-16,0 0-5 0,0 0-15 0,0 0-15 16,13-16-9-16,-8 5-21 0,0-4-7 0,7 0-11 15,-2 1-6-15,-1-1-7 0,-1 5-9 0,-3 1-9 16,1 4-6-16,-1-2-5 0,-1 2-10 0,-1 2-5 15,-2-2-11-15,3 4-28 0,-2-2-24 0,-2 3-2 16,0 0 1-16,16 4-7 0,-9 1-16 0,1 3-5 16,0 1-35-16,1 0-29 0,-2 2-26 0,1-1-41 15,3 4-42-15,0 0-64 0,-1-3-78 0,0-4-215 16,-1-1-648-16,1-2 287 0</inkml:trace>
  <inkml:trace contextRef="#ctx0" brushRef="#br0" timeOffset="52368.6">12517 4057 81 0,'0'3'329'0,"0"-3"-21"0,-4 3-24 0,4-3-16 16,0 0-22-16,0 0-25 0,0 0-15 0,0 0-26 15,0 0-18-15,10 4-20 0,2-5-26 0,2-1-30 16,4 4-55-16,0-5-60 0,1 0-71 0,9-3-82 15,-7 2-210-15,-2-1-424 0,-1-3 188 0</inkml:trace>
  <inkml:trace contextRef="#ctx0" brushRef="#br0" timeOffset="52573.75">12817 3897 277 0,'0'0'455'0,"-1"-8"-3"0,1 8-13 15,-1-1-35-15,1 1-34 0,0 0-49 0,-4-5-27 16,4 5-38-16,0 0-47 0,0 0-54 0,0 0-31 16,0 0-12-16,0 18-8 0,0-6-13 0,0 5-20 15,0 3-16-15,0 1-40 0,3 3-37 16,-1 6-43-16,-1-4-45 0,2 0-61 0,0-1-68 0,-3-6-108 16,-3-8-195-16,3 0-587 0,0-5 259 0</inkml:trace>
  <inkml:trace contextRef="#ctx0" brushRef="#br0" timeOffset="53557.71">13288 3610 194 0,'0'-5'307'0,"0"5"-4"0,-2-4-4 0,2 4-18 16,0-5-19-16,0 5-23 0,0 0-28 0,0 0-15 15,-1-4-36-15,1 4-18 0,0 0-19 0,0 0-23 16,0 0-15-16,0 0-14 0,3 14-4 0,-3-4-11 16,1 4-4-16,-4 0-5 0,3 5-7 0,-2 6-2 15,2 3-5-15,-4-1 0 0,3 1-6 0,0-5-1 16,-2-4-3-16,3 2-2 0,-1-4 0 0,-1 0-2 16,1-3-3-16,0-4-2 0,1-3 2 0,-1 0 2 15,1-1 3-15,-2-1 6 0,1-1 46 0,1-4 53 16,0 5 54-16,0-5 48 0,-1 2 16 0,1-2-23 15,0 0-20-15,6-15-24 0,-2 3-17 0,1 3-17 16,1-8-14-16,7-7-14 0,1 0-13 0,-1 2-10 16,1-1-12-16,1 1-12 0,-6 8-6 0,3 0-7 15,-6 5-2-15,-1 2-9 0,-1 3-6 0,0-2-9 16,-3 1-14-16,3 3-30 0,1-2-35 0,-5 4-38 16,4 0-3-16,-4 0 13 0,6 6 5 0,1-1 11 15,-2 5 2-15,-4 1-4 0,7 7 8 0,-6-3 2 16,2 2 5-16,3 1 3 0,-5 0-2 0,2 0 0 15,0 1 6-15,2-3 4 0,-6-4-9 0,0-1 4 16,3 0 1-16,-2-5 9 0,-1 2 5 0,3-1 17 16,-2-4 22-16,0 0 41 0,-1-3 42 0,0 0 40 15,0 0 14-15,0 0-19 0,0 0-17 0,4-18-10 16,5 4-14-16,1-3-5 0,-1-10-11 0,3 3-13 16,2-3-7-16,-3 3-8 0,3 2-3 0,-5 6-8 15,2 1-1-15,-3 5-6 0,-1 0-1 0,-1 3-11 16,-2 3 0-16,-1-1-6 0,-1-1-11 0,2 4-33 15,1 0-31-15,-5 2-18 0,0 0 6 0,0 0 3 16,10 7 0-16,-5-3-3 0,3 4-2 0,-4 2-6 16,6 0-8-16,-2 7-13 0,1-3-22 0,1 1-30 15,-2-4-29-15,-2-2-33 0,2 0-39 0,1-2-58 16,-3 0-77-16,0-6-252 0,2 0-700 0,-8-1 311 16</inkml:trace>
  <inkml:trace contextRef="#ctx0" brushRef="#br0" timeOffset="54057.9">13832 3335 162 0,'1'-4'322'0,"3"-2"-9"16,-3 1 19-16,3 0 4 0,-2 0 9 0,0 1-7 15,-1 2-12-15,2-1-27 0,-3-1-26 16,0 4-29-16,4-5-27 0,-4 5-26 0,0 0-21 0,1-3-18 16,-1 3-19-16,0 0-19 0,0 0-37 0,0 0-6 15,5 8-10-15,-4-1-10 0,-1 2-4 0,3 1-8 16,-3 2-4-16,1 3 3 0,-1 2-4 0,0 3-7 15,0-3-5-15,0 1 2 0,-1-1-2 16,-2-1 0-16,2-4-6 0,-3-1 3 0,4 0-5 16,0-2-12-16,0-2 19 0,-1-1-2 0,1 0 6 0,0-3-9 15,0 3 15-15,0-6 31 0,0 0 38 0,0 3 33 16,0-3 24-16,0 0 1 0,0 0-20 0,0 0-13 16,13-16-12-16,-7 8-13 0,3-5-14 0,5-2-8 15,-1 2-10-15,-3 1-7 0,-1 3-8 16,0 1-3-16,-5 3-11 0,0 0-5 0,2 1-9 15,-3 0-12-15,0 0-23 0,1 4-30 0,-4 0-27 0,7 0-3 16,-7 0 8-16,11 5-9 0,-4 0-14 0,2 2-21 16,-2 1-29-16,2 0-32 0,0 1-23 0,4 1-26 15,-2 1-33-15,-2-2-34 0,0 0-54 16,4-3-69-16,-8 0-278 0,4-2-740 0,0-2 328 16</inkml:trace>
  <inkml:trace contextRef="#ctx0" brushRef="#br0" timeOffset="54276.51">14300 3367 216 0,'0'0'324'0,"0"0"-12"0,0 0-16 0,0 0-20 15,-7-1-20-15,7 1-26 0,0 0-23 0,0 0-21 16,0 0-17-16,0 0-15 0,0 0-15 0,0 0-28 15,23 1-1-15,-10-1-30 0,7 0-37 0,0 0-42 16,1 0-48-16,6-1-46 0,-4 1-52 0,-5-2-74 16,1 1-216-16,3-2-471 0,-7-2 210 0</inkml:trace>
  <inkml:trace contextRef="#ctx0" brushRef="#br0" timeOffset="54523.9">14620 3242 98 0,'2'-10'374'0,"-2"7"-1"0,1 0 4 15,0-1-4-15,-1-1-20 0,0 5-16 0,1-5-29 16,-1 5-29-16,2-4-28 0,-2 4-30 0,1-3-20 16,-1 3-29-16,0 0-21 0,0 0-28 0,0 0-31 15,0 0-23-15,0 0-1 0,1 16-12 16,1-5-15-16,-4 8-3 0,2 7-9 0,-1 2-22 0,2-2-29 15,-1 4-42-15,0 1-43 0,-1-1-53 0,0 0-70 16,1-5-99-16,-2-6-252 0,2-2-627 0,2-4 278 16</inkml:trace>
  <inkml:trace contextRef="#ctx0" brushRef="#br0" timeOffset="55273.39">15351 3777 180 0,'0'0'233'0,"-5"0"-10"0,5 0-18 0,0 0-16 16,0 0-11-16,0 0-24 0,-9 1-12 0,9-1-14 15,0 0-12-15,0 0-12 0,0 0-11 0,0 0-6 16,0 0-4-16,0 0-5 0,0 0 1 0,36 4-14 16,-8-6-6-16,12 0-11 0,17-2-3 0,7-2 4 0,3 2-8 15,-2-4-7-15,-3 1-2 0,-3 3-2 16,-20 1-7-16,-5-2-18 0,-2 0-14 0,-5 0-16 15,-7 3-26-15,-7 0-22 0,1 0-41 0,-5-3-56 16,-4 2-41-16,-6 2-131 0,1 1-370 0,-13-9 164 16</inkml:trace>
  <inkml:trace contextRef="#ctx0" brushRef="#br0" timeOffset="55523.35">15712 3621 85 0,'-4'-5'285'0,"4"2"3"0,0 3 2 0,-1-7-13 16,1 7-14-16,-2-4-28 0,2 4-16 0,0 0-25 16,-1-3-24-16,1 3-19 0,0 0-22 0,0 0-18 15,0 0-13-15,0 0-13 0,0 0-10 0,0 0-4 16,0 19-14-16,0-7-1 0,1 4-12 0,-1 11 2 16,0-4-3-16,3 8-7 0,1-4-2 0,-2 0-2 15,1-1-1-15,1 1-1 0,1-1-5 0,0-2-2 16,-1-3-7-16,1-3-21 0,0-3-29 0,-3 2-19 15,2-5-26-15,0 0-28 0,0-2-31 0,1 0-51 16,5-4-59-16,-2-1-193 0,-2-3-478 0,7-6 211 16</inkml:trace>
  <inkml:trace contextRef="#ctx0" brushRef="#br0" timeOffset="55692.75">16629 3696 2262 0,'5'3'217'0,"-1"-3"-78"0,1 1-33 16,-1 0-23-16,-4-1-21 0,10-1-5 0,-10 1-27 15,0 0-6-15,9 1-8 0,-9-1-30 0,8 0-40 16,2-2-48-16,7-1-65 0,3 2-77 0,8-3-159 16,3-5-436-16,1 1 193 0</inkml:trace>
  <inkml:trace contextRef="#ctx0" brushRef="#br0" timeOffset="55850.62">17294 3670 437 0,'2'1'478'0,"-2"-1"-32"0,1 6-34 0,-1-6-47 16,0 0-43-16,0 0-69 0,12-4-72 0,-5 1-91 15,5 0-92-15,-3 2-108 0,5-3-137 0,0-1-191 16,-2-2-474-16,0 2 210 0</inkml:trace>
  <inkml:trace contextRef="#ctx0" brushRef="#br0" timeOffset="56522.61">18330 3646 194 0,'0'0'215'16,"0"0"-13"-16,0 0-10 0,-5 2-13 0,5-2-17 16,0 0-14-16,0 0-14 0,0 0-6 0,0 0-17 15,-4 2-7-15,4-2-9 0,0 0-5 0,0 0-5 16,0 0-4-16,0 0-7 0,0 0-3 0,0 0-10 15,0 0-4-15,0 0-1 0,0 0-6 0,0 0 0 16,0 0-7-16,0 0-5 0,0 0 0 0,0 0-5 16,0 0-1-16,0 0-5 0,0 0-2 0,0 0-2 15,0 0-3-15,0 0 3 0,0 0-8 0,0 0 6 16,0 0-4-16,21 0 0 0,-6-1-3 0,5-3-1 16,12 0 0-16,4 1-2 0,2-1 0 15,13-2-4-15,-10 2 0 0,9-2 1 0,-13 2-2 0,0-1 0 16,-2 2-1-16,-5 1-17 0,-8-1-18 0,-4 1-16 15,-4 0-13-15,-4 1-16 0,0 1-23 0,-6-3-50 16,-1 2-45-16,-3 1-24 0,0 0-139 0,-22-8-386 16,8 6 172-16</inkml:trace>
  <inkml:trace contextRef="#ctx0" brushRef="#br0" timeOffset="56739.74">18506 3510 235 0,'0'-5'280'0,"0"-1"1"0,0 1-1 16,-1 0-4-16,1 1-5 0,0 4-16 0,0-7-28 16,0 7-19-16,0-3-24 0,0 3-21 0,-1-4-27 15,1 4-15-15,0 0-23 0,0 0-7 0,0 0-8 16,-4 12-12-16,3-1-9 0,-2 1 0 0,1 8-10 0,-2 3-5 16,1 5-3-16,1-1-1 0,-2 1-16 0,1 2-29 15,3 0-34-15,-1 1-33 0,2 0-34 16,2-3-37-16,-1 2-46 0,5-5-55 0,-5-8-229 15,5-1-510-15,4-3 226 0</inkml:trace>
  <inkml:trace contextRef="#ctx0" brushRef="#br0" timeOffset="57223.09">19669 3433 72 0,'-2'-11'285'16,"2"2"-4"-16,-2-4-11 0,0 5-12 0,-1-3-10 15,1 2-20-15,-3 0-26 0,2 3-19 0,-2-1-24 16,0 4-17-16,-2-2-15 0,0 2-15 0,-5 2-16 15,1 1-9-15,-3 3-12 0,-2 4-5 0,-3 0-9 16,-4 8-10-16,0-1 0 0,0 7-7 0,-2-1-7 16,4 1-3-16,-2 1-6 0,1 4 0 0,2 0-6 15,3 0 4-15,2 0-3 0,2-5-5 0,3 2-2 0,5-6-2 16,1-1 2-16,3-3 3 0,1-4-12 16,0 1 16-16,0-4 13 0,1 2 12 0,3-7 14 15,1 3 12-15,3-3 11 0,3 1 10 0,1-5 9 16,2-1 1-16,2 0-9 0,1-4-7 0,-2 1 20 15,3-6-10-15,5-2-9 0,-5 4 0 0,4-9-24 16,-6 8 3-16,1 1-14 0,-2-1 2 0,-4 4 8 16,-2 0-11-16,-3 4-3 0,0 1-12 0,-1-1-4 15,-1-1-10-15,1 3-25 0,-2 1-18 0,-3 1 1 16,11 3-7-16,-4 6-10 0,2-3-1 0,2 5-32 16,-1 4-37-16,2-1-41 0,5 6-40 0,-8-4-46 15,3-1-67-15,1 1-362 0,0-1-713 0,-2-3 317 16</inkml:trace>
  <inkml:trace contextRef="#ctx0" brushRef="#br0" timeOffset="57590.75">20051 3587 377 0,'0'-7'350'15,"0"7"-32"-15,0 0-30 0,-2-3-29 16,2 3-23-16,0 0-32 0,0 0-33 0,-3-4-30 16,3 4-12-16,0 0-19 0,-9 10-11 0,0-1-12 15,0-1-5-15,0 2-11 0,-1 4-3 0,-4 0-12 16,5-2-7-16,0 2 1 0,-1 1-7 0,5 1-2 0,1-5-3 16,0-1-8-16,4 1 5 0,-4 0-4 0,4-4-4 15,0 3-3-15,3-5 6 0,-2 2 11 16,3-3 10-16,1-2 14 0,3 0 2 0,1-2-1 15,-9 0 18-15,20-4 7 0,-11 0 10 0,3-3-13 16,-2 1-3-16,-1-5-11 0,-2 2-9 0,1 0-32 16,2-6 26-16,-3 4-8 0,-3-1-14 0,-1 2-20 0,1-3-17 15,-4 2-20-15,0 2-25 0,-5-2-19 16,0 2-21-16,-4 1-14 0,-4 1-23 0,2 2-24 16,-8-2-35-16,2 2-31 0,-1 1-57 0,5 0-277 15,-1 0-592-15,5-1 262 0</inkml:trace>
  <inkml:trace contextRef="#ctx0" brushRef="#br0" timeOffset="58189.6">19976 3020 229 0,'-3'-6'319'0,"1"1"-23"0,-1 2-26 0,3-1-27 15,-4 0-26-15,4 4-23 0,-1-4-22 0,1 4-21 16,0 0-18-16,0 0-20 0,0 0-5 0,10 0-11 16,-10 0-9-16,22 4-7 0,-5 2-11 0,9 2-4 15,1-1-17-15,1-1 0 0,0 1-15 0,2-1-6 16,-3 0-6-16,-2 0-2 0,-7-1-4 0,3-3-2 15,-3-1-2-15,-4 2 2 0,-2-2 0 16,-2-1 3-16,-2 0 17 0,-3 0 24 0,-5 0 11 16,13-1 1-16,-8-2 15 0,0 0 21 0,-1-2 13 0,0 3 4 15,-3-5 2-15,3 4 1 0,0-3 4 0,0 2-7 16,-2 2-4-16,2-3-5 0,-4 5-11 0,1-3-9 16,-1 3-14-16,3-3-6 0,-3 3-11 0,0 0-25 15,0 0-24-15,0 0-30 0,4-2-40 16,-4 2-44-16,0 0 3 0,1 12 9 0,-1 3-5 15,0 4 25-15,-4 14 9 0,-1 14 4 0,-4 8-6 0,0 4 25 16,-5 21-1-16,5-22 13 0,4-2-2 0,-3-1 2 16,7 2 4-16,-1-3 12 0,5-3-6 0,0 1 3 15,2-4 1-15,-2-2 5 0,-1-13 2 16,5-1 2-16,-4-2-8 0,1-2 12 0,0-9-8 16,0 0 8-16,-3-3 1 0,-1-4-1 0,-1-1-5 15,-2-3-4-15,2 4 6 0,-1-7 5 0,0 2 7 16,-2 0 13-16,3-4-5 0,-4 4-3 0,-2-3 6 0,0 0-4 15,3 0 6-15,-5-2-5 0,2 0-5 16,-4-2 4-16,2 2-2 0,-3-1 0 0,1 2 1 16,1-1-7-16,1-2 2 0,2 0-19 0,0 1-10 15,7-1-20-15,-11-1-23 0,6-1-71 0,5 2-80 16,-9-5-107-16,6 0-281 0,2 0-647 0,2-2 287 16</inkml:trace>
  <inkml:trace contextRef="#ctx0" brushRef="#br0" timeOffset="58512.61">20959 3494 247 0,'-2'-3'348'0,"2"3"-10"0,0 0-21 15,0-8-39-15,0 8-27 0,5-5-29 0,-2 3-26 16,3-1-20-16,3 1-21 0,5-2-37 0,5 2-38 15,8-3-43-15,4 4-48 0,1-2-58 0,-1 1-61 16,-3-3-70-16,-2 3-193 0,1-2-424 0,-5 3 187 16</inkml:trace>
  <inkml:trace contextRef="#ctx0" brushRef="#br0" timeOffset="58674.93">20971 3644 70 0,'-2'6'223'0,"4"-3"17"16,2 0-8-16,6 2-15 0,8-3-23 0,5 2-18 16,9-1-16-16,6-3-32 0,15 0-52 0,-1 1-41 15,3-1-74-15,0-4-86 0,-3-1-140 0,2 0-287 16,-4-2 128-16</inkml:trace>
  <inkml:trace contextRef="#ctx0" brushRef="#br0" timeOffset="59006.12">21989 3374 8 0,'0'0'305'0,"0"-4"-19"0,0 4-23 0,-3-4-27 16,3 4-31-16,0 0-20 0,0 0-21 0,0 0-21 15,-10 1-13-15,4 4-16 0,-1 0-12 0,-6 6-15 16,0 0-5-16,-2 3-8 0,-2 5-9 0,2-4-6 0,3 2-7 15,-3 4-4-15,4-4-8 0,4 1 1 16,0-1-10-16,4 1 3 0,3-2 0 0,0 1 23 16,5-1 9-16,1-2 27 0,2-4 21 0,5 3 26 15,2-4 19-15,3-4 2 0,4-1 0 0,0-3 10 16,-1-1 2-16,-1-5-9 0,0-2-11 0,0-2-19 16,-4-3-6-16,0-1-12 0,-3-2-11 0,-4-4-16 15,-5 1-21-15,1-10-23 0,-8 10-37 0,-8-5-36 16,-6 1-66-16,-12 6-67 0,-17-5-66 0,-10 7-88 15,-8 4-397-15,-1 0-770 0,2 3 340 0</inkml:trace>
  <inkml:trace contextRef="#ctx0" brushRef="#br0" timeOffset="60528.62">3754 6490 35 0,'0'0'195'0,"0"0"-19"16,0 0-14-16,0 0-16 0,0 0-18 0,0 0-10 15,23-4-12-15,-10 1-6 0,5-1-10 0,2 1-12 16,8 1-11-16,3-1-7 0,-11 2-40 0,12-2-60 16,-4 1-73-16,-10 1-109 0,0-1-240 0,-6 1 107 15</inkml:trace>
  <inkml:trace contextRef="#ctx0" brushRef="#br0" timeOffset="60690.49">3787 6708 97 0,'-4'2'135'0,"4"-2"10"0,7 5-7 15,-1-5-10-15,6 0-5 0,7-4-24 0,2 2-47 16,11-3-55-16,-1 0-87 0,0 0-48 0,-3-1-149 16,0 0 66-16</inkml:trace>
  <inkml:trace contextRef="#ctx0" brushRef="#br0" timeOffset="61174.32">3925 6394 44 0,'-2'-3'288'0,"-1"-1"-11"16,3 4-28-16,-4-3-22 0,4 3-22 0,-1-5-26 15,1 5-18-15,0 0-20 0,-5 0-18 0,5 0-13 16,0 0-10-16,0 0-11 0,0 0-9 16,10 13-8-16,-5-8-8 0,3 4-4 0,-2-1-7 0,3 3-4 15,1-3-7-15,4 6-12 0,-1-4-8 0,4 4-12 16,-2-2-10-16,0-1-8 0,2-2-14 0,0 1-3 16,-6-3 3-16,4 0-3 0,-3 0 6 0,-2-4-3 15,-1 1 8-15,-4-2-1 0,2 0 17 16,-6 2 11-16,4-4 22 0,0 1 17 0,-5-1 9 0,8 3 2 15,-8-3-3-15,4 1-7 0,-4-1-7 0,3 2-8 16,-3-2-19-16,0 0-17 0,2 8-1 0,-4-4-2 16,-4 6 3-16,0 4-5 0,-7 1 1 0,0 9 3 15,-1-2-4-15,1 4 0 0,-1 0 0 16,4-1-1-16,-2-1 2 0,1 6 3 0,2-3-4 16,0 0 3-16,3 0-4 0,-2-2 2 0,4-8 0 0,-1-2 1 15,4-1 0-15,-2-5 2 0,1-4 3 0,2 2 1 16,-2-1 20-16,2-2 21 0,0 0 19 0,-1 0 19 15,1-4 20-15,0 0 12 0,0 0 8 16,0 7 11-16,0-7-6 0,-1 2-12 0,1-2-3 16,0 0-9-16,0 0-21 0,0 0-37 0,0 0-52 0,0 0-54 15,0 0-94-15,0 0-131 0,0 0-337 0,0 0-672 16,13-12 298-16</inkml:trace>
  <inkml:trace contextRef="#ctx0" brushRef="#br0" timeOffset="63638.7">6648 6400 55 0,'0'-5'274'15,"0"1"-2"-15,0-1-9 0,0 1-12 16,-3 1-15-16,3 3-19 0,0-7-24 0,0 7-22 16,3-2-20-16,-3 2-19 0,0-4-19 0,0 4-20 15,0 0-12-15,0 0-10 0,3 10-9 0,-2 0-7 0,2 0-8 16,-1 8-3-16,2 0-3 0,-3 2 13 0,2 5-9 15,0 1-3-15,1 0-3 0,-1-1-3 16,-2 1-6-16,0-7 1 0,2 6 3 0,-2-6-9 16,2-1-2-16,-2 0-3 0,-1-2-2 0,1-1-3 15,2-3 0-15,-3-2 1 0,1-2-6 0,3 1 1 0,-4-4 3 16,0 2 0-16,0-2 11 0,0 0 52 0,0-2 41 16,0-3 47-16,0 0 32 0,0 4 40 0,0-4 31 15,0 0 24-15,0 0-21 0,0 0-32 16,5-17-26-16,0 5-33 0,3-6-13 0,5-9-23 0,-3-1-20 15,3 1-18-15,1-2-16 0,0 1-9 0,1 0-15 16,-2 5 2-16,1 2-7 0,-5 4-7 0,-3 5-6 16,2 2-5-16,-2 0-7 0,1 1-4 0,-3 4-9 15,-1 0-3-15,0 1-10 0,0 1-21 0,-1 0-37 16,-2 3-23-16,0 0 9 0,14 3 0 0,-5 4 7 16,-1 0 1-16,-1 3-18 0,5 3 9 0,1 1 3 15,-2 3 6-15,-2-1 3 0,4 5 4 0,1 2 4 16,-5-3 2-16,-1-3 5 0,0 2 4 0,-1-2-5 15,-1 0 6-15,0-1 0 0,-3 0 5 0,2-3 1 16,-2-5 0-16,-1 1 6 0,1-2 4 0,0-1 1 16,-3-1 8-16,1-1 7 0,0-1 41 0,0 1 43 15,-1-4 40-15,0 0 27 0,0 0 7 0,0 0-17 16,0 0-14-16,8-17-20 0,-4 3-2 0,6-3-15 16,-1-7-16-16,1-3-2 0,4 0-10 0,-1-1-6 15,1 1-11-15,-1 3-6 0,-5 7-2 0,2 2-1 16,-5 3-9-16,0 2-1 0,2 1-4 0,-4 4-5 15,1-2-4-15,0 3-14 0,-1 0-30 0,-1 2-50 16,-2 2-6-16,0 0 8 0,16 7 8 0,-8 1 6 16,0 1-1-16,2 3-2 0,2 3 3 0,-1 2 7 15,-2-3 1-15,1 4-2 0,1-1 1 0,-4-1-3 16,2-2-4-16,0-1 7 0,-5-1 1 0,0-4-9 16,-1 1 2-16,0-2-3 0,0-2-10 0,-2 0-1 15,4-3-2-15,-4 5 10 0,2-4-9 0,-3-1 7 16,0-2-3-16,4 4-12 0,-4-4-15 0,1 4-28 15,-1-4-27-15,0 0-37 0,0 0-88 0,0 0-181 16,0 0-232-16,0-13-752 0,0 4 334 0</inkml:trace>
  <inkml:trace contextRef="#ctx0" brushRef="#br0" timeOffset="64221.78">7388 6077 250 0,'3'-5'265'16,"-3"0"-9"-16,3 1-7 0,-2 0-9 0,1 2-17 15,-2 2-17-15,1-7-26 0,-1 6-14 16,0 1-24-16,0-6-13 0,0 6-19 0,0 0-12 0,0 0-14 15,0 0-11-15,0 0-4 0,9 10-11 0,-8-3-6 16,2 4-2-16,0 5-8 0,-1 2-3 0,-1 0-2 16,1 0-6-16,-1-2 0 0,-1 4-3 0,4-2-3 15,-3-1-2-15,1 0 2 0,-4 0-7 0,3-4 1 16,-1-6-3-16,0 5-2 0,0-7 2 0,-1 1 3 16,2-2 15-16,-1 0 56 0,1-2 53 0,-1-2 46 15,0 0 5-15,0 0-19 0,8-7-20 0,1-5-20 16,3-4-11-16,3-4-16 0,4-7-11 0,-3 1-9 15,5 0-10-15,-3 2-9 0,0-1-8 0,-4 10-8 16,-4 5-6-16,-2 0-1 0,0 1-12 0,-2 4-9 16,-1 2-35-16,-1-1-21 0,1 3-13 0,-5 1-7 15,14 8-23-15,-2 2 13 0,-1 4 7 0,1 4 0 16,2 4-12-16,0 4-11 0,-3 0-25 0,2 4-37 16,-2 0-27-16,-2 0-56 0,0 1-72 0,-1-6-337 15,1-1-683-15,-4-7 302 0</inkml:trace>
  <inkml:trace contextRef="#ctx0" brushRef="#br0" timeOffset="64821.61">8121 6643 55 0,'-3'1'211'0,"3"-1"-2"15,-5 1-2-15,5-1 12 0,0 0 0 0,0 0-5 16,0 0-8-16,-6 1-14 0,6-1-7 0,0 0-12 15,0 0-15-15,0 0-13 0,0 0-11 0,-6 0-15 16,6 0-15-16,0 0-7 0,0 0-10 0,0 0-8 16,0 0-11-16,0 0-3 0,0 0-7 0,0 0-9 15,0 0 3-15,0 0-15 0,0 0 0 0,0 0-9 16,0 0 0-16,0 0 0 0,0 0-6 0,0 0-2 16,0 0-2-16,0 0 1 0,0 0-2 0,0 0 1 15,0 0 6-15,0 0 1 0,0 0 0 0,0 0 0 16,0 0-1-16,17-3-6 0,-3 0 0 0,7-1 7 15,9 0-7-15,3-1-10 0,-1 0 0 0,4-1 3 16,1-1-3-16,15 0-1 0,-15 2 1 0,-1-2-5 16,0 0-1-16,-4 2-13 0,-4 1-16 0,-9 0-22 15,-1-1-13-15,-5 4-15 0,-6-2-17 0,2 1-26 16,-5-2-84-16,-4-1-77 0,0 5-205 0,-11-7-525 16,-1 1 234-16</inkml:trace>
  <inkml:trace contextRef="#ctx0" brushRef="#br0" timeOffset="65021.55">8310 6478 208 0,'-2'-7'343'15,"-1"3"16"-15,2 1 14 0,0-2 10 0,-2 0 0 16,2 3-14-16,1 2-29 0,-1-7-37 0,1 7-36 16,-3-3-28-16,3 3-35 0,0 0-30 0,0 0-43 15,0 0-20-15,-2 14-13 0,3-4-12 0,-1 8-8 16,1 7-7-16,2 4 1 0,-1-2-18 0,2 6-12 15,2-2-11-15,1 2-41 0,2-2-51 0,0 4-46 16,-2-4-50-16,1 3-63 0,1-5-94 0,1-1-328 16,-2-10-695-16,-2-9 307 0</inkml:trace>
  <inkml:trace contextRef="#ctx0" brushRef="#br0" timeOffset="65954.63">9564 6391 59 0,'0'-12'292'0,"-2"3"-2"16,0-3-16-16,1-1-8 0,0 1-4 0,-2 0-16 15,-1 2-23-15,4-1 10 0,-6 3-16 16,5-1-10-16,-2 4-14 0,2 0-13 0,-2-2-21 0,2 5-20 16,1-1-21-16,0 3-30 0,-4-3-14 0,4 3-8 15,-14 3-15-15,0 2-3 0,-3 7-3 0,-6 5-7 16,3 4-2-16,-2 4-5 0,3-3-6 0,0 4-7 15,2 1-2-15,1 0-1 0,4 1 2 16,-2 0-3-16,4-2-1 0,1-1 1 0,0-1-14 0,5-6-7 16,3-1-9-16,-2-2-5 0,6-3 2 0,-2 0 3 15,2-3-1-15,-3-1 8 0,1-3 13 0,0 1 24 16,2-3 24-16,3-3 18 0,-1 0 11 0,-5 0 10 16,17-5 3-16,-4-2 2 0,-3-3 9 0,4-2 5 15,-1-2 2-15,2-7-6 0,0-2-10 0,-2-3-9 16,3 1-7-16,-2-3-3 0,-3 3 0 0,2-1 4 15,-4 2 10-15,-3 7 13 0,2 1 3 0,-6 5 6 16,1 1 2-16,2 2 4 0,-5 2-10 0,4 0-16 16,-4 1-9-16,1 1-15 0,3 3-23 0,-3-3-33 15,-1 4-36-15,0 0-35 0,0 0 0 0,0 0 4 16,4 12 4-16,-4 3 11 0,0 1-1 0,0 4-13 16,0 5 25-16,0 3 0 0,-1-1 2 0,-2 2 7 15,3-1-1-15,0 1-1 0,0-1 4 0,0-3 1 16,3-4 2-16,-2-4 4 0,-1 2 3 0,4-7 0 15,-3 1 3-15,2-2-1 0,1-3 5 0,-3-2 2 16,0 0 17-16,2-1 14 0,-2-2 25 0,2-1 27 16,-3-2 14-16,10 2 5 0,-1-4-11 0,2-3-12 15,8-3-5-15,7-4-8 0,2-2-40 0,1-2-39 16,3 0-64-16,-1-3-76 0,4 3-103 0,-6-2-131 16,0-4-170-16,1 5-294 0,-3-3-919 0,-6-2 407 15</inkml:trace>
  <inkml:trace contextRef="#ctx0" brushRef="#br0" timeOffset="67154.8">10074 6580 140 0,'0'0'318'0,"-4"-3"-8"16,4 3-19-16,-3-5-26 0,3 5-23 0,0 0-28 15,0 0-29-15,0 0-24 0,0 0-14 0,0 0-22 16,0 0-12-16,0 0-16 0,-1 11-11 0,-1-4-7 16,-1 3-9-16,2 1-5 0,-3 2-7 0,2-1-4 15,-2 5-10-15,1-3-1 0,-1 1-4 0,2-3-3 16,-1 0-7-16,2-1 0 0,-2-3-2 0,1 1-2 15,1-4 2-15,-1 1-1 0,2-1-3 0,0-5 9 16,-1 6 55-16,2-3 31 0,-1-3 52 0,0 0 51 16,-1 3 29-16,1-3-22 0,0 0-22 0,9-13-20 15,-5 4-20-15,1-1-17 0,0-2-15 0,1 0-18 16,1 1-9-16,-2 3-12 0,2-1-12 0,-1 1-10 16,-4 3-9-16,1 0-8 0,1 0-10 0,-1 3-10 15,0-1-11-15,-2 1-30 0,-1 2-23 0,5-2-3 16,-5 2-7-16,7 4-11 0,-1 1-10 0,-1 3-6 0,1 1-8 15,2 1-18-15,-3 0-35 0,3 1-24 0,1 1-37 16,0 1-37-16,0 2-43 0,1-4-51 16,-1 4-72-16,0-6-263 0,-1-3-707 0,-1-1 313 15</inkml:trace>
  <inkml:trace contextRef="#ctx0" brushRef="#br0" timeOffset="67378.61">10410 6675 180 0,'0'0'257'15,"-8"0"-15"-15,8 0-11 0,0 0-10 16,0 0 10-16,0 0-6 0,0 0-6 0,0 0-18 16,0 0-12-16,0 0-12 0,0 0-18 0,0 0-5 0,0 0-25 15,20-4-13-15,-4 0-12 0,3 2-12 0,8-3-36 16,0-1-40-16,0 1-51 0,-6 1-51 0,6-1-56 15,-6 1-48-15,-1 0-75 0,-2-2-149 0,0 0-448 16,-5 2 199-16</inkml:trace>
  <inkml:trace contextRef="#ctx0" brushRef="#br0" timeOffset="67576.63">10768 6509 58 0,'-2'-4'423'0,"2"4"5"0,3-2-14 0,-3 2-23 0,0 0-23 16,0-4-37-16,0 4-41 0,0 0-37 0,0 0-31 16,0 0-33-16,0 0-26 0,0 0-10 0,1 14-30 15,1-5-27-15,0 3-1 0,-1 4-19 16,2 2-16-16,0 9-71 0,0-2-52 0,0-7-71 0,3 7-74 16,2-1-110-16,-7-5-249 0,1-7-613 0,0-2 271 15</inkml:trace>
  <inkml:trace contextRef="#ctx0" brushRef="#br0" timeOffset="68837.78">11320 6321 218 0,'0'-4'362'16,"-2"1"-5"-16,2 3-20 0,-1-5-22 0,1 5-29 16,-1-6-35-16,1 6-24 0,-1-3-24 0,1 3-31 15,0 0-35-15,0 0-12 0,0 0-20 0,1 15-19 16,0-6 1-16,0 5-12 0,1 2-6 0,-1 2-10 16,0 2-4-16,-1 1-4 0,0 4-7 0,2-1-8 15,-2-4 0-15,-2-2-12 0,2-1 5 0,-1 0-6 16,1-2-3-16,0-3 4 0,0-3-4 0,0-1-1 15,0-4 4-15,0 2-2 0,0-1 12 0,0-1 56 16,0-4 32-16,0 5 44 0,0-5 50 0,0 0 41 16,0 0-27-16,0 0-24 0,10-14-22 0,-2 4-13 15,2-7-23-15,6-6-15 0,1-2-14 0,2 0-15 16,0-1-13-16,0 0-10 0,-3 4-12 0,2 3-3 16,-6 6-9-16,-5 3-8 0,2 4-5 0,-5-1-6 15,3 2-23-15,-5 1-20 0,2 2-26 0,1-1-33 16,-3 2-12-16,-2 1 1 0,8 5 8 0,-4 0 3 15,1 3 0-15,0 2 6 0,0 2 4 0,2 5 7 16,-2 0 8-16,0 0 2 0,0 4 1 0,0-3 8 16,0-1 3-16,-2 0 2 0,2 0-3 0,-4-6 10 15,2-1 2-15,1-1 2 0,-2-1 0 0,0-1 4 16,-2-3 6-16,2 0 13 0,-1-1 18 0,-1-3 44 16,3 2 39-16,-3-2 29 0,0 0-10 0,0 0-11 15,7-9-14-15,-1 0-12 0,0-2-9 0,3-5-6 16,1-1-12-16,3-6-12 0,2-1-11 0,-6 7-13 15,0 2 10-15,0 1-9 0,-1 4 3 0,-2 3-18 16,-2 0 7-16,0 0-9 0,-1 5-17 0,-1-2-37 16,2 1-33-16,-4 3-11 0,9 1 5 0,-4 4-7 0,0 1-2 15,0 5 6-15,3-1 2 0,2 2 2 16,-1 3-4-16,1 1-19 0,0-2-26 0,2 2-40 16,1-2-49-16,-2-1-48 0,3 0-51 0,-4-6-78 15,-1-2-378-15,4-2-833 0,-3-3 369 0</inkml:trace>
  <inkml:trace contextRef="#ctx0" brushRef="#br0" timeOffset="69354.59">11923 6003 315 0,'1'-5'312'0,"2"0"-10"15,-2 2-3-15,-1-1-13 0,0 4-10 0,3-6-1 0,-2 4-34 16,-1 2-19-16,1-3-24 0,-1 3-28 0,0 0-18 15,0 0-16-15,0 0-13 0,0 0-26 16,0 0-9-16,0 0-15 0,0 0-4 0,8 10-10 16,-8-3-10-16,1 3-2 0,-1 5-5 0,0 1-2 15,0 4-3-15,-1 4-6 0,-3 2-1 0,3-7-1 0,-2 0-1 16,2 0 1-16,0-1-10 0,-2-4 11 0,3-2-13 16,-1-1 13-16,1-5-16 0,0 0 4 0,0-1 0 15,-3 0 7-15,6 0 43 0,-3-5 43 16,-3 4 42-16,3-4 13 0,0 0-14 0,0 0-16 0,12-17-16 15,-4 8-14-15,3-8-11 0,3-3-10 0,4-4-10 16,-1 2-7-16,2-1-11 0,-2 3-6 0,-4 5-7 16,1 3-7-16,-1 0-4 0,-6 5-8 0,0 0-4 15,-1 2-11-15,-2 1-18 0,0 0-16 16,0 2-8-16,5 1-9 0,-9 1-14 0,10 4-10 0,-2 1-17 16,0-1-26-16,-2 4-35 0,7 0-28 0,-3 5-44 15,-1-3-44-15,4 4-66 0,0-2-70 0,-2-4-258 16,0-3-708-16,-2 2 314 0</inkml:trace>
  <inkml:trace contextRef="#ctx0" brushRef="#br0" timeOffset="69626.58">12447 6021 137 0,'-5'0'314'0,"5"0"-19"0,0 0-19 16,0 0-22-16,0 0-19 0,0 0-19 0,0 0-16 16,-8 0-16-16,8 0-15 0,0 0-13 0,0 0-12 15,0 0-4-15,0 0-2 0,0 0-17 0,0 0 0 16,0 0-17-16,0 0-16 0,0 0-4 0,26-6-14 16,-12 5-6-16,2-3-4 0,6 1-7 0,-2 0 2 15,2-1-7-15,5 1-16 0,-6 1-23 0,-2-1-28 16,-1-1-27-16,-4 3-30 0,-2 0-35 0,1-2-40 15,-3 1-46-15,1 1-45 0,-3-2-246 0,0 1-528 16,-4-4 234-16</inkml:trace>
  <inkml:trace contextRef="#ctx0" brushRef="#br0" timeOffset="69842.64">12775 5862 363 0,'0'0'436'0,"0"-8"-2"0,0 8-28 16,0-2-19-16,0 2-36 0,-1-4-37 0,1 4-34 16,0 0-37-16,0 0-27 0,0 0-28 0,0 0-40 15,0 0-18-15,0 0-13 0,-3 13-15 0,3-3-18 16,3 3-2-16,-2 3-25 0,2 4-27 0,-2 6-31 16,0 3-33-16,3-1-50 0,-4 3-43 0,0 0-59 15,-1 1-81-15,-3-1-345 0,3-5-662 0,-2-6 292 16</inkml:trace>
  <inkml:trace contextRef="#ctx0" brushRef="#br0" timeOffset="70182.61">12945 6486 43 0,'0'0'287'0,"0"0"-11"0,0 0-6 0,-4 2-15 15,4-2-13-15,0 0-16 0,0 0-12 0,0 0-13 16,0 0-13-16,0 0-12 0,0 0-19 0,0 0-9 0,13 2-16 15,1-2 0-15,9-2-23 0,9 2-18 16,4-2-3-16,6-1-9 0,14-2-11 0,-1 1-6 16,2 1-6-16,-4-3-32 0,-12 2-31 0,-4 0-27 15,1-3-34-15,-4 2-36 0,-5-2-38 0,-10 1-59 16,0-1-52-16,-8-2-200 0,-3 1-490 0,-2-1 216 0</inkml:trace>
  <inkml:trace contextRef="#ctx0" brushRef="#br0" timeOffset="70406.72">13253 6261 107 0,'0'0'410'16,"-6"-1"-19"-16,6 1-26 0,0 0-33 0,0 0-32 16,0 0-23-16,0 0-52 0,0 0-34 0,-5 4-20 15,2 0-18-15,3 6-23 0,0 2-12 0,0 2-10 16,0 8-11-16,3 2-6 0,-3 2-12 0,1 1-10 0,2-2-1 15,-1 1-2-15,2-1-5 0,1-1-8 16,0-5-39-16,-2 1-50 0,3-1-48 0,-5-3-57 16,5 0-65-16,0-6-80 0,-2-1-235 0,-1-2-564 15,5-4 250-15</inkml:trace>
  <inkml:trace contextRef="#ctx0" brushRef="#br0" timeOffset="70612.67">13951 6353 3572 0,'4'0'265'15,"-1"1"-60"-15,-3-1-18 0,0 0-65 16,10-1 28-16,-10 1-8 0,0 0-3 0,0 0-8 16,0 0-14-16,6-3-8 0,-6 3-17 0,6-1-33 0,-2-2-42 15,4 1-41-15,2-1-51 0,7-2-74 0,3 0-68 16,8-2-82-16,3 0-100 0,-3 0-292 0,9-1-748 15,-4-1 330-15</inkml:trace>
  <inkml:trace contextRef="#ctx0" brushRef="#br0" timeOffset="70760.6">14655 6304 350 0,'2'3'376'0,"1"0"1"15,-3-3 15-15,0 0-21 0,0 0-36 16,9-1-31-16,-9 1-38 0,17-5-40 0,-5 1-54 0,8 1-72 15,4-1-78-15,4-4-73 0,2 3-72 0,1 0-83 16,-1-4-280-16,1 3-525 0,-2-3 232 0</inkml:trace>
  <inkml:trace contextRef="#ctx0" brushRef="#br0" timeOffset="71408.63">15902 6282 112 0,'0'0'180'16,"-5"1"-2"-16,5-1-10 0,0 0-6 0,-8 0-6 0,8 0 1 16,0 0-3-16,0 0-2 0,0 0-4 0,0 0-3 15,0 0-3-15,0 0 2 0,17 2-6 0,-3-4-3 16,13-1-14-16,6 0-11 0,18-5-10 0,7 3 1 15,3-4-19-15,4 1-11 0,-1 4-6 0,-1-5-7 16,-8 6-22-16,-6-1-33 0,-13-1-34 0,-4 3-39 16,-10-1-57-16,-4 3-67 0,-7-2-239 0,-4-1-469 15,-6-1 208-15</inkml:trace>
  <inkml:trace contextRef="#ctx0" brushRef="#br0" timeOffset="71637.58">16183 6116 59 0,'0'-6'354'0,"-2"1"-7"0,-1-3-8 0,2 7-2 15,0-4-21-15,-1 0-13 0,2 5-40 0,-2-7-30 16,2 7-27-16,-2-2-7 0,2 2-47 0,0 0-48 16,0 0-8-16,0 0-9 0,-1 22-6 0,1-5-16 15,-1 10-5-15,1 1-2 0,1 1-5 0,0 5-10 16,1-2-28-16,0 5-28 0,2-4-33 0,-1-2-27 15,4 2-44-15,2-1-46 0,1-4-52 0,2-2-76 16,7-5-185-16,-6-8-514 0,6-4 227 0</inkml:trace>
  <inkml:trace contextRef="#ctx0" brushRef="#br0" timeOffset="72104.67">17316 6091 13 0,'4'-14'306'0,"0"4"-9"16,0-2-1-16,0 2-8 0,-3 1-12 0,-1 1-15 15,3-1-19-15,-2 4-9 0,-1-2-13 0,0 3-17 16,3 0-22-16,-3 0-16 0,0 4-22 0,-3-4-27 0,3 4-19 15,-9-3-11-15,-5 5-20 0,0 3 4 16,-13 4-12-16,2 2-10 0,-1 6-5 0,-2 1-4 16,1 2-5-16,0 4-2 0,3-4-4 0,-3 7-4 15,4-2-1-15,-1 2-2 0,5-3 1 0,0 2-5 0,3-5-7 16,6-3-10-16,4-3-7 0,-1-5-10 0,2 0 2 16,2 0-2-16,1-5 8 0,-3-1 10 0,4 1 20 15,-2-1 25-15,3-1 11 0,0-3 21 16,0 0 6-16,0 0-1 0,22-7 4 0,-7-1 1 15,3-4 2-15,0 2 2 0,-3-3-5 0,10-7-9 0,-3 3-10 16,4 2-6-16,-9 3-8 0,-1 0-1 0,-4 6-12 16,-3-1-5-16,2 1-4 0,-4 3-8 0,-1-1-5 15,-1 1-14-15,-1 2-17 0,2 1-11 0,-6 0-7 16,13 7-2-16,-5-2-3 0,2 4-3 0,-1 0-1 16,3 5-20-16,1-1-44 0,4 6-31 0,1 3-55 15,1-2-46-15,-1-3-106 0,0-3-311 0,-4-5-706 16,4-4 312-16</inkml:trace>
  <inkml:trace contextRef="#ctx0" brushRef="#br0" timeOffset="72470.6">17719 6291 320 0,'0'0'341'0,"0"-6"-28"0,0 6-29 16,0-3-26-16,0 3-30 0,0 0-30 0,0 0-25 16,0 0-21-16,0 0-21 0,0 0-18 0,0 0-12 15,0 0-11-15,-11 13-10 0,3-4-7 0,2 2-6 16,-3 3-5-16,0 2-10 0,-2-1 18 0,4 2-6 16,-1 1-5-16,2-3-9 0,1 0-4 0,1-4-2 15,1 3-2-15,2-4-1 0,0 0-6 0,1-3 2 16,0 0 0-16,1-3 17 0,2 3 2 0,0-3 14 15,1 0 9-15,3-3 3 0,0-1 3 0,0 0 15 16,3-1 11-16,-4-3 6 0,3-1-4 0,-2 1 7 16,0-3-23-16,-2-2 3 0,4-1-16 0,-7-2-15 15,0-2-17-15,-1-2-21 0,1-1-33 0,-4 0-19 16,1 5-21-16,-3 1-33 0,-3-1-31 0,-1 3-25 16,0 1-22-16,-4 0-19 0,0 4-20 0,-1-1-27 15,1 2-26-15,3-1-39 0,1 3-273 0,-1 0-603 16,8 0 267-16</inkml:trace>
  <inkml:trace contextRef="#ctx0" brushRef="#br0" timeOffset="72726.67">18271 6161 332 0,'0'0'374'0,"-2"-4"-6"0,2 4-15 15,-3-3-10-15,3 3-24 0,0 0-18 0,0 0-36 16,4-6-45-16,1 3-11 0,1 1-27 0,7-1-39 16,4-1-44-16,3 1-40 0,10 0-48 0,0 1-44 15,-2 2-48-15,3-3-56 0,0 1-59 0,-2 1-61 16,-10-3-222-16,2 2-520 0,-1 0 231 0</inkml:trace>
  <inkml:trace contextRef="#ctx0" brushRef="#br0" timeOffset="72891.2">18329 6315 128 0,'-4'4'246'0,"1"-3"8"0,3-1-1 0,0 0-13 16,8 4-22-16,5-7-22 0,8 2-20 0,11 1-18 15,7-4-26-15,13-1-42 0,-1 3-41 0,-10-3-60 16,11 1-66-16,5-1-82 0,-6 0-157 0,1-4-342 16,2-1 151-16</inkml:trace>
  <inkml:trace contextRef="#ctx0" brushRef="#br0" timeOffset="73253.88">19315 6014 108 0,'0'-5'307'16,"0"5"-19"-16,-1-5-17 0,1 5-29 0,0 0-25 15,0-4-24-15,0 4-21 0,0 0-24 0,0 0-14 0,0 0-14 16,-13 2-15-16,13-2-14 0,-15 7-10 16,3-1-9-16,-3 4-8 0,0 3-8 0,-2-1-4 15,-4 5 0-15,0 3-11 0,2 1-4 0,-1-2-5 16,7-4-5-16,1 0-1 0,3-1-5 0,-1 3-4 15,2-2 3-15,3-1 0 0,1 0-3 0,4-2 1 0,0-2 2 16,4 0 26-16,0 2 28 0,2-5 27 16,2 1 33-16,2-3 19 0,8 2 2 0,0-5-6 15,2-2-13-15,0 0 8 0,1-4 0 0,0-1-8 16,-3-3-8-16,2-1-5 0,-6-5-13 0,3 1-13 16,-3-2-3-16,-3-1-19 0,-1 0-7 0,-3 0-14 0,-2-1-21 15,-3 3-28-15,-5 0-35 0,-5-1-50 16,-5 1-67-16,-11 3-49 0,-7 4-49 0,-2-2-66 15,-2 4-393-15,2 2-762 0,4 1 338 0</inkml:trace>
  <inkml:trace contextRef="#ctx0" brushRef="#br0" timeOffset="74120.3">21417 5259 112 0,'0'0'185'0,"-5"-2"-19"15,5 2-27-15,-9 5-9 0,-4 7-15 0,-6 7-13 16,-4 12-8-16,-7 11-11 0,0 5-7 0,-3 5-3 16,-7 24-5-16,12-22-7 0,-2 28-1 0,13-31 0 15,4 2-2-15,3 1-3 0,5-3 9 0,9 4 17 16,6-6 3-16,8-3 11 0,7-3 5 0,6 0 6 15,11-8 2-15,2-1-4 0,7-5-3 0,4-6 1 16,2-5-5-16,-2-2 15 0,1-6-11 0,-16-2-8 16,-4-1-7-16,-6-2-7 0,-8-2 6 0,-3 1-7 15,-5-3 30-15,-2 0 26 0,-4-1 3 0,-2 1 2 16,1-1 0-16,-1 0-4 0,-6 0-4 0,10 0-11 16,-6 2-8-16,-4-2-10 0,0 0-12 0,7 0-7 15,-7 0-31-15,0 0-26 0,5 1-39 0,-5-1-52 16,0 0-56-16,0 0-51 0,0 0-123 0,0 0-398 15,-2-10-750-15,1 4 331 0</inkml:trace>
  <inkml:trace contextRef="#ctx0" brushRef="#br0" timeOffset="74886.67">22585 5467 109 0,'0'-9'289'0,"0"-1"-14"0,0 3-12 0,0-1-5 16,3 1-14-16,-2 2-16 0,0 3-24 0,-1-3-24 0,0 5-20 16,0-7-25-16,0 7-18 0,0 0-20 0,0 0-11 15,0 0-13-15,0 17-7 0,-2 1-10 16,-2 3-5-16,-4 12-6 0,3-1-4 0,-9 14-3 15,5 0-5-15,-1-12-3 0,-2 11-3 0,3-11-4 0,-1 0-1 16,1-4 1-16,2 1-2 0,-1-2-3 0,0-2-4 16,5-8 3-16,-1-2-2 0,-2-3-2 0,5-2-1 15,-1-2 0-15,0-3 2 0,2-1-1 16,-2 2 3-16,0-5 32 0,1 2 24 0,1-5 26 16,-1 3 35-16,1-3 18 0,-1 4 1 0,1-4-3 0,0 0-5 15,-4 3-17-15,4-3-48 0,0 0-37 0,-5-10-64 16,2 3-43-16,1-2-46 0,-1-2-46 0,3-6-54 15,1 1-59-15,3-4-62 0,1-6-230 16,7-3-607-16,-2 0 269 0</inkml:trace>
  <inkml:trace contextRef="#ctx0" brushRef="#br0" timeOffset="75170.56">22666 5364 1915 0,'3'-10'177'0,"1"0"-16"15,0 0 2-15,-3 3-10 0,3-2-14 16,-2 4-19-16,0 0-28 0,-1 2-19 0,2 0-19 15,-1-2-13-15,-2 5-8 0,0 0-4 0,0 0-5 0,4 11-5 16,-1 1-3-16,-2 7 1 0,4 8-2 0,-1 2-1 16,1 2 5-16,-1 5 1 0,4 10 1 0,-2-1-2 15,-1-10-2-15,3 11 3 0,-3-11-4 16,1-2 1-16,-1-3 0 0,2 2-6 0,-3-3 0 16,2-4-2-16,-3 0 2 0,-1-7 4 0,3-1-6 0,-2-2-2 15,-2-3 4-15,3 0-5 0,-3-3 1 0,-1-4-5 16,0 3 8-16,2-4-3 0,-2 0 2 0,1 0 4 15,-1-4-3-15,1 8-1 0,-1-6 1 16,0-2 2-16,0 0-4 0,0 3-10 0,0-3-9 16,0 0-18-16,0 5-20 0,0-5-25 0,0 0-19 0,0 0-81 15,0 0-121-15,0 0-186 0,-14-10-519 0,13 2 230 16</inkml:trace>
  <inkml:trace contextRef="#ctx0" brushRef="#br0" timeOffset="75569.98">22549 5857 115 0,'-6'0'282'0,"-3"0"-19"16,9 0-16-16,-11 0-24 0,11 0-20 0,-7 0-19 15,7 0-24-15,-9 2-14 0,9-2-18 0,0 0-9 0,-5 0-13 16,5 0-13-16,0 0-4 0,-8 0-13 0,8 0-2 15,0 0-5-15,0 0 8 0,0 0-3 16,0 0 3-16,0 0-2 0,0 0-2 0,0 0 5 16,0 0-4-16,0 0-3 0,0 0-6 0,0 0-7 15,0 0 3-15,0 0-4 0,0 0 0 0,0 0 1 0,0 0 0 16,0 0-8-16,0 0-8 0,0 0-5 0,29-2-3 16,1-3-1-16,1 1-9 0,7 1 1 0,13-4-3 15,0 5-3-15,-11 1 4 0,-7-1-6 16,2 1-2-16,-5 0-4 0,-3 1 0 0,-6 1-7 15,-5 0 5-15,0 1-5 0,-5-2-4 0,-6 0-7 0,4 0-3 16,-4 0-7-16,-5 0-17 0,12 0-21 0,-12 0-11 16,4 0-2-16,-4 0-4 0,0 0-19 15,-13 6-27-15,0-5-27 0,0 2-35 0,-1-3-36 16,2 3-59-16,-1-3-161 0,-1 0-473 0,3 0 209 16</inkml:trace>
  <inkml:trace contextRef="#ctx0" brushRef="#br0" timeOffset="76537.75">23247 5819 168 0,'0'0'284'0,"0"0"-20"0,0 0-20 16,0 0-26-16,0 0-22 0,0 0-19 0,0 0-22 16,0 0-13-16,0 0-19 0,0 0-12 0,0 0-14 15,0 0-12-15,0 0-8 0,0 0-8 0,0 0-13 16,0 0-5-16,0 0-6 0,0 0-4 0,0 0-3 15,0 0-7-15,1 5 0 0,-1-5 3 0,-2 4-10 16,2-4-3-16,-3 7-2 0,3-5 1 0,0-2-3 16,0 5-1-16,0-5-3 0,0 0 0 0,0 5 1 15,0-5 0-15,0 0 0 0,0 3-2 0,0-3-1 16,0 0 1-16,0 0 12 0,0 0 19 0,0 0 21 16,0 0 26-16,0 0 5 0,0 0-12 0,0 0 4 15,0 0-14-15,0 0-2 0,0 0 0 0,0 0-2 16,0 0-9-16,0 0-10 0,0 0 1 0,0 0-6 15,0 0-10-15,0 0-6 0,0 0-8 0,0 0-5 16,0 0 1-16,0 0-8 0,0 0-3 0,4-10 7 16,-4 10-24-16,0 0-2 0,0 0-3 0,0 0 5 15,0 0-3-15,0 0 3 0,0 0 6 0,0 0 0 16,0 0 2-16,0 0 1 0,0 0 3 0,0 0 5 16,0 0 19-16,0 0 19 0,0 0-13 0,3-4 3 15,-2 0-3-15,0 0-2 0,0 1 2 0,1-1-4 16,0-1 0-16,0 2-3 0,0 0 0 0,-2 3-7 15,1-7 0-15,1 3-20 0,-2 4 10 0,2-3-17 16,-2 3-23-16,0 0-35 0,0-4-34 0,0 4-42 16,0 0-50-16,0 0-62 0,0 0-54 0,0-4-231 15,0 4-586-15,7-6 260 0</inkml:trace>
  <inkml:trace contextRef="#ctx0" brushRef="#br0" timeOffset="76969.92">23610 5373 188 0,'-3'-7'310'0,"3"4"-5"16,3-3-9-16,-3 6-10 0,0-8-19 0,0 8-23 16,1-3-21-16,-1 3-26 0,-1-3-20 0,1 3-24 15,0 0-23-15,0 0-15 0,0 0-12 0,0 0-15 0,0 0-14 16,2 16-3-16,1-5-12 0,-3 6-4 16,4 3-9-16,-3 6-4 0,-1 4-4 0,0 1 0 0,0 0-2 15,0 1-3-15,0 2-4 0,4-4-4 16,-4 0-1-16,0-3-5 0,-1-1-2 0,1-1 0 15,0-6 1-15,0-3 0 0,0-3-6 0,0-1 2 16,0-2 2-16,1 1-2 0,-1-5-2 0,0 1-1 16,0-2 1-16,0 0 6 0,0-1-3 0,0 0-1 15,0-4 7-15,-1 4-3 0,1-4 5 0,0 4 2 16,0-4 19-16,0 0 11 0,0 0-32 0,0 0-38 16,0 0-39-16,-3-14-39 0,-2 3-35 0,2 0-44 0,2-9-47 15,1-8-55-15,-1 1-249 0,2-7-565 16,0 3 250-16</inkml:trace>
  <inkml:trace contextRef="#ctx0" brushRef="#br0" timeOffset="77140.67">23597 5281 139 0,'-5'-7'277'16,"1"2"2"-16,4 0 11 0,-4 0 0 0,3 0-11 16,-1 4 1-16,0-3-22 0,0 0-18 0,2 4-38 0,-2-4-10 15,2 4-24-15,0 0-21 0,0-5-20 16,4 2-10-16,0 2-10 0,6-3-18 0,8 1-22 0,5 3-45 15,-2 0-44-15,9-2-49 0,-8 2-51 16,9 2-52-16,-3 1-51 0,1 0-268 0,-11-1-534 16,1 5 237-16</inkml:trace>
  <inkml:trace contextRef="#ctx0" brushRef="#br0" timeOffset="77406.61">23624 5884 187 0,'-1'4'234'0,"-2"-1"-11"0,3-3-17 15,0 0-12-15,0 0-14 0,-1 2-9 0,1-2-11 16,0 0-10-16,5 3-8 0,-5-3-8 0,15-1-15 0,2-1-9 15,7 1-12-15,7-3-7 0,6 2-10 0,15-5-21 16,3 2-27-16,4-2-38 0,-1-1-54 16,-1 3-58-16,-2-4-70 0,-18 2-181 0,-2-1-398 15,-6-2 176-15</inkml:trace>
  <inkml:trace contextRef="#ctx0" brushRef="#br0" timeOffset="77722.62">23685 5632 264 0,'-3'-3'336'0,"3"3"-32"16,-2-3-26-16,2 3-27 0,5-6-26 0,2 1-28 0,5 2-24 16,8-1-30-16,0-1-42 0,11-1-48 15,2 1-62-15,-5 4-69 0,7-4-85 0,-7 2-184 16,4-4-373-16,-3 2 165 0</inkml:trace>
  <inkml:trace contextRef="#ctx0" brushRef="#br0" timeOffset="77973.11">24338 5753 2754 0,'3'5'397'0,"-2"-4"-91"0,-1-1-9 15,1 5-10-15,-1-5-32 0,2 3-39 0,-2-3-36 0,0 0-45 16,0 0-21-16,2 4-15 0,-2-4-29 0,0 0-53 16,0 0-34-16,0 0-58 0,8-7-68 0,-8 7-73 15,7-5-71-15,0 3-80 0,1-5-304 16,-1-1-726-16,2 2 321 0</inkml:trace>
  <inkml:trace contextRef="#ctx0" brushRef="#br0" timeOffset="78486.3">24460 5004 140 0,'0'0'276'0,"-3"-4"-29"0,3 4-27 15,0 0-28-15,0 0-20 0,0 0-19 0,14 7-18 16,0 4-14-16,8 7-12 0,6 5-13 0,9 13-9 16,-2 4-6-16,-2 7-14 0,7 28-2 0,-9 2-7 15,-4 1-2-15,-8 4-9 0,-11-24-1 0,-1 2-6 16,-6 1-2-16,-2-2-1 0,-6-3-6 0,1-2 0 15,-4-4-4-15,-3 2-6 0,-5-8 3 0,2-12-4 16,-4-2-2-16,3-4 2 0,0-5-1 0,-3 0 27 16,2-2 13-16,1-7 18 0,6-4 14 0,1-1 19 15,1-1 7-15,3-2 11 0,1-1 16 0,1-1 2 16,-2 1 4-16,2-1 1 0,1 0-8 0,3-2-1 16,-2 2-1-16,2-2-15 0,0 0-16 0,0 0-29 15,0 0-61-15,0 0-108 0,0 0-104 0,0 0-104 16,12-13-388-16,2 3-740 0,3-1 328 0</inkml:trace>
  <inkml:trace contextRef="#ctx0" brushRef="#br0" timeOffset="119912.59">2407 9047 79 0,'0'0'193'15,"0"0"-8"-15,0 0-7 0,0 0-10 0,-1-4-12 16,1 4-14-16,0 0-9 0,0 0-7 0,0 0-16 16,-2-4-9-16,2 4-11 0,0 0-9 0,0 0-12 15,0 0-7-15,0 0-5 0,0 0-7 0,0 0-7 16,0 0-8-16,0 0-6 0,0 0-4 0,0 0-9 16,0 0-7-16,0 0-2 0,0 0-14 0,0 0 5 15,0 0 1-15,0 0 3 0,0 0-2 0,0 0 1 16,0 0-5-16,0 0 8 0,7-5-1 0,-2 1-1 15,-1 0 3-15,0 2-1 0,2-3 1 0,0-1-3 0,0 1 16 16,0 0 1-16,1-3-3 0,0 1-2 16,-3 2-3-16,0 0 8 0,-2-2 5 0,3 1 1 15,-1 2 6-15,0-3 10 0,-3 4-2 0,2-1 3 16,-2-1-3-16,-2 0-1 0,1 0-3 0,0 5-8 16,-2-5 7-16,2 5-14 0,-6-5-2 0,2 2-4 0,-3 3-6 15,-4 1 2-15,-6 4-2 0,0 1-4 16,-4-1 1-16,-8 6-2 0,2 3-3 0,-1 1 4 15,5 2-3-15,-3 3-3 0,1 3-1 0,-3 1-1 16,-8 10 0-16,7 7 1 0,2 0 3 0,6-8 2 0,2 7-4 16,4-7 2-16,3-3-5 0,5 2-17 0,0-3 0 15,4-1 5-15,3 2 1 0,2-6 2 16,4 2 1-16,2-7 3 0,1-2 2 0,5-2 1 16,7 0 2-16,-4-3 5 0,10-3 0 0,5-3-3 0,3-2 0 15,3-4-2-15,0-4-13 0,16-4 2 0,-18 2-12 16,5-7 0-16,-6 1 2 0,0-2 1 0,-2-3-6 15,-2-1 9-15,-4-2 1 0,0-1 2 0,-2 0-9 16,-4-1 11-16,-1 2 1 0,-5-2 15 16,-6 6 15-16,-5 1 9 0,-1 3-6 0,-2 0 0 15,-2 2 0-15,-2 0 2 0,-2 1-4 0,-1 3-5 0,-5 2-4 16,0 2-6-16,-4-1 4 0,-3 6-2 0,-4-1-2 16,-2 8-6-16,-6 0 8 0,4 4-3 0,1 2 0 15,2 0 0-15,8-2 0 0,-6 4-5 16,7-4 7-16,2 2-5 0,-5 4 6 0,7-3-7 15,2-1-2-15,3-1 0 0,0-5-2 0,5 4 4 0,0-4-1 16,1 0-1-16,3-5 6 0,-3 2 0 0,6-3 8 16,-1-1-4-16,3-2 2 0,2-4 6 0,1 0 4 15,-2-3 9-15,5-2 0 0,0-2 0 16,-1-2-5-16,0-1-2 0,0-3-3 0,-1 4 3 16,-1-3 2-16,-3 6-6 0,0 0-4 0,-1 0-4 15,-1 2 1-15,1 0 2 0,-4 5-5 0,0-3-2 0,0 5 1 16,-3-3-5-16,4-1 0 0,0 3-1 0,-5 1 0 15,13 4 1-15,0-2 1 0,-3 2-6 16,7 1-18-16,-1 1-22 0,2 0-24 0,0 1-37 0,1-2-46 16,4-1-205-16,-5 0-388 0,-4-3 173 15</inkml:trace>
  <inkml:trace contextRef="#ctx0" brushRef="#br0" timeOffset="120314.43">3125 9056 149 0,'0'0'224'0,"0"0"-19"15,0-5-27-15,0 5-14 0,0 0-21 0,0 0-18 16,0 0-8-16,0 0-19 0,0 0-11 0,0 0-11 15,0 0-4-15,-16 9-10 0,7 0-5 0,0 0-11 16,-2-1-4-16,0 5 8 0,-2 2-8 0,2-1-8 16,2 2-6-16,0 0-5 0,-4-1-1 0,8-1-9 15,-3 3 5-15,4-5-6 0,0 2 1 0,3-2 1 16,2 1 0-16,2-2-3 0,1 2 0 0,-4-6-4 16,2 5 3-16,2-2-1 0,3-1-4 0,-1-1 4 15,3 1-2-15,0-2-10 0,0 3 10 0,1-3-1 16,-2 1-1-16,-1-1-1 0,0 0-2 0,0 0 1 15,0 1-9-15,-3-2 7 0,-4 0 0 0,0 0 2 16,-2 2-2-16,-1 1 7 0,-5-4 0 0,-4 5 14 16,0-2-1-16,-1 1 0 0,-4-2-3 0,2-1-3 15,-2 3-10-15,-1-4-22 0,8 0-22 0,-5 0-33 16,3-3-38-16,1-1-35 0,-1 1-181 0,5-5-354 16,1 0 157-16</inkml:trace>
  <inkml:trace contextRef="#ctx0" brushRef="#br0" timeOffset="120845.6">3310 9314 57 0,'0'0'251'0,"-9"-2"-8"15,9 2-14-15,0 0-17 0,-6-2-22 0,6 2-20 16,0 0-14-16,0 0-18 0,0 0-16 0,0 0-10 16,0 0-12-16,-8 2-5 0,8-2-11 0,0 0-2 15,0 0-6-15,0 0-9 0,0 0-7 0,13-8-1 16,-8 6-14-16,4-5-6 0,0 0-1 0,3 1-4 16,2-3-4-16,1-3-3 0,2 2-1 0,1-1-4 15,-3-2-2-15,5-3-3 0,2-2 0 0,-9 8-2 16,1-2 1-16,-6 3-5 0,1 0 2 0,-2 3-6 15,-3-1 1-15,1 3 4 0,-1 3-1 0,-4-3-9 16,0 4 3-16,-1-6-8 0,1 6 0 0,-14 3-1 16,2 0-1-16,-7 1 0 0,-3 10 1 0,-2 2-2 15,1 2 1-15,-1-2-2 0,1 3 0 0,0-2 1 16,2 5-4-16,0 2 0 0,5-5 2 0,7-3-1 16,-1 2 2-16,6-1 3 0,2-3 2 0,3 1 1 15,3-5 3-15,1 1-2 0,10-1 1 0,3 0 2 16,9 0 3-16,2-5 1 0,8-1 0 0,0-4 1 15,3-3-2-15,-2 1-3 0,1-5 6 0,-6 5 7 16,-4-4 13-16,-11 1 19 0,-4 1 16 0,-1 3 15 16,-3-2 13-16,-5 1 4 0,3-1 2 0,-3 2-13 15,-1-3-2-15,0 1-16 0,-3 1-21 0,-1 2-22 16,0-5-30-16,0 5-27 0,-6-5-24 0,-2 4-31 16,3 1-30-16,5 0-37 0,-17-1-30 0,11-1-29 15,-2 2-42-15,-2 0-175 0,5-1-464 0,1-1 205 16</inkml:trace>
  <inkml:trace contextRef="#ctx0" brushRef="#br0" timeOffset="121060.56">3862 9256 159 0,'0'0'277'16,"0"0"-19"-16,0 0-18 0,0 0-28 0,0 0-24 16,0 0-20-16,3-7-21 0,11 2-20 0,7 1-31 15,4-5-30-15,8 0-35 0,2 1-51 0,-3-3-48 16,2 1-64-16,-6 1-160 0,4-1-316 0,-1 1 140 16</inkml:trace>
  <inkml:trace contextRef="#ctx0" brushRef="#br0" timeOffset="121395.62">4440 8858 125 0,'3'-4'314'0,"-2"-2"-4"0,0 1-14 0,0 0-10 15,-1 2-23-15,3-1-22 0,-3 4-35 0,1-6-26 16,-1 6-22-16,1-4-16 0,-1 4-28 0,0 0-28 15,0 0-14-15,0 0-6 0,7 14-6 0,-5-4-5 16,0 0-5-16,4 6-7 0,-5 2-7 0,3-1-2 16,2 3-4-16,-2 1 2 0,1 2-4 0,-2 4-5 15,1-2-1-15,1 0-1 0,-4-7-3 0,7 9 0 16,-6-3 4-16,1-4-3 0,-2-2 2 0,3 2-10 16,-4-8-1-16,0 0 1 0,3-1-4 0,-6-2-1 15,3-2-21-15,0 0-8 0,0-3-16 0,3 3-16 16,-3-3-9-16,0 0-13 0,0-1 2 0,-3 2-13 15,-2-4-30-15,5-1-36 0,-14 0-35 0,9-4-40 16,-5-3-156-16,3-2-418 0,-3-4 185 0</inkml:trace>
  <inkml:trace contextRef="#ctx0" brushRef="#br0" timeOffset="121556.64">4261 8707 240 0,'-2'-11'261'0,"2"5"-25"0,2-5-27 16,-1 6-18-16,8-4-19 0,4-2-19 0,10 4-17 16,4-1-14-16,6 1-11 0,7 6-41 0,12 2-30 15,-13 3-44-15,-1 2-47 0,3 1-44 16,-6 5-65-16,-5 1-113 0,-3-2-294 0,-11 2 131 0</inkml:trace>
  <inkml:trace contextRef="#ctx0" brushRef="#br0" timeOffset="121724.58">4439 9319 281 0,'-2'3'306'16,"2"-3"-18"-16,0 0-31 0,0 0-24 0,17-6-24 16,2-2-21-16,17-1-27 0,10-5-43 0,13 0-44 15,1-3-47-15,1 1-65 0,2-1-94 16,-6 0-197-16,-1 1-357 0,-17 2 159 0</inkml:trace>
  <inkml:trace contextRef="#ctx0" brushRef="#br0" timeOffset="122362.62">1984 10028 51 0,'0'0'146'0,"0"0"-10"0,0 0-12 15,0 0-17-15,0 0-10 0,0 0-13 0,-6 3-3 16,6-3-18-16,0 0-5 0,0 0 0 0,0 0-11 16,0 0-1-16,0 0-3 0,0 0-6 0,0 0-8 15,0 0-10-15,0 0 4 0,0 0 3 0,0 0-1 16,23 1 17-16,-7-5 0 0,17 0 10 0,7-1 4 16,24-4 7-16,42-12 10 0,5-3 3 0,18 0 3 15,13-6 5-15,14 2 0 0,15 0-3 0,11-1 3 16,11 1-2-16,5-1-11 0,0 0-10 0,-9 3-4 15,-4-3-5-15,-15 5-3 0,-15 2-9 0,-20 2-4 16,-14 0-6-16,-13 6 3 0,-17-1-9 0,-29 6-1 16,-3-1-2-16,-1 2-5 0,-7 0 1 0,-19 1-3 15,-2 4-2-15,-7 0 4 0,-7-1 13 0,-3 1 10 16,-2 2 6-16,-3 0 5 0,-1-1 1 0,1 1-4 16,-4 0-3-16,1 0-8 0,-5 1-11 0,9 0-36 15,-9 0-44-15,6 1-25 0,-6 3-34 0,0-4-51 16,-4 8-66-16,-1-3-183 0,0-1-448 0,5-4 199 0</inkml:trace>
  <inkml:trace contextRef="#ctx0" brushRef="#br0" timeOffset="147189.59">7862 9285 124 0,'-1'-4'135'0,"1"-1"5"0,0-2-14 0,-2 3-7 15,2-1 15-15,0-3-18 0,0 3-8 0,2-3-7 16,-1-3-5-16,-2 1-3 0,1 1-5 0,-2-1-3 15,2 3 2-15,2-1-4 0,-2 1-3 0,-2 4-10 16,2-2-3-16,0 1-8 0,0-1-8 0,-1 0-12 16,1 5-2-16,0 0-14 0,0 0 3 0,0 0-6 0,-6 16-2 15,-3-1-2-15,-1 7 1 0,1 5-2 16,-4 3-6-16,4 4 0 0,-3 0 3 0,-2 10-2 16,8-10-8-16,-3 0 4 0,1-3 3 0,6 1-7 15,-2-2 4-15,0-4-5 0,0-2 4 0,4-5-4 0,0-4 2 16,0 0-2-16,0-3 0 0,0-5 1 0,-1 2 0 15,1-6-4-15,0 4 12 0,0-4 11 16,1 2 13-16,-1-5 5 0,0 6 1 0,0-3 5 16,0-3 0-16,0 0-4 0,0 5-3 0,0-5-6 0,0 0-3 15,0 0-16-15,0 0-28 0,0 0-40 0,0 0-37 16,0 0-41-16,0 0-42 0,0 0-187 0,0 0-392 16,0 0 174-16</inkml:trace>
  <inkml:trace contextRef="#ctx0" brushRef="#br0" timeOffset="147540.67">7701 9699 41 0,'-8'2'153'0,"8"-2"-9"0,-6 1-11 0,6-1-14 16,0 0-13-16,0 0-9 0,-5 2-6 0,5-2-15 16,0 0-3-16,0 0-3 0,0 0-10 0,0 0-7 15,0 0 3-15,23 0-2 0,-4-3-8 0,14-1-5 16,0-1 4-16,19-4-2 0,0-1 4 0,2 5 1 16,-1-3 6-16,-17 2-12 0,1 3-6 0,-1 0-7 15,-3-4 1-15,-6 5-1 0,-4 0-3 0,-4 1-6 16,-2-1-2-16,-7 2 5 0,3-1-8 0,-7 0 1 15,2 0-5-15,-3 1 0 0,-5 0-11 0,10-2 7 16,-10 2-2-16,0 0 3 0,0 0-13 0,0 0-18 16,-11 8-19-16,2-4-32 0,-3-1-21 0,1 2-43 15,-2-1-129-15,0-4-288 0,0 3 127 0</inkml:trace>
  <inkml:trace contextRef="#ctx0" brushRef="#br0" timeOffset="148242.62">8566 9621 185 0,'0'0'176'0,"0"0"-17"16,-5 1-14-16,5-1-10 0,0 0-14 0,0 0-11 0,0 0-7 16,0 0-15-16,0 0-10 0,0 0-7 0,0 0-2 15,0 0-7-15,0 0-5 0,0 0-3 16,0 0-3-16,0 0-8 0,0 0-2 0,20-7-2 16,-9 2-6-16,-1-1-6 0,5 2-5 0,2-3 2 0,-1 0-4 15,2-1 1-15,2-1-2 0,0 0-6 0,-3-2 3 16,3 2-5-16,-2 1-5 0,0-3 5 0,-2 0 0 15,-1 1-1-15,-3 1 8 0,-3 1 0 16,0-3 9-16,-4 6 6 0,0 0-2 0,-1-2-11 0,-3 4 5 16,-1-4-3-16,-4 2-4 0,-2 2-4 0,-3 2-4 15,-4 0 2-15,-4 1-5 0,-4 2 1 0,1 1-4 16,-7 5-1-16,0-1 1 0,3 4 2 0,-3 0-4 16,9 0-3-16,-5 4 0 0,5-3 3 0,4 0-1 15,0 3-1-15,5-1 0 0,3-2 0 0,-1 5 1 16,5-7-2-16,0 2 1 0,5 0 0 0,3-2-6 15,6 2 9-15,4-2 0 0,6-3 0 0,10 0-1 16,0-4 1-16,5 0 0 0,3-6-1 0,13 0-10 16,-2-4 3-16,-11 0 1 0,-4-5 0 0,1 1-2 15,10-10 3-15,-16 4-1 0,-2-3 3 0,-2-1 2 16,0-5-2-16,-5-1 1 0,-2 0 0 0,-2-6 9 16,1 3 12-16,-5 0 13 0,-3 0 20 0,-4 5 17 15,2 1 9-15,-6-3 7 0,-1 10 4 0,0 3-1 16,0 3-4-16,-2 1-3 0,0 2-9 0,1 1-13 15,-1 2-7-15,2 0-12 0,-2 1-15 0,0 4-21 16,0 0-1-16,0 0 0 0,-9 20-3 0,3-3 1 16,-1 6 1-16,3 4 1 0,-4 1-2 0,2 4-1 15,-1-3-1-15,0 3 1 0,4-1 2 0,0-2-2 16,-1 3 1-16,4-6-4 0,-2-1-1 0,1-6-13 16,0-2-7-16,2-5-9 0,-1 0-11 0,1-2-17 15,-2-1-22-15,2-6-7 0,-2 6-6 0,2-4 3 16,-2-2 3-16,1 1-5 0,0-4-57 0,0 0-70 15,0 0-151-15,0 0-403 0,-10-14 179 0</inkml:trace>
  <inkml:trace contextRef="#ctx0" brushRef="#br0" timeOffset="148506.62">9095 9443 2 0,'0'0'166'0,"0"0"3"0,-5 4-11 16,5-4-9-16,0 0-12 0,0 0-7 0,0 0 0 16,0 0 5-16,27-2-7 0,-9-3-8 0,10 2-13 0,2 1-8 15,2-5-11-15,3 0-7 0,2 1-4 0,-1 1-14 16,-3-2-3-16,-2 5-11 0,-6-2-7 0,-4 1 3 16,-2 2-7-16,-9-2-4 0,0 1-5 0,-1 1-1 15,-4-1-7-15,0 2-7 0,-5 0-2 0,11 0-12 16,-11 0-8-16,0 0-6 0,1 4 4 0,-1-4-33 15,-8 5-34-15,3 0-27 0,0-1-42 0,-1 2-173 16,-1-4-344-16,2 2 152 0</inkml:trace>
  <inkml:trace contextRef="#ctx0" brushRef="#br0" timeOffset="152440.63">10686 7479 37 0,'0'-5'211'0,"0"5"-8"0,0-4-6 16,0 4 2-16,1-4-6 0,-1 4-10 0,2-5-7 15,-2 5-7-15,2-5-6 0,-2 5-6 0,0-4-10 16,0 4-10-16,1-3-11 0,-1 3-13 0,2-4-13 16,-2 4-13-16,0 0-11 0,0 0-9 0,1-4-14 15,-1 4-23-15,0 0-17 0,0 0-5 0,0 0-3 16,0 0-2-16,1 14-1 0,-1-6 2 0,0 1-5 16,2 3 3-16,-1-1 3 0,-1 4 4 0,0 2-8 15,0-5 2-15,-1 5 1 0,1-3-3 0,1-2 1 16,-1-2 2-16,0-3-1 0,2 1-1 0,-1-2 7 15,-1-1-4-15,-1-1 0 0,2-1 7 0,-1-3 19 16,2 6 23-16,-2-6 12 0,0 0 0 0,0 0-9 16,10-9 1-16,-3 1-4 0,-1-3-9 0,4-3-5 15,0-1-4-15,1-1-8 0,1-1-4 0,1 3-3 16,1 0-1-16,-4 1-3 0,-2 3-3 0,2 3-2 16,-5 2-7-16,2-1 1 0,-2 2-1 0,-1 2-3 15,0 0-10-15,1 1-7 0,-5 1-6 0,6 0-3 16,-1 3 11-16,-1 1-15 0,1 1 8 0,-1 4 1 15,2 2 1-15,-1 0 1 0,-2 1 4 0,3-2 2 16,0 2-2-16,0 4 0 0,-1-4 5 0,0-1 2 16,-1 0-1-16,0-2 5 0,-3-2-2 0,2-2-1 15,-1 1 6-15,2-3 5 0,-3 0 3 0,1 2 35 16,-2-5 42-16,0 0 2 0,0 0-24 0,12-10 5 16,-7 6-1-16,3-6-2 0,0 0-4 0,2-5-8 15,-1 1-5-15,4 1-4 0,-2-3 4 0,-7 4-14 16,4 6-9-16,-1-5 3 0,-3 6-7 0,1-2-5 0,-1 2 0 15,0 1-8-15,-1 1-3 0,-1-1-6 16,-2 4-13-16,4-4-20 0,0 3-11 0,-4 1 0 16,0 0-7-16,10 4-10 0,-5-3-8 0,2 4-9 15,0-1-19-15,2 0-12 0,0 4-20 0,0-2-18 16,1-1-27-16,0 4-33 0,2-5-17 0,1 5-237 0,-3-3-498 16,1-5 220-16</inkml:trace>
  <inkml:trace contextRef="#ctx0" brushRef="#br0" timeOffset="152763.59">11390 7500 108 0,'0'0'328'0,"1"-5"1"16,1 0-3-16,-2 5-11 0,1-4-14 0,-1 4-9 16,3-3-28-16,-3 3-27 0,0 0-23 0,0 0-15 0,0-5-38 15,0 5-14-15,0 0-24 0,0 0-28 0,0 0-33 16,0 0-14-16,0 0-10 0,0 0-4 0,3 12-2 15,-2-6-5-15,-1 1-9 0,0 3 5 0,0 1-2 16,2 1-5-16,-2 0 4 0,0-2-2 0,0 4-4 16,0-4 3-16,1 3-3 0,0-2-5 0,1-2-4 15,-2-1 3-15,2 0 0 0,-2-3 1 0,0 2 0 16,0-4 4-16,0 2-5 0,1-2-2 0,-1-3 8 16,2 6-1-16,-2-6-5 0,0 4 1 0,0-4 1 15,0 0 6-15,0 0-3 0,0 0-1 0,1 4 13 16,-1-4-19-16,0 0-22 0,0 0-16 0,0 0-19 15,0 0-22-15,0 0-31 0,0 0-21 0,-4 3-48 16,4-3-74-16,0 0-291 0,0 0-581 0,-9-8 258 16</inkml:trace>
  <inkml:trace contextRef="#ctx0" brushRef="#br0" timeOffset="152978.64">11689 7586 281 0,'0'0'303'16,"5"-1"-17"-16,-5 1-32 0,0 0-27 0,7-3-26 15,-7 3-24-15,0 0-29 0,0 0-26 0,0 0-13 16,0 10-5-16,0-3-19 0,-7 2-6 0,3 3-5 16,-1-1-16-16,-5 4-13 0,0 2-15 0,-3 0-31 15,-1 6-33-15,-3-3-55 0,-2 2-35 0,1-4-66 16,-1 0-168-16,3-7-388 0,0-2 173 0</inkml:trace>
  <inkml:trace contextRef="#ctx0" brushRef="#br0" timeOffset="153807.6">12023 7461 187 0,'0'-5'263'16,"1"1"-11"-16,-1-2 3 0,1 4-9 0,-1-2-17 16,1 0-20-16,-1 4-15 0,0-7-19 0,0 7-20 0,2-4-15 15,-2 4-17-15,1-3-18 0,-1 3-21 0,0 0-26 16,0 0-9-16,0 0-12 0,0 0-1 0,3 10-6 16,-2-1-4-16,-1 0-2 0,-1 2-5 0,1 1 3 15,-2 1-5-15,1 1 0 0,-2 4-3 16,1-3 1-16,-1 1 2 0,2-4-5 0,0 1 0 0,-2 0-1 15,2-1-6-15,0-3 12 0,1-3-9 0,-2 0 2 16,1-1 2-16,1-1 30 0,0 0 49 0,0-4 27 16,0 0-9-16,0 0-15 0,0 0-11 0,14-13-6 15,-5 0-4-15,3 0-13 0,-1-2-1 0,3-3-3 16,2-3-9-16,1 3-6 0,-4 3-5 0,1 3-1 16,-2-1-6-16,-6 3-2 0,2 3 2 0,-2 3-12 15,-1-3-2-15,-1 3-9 0,-1 0 2 0,-2 2-30 16,3-1-23-16,-4 3-4 0,0 0 7 0,0 0 4 15,12 8 3-15,-6-3 6 0,-3 4-5 0,3-1 10 16,-4 3-2-16,3-1 9 0,0 2-12 0,0 0 0 16,-1-1 3-16,0 1 0 0,1-3 4 0,-1-4 0 15,-1 2 11-15,1-2-3 0,-1 0 4 0,-1-2 5 16,1-1 30-16,0 1 25 0,-3-3 7 0,0 0-5 16,14-6 7-16,-4-1 8 0,-3-1-10 0,0 0-1 15,1-2-6-15,2-1-16 0,0-1 5 0,2-1 0 16,-2 5-11-16,-2-2-4 0,-2 3-2 0,2-1-8 15,-2 3-1-15,-2 1-3 0,1-2-3 0,-1 4-9 16,0-1-24-16,0 2-15 0,-4 1-24 0,0 0-4 16,15 4-15-16,-10-1-19 0,2 2-23 0,-3 2-27 15,3 3-39-15,2-2-51 0,-1 2-42 0,-3 1-215 16,2-2-540-16,1-1 239 0</inkml:trace>
  <inkml:trace contextRef="#ctx0" brushRef="#br0" timeOffset="154243.62">12695 7463 233 0,'1'-2'318'0,"-1"2"-19"0,1-6-25 0,-1 6-24 16,3-2-34-16,-3 2-23 0,5-3-22 0,-5 3-8 16,0 0-25-16,11 5-15 0,-5-2-12 0,1 0-16 0,3 3-7 15,-1 1-15-15,0 0-11 0,0 1-9 16,0 0-8-16,0 2-7 0,-2-1-6 0,0 2-11 15,-3 1 0-15,1 2-9 0,-5-2-5 0,3 1-2 16,-6-1-3-16,3 4 0 0,-2-5 2 0,-2 1-3 0,-4-1-2 16,3-1 1-16,1 1 0 0,-1-2 1 0,-3-1 3 15,3 0-3-15,0-4 3 0,1 1 11 16,2 2-9-16,-2-3 1 0,1-2 0 0,2 1-1 16,-3 1 5-16,4-4 11 0,-4 3 9 0,4-3 11 15,-1 4 9-15,1-4 3 0,0 0-3 0,0 0 0 0,0 0-7 16,0 0-7-16,22-2-1 0,-3 0-6 0,0-1-2 15,12-2-2-15,-2 3-4 0,2 0 12 16,-2-1-22-16,-9 3 3 0,1-3-1 0,1-1 0 16,-3 3-6-16,-1 0 2 0,-6 0 3 0,-2-1-5 0,-4 2-2 15,2 0 2-15,-3-1 9 0,-5 1-7 0,8 0 8 16,-8 0 1-16,8 0 5 0,-8 0-5 0,0 0-8 16,0 0-2-16,7-1 1 0,-7 1-14 0,0 0-13 15,0 0-13-15,0 0-18 0,0 0-18 0,0 0-29 16,0 0-41-16,0 0-44 0,0 0-54 0,0 0-38 15,-19-4-201-15,12 1-511 0,4 1 227 0</inkml:trace>
  <inkml:trace contextRef="#ctx0" brushRef="#br0" timeOffset="154462.64">13446 7495 122 0,'0'0'314'15,"3"-3"-33"-15,-3 3-30 0,0 0-24 0,5-2-35 16,-5 2-34-16,5-4-33 0,1 3-33 0,4-1-33 16,1 1-36-16,1 0-35 0,3-2-70 0,2 0-67 15,3 1-119-15,-3-3-288 0,5 1 128 0</inkml:trace>
  <inkml:trace contextRef="#ctx0" brushRef="#br0" timeOffset="154598.6">14021 7449 114 0,'9'-3'230'16,"-4"3"-20"-16,1-1-28 0,2-2-23 0,-3 2-43 15,7-1-41-15,2-1-48 0,5-1-64 0,4 1-143 16,7-3-194-16,1 3 86 0</inkml:trace>
  <inkml:trace contextRef="#ctx0" brushRef="#br0" timeOffset="154743.51">14619 7407 105 0,'5'1'339'16,"-5"-1"-9"-16,0 0-14 0,0 0-18 0,0 0-29 15,12-2-28-15,-8-2-29 0,4 1-49 0,3-3-54 0,4 3-53 16,6-1-65-16,0-1-64 0,6-2-71 15,-5 4-225-15,0 0-400 0,-3-5 177 0</inkml:trace>
  <inkml:trace contextRef="#ctx0" brushRef="#br0" timeOffset="156155.59">16326 7265 35 0,'-1'-4'218'0,"0"-1"2"0,1 5 1 16,1-7-6-16,-1 2 2 0,-1 1 0 0,2 0-9 16,-1 4-3-16,0-8-19 0,1 4-8 0,-1 1 3 15,0 3-17-15,3-4-16 0,-3 4-17 0,0-6-15 16,0 6-16-16,0 0-18 0,2-1-26 0,-2 1-30 15,0 0-14-15,0 0-2 0,6 11-1 0,-4-1-2 16,-1-1 0-16,2 8-3 0,-2 0 3 0,1 1-5 16,1 3 3-16,-1-2-1 0,-1 1 8 0,0-1-8 15,-1 0 1-15,1-1-3 0,-1 1 0 0,0-4 0 16,0-3-1-16,0-1 5 0,2-4-2 0,-2 0 2 16,0-1-1-16,1-1 9 0,-1 0 32 0,0-3 32 15,1 1 52-15,-1-3 39 0,0 0 5 0,0 0-20 16,0 0-15-16,12-16-18 0,-6 5-11 0,4-4-9 15,6-6-12-15,-5 4-15 0,5-5-5 0,0 1-8 16,-6 4-6-16,2 2-4 0,-2 5-8 0,-2 0-11 16,-2 2-1-16,-2 2-1 0,1 1-13 0,0 3-25 15,-1-2-26-15,0 3-14 0,-4 1 9 0,0 0-14 16,13 6 7-16,-7 0-3 0,0 3 0 0,0 0 7 0,-1 2 2 16,1 3 2-16,0 3 7 0,1 1 1 0,-3-1-3 15,-2-3 20-15,3 2-9 0,-2 0-2 16,1-4 0-16,1-3 6 0,-4-1 8 0,0-1 3 15,2-3 1-15,-3 1 9 0,1 0 28 0,0-3 36 0,-1-2 30 16,0 0-6-16,7 0-8 0,-7 0-10 0,13-12-8 16,-2 5-6-16,-1-6-7 0,4-4-6 0,3-2-5 15,2-2-6-15,-1-3-1 0,0 4-9 16,-4 3 1-16,0 3-9 0,-4 2 3 0,-2 4-4 16,-2 1-1-16,2 1-1 0,-4 2-6 0,1 0-9 0,-4 0-32 15,3 1-18-15,-4 3-3 0,0 0-1 0,15 4-4 16,-8 0-1-16,1 3-9 0,8 4-2 0,-9-1-11 15,0 1-17-15,7 2-18 0,-1 3-24 16,-2-2-28-16,2 0-37 0,1 1-45 0,-3-4-59 0,-4-1-266 16,0-1-624-16,-1-1 276 0</inkml:trace>
  <inkml:trace contextRef="#ctx0" brushRef="#br0" timeOffset="156656.6">17124 7390 198 0,'5'-5'275'0,"-4"2"-3"0,-1-2-2 15,0 5-6-15,3-5-6 0,-2 3-8 0,-1 2-13 16,4-2-11-16,-4 2-21 0,0 0-23 0,2-6-22 16,-2 6-23-16,0 0-12 0,0 0-11 0,3-2-28 15,-3 2-17-15,0 0-21 0,0 0-9 0,0 0-11 16,0 0 0-16,1 14-2 0,-1-6-12 0,3-1 14 16,-6 2-12-16,3 1-1 0,0 4-4 0,0 0 1 15,-1-1 0-15,1 3 7 0,-3-2-12 0,3-1 5 16,0-3-6-16,0 1-1 0,0-3 4 0,0-2-5 15,0 0 3-15,0-3 1 0,-1 1 4 0,2-1 3 16,-1-3 41-16,-1 6 59 0,1-6 38 0,0 0 1 16,0 0-18-16,0 0-14 0,10-13-13 0,-3 4-6 15,4-4-16-15,-2-1-9 0,3-2 1 0,2 2-14 16,-3-1-9-16,1 4-7 0,-1-1-3 0,-3 3-4 16,-2 3-6-16,-2 1 3 0,4 1-18 0,-6 2-18 15,2-1-33-15,-1 2-25 0,-3 1 7 0,9 4-4 16,-3-2-5-16,0 5 1 0,-2 0 0 0,3 0 0 0,-1 6 12 15,-1-2 0-15,1 4-9 0,2 0-20 16,-3 1-35-16,-1-5-38 0,0 1-46 0,1 2-52 16,0-2-66-16,0-3-296 0,-1-1-656 0,5-1 290 15</inkml:trace>
  <inkml:trace contextRef="#ctx0" brushRef="#br0" timeOffset="157506.72">18832 7249 61 0,'0'-5'226'0,"0"0"-9"0,0 1-14 0,0-2 2 0,0 1-7 15,0 5-5-15,0-6-10 0,0 2-11 0,0 4-12 16,-1-7-9-16,1 7-10 0,0-4-11 0,0 4-21 16,-4-2-12-16,4 2-12 0,-13 1-16 0,3 1-8 15,-7 4-8-15,0 3-9 0,-7 3-3 0,-1 2-5 16,-2 2-2-16,3 1-3 0,-3 1-6 0,4-1 0 16,3 3-8-16,-1-1 1 0,1 1 0 0,8-3-3 15,1-3-4-15,1 0-2 0,3-3-5 0,2-3-5 16,1 0-1-16,0-3-2 0,2 0 7 0,-2-1 0 15,3 1 5-15,1-5 14 0,5 3 11 0,-5-3 0 16,11-2 5-16,0-1-2 0,0-3-1 0,-1 1 5 16,2 1-7-16,4-2 7 0,-3-1-9 0,1 3-1 15,-5-2-7-15,5 0 4 0,-5 2-2 0,0-1-1 16,-1 4-7-16,-1 0-1 0,0 1-2 0,-2-3-2 16,3 3 0-16,-1 0-3 0,0 0-3 0,-1 3 0 15,2-2-10-15,-2 3-7 0,3 0-11 0,-3 1-12 16,2 0-27-16,0 2-27 0,1 0-38 0,0 0-33 15,-2 1-33-15,2-1-47 0,-4-3-208 0,0 1-482 16,-1-2 213-16</inkml:trace>
  <inkml:trace contextRef="#ctx0" brushRef="#br0" timeOffset="157839.57">18998 7303 196 0,'9'-8'319'0,"-2"-2"-3"0,0 3-24 0,-2 2-30 15,-1-1-23-15,1 2-33 0,1 2-20 0,0-1-25 16,0 3-18-16,3 2-12 0,0 0-12 0,4 3-11 16,-3 2-16-16,3 1-8 0,2 4-10 0,-1 1-12 15,-1 1-1-15,0 1-10 0,-2 2-3 0,-2 1-7 16,-1 1-2-16,-2-1-12 0,1 3 4 0,-2-4-3 16,-1 0-5-16,-2-2-3 0,-2-3-3 0,0-2-4 15,2-4 1-15,-2-1-3 0,0 3 9 0,0-5 31 16,1 2 35-16,0-3 55 0,-1-2 50 0,1 4 7 0,-1-4-20 15,0 0-13-15,2-12-9 0,-2 5-10 16,0-4-15-16,2-2-15 0,0-4-13 0,1-2-22 16,4-6-14-16,0 2-18 0,1-2-14 0,-1 4-16 15,1 3-15-15,1 1-21 0,0 3-31 0,1 2-40 16,1 1-46-16,-5 2-38 0,8 3-27 0,1-2-40 16,3 6-10-16,-1 1-32 0,1 2-22 0,1 1-45 15,-2 3-198-15,2-1-591 0,-4 1 262 0</inkml:trace>
  <inkml:trace contextRef="#ctx0" brushRef="#br0" timeOffset="158240.57">19558 7436 301 0,'0'0'305'0,"0"4"0"0,0-4 1 16,0 4-5-16,0-4-9 0,0 0-33 0,0 0-33 16,0 0-15-16,0 0-26 0,18-9-16 0,-8 3-18 15,1 2-22-15,5-4-10 0,4-1-5 16,-2 3-16-16,1-5-10 0,8 1-12 0,-10 0-1 0,7-4-13 15,-1 0-16-15,-4 4-3 0,-1-2-9 0,-3-2-5 16,0 2-3-16,-1-4-1 0,-4 4-5 0,0 1 1 16,-2 1-5-16,-4 0-1 0,-2-2-2 0,-2 6-8 15,-4-5 0-15,-5 5-4 16,-3 0-4-16,-6 1 0 0,-10 4 0 0,-3 2-6 0,-1 4 3 0,-2 2-1 16,4 2-6-16,-3 2 0 0,5 3 7 0,0 3-1 15,6 0-7-15,0 0 5 0,3 2 3 16,10-2-5-16,1 0-3 0,4 3-2 0,7-3 13 15,6 4 1-15,9 1-1 0,2-5 7 0,10 0-2 0,6-4 1 16,21-1 3-16,2-1-2 0,33-2 10 0,-27-4 2 16,32 1 1-16,-36-6 5 0,-3 3-7 0,-2-2 2 15,-6 1 7-15,-17 2-9 0,-3-5 0 0,-10 2 0 16,-6-2-7-16,0 1 6 0,-5 0 0 0,0 0-9 16,-5 0 6-16,-4 0-3 0,10 0-4 0,-10 0-5 15,9 0-15-15,-9 0-20 0,0-3-37 0,0 3-57 16,0 0-57-16,-27 3-61 0,13-3-77 0,0 0-202 15,1-1-571-15,3-4 253 0</inkml:trace>
  <inkml:trace contextRef="#ctx0" brushRef="#br0" timeOffset="159089.81">21466 7189 200 0,'-3'-5'275'16,"3"5"-22"-16,0-7-21 0,0 7-12 0,3-5-29 15,-3 5-19-15,1-5-20 0,-1 5-15 0,4-2-20 16,-4 2-13-16,5-2-12 0,-5 2-7 0,10 4-9 15,-2 0-12-15,0 3-7 0,2-1-3 0,-3 3-4 16,5 5-8-16,1 0-2 0,-3 3-4 0,0-2-3 16,0 2-6-16,-1 0 0 0,-2 1-1 0,-1-1-7 15,0 0 1-15,-2-2-4 0,-1 0-3 0,1-1 1 16,-2-6-3-16,0 4 2 0,0-7-3 0,-2 2 0 16,0-2-1-16,0 0 30 0,1-2 33 0,1 1 43 0,-2-4 58 15,2 3 50-15,-2-3 39 0,0 0 0 16,0 0-21-16,0 0-28 0,9-12-23 0,-6 1-18 15,4-3-19-15,1-3-16 0,-3-4-13 0,9-1-15 16,-2-3-12-16,-1 2-11 0,1 0-13 0,-3 6-7 0,1 3-11 16,-2 2-9-16,-3 5-20 0,0-3-22 0,-1 5-25 15,1-2-26-15,-3 2-38 0,2 3-53 16,-1-2-44-16,0 2-25 0,-3 2-18 0,11 2-28 16,-4 1-31-16,-2 0-36 0,3 6-36 0,-3-6-264 0,-1 2-671 15,0 2 297-15</inkml:trace>
  <inkml:trace contextRef="#ctx0" brushRef="#br0" timeOffset="159838.56">22097 7185 163 0,'1'-3'326'0,"2"-1"-14"0,-3 4-15 16,1-5-21-16,-1 5-23 0,1-5-28 0,-1 5-22 0,0 0-21 15,4-2-23-15,-4 2-13 0,0 0-28 0,0 0-30 16,0 0-10-16,0 0-7 0,0 0-6 0,-9 16-9 16,4-9-5-16,1 3-10 0,-4-3-4 0,2 5-1 15,2-3-3-15,1 2-4 0,-3-1-3 0,3 0-1 16,1 2-3-16,-3-3-6 0,4 2-2 0,1-2-1 16,-2-3 2-16,4 0 3 0,-1 1-5 0,2-1-2 15,-1 1 4-15,2-3 0 0,1 0 0 0,4-1 2 16,-1 0 1-16,2-2 1 0,-1-1 2 0,4-1-2 15,-4-2 2-15,0 1 3 0,0-3 6 0,1 1-2 16,-5-3-6-16,3-1-6 0,-3-2 18 0,-1 0-13 16,-1 0-9-16,-1-1 1 0,-2-2-5 0,-3 4-10 15,0-4-7-15,-4 2 4 0,-2-1-3 0,0-2 2 16,-5 6 3-16,1-2-6 0,-2 2 4 0,2 3 2 16,-1-1-5-16,5 1 3 0,-2 1 1 0,-1 1-2 15,6-1-11-15,1 3-8 0,0 1-20 0,-1-3-14 16,0 2 5-16,6 1 5 0,0 0 7 0,0 0 6 15,0 0 3-15,33 4-1 0,-4-4-5 0,7 1-9 16,4 1-4-16,16-4-7 0,0 1-10 0,1 1-6 16,-1 0-7-16,-1-3-3 0,1 1 0 0,-5-1-2 15,-12-1 4-15,0-1 3 0,-4 2 13 0,-6-2 4 16,-1 1 4-16,-6-1 16 0,-12 5 31 0,4-4 35 16,-5 0 20-16,-4 3 6 0,2-2 9 0,-1 0-4 15,-5 1-4-15,-1-2-1 0,0-1-3 0,0 5-5 16,-5-5-3-16,0 2-5 0,-1 1-4 0,-1 0-1 15,1 2-6-15,-7 0-3 0,4 1 3 0,0 2-11 16,-5 0 0-16,3 2-3 0,-2 0 0 0,1 1-2 16,2 2 0-16,-1 1-2 0,2 1 1 0,0-3-6 15,1 4 4-15,1-3 1 0,1 2-1 0,4-1-1 16,-1 3 0-16,2-4-1 0,2 3 4 0,2-3 5 16,1 2-7-16,3-3 7 0,2 0-3 0,3-2 0 0,-2 1-4 15,5-2 2-15,-3-1 1 0,1 0 2 16,-2-2 10-16,-2-1 18 0,2 0 22 0,-3-1 17 15,-3-2 5-15,3 0-8 0,-2-2-11 0,-2-1-6 16,1-1-2-16,-1-4-8 0,0 1-14 0,-4 1-20 0,-1-3-14 16,-2 3-10-16,-1-1-9 0,-1 2-13 0,-4-1-10 15,3 1-12-15,-3 3-13 0,-1-2-12 16,2 2-13-16,-1 3-9 0,-1-2-13 0,3 1-17 16,0 0-21-16,2 1-23 0,1 2-9 0,4 0-192 15,0 0-410-15,0 0 182 0</inkml:trace>
  <inkml:trace contextRef="#ctx0" brushRef="#br0" timeOffset="160539.65">23040 6919 233 0,'7'-17'318'16,"-2"-1"-8"-16,0 2 3 0,-3 4-11 0,1 2-10 15,1 2-13-15,-2-1-18 0,1 4-39 16,-2-2-15-16,0 3-29 0,1 1-28 0,-2-2-34 0,0 5-45 15,2-2-25-15,-2 2-8 0,0 0-10 0,4 10-1 16,-5 2-3-16,2 4-2 0,-2 3 0 0,-2 9-1 16,-1 3-4-16,2-2 11 0,-1 1-10 0,-1-2-5 15,2 1-2-15,0 1 5 0,0-4-7 0,-2-2 1 16,3-5-1-16,1-1 2 0,0-3 0 0,0-1-3 16,-1-5 0-16,1 1 6 0,0-4-6 0,0-1-2 15,-2 2 5-15,4-4 1 0,-2 0 19 0,0-3 30 16,0 7 13-16,0-7-7 0,0 0-8 0,0 0-11 15,0 0-4-15,-13-14-3 0,5 4-4 0,-1 5-9 16,2-4-11-16,-4 1 0 0,0 0-1 0,-5-2-4 16,6 2-4-16,-3 1 3 0,4-1-3 0,-1 1 2 15,0 2 5-15,6 0-14 0,-2-1 13 0,1 2 7 16,1 2-15-16,-1-1 6 0,2-1-9 0,3 2-11 16,0 2-26-16,6-10-17 0,5 7-5 0,6-2-1 15,4 1-5-15,7-2-6 0,4 0 2 0,4 3 6 16,5-4-7-16,10 2 1 0,-13 0 1 0,16 0 0 15,-3-2 2-15,-12 5 2 0,-1-2 5 0,0-2 2 16,-2 0 4-16,-5 1 8 0,-5 1 5 0,-8-1 6 16,-2 1 15-16,-6-1 12 0,1 2 15 0,-2 1 11 15,-5-3 8-15,1 2 7 0,0-1 2 0,0 1-1 16,-1 2 2-16,-2-3 11 0,-2 4-19 0,2-4-8 16,-1 1 1-16,-1 3-9 0,-1-5-1 0,1 5-2 15,0 0-2-15,-6-2-5 0,6 2-2 0,-10 0-2 16,10 0 3-16,-11 1-2 0,5 0 1 0,-4 2 0 15,0-1-1-15,0 1-3 0,0 1 3 0,0 1 5 16,0 0-6-16,1 0-6 0,-1 2-16 0,2-3 2 16,2 5 3-16,-2-1 0 0,-1-1 0 0,5 3 0 15,-1-1 0-15,1 2 4 0,0 1-1 0,4 0 1 16,0 1 4-16,3 2 9 0,1 2-8 0,1-2 1 16,4 1 1-16,2-2 2 0,1 2-1 0,-1 0 1 0,6 4-2 15,-5-7 4-15,-1-1-5 0,-2-1 13 16,-1-2-14-16,-1 0 4 0,-2-1-2 0,-1 1-1 15,-3-4-1-15,1 2-8 0,-2-2 5 0,-2 0 2 16,-3 3-2-16,-7-1-6 0,-4 0-16 0,-11 4-29 0,-3-3-56 16,-5 0-63-16,-2 1-96 0,-18-6-185 0,4 0-496 15,10-6 220-15</inkml:trace>
  <inkml:trace contextRef="#ctx0" brushRef="#br0" timeOffset="163672.41">10742 9373 67 0,'-1'-8'252'0,"0"1"-6"16,1-3-9-16,0 4-9 0,1 0-16 0,-2-3-9 16,1 3-15-16,1 0-14 0,0-1-11 0,0 3-13 15,-1 2-12-15,2-2-15 0,-2 4-18 0,-2-8-12 16,2 8-18-16,0 0-25 0,2-3-16 0,-2 3-5 15,0 0-2-15,1 18-4 0,0-6-3 0,-1 5 1 16,-1 2-3-16,1 6-4 0,-3 0 1 0,1 0-1 16,1 0-3-16,-1 1 1 0,1-6-4 0,0-1 1 15,1-2-1-15,0-5 0 0,0 0-2 0,0-3 0 16,0 1 2-16,0-3-2 0,0-2 3 0,1-1 2 16,-1 2 23-16,-1-3 41 0,1-3 27 0,0 0-6 15,0 0-8-15,7-10-9 0,-1 2-16 0,3-7 5 16,-1 0-10-16,7-8-6 0,-2-1-8 0,-1 2-4 15,2-3-7-15,0 1 2 0,-2 8-3 0,-3 4-5 16,-4 0-6-16,0 4-4 0,0 0-1 0,-2 3-1 16,0 0-8-16,0-1-9 0,2 5-21 0,0 1 8 15,-5 0-9-15,8 7-2 0,-2 0 8 0,1 3-2 16,-1 1 5-16,0 5-1 0,1 1 6 0,-1 3-1 0,-1-1 0 16,2-1 5-16,-5 7 0 0,5 0-2 0,-4-7-1 15,1-2 12-15,0-3-16 0,-4-1-9 16,4-3 7-16,-3-1-1 0,4-4 6 0,-5 1 8 15,2 0 31-15,0-1 23 0,-2-4-7 0,0 0-1 0,0 0-8 16,13-14-3-16,-7 2-4 0,4-2 3 0,0-1-9 16,2-8-6-16,1 0-9 0,1-1 10 0,-1 2-3 15,0 0 2-15,-4 3-2 0,2 0-4 16,-2 4 1-16,-4 5-5 0,0 2-3 0,0 0-5 0,-1 3-3 16,-1 0-3-16,-1 1-15 0,2 3-4 0,-4 1 3 15,9 1 0-15,-5 3 1 0,4 1-5 0,-2 3 2 16,2 1 0-16,-2 1-3 0,4-1-5 0,-1 6-3 15,0-3-14-15,1 2-5 0,-2 1-16 0,-1-3-16 16,-1-2-21-16,0 2-19 0,2-1-19 0,-3-1-37 16,-1 0-20-16,0 0-36 0,-3-3-195 0,-1-1-471 15,0-2 209-15</inkml:trace>
  <inkml:trace contextRef="#ctx0" brushRef="#br0" timeOffset="164037.7">11442 9530 152 0,'0'0'346'15,"3"-5"-8"-15,-2 2 0 0,2 1-9 0,-3 2-8 16,1-3-17-16,-1 3-25 0,0 0-23 0,0-6-27 16,0 6-26-16,0 0-22 0,1-3-19 0,-1 3-21 15,0 0-12-15,0 0-16 0,0 0-13 0,0 0-12 16,0 0-51-16,0 0-9 0,0 0-16 0,0 0-10 15,4 10-5-15,-4-2 7 0,0 3-3 0,0 1-2 16,0 0-1-16,0 0 2 0,3 5-4 0,-6 0 1 16,6-2 6-16,-3 4-4 0,0-4 4 0,2 0-7 15,-2-1 0-15,0-5 7 0,0 1-2 0,3-3-2 16,-2 1-2-16,-1-1 6 0,0-2 2 0,0-1-1 16,1 0 6-16,-1-4 4 0,0 4 31 0,0-4 30 15,3 4 19-15,-3-4 12 0,0 0-8 0,0 3-14 16,0-3-1-16,0 0-14 0,0 0-6 0,0 0-8 15,0 0-7-15,4-10-23 0,-4 10-22 0,0 0-29 16,1-5-31-16,-1 5-23 0,4-4-34 0,-4 4-25 16,0 0-28-16,0 0-43 0,-3-5-50 0,3 5-50 15,0 0-290-15,-1-5-650 0,1 5 288 0</inkml:trace>
  <inkml:trace contextRef="#ctx0" brushRef="#br0" timeOffset="164240.84">11832 9672 301 0,'0'0'303'0,"7"-2"-21"0,-7 2-23 16,5-2-28-16,-5 2-24 0,0 0-28 0,0 0-20 0,6 0-39 16,-6 0-13-16,0 7-12 0,0-2-11 0,-4 0-10 15,-1 4-20-15,-3 1-29 0,2 0-30 16,-5 4-41-16,-1-2-36 0,-1 3-46 0,1-1-72 15,-5-1-137-15,3-4-365 0,-4 0 163 0</inkml:trace>
  <inkml:trace contextRef="#ctx0" brushRef="#br0" timeOffset="164972.13">12162 9361 298 0,'1'-7'296'0,"2"3"-9"16,-3-2-4-16,2 1-25 0,0 2-19 0,-1 0-28 15,-1 3-17-15,1-7-22 0,-1 5-23 0,0 2-18 16,3-2-26-16,-3 2-28 0,0 0-10 0,0 0-5 16,4 11-5-16,-2-5-13 0,1 5-2 0,-2-1-4 15,-1 1-5-15,4 5-2 0,-3-1-5 0,0 3 2 16,0-1-6-16,1 1-2 0,-2-1 0 0,1 0 5 15,-1-3-9-15,1-3-3 0,1 1 0 0,-2-3-2 16,0 0 1-16,0-4 2 0,0 1 2 0,0-2 2 16,0-2 24-16,0-2 51 0,2 3 3 0,-2-3-10 15,7-7-6-15,-1-1-13 0,2-1-7 0,2-5-4 16,0-2-10-16,4-6-2 0,0-1-1 0,1-2-2 0,2 1-9 16,-2 2-4-16,-3 5 0 0,-2 3-9 0,2 4-2 15,-6 0 4-15,-1 3-9 0,2-3-3 16,-6 6-5-16,4 1-5 0,-1-1-16 0,-3 1-13 15,-1 3-2-15,0 0 3 0,12 7 4 0,-11-4 1 16,4 6-6-16,0-1 6 0,-1 3 4 0,0 4 3 0,0-3 1 16,-2 5-2-16,1 0-8 0,-1 3-4 0,0-3 2 15,2 0 0-15,-3-6 0 0,0 2 7 16,0-4-1-16,2-3 4 0,-2 1 6 0,0-1 3 16,1-3 25-16,-1 0 40 0,-1-3 4 0,0 0-9 0,0 0-4 15,11-13-7-15,-7 6-1 0,3-5-9 0,4-5 0 16,-2 0-3-16,5-4-3 0,-2-1-3 0,-1 0-1 15,1 5-6-15,-2 1 0 0,-4 3-4 16,3 3 2-16,-1 1-2 0,-7 4-4 0,4 0-2 0,-1 0-5 16,-1 1-13-16,-2 1-18 0,-1 3 2 0,0 0 1 15,13 2 1-15,-8 1-11 0,-1 2 2 0,2 2-12 16,-2-2-15-16,3 6-3 0,0-2-28 0,-2 0-23 16,0 3-31-16,0-2-26 0,0 1-23 15,0 1-30-15,-1 1-36 0,-1-3-180 0,1 1-480 0,-3-6 212 16</inkml:trace>
  <inkml:trace contextRef="#ctx0" brushRef="#br0" timeOffset="165441.65">12847 9382 110 0,'0'0'326'16,"4"-2"-19"-16,-4 2-27 0,2-4-24 0,-2 4-31 15,4-3-25-15,-4 3-21 0,5-1-17 0,-5 1-17 16,0 0-18-16,16 5-15 0,-13-1-12 0,6 2-8 16,-1 0-10-16,1 0-9 0,-3 2-6 0,3 1-13 15,-2 3-7-15,0 3-4 0,-2-1-9 0,-1 1 0 16,1 2-3-16,-5 0-4 0,0 2-6 0,-6-1-6 16,2 0-2-16,-5-1 0 0,1 0-5 0,-3 2-1 15,1-5 4-15,-1-1-5 0,1 2-1 0,1-6 3 16,2 1-2-16,0-3-1 0,2-1 3 0,0-1-5 15,3-1 1-15,-2-2 4 0,1 3 3 0,1-3 3 16,-1 1 12-16,3-3 22 0,0 0 6 0,-4 5 9 16,4-5 6-16,-2 1 1 0,2-1-10 0,0 0 1 15,0 0-8-15,12-1-7 0,-1-2-11 0,4 2-2 16,13-4 1-16,-7 2-6 0,9 0-1 0,1-2-1 16,3 3-6-16,-2-2 1 0,-1 1-6 0,-3 1 0 15,-1 0-7-15,-7-1-3 0,-2 3 6 0,-5-1-10 16,-3 0-1-16,-1 2 0 0,0-2 0 0,-5 1 14 15,1-1-17-15,-5 1-2 0,10 0 6 0,-10 0 4 16,4-2-8-16,-4 2 2 0,0 0-4 0,8 0-4 16,-8 0-8-16,0 0-14 0,0 0-28 0,0 0-16 15,0 0-23-15,0 0-24 0,0 0-28 0,-27 2-24 16,23-1-20-16,-1 0-23 0,5-1-27 0,-8 3-210 16,8-3-492-16,-8-2 219 0</inkml:trace>
  <inkml:trace contextRef="#ctx0" brushRef="#br0" timeOffset="165682.59">13501 9699 108 0,'0'0'281'16,"0"0"-24"-16,0 0-22 0,6 0-32 0,-6 0-24 0,0 0-23 15,0 0-18-15,0 0-10 0,3 6-8 16,-3-2-19-16,-1 1-9 0,-1 0-10 0,0 2-7 16,-3 3-9-16,1-1-16 0,-6 6-18 0,-1-3-17 15,0 5-22-15,-2-5-29 0,-2 4-40 0,-2-3-49 0,3 0-63 16,-9 1-127-16,4-3-341 0,4-3 152 0</inkml:trace>
  <inkml:trace contextRef="#ctx0" brushRef="#br0" timeOffset="165934.63">13883 9576 67 0,'0'0'262'16,"8"-3"-10"-16,-8 3-31 0,0 0-23 0,4-4-20 16,-4 4-20-16,6-3-18 0,-1 2-21 0,3 0-28 15,-2 1-35-15,6-3-41 0,-2 3-30 0,3 0-44 16,0-4-56-16,0 2-147 0,4-2-283 0,2 0 126 16</inkml:trace>
  <inkml:trace contextRef="#ctx0" brushRef="#br0" timeOffset="166078.57">14378 9543 201 0,'3'-1'255'0,"-3"1"-13"0,7-4-11 15,-3 1-22-15,0 0-22 0,1 2-19 0,1-3-19 16,4 0-28-16,1-1-36 0,2 1-50 0,4-1-46 16,4-1-71-16,0 2-75 0,0-4-116 0,-1 3-294 15,7-5 130-15</inkml:trace>
  <inkml:trace contextRef="#ctx0" brushRef="#br0" timeOffset="166226.6">14936 9457 78 0,'8'-3'290'0,"-6"2"-17"16,6-2-17-16,-3 1-29 0,0-3-21 0,4 0-22 16,1 2-20-16,2-1-35 0,1-1-45 0,3-2-41 15,5 3-49-15,-2 0-34 0,9-2-38 0,1 0-54 16,-1 1-148-16,2-2-303 0,-2 2 134 0</inkml:trace>
  <inkml:trace contextRef="#ctx0" brushRef="#br0" timeOffset="166340.81">15442 9361 20 0,'4'-1'194'16,"-4"1"-18"-16,6-1-17 0,-6 1-13 0,7-3-17 16,-5 1-24-16,-2 2-42 0,12-1-31 0,-5-1-58 15,2 2-63-15,4-3-63 0,-3 2-164 0,3 0 73 16</inkml:trace>
  <inkml:trace contextRef="#ctx0" brushRef="#br0" timeOffset="166455.84">15690 9365 28 0,'0'0'233'0,"5"3"6"15,-5-3-6-15,0 0-9 0,8 0-13 0,-8 0-22 0,0 0-21 16,0 0-18-16,0 0-17 0,7-3-35 0,-7 3-59 16,0 0-63-16,0 0-87 0,0 0-191 0,0 0-327 15,0 0 144-15</inkml:trace>
  <inkml:trace contextRef="#ctx0" brushRef="#br0" timeOffset="167454.6">17770 9110 45 0,'4'-7'237'0,"-4"1"-9"0,0-1-11 15,1-1-10-15,-2 2-10 0,-4-1-13 0,5 1-18 16,-4-1-14-16,3 2-21 0,-3-2-12 0,0 2-16 16,0 2-14-16,-1-2-11 0,-1 3-16 0,-6 0-4 15,0 5-9-15,-5 3-6 0,-8 4-9 0,-1 2-5 16,0 5 0-16,-2 0-6 0,1 5 0 0,3-1-4 15,1 1-2-15,0 1-3 0,6 1-2 0,0 2-3 16,3-4 1-16,0 2 0 0,3-6-2 0,5 0 0 16,-1-1-2-16,3-2 4 0,2-3-3 0,2-3 3 15,4 2 0-15,1-2 3 0,3-4-2 0,2-1 1 16,3-1 2-16,1-3 14 0,6-3 8 0,-2 1 10 16,0-5 1-16,1-1 6 0,-2-1-2 0,6-6-4 15,-9 1-9-15,1 2 3 0,2-7-3 0,-2 8-2 16,-2-1 3-16,-4 3 2 0,0 2 3 0,-3-1 1 15,-1 4-5-15,2-1-6 0,-2 2-3 0,-3 1-4 16,2-1-9-16,0 2-3 0,-4 1-6 0,0 0 0 16,10 1-3-16,-5 2 2 0,-1 2-2 0,1 0-11 15,0 3-3-15,3-2-15 0,1 5-14 0,-4-3-21 16,4 2-31-16,-4 0-24 0,0-1-40 0,4 3-39 16,0-4-42-16,-5 1-204 0,5-1-474 0,0-3 210 15</inkml:trace>
  <inkml:trace contextRef="#ctx0" brushRef="#br0" timeOffset="167804.67">18045 9143 206 0,'5'-7'307'0,"-2"2"-14"0,0 2-27 15,1-4-31-15,-2 5-26 0,2-2-20 0,-1 3-25 16,4 1-21-16,-7 0-11 0,12 5-17 0,-3 0-12 15,3 3-13-15,-2 7-11 0,0-2-5 0,2 4-8 16,-2 2-8-16,-1 3-9 0,1 3-4 0,-5-7-4 16,-1 7-3-16,0-4-4 0,-3 4-5 0,-1-7-1 15,0 0-3-15,0-4-5 0,0-2-1 0,-1 0 0 16,-2-3-4-16,3-3 0 0,0-1 6 0,-1 1 20 16,1-2 37-16,0-4 46 0,0 4 58 0,0-4 36 0,0 0 11 15,0 0-25-15,0 0-21 0,0 0-17 16,4-19-19-16,0 9-14 0,-2-7-15 0,6 1-14 15,2-8-17-15,-1 1-17 0,3-3-15 0,-1 2-12 16,2 0-13-16,2 2-11 0,-6 7-14 0,2 1-27 0,-5 2-27 16,2 4-40-16,-1-1-46 0,1 1-40 0,1 3-46 15,-3 1-48-15,3-1-39 0,5 4-37 16,-5 4-280-16,4-3-678 0,1 3 300 0</inkml:trace>
  <inkml:trace contextRef="#ctx0" brushRef="#br0" timeOffset="168238.59">18509 9354 271 0,'0'0'285'0,"0"0"5"0,2 5 3 15,-2-5-10-15,0 0-21 0,0 0-24 0,6 0-27 16,-6 0-26-16,0 0-17 0,12-6-13 0,-2 3-18 16,1-4-19-16,5 0-8 0,0-2-10 0,4 1-14 15,7-6-7-15,0 4-18 0,-3-4-7 0,-2-2-8 16,2 2-10-16,-2-2-10 0,0-1-1 0,-1 0-11 15,0-1 0-15,-6 4 0 0,-1-1-2 0,-1 4-1 16,-3-1 0-16,-2 0-2 0,-3 3 7 0,-1-2-1 16,-3 6-10-16,-1-3 0 0,-1-1-4 0,-6 3 2 15,-3 3-1-15,-7-1-5 0,-3 4 3 0,-8 1-7 16,-4 3 3-16,0 8-3 0,-4-3-3 0,-1 3 3 16,1 4-3-16,-10 8 3 0,17-4-3 0,1 4-3 15,4-1 6-15,4 3 1 0,0 0-4 0,11 3 5 16,1-2 2-16,11 0 1 0,7-1 15 0,9-3-10 15,7-1 5-15,10-4 1 0,12 2-3 0,10-6 14 16,3-5-13-16,6-1 2 0,27-3 10 0,-4-2-2 16,-28-4 5-16,2-1 3 0,-9-1 4 0,-15 0 0 15,-6-1 7-15,-3 1 15 0,-11-1 16 0,-6 4 39 16,-1-3 3-16,1 1 8 0,-6 0 6 0,-2 1-3 16,2-1-16-16,-4-2-17 0,-2 0-24 0,-2 4-33 15,4-2-37-15,-4 2-76 0,0 0-67 0,-14-7-59 16,5 9-62-16,-1-2-65 0,-3 1-284 0,0-1-669 15,4 0 296-15</inkml:trace>
  <inkml:trace contextRef="#ctx0" brushRef="#br0" timeOffset="173687.63">21346 9027 132 0,'0'-6'194'0,"-3"4"-17"0,3 2-16 0,-1-6-15 0,-2 3-19 16,-1 0-11-16,1 1-16 0,-3 0-6 0,-2 2-15 15,-4-1-8-15,-2 2-9 0,1-1-4 16,-6 2-7-16,-3 1-4 0,-5 2-7 0,-1 4-8 0,-1-1 0 16,-2 3-1-16,1 1-7 0,-2 3-3 0,2-1 0 15,-2 1-7-15,4 2-3 0,1 0 1 0,2-1-2 16,2 2-2-16,7-6 1 0,1 2-2 0,1-2 1 16,5 0-4-16,3 0 3 0,2-4-1 0,0 1 2 15,4-1-3-15,0 1-4 0,3-4 6 0,1 0 10 16,8 0 6-16,0 0 1 0,6-3-2 0,4-2-2 15,6-2 1-15,0-3 0 0,1-6-3 0,-5 2 6 16,6-4 7-16,-5-4 8 0,3-1 6 0,-3-4 6 16,-4 1-3-16,2-4 2 0,0 0-7 0,-6-5 0 15,2 1-2-15,-1-1-4 0,-4-2-1 0,-2-1-1 16,-1-2 10-16,-6 2 12 0,4 3 7 0,-5 2 11 16,0 2 5-16,-2 6 3 0,0 1-4 0,-2 5-1 15,0 2-3-15,0 2-3 0,0 3-13 0,0 2-5 16,0 0-13-16,0 0-12 0,0 1-34 0,0 4-18 15,0 0 4-15,0 0 1 0,-8 16 1 0,4 1 2 16,2 2 1-16,-2 7 5 0,0 4-1 0,-1 2 0 16,1-1 3-16,1 0 0 0,0-1-4 0,3-2 5 15,3 2 3-15,1-4 2 0,0-6 2 0,4 0-1 16,1 3 0-16,-2-6 5 0,2-1-4 0,2-1 1 16,0-2 2-16,1-7 2 0,-1 0-2 0,3 0 2 0,0-3 1 15,5-3 0-15,0-3 5 0,2-3-9 16,-2-1 3-16,-1-1-5 0,1-2 4 0,-1-1-1 15,-3 1 4-15,1-3 4 0,-3 2 9 0,-1-1 10 16,-2-1 6-16,-2 6 3 0,-1-2 6 0,0 1 8 0,-2 3 9 16,-2-1-4-16,1 2-4 0,-2 0-5 0,2 1-13 15,-3 0-4-15,1-1-7 0,-2 4-23 16,4-2-31-16,-4 2-2 0,0 0 3 0,0 0 0 16,4 11 3-16,-1-6 7 0,-3 5-5 0,0 0 5 0,1 0-1 15,1 2 3-15,0 0 3 0,-2-2 5 0,0 2-5 16,0 1 0-16,4 0 6 0,-4-3 1 0,1 2 3 15,-1-7-3-15,4 6-13 0,-4-3-6 0,0-5 0 16,0 3-5-16,2-1 1 0,-2-2 7 0,0-3 3 16,0 5 2-16,0-5-20 0,0 0-42 0,0 0-32 15,0 0-39-15,-15-15-34 0,9 3-51 0,-3-4-222 16,1-2-493-16,-1-3 218 0</inkml:trace>
  <inkml:trace contextRef="#ctx0" brushRef="#br0" timeOffset="173832.64">21622 8804 46 0,'2'-5'311'16,"-2"3"-8"-16,2-4-5 0,0 4-20 0,-2-2-29 16,0 4-25-16,2-5-29 0,-2 5-19 0,3-5-16 15,-3 5-45-15,0 0-43 0,0 0-30 0,0 0-7 16,0 0-29-16,0 0-29 0,0 0-37 0,10 11-27 16,-6-6-38-16,0 1-31 0,-3 0-42 0,2 0-113 15,-3 0-336-15,1-2 149 0</inkml:trace>
  <inkml:trace contextRef="#ctx0" brushRef="#br0" timeOffset="174204.08">22034 8865 115 0,'0'0'300'0,"6"-2"-30"0,-6 2-28 15,0 0-26-15,5-1-25 0,-5 1-22 0,0 0-20 16,0 0-38-16,0 0-6 0,0 0-6 0,0 0-17 16,-11 13-8-16,2-6-7 0,-5 3-5 0,0 1-9 15,-2 1-3-15,-1 1-5 0,-1-1-7 0,2 1-1 16,0-1-6-16,1 1-2 0,3 2-5 0,3-1-7 16,-1 0 0-16,5-4-6 0,0 5-1 0,3-3-5 15,2-2 3-15,2 0 0 0,-2-1-2 0,7 1 2 16,1 0-2-16,1-1 2 0,4 3-4 0,1-4 0 15,3-1 1-15,-6-2-1 0,2 0 2 0,0-1-4 16,-3-1 1-16,-1 2 1 0,-4-3-3 0,0 0 2 16,-5-2-2-16,10 3-15 0,-10-3-8 0,4 2 5 15,-4-2-4-15,0 0-9 0,-14 5-20 0,3-3-27 16,-2 1-16-16,-5-3-42 0,-1 2-36 0,-3-2-174 16,-1-3-374-16,0-1 165 0</inkml:trace>
  <inkml:trace contextRef="#ctx0" brushRef="#br0" timeOffset="174870.63">22369 8751 132 0,'0'-10'341'16,"4"1"-18"-16,-4 2-20 0,0 2-26 0,0-2-13 15,0 2-26-15,1 1-27 0,1 0-15 16,-2 4-34-16,1-5-29 0,-1 5-40 0,0 0-14 16,0 0-8-16,2 13-1 0,-2 0-10 0,2 5-6 0,-1 1-9 15,-1 8-2-15,3 2-5 0,-6 0-2 0,3 0-8 16,0 0-3-16,0-2 8 0,-1 1-10 0,-2-1-1 16,1-2-3-16,0-6-2 0,2 1-2 0,-1-2-12 15,1-2-9-15,-1-4-10 0,-2-1-11 16,3 0-7-16,-1-3-7 0,0 0-5 0,-1-4 1 0,0 1 6 15,2-2 6-15,-3-1-2 0,3-2-30 0,-11-1-19 16,11 1-9-16,-12-7-4 0,3 2-11 0,0-4-4 16,3 1-9-16,-2-1-4 0,-2 0 10 0,1-2 16 15,1 1 11-15,-2-2 17 0,0 4 13 0,1-2 14 16,1 3 25-16,-4-2 10 0,3 3 7 0,0-1 19 16,0 0 1-16,0 4 8 0,4-1 7 0,0-1 1 15,-2 1 2-15,2 0-2 0,0 2-6 0,3 0-3 16,2 2 1-16,-7-1-7 0,7 1-2 0,0 0-5 15,-4-3 4-15,4 3 1 0,0 0 9 0,0 0 7 16,27 0-1-16,-8 0-1 0,11-1-1 0,4-2-3 16,4 0-5-16,15-2-1 0,-14 1-3 0,13-1-1 15,-14 1 1-15,0 0-4 0,-1 2-2 0,0-2 0 16,-5 1-1-16,-3-1-5 0,-9 1 6 0,0 1 14 16,-7-1 17-16,-4 2 16 0,1 1 9 0,-2-3 11 15,-3 3 14-15,2-1 2 0,0 0-1 0,-7 1 6 16,9-3-3-16,-9 3-12 0,5-1-4 0,-5 1-7 15,4-2-8-15,-4 2-11 0,0 0-8 0,5-1 1 16,-5 1-12-16,0 0-6 0,0 0-1 0,0 0-21 16,5 6-2-16,-2-3-5 0,-2 1 1 0,-1 0 1 15,1 3-2-15,-1-1-1 0,3 1 2 0,-2 1-2 16,-1-1 0-16,0 4-12 0,3-5 1 0,-2 3-6 16,2-3-8-16,-2 4-17 0,-1-2-15 0,1-4-18 15,-1 2-16-15,0-1-20 0,0 0-7 0,0 0-16 16,0-2-6-16,-1 1 4 0,-2-1-21 0,3-3-35 15,-10-2-214-15,0-3-439 0,-2 2 195 0</inkml:trace>
  <inkml:trace contextRef="#ctx0" brushRef="#br0" timeOffset="175018.02">22755 8726 315 0,'1'-5'312'0,"3"-2"-15"15,-3 1-22-15,3 1-32 0,0 0-23 0,-4 2-27 16,3 0-37-16,-3 3-48 0,1-4-33 15,-1 4-25-15,0 0-36 0,10 7-28 0,-6-4-43 16,0 4-39-16,2 1-36 0,-2 3-55 0,-1-3-109 16,1 2-319-16,-3-3 141 0</inkml:trace>
  <inkml:trace contextRef="#ctx0" brushRef="#br0" timeOffset="175453.58">23052 8853 281 0,'0'0'346'0,"1"-5"-15"0,-1 5-23 0,5-4-28 0,-5 4-27 16,1-4-29-16,-1 4-23 0,0 0-25 0,0 0-27 16,0 0-21-16,0 0-12 0,0 0-15 0,0 0-8 15,5 14-10-15,-5-8-7 0,2 3-8 16,-2-1-8-16,1 3-9 0,-1 0-5 0,0 1-2 0,-1 4-6 15,1-3-6-15,-2-1 1 0,1 1-9 0,0 0 1 16,1-4-5-16,-2 2 2 0,2-6-3 0,-1 2-5 16,1-1 15-16,0-3-15 0,0 2 0 0,0-5 13 15,0 6 17-15,-1-4 29 0,1-2 25 0,0 0-14 16,0 0-8-16,11-6 4 0,-4 1-17 0,1-4-11 16,0 0-2-16,5-2-10 0,0 0-3 0,-2-4-1 15,1 7-11-15,-2-1 1 0,-5 3-6 0,4-1 0 16,-5 3-1-16,0 0-3 0,2 1-6 0,-2-2-2 15,0 3-13-15,0 2-11 0,-4 0-5 0,6-3-1 16,-6 3-1-16,8 4-5 0,-2-1-6 0,-2 2-6 16,1 0-12-16,2 0-10 0,-1 5-18 0,0-6-18 15,2 3-12-15,-2 1-22 0,1 1-26 0,2-3-25 16,-3 0-20-16,2 0-40 0,0-2-42 0,-3-2-183 16,2 1-507-16,0-3 224 0</inkml:trace>
  <inkml:trace contextRef="#ctx0" brushRef="#br0" timeOffset="176021.37">23517 8891 59 0,'0'0'262'0,"0"0"-16"16,2-2-16-16,-2 2-22 0,0 0-23 0,0 0-21 15,0 0-12-15,0 0-11 0,0 0-19 0,0 0-14 16,8-1-9-16,-8 1-11 0,10-2-6 0,0 0-10 15,-1-1-6-15,0-1-8 0,3 1-5 0,-1 0-12 16,0-1 0-16,1-1-5 0,0 0-3 0,-1 1-4 16,1-3-4-16,-2 1-2 0,4-3 0 0,-6 2-2 15,1-2-2-15,-1 3 6 0,-1-4 6 0,-2 2 6 16,-1 3 3-16,0 1-2 0,0 0-7 0,-3-1-2 16,0 0-5-16,-1 1-5 0,-2 0-3 0,2 4-2 15,-12-1-4-15,3 1-2 0,-2 2 2 0,-3 1-2 16,0 1-7-16,-3 1 3 0,-1 2-2 0,4 2-5 15,-4 1 4-15,5 5 2 0,-1-4-5 0,3 4-6 16,0-2-4-16,3 1 0 0,3-2 7 0,2 2 1 16,0-1-3-16,5-1-1 0,2 0 3 0,2-2 1 0,7 3 0 15,3-2 4-15,5-2 0 0,5 0 1 16,5-3-1-16,0-1 0 0,1 0 9 0,-3-6-9 16,2-1-2-16,-2-1 4 0,-1-4-1 0,-1 0 0 15,-9-1 4-15,3-1 2 0,-2-5-2 0,-4 2 0 0,5-9 8 16,-4-3 4-16,0-2 12 0,-1-2 0 0,-3-4 7 15,-3 1 16-15,0 4 24 0,0 2 22 16,-6 6 9-16,3-1 22 0,-5 3-7 0,3 6 0 16,-4 4 2-16,1-5-18 0,2 7-20 0,-2-1-13 15,-1 2-5-15,0-1-40 0,4 4-52 0,-4 1-10 0,0 0 2 16,0 0 4-16,-4 16 1 0,3-5 2 0,-3 5-4 16,0 3 12-16,0 5 0 0,1 1 3 0,0 1 0 15,-2-1-1-15,5-4 2 0,-4-3-13 16,4 2-15-16,0-3-13 0,0 0-7 0,-2-6-13 0,2 2-8 15,0-3-16-15,-2 0-29 0,4-4-11 0,-2 1-27 16,-2-1-11-16,2-2 5 0,0-4-15 0,0 4-252 16,0-4-474-16,0 0 210 0</inkml:trace>
  <inkml:trace contextRef="#ctx0" brushRef="#br0" timeOffset="176271.43">23922 8831 215 0,'-4'1'281'16,"4"-1"-7"-16,0 0-10 0,0 0-11 0,0 0-20 16,0 0-19-16,0 0-24 0,0 0-17 0,17-4-19 15,11 2-17-15,4 1-14 0,7 0-10 0,15-4-16 16,-2 2-10-16,-12 2-5 0,-2 0-8 0,-2-4-8 16,-4 0-5-16,-4 0-10 0,-9 5 0 0,-1-2-6 15,-5 2-3-15,-3-3-6 0,-3 3-4 0,-2-4 1 16,1 4-9-16,-6 0-1 0,6-3-12 0,-6 3-12 15,0 0-18-15,0 0-20 0,0 0-34 0,0 0-34 16,-25-1-47-16,14 1-51 0,0 1-62 0,0 1-162 16,-2-2-465-16,5 0 205 0</inkml:trace>
  <inkml:trace contextRef="#ctx0" brushRef="#br0" timeOffset="177603.49">25500 8685 104 0,'0'-4'238'0,"2"-1"-6"0,0 2-10 0,0-2-12 0,-2 1-14 16,2-1-15-16,0-1-11 0,1 0-14 16,2 3-9-16,-3-2-13 0,2 1-16 0,1 0-11 15,-1 1-17-15,1 2-7 0,4-2-9 0,-4 3-11 16,4 0-9-16,0 4-6 0,5 3-8 0,-2 5-3 0,3 2-5 15,2 4-3-15,-1 3-1 0,-3 3-5 16,0 0-1-16,-3 0-1 0,-1 3-3 0,1 0-1 16,-5 0-4-16,-2-3 2 0,-2 0 2 0,0-5-5 15,-2 1-4-15,0-4 5 0,-2-1-3 0,2-1 1 0,-2-4-1 16,0 0-3-16,-1-3 2 0,1 0 8 0,1-2 24 16,0-2 18-16,-1 0 31 0,3-3 10 0,0 0 9 15,0 0-1-15,-12-11 18 0,9 2-8 16,-1-3 9-16,2-4-12 0,2-2-9 0,2-10-7 15,2 0-13-15,3-1-8 0,2-4-4 0,4 1-10 0,-1-1-11 16,4 1-1-16,-1 5-10 0,-1 0-10 0,0 5 10 16,-5 6-20-16,3 1 7 0,-5 4-6 0,-2 2-6 15,2 1-13-15,-1 2-28 0,2 1-40 16,-3 3-24-16,0 2-23 0,4 2-20 0,-1 4-21 0,1 0-16 16,-2 3-28-16,4 4-16 0,0 1-23 0,-2 1-22 15,-3 2-28-15,2-3-204 0,-4-1-528 0,2 1 233 16</inkml:trace>
  <inkml:trace contextRef="#ctx0" brushRef="#br0" timeOffset="178620.64">25952 8852 23 0,'0'0'270'0,"0"0"-13"0,-6 2-11 16,6-2-24-16,0 0-20 0,0 0-20 0,0 0-19 15,0 0-17-15,-3 3-13 0,3-3-17 0,0 0-3 16,0 0-17-16,0 0-10 0,0 0-7 0,0 0-8 16,0 0-7-16,0 0-4 0,18-7 0 0,-6 3-14 15,-1 0-2-15,-1-2-3 0,4 2-6 0,2-3-3 16,2-2-5-16,-3 2-3 0,2-1 1 0,-2-2 4 16,0 0-8-16,1-1-2 0,0 0-4 0,-2 0-1 15,2-1-1-15,-5 0 2 0,1 3-3 0,-3 1 13 16,0 1 7-16,-1 0 1 0,-4-1 6 0,1 2-2 15,-1 3-1-15,-1-2-4 0,-2 0-4 0,0 4-6 16,-1 1 0-16,0 0-10 0,-9-4 1 0,3 4-3 16,-7 3 1-16,-1-2-5 0,-2 7 2 0,-2-2-7 15,-1 3 4-15,3 0 6 0,-2 2-9 0,2 3-2 16,0-1-1-16,1 0-7 0,2 2-14 0,4 0-2 16,2 1 4-16,3-6-4 0,4 2 4 0,1 3 5 15,9-2 1-15,8 0 0 0,9-1 10 0,6 0-21 16,4-3-8-16,18-2-12 0,4-3-4 0,2 1-6 15,1-5 1-15,-1-5 6 0,2 2 5 0,-2-5-4 16,-5-2 7-16,-1-1 2 0,-16 0 6 0,-1-1 3 16,-8-3 11-16,-4 0 19 0,-3 0 27 0,-8 3 23 15,-2-1 15-15,-2 1 11 0,-3 1-3 0,-4 0-2 0,-4-1-5 16,0 2-8-16,-4-2-9 0,-6 2 0 16,-3 2-10-16,-6 1-10 0,-5 2 1 0,-6 3-7 15,-4 2-4-15,1 2 2 0,-3 5-5 0,0 3-5 16,4 0 4-16,2 2-4 0,1 2-1 0,3 2-6 0,1 1-2 15,6 0 3-15,5-1-4 0,1-2 0 16,3 1-1-16,1 1-14 0,5-5 4 0,1-1 0 16,3 1 0-16,2-4 6 0,3 1 5 0,3-1 0 15,3-2 4-15,6-5-3 0,5 2 5 0,-2-4-2 0,8-3 2 16,-2-1 2-16,-4 0 0 0,3-4 4 0,-1 0-1 16,2-1-1-16,-8 1 3 0,-3 0 3 0,2 1 0 15,-6 0 6-15,1 3 28 0,-3-2-7 16,0 4 3-16,-6-3-1 0,3 3-6 0,-1 3-3 15,0-3-1-15,-3 1-6 0,3 1-7 0,-5 2-8 0,6-3-16 16,-6 3-12-16,0 0 0 0,7 2-1 0,-2 1 4 16,1-1-10-16,2 0-5 0,-3 1-4 0,3-1-5 15,1 2 0-15,1 2 1 0,1-6 1 0,0 2 9 16,-1 0-6-16,2-2 2 0,-2 0 2 0,3 0 4 16,-3-4 4-16,-1 1 2 0,2-4-2 0,0 1 4 15,-1-5 3-15,-2 2 10 0,2-5 4 0,-1-2 9 16,0-1 10-16,-3-2 7 0,2-5 5 0,-2-2 11 15,-1-4-6-15,2-1 2 0,-2 0 14 0,-1 2 1 16,2 2 33-16,-3 0-2 0,-1 8 13 0,1 1-1 16,-1 3 10-16,-2 2 3 0,0 3-1 0,3 2 2 15,-1 2-11-15,-2 0-14 0,0 1-11 0,0 0-19 16,2 1-28-16,-2 4-31 0,0 0-32 0,0-4-6 16,0 4 6-16,0 0 12 0,0 12-13 0,-2 0 10 15,2 3-5-15,0 6-2 0,-4 4 14 0,3 3-4 16,-4 1 5-16,5 3 0 0,-2-2 4 0,0 0 0 15,4-1-4-15,-4 0 9 0,2 0-1 0,2-3 0 16,-2-6 1-16,2-2 13 0,-2-1-13 0,0-1 4 16,3-6-10-16,-3 2 23 0,2-5-14 0,-2 3-1 15,0-6-3-15,1 2 11 0,-1-2-11 0,0-1 19 16,2 1 6-16,-2-4 22 0,2 5 13 0,-2-5 8 16,0 4 5-16,0-4 1 0,0 0-2 0,2 4-8 15,-2-4-8-15,11-3-2 0,-2 1-14 0,10-3-36 16,4 0-48-16,5-2-57 0,3-3-80 0,2 5-95 15,15-9-125-15,-13-1-316 0,11-3-783 0,-10 1 348 16</inkml:trace>
  <inkml:trace contextRef="#ctx0" brushRef="#br0" timeOffset="179503.56">28420 8514 258 0,'0'-3'247'15,"1"-2"-18"-15,-1 0-11 0,1 1-16 16,-1 4-15-16,3-5-19 0,-3 5-19 0,1-7-17 0,3 4-14 15,-4 3-13-15,5 0-11 0,-5 0-11 0,0 0-10 16,10 3-11-16,-6 3-3 0,4 0-11 0,1 4-4 16,0 4-6-16,0 1-5 0,-1 2 3 0,1-1-9 15,-2 4-1-15,2 4-4 0,-3 0-2 0,-1 3-1 16,-2-6 5-16,1 2-12 0,-2-5 1 0,-2 0 0 16,0-1 0-16,-2 0-4 0,0-4 3 0,2-2-1 15,-2 1 5-15,1-6 5 0,-1 2 3 0,2-4 12 16,-1 0 31-16,0 0 45 0,1 0 47 0,0-4 50 15,0 0 39-15,0 0-12 0,0 0-23 0,0 0-21 16,0-16-15-16,2-1-19 0,1 3-18 0,5-13-9 16,-1 1-20-16,7-3-13 0,-3-1-13 0,2-2-11 15,3 1-10-15,-1 3-6 0,-2 3-6 0,2 2-7 16,-7 6-4-16,-3 3-2 0,3 6-9 0,-2-2-3 16,-1 4-28-16,-2 0-30 0,-1 2-41 0,1 1-44 15,1-1-49-15,-4 4-7 0,0 0-11 0,11 6-16 16,-6-4-18-16,0 8-31 0,1-1-26 0,0 1-16 15,-2 0-40-15,-2 0-232 0,1 4-609 0,-2-4 271 16</inkml:trace>
  <inkml:trace contextRef="#ctx0" brushRef="#br0" timeOffset="180253.04">29089 8526 267 0,'2'-5'291'0,"-1"-1"-16"0,0 4-17 0,-1-3-26 15,0 5-12-15,0-4-33 0,0 4-23 0,0-5-20 16,0 5-17-16,0 0-31 0,0 0-12 0,0 0-6 16,0 0-10-16,-5 12-7 0,1-8-9 0,-1 7-3 0,0 0-7 15,-4 0-3-15,1 4-5 0,3 1-6 16,-4-2-2-16,5 4-5 0,-2-1-1 0,2 0-3 15,3-1 2-15,-3 1-7 0,4-2 1 0,0-1 4 16,0-2 0-16,1-2-5 0,-1-1 0 0,3-3 0 16,0 3 4-16,0-3-2 0,5-1 3 0,-3-1 9 0,0-2 8 15,0 0 4-15,3-2 15 0,1 0 18 16,-1-4 2-16,-2 1 1 0,4-2-13 0,-3-2-2 16,-1-2 1-16,0-1-16 0,2-4 16 0,-3 1-26 0,-1-4 5 15,0 2-9-15,-2-1-9 0,-3 4-8 0,-1-7-3 16,-2 4 1-16,0 3-13 0,-2 1 1 0,-1 0-2 15,-2 1-1-15,4 2 0 0,-4 0 3 16,3 1 1-16,1 1-2 0,1 2 4 0,1-1-12 16,-1 2-5-16,2 0-19 0,-3 1-23 0,2-1-12 15,3 3 5-15,0 0 4 0,0 0 14 0,0 0 1 0,18 8 4 16,-5-5 6-16,9 1-1 0,10 1 0 0,2-2-2 16,6-1 2-16,12 3-6 0,-1-2 2 0,0-3 1 15,0 0 0-15,-10-1 0 0,-4-1 0 16,2 0 5-16,-2-1 8 0,-6-2 1 0,-2 1 2 0,-9 1 13 15,-1 1 17-15,-7-1 11 0,-2-1 18 0,-1 1 17 16,-4 0 8-16,3 0 6 0,-3 1-5 0,-4-3-5 16,2 4-7-16,-2-4-6 0,-1 5 4 15,-5-5-9-15,0 2-14 0,-3 1 1 0,-6 1-7 0,1-3-5 16,3 8 0-16,-8-3-1 0,-2 4-4 0,8-1-4 16,-5 2 1-16,2 1-2 0,0 2-4 0,4-3 1 15,1 5-4-15,-2-3 1 0,4 4-5 0,3-1 1 16,0-2 1-16,0 2-1 0,1-1 1 0,3 0 1 15,2-1 4-15,4 2 1 0,0-3 1 0,3 0-2 16,3-3 4-16,3 1-2 0,3-3 4 0,3 0 2 16,-2-2-4-16,0-2-2 0,-3 1 6 0,-2-5 0 15,0-1 0-15,0 0 0 0,-3 1 4 0,0-2-3 16,-1-1-3-16,0-4-1 0,-5 0-12 0,1 1-18 16,-2-1-18-16,-3-5-11 0,-2 1-11 0,0 5-10 15,-6-5-8-15,-1 3-10 0,0 3-18 0,-1-1-11 16,1-3-14-16,0 7-9 0,-1 1-14 0,2 0-16 15,3 2-33-15,-1 2-141 0,1-2-378 0,5 4 168 16</inkml:trace>
  <inkml:trace contextRef="#ctx0" brushRef="#br0" timeOffset="180919.94">30050 8197 246 0,'5'-8'325'0,"-3"0"-24"0,0 2-16 0,1 1-24 15,-1 0-23-15,0 1-17 0,1 0-27 0,-3 4-26 16,2-6-20-16,-1 4-21 0,-1 2-26 0,0 0-25 16,0 0-10-16,0 0-3 0,6 9-7 0,-6 3-7 15,0 0-4-15,0 7-6 0,-2 0-5 0,0 7-5 16,-1 2-1-16,1 4-5 0,-5-3 4 0,3 4-5 15,-1-4-4-15,1-1-2 0,3-2 4 0,-3-2-7 16,0-5 2-16,3-2-3 0,-3-4 3 0,3-4-6 16,-1 1 2-16,2-5 0 0,-1 2-1 0,1-2 7 15,-1-2 12-15,0 1 24 0,1-4 17 0,-3 5 9 16,3-5-5-16,0 0-8 0,0 0-7 0,-14-8-10 16,8 5 0-16,-2-3-4 0,1-2-11 0,0 3-2 15,-2-2-4-15,1-2-2 0,2 1-1 0,-1 3-7 16,2-1-5-16,0 0 7 0,0 2 1 0,1 1 0 0,3 0-4 15,-3-2 7-15,4 5 3 0,-1-5-11 16,2 2-14-16,0-1-9 0,7-2-1 0,2 2-10 16,2-1-1-16,8-1-5 0,7-3-9 0,5 1 0 15,2 2-1-15,4-2-4 0,1 0-1 0,12-4-5 16,-15 5-1-16,0-1 6 0,-2 0 2 0,-2 0 2 0,0 2 5 16,-6 2 4-16,-6-3-2 0,-2 0 9 0,-6 5 5 15,-1-3 14-15,-2 2 10 0,-3 1 8 16,-2-1-1-16,1 1 4 0,1 0-6 0,-4 1-5 15,-2 1-2-15,0 0-1 0,0 0-4 0,0 0-2 0,0 0-4 16,-23-2 0-16,9 5 3 0,-3 0 0 0,0 1-4 16,0 3-1-16,-2 0-1 0,2 2-2 0,3-2-1 15,-2 4-1-15,5 1 0 0,4 1 3 16,-1 3 1-16,0-3-2 0,4 4 0 0,3 0 3 16,2 0 1-16,3-1 1 0,6 3 3 0,-1 1 0 0,8 1 1 15,1-2-2-15,1-1 1 0,2 1 0 0,-6-8 1 16,-1 1 1-16,1-1-1 0,-7-4 6 0,0 3-11 15,-1-8 2-15,-2 6-16 0,0-6-9 16,-2 3-12-16,-2-1 9 0,-2 3 1 0,-8-1-3 0,-7 1-27 16,-13 0-75-16,-4 2-117 0,-18-4-260 0,0-2-553 15,11-5 245-15</inkml:trace>
  <inkml:trace contextRef="#ctx0" brushRef="#br0" timeOffset="181886.13">31361 8468 156 0,'0'0'198'0,"0"0"-19"0,0 0-19 0,0 0-21 15,0 0-9-15,-14 7-17 0,7-4-8 0,-1 4-18 16,0 2-11-16,-1-4-7 0,-1 7-5 0,0 1-9 16,1-4-4-16,-1 4 10 0,3-2-9 0,-2 3-4 15,4-3-9-15,0-1-3 0,1-1-2 0,2 1-3 16,-1-1 7-16,2-2-9 0,1-2-2 0,0 0 13 15,4 2 17-15,1-4 17 0,2-1 16 0,1 0 4 16,5-4 12-16,-2 2 9 0,1-2 13 0,-2-4 1 16,3 0 6-16,-3-1-2 0,4-3-3 0,-5 1-17 15,0-6-16-15,1 1-7 0,-3-1-4 0,-2-3-5 16,-1 2-15-16,-2-2 2 0,-2 2-23 0,0-3-13 16,-4 5-8-16,2 1-8 0,-1 4-14 0,-3-1-8 15,-2 2-18-15,2-2-16 0,-3 4-14 0,-3 0-17 16,2 1-13-16,0 1-19 0,1 1-28 0,0 1-35 15,3 1-46-15,1 1-17 0,1-2-7 0,4 2-193 16,0 0-465-16,0 0 206 0</inkml:trace>
  <inkml:trace contextRef="#ctx0" brushRef="#br0" timeOffset="182270.48">31605 8228 122 0,'4'-5'372'15,"-2"-4"1"-15,0 3-16 0,2-1-5 0,-4 2-31 16,2 0-31-16,0 1-42 0,0 2-25 0,-2 2-28 16,4-6-54-16,-4 6-47 0,0 0-11 0,0 0-8 15,3 12-14-15,-1-2-8 0,-2 2-6 0,0 7-2 16,0 6-9-16,0 4 0 0,-2 0-1 0,2 5-9 16,2 3-7-16,-2-6 0 0,0 0-2 0,4 1 0 15,-3-1-4-15,7-2 2 0,-2-4 2 0,-2 0-2 16,-3-7-4-16,6-3-3 0,-5-3 3 0,2 0-16 15,0-6 3-15,-4 2 3 0,6-4 10 0,-6 0 21 16,0 1 31-16,3-3 34 0,-3-2-1 0,0 0 8 16,0 0-14-16,0 0-24 0,-3-15-10 0,-3 6-17 15,1-1-8-15,-4-4-14 0,-3-3-9 0,-7-4 3 16,0-1-5-16,-1 4 0 0,-1-1-9 0,0 1 9 16,1 2-5-16,5 1 10 0,2 3-5 0,3 5 12 15,1 0 20-15,3-1-12 0,2 3 3 0,-4 1 10 16,7-2-17-16,2 2-44 0,11-1-34 0,3-1-20 15,20-1-22-15,18-3-37 0,7 2-36 0,31-2-44 16,4 3-39-16,-1 0-72 0,-28-1-227 0,-2 1-598 16,-1-2 265-16</inkml:trace>
  <inkml:trace contextRef="#ctx0" brushRef="#br0" timeOffset="182802.63">32542 8248 19 0,'0'0'313'0,"-3"-3"-15"0,3 3-16 0,3-5-18 15,-3 5-29-15,4-6-20 0,-3 4-25 0,4-1-24 16,3 2-17-16,2-1-16 0,0 2-13 0,3 0-12 16,0 0-14-16,1 2-9 0,0-1-16 0,-1 3-19 15,1 0-19-15,-1 2-7 0,-3-1-24 0,1 4-12 16,-2-2-11-16,-4 3-7 0,-1-1 2 0,0 1-6 15,-8 3-3-15,0-1 5 0,-2 2-2 16,-7 1 10-16,-5 7 0 0,2-4 1 0,0-4 5 0,1-2 9 16,0 0-7-16,1-4 1 0,0 3 6 0,5-4-5 15,2 1 3-15,2-3 0 0,-1-1-1 0,2-2-7 16,0 2 8-16,3 0-1 0,2 0 6 0,3-1 1 16,1 2 4-16,9 0 3 0,-2-1-3 0,2 1 1 15,1-1 2-15,3 2-2 0,-1-2-2 0,0 3 2 16,0-1-3-16,-6 0 1 0,1-1 1 0,-2 0-4 15,-3 2 2-15,0-1 1 0,-3-1-1 0,0 2 3 16,-3-3 0-16,-1 4 3 0,-1-1 1 0,-4 0 5 16,-5 1-4-16,-6-1 8 0,2 0-14 0,-7 1-19 15,-9-4-37-15,2-1-34 0,-1-3-62 0,-3 0-193 16,2-4-373-16,2-3 166 0</inkml:trace>
  <inkml:trace contextRef="#ctx0" brushRef="#br0" timeOffset="183202.56">32625 8074 2 0,'-9'-7'225'0,"-1"3"-14"15,0-1-24-15,-3 4-24 0,0 0-8 0,-5 3-17 16,0 4-11-16,-1 1-16 0,1 5-15 0,-7 5-8 15,0 3-9-15,2 4-11 0,-3 5-1 0,-5 9-10 16,0 1-8-16,3 3-5 0,6 1-1 0,7-9-7 16,4-1 1-16,0 1-7 0,6 2-3 0,3-1-5 15,4-5 0-15,2 1 15 0,6-3 31 0,6-2 18 16,8-1 18-16,0-1 19 0,9-3 13 0,16-1 6 16,7-2 1-16,4-7-2 0,2-5-13 0,0-2-3 15,3-4-12-15,-7-5-10 0,3-3 9 0,-10-3-21 16,-15 3-4-16,15-9-3 0,-19 2-9 0,1-4 1 15,-1-2-17-15,-3-4-1 0,1-13-14 0,-9 9-16 16,-1-15-11-16,-5 1-21 0,-8-3-7 0,-10 11-6 16,-7-12 8-16,-7 0-22 0,-11 6-1 0,-4 4-4 15,-11 4-29-15,-11 4-23 0,-35-5-39 0,-10 8-45 16,-10 11-48-16,4 6-58 0,-1 5-251 0,3 3-574 16,7-2 254-16</inkml:trace>
  <inkml:trace contextRef="#ctx0" brushRef="#br0" timeOffset="185536.54">19725 6249 70 0,'0'0'166'0,"0"0"-11"0,-5-11-3 0,5 11-3 15,0 0-14-15,0 0-8 0,0 0-3 0,0 0-6 16,0 0-4-16,0 0-3 0,0 0-10 0,0 0-3 15,0 0-7-15,0 0-3 0,0 0-7 16,0 0-6-16,0 0-7 0,0 0-5 0,0 0-9 0,0 0-3 16,0 0-6-16,0 0-5 0,0 0-6 0,9-2 0 15,-4 0-6-15,9 2-3 0,3-3-1 0,5 1-5 16,6 0-1-16,2-1-1 0,1-1-3 0,1 1 0 16,-4-2-2-16,4 0-1 0,-5 1-3 0,-9 1 0 15,2 3 6-15,-7-1-5 0,0-2-6 0,-5 3 4 16,-1-1-3-16,-2-1-4 0,4 2 1 0,-9 0-7 15,7 0-7-15,-7 0 0 0,0 0-14 0,0 0-11 16,0 0-26-16,0 0-26 0,-21 6-12 0,10-5-24 16,-3 2-19-16,2-3-19 0,1 0-135 0,-2 0-324 15,3-3 144-15</inkml:trace>
  <inkml:trace contextRef="#ctx0" brushRef="#br0" timeOffset="185820.54">20095 6065 32 0,'0'0'274'0,"-2"-5"-14"15,2 5-19-15,0 0-23 0,-2-3-22 0,2 3-23 16,0 0-22-16,0 0-13 0,0 0-20 0,0 0-14 16,0 0-9-16,0 0-10 0,17 6-10 0,-9 1-5 15,3 0-14-15,-1 0 0 0,1 5-7 0,5 0-6 16,-1-2-4-16,-5 3-4 0,4 1-9 0,-4-2-7 15,2 1-3-15,-1 1-4 0,-4 1-6 0,-2-6-5 16,-1 3-6-16,-2-1-12 0,-2 1 2 0,0-2 0 16,-2 1 3-16,-2 0 1 0,-1-3 5 0,-3 4-1 15,-2-4-5-15,1 0-9 0,-4 0-6 0,3-1-28 16,1-1-24-16,0-2-16 0,0 1-30 0,0-4-44 16,4 1-151-16,1-2-346 0,4 0 153 0</inkml:trace>
  <inkml:trace contextRef="#ctx0" brushRef="#br0" timeOffset="186268.68">20520 5908 196 0,'1'-5'237'16,"1"2"-26"-16,2-1-25 0,1 0-18 0,2 3-25 16,2-2-9-16,0 1-13 0,5 2-13 0,-2 2-11 15,-1-2-13-15,3 4-8 0,-1 0-14 0,1 3-7 16,-2-2-8-16,-1 2-4 0,1 3-4 0,-5-3-8 16,1 4-10-16,-2-3 0 0,-2 4 1 0,-3 2-9 15,-1-3 1-15,-1 4-5 0,-3 2 2 0,-4-3-2 0,-3 1-4 16,0 0 3-16,-1-2-3 0,2 2 1 0,0-4-1 15,0-1-2-15,3 0-2 0,1-3 6 16,-1-1-2-16,1 0-7 0,2 0 4 0,3-1-1 16,-2-1 1-16,3 0 6 0,3 0-1 0,2-2-4 15,4 5 1-15,1-3 1 0,2 1 6 0,2 0-9 16,-1-1 5-16,4 2-7 0,0-1 1 0,-2 2-3 0,-3-1 3 16,-1-2 1-16,-2 1 0 0,0-1-2 0,-4 1 2 15,2 0-6-15,-1 2 5 0,-5-4-5 16,1 3-2-16,-2 0 1 0,-3-1 0 0,-3 4 6 15,-4-2-10-15,-5 2-11 0,-4-1-35 0,1 0-35 0,-7 0-35 16,-2-2-64-16,-4-1-103 0,11-4-316 0,-1 0 140 16</inkml:trace>
  <inkml:trace contextRef="#ctx0" brushRef="#br0" timeOffset="186701.9">20656 5750 205 0,'-4'-2'218'0,"1"0"-24"0,-1-1-17 0,4 3-22 15,-6-1-13-15,6 1-21 0,-10 4-14 16,1 3-12-16,1-2-9 0,-1 4-11 0,-2 3-10 0,-6 10-7 15,4-7-8-15,3 9-5 0,-5 0-2 0,-2 3-7 16,4 2-2-16,1 0-2 0,3 3-5 0,0 1 1 16,1 2-5-16,0-3 2 0,6 1 2 0,2-2-1 15,0-1-3-15,2-2 0 0,2-2 1 0,0-8 10 16,5 1 9-16,0-2 10 0,1-1 9 0,3-3 12 16,-2 1 16-16,5-4 14 0,-1-5 12 0,4 3 15 15,2-4 10-15,2-2 4 0,5-3 3 0,1 0 3 16,-2-6 5-16,1-1 6 0,-2-3 8 0,-2-1 2 15,-1-5 0-15,-1 1-8 0,-2-2-2 0,-4-4-12 16,-1-3-21-16,-5-4-8 0,-2-2-14 0,-4 1-16 16,-6-5-15-16,-3 0-15 0,-4 2-14 0,-3 4-3 15,-4 0-16-15,-8 5-12 0,-3 2-22 0,-18 1-42 16,-5 5-50-16,-8 8-68 0,-9 8-60 0,-27 13-76 16,4 8-93-16,26-6-313 0,3-5-766 0,2 2 340 15</inkml:trace>
  <inkml:trace contextRef="#ctx0" brushRef="#br0" timeOffset="191064.81">6711 11497 67 0,'0'-4'218'0,"0"4"-16"0,0-4-24 0,0 4-20 16,0 0-17-16,0 0-13 0,0 0-25 0,0 0-22 15,0 0-10-15,0 0-11 0,0 0-6 0,0 0-3 16,0 0-9-16,0 0-7 0,0 0 3 0,0 0-11 16,0 0 1-16,0 0-2 0,-3 12-5 0,3-12 0 15,3 6-4-15,-2-2-2 0,0-1-4 0,3 1-2 16,-4 0 3-16,8 0-3 0,-3-1-2 0,-1-1 3 15,2 2-1-15,1-3-3 0,-1 1 4 0,4-2 3 16,3 0-2-16,-3-3-2 0,0 1 7 0,1-5 0 0,0 2 10 16,1-2 6-16,-2-2 5 0,1 1-6 15,-2-2 13-15,0 1 6 0,0 2 2 0,-4-2 10 16,2 1 16-16,-1 1 2 0,-5-1 4 0,3 1-2 16,-4 2-7-16,0 0-11 0,0 1-6 0,0 4-14 0,-8-6-2 15,-1 2-7-15,-6 6-2 0,-3 0-7 0,-11 5-3 16,-6 4-1-16,0 3-6 0,-10 7-3 0,-4 4 8 15,7-1-10-15,1 4-2 0,10-6-2 16,2 3 0-16,1 1-7 0,1 0 8 0,4 2-9 16,4-1 1-16,4 2-3 0,-1-3 1 0,9 3 0 0,2-4-1 15,2 0-1-15,6-4 5 0,0-3-2 0,6 2 0 16,4-5 3-16,6 5 1 0,4-6-1 0,8-1 0 16,1-5-1-16,6-2 6 0,-2 0-2 0,-1-2-4 15,-1-3 1-15,-2 2 4 0,-1-3-4 0,-11 2 1 16,-2-4 2-16,-4 4 7 0,-2-4-9 0,-3 2 11 15,-2 2-4-15,0 0 17 0,-7-2 6 0,9-2 1 16,-6 0-3-16,-3 2-6 0,3-3-5 16,-3 3-13-16,0 0-7 0,0 0-10 0,-9-5-4 0,9 5-22 15,-8-2-22-15,4-1-14 0,1 2-29 0,3 1-32 16,-9-3-27-16,5 1-38 0,4 2-230 0,-5-5-461 16,3 2 204-16</inkml:trace>
  <inkml:trace contextRef="#ctx0" brushRef="#br0" timeOffset="191254.81">7154 11804 135 0,'0'0'319'0,"4"-3"-14"0,-4 3-25 15,0 0-26-15,1-4-21 0,-1 4-28 0,0 0-32 16,3-3-42-16,-3 3-47 0,0 0-55 0,0 0-57 15,0 0-55-15,0 0-34 0,0 0-53 0,0 0-122 16,0 0-316-16,10 2 140 0</inkml:trace>
  <inkml:trace contextRef="#ctx0" brushRef="#br0" timeOffset="191734.57">7461 11507 271 0,'0'0'279'16,"1"-5"-17"-16,-1 5-26 0,0-5-24 0,0 5-24 0,0-4-20 16,0 4-19-16,0 0-24 0,0 0-30 0,0 0-15 15,0 0-11-15,0 0-10 0,1 12-5 16,2 0-4-16,-2 4-5 0,2 2-4 0,-2 0-3 15,0 2-10-15,1 6-2 0,-1 1 1 0,0 1-4 0,2 0-6 16,-3-1 1-16,0 1-2 0,0-1-5 0,1-7-1 16,3 5 0-16,-2-4 1 0,-2-7-2 0,1 2-1 15,-1-3-2-15,2-4 3 0,-4-2-2 16,2-1 4-16,0 1 0 0,2-4 29 0,-2 0 28 0,0 1 54 16,0-4 29-16,0 0-2 0,0 0-16 0,0 0-12 15,-9-17-13-15,6 4-12 0,0-3-13 0,-3-11-4 16,3 1-10-16,-3-5-5 0,1-3-6 0,-1-15-10 15,5 2-4-15,-1-2-15 0,2 2-4 0,-1 10-6 16,2 3-6-16,-1 1 1 0,3 1-4 0,-3 1 2 16,1 5-3-16,6 1-1 0,-5 7 0 0,2 3-1 15,0 2-2-15,1 3-7 0,1-2-1 0,4 6 1 16,5-2 3-16,-1 4-3 0,2-1-3 0,6 2-30 16,5 3-23-16,1 4-19 0,0 1-30 0,-2 3-27 15,1 4-37-15,-3 0-37 0,1 2-44 0,0 1-38 16,-10-3-198-16,3 1-529 0,-5-1 235 0</inkml:trace>
  <inkml:trace contextRef="#ctx0" brushRef="#br0" timeOffset="192070.59">7491 11679 168 0,'0'0'183'0,"-4"2"-10"16,4-2-12-16,0 0-11 0,0 0-11 0,-3 4-13 16,3-4-13-16,0 0-8 0,0 0-11 0,0 0-9 0,15 0-3 15,-2-1-7-15,6-4-10 0,4 5-2 16,4-3-10-16,1 3-7 0,3-4-5 0,-1 4 0 15,-2-2-5-15,2 2-6 0,-1 0-1 0,-10 0-4 16,3-1-1-16,-9 2-1 0,1-1-7 0,-4 0-2 16,-2-1-1-16,1 1 1 0,-4 0-1 0,1 0-3 0,-1-1 5 15,-5 1-6-15,0 0-9 0,8 1-9 16,-8-1-20-16,0 0-37 0,0 0-26 0,0 0-43 0,-14 7-183 16,10-4-343-16,4-3 152 0</inkml:trace>
  <inkml:trace contextRef="#ctx0" brushRef="#br0" timeOffset="192644.58">8405 11586 129 0,'0'0'206'0,"0"0"-4"0,0 0-10 0,0 0-9 16,0 0-7-16,0 0-8 0,0 0-12 0,0 0-9 16,0 0-13-16,0 0-13 0,-4-1-12 0,4 1-13 15,9-4-9-15,-5 2-6 0,4 0-12 0,3-2-8 16,6 0-5-16,2 0-8 0,0 1-3 0,0-1-5 16,3-1-4-16,0 3-5 0,7-3-1 0,-1 1-4 15,-10-2-1-15,4 5-6 0,-4 0-1 0,0 1-1 16,-8-3-3-16,3 1-2 0,-3 3-15 0,-4-2-17 15,2 1-27-15,-3 0-28 0,-5 0-35 0,8 0-13 16,-8 0 2-16,1 4-12 0,-1-4-30 0,-9 5-161 16,3-1-350-16,-2-3 156 0</inkml:trace>
  <inkml:trace contextRef="#ctx0" brushRef="#br0" timeOffset="193100.69">8519 11719 84 0,'0'0'110'0,"0"0"-10"0,-9 3-1 16,9-3 0-16,0 0-11 0,0 0 1 0,0 0 0 15,0 0-5-15,0 0 0 0,0 0-8 16,0 0-6-16,0 0 3 0,0 0 9 0,0 0 5 15,0 0-5-15,25-3-8 0,-11 3-7 0,6 0-1 0,1 0-7 16,11-2-7-16,0-1-8 0,4 1 0 0,0 0-9 16,3-3-1-16,-3 2-2 0,-3 2-7 0,-2-2 2 15,-12 2 0-15,1 0-7 0,-8-2-1 16,1 3 1-16,-4-1-3 0,-1 1-3 0,-1 0-2 0,-7 0 1 16,11-2 0-16,-9 1-8 0,-2 1-10 0,0 0-11 15,0 0-26-15,0 0-37 0,0 0-40 0,-17 7-190 16,5-6-335-16,1 0 148 0</inkml:trace>
  <inkml:trace contextRef="#ctx0" brushRef="#br0" timeOffset="195883.89">10130 11364 49 0,'0'0'114'0,"-3"-3"-7"15,3 3-20-15,0 0 4 0,0 0-11 16,0 0-9-16,0 0 4 0,0 0-18 0,0 0-3 15,0 0-3-15,0 0-6 0,-6-2 0 0,6 2-7 0,0 0-4 16,0 0-5-16,0 0-3 0,0 0 3 0,0 0-12 16,0 0 3-16,0 0-9 0,0 0 10 0,0 0-18 15,0 0 15-15,14 5 3 0,-14-5-12 16,17-2 0-16,-7 2 8 0,-1-2-2 0,3 1 6 0,-1-3-7 16,-2 2 4-16,5-1 14 0,-5 0 4 0,0 2 7 15,0-4 5-15,-3 3 5 0,-1 0 14 0,0 0 7 16,1-1 8-16,-6 3-2 0,5-3 4 0,-5 3-6 15,5-3-7-15,-5 3-9 0,2-2-13 0,-2 2-4 16,0 0-2-16,0 0-8 0,0 0-5 0,-23 0-1 16,11 5-4-16,-2-4-3 0,-7 5-6 0,-4 4-1 15,-1-2-3-15,-4 5-2 0,-1 0-3 0,1 0 0 16,2 4-2-16,-1 3-2 0,1-3 1 0,-2 4-1 16,6 2-1-16,2 3-2 0,2-1 0 0,1-3 1 15,6 3-6-15,0-3 3 0,5-4-1 0,5 0 2 16,0-1 4-16,4-1-4 0,3 0 7 0,3 0-3 15,0-6 4-15,10 2-1 0,1-3-2 0,7 1 2 16,6-4-4-16,1-1 7 0,4-4 1 0,-3 2-3 16,-1-3 2-16,-2 0-1 0,1 0 0 0,-12-3-4 15,3 2-4-15,-4 0 8 0,-8-3 22 0,2 1 12 16,-4 3 11-16,0-1 18 0,-1-1 11 0,-1 0-6 16,-2 2-9-16,-4 0-10 0,7-4-7 0,-4 3-17 15,0-2-14-15,-3 3-18 0,0 0-23 0,1-6-23 16,-1 6-29-16,0 0-33 0,0 0-38 0,-9-2-29 15,9 2-40-15,0 0-180 0,-18 2-425 0,14 0 189 16</inkml:trace>
  <inkml:trace contextRef="#ctx0" brushRef="#br0" timeOffset="196267.16">10374 11736 52 0,'0'0'314'0,"0"-6"-8"0,0 2-10 15,0 4-3-15,-1-4-31 0,1 4-3 16,0-7-30-16,0 7-24 0,-3-3-17 0,3 3-16 16,0 0-20-16,0-7-8 0,0 7-28 0,0 0-14 15,0 0-14-15,0 0 1 0,0 0-25 0,0 0-14 0,0 0-15 16,0 0-7-16,0 0-6 0,0 0-4 0,0 22 0 15,0-10 1-15,0 0-7 0,0 5 2 16,3 0-5-16,-3 1 2 0,0 0 0 0,0 0-2 16,-3 1-1-16,3 0 1 0,0-3-2 0,0 0-1 0,3-4-3 15,-2-1 0-15,-1-2 0 0,-1-2 3 0,2-1-1 16,-1 0 1-16,0-1 0 0,0 0-1 0,1-2 0 16,-1 0 6-16,0-3-1 0,3 7 4 0,-3-7 5 15,0 0-5-15,0 3 3 0,0-3-6 0,0 0 0 16,0 0-7-16,0 0-11 0,0 0-37 0,0 0-42 15,0 0-39-15,0 0-52 0,5-10-61 0,-1 7-278 16,1-2-558-16,1-3 246 0</inkml:trace>
  <inkml:trace contextRef="#ctx0" brushRef="#br0" timeOffset="196884.51">10893 11647 112 0,'0'0'188'0,"0"0"-19"15,0 0-12-15,0 0-16 0,0 0-10 0,0 0-11 16,0 0-12-16,0 0-9 0,0 0-10 0,0 0-11 16,22-7-6-16,-12 2-2 0,9 0-13 0,0-3-6 15,9-3-4-15,1 1-2 0,0 1-9 0,-1-4-2 16,1-3-1-16,-2 1-6 0,1 1-2 0,0-2 1 15,-2 0 5-15,-3 0 12 0,-1-1 7 0,-8 4 10 16,1 0 6-16,-6-1 1 0,2 2 13 0,-4 0 1 16,-3 3-2-16,-2-2-6 0,0 2-4 0,-4 1-11 15,-2 4-8-15,-2-5-7 0,-4 4-5 0,-3 2-6 16,-10 0-4-16,-7 5 4 0,-2-1-12 0,-4 7-3 0,-1 4 0 16,0-3-6-16,1 7-4 0,-9 4-2 0,13-5-1 15,1 5-1-15,6-2 0 0,2 7-3 16,3 2-1-16,4-1-1 0,7 0 3 0,2 1-2 15,4-2 0-15,11 0-1 0,2-1 6 0,4-2 4 0,9-1 2 16,4-3 9-16,7-3 11 0,2-3 2 0,18-1 4 16,1-4 2-16,0-1 4 0,-1-3-2 0,0-2-5 15,-13-1 0-15,-4-1-1 0,-5 1-3 16,-9-2-3-16,-5 2 14 0,-4-1 12 0,-4-1 22 0,2 2 28 16,-6 0-2-16,2 0 2 0,-3-2 5 0,-5 2-25 15,8-2-5-15,-8 2-28 0,7-2-37 0,-7 2-30 16,0-5-34-16,0 5-46 0,-5-5-49 0,5 5-63 15,-5-8-76-15,0 5-286 0,1-2-617 0,-1 0 273 16</inkml:trace>
  <inkml:trace contextRef="#ctx0" brushRef="#br0" timeOffset="198033.54">11528 11067 177 0,'0'-3'234'0,"4"-2"-10"0,-2-2-6 16,0 2-10-16,-2 4-11 0,2-3-13 0,-2 4-16 15,3-7-13-15,-3 7-20 0,1-5-15 0,-1 5-17 16,0 0-11-16,2-1-9 0,-2 1-12 0,0 0-8 15,0 0-10-15,8 13-6 0,-5-5-3 0,-1 2-3 16,0 2-6-16,2 4-4 0,-3 1 0 0,1-3-6 16,1 3-2-16,-2 0-1 0,1 1-2 0,-1-3-4 15,0 0-1-15,2-2-2 0,-1-2-1 0,1-3-1 16,-2 2 0-16,0-6-2 0,-1 1 3 0,1 0 2 16,1-2 4-16,-2-3 40 0,0 5 31 0,0-5 0 15,0 0-9-15,0 0-4 0,13-10-5 0,-7 1-8 16,2-2-5-16,3-2-2 0,-2-1-11 0,3-4-2 15,0-4-4-15,0-2-5 0,6 2-6 0,-9 5-4 16,2 2 0-16,-2 1 0 0,0 5-5 0,-1-1 0 16,-1 0-2-16,-4 6-3 0,2-2 6 0,-1 1-20 15,-1 2-5-15,0 3-12 0,-3 0-5 0,0 0 7 16,11 8-3-16,-6 1 2 0,-1 1-4 0,-1 1 8 16,3 0-1-16,-3 4 2 0,2-1 2 0,2 2 1 15,-3 0-3-15,-2 1 3 0,2-2-4 0,-1-3-7 16,-1 1 4-16,1-3 1 0,-2-2 1 0,3 0 5 0,-3-1-2 15,-1-5 2-15,1 2 21 0,1 1 1 16,-1-2 40-16,-1-3 8 0,0 0-8 0,0 0-6 16,11-9 2-16,-5 1-14 0,2-1 3 0,1-7-9 15,3 2 12-15,-2-2-23 0,4-8 6 0,-5 8-5 0,5-1 3 16,-5 1-9-16,0 2-3 0,0 3 1 0,-4 2 8 16,2 3-7-16,-4-1-12 0,0 3 0 0,1 1-6 15,-1 1-17-15,0-1-6 0,-3 3 4 16,10 4-2-16,-3 0-9 0,1 0-9 0,-1 5-10 0,1-2-11 15,-1 4-19-15,1 0-18 0,0-2-20 0,1 5-29 16,-3-3-20-16,4 2-27 0,-5-2-21 0,1 0-44 16,-3-1-176-16,1 0-474 0,0-6 210 0</inkml:trace>
  <inkml:trace contextRef="#ctx0" brushRef="#br0" timeOffset="198366.65">12287 11118 73 0,'0'-4'349'0,"0"0"-5"0,0-1-18 15,0 1-8-15,1-1-24 0,-1 5-26 0,0-6-30 16,0 6-26-16,-1-5-25 0,1 5-20 0,0-4-23 16,0 4-12-16,0 0-13 0,0 0-44 0,0 0-5 15,0 0-7-15,5 9-10 0,-3-1-14 0,0 1 4 16,-1 2-6-16,3 2-3 0,-4-1-7 0,4 5 0 15,-3 1-3-15,3-2-4 0,-1 1 1 0,-1-2-3 16,-2 2-1-16,1-5-3 0,2 1 0 0,-2-2-4 16,2-1 13-16,-2-4-14 0,-1 0-4 0,0-1 0 15,1 0 8-15,2-2-1 0,-3 2 1 0,0-2 2 16,0-3 1-16,0 0 9 0,1 7 12 0,-1-7-2 16,0 0-5-16,0 0-3 0,0 0-26 0,0 0-24 15,0 0-22-15,0 0-48 0,0 0-39 0,0 0-51 16,-1-18-57-16,1 13-54 0,-4 0-212 0,3-1-548 15,-3 0 243-15</inkml:trace>
  <inkml:trace contextRef="#ctx0" brushRef="#br0" timeOffset="198916.7">12526 10976 36 0,'5'-4'206'0,"-1"1"-23"0,1 1-15 0,3-2-19 0,-1 2-16 16,1 2-15-16,4 2-12 0,-1 0-13 0,1 1-7 15,-3 3-12-15,2 1-10 0,-2 1 0 16,1 0-7-16,0 5-9 0,-3-1-7 0,-1-2-5 16,-1 5-2-16,-1 2-6 0,-2 0-1 0,-2 0-3 0,-2-2-2 15,0 0-1-15,-2-3 0 0,-1 1 0 0,-3 2-3 16,3-4 0-16,-4-1 0 0,0-2 0 0,4 4-1 15,0-4 0-15,-1-3 2 0,3 2 6 16,-1-5 15-16,2 2 16 0,0 0 21 0,0-1 20 0,2-3 25 16,-3 4 10-16,3-4-8 0,0 0-16 0,0 0-11 15,5-13-14-15,3 5-5 0,1-3-5 0,1-6-6 16,5-1-16-16,2-5 5 0,1 1-11 0,0-5-2 16,2 3-8-16,-4 1-3 0,1 2 0 0,1 0-7 15,-9 6-1-15,0 2-3 0,-1 2-1 0,2 1 2 16,-5 2 2-16,3 0 6 0,-4 2 9 0,0 2-2 15,-1-1 2-15,1 1-10 0,-1-1-5 0,-2 2-1 16,2 1-9-16,-3 2-6 0,0 0-15 0,3-2-5 16,-3 2-10-16,0 0 3 0,2 12 0 0,-4-3 0 15,-1 1 0-15,-1 5 2 0,-1 2-1 0,-3-1 1 16,3 2 9-16,0 2-4 0,0-1 2 0,1-1-2 16,0 2 5-16,0-2 0 0,2-2-1 0,-1-1 2 15,3-3 0-15,0-1 5 0,0-5 1 0,3 2 4 16,-2 0-1-16,9-1 4 0,2-4 4 0,2 1-4 15,1 1 2-15,7-3 1 0,-2-2 1 0,2 0-5 16,-2-2-27-16,3 2-36 0,-5-1-44 0,4-3-62 16,-2 0-79-16,0 1-271 0,-4-1-555 0,1-3 245 15</inkml:trace>
  <inkml:trace contextRef="#ctx0" brushRef="#br0" timeOffset="199766.65">13509 11624 34 0,'0'0'143'0,"0"0"0"0,-8-1-19 0,8 1-8 0,-4-1-10 16,4 1-7-16,0 0-5 0,0 0-16 0,0 0-10 15,0 0-6-15,0 0-8 0,0 0-7 0,-11 0 1 16,11 0-10-16,0 0-3 0,0 0-4 0,-8 2-3 15,8-2-2-15,0 0-1 0,-1 4-3 0,1-4-4 16,0 0 2-16,0 0-4 0,-2 5 1 0,2-5-3 16,0 0-3-16,0 0-2 0,0 0 4 0,0 0-6 15,0 0 7-15,0 0 9 0,8 3 13 0,-1-4 18 16,4 1-2-16,1 0-4 0,8-5-5 0,7 0-4 16,5 1-2-16,5 1-11 0,0-2-1 0,0 0 3 15,2 1-8-15,-3 1-1 0,-4 0-2 0,-1 1 1 16,-3-1-10-16,-11 2-15 0,-3-1-21 0,-1 2-22 15,-6-1-15-15,1 2-16 0,-2-1-10 0,-6 0-8 16,0 0-21-16,0 0-132 0,0 0-273 0,0 0 120 16</inkml:trace>
  <inkml:trace contextRef="#ctx0" brushRef="#br0" timeOffset="199986.33">13763 11526 87 0,'0'0'288'0,"0"-6"-5"16,-1 3-2-16,1 3-15 0,0-5-21 16,0 5-19-16,0-5-27 0,0 5-22 0,0 0-22 15,-3-4-17-15,3 4-18 0,0 0-20 0,0 0-12 0,0 0-11 16,-1 11-5-16,0-2-6 0,-1 3-3 0,0 4-12 16,2 1-7-16,-1 1-2 0,-1 1-5 0,4 1-23 15,1 5-25-15,0-6-25 0,2 5-24 16,1 5-47-16,-1-11-45 0,2 1-65 0,-1 0-206 0,0-4-458 15,0-5 203-15</inkml:trace>
  <inkml:trace contextRef="#ctx0" brushRef="#br0" timeOffset="200583.13">14562 11310 84 0,'0'0'143'15,"-8"0"-18"-15,8 0-16 0,0 0-11 0,0 0-7 16,0 0-6-16,-4 2-14 0,4-2-5 0,0 0-4 0,0 0-5 15,0 0-5-15,9 6 2 0,-9-6 0 16,9 0-2-16,0-3-5 0,5 3-2 0,-2-1-1 16,3 0-6-16,2-2-9 0,0 0 6 0,1-1 5 15,0-1-15-15,-5 1 1 0,1-1-4 0,0-2 8 16,-4 2 7-16,-1 0 10 0,0-2 3 0,-1 4 3 0,-2-2 5 16,-1 1 2-16,-1 1-2 0,-1-1-9 0,-2 1-7 15,-1 3-8-15,0 0-6 0,-6-4 0 16,-6 5-7-16,-3 5-1 0,-7-1-3 0,-5 6-1 15,-1 0-11-15,-1 6 3 0,-4 1 0 0,2 4-2 0,2 1-1 16,4 0-5-16,-2 2 1 0,3 3-1 0,4 0 0 16,4 5 3-16,0-5 0 0,7 6-3 0,4-6 0 15,3-1 5-15,5-1-1 0,1-7 1 16,10 4 8-16,6-2-6 0,4-3 4 0,7-2-17 0,5-4-31 16,14 0-52-16,-12-7-64 0,2 1-181 0,12-6-362 15,-16 0 161-15</inkml:trace>
  <inkml:trace contextRef="#ctx0" brushRef="#br0" timeOffset="201050.84">14876 11679 135 0,'0'0'149'16,"0"0"-15"-16,0 0-12 0,0 0-15 0,20 4-12 15,-12-2-15-15,-1 0-1 0,0 0-12 0,3 5-7 0,-2-3-9 16,-3 1 0-16,5 3-11 0,-6 1-4 16,1 1-8-16,-1 0 5 0,-1 1-5 0,-3 4-4 15,0 2-3-15,-7-2-2 0,2 3-2 0,-5-2 0 16,-3 5-3-16,-2-7 0 0,2 3-2 0,-7 0 3 15,4-4 5-15,1 1-2 0,1-4 3 0,-3 2 1 16,2-2 8-16,1-2-7 0,1-2 2 0,4 1-4 16,3-3 3-16,1 0-9 0,-3-2 12 0,4 1 10 15,0-1 12-15,2 0 14 0,2-2 8 0,-5 4 2 16,5-4 3-16,0 0-8 0,0 0-6 0,20-1-5 16,1-4-4-16,5 0-3 0,6 1-7 0,3 1-7 0,5-4-2 15,9-1-2-15,-9 5-2 0,2-3-6 16,-4 6-3-16,0-2 3 0,-4 2-6 0,-2-1 2 15,-4 2-6-15,-8-1 0 0,-1 0 1 0,-7 0-7 16,-2 2 2-16,-2-2-2 0,0 0-3 0,-3 0-3 16,1 0-7-16,-6 0-14 0,0 0-19 0,0 0-28 0,0 0-43 15,0 0-59-15,0 0-217 0,-28-3-416 16,18-1 185-16</inkml:trace>
  <inkml:trace contextRef="#ctx0" brushRef="#br0" timeOffset="201832.64">15677 11569 27 0,'0'0'154'0,"-5"-1"-9"16,5 1-20-16,0 0-9 0,0 0-11 0,0 0-9 15,0 0-9-15,-5-1 1 0,5 1 1 0,0 0-4 16,0 0 5-16,0 0-3 0,0 0-10 0,0 0-4 15,14-9 5-15,-5 6-16 0,4-4-2 0,-1 2-4 16,5-4-5-16,2 1-2 0,6-4-5 0,0 1 1 16,-7 4 2-16,9-6-4 0,-3 1-1 0,-7-1 3 15,8-1-1-15,-2-1 1 0,0-1-4 0,-9 4-4 16,4-3 2-16,-5 4-3 0,1-2-2 0,-5 4 3 16,-1 2 7-16,-2-3 1 0,-6 4-3 0,5 0-5 15,-2 1-9-15,-3 0-7 0,-3 2-2 0,3 3-3 16,-14-3-3-16,4 6 0 0,-8 1-5 0,-9 5 1 15,2 3-2-15,-1 3-6 0,0 1-1 0,1 2 0 16,-2 4 0-16,4-2 1 0,4 4-9 0,1 1 10 16,5 1-5-16,-1-2 0 0,9 1 3 0,3-7-5 15,2 2 6-15,5-2 4 0,9 5-1 0,5-3 1 16,9-6 4-16,4-2-2 0,6-4-7 0,20 0-41 16,2-4-45-16,3-10-65 0,-3 4-253 0,0-7-437 15,0-3 194-15</inkml:trace>
  <inkml:trace contextRef="#ctx0" brushRef="#br0" timeOffset="202565.63">16121 11005 43 0,'2'-6'272'0,"-1"2"-22"0,1-1-13 0,-1 1-23 15,2 2-28-15,-3 2-17 0,2-6-22 0,2 4-16 16,-4 2-17-16,0 0-10 0,0 0-11 0,0 0-13 0,11 8-2 16,-7-3-14-16,0 2-6 0,0 3-8 0,0 1-3 15,2 4-5-15,-1 0-5 0,-2 2-3 16,1 0-4-16,-2 0-3 0,2 2-3 0,-3-4-3 15,2 0 2-15,-2-2-3 0,-1-2-2 0,2-2-2 0,1-2-1 16,-3-1 0-16,1-2 3 0,-1 0 20 0,2 1 29 16,-1-2 11-16,-1-3-3 0,0 0-11 0,14-9-1 15,-5 1-3-15,1-2 2 0,3-3-8 16,1-1-2-16,0-6-2 0,4-1-6 0,0 0-7 0,0-5-4 16,-3 6-4-16,-1 5-3 0,-2 1 1 0,0 2 5 15,-4 3-13-15,-1 1-5 0,-3 4-3 0,-1-2-7 16,4 3 1-16,-5-1-6 0,2 1-1 0,-4 3-7 15,0 0 11-15,12 7-12 0,-6-1-1 0,-1 2 1 16,0 3-1-16,-1 0-1 0,0 5 0 0,-3-1 4 16,3 3-1-16,1 0 0 0,-2-1-11 0,-2-1 5 15,5-1-3-15,-3-3 0 0,-2-3 1 0,-1 0 12 16,0-2-6-16,0 0 5 0,4-3 5 0,-4 0 7 16,1-3 29-16,-1-1 6 0,4 2-1 0,-4-2-3 15,9-7 5-15,0 3-15 0,0-4-3 0,0 0-4 16,4-4-1-16,-1 0 7 0,2-2-9 0,-2 2-2 15,1 0-5-15,1 0 0 0,-7 4-3 0,3 2 0 16,0-2 0-16,-3 0-7 0,1 4-10 0,-3 1-23 16,0 0-28-16,2 1-18 0,0 0-21 0,-3 2-18 15,4 4-31-15,-2-1-35 0,3 3-36 0,-1 2-46 16,-2-2-164-16,-1 3-465 0,2-4 205 0</inkml:trace>
  <inkml:trace contextRef="#ctx0" brushRef="#br0" timeOffset="202866.61">16864 11078 36 0,'0'-3'326'0,"1"-1"-18"16,2 0-23-16,1-1-26 0,-4 5-28 0,1-4-24 16,-1 4-24-16,4-6-24 0,-4 6-13 0,5 0-18 0,-5 0-14 15,8 6-12-15,-2-3-11 0,2 3-15 16,-3 0-5-16,0-1-9 0,-1 3-8 0,2 2-9 15,-2 1-9-15,-1 0-2 0,-2 1-5 0,-2 3-2 16,-2 1 1-16,-1 1-8 0,-3-1-3 0,0 0-2 0,2-1 3 16,-4-1-5-16,-1-3 1 0,5-1-5 0,-3 2-1 15,3-4 0-15,1 1 0 0,-1-4-5 0,4-1 5 16,-3 1 1-16,4-1-3 0,-4-1 3 16,2-1 8-16,2-2-4 0,0 0-4 0,6 6 1 0,5-6-2 15,6-3 4-15,5 2-9 0,7-2-20 0,-2-1-31 16,5 1-37-16,-1-3-60 0,1-2-69 0,-3 0-248 15,4-1-499-15,-6-2 222 0</inkml:trace>
  <inkml:trace contextRef="#ctx0" brushRef="#br0" timeOffset="203350.31">17121 10885 205 0,'3'-5'208'0,"3"-1"-25"0,2-3-19 16,1 5-12-16,1 1-17 0,4-2-14 0,-1 5-16 16,6 0-7-16,-1-2-15 0,2 4-9 0,-1 1-6 15,7 4-9-15,-7 1-5 0,0 0-6 0,-2 2-6 16,1-2-2-16,-4 6-1 0,0-3-13 0,-4 5-4 15,-1-1 5-15,-3 1-6 0,-2 1-5 0,-2 0 3 16,-2 2-4-16,-6-2 1 0,0 1 2 0,-4 0-3 16,0-3 0-16,-4 0 0 0,1-1 2 0,-1-2-1 15,1-1 2-15,4-2 1 0,-1-2 4 0,2-2 11 16,3 0 18-16,-1-2 23 0,2-1 29 0,0 3 36 16,4-5 20-16,0 0-31 0,0 0-11 0,0-14-15 15,6 5-6-15,3-4 1 0,4-4-24 0,6-5-8 16,0-2-7-16,5 1-3 0,-3-4-6 0,3 3-15 15,-2 3 4-15,-4 1 2 0,-4 4-8 0,0 3 13 16,-7 4-24-16,0 2 2 0,-2 2-9 0,0 1-6 16,-1-1-6-16,0 1-30 0,-4 4-14 0,4-1 3 15,-4 1 2-15,1 14 5 0,-1-4 3 0,-1 6 3 16,1 1-1-16,-3 2 5 0,2 8 3 0,1 0 1 16,4 1-6-16,0-2 0 0,3 0-8 0,6 0-3 15,1-2-33-15,4-1-44 0,5-4-79 0,4 1-111 16,1-7-164-16,5-2-504 0,3-6 223 0</inkml:trace>
  <inkml:trace contextRef="#ctx0" brushRef="#br0" timeOffset="203970.63">18165 11576 140 0,'0'0'186'0,"0"0"-10"0,-5-3-18 15,5 3-10-15,0 0-17 0,0 0-9 16,0 0-12-16,0 0-6 0,0 0-1 0,20-1-7 16,-7-2-5-16,8 2-8 0,8-4-3 0,3 0-7 15,4-2-12-15,17-5-9 0,5 3-2 0,-1 0-4 0,-3-1-1 16,-1 1-6-16,-14 3-5 0,-2 0 1 0,-2 1-19 16,-6-1-19-16,-1 1-17 0,-10 2-20 0,-4 1-28 15,-2-2-31-15,-1 4-40 0,-6-4-163 16,-5 3-327-16,0 1 144 0</inkml:trace>
  <inkml:trace contextRef="#ctx0" brushRef="#br0" timeOffset="204215.6">18531 11401 295 0,'-3'-4'287'0,"3"0"3"16,-1 1-22-16,1 3-17 0,-1-6-24 0,1 6-27 15,-3-4-24-15,3 4-19 0,0 0-18 0,0 0-21 16,0 0-15-16,0 0-4 0,0 0-20 0,0 0-6 16,3 13-12-16,-1-4-4 0,3 2-6 0,-1-1-5 15,2 7-4-15,-2 1-3 0,3-1-11 0,-1 4-15 16,2-5-12-16,1 8-15 0,-3-2-19 0,3-5-21 16,-3 1-33-16,-1-2-27 0,1 1-25 0,1-4-29 15,-2-2-34-15,3-1-180 0,-3-1-414 0,4-3 184 16</inkml:trace>
  <inkml:trace contextRef="#ctx0" brushRef="#br0" timeOffset="204394.61">19193 11503 250 0,'3'-3'245'0,"0"0"-22"0,2-1-22 16,-3 2-22-16,2-2-19 0,3 2-24 0,-1 0-30 15,6-1-31-15,0 1-32 0,1 2-33 0,10-3-34 16,0 2-26-16,4-1-47 0,2-1-39 0,2 2-85 16,-2-2-238-16,2-1 106 0</inkml:trace>
  <inkml:trace contextRef="#ctx0" brushRef="#br0" timeOffset="204550.83">19973 11460 90 0,'4'-5'143'0,"-1"3"-12"0,1 0-9 0,2-2-25 16,0 0-10-16,5 0-22 0,-1 0-32 0,8-2-31 15,-1 0-25-15,3 1-41 0,-1 0-51 16,0 0-122-16,0 0 54 0</inkml:trace>
  <inkml:trace contextRef="#ctx0" brushRef="#br0" timeOffset="204682.65">20239 11403 6 0,'0'0'255'0,"0"0"8"16,0 0-4-16,0 0-10 0,0 0-24 0,0 0-28 16,0 0-33-16,17-6-40 0,-11 5-42 0,7-2-59 15,-3 0-66-15,4-1-86 0,0 2-151 0,0-3-302 16,0-2 134-16</inkml:trace>
  <inkml:trace contextRef="#ctx0" brushRef="#br0" timeOffset="205286.62">21433 11473 50 0,'0'0'192'15,"0"0"-8"-15,-7 0-2 0,7 0-6 0,0 0-3 0,-8-2-11 16,8 2-10-16,-4-2-13 0,4 2-19 0,0 0-14 16,0 0-9-16,21-7-7 0,-2 3-10 0,8 0-12 15,6-2-4-15,3 0-7 0,20-2-13 0,7-1-6 16,1-1 1-16,0 2-8 0,1 1-5 0,-4 0 1 15,-8-1 0-15,-16 7-6 0,-7-2-19 0,-7 1-18 16,-6 2-21-16,-2 0-22 0,-6-3-32 0,0 3-6 16,-5 0-19-16,-4 0-14 0,0 0-47 0,-27 3-94 15,8-2-293-15,-8-1 129 0</inkml:trace>
  <inkml:trace contextRef="#ctx0" brushRef="#br0" timeOffset="205498.97">21754 11335 109 0,'0'-9'299'16,"2"4"8"-16,-2-3-6 0,1 1-8 0,0 2-10 15,1-2-17-15,-1 2-14 0,0 2-34 0,-1 3-24 16,0-6-30-16,0 6-20 0,0 0-31 0,0 0-28 16,0 0-6-16,3 15-6 0,-1 0-13 0,0 4-8 15,-1 7 1-15,2 4-6 0,-1 2-19 0,2-1-14 16,3 17-27-16,0-15-35 0,-1 2-44 0,1-2-47 15,2 0-67-15,-6-1-284 0,5-4-530 0,-5-8 235 16</inkml:trace>
  <inkml:trace contextRef="#ctx0" brushRef="#br0" timeOffset="206565.42">23094 11179 140 0,'0'0'182'16,"0"0"-10"-16,0 0-11 0,0 0-22 0,-4-1-13 15,4 1-29-15,0 0 3 0,0 0-10 0,0 0-9 16,0 0-7-16,0 0-9 0,0 0-8 0,0 0-3 15,0 0-8-15,0 0-5 0,0 0 0 0,0 0-8 16,0 0-1-16,11-4 0 0,-3 3-2 0,3-1-7 16,1-1-1-16,3-1 1 0,-4 1-3 0,5-1-1 15,2-2-5-15,0-1-2 0,-4 2 2 0,3-4-3 16,-7 1-1-16,0 1 0 0,2-1 11 0,-6 1 5 16,2-3 5-16,-2 1 6 0,0 1 0 0,-2-1-1 15,0 4 3-15,-1-3-6 0,-3 4-3 0,0-1-5 16,-2 0-4-16,-3 1-3 0,-4 4-1 0,-3-1-3 15,-8 4-6-15,-9 5-4 0,1 1 1 0,-4 6-4 0,-2 1 2 16,-10 8-2-16,2 3-3 0,0 1 5 16,8-5-3-16,-3 9-3 0,-1 1 3 0,12-7-6 15,2-1 1-15,4 4 1 0,2 1-1 0,3 0-1 16,4-2 7-16,6 0-4 0,3-2 4 0,8-1 1 0,3 0-1 16,9-1 7-16,2-8-2 0,10-1 2 0,4-3 0 15,4-3 0-15,16-3 0 0,1-2-3 16,-1-4 2-16,-1 0 1 0,-13 0 2 0,-3-2-4 15,-4 1 2-15,-3-1-2 0,-8 0 0 0,-5-1 0 0,-4 3 1 16,-1 0 3-16,-3-1-2 0,-2 0 1 0,1-1-15 16,-7 0-13-16,3-1-15 0,-4 3-18 0,0 0-20 15,0 0-19-15,-18-3-21 0,6 3-17 16,1-2-10-16,0 2-23 0,-2 0-118 0,3 1-303 16,2-1 134-16</inkml:trace>
  <inkml:trace contextRef="#ctx0" brushRef="#br0" timeOffset="207015.58">23395 11480 172 0,'0'-5'283'0,"0"1"-12"16,4 1-8-16,-4-1-15 0,0 0-13 0,0 4-7 15,1-6-34-15,2 3-21 0,-3 3-20 0,1-3-16 16,-1 3-17-16,0 0-4 0,0-4-27 0,0 4-10 16,0 0-11-16,0 0-9 0,0 0-5 0,0 0-7 15,5 13-7-15,-2-5-3 0,-2 1-3 0,-1 2-6 16,3 1-1-16,-2 5-4 0,-1-2-4 0,5 2-1 16,-5-1 0-16,1-1-1 0,2 1-2 0,-2-3-2 15,-1-1 0-15,3-2-1 0,-1-2-2 0,-2 0 0 16,0-1 2-16,3-3-2 0,-2 0 2 0,-1 1 2 15,0-5 38-15,3 4 24 0,-3-4 5 0,0 0-14 16,10-9 9-16,-1 2-18 0,-1-3-12 0,1 1 1 16,2-5 1-16,4-7-13 0,-1 7-7 0,-2-2 12 15,1 0-13-15,-1 2-9 0,1 2 5 0,-5 3-3 16,-2 0-12-16,-1 3 6 0,-1 1-2 0,0 4-8 16,1-4-5-16,-1 3-22 0,-4 2 1 0,9 1-6 15,-7 2 5-15,2 1 1 0,4 6-4 0,-3 0-8 16,0-1-2-16,4 4-5 0,0 3-11 0,-5-4-19 15,6 1-17-15,-3 1-28 0,-1 0-33 0,-1-1-41 16,0-2-37-16,1-1-71 0,-3 0-153 0,0-4-488 16,-1 0 215-16</inkml:trace>
  <inkml:trace contextRef="#ctx0" brushRef="#br0" timeOffset="207632.66">24175 11319 140 0,'0'0'126'0,"0"0"-12"16,0 0-5-16,0 0-8 0,0 0-2 0,-7 4-6 15,7-4-8-15,0 0 0 0,0 0-4 0,0 0-14 16,0 0 1-16,0 0-4 0,0 0-2 0,0 0 4 16,0 0 9-16,0 0-3 0,18-4 0 0,-6 0-4 15,4 1-7-15,0-2-5 0,11-4-6 0,-6 4-4 16,7-3 1-16,-1-2-9 0,-1-1 2 0,-1 2 1 16,0-3-1-16,-1-2 2 0,0-3-5 0,-2 1-3 15,-3-5-6-15,0 2 2 0,-2-1-4 0,-2-1-3 16,-3 4-2-16,-5 2-3 0,1-1 4 0,-4 5 4 15,-3-1-3-15,-1 0-4 0,-3 3-7 0,-3 1 0 16,0 3-7-16,-4 0-1 0,-2 3 3 0,-7 4-2 16,-3 3-6-16,-6 4 2 0,-1 4-6 0,-1 5-1 0,2 3 3 15,0 1-1-15,1 3 0 0,0 1-1 16,4 1-3-16,4-1 4 0,3 3-2 0,4-3 4 16,3 1 0-16,9-8 7 0,0 1 3 0,9-2-1 15,5 6 3-15,4-5 4 0,8-5-2 0,3-2-1 16,6-3-1-16,4-1-34 0,14-1-39 0,-13-5-39 0,18-6-61 15,-18 0-193-15,-2 0-386 0,-2-2 170 0</inkml:trace>
  <inkml:trace contextRef="#ctx0" brushRef="#br0" timeOffset="208448.63">24710 10701 143 0,'4'-6'230'0,"-3"0"-10"16,3 0-5-16,1-1-11 0,0 3-11 0,-1-3-7 16,0 2-6-16,-3 0-11 0,3 2-15 0,-1 1-18 0,-3 2-20 15,4-5-12-15,-4 5-16 0,1-2-13 16,-1 2-8-16,0 0-8 0,6 8-7 0,-3-2-4 0,-1 5-1 16,1 0-8-16,-2 9-2 0,-1-1-6 15,0 7-2-15,0 1-4 0,0-2-3 0,0 1-2 0,0-9-9 16,0 4 0-16,-1-4-3 0,0-3 1 0,1-4-3 15,-2 3 0-15,4-4 1 0,-2-3 1 0,0-1-1 16,0-1 7-16,0-2 27 0,1 4 33 16,-1-6 0-16,0 0-7 0,0 0-2 0,15-10-9 0,-6 3-2 15,0-3 13-15,4-3-13 0,0-1-6 0,3-6 3 16,-3 4-14-16,4-5-3 0,-1-3-2 0,1 3-1 16,-2 2-6-16,-2 2 11 0,-3 5-18 0,-1 0-4 15,-4 4-1-15,-1 0 0 0,4 2-7 0,-3 1-1 16,-3 1-13-16,1 0-14 0,1 2-12 0,-4 2 2 15,0 0 1-15,8 5 2 0,-6 0 5 0,3 5 2 16,-1 1 0-16,0 2 5 0,-2 2 2 0,2 1 1 16,-1 2 2-16,-2-1 9 0,2-1-6 0,-2 1-4 15,1-2 5-15,0-3 1 0,-2-1 1 0,1-5 1 16,-1-1 1-16,1 3 15 0,-1-4-6 0,2-1 7 16,-2 2 32-16,0-5-4 0,0 0-2 0,0 0-3 15,20-8-1-15,-11 3-7 0,6-7-1 0,-1 0-3 16,4 0-7-16,1-5 0 0,-1 4-6 0,1-6 4 15,3 5-3-15,-8 0-2 0,-1 4-5 0,-2 2 1 16,-3 1 0-16,0 0 3 0,-2 2-11 0,2 1-2 16,-3-2-2-16,1 4-9 0,1 2 1 0,4 0-9 15,-4 3-8-15,2 3-9 0,3 2-18 0,1 1-23 16,1 2-22-16,-4 1-44 0,3 2-38 0,0 0-55 16,-4 1-39-16,0-1-171 0,0 0-488 0,-7-4 215 0</inkml:trace>
  <inkml:trace contextRef="#ctx0" brushRef="#br0" timeOffset="208898.43">25506 10802 42 0,'0'-2'260'16,"2"-2"-15"-16,2 1-13 0,-4-1-22 0,0 4-6 15,1-5-15-15,1 2-10 0,-2 3-21 0,0 0-19 16,1-3-13-16,-1 3-14 0,0 0-12 16,0 0-15-16,0 0-11 0,0 0-9 0,0 0-8 0,0 0-7 15,0 0-6-15,0 0-7 0,0 0-1 0,4 15-5 16,-4-7-6-16,0 2-1 0,-2 1-3 0,4 1-1 16,-7-1-3-16,3 4 1 0,1 0-3 0,-1-1 0 15,0-3 1-15,2 1-3 0,-2-1-1 0,2-1-3 16,0-3 1-16,0-1-2 0,0 0 4 0,-2-1-1 15,4-2 12-15,-4 1 22 0,2-4 17 0,4 3 7 16,-4-3-17-16,0 0-4 0,14-10-7 0,-7 5-1 16,2-4-4-16,1 1-3 0,-1-1 8 0,3-3-16 15,-2-3 2-15,0 1-6 0,-1 7-2 0,0-3-2 16,0 3-1-16,-2-1-7 0,-2 4 2 0,-1-1-3 16,0 1-5-16,-1 3-3 0,1-2-2 0,-4 3 0 15,8 0 0-15,-8 0-14 0,10 6-1 0,-3 0 0 16,0-1-9-16,1 3-14 0,-2 2-20 0,3-1-21 15,-1 3-28-15,1 1-30 0,-4-1-29 0,1-1-43 16,0-3-35-16,-4 2-160 0,0-4-438 0,-4-1 194 16</inkml:trace>
  <inkml:trace contextRef="#ctx0" brushRef="#br0" timeOffset="209532.71">25868 10614 62 0,'6'-7'206'0,"3"1"-13"16,0 2-19-16,0-1-19 0,1 1-4 0,1 1-23 15,-1 0-19-15,2 1-8 0,-1 4-12 0,0 1-9 16,3-1-11-16,-1 1-6 0,1 4-8 0,-1 3-7 15,-2 2-5-15,0 4 0 0,-5 0-10 0,3 1-3 0,-3 1-1 16,-4 2-1-16,-2-1-4 0,-3 5-3 16,-6 3-3-16,4-9 2 0,-3 0-2 0,-4 6-4 15,-1 0-1-15,1-7 0 0,-2-2-2 0,4-1-3 16,-3-3 0-16,4-2-2 0,4-1 0 0,-1-3 22 0,2-1 17 16,0 0 28-16,-1 0 24 0,1-2 27 0,2 0 24 15,2-2 3-15,0 0-29 0,0 0-13 16,2-15-9-16,5 5-16 0,3-3-1 0,3-5-11 15,7-2-8-15,-1-4-9 0,4-2-5 0,0 0-3 0,0-1-5 16,0 0-4-16,0 1-8 0,2-2-4 0,-5 5-6 16,-5 2-6-16,4 0-7 0,-10 9-1 0,-1 4 3 15,1 0-7-15,-4 2-3 0,0 2 0 16,-1-1-7-16,-3 0-13 0,3 3-17 0,-4 2-6 0,0 0 1 16,0 0 4-16,0 0 5 0,0 0 0 0,-9 20 3 15,2-6 2-15,0 2 4 0,-3 1 11 0,-2 8-6 16,1 1 1-16,-2 1 1 0,5-1 1 0,3-1 4 15,-2-7 0-15,3 0 1 0,3 4 5 16,1-6 6-16,2 2 17 0,3-3 8 0,2-2 9 0,2-3 21 16,0-2-5-16,8 2 8 0,5-3-2 0,5 1 2 15,4-4-4-15,-3 0-5 0,0-3-1 0,1 1-6 16,-1-4 0-16,-5 0 0 0,-4 2-4 0,1-6 2 16,-9 5-8-16,2-3 1 0,-4 2-3 0,0-1 2 15,-3 2-8-15,1 0-6 0,-2-1 4 0,-1 2-4 16,-4 0-7-16,8-2-3 0,-8 2 0 0,6-1 3 15,-6 1-23-15,0 0-4 0,0 0-13 0,0 0-19 16,0 0-34-16,0 0-32 0,0 0-44 0,-10 11-57 16,1-5-65-16,-3 2-253 0,1-1-577 0,-1-1 257 15</inkml:trace>
  <inkml:trace contextRef="#ctx0" brushRef="#br0" timeOffset="-193938.05">2694 13426 10 0,'0'0'32'0,"0"0"-10"16,-7 0-15-16,7 0-20 0,0 0-12 0,-8 1 6 16</inkml:trace>
  <inkml:trace contextRef="#ctx0" brushRef="#br0" timeOffset="-193002.85">2590 13326 89 0,'0'0'148'0,"0"0"-24"16,-4-3-4-16,4 3-19 0,0 0-8 0,0 0-7 15,0 0-22-15,0 0-2 0,0 0-4 16,0 0-15-16,0 0-1 0,0 0 0 0,0 0-10 16,0 0-2-16,0 0-7 0,0 0 1 0,0 0-3 0,0 0 6 15,8 9 1-15,-2-8-8 0,-2 2 0 0,2-1-5 16,6-1-1-16,2-2-6 0,4-1 1 0,2-1-3 16,0 1-4-16,0-1 1 0,0-2-1 0,3-1 0 15,-5 1 2-15,1-2-1 0,0-1 3 16,-2-4-9-16,-1 5 3 0,-3-3 1 0,-1 2 6 15,-5-1 15-15,-1 1 3 0,0-1-3 0,-2 0 14 0,-3 0 0 16,0 1 7-16,-2-1-11 0,0 3 0 0,-4-3-4 16,-2 1-5-16,-4 4-5 0,-7-2-6 0,-2 4 2 15,-10-1-3-15,-3 6-3 0,0-2 1 16,-2 5 0-16,1 1-12 0,-2 4 6 0,0 1-5 16,-1 3 2-16,-8 8-1 0,11-3 1 0,-10 9-5 15,6 0 2-15,10-3 0 0,-11 9-2 0,15-9 2 0,1 3 1 16,4 0-3-16,0 2-2 0,2-2 5 0,5 0-2 15,3 0-6-15,1-2 4 0,3-2 4 16,7 0-2-16,1-5 7 0,2-2-4 0,4 0 3 16,4-1 0-16,9-1 5 0,2 0 6 0,6-4-13 15,5-7 8-15,19 1 0 0,2-2 0 0,5-7 5 0,3-4-10 16,0-3 7-16,-1 2-2 0,-2-3-8 0,-6-5-7 16,-3 3 6-16,-15-2-1 0,-1 0 0 0,1 1-5 15,-2-3 2-15,-7 0 8 0,-4 0-5 16,-6 3 3-16,-5 2 10 0,-2-3 14 0,-3 7 9 15,-3-3 17-15,-3 4 18 0,0-2-7 0,-2 3 0 0,-2-1-16 16,-1 3-9-16,-4-1-3 0,-5 2-5 0,-1 1-3 16,-9 4-7-16,2 0-2 0,-10 5-1 0,1 3-3 15,-3 1-1-15,0 2-2 0,3 2-1 16,-2 2-3-16,4-1 1 0,4 2-3 0,0-1 1 16,4 0-3-16,2-2 0 0,2 1-5 0,7-2-3 15,-1 2 1-15,3-7-12 0,5 3 10 0,-1-3 2 0,4-2 0 16,3-2 2-16,2-2 6 0,2-3 0 0,9-3 0 15,0-1 3-15,1-4-1 0,3-1-1 16,1-7 0-16,-1 3-1 0,-1-3 3 0,-4 3-7 16,4-4 2-16,-6 3 0 0,-1-1 2 0,0 4 1 15,0-1 0-15,-5 1 4 0,-3 5-6 0,2 0-2 16,-3 1 0-16,0 2-5 0,-1-2-3 0,0 2 2 0,-4 3-6 16,5-1 7-16,-5 1-1 0,9 2 1 0,-4 2 1 15,0 1-4-15,3 1 3 0,1 3-27 16,-3-1-24-16,6 2-25 0,-2 1-38 0,-2-3-38 15,2 4-154-15,-1-2-336 0,1-3 149 0</inkml:trace>
  <inkml:trace contextRef="#ctx0" brushRef="#br0" timeOffset="-192602.11">3468 13443 70 0,'-3'-3'237'0,"3"3"-21"0,-4-3-21 15,4 3-27-15,-4-4-11 0,4 4-18 0,0 0-21 16,-2-3-9-16,2 3-12 0,0 0-13 0,-12 4-9 16,7-1-2-16,-4 3-12 0,0 1-5 0,-1-1-7 15,1 0-3-15,-6 6-6 0,2 0-6 0,0-2-5 16,0 2-3-16,3-3-7 0,4 1-8 0,1-3-6 15,0 4-5-15,1-5 0 0,0 2-1 0,1-1 2 16,2-2-1-16,2 4 0 0,2-5 0 0,1 4 5 16,2 0-4-16,6-4-1 0,-2 3 1 0,4-2 0 15,3-2 1-15,-1 4-3 0,-3-4 1 0,-2 2 0 16,1 0-3-16,-3-3 1 0,-4 1-5 0,4 1 1 16,-5 1-2-16,1-1 3 0,-4 0 2 0,-1 1 2 15,-4 1 4-15,-1 1-4 0,-5 3 0 0,-3 0 1 16,-2 0-2-16,-3-1 9 0,0 3 3 0,-9 2-11 15,9-6-7-15,-1 4-12 0,0-4-17 0,1 4-31 16,-1-5-40-16,6 3-26 0,-1-6-154 0,4 2-312 16,2-5 138-16</inkml:trace>
  <inkml:trace contextRef="#ctx0" brushRef="#br0" timeOffset="-192116.82">3631 13666 64 0,'0'0'184'0,"0"0"-10"0,0 0-24 0,0 0-16 16,0 0-14-16,0 0-9 0,0 0-12 0,0 0-9 15,14-8-9-15,0 5-10 0,-5-3-6 0,8-2-6 16,1 1-9-16,1-1-1 0,-1-1-8 0,1 1-1 15,-1-1-5-15,1-4-2 0,-4 3-3 0,3-3-3 16,-3 0-4-16,-3 1-1 0,1-2 2 0,-3 1-5 16,-1 4-4-16,-4-3 5 0,-1 2 6 0,1 0 0 15,-4 0-11-15,-1 0 6 0,-1 3-7 0,-4-2-1 16,0 4-4-16,-3 1 5 0,-2 0-13 0,-4 3 6 16,-5 1-7-16,-2 5-3 0,-8-1-5 0,-2 6 5 15,0 2 0-15,2 3-6 0,1-3 7 0,1 3-5 16,4 3 1-16,3 0 0 0,4-3 2 0,5-1-4 15,1 4 4-15,3-2-6 0,5 0 9 0,2-1-4 16,2-1 7-16,6-2-1 0,5 0 2 0,2-1 0 16,4-1 3-16,9-2-3 0,2 0 6 0,-1-3-4 15,3-3 3-15,-5 1 3 0,-4-4-5 0,-4-1-1 16,0 2 3-16,-9-1 1 0,3 0 16 0,-4-2 15 16,-1 3 19-16,-3-1 11 0,1 1 6 0,-2-3-9 15,0 1-7-15,0-1-9 0,-4 3-8 0,1-3-15 16,-1 3-23-16,0 0-25 0,0 0-29 0,-5-6-26 15,5 6-31-15,-8 0-37 0,8 0-23 16,-9 0-158-16,9 0-350 0,-6-3 154 0</inkml:trace>
  <inkml:trace contextRef="#ctx0" brushRef="#br0" timeOffset="-191835.53">4073 13600 95 0,'0'0'159'0,"0"0"-12"16,0 0-13-16,0 0-12 0,0 0-13 0,0 0-11 0,0 0-5 15,0 0-10-15,0 0-9 0,0 0-9 16,31-7-1-16,-8 2 2 0,5 0-18 0,3 1-25 16,1-3-41-16,0-1-44 0,0 2-57 0,-3-1-79 15,-1-3-213-15,3 1 96 0</inkml:trace>
  <inkml:trace contextRef="#ctx0" brushRef="#br0" timeOffset="-191503.1">4735 13306 92 0,'0'-6'221'0,"-1"3"-11"16,2-2-21-16,-1 1-8 0,0-1-16 0,0 5-14 15,0-5-14-15,0 5-16 0,1-3-13 0,-1 3-12 16,0 0-12-16,0 0-15 0,0 0-10 0,0 0-5 16,0 0-12-16,0 0-2 0,4 17-5 0,-4-7-3 15,3 2-2-15,-2 5-6 0,-1 0 3 0,0 2-8 16,3-2 1-16,-2 3-2 0,-1-2-1 0,0 3 0 16,0-2-20-16,1-2-11 0,-1 2-24 0,4-7-6 15,-3 1-21-15,2-2-30 0,-2 0-17 0,3-2-24 16,0-1-25-16,-3-4-104 0,3-2-288 0,4 1 128 15</inkml:trace>
  <inkml:trace contextRef="#ctx0" brushRef="#br0" timeOffset="-191213.12">5095 13242 58 0,'0'0'278'0,"0"-8"-19"16,0 6-24-16,0 2-25 0,0 0-20 0,2-5-26 16,-2 5-18-16,0 0-17 0,0 0-20 0,0 0-11 15,0 0-7-15,0 0-16 0,0 0-6 0,4 16-7 16,-2-5-8-16,1 3-1 0,-2 2-10 0,0-2-4 16,1 5-2-16,-1-2-3 0,0 2-3 0,1-2-6 15,1 0-3-15,-2-4 1 0,1-1-6 0,-1 2-1 16,0-5-1-16,1 3 1 0,0 0-16 0,-1-4-13 15,1 1-14-15,-1-1-16 0,-1-1-14 0,1-2-13 16,3 2-10-16,-4-2-24 0,0-1-9 0,0 0-16 16,0 0 0-16,0-4-9 0,0 5-145 0,0-5-306 15,0 0 135-15</inkml:trace>
  <inkml:trace contextRef="#ctx0" brushRef="#br0" timeOffset="-190753.14">4505 13266 90 0,'5'-5'158'0,"-1"-2"-18"0,6 0-10 15,3-3-15-15,9 1-5 0,6-3-17 0,9-1-12 16,17-6-2-16,4 2 10 0,5-2 3 0,26 1-8 16,-31 4-2-16,-2 8-21 0,-2-3 3 0,-15 4-7 15,1 1-8-15,-4 4-4 0,-3-1-6 0,1-3 0 16,-8 4-15-16,-7 0 6 0,-6 0-3 0,0 0-12 16,-5 0-2-16,-1 0-3 0,-7 0-1 0,0 0 1 15,0 0-4-15,0 5-6 0,0-5-21 0,-20 8-6 16,3-2-21-16,0 1-36 0,-2 1-22 0,2 1-25 15,-4 0-107-15,2-3-257 0,2 3 114 0</inkml:trace>
  <inkml:trace contextRef="#ctx0" brushRef="#br0" timeOffset="-190403.11">4666 13660 75 0,'0'0'141'0,"0"0"-20"0,0 0-10 0,26-5-6 16,-7 1-2-16,10-1 0 0,7 0 2 0,14-5 5 15,6 3-2-15,4-5 2 0,3 1-4 0,-2 2-11 16,-3 0-8-16,-7 2-10 0,-18 2-8 0,-3 0-6 16,-9 2-1-16,-3-1-13 0,-5 3-1 0,-2-2-7 15,-1 2-3-15,-2 1-6 0,-3-3-3 0,-5 3-10 16,10 0-5-16,-10 0-17 0,0 0-27 0,0 0-29 16,-23 11-29-16,7-7-38 0,-2 2-43 0,-9 2-89 15,2-1-279-15,-5-2 123 0</inkml:trace>
  <inkml:trace contextRef="#ctx0" brushRef="#br0" timeOffset="-189753.13">2464 14179 10 0,'0'0'47'0,"-5"1"1"0,5-1 2 15,0 0 0-15,-7 3 6 0,7-3 0 16,0 0 1-16,-3 0 2 0,3 0-9 0,0 0-3 0,0 0-1 15,0 0-5-15,0 0-4 0,0 0-4 0,0 0 3 16,0 0-8-16,0 0 4 0,0 0-10 0,23 0 11 16,-5-3-3-16,5 1-2 0,10-2-4 0,18-2 14 15,6 0-28-15,9-2 42 0,38-6 3 16,-3 1 5-16,10-3 8 0,10-2 7 0,17-1 1 16,9 1 0-16,5 0-3 0,0 2-5 0,5 1-4 15,-3 0-6-15,-1 1-4 0,-5 2-5 0,-10 1-7 0,-10 0 0 16,-12 1-3-16,-10-1-4 0,-10 4-3 0,-3-2-2 15,-31 3-2-15,0-2-3 0,0 0-2 16,-9 3 2-16,-14 0-7 0,-3 1 1 0,-6-1-5 16,-7 1 2-16,-4 1 9 0,-6 2 15 0,0-3 7 15,-2 1 7-15,-3 3 4 0,-8 0-3 0,14-1 3 16,-9-2-14-16,-5 3-2 0,0 0-7 0,10-1-8 16,-10 1-2-16,0 0-2 0,0 0-17 0,0 0-15 0,0 0-22 15,0 0-25-15,0 0-20 0,11 5-23 16,-11-5-37-16,0 0-37 0,0 0-185 0,0 0-386 15,-20 10 171-15</inkml:trace>
  <inkml:trace contextRef="#ctx0" brushRef="#br0" timeOffset="-178822.13">7918 13326 185 0,'0'-4'209'16,"0"-2"2"-16,-1 1-7 0,2-1-14 0,-2-1-11 15,2 4-12-15,-2 0-11 0,1 3-14 0,0-9-15 0,0 9-19 16,0-3-14-16,0 3-23 0,0 0-28 0,0 0-9 16,0 0-6-16,0 0-4 0,-1 17-3 0,-1 0-2 15,2 1-1-15,-1 7-5 0,1 2-1 16,-3 3 0-16,2-2-2 0,-1 1 0 0,1 0-3 16,-1-2-1-16,0 0 1 0,0-1 0 0,1-4-1 0,-1 0 3 15,0-3-5-15,2-1 0 0,-2 0 4 0,0-2-5 16,0-6 1-16,1 3 0 0,-1-1 0 0,1-4 2 15,0 1 1-15,-1-4-1 0,1 2-4 16,1-2-2-16,-1-2 0 0,1 1-1 0,-2 1 4 0,2-5-4 16,-2 5-2-16,2-5-4 0,0 0-42 0,-5 0-53 15,5 0-42-15,0 0-44 0,-5-13-128 0,2 4-340 16,2 0 151-16</inkml:trace>
  <inkml:trace contextRef="#ctx0" brushRef="#br0" timeOffset="-178619.2">7661 13294 211 0,'-3'-11'232'0,"0"4"-19"0,2-3-21 0,-1 2-18 16,4-1-18-16,2 2-17 0,1-2-17 0,5 1-12 15,5 0-9-15,2-1-13 0,2 2-8 0,9 2-24 16,0 0-31-16,2 4-29 0,-2 4-35 0,1 0-39 15,-1 5-36-15,-2 1-36 0,-6 0-103 0,-1 6-273 16,-2-1 121-16</inkml:trace>
  <inkml:trace contextRef="#ctx0" brushRef="#br0" timeOffset="-178444.1">7636 13902 135 0,'-5'3'303'0,"1"-1"-15"0,3 0-21 0,1-2-28 16,0 0-30-16,0 0-20 0,26-12-19 0,4 0-19 16,4 0-13-16,17 0-17 0,3-4-34 0,-1 0-50 15,0 4-59-15,-16 3-61 0,16-3-60 0,-19 2-205 16,2 3-377-16,-2-5 167 0</inkml:trace>
  <inkml:trace contextRef="#ctx0" brushRef="#br0" timeOffset="-177705.25">8557 13233 107 0,'1'-11'154'0,"-1"1"2"16,2-1 2-16,-2 3 2 0,0 1 0 0,1 0-7 15,-1 4-13-15,0-2-11 0,0 0-13 0,0 3-13 16,0 2-17-16,1-5-13 0,-1 5-14 0,0 0-14 15,0 0-3-15,-4 14-6 0,-1 3-2 16,0 5-3-16,-2 9-5 0,3 4-5 0,-4 13-3 0,4-2-4 16,-2 0 12-16,-3 3-4 0,6-4 1 0,-2-11-6 15,1 0-1-15,2 0-1 0,2-2 1 0,-2-3-3 16,2 0-2-16,0-3 4 0,-1 0-6 0,0-8 2 16,0-1-3-16,-2-1 0 0,3-7 0 0,0 0 0 15,0-1-1-15,-1-2 7 0,-1-1 0 0,0 0 24 16,1-3-2-16,1-2 0 0,-10 0-4 0,3 0-2 15,-2-1-1-15,-1-3-3 0,0 2-11 0,-3-5-20 16,4 0-23-16,-6-1-35 0,-2-1-28 0,5 3-36 16,1 1-48-16,-3-6-165 0,5 3-367 0,0-3 163 15</inkml:trace>
  <inkml:trace contextRef="#ctx0" brushRef="#br0" timeOffset="-177405.08">8243 13626 112 0,'0'0'228'16,"-8"0"-19"-16,8 0-16 0,0 0-15 0,-6 1-19 15,6-1-19-15,0 0-14 0,0 0-8 0,29-3-15 16,3-4-10-16,7 4-9 0,19-4-11 0,10 0-4 15,19-8 8-15,-26 9-7 0,-2-1-7 0,-4 3-9 16,-15 0-5-16,-6 2-3 0,-1-2-7 0,-15 2-2 16,1 2-4-16,-6 0-4 0,0-1 0 0,-7 1 5 15,2-1 2-15,-3 1 0 0,-5 0-2 0,9 0-6 16,-9 0-4-16,0 0 0 0,0 0-9 0,0 0-19 16,-31 1-20-16,21 2-28 0,-3-2-38 0,5 2-48 15,-2-1-43-15,0 2-179 0,5-4-388 0,1 0 173 16</inkml:trace>
  <inkml:trace contextRef="#ctx0" brushRef="#br0" timeOffset="-176689.15">10038 13205 169 0,'3'-7'183'0,"-1"-2"-5"0,1 2-4 0,-2 1-7 16,0 2-14-16,1-1-16 0,-1 2-17 0,0 0-17 16,-1 3-15-16,0 0-13 0,0 0-8 0,0 0-7 15,-1 21-6-15,-2-3-5 0,2 9-10 0,-3 4 2 16,0 1-9-16,-4 17-4 0,2-16-3 0,3 0-5 16,-1 4 1-16,-1-3-3 0,1 1-3 0,0-4-1 15,0-1 3-15,-1-1-6 0,5-8-1 0,0-2-1 16,-4-2 0-16,4-3-1 0,0-4 1 0,0-1-2 15,0-1 1-15,0-3-9 0,-1 2 11 0,0-2-2 16,1 0 2-16,-3-1 7 0,6 0-1 0,-3-4-1 0,-3 4-4 16,3-4 4-16,0 0 1 0,-4 2-21 0,4-2-32 15,0 0-42-15,0 0-46 0,-15-5-51 16,10-3-127-16,1 2-327 0,-4-1 146 0</inkml:trace>
  <inkml:trace contextRef="#ctx0" brushRef="#br0" timeOffset="-176414.15">9702 13607 29 0,'-7'2'154'0,"1"-2"-17"0,6 0-15 0,-9 2-13 16,9-2-11-16,-4 1-9 0,4-1-2 0,0 0-10 15,0 0 1-15,0 0 6 0,26 0-2 0,2 0-4 16,8-5 4-16,14-2-9 0,2-5-8 0,7 4-6 15,-3-1-4-15,0 0-6 0,-16 3-4 0,-3 1-5 16,0 0-4-16,-4 1 7 0,-2 1-12 0,-10 1-6 16,-2-1 0-16,-8 3-6 0,1 0 4 0,-2-1-3 15,-4 0-6-15,1-1-2 0,-2 1 2 0,-5 1-6 16,0 0-16-16,0 0-22 0,0 0-16 0,0 0-14 16,-17 5-28-16,7-2-25 0,0-1-23 0,1 3-112 15,1-4-266-15,0 0 117 0</inkml:trace>
  <inkml:trace contextRef="#ctx0" brushRef="#br0" timeOffset="-175838.94">10424 13459 249 0,'-1'-3'250'0,"1"3"-13"0,0-6-16 16,0 6-24-16,0 0-21 0,1-3-21 0,-1 3-19 16,0 0-13-16,0 0-18 0,0 0-13 0,0 0-11 15,0 0-8-15,0 0-7 0,0 0-10 0,0 12-4 16,0-6-7-16,4 3-5 0,-4 1-1 0,1 2-7 16,-1 0-2-16,0 1-3 0,0 3-3 0,0-4-2 15,-5 1-2-15,5-2-3 0,0 0 0 0,0 2-2 16,0-8-2-16,0 2 3 0,0 0-2 0,0-4 1 15,0 2 5-15,0-2 36 0,0-3 38 0,0 5 30 16,0-5 1-16,0 0-22 0,0 0 0 0,14-14-16 16,-9 7 6-16,0-4-25 0,3 0-4 0,1-1-11 15,-1-3-5-15,-1 0-2 0,0 5-12 0,-1-2 1 16,0 4-2-16,1-1-2 0,-3 4-6 0,-2-2-5 16,1 2-12-16,-1 3-1 0,3-1-6 0,-3 0-2 15,-2 3 1-15,0 0-4 0,11 8 1 0,-6-3-4 16,3 0 1-16,0 4 0 0,-1 1 11 0,1 0-12 15,2 4 5-15,-1-2-4 0,0 0 1 0,0 0 10 16,0 1 2-16,-1-5-16 0,2 2 10 0,-1-3-1 16,-3 1 5-16,2-3 1 0,-3-1 4 0,4-1-3 0,0-1 6 15,1-3-4-15,3-2 20 0,-2-2 3 16,1 0 8-16,3-5-9 0,-2-2-2 0,2 2 6 16,-1-4-2-16,-1-2-3 0,0 1 3 0,2-7-1 15,-3 6-8-15,-3-2-10 0,0 1 3 0,-4 2-7 16,1-1-11-16,-2 4-5 0,-4 4-11 0,5-3-16 0,-4 6-12 15,1-3-28-15,-1 4-33 0,-1 1-38 16,0 3-26-16,0 0-18 0,-9-2-21 0,9 2-21 16,-10 9-40-16,0-1-204 0,3-4-513 0,5 1 227 15</inkml:trace>
  <inkml:trace contextRef="#ctx0" brushRef="#br0" timeOffset="-175472.09">11207 13387 143 0,'0'-4'266'15,"0"-1"-16"-15,-1-1-18 0,1 4-21 16,-2-2-20-16,2 4-22 0,0-6-17 0,0 6-12 16,0 0-19-16,-2-5-17 0,2 5-13 0,0 0-8 15,-2-2-10-15,2 2-12 0,0 0-6 0,0 0-5 0,-13 9-7 16,4-3-4-16,3 1-5 0,-1 2-2 0,-3 1-6 15,0 5 0-15,1-2-5 0,-3 2-5 16,5 0-2-16,0 2-2 0,1-3-2 0,-2 2 0 16,4-4 0-16,2 0-2 0,1-1 0 0,1-1 2 0,0 0-2 15,2-2 4-15,1-2 0 0,5 2 28 0,2-4 7 16,1 0 9-16,8-1 6 0,2-5 2 0,-1 0 7 16,-1-1 2-16,2-5 1 0,-5 2-1 0,2-5 1 15,-5 1 1-15,1-1-11 0,-5-2-10 16,-4 2 8-16,-1-5-22 0,-4 1-17 0,-1-2-24 0,-7 2-28 15,-1 1-33-15,-6-1-35 0,-11 3-34 0,-2 5-37 16,1 3-54-16,-4 4-55 0,-4-1-175 0,2 1-488 16,3-2 216-16</inkml:trace>
  <inkml:trace contextRef="#ctx0" brushRef="#br0" timeOffset="-174706.17">12470 13314 141 0,'2'-5'198'0,"0"1"-15"0,0-1-22 16,0 2-18-16,0 0-13 0,2-1-17 0,-4 4-15 16,10-1-8-16,-10 1-7 0,12 5-16 0,-6-2-5 15,3 6-7-15,1 0-8 0,-1 7-5 0,0 1-4 16,5 6-6-16,-6-5 2 0,1 9-3 0,0 0-1 15,-3-3-8-15,-1 0-1 0,-1 2-2 0,-1-6-4 16,1-2-1-16,-1 3 0 0,-2-5-3 0,-1-1 1 16,-3-4 1-16,2 0 2 0,-2 1-3 0,3-5 10 15,0-2 25-15,-1 0 32 0,1-2 43 0,2-1 55 16,-2-2 9-16,0 0-9 0,0 0-25 0,0 0-8 0,-5-15-21 16,5 5-10-16,-1-9-11 0,2 1-14 0,2-7-5 15,2-2-10-15,0-2-8 0,4 0-9 0,0 0-7 16,1 2-4-16,0 4-6 0,-3 6-5 15,-4 5-5-15,4-3-4 0,-1 7-17 0,-2 1-21 16,0 2-30-16,-2 0-31 0,4 3-25 0,-3 1-27 0,-3 1-23 16,14 3-27-16,-5 3-35 0,2 0-44 0,-3 2-218 15,4 4-513-15,-3-4 226 0</inkml:trace>
  <inkml:trace contextRef="#ctx0" brushRef="#br0" timeOffset="-173956.01">13147 13406 240 0,'0'0'241'0,"0"-2"-20"0,0 2-23 0,0 0-19 15,0 0-20-15,1-5-18 0,-1 5-11 16,0 0-20-16,0 0-16 0,0 0-9 0,0 0-9 0,0 0-10 15,0 0-6-15,-9 11-8 0,4-7-6 0,-1 7-5 16,0-3-7-16,-2 3-3 0,0-3-4 0,-1 7-1 16,3-3-3-16,-2 0-3 0,3 0 0 0,0-2-4 15,1 2-1-15,0-3 4 0,3 3-10 0,1-3 3 16,-1-1-2-16,2 0 0 0,0 0 1 0,3-4 0 16,-3-2 2-16,3 5 0 0,1-5 1 0,2 1 4 15,3-3 5-15,1-2 9 0,0 0 13 0,-1-3 4 16,1 0 7-16,-2-1 7 0,0-3-4 0,0 0-4 15,0 0-3-15,-4-4-6 0,3-1 1 0,-2-1-8 16,-2-2-7-16,-4 2-4 0,0 3-3 0,-1-1-7 16,-3 2-1-16,-1 1-4 0,-4-2-1 0,1 4-1 15,-2-1-4-15,-1 3 2 0,-5-2-3 0,-2 4-1 16,6 1-2-16,-8 1-3 0,9 1-11 0,-3 1-5 16,4 0-10-16,-3 2-16 0,4-1-9 0,4 1-8 15,0-1-3-15,1 0 5 0,1 4 4 0,3-5 7 16,8 7-4-16,1-4 1 0,10-1-11 0,12 1-6 15,2-2-1-15,4-1 0 0,14-4 0 0,-1 3-2 16,0-3-2-16,2 0 1 0,-15 1 17 0,3-2-5 16,-3 0 4-16,-1 1 8 0,-3 1 2 0,-4-2 4 15,-6 1 13-15,-6 1 20 0,0 1 25 0,-6 1 20 16,-3-2 22-16,-3 2 4 0,4-2 8 0,-7 2-6 16,2-2-8-16,-4 3-11 0,4-3-3 0,-4 3-7 15,0 0-6-15,0 0-3 0,-19 0-5 0,7 0-4 16,2 3-1-16,-8 1-2 0,0 1-4 0,6 1 2 15,-5 3-5-15,-2-1-4 0,2 1 0 0,3 1 0 16,4-3-1-16,-5 5-2 0,3-1 1 0,2-3-2 16,5 2 1-16,0-3 0 0,2 3 0 0,2 0 2 15,2-3 2-15,2-2 0 0,3 2 0 0,4-2 4 16,3-2-1-16,1-2 1 0,0 0 0 0,6-2 7 16,-3 0-5-16,1-2 5 0,-1-2 6 0,-1-2 0 15,-5 2 1-15,1-2 4 0,-3-1-2 0,-1-1-2 16,1-2-4-16,-3 0-4 0,-2-4-15 0,-3 1-10 15,-2-3-16-15,1 5-15 0,-4 0-16 0,-2 2-14 16,-3 0-6-16,0 1-9 0,-4 3-7 0,3 0-10 16,0-1-8-16,-3 4-28 0,4 0-9 0,-1 0-28 15,5 1-114-15,-2-4-311 0,7 5 138 0</inkml:trace>
  <inkml:trace contextRef="#ctx0" brushRef="#br0" timeOffset="-173289.33">13913 13046 76 0,'1'-9'280'0,"0"3"-22"0,0-1-16 0,2 2-24 16,-3 0-26-16,1 3-24 0,-1-3-20 0,0 5-20 15,0 0-17-15,0 0-9 0,0 0-14 0,3 15-8 16,-3-1-5-16,-3 5-12 0,2 1-5 0,-4 9-8 15,0-3-3-15,0 3-5 0,-2-1-5 0,3 0-3 16,-2-1-5-16,1-3-2 0,1-2-4 0,3-4-1 16,-2 0-2-16,2-1 3 0,-2-4-6 0,2-2-3 0,1-1-1 15,-1-1 0-15,1-4 4 0,0 2 2 16,0-3 3-16,0 0 24 0,0-4 29 0,0 0 31 16,-3 5-6-16,3-5-15 0,0 0-6 0,0 0-12 15,-15-10-5-15,9 2-20 0,-4 1-11 0,4 1-14 16,-7-2-12-16,3 0-5 0,-4 0-3 0,-3 0-9 0,5 3-2 15,-4-3 0-15,2 4-6 0,3-1-1 16,1 0 3-16,-2 0 4 0,6 2 2 0,-2 1 1 16,4-1 1-16,-1 2-1 0,0-2 0 0,5 3-3 15,-1-4-7-15,1 4-6 0,11-5 0 0,2 2 3 0,15-2-6 16,2 3 2-16,5-3-2 0,6 2-1 0,12-4 5 16,-2 2 1-16,-12 1 2 0,2-1-2 0,10 1-1 15,-11 0 0-15,-7 0-1 0,3-1 3 16,-4 2 1-16,-3-2 2 0,-11 1 6 0,4 1 1 15,-11 1 6-15,2-2 16 0,-4 3 14 0,1-2 5 0,-3 1 5 16,-2 0 0-16,-1-1-3 0,-4 3-4 0,4-4-4 16,-4 1-5-16,0 3-1 0,0 0-5 0,-13-2-2 15,5 2 2-15,-1 2-1 0,0-1-5 16,0 1-1-16,-1 2 0 0,1 2-4 0,0 0 2 0,-1-1-5 16,4 2-1-16,-1 1 1 0,-1 0 1 0,3 1 0 15,2-2 0-15,0 5-5 0,3-2 4 0,6 2 0 16,-3-1 0-16,3 0 5 0,3 3-4 0,5-1 0 15,-1 1-2-15,6-2 4 0,-5 1-1 16,4-1 2-16,-2-2-2 0,-1 1-1 0,-6-2-3 0,0-4 10 16,-2 2-10-16,-2 0 0 0,-2-1 2 0,0-4 1 15,-3 5 1-15,-3-4 2 0,-2 2 0 0,-6 4 3 16,-6-3-1-16,-5 0-4 0,-6-1-23 0,0 2-42 16,-7-2-69-16,2-2-84 0,-3-1-203 0,2-4-456 15,3-1 202-15</inkml:trace>
  <inkml:trace contextRef="#ctx0" brushRef="#br0" timeOffset="-172389.06">15815 13227 22 0,'0'-5'177'0,"3"1"-19"0,-3 1-9 0,0 3-4 15,1-7-2-15,-1 7-6 0,0-5-19 0,0 5-4 16,0-5-12-16,0 5-10 0,0 0-14 0,0-4-13 15,0 4-1-15,0 0-5 0,-18 4-13 16,8 1-4-16,-9 0-1 0,0 4-6 0,-7 1-8 0,3 2-3 16,-1 0-1-16,1 1-4 0,0 3 1 0,1-1-1 15,0 2-6-15,7-3-1 0,0 1-2 0,1 1-3 16,3-2 0-16,-1 2 1 0,5-3 12 0,1-1-1 16,3-3-1-16,1 0 0 0,2 3-3 0,1-7 3 15,3 3-2-15,2-4-1 0,3 2 0 0,5-2 0 16,5-2-4-16,-2-1 1 0,2-1 2 0,-1-3-2 15,1-1 7-15,0 1 3 0,-3-2 9 0,-2 0 8 16,-3 0 3-16,1 0 6 0,0-2 1 0,0 2 7 16,-3 3 3-16,0-4 0 0,-3 5 1 0,-1-2-7 15,1 1-3-15,-3 0-4 0,-3 2-12 0,9-2 0 16,-5 2-11-16,-4 0 4 0,0 0-6 0,13 0-6 16,-10 1-20-16,4 0-32 0,-2 3-30 0,-1-1-32 15,1 1-37-15,0 1-43 0,3-5-41 0,-2 5-153 16,-3-1-405-16,2-1 179 0</inkml:trace>
  <inkml:trace contextRef="#ctx0" brushRef="#br0" timeOffset="-172072.87">15986 13280 164 0,'4'-7'302'0,"1"2"-23"15,-1 0-30-15,-2 1-27 0,0 0-28 0,-2 4-20 16,5-4-20-16,1 4-17 0,-6 0-17 0,9 7-12 15,2-2-11-15,-1 3-8 0,-4 1-11 0,6 1-9 16,-4 0-5-16,3 4-5 0,-3 1-8 0,-1 2-8 16,0-1 0-16,0 1-8 0,-4 0-2 0,1-1-8 15,-3-3-3-15,2-3-3 0,-2 2-2 0,-1-4-1 16,1-1 2-16,-2-2 1 0,2 0 10 0,-2 0 32 16,2-3 43-16,-1-2 45 0,1 4 7 0,-1-4-13 15,0 0-17-15,0 0-13 0,-3-14-8 0,1 4-10 16,2 1-7-16,2-8-15 0,-1 0-8 0,3 0-1 15,0-2-12-15,2 0-8 0,2 2-6 0,-2-1-26 16,2 3-14-16,-2 1-26 0,2 1-25 0,-1 6-40 16,1-2-46-16,-1 2-41 0,5 1-42 0,1 2-40 15,1 4-39-15,-1 0-223 0,1 3-565 0,-1-2 250 16</inkml:trace>
  <inkml:trace contextRef="#ctx0" brushRef="#br0" timeOffset="-171456.27">16367 13389 70 0,'0'0'284'16,"0"0"-13"-16,-7-2-9 0,7 2-20 0,0 0-20 15,0 0-20-15,-4-3-20 0,4 3-20 0,0 0-16 16,0 0-17-16,0 0-9 0,0 0-16 0,0 0-10 16,0 0-8-16,9-9-8 0,-2 6-10 0,3 2-8 15,2-3-7-15,0-1-7 0,8 1-7 0,-3-3-11 16,2 2-9-16,1 0-7 0,2-2-4 0,5-1-8 15,-8 1-6-15,1 0-4 0,1 0 3 0,-2-1 2 16,0 0-1-16,-1-1 0 0,1 4 1 0,-1-4 0 16,-5 4 1-16,-3-2 0 0,3 2 5 0,-5-1 1 15,-2 2 15-15,-1-1 0 0,0 3 1 0,0-2-4 16,-1 1-3-16,-3 0-3 0,-1 3-4 0,0 0-1 16,-5-5-1-16,5 5 1 0,-18 1-4 0,6-1 1 0,-6 4 3 15,-4 1 0-15,4 1-5 0,-4 0 1 0,4 4-4 16,-5 1-1-16,4 0 1 0,4 1 0 15,-2 0 2-15,5 2-3 0,0 0-3 0,3 1-2 16,4 0 0-16,4-5 3 0,2 2 1 0,8 2 1 16,6-2 0-16,7 0 5 0,8 0-2 0,3-4-3 0,6-1-8 15,1-2-7-15,11-3-7 0,-11 1 2 16,11-6 1-16,-13 0 2 0,-2-2 8 0,-3-4-2 16,-5 1 1-16,-4-2 6 0,-4-1 14 0,-5-1 9 15,0 1 7-15,-4-2 10 0,-2-1 9 0,-3 3-3 16,-4 0 4-16,0-1-2 0,-4 4-7 0,0-3-2 0,-1 3-5 15,0 1-6-15,-6 2-5 0,2 2 0 16,-2-1-3-16,-2 1-1 0,-1 3-3 0,-2 4-2 16,1 0-2-16,-3 3-1 0,-2 2 0 0,1 1 1 15,-1 2-1-15,3 0-1 0,2 2 0 0,1-1 3 0,1 1-6 16,3-3 0-16,2 0 2 0,2 1 5 0,3-1 0 16,-1-2-5-16,2 0 6 0,3-5 1 0,3 2 0 15,5-2-1-15,-1-1 2 0,8 0 1 0,4-3-1 16,0 0 3-16,-1-3-6 0,2 1 3 15,-3-1-2-15,1 1-2 0,-1-3-3 0,-1 3 3 0,2-1-1 16,-3 1-26-16,-5 0-26 0,0 2-55 0,1 0-56 16,-1 0-75-16,0 0-203 0,-1 0-473 0,1 0 210 15</inkml:trace>
  <inkml:trace contextRef="#ctx0" brushRef="#br0" timeOffset="-170706.12">15065 13465 93 0,'0'0'141'0,"0"0"-4"0,-4-1-16 15,4 1-6-15,0 0-14 0,0 0-10 0,0 0-11 16,0 0-8-16,0 0-8 0,0 0 0 0,0 0-3 15,0 0-5-15,0 0-8 0,26 1 11 0,-21 1 3 16,3-2 7-16,3 0 8 0,7 2-8 0,5-2 3 16,9-2-2-16,20 0-5 0,2-1-7 0,9-3 12 15,34-3-5-15,2-1-1 0,7 3-2 0,1-5-9 16,6 4-3-16,-3 2-5 0,-1-1-5 0,-2 2 2 16,-1 0-8-16,-9 1-4 0,-1 1-3 0,-33 1-5 15,-7-1 1-15,-5 0-2 0,-16 2-3 0,-6 0-1 16,-7-1 0-16,-11 2-3 0,3-1 5 0,-2 1 1 15,-4 0 5-15,-1-1 1 0,-7 1 0 0,6-1-7 16,-6 1-18-16,0 0-33 0,0 0-33 0,0 0-50 16,-21-3-47-16,9 4-65 0,-6-1-122 0,4-1-379 15,2 1 168-15</inkml:trace>
  <inkml:trace contextRef="#ctx0" brushRef="#br0" timeOffset="-169990.09">18261 13319 115 0,'2'-4'177'0,"1"-2"-5"0,0 1 1 16,-2-2 1-16,0-1-10 0,-1-1-8 0,0 1-6 15,1-3-1-15,-2 4-7 0,1 2-6 0,0-2-14 16,-1 2-12-16,0 0-13 0,-1 1-8 0,0 1-14 16,-3 0-9-16,-3 1-9 0,-1 2-8 0,-1 1-3 15,-4 3-7-15,-4 1-3 0,-8 4-6 0,7 2-3 16,-4 2-6-16,-4 4 0 0,4 0-1 0,0-2-4 16,4 4-2-16,5-6 0 0,0 1 1 0,1 3-8 15,4-5-2-15,2-3-3 0,0 0 1 0,2 0-3 16,4-2 0-16,-2-2 4 0,6-1 1 0,-2 0 0 15,3-1 1-15,5-1 0 0,4-4 1 0,1 0-1 16,4 0 2-16,1-4-3 0,-2 0 5 0,2-1 2 16,-1-1-1-16,1 2 4 0,-4-2-4 0,4 0 3 15,-5 1 0-15,4-2 1 0,-4 3 4 0,0 2-1 16,-5-1 4-16,3 1-7 0,-3 1-3 0,-3 1-2 16,2 1 0-16,-2-1-4 0,2 4 6 0,-2-2-10 15,6 3-12-15,-6-1-18 0,3 3-23 0,-3-1-20 16,2 0-30-16,0 3-32 0,-2 0-41 0,2-2-36 15,-4 2-156-15,1-3-395 0,-3 0 175 0</inkml:trace>
  <inkml:trace contextRef="#ctx0" brushRef="#br0" timeOffset="-169673.09">18520 13196 78 0,'7'-9'248'0,"0"4"-23"15,-3 2-25-15,0 0-24 0,2 0-19 0,0 2-21 0,-6 1-11 16,14 4-13-16,-7 1-15 0,1 4-12 16,1 0-4-16,-1 2-11 0,3 4-6 0,-2 3-9 15,-4 2-5-15,4-3 0 0,-5 3-5 0,-3 1-9 16,2-3-2-16,-2-2-3 0,-1 0-4 0,0-4 4 0,1-3-10 16,-1 0-3-16,0 0 5 0,-1-3 17 0,1-1 25 15,1 0 36-15,-1-1 36 0,0-4 56 0,3 0 11 16,-3 0-21-16,0 0-20 0,0 0-13 0,1-16-15 15,2 6-15-15,2-2-15 0,-3-3-8 16,5-4-28-16,-1 1-21 0,6-6-17 0,-2 6-41 0,3-3-18 16,-2 5-27-16,1 0-26 0,1 1-31 0,-1 3-30 15,2 4-39-15,-2 1-27 0,1 2-16 16,3 1-17-16,-2 3-11 0,5 1-179 0,-6 0-466 16,1 0 206-16</inkml:trace>
  <inkml:trace contextRef="#ctx0" brushRef="#br0" timeOffset="-169306.12">18974 13297 53 0,'0'0'216'0,"0"5"8"0,0-5 7 0,1 3 7 15,-1-3 0-15,0 0-15 0,0 0-20 0,0 0-25 0,12-7-20 16,-3 4-16-16,2-3-8 0,3 0-19 0,4-1-11 16,1-3-9-16,-1-1-12 0,9-1-5 0,-8 3-9 15,-1 0-5-15,-1-1 0 0,1-1-10 16,-4 0-7-16,-2-3-7 0,-3 4-3 0,-1 0-2 0,1-2-7 15,-1 4-3-15,-6 1-5 0,-1 1-6 0,-1-2 0 16,-3 4-7-16,-5 0 1 0,-2 2-4 0,-3 0-1 16,-9 4-2-16,-6 1-5 0,0 4 3 0,1 3-3 15,-1 0-3-15,4-1 2 0,2 5-1 16,4-2 1-16,3 1-3 0,3 1-1 0,3 1 4 0,3 2-3 16,5 0 7-16,3-2 1 0,7 1-1 0,10 2 2 15,8 0 3-15,5-5 0 0,4-2-3 0,16 0 4 16,1-4 1-16,3-3-2 0,-2-1 1 0,-1-5 0 15,-13 2-1-15,-5 2 1 0,-4-4 3 16,-9 1-4-16,-4 0 3 0,-4 1-4 0,-1-1 3 0,-2-1-1 16,-4 2-2-16,-2 0-2 0,-5 0-5 0,10 0-22 15,-10 0-38-15,0 0-33 0,0 0-49 0,0 0-41 16,0 0-54-16,-28 0-176 0,15-1-451 0,4-1 199 16</inkml:trace>
  <inkml:trace contextRef="#ctx0" brushRef="#br0" timeOffset="-168507.14">20918 13144 123 0,'-4'1'113'16,"4"-1"-9"-16,-4 3-11 0,4-3-17 0,-4 4-11 15,4-4 0-15,0 0-5 0,-3 3-5 0,3-3-10 16,0 0 6-16,2 4-6 0,-2-4-2 0,0 0 4 16,6 3 9-16,2-1-13 0,1-4 7 0,5 1 2 15,1-4-9-15,-1 1-5 0,4 0 4 0,-4 0-1 16,5-3-1-16,-2 0 1 0,-2-2 12 0,1 1-1 16,-2-4 5-16,-3 3 7 0,-2 1 6 0,1-1 2 15,-2 2 3-15,-4-1-1 0,0 2-1 0,-2 0-11 16,1-1-8-16,-4 0-6 0,1 2-3 0,-3 0-9 0,-1 1-5 15,-5-1-1-15,-5 4-7 0,-4-1-1 16,-2 4-7-16,-11 0-2 0,0 5-4 0,2 3-1 16,-3 0 0-16,1 0-4 0,3 3-1 0,4 0 4 15,0 1-6-15,3 4-1 0,4-4-5 0,5-1 2 0,1 4-2 16,4-3 6-16,7 3 0 0,5 0 4 0,8-3-1 16,9 3 1-16,7 0 21 0,8-7-5 0,17 6 0 15,2-8-15-15,4-1-32 0,4-4-46 16,-4-1-71-16,-1-2-237 0,-7-3-410 0,-13-3 181 15</inkml:trace>
  <inkml:trace contextRef="#ctx0" brushRef="#br0" timeOffset="-167090.32">21757 13014 188 0,'1'-3'283'0,"-1"-1"-14"0,0 4-19 0,0-7-18 15,0 7-24-15,2-3-18 0,-2 3-25 0,1-4-19 0,-1 4-13 16,0 0-20-16,0 0-18 0,0 0-9 0,0 0-12 16,0 0-6-16,0 0-9 0,0 0-8 0,4 19-6 15,-2-7-4-15,-2 3-2 0,2 1-8 16,-1 4-4-16,-1-1-3 0,-3 3 0 0,2 2-3 0,-2 2-7 15,2-6 1-15,0 4 1 0,0-5-6 0,-2-2 4 16,3 0 1-16,0-3-7 0,0-3 4 0,0-1-2 16,0-1-1-16,-1-2 0 0,1 0 1 0,1-2-1 15,-1-2 5-15,0 2 9 0,0 0 39 16,0-5 51-16,0 4 39 0,0-4 24 0,0 0-18 0,0 0-21 16,4-14-10-16,-2 4-11 0,1 0-19 0,1-7-19 15,-1-3-25-15,-1-7-26 0,2 0-20 0,0 0-29 16,-3-2-5-16,-2-1-3 0,-3 2-1 0,1 0-3 15,-2 3 2-15,-3 7 1 0,2 2 5 0,-4 1-1 16,-3 1 3-16,2 3 1 0,-6 2 6 0,-1 2-10 16,-4 2 3-16,-8 3 4 0,0 3 1 0,-3 4-3 15,0 1 5-15,1 3 1 0,0 3 1 0,1-1 0 16,3 6-6-16,5 2 9 0,0 1-3 0,4-2-4 16,5 2-4-16,2-1-3 0,4-3 1 0,5 1 4 15,2-2 3-15,5 2 2 0,6-4 7 0,3-1-1 16,7-1 2-16,9-1 3 0,7-2-2 0,1-1-3 15,16-2-9-15,1-5-2 0,2-3-7 0,-3 1-5 16,0-3-3-16,-4-2-1 0,-10-2 3 0,9-6 3 16,-12 5 3-16,-3-2 0 0,3-3 7 0,-4-2 2 15,-4 0 2-15,0 3 12 0,-10-1 10 0,-3 1 18 16,-2 2 12-16,-3 2 12 0,-2 0 15 0,0 3 16 16,-3 0-7-16,-4 3 8 0,7-1-2 0,-6 1-6 15,1 0-16-15,-2 2-11 0,-1-3-12 0,0 5-20 16,4-2 6-16,-4 2-9 0,0 0 0 0,0 0 5 15,-1 14-6-15,-2-6 3 0,1 3 3 0,-1-1-7 16,-2 4-1-16,4 1 1 0,-3-1-2 0,3 1-6 16,-2-1 1-16,2 0-8 0,1-2 2 0,-3-2 4 15,6 0-6-15,-2 0 6 0,3-3 2 0,-3-2 0 16,3-2 4-16,1 1-9 0,0-4 5 0,2 0 8 16,-7 0 1-16,17-5-5 0,-6-1 2 0,2-5-1 15,1 1 2-15,-3-4 2 0,2 2-6 0,-2-5 1 16,2-2-2-16,-3 7-5 0,-1-4 7 0,-4 4 1 15,1 2 0-15,-1 2-2 0,-2 1-1 0,0 2-8 16,0 0 0-16,-1 0-20 0,-1 2-26 0,-1 3-1 16,0 0 8-16,0 0 0 0,0 0-2 0,-9 15 0 15,8-9 0-15,-1 3-3 0,-1 3-1 0,3 0 3 16,5-1 3-16,0 2-2 0,4-1-3 0,5 0-3 16,8 5-1-16,5-5 1 0,4-5-2 0,-1 3-5 15,4-7-5-15,-4 1 1 0,-2-3 1 0,-6-1 5 16,-2-3 9-16,0 0 3 0,-3-3 11 0,-2-2 8 15,-4 0 16-15,-2-1 12 0,-1 0 23 0,-4 1 10 16,-1 3 1-16,1-7-1 0,-3 3-3 0,-1 1-9 16,-2 1-2-16,-2 2-3 0,0 0 2 0,-1 1-10 15,-1 1-1-15,-2-1-4 0,-2 4-2 0,-3 4 2 16,3 0-2-16,-3 2-4 0,-4-1 1 0,3 5-1 16,5-2-1-16,0 0 2 0,-1 1 1 0,3-1 2 0,1 4-4 15,2-4 2-15,3 3 0 0,-4-3 1 16,5 2 3-16,3-5 2 0,-1 1 2 0,3-2-3 15,3-2 2-15,1 0 0 0,5-4 5 0,-4 2-4 16,8-3 4-16,-5-3 0 0,4 0 0 0,-5-1 2 0,5-1-1 16,-4-2-1-16,3 2-1 0,-3-1 0 0,-3 0 0 15,1 4-5-15,-2-4 0 0,0 2-1 16,1-1 1-16,0 3 1 0,-5 1-3 0,0-1-1 16,0 2-1-16,0 2-7 0,-1 0 5 0,-4 1-3 15,12-3 0-15,-12 3 1 0,11 4-5 0,-6-3 1 0,3 4-14 16,-3-2-5-16,3-2 3 0,-1 2-3 0,0 1-2 15,-1-3 4-15,1 3 1 0,-1-1 6 16,0-2 1-16,2-2 2 0,-2-1 6 0,2-3 0 16,1 1-2-16,-1-1 4 0,-1-3 12 0,1-1 7 15,-2-3 12-15,1-2 6 0,-1-1 8 0,-2 0 12 0,-1-2 11 16,-1-1 0-16,3 0 10 0,0-1-4 0,-3-1-3 16,1 1-4-16,1-1-4 0,-2 2 4 0,0 0 5 15,-1 1 8-15,2 5 9 0,-2 0-1 16,3 2-8-16,-4 1 7 0,0 1-5 0,0 1-6 0,3 2-15 15,-3 1-19-15,0 1-22 0,0 3-27 0,0 0-8 16,0 0 5-16,0 0 0 0,0 0 1 0,-11 17-5 16,10-7 5-16,-7 6-9 0,3 1 7 0,0 0 5 15,-4 2-3-15,2-1 4 0,0-1 1 0,2 9 1 16,0-6-3-16,-1-2 4 0,2 7 0 0,1-6-5 16,-1 6 5-16,3-8 6 0,1-2-5 0,-1-1 8 15,1-6-4-15,-1 0 5 0,2 1 0 0,-1-1 12 16,0-3-7-16,2 0-1 0,2-1-6 0,0 1 3 15,4-4 12-15,3 1-3 0,2-2 4 0,6 0 2 16,4-3-20-16,4 1-42 0,3-2-67 0,-1-3-81 16,2-2-116-16,3-2-285 0,-3-1-641 0,3-4 284 15</inkml:trace>
  <inkml:trace contextRef="#ctx0" brushRef="#br0" timeOffset="-165740.12">24287 12675 45 0,'0'-7'129'16,"4"0"9"-16,-4-3 5 0,4 0 12 0,-3-1-5 15,2 2 4-15,-1 0 0 0,-2 2-3 16,0 1-8-16,0 0-13 0,3 1-13 0,-3 0-15 16,0 5-12-16,0-5-16 0,0 5-7 0,0 0-8 15,-17 6-8-15,4 6-7 0,-6 7-6 0,-4 3-4 0,-1 4-6 16,-2 1-1-16,-4 11-7 0,7-11-2 0,1 5-4 16,4-1 3-16,0-2-6 0,3 0 3 0,7-1-5 15,-1 1 1-15,5-2-3 0,4 1 5 16,6-1 0-16,5-4 1 0,7 0-1 0,9-4-1 0,5 0-18 15,4-5-36-15,13 0-52 0,1-4-50 0,-10-5-208 16,11-2-381-16,-12-5 169 0</inkml:trace>
  <inkml:trace contextRef="#ctx0" brushRef="#br0" timeOffset="-165357.31">24678 12743 146 0,'2'-4'234'0,"0"-1"-26"15,-1 3-22-15,2-1-24 0,-3 3-14 0,5-3-16 16,-5 3-17-16,10 3-11 0,-1 1-16 0,0 4-6 16,1-1-9-16,3 4-10 0,1 2-5 0,-1 4-7 15,0 0 0-15,2 5-12 0,-3-5-3 0,0 5-2 16,-4-5-7-16,1 2-1 0,-3-1-3 0,1 0-1 15,-3-1-5-15,-3-1 2 0,1-4-2 0,-2 1 1 16,-1-1-1-16,0-1-1 0,0-2 17 0,-1 0 19 16,1-4 34-16,0 0 42 0,-1-3 33 0,2-2 1 15,-7 0-11-15,7 0-8 0,-8-14-22 0,4 4-1 16,2-2-6-16,-2-5-1 0,4-4-24 0,4-6-10 16,1-1-11-16,5 0-5 0,3-1-4 0,2 3-19 15,0-1-11-15,4 5-12 0,1 1-18 0,-6 6-20 16,1 1-24-16,-2 4-28 0,4 1-26 0,-4 4-20 15,4 1-42-15,-1 4-41 0,0 1-42 0,1 3-40 16,-6 1-182-16,0 3-503 0,1-3 223 0</inkml:trace>
  <inkml:trace contextRef="#ctx0" brushRef="#br0" timeOffset="-164391.13">25105 12934 73 0,'0'0'318'0,"-4"-2"-14"0,2-3-22 0,2 5-23 16,-2-2-26-16,2 2-25 0,0-5-24 0,0 5-15 0,4-5-21 15,1 2-16-15,0 2-11 0,4-2-16 16,2-1-8-16,1 1-13 0,6 0-14 0,4-2-7 16,-4 0-13-16,4 0-11 0,-2 1-6 0,1-1-4 15,-1-3-4-15,0 3-4 0,-4 0-4 0,4-3 0 0,-6 0-3 16,5 1 0-16,-3-1-4 0,-5 1 2 0,1-1 1 15,-2 2-1-15,0-5-1 0,-2 5-1 16,-2-1 6-16,-2 2-2 0,1 2 0 0,-1-4 3 16,-3 2-10-16,-1 3-3 0,0 2-3 0,-9-7-1 15,-1 6-1-15,0 2-4 0,-8 1 4 0,-1 0-2 0,-2 2-1 16,-7 3 4-16,7-1-6 0,3 4 5 0,-3-3-4 16,2 1 0-16,4 4-12 0,3-3-9 0,1 1-3 15,4 0-6-15,3 0 0 0,4 1 7 16,4 0 8-16,10 1-2 0,15 4 4 0,1-3-2 0,7-4-13 15,13 1-12-15,2-1-4 0,-2-1-5 0,-9-5 2 16,11-2-1-16,-12-2 6 0,0-3 6 0,-3 0 0 16,-2-4 9-16,-4-1 5 0,-1 0 23 0,-5-3 19 15,-7 1 15-15,-4 0 15 0,-4 1 9 16,-2 2 14-16,-4-3 2 0,-1 2-1 0,-1-1-3 0,-3 2-9 16,-2 0-1-16,1 1-10 0,-6 0-11 0,0 0-4 15,-3 3-7-15,-1 3-3 0,-7 1-2 0,6 0-4 16,-4 2-3-16,-3 4-2 0,1 3 2 0,3-3-6 15,-1 4-1-15,0 0 0 0,3 2 1 0,2 0-3 16,4-2-3-16,-2 3 1 0,4-2-3 0,0-3 2 16,2-1-3-16,3 0 5 0,0 0 2 0,2-4 3 15,3 4 1-15,3-5 2 0,4 1 0 0,2-3-1 16,4-3-2-16,2 1-1 0,-1-4 0 0,2 2 0 16,-2-2-1-16,-1 1-1 0,1-1 1 0,-1 0-2 15,-2 1 3-15,-2 0-4 0,-3 0 1 0,3 2-2 16,-3 0-1-16,2 1 3 0,-5-2-4 0,0 2 0 15,0 1-1-15,1-2 1 0,0 2-4 0,-3 1 4 16,1 0-3-16,3 0 4 0,-3 1-4 0,2 0-12 16,1 1-4-16,1-1-7 0,-1-1-10 0,2 1-4 15,1 0-7-15,0-2 3 0,-3 1 4 0,2-1 6 16,1-2 2-16,-2 1 6 0,0-1 3 0,2-2 0 16,-6-2 4-16,4 1 2 0,-2-4 2 0,0 1 8 15,1-6 10-15,-2-2 1 0,1-1 4 0,0-6 6 16,-1-3 3-16,2-2 7 0,-2 0 8 0,0 0 8 15,-1-3 6-15,2 1 8 0,-4 2 7 0,1 2 13 16,-1 1 15-16,0 9 7 0,-3-3-11 0,3 8-8 16,-3 2-7-16,3 1-11 0,-3 1-5 0,-1 0-10 15,4 3-23-15,-4 2-26 0,0 0-21 0,0 3-1 16,0 0-1-16,0 0 6 0,0 15-1 0,-1-5 3 16,-7 9-1-16,3 4 3 0,-2 5 1 0,0 2 4 15,-1-2 2-15,2 3 0 0,0-2-1 0,-1 0 2 16,3 0 4-16,1 0-2 0,-1-5 7 0,-1-4-6 15,2-3 1-15,2 0-1 0,0 0 7 0,-1-5-4 16,2-1 2-16,-1 1-1 0,1-1 2 0,1-4 3 16,-1-2-2-16,2 2 4 0,-2 0 5 0,2-2-3 15,1 0 7-15,4-1-3 0,-3-1 2 0,5 0 2 16,2 1 2-16,1-1-7 0,4-1 8 0,5-1 1 16,-2 1-6-16,2-2-18 0,10-3-41 0,-5 1-44 15,4-1-58-15,-1-3-79 0,-1 2-287 0,-3-7-558 16,-5 1 246-16</inkml:trace>
  <inkml:trace contextRef="#ctx0" brushRef="#br0" timeOffset="-164091.15">26440 12276 128 0,'0'0'246'0,"0"-9"-26"15,0 9-30-15,0 0-18 0,7-2-19 0,-7 2-18 16,15 11-15-16,-5 4-12 0,8 6 2 0,1 8-6 16,2-1 0-16,4 15-7 0,2 3-5 0,-4 7-10 15,-2 0-9-15,-5-1-4 0,-2 0-9 0,-10-1-3 16,-5-2-4-16,-7-3-6 0,-1 1-2 0,-5-14-3 15,-6 12-6-15,-5 1-12 0,-5-5-13 0,-4-5-25 16,-5-1-37-16,-2-4-43 0,-9-4-54 0,-7-6-231 16,2-4-410-16,-3-9 181 0</inkml:trace>
  <inkml:trace contextRef="#ctx0" brushRef="#br0" timeOffset="-162957.66">28472 12455 189 0,'1'-6'230'0,"-1"-2"-11"16,2 3-6-16,-2-1-17 0,0 0-13 0,1 2-16 15,0-1-15-15,-1 2-18 0,0 3-15 16,3-5-17-16,-3 5-12 0,1-3-9 0,-1 3-11 16,0 0-10-16,0 0-5 0,9 12-6 0,-5-2-6 0,-2 2-5 15,2 5-4-15,0-1 0 0,-1 2-8 0,-1 2-4 16,1-1 1-16,-1 7 1 0,0-6 13 0,0-1-6 16,1 0 0-16,-1-4-6 0,-2-1-4 0,1-4 1 15,1 0 0-15,-2-3-2 0,0 0 1 0,1-2 9 16,-1-1 43-16,1 0 22 0,-1-4-3 0,0 0-11 15,13-5-10-15,-3-3-4 0,-3-1-3 0,6-3-3 16,4-3-4-16,0-3-7 0,1-4-5 0,2 2-8 16,-2-4 0-16,1 4-6 0,-2 1-6 0,-4 4 4 15,0 3-3-15,-6 2-1 0,2 3-2 0,-1-2-3 16,-2 4-9-16,-3 2-3 0,4-2-4 0,-4 4 1 16,3 1-1-16,-6 0-7 0,9 6 1 0,-3 1 0 15,2 3-2-15,-3 0 1 0,1 1-2 0,1 5 5 16,1 0 0-16,-2-1-4 0,-2 2 6 0,1-2-2 15,0 0 2-15,2-3-5 0,-6-2 4 0,4 1 0 16,-4-6-3-16,2 1 5 0,-2 0 3 0,3-1 6 16,-1-4 12-16,-3-1 10 0,5 1-5 0,-5-1 1 15,15-7-6-15,-7-3-2 0,5 0 0 0,-1-2-3 16,2-2 5-16,0 1-5 0,-2-1 0 0,2-2-2 16,1 3-6-16,-2-1 2 0,1 1-5 0,-5 3-1 15,0 1-1-15,1 0-3 0,-2 4-10 0,-3 2 7 16,0-1-7-16,3 0-16 0,-2 3-16 0,3 2-5 15,0 5-30-15,1-4-17 0,-1 5-23 0,0 1-25 16,1 1-19-16,-2 1-30 0,2 3-32 0,0 1-28 16,-3-2-224-16,-1-3-512 0,1 1 227 0</inkml:trace>
  <inkml:trace contextRef="#ctx0" brushRef="#br0" timeOffset="-162639.94">29347 12575 221 0,'2'-6'342'0,"-1"1"-5"0,3 0-18 0,-3-1-20 16,0 3-18-16,1 0-38 0,-2 3-21 0,1-4-28 15,-1 4-25-15,3-5-22 0,-3 5-14 0,0 0-21 16,0 0-7-16,3 9-11 0,0-2-12 0,-1 4-13 16,1 2-2-16,-2 0-8 0,2 4-9 0,-3 2-8 15,0 0 3-15,0 1-9 0,1-1-2 0,-2-1-4 16,1 0-3-16,-2 0-2 0,2-2-4 0,0-3-1 15,0 1-4-15,0-4 3 0,-1-4-6 0,1 2 2 16,0-3-4-16,-1 2 2 0,1-4 4 0,0 2 7 16,0-1-10-16,0-4 2 0,2 4-2 0,-2-1 1 15,0-3 6-15,0 0 1 0,0 5 3 0,0-5-6 16,0 0 2-16,0 0-2 0,0 0-2 0,3 3-4 16,-3-3-32-16,0 0-30 0,0 0-18 0,0 0-25 15,0 0-27-15,9-8-33 0,-8 4-41 0,2 1-42 16,0-1-48-16,-2 0-211 0,3-3-534 0,1 2 236 15</inkml:trace>
  <inkml:trace contextRef="#ctx0" brushRef="#br0" timeOffset="-162239.07">29905 12566 2 0,'0'0'240'0,"0"-2"-12"0,0 2-10 16,0 0-20-16,0 0-15 0,0 0-16 0,6-9-16 0,-2 7-14 16,0-1-16-16,-1 1-11 0,5-1-13 0,-3 0-7 15,8-2-9-15,0 3-11 0,0 0-7 16,7-1-5-16,8 0-25 0,0 1-27 0,-6 0-34 15,7 0-39-15,-7 3-38 0,1-2-33 0,-1 1-47 0,-7-2-104 16,4 4-312-16,-6-4 139 0</inkml:trace>
  <inkml:trace contextRef="#ctx0" brushRef="#br0" timeOffset="-162068.12">29991 12677 74 0,'-3'1'272'0,"1"1"-5"16,2-2-11-16,0 0-25 0,0 0-22 0,0 0-18 16,16 2-21-16,-1-4-16 0,7 2-24 0,8 0-46 0,0 0-53 15,0 0-57-15,-1 2-61 0,6-4-65 0,-7 0-149 16,4-1-326-16,0-1 145 0</inkml:trace>
  <inkml:trace contextRef="#ctx0" brushRef="#br0" timeOffset="-161508.08">30592 12458 135 0,'1'-8'307'0,"2"1"-12"0,-2 2-15 16,2-1-19-16,-3 0-22 0,1 1-24 0,0 0-22 15,-1 3-21-15,0 2-23 0,0-4-16 16,0 4-14-16,0 0-13 0,0 0-16 0,0 0-7 0,8 12-10 16,-7-3-4-16,1 1-11 0,1 3-4 0,-3-4-8 15,0 4-4-15,0 2-2 0,0 0-6 0,0 1-3 16,0-2-8-16,3-2-5 0,-6 0-2 0,3-2-4 16,0-2-4-16,0-3 2 0,0 1 0 0,0 1 3 15,0-4 3-15,0 1 15 0,3-2 14 0,-3-2-4 16,0 0-4-16,11-6-3 0,-5 0-2 0,1-3 9 15,5 1-16-15,-2-4 1 0,4-2 1 0,-1 0-3 16,2 0-7-16,-2-2 1 0,-2 2-2 0,3 1 1 16,-5 2-6-16,0 1 1 0,0 2-5 0,-4 4 1 15,-1-1-2-15,1 0-8 0,-1 2-1 0,0 1-6 16,2 2-8-16,-6 0 3 0,9 3 7 0,-5 2-10 16,1 2 3-16,-1 2 2 0,1 0-2 0,-1 2 6 15,-3 6-1-15,3-4 4 0,-3 1-3 0,2 2-1 16,-2-3 6-16,1 0-4 0,-2-3 0 0,0-1 1 15,1-2 1-15,-1-3 6 0,0 3 3 0,1-4 8 16,-1 1 31-16,0-4 1 0,0 0-6 0,0 0 11 16,14-7-16-16,-9 2-10 0,3-5 3 0,0 2 1 15,0-1-8-15,1 0 2 0,-1-1-4 0,1 0 1 16,1 3-2-16,-2-2-2 0,2 1 6 0,-5 0-12 16,4-1-5-16,-4 5-21 0,0 1-24 0,3 1-26 15,-2-3-32-15,2 5-27 0,-3 0-31 0,4 2-26 16,0 1-42-16,-1 1-33 0,-2-2-226 0,-1 3-523 15,-1-2 232-15</inkml:trace>
  <inkml:trace contextRef="#ctx0" brushRef="#br0" timeOffset="-161058.05">31148 12501 243 0,'4'-5'246'15,"2"1"-25"-15,2 3-24 0,1-1-18 0,0 2-20 16,3 2-19-16,1-1-16 0,1 5-12 0,-2 0-13 16,2 5-14-16,-4-3-4 0,0 5-11 0,1 1-8 15,-4 3-8-15,-2 2-4 0,-1 0-4 0,-4 1-8 16,-1-2-4-16,-3 2-3 0,-1 6-1 0,-4-6-3 16,-1 2-2-16,-3-2 3 0,-1 1-10 0,2-4-3 15,-3-2 2-15,2-1-4 0,-1-2 0 0,1 0-1 16,4-6-4-16,-1 2 3 0,1-2-3 0,4-2 0 15,0 0 0-15,1 0 16 0,-1-2 17 0,3 1 17 16,-1-1 26-16,3-2 21 0,-4 3 17 0,4-3 12 16,0 0 12-16,-2 3 4 0,2-3-15 0,0 0-17 15,0 0-8-15,0 0-14 0,0 0-9 0,16-9-9 16,-6 5-15-16,10-1-6 0,1 1-2 0,11 0-9 16,4-1-21-16,4-1 17 0,15 3-7 0,-5-1-7 15,-15 1-5-15,2 2 1 0,-7 1-5 0,-10-1-2 16,-1 2-6-16,-6-1-2 0,-1-1-15 0,-5 1-8 0,0 0-9 15,-7 0-4-15,12 0-10 0,-8 0 0 16,-4 0-11-16,7-1-9 0,-7 1-16 0,0 0-14 16,0 0-23-16,0 0-20 0,0 0-22 0,-25 0-24 15,16-2-26-15,-2 2-45 0,1 2-42 0,1-5-168 0,1 3-495 16,1-1 220-16</inkml:trace>
  <inkml:trace contextRef="#ctx0" brushRef="#br0" timeOffset="-160660.04">31704 12516 180 0,'0'0'243'16,"0"0"-11"-16,-1-6-11 0,1 6-16 0,2-4-19 16,-2 2-11-16,0 2-25 0,9-8-19 0,-3 5-10 0,0 1-14 15,4 0-11-15,4 0-10 0,5-1-11 16,0-2-18-16,9 2-31 0,0 2-34 0,0 1-31 16,-1-3-32-16,-4 3-50 0,5 0-28 0,-8 0-40 15,-7 0-97-15,0-1-309 0,0 0 136 0</inkml:trace>
  <inkml:trace contextRef="#ctx0" brushRef="#br0" timeOffset="-160500.1">31726 12596 30 0,'-4'2'217'0,"4"-2"5"16,-4 2 1-16,4-2-21 0,0 0-16 0,20 1-18 15,-1-1-18-15,11 2-15 0,2-2-14 0,5 2-12 16,2-2-31-16,11 0-39 0,-10-2-50 0,-3 4-45 15,1-2-64-15,-2-2-163 0,-4-1-305 0,-4-1 135 16</inkml:trace>
  <inkml:trace contextRef="#ctx0" brushRef="#br0" timeOffset="-159908.13">32423 12339 36 0,'3'-4'241'16,"1"0"-6"-16,-2-2-10 0,4 3-8 0,-4 2-17 15,2-3-14-15,-3-1-21 0,1 1-19 0,-2 4-14 16,4-3-10-16,-4 3-33 0,4-1-20 0,-4 1-18 15,0 0-3-15,0 0-6 0,7 9-8 0,-5-1-3 16,-1 0-4-16,4 5-1 0,-5 3-3 0,0-1-6 16,0 2-1-16,0 0 0 0,-2 0-3 0,2 0 1 15,-4-3 1-15,4 3-5 0,-2-5-2 0,2-3 4 16,-2-1-1-16,4 0 2 0,-4-3 2 0,2-1 2 16,0 0 33-16,0-4 18 0,4 5-8 0,-4-5-5 15,0 0-1-15,21-11-9 0,-8 1 1 0,3-2-7 16,-2 2-5-16,1-4-8 0,7-3-5 0,-1-2-12 15,2 0-3-15,-3 2-5 0,-6 5-8 0,1 1-5 16,-3 0-1-16,-1 3-4 0,-2 0 4 0,-4 3-7 16,-1 1 0-16,3 2-17 0,-2 2-3 0,1 0 1 15,-6 0-1-15,5 6 5 0,-1 2-3 0,-3 0 7 16,3 1 4-16,-4 3 1 0,0 1 7 0,0 4-1 16,0-2 0-16,0 1 2 0,-4-2 4 0,4-5-1 15,0 2 4-15,-1 1 5 0,1-7 0 0,0 2 22 16,0-2 32-16,0-1 24 0,0-4-1 0,4 2-11 15,-4-2-4-15,16-5-8 0,-7 1-5 0,-9 4-9 16,32-14-5-16,-14 2-8 0,-1 3-5 0,1-2-6 16,-2 4-9-16,-16 7-1 0,32-14-1 0,-32 14 0 15,18-5-16-15,-18 5 3 0,0 0-6 0,0 0 1 16,0 0-2-16,41 19-34 0,-32-5-50 0,-3 3-63 16,-3 8-77-16,-7-6-148 0,0 0-424 0,4-4 189 15</inkml:trace>
  <inkml:trace contextRef="#ctx0" brushRef="#br0" timeOffset="-153825.8">8055 14855 145 0,'0'-3'169'0,"0"3"-17"0,0-6-19 0,0 6-10 15,0 0-24-15,0-5-8 0,0 5-8 0,0 0-17 16,0 0-7-16,0 0-11 0,7 17 1 0,-4-5-9 16,1 4 5-16,0 0-13 0,-2 2-10 0,2 7 0 15,0-5-3-15,1 3 13 0,0-2-12 0,-2-3-4 16,1 2-1-16,-1-1-6 0,0-2 4 0,1 0-6 16,-3-5 3-16,2-2 1 0,-2-2-1 0,-1 0-2 15,1-2 9-15,-1-3 48 0,2 2 53 0,-2-5 48 16,3 3-5-16,-3-3-19 0,0 0-8 0,7-18-19 15,-3 7-9-15,1-6-10 0,1-2-10 0,4-5-11 16,-2-2-10-16,1-3-3 0,1 0-14 0,4 2 0 16,-1 2-13-16,-3 7 0 0,-2 2-4 0,-3 6 0 15,0-1-6-15,3 4-9 0,-6 1-1 0,5 1-6 16,-2 3-3-16,0 2-4 0,3 2-2 0,-1 3 1 16,1 3-2-16,2 5-4 0,-1 2 4 0,0 2-3 15,-1 1-1-15,0 7 2 0,2-3-2 0,-4 3 3 16,-1 1 1-16,2-6 0 0,-4-1-1 0,2-1-2 15,-1-2 3-15,0-3-1 0,0-4-3 0,1 2-4 16,-5-4 0-16,1-1 8 0,2-1 2 0,-2 1 13 16,1-4 35-16,-2-2-4 0,0 0-7 0,0 0-4 15,12-13-3-15,-4 4-4 0,-3-7-1 0,3-1-5 16,-1-8-1-16,5-1-4 0,-3 0-1 0,1 0-3 16,3 3-2-16,-5 6-1 0,-1 2 0 0,-1 5-2 15,0-1-3-15,-1 2-7 0,-1 4-15 0,-3 1-21 16,3 2 8-16,-4 2-3 0,0 0 7 0,15 10-2 15,-7-1 3-15,-1 1 13 0,2 4 1 0,0 2-17 16,-1 0-23-16,2 1-16 0,-1 2-28 0,0-3-26 16,1 2-40-16,0-3-42 0,-1 2-47 0,-1-3-145 15,1-5-427-15,-4 1 190 0</inkml:trace>
  <inkml:trace contextRef="#ctx0" brushRef="#br0" timeOffset="-153293.12">8815 15057 37 0,'5'-5'193'16,"-1"0"-18"-16,0 0-19 0,1 3-16 0,0-1-15 16,3 2-13-16,2-3-16 0,-2 3-7 0,1 1-15 15,2 0-2-15,-2 1-6 0,-1 3-13 0,-3-3-3 16,4 4-5-16,-4 4-11 0,1-2-2 0,0 4-4 16,-3-1-3-16,-1 1 0 0,-2 2-2 0,-4 3 2 15,-1-1-9-15,-4 3-3 0,0-2-3 0,-4-2 4 16,0 2-2-16,-1-2 0 0,1 0-1 0,2-4 2 15,3-3-2-15,1 0-3 0,0 0 0 0,2-5 5 16,0 4-2-16,1-2 0 0,2 1 3 0,2-5-10 16,0 0 0-16,7 1-2 0,-7-1 6 0,22-4-4 15,-3 0 0-15,-1 2 1 0,1-1-2 0,2 3-3 16,-3 0 0-16,3 0 0 0,1 0-2 0,-4 1 3 16,1 1-6-16,-5 0 3 0,4 5-3 0,-8-5-2 15,0 5 4-15,-1-2 1 0,-1 1-4 0,-3-3 3 16,3 2-2-16,-7 2-2 0,-1 2 9 0,-5-2 4 15,-4 4 1-15,-4-2-6 0,-6 3 3 0,-6 0 2 16,-5-2 1-16,1-1-2 0,-4-2 0 0,-2-2 1 16,2-3 8-16,0 0 4 0,3 1-4 0,2-1-1 15,8-2 3-15,3 0-3 0,3 3 3 0,4-6-13 16,-1 6-12-16,4-6-34 0,7 3-27 0,-9 0-64 16,9 0-156-16,0 0-315 0,14-9 140 0</inkml:trace>
  <inkml:trace contextRef="#ctx0" brushRef="#br0" timeOffset="-152998.13">9417 15259 149 0,'0'0'215'0,"0"0"-33"16,0 0-21-16,0 0-13 0,0 0-18 0,-6 12-12 15,-1-3-10-15,-3-1-10 0,3 4-11 0,-8 1-8 16,-1 6-23-16,-1 3-30 0,2-2-38 0,-2 1-36 15,3-7-45-15,-7 7-141 0,5-8-254 0,-2-1 112 16</inkml:trace>
  <inkml:trace contextRef="#ctx0" brushRef="#br0" timeOffset="-152259.4">9815 14836 121 0,'0'0'242'16,"-2"-6"-18"-16,2 6-27 0,0-4-21 0,0 4-21 15,0 0-20-15,0 0-16 0,0 0-15 0,0 0-12 16,0 0-10-16,5 11-11 0,-2-2-3 0,-2 2-10 15,0 2-6-15,2 4-6 0,-2 0-6 0,1 2-6 16,-1 0 2-16,-1-2-19 0,2 3-3 0,-2-2-3 16,2-1-2-16,-4-4 6 0,4 0-5 0,-2-2 0 15,1-1 0-15,-1-2 3 0,0-4-1 0,1 1 13 16,-2 0 35-16,2-1 52 0,-1-4 34 0,0 0-13 16,0 0-12-16,0 0-10 0,9-16-14 0,-1 7-9 0,-2-2-10 15,2-4-7-15,0-2-6 0,6-6-9 16,-7 6-5-16,7-7-7 0,-1 7-5 0,-4 2-2 15,0 5-8-15,0 1-9 0,-4 1 8 0,-1 2-9 16,0 2-6-16,0-3-10 0,-2 3-17 0,3 4-2 16,-5 0 2-16,0 0 0 0,12 12-4 0,-7-5 5 15,-1 3 0-15,0 2-1 0,-2 5 2 0,3 0 3 16,-2 0-2-16,1 0 1 0,-3 0 4 0,1 1-9 16,1-7-2-16,0 0 1 0,-3 0 0 0,2-2 1 15,-2-1 3-15,3-3 5 0,-3 0 5 0,0-1 29 16,1-1 26-16,-1-3-3 0,0 0-11 0,0 0-2 15,15-10 0-15,-8 3-6 0,-1-5-2 0,5-4-5 16,1-2-2-16,3-4-3 0,-1 0 0 0,1 0-5 16,1 1-4-16,-6 5 1 0,3 3-2 0,-3-2 0 15,-2 9-3-15,1-3-3 0,-4 5-6 0,0 0-5 16,-1 2-15-16,4 2-3 0,-8 0-8 0,18 3-3 16,-8 2-9-16,0 6-11 0,1-3-14 0,2 5-19 0,1 3-32 15,-2-1-36-15,4 6-35 0,-3-5-58 16,-3-3-197-16,3 0-485 0,-5-3 215 0</inkml:trace>
  <inkml:trace contextRef="#ctx0" brushRef="#br0" timeOffset="-151808.41">10683 14908 11 0,'0'0'270'0,"0"-4"-18"0,0 4-21 0,0 0-22 15,0 0-22-15,0 0-23 0,0 0-19 0,0 0-16 16,0 0-21-16,0 0-10 0,0 0-13 0,0 0-5 16,0 0-14-16,-1 19-6 0,-1-12-4 0,-1 6-7 15,0-1-7-15,0 4-1 0,-1-1-11 0,0-3 2 16,1 3-7-16,1-2 1 0,-2 1-4 0,3-4-3 15,-1 1-1-15,2-3-1 0,0 2 2 0,2-3-3 16,-1-1 4-16,3 2-2 0,0-4 3 0,2 4-3 16,6-5-1-16,-3 2-3 0,1-1 3 0,3-2-23 15,-2-2-19-15,2 0-27 0,0 0-28 0,-3 0-28 16,1 0-29-16,2 0-43 0,-3-2-161 0,-2-3-370 16,1 1 165-16</inkml:trace>
  <inkml:trace contextRef="#ctx0" brushRef="#br0" timeOffset="-151609.03">10870 15019 304 0,'0'-6'296'0,"0"6"-17"0,0-5-21 0,0 5-30 16,0 0-22-16,4-3-30 0,-4 3-24 0,0 0-18 16,0 0-16-16,0 0-16 0,-1 14-7 0,-2-6-14 15,3 5-6-15,0 4-11 0,0-3-1 0,-4 6-5 16,4-3-8-16,-1 1-7 0,1 1-10 0,0 0-35 15,0-2-41-15,0 0-53 0,0 1-49 0,1-1-48 16,-2-5-197-16,2 0-422 0,-1-7 187 0</inkml:trace>
  <inkml:trace contextRef="#ctx0" brushRef="#br0" timeOffset="-151246.15">11206 15232 40 0,'0'0'322'0,"0"-4"-14"0,0 4-36 16,0 0-33-16,4-4-26 0,-4 4-24 0,0 0-24 16,0 0-24-16,0 0-17 0,0 0-17 0,0 0-10 15,-4 17-6-15,-2-6-13 0,-1-1-6 0,-5 12-15 16,0 2-17-16,-3-1-20 0,2 3-34 0,-4-3-50 15,-1 4-39-15,-2-4-67 0,-7 0-201 0,-1-6-402 16,2-5 179-16</inkml:trace>
  <inkml:trace contextRef="#ctx0" brushRef="#br0" timeOffset="-150116.09">11666 15071 28 0,'0'-5'201'0,"0"5"-12"0,0-5-11 15,0 5-17-15,4-3-17 0,-4 3-15 0,1-4-13 16,-1 4-19-16,7-3-26 0,-7 3-34 0,10-1-30 15,-10 1-32-15,13 1-44 0,-3-1-24 0,-4 1-103 16,7-1-211-16,1-1 94 0</inkml:trace>
  <inkml:trace contextRef="#ctx0" brushRef="#br0" timeOffset="-149927.65">12147 15014 90 0,'0'0'138'0,"5"-3"-20"0,-1 1-26 16,3 2-15-16,5-1-32 0,-2-2-25 0,6 2-32 15,4 1-33-15,-1-3-43 0,1 2-94 0,1-1 42 16</inkml:trace>
  <inkml:trace contextRef="#ctx0" brushRef="#br0" timeOffset="-149800.62">12586 14965 146 0,'4'-3'151'0,"-4"3"-7"0,1-4-19 0,-1 4-13 15,4-4-16-15,3 3-36 0,-7 1-30 0,10-3-26 16,1 0-36-16,1 3-29 0,0-2-69 0,0 2-139 16,1-3 62-16</inkml:trace>
  <inkml:trace contextRef="#ctx0" brushRef="#br0" timeOffset="-149670.81">13008 14916 29 0,'0'0'104'0,"2"-1"-18"0,-2 1-40 0,12-3-38 16,-2 2-54-16,3-2-50 0,6 2 23 15</inkml:trace>
  <inkml:trace contextRef="#ctx0" brushRef="#br0" timeOffset="-149510.09">13582 14875 86 0,'0'0'167'0,"0"0"-15"0,3-2-12 0,-3 2-39 0,0 0-49 15,0 0-52-15,8-3-57 0,1 3-51 16,1-1-115-16,9-1 52 0</inkml:trace>
  <inkml:trace contextRef="#ctx0" brushRef="#br0" timeOffset="-149371.78">14007 14858 73 0,'10'-3'93'0,"-1"1"-37"0,4-1-35 0,6 0-42 15,3 1-16-15,5 0-41 0,-8-2 18 0</inkml:trace>
  <inkml:trace contextRef="#ctx0" brushRef="#br0" timeOffset="-149236.79">14297 14833 24 0,'4'-1'246'0,"-4"1"-1"0,0 0-16 0,0 0-16 15,0 0-25-15,5-3-19 0,-5 3-30 0,4-3-55 16,-4 3-67-16,0 0-81 0,13-2-79 0,-7 0-82 15,3-1-243-15,2-2 107 0</inkml:trace>
  <inkml:trace contextRef="#ctx0" brushRef="#br0" timeOffset="-148243.4">16261 14674 60 0,'3'-7'204'0,"-2"2"-8"16,0-2-6-16,-1-1-7 0,0 2 1 0,3-2-21 15,-6 3-12-15,3-2-15 0,3 2-13 0,-6 1-13 16,3-1-16-16,-5 2-12 0,1 0-10 0,-3 2-10 16,-5 3-8-16,-7 3-6 0,-9 4-6 0,0 3-3 15,0 2-2-15,-4 3-4 0,1 0-7 0,4 4-4 16,-1 1 1-16,1 0-6 0,4 0-2 0,2 1 4 16,1-1-22-16,3-1 0 0,6-7 1 0,1 0-2 15,4-3-3-15,1-4 4 0,1 1 4 0,1-1 0 16,2-5 3-16,2 4-3 0,-1-6 5 0,12 0-1 15,0-6 2-15,8 1 9 0,-1-5 4 0,4-3 2 16,-1-3 3-16,-1 2 1 0,2-3-1 0,0 1 1 16,-1 1-7-16,-4 2 1 0,-1 1 1 0,-1-1-3 15,-2 2 2-15,0-1 3 0,-4 7-1 0,2 2-5 16,-3-2-2-16,1-2-2 0,-5 7-7 0,4-1 2 16,0 2-2-16,-4 2 0 0,7 2-1 0,-5 2 4 15,2-2-10-15,-1 6-9 0,2-2-13 0,2 3-13 16,-3 0-14-16,1 2-28 0,-3 0-30 0,1-2-36 15,2 1-26-15,-5-2-30 0,1 1-126 0,-3-3-354 16,1-4 157-16</inkml:trace>
  <inkml:trace contextRef="#ctx0" brushRef="#br0" timeOffset="-147927.03">16499 14652 83 0,'6'-7'223'15,"-2"-1"-26"-15,4 1-18 0,-3 5-25 0,4-1-13 16,-3 2-15-16,2 1-14 0,2 4-14 0,1 1-12 16,1 2-7-16,2 3-9 0,-2 2-7 0,-1 1-7 15,-1 2-8-15,1 2-4 0,-2 1-4 0,-1-1-6 16,0 3-1-16,-3-2-4 0,-1-1-4 0,1 0-1 16,-1-2-3-16,-4-5-2 0,1-2 0 0,-1 0 1 15,4-2 10-15,-3 1 15 0,-1-5 30 0,0 1 33 16,0-3 39-16,0 6 26 0,0-6 28 0,0 0-30 15,0 0-13-15,4-11-21 0,-4 0-10 0,4 0-16 16,0-1-14-16,1-6-6 0,5-6-30 0,-1 0-27 16,3 3-21-16,2-4-25 0,-5 8-34 15,2 1-30-15,-1 2-32 0,2-2-42 0,-3 9-39 16,2 2-27-16,0 0-29 0,4 3-9 0,-2 0-164 0,4 5-452 16,-4-1 199-16</inkml:trace>
  <inkml:trace contextRef="#ctx0" brushRef="#br0" timeOffset="-147543.62">17032 14770 86 0,'0'0'223'0,"0"0"8"0,0 0 1 0,2 3 1 15,-2-3-11-15,0 0-11 0,0 0-24 0,0 0-8 16,9-7-28-16,-4 4-14 0,0-2-18 0,1 1-9 16,3-3-9-16,1-1-15 0,2-4-2 0,5 3-11 15,-3-4-11-15,4 1-5 0,-4-2-6 16,5 2-6-16,1-5-6 0,-5 3 1 0,-2 2-4 15,2 0 1-15,-7 1-8 0,1 2 0 0,-1 1-1 0,-4 2 0 16,0 0-1-16,-3 3-5 0,3-2-8 0,-8-1-2 16,4 6-5-16,-11-3 0 0,-2 3-4 0,-6 3-3 15,0 4 0-15,-7 1 8 0,1 5-10 16,-1 1-2-16,4 0-2 0,1 2-2 0,2 4 3 16,2 1-4-16,2-1 6 0,3 4-1 0,8-6 0 15,3-1 3-15,2 2 0 0,4-1 0 0,11 3 4 0,-2-7 2 16,12 0 0-16,6-2-1 0,4-2 2 0,17-1 0 15,4-6 1-15,0-3-3 0,4 0 2 16,-4-2 2-16,-2-2 0 0,-19 2 6 0,2 1-5 16,-11-2-1-16,-9 2 10 0,-3-1-12 0,-3 2 4 15,-1-1-2-15,-3 1-1 0,-2 0-4 0,-6 0-2 0,9-1-20 16,-9 1-28-16,7 1-33 0,-7-1-44 0,0 0-47 16,0 0-57-16,0 0-219 0,0 0-482 0,-20 3 213 15</inkml:trace>
  <inkml:trace contextRef="#ctx0" brushRef="#br0" timeOffset="-146227.16">19387 14543 36 0,'0'0'189'16,"2"-5"-10"-16,0 3-19 0,-2 2-15 0,0-6-18 15,0 6-13-15,-4-4-11 0,-3 3-14 16,0-1-8-16,-5 4-16 0,-7-2 2 0,0 1-8 15,-12 2-6-15,-2 2-1 0,-3 0-13 0,0 2-4 0,-1 1-3 16,0-1 2-16,-1 2-8 0,2-1-4 0,-2 1-3 16,3 3-3-16,2 0-4 0,1 0-4 0,5-1 2 15,8 0-2-15,2-1-6 0,2 2 6 0,2-3 6 16,2 1-2-16,3-3-1 0,3 5 3 0,1-2 2 16,4-2-4-16,0 5 5 0,4-7 10 0,5 4 2 15,2-3 9-15,8 0-2 0,2-2 0 0,7-2 2 16,4-2 0-16,-1-1 7 0,2-4 12 0,-2-1-4 15,-1-4 13-15,0-6 5 0,-6 4 3 16,-2-7 3-16,2-2-2 0,-3-4-1 0,-2-3-3 0,-3-1 1 16,3 1-4-16,-2-5-12 0,-3-2-2 0,-5 1-4 15,2 2 1-15,-1-1-4 0,-3 4 5 0,1 0 11 16,-3 4 8-16,0 7-2 0,-4 0 8 0,3 5 3 16,-4 0-1-16,3 0-3 0,-3 6-12 0,1-1-7 15,-1 2-15-15,0 1-22 0,0 1-32 0,0 3-6 16,0 0 2-16,0 0 8 0,-4 15-11 0,-1-5 2 15,0 6 4-15,0 2-1 0,-3 7 10 0,3 0-7 16,1 1-1-16,-1 2 5 0,4-1 0 0,1-1-1 16,5 0 2-16,-4 0 4 0,4 1 0 0,3-2-2 15,-3-5 3-15,8 3-2 0,-4-7 6 0,1-3-8 16,4-3 7-16,-2-3-1 0,2-2 8 0,4-2-10 16,0-1 5-16,0-3 3 0,1-1 1 0,-2-5-6 15,0-1 2-15,-2 0 2 0,2-5-2 0,5-3-1 16,-7-3 2-16,-1 4-1 0,-1 0-4 0,0 1 3 15,0-1 0-15,-3 1-1 0,-3 4-2 0,0 2 5 16,-1-1 3-16,-1 4 3 0,-2-1-1 0,2 2-4 16,-3 0-2-16,2 1-5 0,-4 0-5 0,0 3-7 15,0 0 6-15,0 0-8 0,0 0 1 0,3 9 10 16,-4-4-7-16,1 4-1 0,-2 0 4 0,2 1-2 16,-2 3 5-16,-1-2-6 0,3 8 4 0,-1-2 1 15,1-3-4-15,-1-1-26 0,1-1-5 0,-3 0-15 16,2-2-9-16,1-1-13 0,-1-1-13 0,1-4-13 15,-2 1-3-15,1 0 3 0,1-5 6 0,-1 4-10 16,1-4-45-16,0 0-43 0,0 0-29 0,-14-9-153 16,8 0-408-16,0-3 182 0</inkml:trace>
  <inkml:trace contextRef="#ctx0" brushRef="#br0" timeOffset="-146060.12">19613 14341 160 0,'0'-6'322'15,"0"4"-22"-15,0-3-30 0,0 5-28 0,0-5-31 16,0 5-24-16,1-5-33 0,-1 5-48 0,0 0-41 16,2-2-17-16,-2 2-27 0,0 0-35 0,6 7-23 15,-2-4-47-15,-2 1-23 0,1 3-40 0,-1 1-137 16,0-3-305-16,-1 0 135 0</inkml:trace>
  <inkml:trace contextRef="#ctx0" brushRef="#br0" timeOffset="-145310.54">20063 14384 165 0,'1'-2'174'0,"-1"2"-15"0,0 0-16 0,0 0-12 16,3-3-19-16,-3 3-11 0,0 0-7 0,0 0-18 15,0 0-6-15,0 0-9 0,-21 5-5 0,10-3-10 16,-7 3-2-16,1 4-7 0,-1-4-4 0,0 4-6 16,-1-3-2-16,1 3 0 0,4-1-8 0,-5 1-2 15,6-1-2-15,2 1 1 0,1-2 0 0,2 3-1 16,1-2 1-16,4 1-6 0,1 1 0 0,2-1 6 0,3 1-6 16,2 2 1-16,3-2 1 0,3 0-1 15,5 2-2-15,1 1 0 0,-3-4 2 0,4 3-1 16,-2-2 6-16,-6-3-9 0,3 1-4 0,-3-1 0 15,-5-3-4-15,4 3-1 0,-4-3 4 0,-1 0 1 16,-1 3 1-16,-2-3 5 0,-4 1-1 0,-3 0 0 16,-7-2 1-16,-5 3-5 0,-1-1-5 0,-8 1-15 15,-1 0-38-15,-1-3-22 0,-1-1-48 0,3-1-131 16,0-4-279-16,7 1 124 0</inkml:trace>
  <inkml:trace contextRef="#ctx0" brushRef="#br0" timeOffset="-144977.15">20290 14262 174 0,'2'-7'263'0,"1"2"-15"0,-2 1-19 16,1-1-26-16,-1 0-22 0,2 3-21 0,-3 2-22 16,2-5-18-16,-2 5-12 0,0 0-15 0,0 0-9 15,3 12-11-15,-3 0-6 0,-2 0-9 0,2 5-10 16,-1 2-3-16,-3 6-6 0,0 0-6 0,2 0-1 0,-2 4-5 16,0-4-3-16,1 3 0 0,0-2-4 0,-1-1 1 15,2 4 3-15,-2-2-5 0,1-8-1 16,0-1-4-16,1-2-19 0,0-4-21 0,-1 0-24 15,0-2-22-15,2 0-32 0,0 0-27 0,0-3-17 16,-1-3-14-16,0-1-154 0,2-3-340 0,0 0 151 0</inkml:trace>
  <inkml:trace contextRef="#ctx0" brushRef="#br0" timeOffset="-144707.65">20152 14500 58 0,'0'0'234'0,"-5"0"-19"0,5 0-20 16,-4-3-19-16,4 3-17 0,0 0-20 0,0 0-3 15,0 0-20-15,0 0-10 0,0 0-10 0,27-2-9 0,6 0-11 16,2 0-4-16,4-1-7 0,16 0-6 0,-5 1-5 16,-10-1-5-16,-2 3-6 0,-3-4-5 15,-5 3-2-15,-7-1-3 0,0-2-4 0,-6 1-1 16,-6 3-2-16,1-2 0 0,-4 1 3 0,-2 0-2 15,0 1-2-15,-6 0-2 0,7-3-12 0,-7 3-22 0,0 0-17 16,0 0-21-16,0 0-26 0,-14-5-14 0,14 5-23 16,-12 0-22-16,12 0-11 0,-9 3-20 0,9-3-112 15,-10 1-299-15,10-1 133 0</inkml:trace>
  <inkml:trace contextRef="#ctx0" brushRef="#br0" timeOffset="-144394.05">20836 14437 159 0,'1'-3'311'15,"-1"-1"-10"-15,0 4-16 0,4-8-19 0,-3 4-25 16,-1 1-24-16,0 3-29 0,0-7-17 0,0 7-21 16,0 0-18-16,3-3-21 0,-3 3-14 0,0 0-6 15,0 0-18-15,0 0-6 0,2 13-5 16,-2-8-9-16,0 2-4 0,-1 3-8 0,1 1-2 0,0 0-2 15,-1 2-5-15,-2 3-5 0,3 0-2 0,-1-2-5 16,-3 0 1-16,4 1 1 0,-2-4-4 0,-1-2-2 16,2 2-2-16,1-5-2 0,-3 1-13 0,3-2-10 15,-1 0-2-15,1-2 1 0,0-3 3 0,-3 5 4 16,3-5 3-16,0 4 4 0,0-4-22 0,0 0-36 16,0 0-20-16,0 0-28 0,-5-17-28 0,1 8-37 15,3 0-33-15,-2-2-37 0,2-4-145 0,-1-1-415 16,2-2 185-16</inkml:trace>
  <inkml:trace contextRef="#ctx0" brushRef="#br0" timeOffset="-144253.99">20800 14318 109 0,'0'-4'243'0,"-2"-1"4"0,2 0-13 0,0 2-13 16,0 3-20-16,-2-6-22 0,2 6-22 0,2-4-15 16,-2 4-21-16,0 0-10 0,2-2-21 0,-2 2-26 15,0 0-33-15,11 5-27 0,-7-2-37 16,4 2-25-16,-3 0-43 0,2 0-17 0,0 3-29 0,0-3-137 15,-5 0-305-15,5 2 135 0</inkml:trace>
  <inkml:trace contextRef="#ctx0" brushRef="#br0" timeOffset="-143826.25">21100 14366 250 0,'0'0'254'15,"2"-4"-15"-15,-2 4-21 0,0 0-27 0,0 0-18 0,1-6-12 16,-1 6-23-16,0 0-20 0,0 0-14 0,0 0-15 16,0 0-8-16,0 0-12 0,4 13-6 0,-3-6-11 15,0 1-1-15,1-1-10 0,-1 6-2 16,-2 0-5-16,-1 2-4 0,2-2-3 0,-3 4-2 15,0 1-4-15,-1-1-2 0,-1 0 2 0,1-1-5 0,1-3-1 16,1-2-2-16,-2-2 1 0,4-3 0 0,-1-2 1 16,-3 3 3-16,4-5 37 0,-1 2 39 0,1-4 18 15,0 0-13-15,0 0-7 0,0 0-12 0,18-13-7 16,-11 8-13-16,5-8 1 0,-2 3-7 16,2-2-7-16,0-3-3 0,1 1-6 0,2 0-1 0,-4 2-6 15,0-2-3-15,-4 7-7 0,4-1 1 0,-6 1-4 16,-1 2-4-16,1 2 1 0,-4-2-4 0,3 3-5 15,1-2-12-15,-1 4-14 0,-4 0 2 16,0 0-14-16,9 4-15 0,-4-1-15 0,-1 3-18 16,2-1-24-16,-2 0-20 0,0 3-24 0,1-1-26 0,-1 1-30 15,1 1-30-15,-1-2-178 0,4-1-447 0,-6-2 198 16</inkml:trace>
  <inkml:trace contextRef="#ctx0" brushRef="#br0" timeOffset="-143244.09">21454 14457 228 0,'0'0'233'16,"0"0"-19"-16,0 0-21 0,-1-3-25 0,1 3-21 15,0 0-13-15,5-3-16 0,-5 3-13 0,13-1-15 0,-4 0-14 16,1 1-13-16,2-2-9 0,2 1-11 0,-2 0-10 15,2 0-5-15,3-3-11 0,1 1-7 16,-7 2 1-16,3-1 0 0,-1-4-2 0,-4 1-2 16,5 2 5-16,-5 0-3 0,-1-6 6 0,-2 6 4 15,-1 0-4-15,-1-1 3 0,-3-3 2 0,2 5-7 0,-3-2-1 16,0 4-6-16,-4-6-1 0,-4 3 1 0,2 1-3 16,-7 4 2-16,0-2-4 0,-4 6-1 0,-2-2-3 15,2 1-3-15,-2 5-2 0,-1-3 2 16,3 5-2-16,-1 0 3 0,1-2-7 0,2 2 12 15,2 3-3-15,-1-1 0 0,5 0 3 0,1 1 4 0,3-4 1 16,3 2-5-16,2 1 5 0,4-1-3 0,3-1 6 16,2-1-1-16,9-1 5 0,6 1-2 0,6-2 0 15,2-2-3-15,1-2 2 0,3-3-1 16,-2-4 2-16,-2-3 0 0,0-2 9 0,-4-1 12 16,-1-3-1-16,-8 1 10 0,6-8-7 0,-4-1 2 0,0-2 0 15,-1-4-2-15,-5-3-1 0,3-2 2 0,-1-2-4 16,2-14 4-16,-3 13 8 0,-4 0 17 0,-3 4 5 15,0 2 12-15,1 2 7 0,-5 8-10 16,-1 5 6-16,0 0-11 0,-3 6-5 0,2 0-13 16,0 0-14-16,-3 3-14 0,0 3-5 0,0 0-1 15,-9 12 1-15,2 0-5 0,2 5 1 0,-8 7-3 0,3 3-2 16,-4 0 0-16,4 2-1 0,-2-2-4 0,1 1 0 16,-1-1 12-16,6 1-12 0,-3-4-13 0,5-4-11 15,0-3-17-15,3 0-19 0,-3-3-14 16,3 2-13-16,-2-5-25 0,2-2-14 0,-3-1-21 15,4-4-13-15,-2 3-22 0,0-2-12 0,1-4-185 0,1-1-407 16,-9 2 180-16</inkml:trace>
  <inkml:trace contextRef="#ctx0" brushRef="#br0" timeOffset="-142960.93">21840 14391 71 0,'0'0'302'0,"-5"0"-15"16,5 0-12-16,0 0-17 0,-4-3-26 0,4 3-23 15,0 0-20-15,23-4-20 0,5 2-19 0,8-4-12 16,15 3-17-16,2-1-10 0,4 1-14 0,3-1-7 0,2 0-10 16,0 0-7-16,-2-3-6 0,-6 5-7 0,-17-1-7 15,-4-1-8-15,-10 1-2 0,-4 1-1 16,-6 2-6-16,1-3 8 0,-5 2-1 0,0-2-4 15,-3 1-9-15,-2-1-5 0,-4 3-31 0,-1-3-35 16,1 3-28-16,-18-2-35 0,5 4-36 0,-6 0-35 0,-1 2-67 16,2 0-192-16,0-2-470 0,6 1 208 0</inkml:trace>
  <inkml:trace contextRef="#ctx0" brushRef="#br0" timeOffset="-130930.07">7624 16479 116 0,'0'0'165'0,"0"0"-13"0,-2-2-3 0,2 2-5 16,0 0-12-16,-3-7-11 0,3 7-8 0,-2-1-10 15,2 1-6-15,0 0-10 0,0 0-12 0,-3-4-6 16,3 4-7-16,0 0-12 0,0 0 1 0,0 0-12 16,0 0-7-16,0 0-7 0,0 0-8 0,0 0-12 15,0 0-6-15,0 0-13 0,0 0 1 0,0 0-2 16,0 0 4-16,0 0 0 0,0 0 5 0,0 0-1 16,13 0 6-16,-7-3-1 0,3 3-1 0,0-4-2 15,3 1 2-15,-1-2-3 0,1 3 3 0,0-3 2 16,-1 1 1-16,-1-2-5 0,1 2 4 0,-3-1 0 15,1 1-2-15,1-2 3 0,-6 1 3 0,2 0 5 16,1 1 5-16,-5-3 2 0,1 1 5 0,1 1-5 16,-3-1 4-16,-1 0-3 0,0 2-1 0,0-1-3 15,0 0-1-15,-4 2-3 0,0-2-3 16,-1 3 1-16,0 0-4 0,-9 2-1 0,-3 0-1 0,-2 5 3 16,-9 1-2-16,-2 6 0 0,-5 0-1 0,-1 3 3 15,-10 7-6-15,13-2 3 0,-12 9-4 0,-1 0 0 16,4 3-1-16,1-2 13 0,13-5-17 0,-6 10 4 15,11-13-2-15,1 5 5 0,4-4-5 16,4 2 5-16,1-2-8 0,7-4 5 0,2-1-3 16,3 0 9-16,5-1-6 0,3-1 7 0,3-3 10 15,6-1-11-15,12-4 0 0,1 1 4 0,5-4 0 0,18-3 5 16,-15-6-7-16,18 4 6 0,0-5-1 0,-18 4 5 16,0-5-4-16,0 4 0 0,-4 1-2 0,-6-1 2 15,-8-1-3-15,-5 1 3 0,-1 1 0 16,-4 0 10-16,1 1 12 0,-5-1 8 0,-1-3 6 15,4 4 0-15,-8 0-5 0,6 0-2 0,-6 0-8 16,0 0 2-16,0 0-11 0,0 0 3 0,0 0-17 16,-25 5-13-16,18-5-19 0,2 1-23 0,0 0-30 0,0 1-18 15,5-2-28-15,-9 5-28 0,6-2-20 0,-3 2-95 16,1-3-288-16,2 0 127 0</inkml:trace>
  <inkml:trace contextRef="#ctx0" brushRef="#br0" timeOffset="-130736.13">8078 16750 107 0,'0'0'260'0,"-4"-7"-19"0,4 7-28 0,-5-4-20 16,5 4-21-16,-1-3-24 0,1 3-40 0,0 0-41 15,-3-3-62-15,3 3-54 0,0 0-41 0,0 0-47 16,0 0-70-16,0 0-224 0,12-4 101 0</inkml:trace>
  <inkml:trace contextRef="#ctx0" brushRef="#br0" timeOffset="-130262.95">8465 16460 30 0,'0'-5'247'0,"0"0"-16"0,0 3-16 15,0 2-23-15,-1-7-23 0,1 7-21 0,0-3-23 16,0 3-14-16,0 0-21 0,0 0-8 0,0 0-11 15,0 0-10-15,4 18-5 0,-4-3-4 0,1 2-7 16,2 8-5-16,-2-4-4 0,-1 4-5 0,-1 4-2 16,1-5-2-16,-3 1-4 0,3-4-2 0,0 4 1 15,3-6-8-15,-3 1 3 0,0-2-2 0,0-1-2 16,0-1-2-16,0-2 0 0,1-3-1 0,-1-1 2 16,0-2-3-16,0-1 4 0,-1-2 8 0,1 0 32 15,0-1 41-15,0-4 45 0,-3 3-6 0,3-3-16 16,0 0-11-16,-10-15-12 0,6 3-9 0,-4-6-9 15,-1-8-10-15,4-3-5 0,0-4-9 0,0-2-6 16,4-18-10-16,-2 4-11 0,2-4-3 0,5 2 0 16,-3 1-5-16,4 14 9 0,-1 2-12 0,1 4-3 15,-1 2 0-15,1 2-2 0,-4 9-2 0,8 2-4 16,-4 0 0-16,3 4-1 0,5 1 0 0,2 0-1 16,1 5-19-16,1 3-22 0,2 0-24 0,2 6-26 15,7 5-34-15,0 4-25 0,0 1-30 16,3 3-36-16,-6 1-38 0,-3 2-165 0,-1 1-451 0,-5 0 200 15</inkml:trace>
  <inkml:trace contextRef="#ctx0" brushRef="#br0" timeOffset="-129844.42">8500 16658 36 0,'0'0'162'0,"-7"0"-3"15,7 0-7-15,0 0-9 0,0 0-6 0,0 0-1 16,-11-2-11-16,11 2-10 0,0 0-7 0,0 0-14 16,0 0-7-16,-5 0-11 0,5 0-3 0,0 0-11 15,0 0-2-15,0 0-10 0,24-2-1 16,-5-2-7-16,10 2-4 0,2-2-2 0,4-2-3 16,-1 4-3-16,2-2-3 0,-3 1 1 0,-1-2-6 0,-1 5-5 15,-2-2-1-15,-8 2 2 0,-5 1-5 0,2-1-7 16,-9-1 6-16,4 1-9 0,-7 0-3 0,1-2-1 15,-7 2-3-15,10 0-7 0,-10 0-2 16,6 2-23-16,-6-2-24 0,0 0-26 0,0 0-35 16,-16 9-34-16,9-6-125 0,-3 0-303 0,-3-2 134 15</inkml:trace>
  <inkml:trace contextRef="#ctx0" brushRef="#br0" timeOffset="-129084.1">9053 16724 217 0,'0'0'337'0,"0"-5"-19"15,0 5-30-15,1-5-27 0,-1 5-26 0,-1-7-27 16,1 7-23-16,1-3-18 0,-1 3-34 0,2-3-51 16,-2 3-69-16,3-5-79 0,2 4-81 0,3-1-226 15,0 1-402-15,-2-3 178 0</inkml:trace>
  <inkml:trace contextRef="#ctx0" brushRef="#br0" timeOffset="-128594.08">9943 16544 168 0,'-6'-2'181'15,"6"2"-18"-15,0 0-19 0,0 0-12 0,0 0-14 16,0 0-12-16,0 0-12 0,0 0-8 0,0 0-6 16,0 0-14-16,0 0 0 0,23-5-11 0,-9 3 0 15,4-3-7-15,3 4-5 0,5-4-7 0,2 1 0 16,1 1-5-16,-9 1-1 0,8-2-3 0,-6 4-3 15,-5-3-7-15,-1 1-11 0,-3 2-12 0,1 0-31 16,-5 2-22-16,0-2-29 0,-2 3-22 0,-3-2-30 16,-2 2-89-16,-2-3-248 0,0 0 110 0</inkml:trace>
  <inkml:trace contextRef="#ctx0" brushRef="#br0" timeOffset="-128234.09">9991 16719 87 0,'0'0'143'0,"0"0"2"16,0 0-2-16,22 0-7 0,-6-3-11 0,5 1-13 15,9-1-5-15,6-1-13 0,1 1-9 0,16-4-9 16,-15 3-6-16,0-1-8 0,1 4-3 0,-1-1-7 16,-5 0-3-16,-3 1-6 0,-7 1-8 0,-4 0-3 15,-7-2-2-15,2 4-2 0,-5-2 16 0,-2 1-11 16,-2-1-1-16,-5 0 4 0,11-1-8 0,-11 1 3 15,8 0-8-15,-8 0-23 0,0 0-37 0,3 2-41 16,-3-2-65-16,0 0-138 0,0 0-303 0,0 0 134 16</inkml:trace>
  <inkml:trace contextRef="#ctx0" brushRef="#br0" timeOffset="-126713.98">12167 16366 226 0,'0'0'213'16,"0"0"-14"-16,-4-3-23 0,4 3-13 0,0 0-19 15,0 0-8-15,0 0-18 0,0 0-12 16,-4-4-14-16,4 4-10 0,0 0-9 0,0 0-8 16,0 0-8-16,0 0-10 0,0 0-8 0,0 0-7 15,0 0-3-15,0 0-3 0,0 0-3 0,0 0-4 16,0 0 0-16,0 0-3 0,0 0 1 0,0 0-2 16,0 0 0-16,0 0 0 0,0 0-3 0,21-1 1 0,-11-1-3 15,1 1-1-15,0-3 0 0,3 1 1 16,-3-1 0-16,2-1-1 0,-3 2-6 0,1-1 2 15,-1 1 0-15,-1 1 4 0,-3-3 3 0,1 3 18 16,-4 1 8-16,4-3 7 0,-4 1 4 0,4 3 1 16,-7 0 5-16,2-5-1 0,2 4-4 0,-4 1-7 15,4-3-2-15,-4 3-9 0,0 0-6 0,0 0-5 16,0 0-4-16,-18 3-3 0,0 3-2 0,-1 1-1 16,-5 7-4-16,-7 1-3 0,-2 4-1 0,-10 6 1 15,-1 7 0-15,3 0-4 0,4 1 0 0,-2 4-2 16,16-8-1-16,-7 10-3 0,10-10 1 0,0 2-2 15,7-1-1-15,2-1 7 0,2-2-4 0,5 2 0 16,6-3 2-16,2-6-1 0,3 2 3 0,7 1 4 16,0-9-1-16,8 6 3 0,6-7-1 0,4-1 3 15,6-4-3-15,13-6 3 0,2-2-3 0,-2 0 6 16,-14 0-4-16,0-6 1 0,0 1 1 0,-4-2 1 16,-3-1-1-16,-11 3-2 0,-2 0 0 0,-7 0 2 15,3 3 0-15,-4-1 3 0,-4 1-2 0,1-1 0 16,-2-1-4-16,0 2 3 0,-2-1-21 0,-2 3-23 15,2-3-28-15,-2 3-31 0,0 0-29 0,-12-7-31 16,6 4-34-16,1 2-30 0,-4 1-131 0,1-1-379 16,-1-2 168-16</inkml:trace>
  <inkml:trace contextRef="#ctx0" brushRef="#br0" timeOffset="-126364.15">12521 16777 8 0,'-2'-5'332'16,"2"5"-14"-16,0 0-24 0,0 0-20 0,0-7-26 16,0 7-24-16,0 0-26 0,0-4-24 0,0 4-17 15,0 0-22-15,0 0-14 0,0 0-19 0,0 0-30 16,0 0-11-16,0 0-12 0,0 0-1 0,0 0-3 15,2 16-7-15,-2-7-5 0,2 3-2 0,1 1-3 16,-3 3-8-16,1 2 2 0,-2 6-2 0,2-4-1 16,1-2 3-16,0-1-7 0,-1 0-1 0,6 0-1 15,-6-3 0-15,-1-3 1 0,0-2-3 0,1 1-1 16,2-5 2-16,-3 1-3 0,0-3-1 0,0 3 5 16,0-2 0-16,0 0 2 0,0-4 2 0,1 4 3 15,-1-4-3-15,0 0 1 0,3 4 0 0,-3-4-2 16,0 0-21-16,0 0-37 0,0 0-37 0,0 0-43 15,0 0-60-15,5-22-74 0,-9 11-190 16,9 0-483-16,-5 1 214 0</inkml:trace>
  <inkml:trace contextRef="#ctx0" brushRef="#br0" timeOffset="-125713.71">12861 16697 57 0,'0'0'117'0,"-9"2"-1"0,9-2-21 0,0 0-10 16,0 0-6-16,0 0-9 0,0 0 6 0,-6 0-20 16,6 0-5-16,0 0-2 0,0 0-12 0,0 0 7 15,0 0-6-15,0 0-2 0,0 0-1 0,0 0 2 16,0 0-1-16,0 0 5 0,0 0-7 0,0 0-11 15,0 0 3-15,0 0 4 0,0 0-12 0,0 0 3 16,0 0-2-16,-7 0-9 0,7 0 3 0,0 0 0 16,0 0 1-16,0 0 0 0,0 0 1 0,0 0 1 15,0 0 11-15,0 0 1 0,0 0 5 0,0 0-4 16,0 0 12-16,23-4-4 0,-10 1-1 0,7-2 1 16,8 1-6-16,7 0-6 0,2-1-8 0,0 1 8 15,17-5-5-15,-17 4 0 0,1 3-1 0,-5-1-3 16,-1 0-6-16,-1 1-15 0,-10 1-8 0,-1 0-17 15,-2-2-14-15,-7 3-15 0,1 0-15 0,1 0-20 16,-6 0 2-16,-7 0-4 0,5-1-5 0,-5 1-19 16,0 0-71-16,0 0-207 0,-26 4 92 0</inkml:trace>
  <inkml:trace contextRef="#ctx0" brushRef="#br0" timeOffset="-125474.11">13074 16533 304 0,'-2'-8'297'0,"0"3"-16"16,1 1-22-16,1 4-28 0,-4-8-26 0,4 8-23 16,-1-5-28-16,1 5-21 0,0 0-14 0,0 0-17 15,-5 15-10-15,4-3-10 0,2 7-8 0,-4 5-7 16,0 2-8-16,1 4-3 0,2 2-6 0,0-5-4 15,3 1-7-15,1 1-24 0,1 0-27 0,2 0-40 16,0-3-51-16,2-1-54 0,1-2-67 0,-1-9-160 16,2-2-415-16,1-5 185 0</inkml:trace>
  <inkml:trace contextRef="#ctx0" brushRef="#br0" timeOffset="-124314.57">13814 16487 90 0,'-4'-3'148'0,"4"3"-1"0,0 0-28 16,0 0-19-16,0 0-7 0,0 0-7 0,0 0-7 16,0 0-10-16,0 0-1 0,0 0-15 0,4-7-2 0,0 7-6 15,2-4-2-15,7 0-3 0,-4 0-7 16,5-1-1-16,-1 0-16 0,5-2 10 0,-3 0-1 15,4 2 0-15,-2-3-5 0,1 0 2 0,-3 0-8 16,2 1-3-16,-2-1 0 0,0-1-2 0,-3 4 17 16,-2-3 18-16,-1 3 13 0,0-2 15 0,-4 2 5 15,0 3 10-15,0-3-2 0,-1 2-4 0,0-1-10 16,0 1-2-16,-3-1-13 0,2 1-5 0,-3 3-8 16,0 0-5-16,-12-2-8 0,3 6-3 0,-5 1-4 15,-5 4-8-15,-7 7 6 0,-2 2-6 0,-1 3-3 16,2 2-8-16,-1 4 1 0,-5 6-1 0,11-5-1 15,4-1-1-15,0 2-4 0,4-2 0 0,7 5 1 16,4-7 4-16,4 2 0 0,5-9 4 0,6 4-5 16,11 0 3-16,3-5-5 0,6 0-19 0,16 0-33 15,2-7-57-15,5-1-65 0,-17-6-185 0,18-1-390 16,-17-5 173-16</inkml:trace>
  <inkml:trace contextRef="#ctx0" brushRef="#br0" timeOffset="-123637.14">14181 16760 106 0,'0'0'139'16,"19"-5"-21"-16,-9 3-11 0,4 4-16 0,2-4-5 15,1 4 2-15,0-1-18 0,2 1-3 16,-1 2-15-16,4 1-2 0,-4 1-13 0,-1 3 4 16,-2-1-5-16,-1 1-12 0,-3 3-4 0,-3-3-6 15,1 6 5-15,-4-1-8 0,-2 0 4 0,-1 1-4 16,-4 2 1-16,-3 0 0 0,-3 0 6 0,-2 3-9 0,-2-4-21 15,-1-1 21-15,2 0 2 0,-2-3 3 16,-1 0 4-16,4-1 3 0,1-5-1 0,-9 3 3 16,9-2-5-16,1-1-2 0,3-2 3 0,1 1-4 15,-2-2-5-15,4 1 7 0,-1-1-5 0,-1-1-2 16,4-2-3-16,0 4 7 0,0-4 5 0,0 0 1 16,-6 4 7-16,6-4-2 0,-3 2 2 0,3-2 3 0,0 0-4 15,0 0-3-15,-4 2-2 0,4-2 2 16,0 0-5-16,0 0-3 0,0 0 3 0,-2 3 3 15,2-3-2-15,0 0 1 0,0 0 1 0,0 0 7 16,22-3-1-16,-10 2 1 0,6-3-4 0,4 1-3 16,-1-1-2-16,10 2-4 0,0-2-5 0,-1 0 3 15,-1 0-1-15,1 1-2 0,-9 2 1 0,-2-2-1 16,-5 2-5-16,0 2 3 0,-5-2-4 0,4 0 7 16,-6 2-3-16,0-2 6 0,-7 1 5 0,10-3 0 15,-10 3 0-15,8-1-2 0,-8 1-6 0,0 0-19 16,5-1-38-16,-5 1-66 0,0 0-233 0,0 0-372 15,0 0 164-15</inkml:trace>
  <inkml:trace contextRef="#ctx0" brushRef="#br0" timeOffset="-121664.4">14686 16361 22 0,'11'-3'140'0,"4"3"-15"15,2 0-18-15,6 0-3 0,4 5-15 0,1 2-7 16,0-1-9-16,-1 5-5 0,-1 4-10 0,-1-1-4 15,2 3-14-15,-4 0-3 0,-4 2-7 0,-2 1-5 16,-2 2-3-16,-7-4 4 0,1 0-5 0,-5 1-1 16,-4-1-6-16,-2 1 3 0,-3 0-3 0,-3-1 3 15,-3-2 2-15,1 2 10 0,-3-4 6 16,-5 2 5-16,5-2-21 0,-5-3 13 0,4 0 7 16,-1-3 6-16,2-3 14 0,0 2-1 0,4-2 16 0,2-1 6 15,-1 0 24-15,2-3 17 0,2 2 13 0,0-3 3 16,4 0-13-16,0 0-18 0,-4-8-11 0,8 1-18 15,4-5-15-15,4-2-2 0,5-8-11 16,6 0-6-16,-3-2-12 0,2 0-13 0,5-4-5 16,0 0-2-16,6-8-5 0,-7 12 2 0,-1-3-4 15,-2 5 4-15,-1-2-4 0,1 2 0 0,-5 4 1 16,-8 4 1-16,-1 0 7 0,0 4 11 0,-4 3 11 16,-1 2 0-16,1-2 1 0,-2 4-5 0,-1-1-2 15,1 1-2-15,-3 3-11 0,5-4-5 0,-5 4-8 16,0 0-1-16,0 0-1 0,-17 14-2 0,8-5-2 15,-5 7 1-15,3 5-2 0,3-3-3 0,-6 4 4 16,2 1-3-16,2 1 3 0,7-4-2 0,-3 6 2 16,5-8-3-16,1 1 1 0,1 0-4 0,3-2 0 15,5 0-2-15,4-4-8 0,2 0-19 0,12-3-34 16,4-1-44-16,4-4-58 0,17-2-62 0,-13-5-181 16,11-4-450-16,-14 0 200 0</inkml:trace>
  <inkml:trace contextRef="#ctx0" brushRef="#br0" timeOffset="-121314.42">15478 16054 57 0,'10'-1'165'0,"0"6"-19"16,3-1-8-16,7 4-15 0,7 12-3 0,0 0-2 15,13 14-3-15,-6 1-6 0,1 6-10 0,-5 4-8 16,-3 5-10-16,1 2-5 0,-10 3-3 0,-4 2-10 15,-6 2 0-15,-7-3-7 0,-3 4-6 0,-6-5-5 16,-8 2-4-16,-4 0 0 0,-17 18-5 0,5-24 1 16,-18 16-2-16,6-22-20 0,-30 18-37 0,-8-4-58 15,-9-3-102-15,-14-10-104 0,-11-12-308 0,-8-6 137 16</inkml:trace>
  <inkml:trace contextRef="#ctx0" brushRef="#br0" timeOffset="-120447.93">11880 16107 98 0,'-2'-3'131'0,"2"3"-3"0,-1-6-7 15,1 6-6-15,-3-4-17 0,3 4-12 0,0 0-13 16,0 0-10-16,-14 10 8 0,2 2-17 0,-6 15-14 16,-11 14-5-16,1 8-2 0,-6 24-13 0,10-16 5 15,-10 29 34-15,5-2-9 0,3-5 0 0,9-21-34 16,0 25 3-16,7-1 7 0,6-26-8 0,9 1 0 15,4-3 3-15,4-3 0 0,7 2-4 0,3-7-2 16,10-3 3-16,14-2 8 0,5-10-6 0,36 6-10 16,4-15-49-16,15-8-66 0,-4-14-138 0,3-7-261 15,2-4 116-15</inkml:trace>
  <inkml:trace contextRef="#ctx0" brushRef="#br0" timeOffset="-119331.42">16426 16624 92 0,'0'0'132'0,"0"0"-6"15,0 0-23-15,0 0-8 0,-6 0-2 0,6 0-6 0,0 0-13 16,0 0-4-16,0 0-10 0,15-9 4 0,-5 5-9 16,-1-1 3-16,4-2-12 0,5-1 0 0,-3 0-11 15,3-2-1-15,0 1-12 0,-3-3 12 16,3 0 1-16,4-3 6 0,-7 3 2 0,4-7 4 15,-6 4 16-15,1 1 5 0,-1-3 4 0,1-4 4 16,-1 4 0-16,-7 4 2 0,3-2 0 0,0 1-5 16,-5 4 2-16,0-2-6 0,-3 3-4 0,-1-1-7 15,3 2-5-15,-3 1-9 0,-4 1-7 0,0 2-1 16,-4 2-9-16,-3 2 4 0,-6 0-13 0,-2 0-1 16,-8 12-5-16,-1 1 4 0,-1 3-6 0,2 1-5 15,-1 7-2-15,1 0 0 0,0 3-3 0,4 2 0 16,3-4-3-16,5 4 3 0,3-2-5 0,9 0 4 15,-3-2 0-15,12-1-3 0,4-6 3 0,7 1 4 16,10 0 4-16,9-7 1 0,19 0-18 0,3-6-40 16,6-4-48-16,32-5-57 0,-4-6-237 0,-32-3-422 15,5-1 186-15</inkml:trace>
  <inkml:trace contextRef="#ctx0" brushRef="#br0" timeOffset="-118448.15">16950 15962 92 0,'0'-2'226'0,"3"-3"-13"0,-1 2-21 0,-2 3-15 16,0-7-18-16,0 7-20 0,1-3-18 16,-1 3-14-16,0 0-11 0,0 0-14 0,0 0-8 15,0 0-12-15,9 12-4 0,-5-5-7 0,-1 3-4 16,1 0-4-16,-2 4-7 0,2 3 1 0,0 0-8 16,-1 0-2-16,0 3-4 0,2-2 2 0,-1 0-6 0,0-4 1 15,0 6-3-15,0-6-3 0,-2-2 1 16,-1-4-3-16,1-1 3 0,-1-3 2 0,1 2 13 15,0-2 32-15,-2-1 30 0,0-3 37 0,0 0-13 16,0 0-11-16,0 0-10 0,9-12-14 0,-3 0-1 16,-1 4-17-16,5-9-5 0,-2 1-4 0,2-1-4 15,3-8-7-15,-3 8-1 0,4-5-6 0,-5 5 1 16,3 1-15-16,-3 1 40 0,-3 8-21 0,-1-3 7 16,-1 5-11-16,0-2-6 0,0 2 1 0,-3 1-7 15,4 3-2-15,-2 0-15 0,0-2-4 0,-3 3-6 16,9 6 0-16,-5 0-1 0,3 3 1 0,0-4-8 15,-2 7 8-15,-1 0-7 0,3 2-4 0,-1 1-5 16,0 0-8-16,-2 0 2 0,0-4-5 0,0 0 5 16,-1-1-2-16,-2-4 10 0,0 0-3 0,2-1 7 15,-1-1 1-15,-2 1 19 0,0-1 36 0,0-4 7 16,0 0-3-16,0 0-5 0,12-12-7 0,-7 5-3 16,1-2-2-16,3-4-1 0,1-2-3 0,-1-1-3 15,0 1-3-15,4 1-3 0,-3 2 1 0,-2 0-6 16,-3 4-5-16,4 0-3 0,-5 4 6 0,0 2-11 15,-2-3 4-15,5 1-3 0,-2 1-1 0,1 3-27 16,2 0-7-16,-8 0-17 0,14 4-20 0,-5 4-18 16,1-3-25-16,-1 4-20 0,4 3-30 0,-2 0-19 15,1 1-51-15,-1-1-41 0,-2-1-159 0,-4 0-470 16,2-2 208-16</inkml:trace>
  <inkml:trace contextRef="#ctx0" brushRef="#br0" timeOffset="-117998.36">17607 15905 30 0,'4'-10'247'0,"1"3"-32"0,-1 1-23 16,3 1-22-16,0 2-19 0,2-2-12 0,-2 3-14 16,5 2-19-16,-1 2-9 0,1 1-10 0,0 4-11 15,1 1-6-15,-1 0-9 0,-1 5-10 16,3 1-2-16,-5-2-4 0,3 3-6 0,-5 1-4 15,1 0-1-15,-4 1-7 0,-3 0 0 0,-1 0-6 16,0 4 3-16,-1-2 3 0,-4-1-8 0,-2-1-4 16,-3 3 0-16,1-4-1 0,0-1 1 0,0-3 6 0,4-1 1 15,-2-4 8-15,1-1 0 0,1 0 19 16,0-2 22-16,3 0 22 0,0 0 31 0,-1-3 13 16,3-1-14-16,0 0-14 0,-4-10-10 0,6 0-15 15,2-2 1-15,1-7-12 0,5 2-10 0,2-9-8 16,3 1-6-16,2 1-1 0,-2 0-10 0,2 2-4 15,-2-2-1-15,-2 10-5 0,-4 0-2 0,1 4-1 16,-2 0-5-16,-3 2-6 0,-1 2-3 0,1 2-7 16,-1-2-5-16,-2 4-7 0,2 1-7 0,-4 1-1 15,0 0-12-15,4 9 10 0,-3-1 7 0,-1 4 2 16,-1 3-3-16,0 2 2 0,-1 4 3 0,0 3 0 16,2 3-9-16,2-1-3 0,2-6 0 0,7 5-8 15,1-2-8-15,4 2-21 0,5-6-35 0,3 0-45 16,7-4-52-16,18 3-102 0,2-5-177 0,-1-2-507 15,2-4 225-15</inkml:trace>
  <inkml:trace contextRef="#ctx0" brushRef="#br0" timeOffset="-117481.73">18464 16486 5 0,'0'0'96'0,"0"0"-12"16,0 0-5-16,0 0-1 0,0 0 0 0,0 0 6 16,-9-2 5-16,9 2 2 0,0 0 7 0,0 0-2 15,0 0 8-15,0 0-1 0,0 0 3 0,0 0-3 16,24-5-5-16,-6 3-12 0,9-6-9 0,5 4-2 16,4-3-12-16,2-1-4 0,20-1-6 0,-4 1-6 15,-1-1-1-15,-2 0-6 0,-12 5-5 0,-5-1-6 16,-1 3-9-16,-6-2-16 0,-8 1-14 0,-6 0-16 15,1-1-20-15,-5 4-8 0,-4 0-26 0,-1-2-34 16,-4 2-24-16,0 0-122 0,0 0-282 0,-31 0 126 16</inkml:trace>
  <inkml:trace contextRef="#ctx0" brushRef="#br0" timeOffset="-117262.18">18698 16336 131 0,'-1'-7'321'0,"1"0"-1"0,-2 2-3 16,1 0-11-16,1 5-21 0,-1-10-31 0,1 8-28 15,0 2-24-15,0 0-36 0,-3-7-21 0,3 7-34 16,0 0-15-16,0 0-12 0,5 22-7 0,-2-8-12 16,1 11-3-16,1 3-7 0,0 0-4 0,1 3-24 0,2 2-21 15,1-1-31-15,2-1-53 0,0 0-46 16,-2-1-62-16,1 1-86 0,-2-7-165 0,-3-9-474 15,-3-6 209-15</inkml:trace>
  <inkml:trace contextRef="#ctx0" brushRef="#br0" timeOffset="-115547.96">20004 16121 70 0,'0'0'185'0,"-1"-5"-12"0,1 5-10 0,0 0-16 15,0 0-11-15,-3-4-19 0,3 4-9 0,0 0-15 16,0 0-7-16,0 0-11 0,-1-3-7 0,1 3-10 16,0 0-6-16,0 0-4 0,0 0-8 0,0 0-1 15,0 0-1-15,0 0-7 0,15 4-1 0,-7-4 3 16,1 2-15-16,1-4 4 0,3 2-5 0,0 0-3 15,-1 0 0-15,6-1 0 0,-5-4 0 0,4 3-4 16,0-4-3-16,-4 2 4 0,5 0-3 0,-6-2 1 16,-2-1-2-16,1-1 2 0,1 3-2 0,-4-2 6 15,2 0 7-15,-4 1 10 0,-1-1-3 0,-1 3 8 16,-1-1-1-16,-1 1-5 0,0 0 2 0,-1-1-8 16,-1 1-4-16,0 4-5 0,-7-4-4 0,1 4-2 15,-4 2 8-15,-8 3-13 0,-2-1 0 0,-6 10-3 16,-5 1-3-16,4 0 3 0,-1 6-3 0,0 4 4 15,1 2-6-15,2-1-4 0,1 3 3 16,4 2 25-16,1-1-4 0,6-1 0 0,2 2-2 0,3-4 0 16,6 2 0-16,4-5 0 0,3 0 0 0,9-1-23 15,-1-7 3-15,10 2 3 0,5-4 5 0,7-2 4 16,2 0-14-16,15-6-31 0,3 0-39 0,-4-6-78 16,3 1-190-16,-17-5-373 0,1 1 165 15</inkml:trace>
  <inkml:trace contextRef="#ctx0" brushRef="#br0" timeOffset="-114482.2">20249 16411 90 0,'2'-4'157'0,"-2"4"-10"0,6-3-18 16,1 3-10-16,0-2-13 0,1 1-13 0,3 2-11 15,1 1-6-15,1 1-6 0,-1 0-13 0,1 3-4 16,-3 1-11-16,4 1 1 0,-5-1-9 0,0 3-3 16,0-1-9-16,-1 3 1 0,-4 0-4 0,-2 3 1 15,-3 0-7-15,-3 0 7 0,0 1-5 0,-5-1 1 16,-2 2-1-16,-1-2-4 0,-3 1 3 0,-2-5-9 16,7-3 1-16,-5 2-3 0,4-4 5 0,1 0 4 15,3 1-9-15,0-4 5 0,2 2-5 0,0-4 3 16,4 3-1-16,-3-3-4 0,4-1 2 0,0 0 4 15,0 0-3-15,9 7 16 0,-3-7-10 16,7 3 2-16,0-2 1 0,0 1-3 0,4 1-3 16,-4-1-3-16,5 1 7 0,0 1-11 0,-3 3 3 15,-2-2 1-15,1 2 1 0,-4 1-1 0,1-3-6 16,-1 4 2-16,-2-2 0 0,-2 3 5 0,-3-3-7 0,-2 2 6 16,0-2 4-16,-2-1 7 0,-3 2 5 0,-2 0 0 15,-5 1 1-15,-1-2-3 0,-4 4-1 16,-4-4-2-16,-2-1 0 0,-2 3 1 0,-4-4-19 15,7 0-23-15,0-3-15 0,4 1-29 0,3-3-43 16,-2 1-156-16,-1-5-291 0,8 2 129 0</inkml:trace>
  <inkml:trace contextRef="#ctx0" brushRef="#br0" timeOffset="-113932.03">20856 16445 13 0,'0'0'123'0,"0"0"-12"0,0 0-4 16,0 0-11-16,0 0-2 0,0 0-10 0,0 0 2 15,0 0-4-15,0 0 1 0,0 0-7 0,15-5-12 16,-3 1-2-16,4-1-3 0,-3 1-5 0,3-1-11 15,4-2-3-15,-1-1 3 0,8-4-11 0,-5 2 8 16,2-2-2-16,-6 2 7 0,0 0 2 0,4-6 3 16,-1-1 2-16,-1 0 5 0,-6 2-2 0,-1 3 11 15,-1-4 2-15,-3 1 2 0,-4 2 1 0,3-2-7 16,-5 4-6-16,0-1-6 0,-3 2-8 0,-3 5-4 16,0-5-6-16,-3 6-3 0,-1-6-6 0,-6 5 0 15,-3 3-6-15,-2 4-8 0,-10 2 0 16,1 8-3-16,-4 1-1 0,-1 2-6 0,4 4 0 0,0 1 0 15,3 1-12-15,2 2 10 0,1 0-1 0,5 6-3 16,1-2-1-16,7-1 3 0,4-2 2 0,3 1 0 16,11-1 4-16,3-8 3 0,12 2 8 0,8 1-6 15,19-5-5-15,1-4-26 0,11-8-46 16,1-2-45-16,29-4-60 0,-29-1-171 0,26-9-373 16,-32-1 165-16</inkml:trace>
  <inkml:trace contextRef="#ctx0" brushRef="#br0" timeOffset="-113098.05">21412 15831 135 0,'0'-3'222'0,"0"3"-15"0,5-5-23 15,-5 1-14-15,0 4-27 0,1-3-16 0,-1 3-26 16,0 0 0-16,0 0-15 0,0 0-5 0,6 10-12 16,-4-5-3-16,2 5-13 0,-3-1-4 0,-1 6-7 15,2-4-3-15,1 6-4 0,0 1-2 0,-3-3-3 16,1 2-7-16,2 1 2 0,-2-6-4 0,-1 1 0 16,1-1 1-16,-1-2-10 0,0-1 2 0,4 1 1 15,-4-4-2-15,0-1 4 0,0-2 26 0,0 1 25 16,0 0 36-16,0-4 29 0,0 0-24 0,0 0-14 15,0 0-5-15,10-17-10 0,-3 9-8 0,-1-1-8 16,7-8-3-16,-3 0-3 0,3 2-1 0,0-1-20 16,-2 0 1-16,1 2-3 0,-1 2-8 0,-4 5-4 15,0 0-2-15,-2 1-4 0,-1 1-5 0,0 1-2 16,0 2-5-16,0 0-5 0,0 1 1 0,-4 1 0 16,0 0-2-16,14 5-2 0,-11-2-1 0,1 6 3 15,0-4-3-15,1 4 4 0,-1 0-3 0,2 2-11 16,-2-2-5-16,0 2-3 0,0 0 2 0,-1-1-4 15,0 0-1-15,0-5 0 0,-2 1 5 0,3 0 5 16,-3-1 3-16,0-3 4 0,2 1 15 0,-2 1 25 16,-1-4 1-16,0 0-2 0,0 0-7 0,9-9 1 15,-1-2 1-15,-3 5 0 0,3-4-12 16,-2 0 6-16,6-4 0 0,-3 4-6 0,-2-1-3 16,0 2 0-16,-1 0-1 0,-1 4-3 0,0 0-2 15,-1 1-1-15,0-2-5 0,0 5 0 0,1-2-3 0,0 3 1 16,-5 0-15-16,15 3-18 0,-6 1-17 0,2 1-26 15,-1 4-22-15,1-1-30 0,3 5-36 0,-3-1-42 16,1 2-44-16,-3-5-158 0,0-1-444 16,0 2 197-16</inkml:trace>
  <inkml:trace contextRef="#ctx0" brushRef="#br0" timeOffset="-112682.49">22038 15895 204 0,'4'-4'195'0,"-4"4"-17"0,5-3-24 0,-1 2-14 16,-4 1-12-16,8-1-14 0,-8 1-12 0,9 0-13 15,-3 1-5-15,-6-1-8 0,7 1-11 0,-3 2-10 16,0 1 3-16,0-1-19 0,0 2 6 0,0 0-11 15,-3-1-5-15,3 2-1 0,-4 1-6 0,1 0 0 16,-2 2-5-16,-3 0-1 0,0 1 0 0,-1-1-1 16,1 1-4-16,-4-3-1 0,4 2-1 0,1-4 2 15,-1 0-6-15,0 2 0 0,-1-3-2 0,3-1 3 16,0 3-1-16,2-2-2 0,0-1 2 0,2 1-1 16,1-2 0-16,1 3 0 0,4 0 1 0,1 0-2 15,1 0 0-15,-1 2-3 0,4-2 3 16,-4 3-5-16,0-1 7 0,1-2 1 0,0 4 1 15,-2-2-5-15,-3 0 4 0,0 1-7 0,-2-1 8 0,2 1-1 16,-3 1-3-16,-3-4-4 0,-3 6 5 0,-2-3 0 16,0 0-13-16,-5-1-18 0,1 0-21 0,-8 1-32 15,-4-2-24-15,4-2-40 0,-1 0-133 16,-4-2-299-16,5-2 133 0</inkml:trace>
  <inkml:trace contextRef="#ctx0" brushRef="#br0" timeOffset="-112232.11">22332 15755 11 0,'5'-1'165'0,"0"0"-23"0,-5 1-10 15,13 1-14-15,-3 3-11 0,2 0-17 0,-3 2-5 16,2 2-10-16,0 0-6 0,1 5-1 0,-1 0-14 16,-4 1-3-16,0 0-5 0,-2 2-3 0,-3 0-11 15,-1 0 3-15,-2-4-5 0,-4 3-3 0,0 0-5 16,-1-2 3-16,-3 1-2 0,-4 0-5 0,1-2 15 16,3-2 0-16,2-1 15 0,-1-4 4 0,3 1 14 15,0-2 17-15,1 0 17 0,0-1 19 0,-1 0 18 16,5-3 21-16,0 0-14 0,0 0-14 0,0 0-18 15,0-13-10-15,8 3-1 0,2-5-24 0,3 1-4 16,6-7-7-16,1-1-8 0,0 0-6 0,0 1-7 16,-2 0 3-16,-5 5-14 0,-2 2 2 0,2 4-7 15,-8 0-2-15,3 4-1 0,-6 0-7 0,3 1-9 16,-1 1-8-16,0 2-18 0,-4 2 7 0,0 0-12 16,0 0 1-16,0 16 2 0,-5-6 1 0,-3 4 0 15,3 3 2-15,-2 2 2 0,1 0 1 16,2 1 2-16,3-1 1 0,1 1 0 0,5 4 5 0,4 0 0 15,8-3-3-15,2-1-34 0,8-2-49 0,5-4-77 16,18 1-103-16,-2-4-184 0,6-1-490 0,-13-10 217 16</inkml:trace>
  <inkml:trace contextRef="#ctx0" brushRef="#br0" timeOffset="-111416.02">23224 16300 29 0,'0'0'128'15,"-9"3"-11"-15,9-3-16 0,0 0-8 0,0 0-8 0,0 0-11 16,-9-3-9-16,9 3-6 0,0 0-3 0,0 0-1 16,0 0-12-16,0 0 6 0,0 0-4 0,0 0-3 15,0 0 4-15,0 0 1 0,0 0-8 16,0 0 1-16,0 0-5 0,0 0-2 0,0 0-5 15,0 0 0-15,0 0 6 0,26-5-3 0,-7 1 2 16,3 1-4-16,7-4 4 0,3 5-10 0,2-4-3 16,2 3 0-16,0-2-5 0,2 0 3 0,-2 0-5 0,-1 2-2 15,-3 2-14-15,-12 0-27 0,-1-1-20 16,0 2-27-16,-7 0-17 0,-2 0-5 0,-1 2-7 16,-4 0-87-16,-2 0-210 0,-3-2 93 0</inkml:trace>
  <inkml:trace contextRef="#ctx0" brushRef="#br0" timeOffset="-111197.49">23422 16165 79 0,'0'-5'282'0,"0"-5"-9"0,1 4-6 15,-2-2-18-15,1 3-19 0,0 1-22 0,0-1-23 16,0 5-23-16,1-6-18 0,-1 2-16 0,0 4-22 15,0 0-12-15,0 0-20 0,0 0 1 0,4 19-6 16,-1-2-8-16,-1 0-8 0,2 2 1 0,0 9-24 16,1 1-15-16,-1 1-22 0,4-1-35 0,-2 3-34 15,-2 1-63-15,0-3-76 0,-4 1-179 0,0-7-425 16,-2-7 188-16</inkml:trace>
  <inkml:trace contextRef="#ctx0" brushRef="#br0" timeOffset="-109666.35">24414 15986 16 0,'0'0'154'16,"0"0"-9"-16,-1-3-8 0,1 3-2 0,0 0-16 15,0 0-10-15,0 0-16 0,0 0-5 16,0 0-11-16,0 0-7 0,0 0-8 0,0 0 2 16,-3-2-17-16,3 2-1 0,0 0-6 0,0 0-9 0,0 0 3 15,0 0-4-15,0 0-6 0,0 0 3 0,10-2-7 16,-10 2 2-16,12-2 1 0,-5-2-10 0,4 3-4 15,1-2 4-15,-3 0 3 0,5-1-9 16,-2-1 5-16,-1 2-6 0,3-3 3 0,-1 1-4 16,4-1-1-16,-7 0 2 0,-1 0-5 0,1-1 20 15,-1 2 14-15,-2 1 7 0,3 1 12 0,-7 1 0 0,3-1-6 16,-4 1 1-16,3-1-11 0,-1 2 1 0,-4 1-5 16,0 0-8-16,0 0-6 0,0 0-1 0,0 0-8 15,-17 5 2-15,2 3-3 0,-8 7-1 16,0 2 0-16,-4-1-8 0,-1 5 2 0,0 0 0 15,1 0-3-15,-1 5 0 0,3-1 1 0,4 0 1 16,3 2-3-16,3-1-3 0,2-2 2 0,4-5 0 0,4-1 27 16,1-1-2-16,4 0-2 0,3-1 1 0,3-5-3 15,7 0 3-15,6-1-2 0,8-1-4 16,6 1 5-16,4-5-3 0,17-4-27 0,-2-1-40 16,-2 0-57-16,1-4-66 0,-15 3-182 0,1-7-382 15,0 3 170-15</inkml:trace>
  <inkml:trace contextRef="#ctx0" brushRef="#br0" timeOffset="-109281.99">24796 16158 104 0,'0'0'253'16,"0"0"-13"-16,-2-8-14 0,2 8-22 0,-1 0-19 16,1 0-18-16,-2-5-15 0,2 5-17 0,0 0-14 15,0 0-15-15,0 0-13 0,0 0-13 0,-2-2-12 16,2 2-9-16,0 0-8 0,0 0-6 0,0 10-3 15,-1-1-5-15,0-1-9 0,-2 5 3 0,1 2-8 16,-1 3-1-16,1-1-3 0,-1 2 1 16,3 1-4-16,-2 6-1 0,2-8-3 0,1 7 1 0,0-8 1 15,-1 1-2-15,4-4-1 0,-1-2 1 0,-1 0-13 16,4-2-12-16,-1-1-14 0,2 1-16 0,2-4-20 16,4 1-33-16,-1-5-37 0,8 0-52 0,-4-4-158 15,3-3-371-15,-1 0 164 0</inkml:trace>
  <inkml:trace contextRef="#ctx0" brushRef="#br0" timeOffset="-109092.13">25027 16266 193 0,'0'0'254'16,"0"-4"-20"-16,-1 2-28 0,1 2-20 0,0 0-23 16,0-5-21-16,0 5-19 0,0 0-11 0,0 0-12 15,-4 11-11-15,3-1-14 0,-1 2-6 0,-1 2-7 16,-1 5-4-16,-1 8-8 0,-3 0-5 0,3 2-2 15,1 0-3-15,-1 0-7 0,2 0 0 0,2-3-23 16,1-6-24-16,1-2-23 0,-2-1-35 0,2 0-47 16,1-6-44-16,-2 1-157 0,2-5-346 0,0-2 154 15</inkml:trace>
  <inkml:trace contextRef="#ctx0" brushRef="#br0" timeOffset="-108532.25">25377 16208 14 0,'0'0'142'0,"0"0"-20"0,0 0-6 16,0 0-9-16,0 0-14 0,0 0-9 0,0 0 0 0,0 0-8 16,22-7-8-16,-12 2-10 0,5 2 1 0,3-4-11 15,7-4 1-15,-5 2 1 0,5-3-2 16,1 3-2-16,-8-3 5 0,0 2-3 0,1-1 5 16,-1-1 4-16,-4 2 5 0,3-4 2 0,-4 3-1 15,-3-3 32-15,-4 4-5 0,-1 0 5 0,2 0-8 16,-5 1-9-16,-1 4-9 0,-1-2-8 0,-2 2-9 0,-2 1-7 15,-2 0-7-15,-6 3-3 0,-2 1-7 0,-6 4-4 16,-1 4-6-16,-6 4-4 0,0-1-5 16,1 6 2-16,-1 0-3 0,4 4-6 0,2 2 4 15,2 1-1-15,3 1 0 0,4-1 0 0,7 2 1 16,1-7 0-16,11 4 3 0,-1-4 1 0,11 3 6 16,8-5-8-16,7-3-35 0,19-4-63 0,7-3-86 15,2-4-208-15,6-6-416 0,25-10 184 0</inkml:trace>
  <inkml:trace contextRef="#ctx0" brushRef="#br0" timeOffset="-107599.98">25832 15574 87 0,'3'-4'228'15,"-3"4"-12"-15,0-5-15 0,1 2-21 0,-1 3-17 16,0 0-22-16,1-3-17 0,-1 3-16 0,0 0-9 16,0 0-13-16,0 0-10 0,0 0-9 0,8 10-7 15,-7-4-6-15,2 3-9 0,-1 2 1 0,1 3-9 16,-2 2-2-16,0 1 21 0,-1-1-6 0,2 2-4 16,-1-3-2-16,0-3-6 0,-1 1-5 0,1-2 0 15,-1-1-9-15,0-2 9 0,0 0-9 0,-1-3 2 16,2 0-1-16,-1-1 13 0,0-1 29 0,0-3 33 15,3 3-3-15,-3-3-15 0,0 0-5 0,12-14-10 16,-4 5-3-16,4-3-9 0,2-2-4 0,3-6-6 16,-2 6-6-16,4-10 4 0,-1 5-8 0,-4 3-10 15,-2 1 3-15,0 3-5 0,-4 3-4 0,2 0-6 16,-5 3 2-16,-1 2-4 0,0-1-9 0,1 1-3 16,-1 3 1-16,-4 1-3 0,10 4-1 0,-6 1 3 15,0 2-4-15,-2 2 4 0,1 4-5 16,0-2 3-16,-1 6-2 0,-2 3 3 0,0-3-2 15,2 4 1-15,-4-3 1 0,4-1-12 0,-4-4-2 0,2-1 1 16,2-4 8-16,-1-1 2 0,-2 0-3 0,1-3 6 16,0 1 23-16,1-2 24 0,-1-3 6 0,0 0-9 15,0 0-3-15,12-7 0 0,-3 0 1 16,-1-1-7-16,1-3 2 0,0-2-5 0,3-1-2 16,0-1-1-16,2 1-7 0,-2 2-4 0,-5 5 0 15,1-3-2-15,1 4-1 0,-3 0-3 0,-2 1 4 0,1 0-13 16,2 4-21-16,-1-2-17 0,3 3-26 0,0 0-35 15,0 2-32-15,-1-1-42 0,3 3-51 0,-1 1-45 16,3 3-216-16,-4-3-522 0,0-1 231 0</inkml:trace>
  <inkml:trace contextRef="#ctx0" brushRef="#br0" timeOffset="-107116.75">26498 15569 219 0,'1'-4'269'15,"-1"4"-20"-15,0-6-21 0,0 6-25 0,0 0-23 16,0 0-22-16,0 0-20 0,0 0-17 0,4-1-14 16,-4 1-11-16,0 0-12 0,0 0-8 0,-4 11-9 15,4-4-7-15,0 0-9 0,-1 3-2 0,0 0-8 16,-2 1-4-16,-1 2-1 0,0 3-2 0,2 1-6 16,1-1-1-16,1 0-1 0,0-3-3 0,0 3-2 15,1-5-3-15,1 1 0 0,1-2 3 0,2-2-2 16,0 0-3-16,3-2 3 0,2 0-3 0,2-1-1 15,-2-5-1-15,4 1 0 0,-1-2 0 0,1-3 3 16,-2 1-5-16,1-2-1 0,1 0-3 0,-3 0 6 16,-1-1 13-16,0 2 7 0,-4-1 4 0,0 1 0 15,1 2-6-15,-2-1-3 0,-1 0-4 16,0 2-11-16,-4 1-4 0,5-1-3 0,-5 1-1 0,4 5-1 16,-4 1-2-16,1 0-4 0,-1 3-9 0,0 1-12 15,0 1-4-15,0 1-17 0,-1 3-24 0,-2 2-28 16,3-1-38-16,0-1-47 0,-1 1-54 0,-3-6-155 15,4 1-421-15,-1-3 187 0</inkml:trace>
  <inkml:trace contextRef="#ctx0" brushRef="#br0" timeOffset="-106667.1">26899 15479 116 0,'4'-4'172'0,"0"2"3"16,1-1-41-16,0 2-11 0,-5 1-14 0,10-1-12 16,-6 3-12-16,3 1-10 0,0 0-4 0,-3 1-15 15,2 6-2-15,-1-3-10 0,-1 4-1 0,-1 0-9 16,-2 3 1-16,-1 3-11 0,-1 0 3 0,-2 0 1 15,-1 0-7-15,-3 2-1 0,-1-1 2 0,-1 3-6 16,0-4-1-16,0-2 2 0,-1-1-7 0,5-3 2 16,-3-1-4-16,3-3 4 0,4-2 28 0,-2 1 30 15,-1-3 32-15,4 1 42 0,-1-1 32 0,1-3-9 16,0 0-16-16,0 0-21 0,8-13-9 0,-2 3-5 16,6-2-16-16,-1-4-15 0,6-7-3 0,1 3-12 15,2-3-8-15,-2-1-4 0,1 2-7 0,1 0-5 16,-7 6-7-16,-1 3-3 0,-2 0 2 0,-5 2-2 15,3 6-11-15,-5-2-4 0,-1 3-10 0,3 1-28 16,-2 3-11-16,-3 0 5 0,3 7-5 0,1 4-1 16,-4 2 8-16,3 4 4 0,-2 3 2 0,2 6 1 15,-1 3-1-15,5 1-1 0,-1 0-1 0,6 2-11 16,-1 0-40-16,3-4-55 0,4-2-81 0,4-1-292 16,1-3-535-16,-3-6 237 0</inkml:trace>
  <inkml:trace contextRef="#ctx0" brushRef="#br0" timeOffset="-105849.22">27268 16223 76 0,'0'0'102'0,"0"0"-1"16,-1-3-10-16,1 3-7 0,0 0 2 0,0 0-4 16,0 0 13-16,0 0 4 0,0 0 4 0,0 0 2 15,-4-3-1-15,4 3-10 0,0 0-16 16,9-4-10-16,-2 2 0 0,4-1-10 0,8-1-7 16,2 0-4-16,7-2-1 0,5 1-6 0,5 0-8 15,16-2-2-15,-3-3 5 0,4 5-16 0,-3-2 5 0,-16 4-1 16,0 1-20-16,-4 2-14 0,-4-2-14 0,2-1-14 15,-11 3-19-15,-7 3-18 0,0-3-16 0,-1 0-5 16,-5 2-6-16,-6-2-3 0,0 0-15 16,0 0-65-16,0 0-202 0,-23 4 89 0</inkml:trace>
  <inkml:trace contextRef="#ctx0" brushRef="#br0" timeOffset="-105599.45">27659 16058 39 0,'-3'-4'289'15,"3"4"-17"-15,-2-6-25 0,1 3-26 0,1 3-28 16,0 0-21-16,-4-4-22 0,4 4-19 0,0 0-15 16,0 0-16-16,0 0-11 0,-1 10-9 0,2-3-10 15,0 3-6-15,2 2-7 0,0 5-5 0,-1 1-4 16,1 3-4-16,-1 5-3 0,0-1-7 0,0 0-14 15,2 1-21-15,-2-2-24 0,-2-3-24 0,2-2-32 16,-2 0-27-16,0-1-32 0,0-1-39 0,0-1-146 16,0-5-351-16,1-6 156 0</inkml:trace>
  <inkml:trace contextRef="#ctx0" brushRef="#br0" timeOffset="-105402.08">28182 16144 30 0,'0'0'118'0,"0"0"-11"16,0 0-25-16,18 0-8 0,-18 0-30 0,13 1-23 15,-2 2-21-15,3-3-26 0,4 0-49 0,-6 0-82 16,3-3 36-16</inkml:trace>
  <inkml:trace contextRef="#ctx0" brushRef="#br0" timeOffset="-105233.78">28894 16104 118 0,'6'-4'163'0,"-6"4"-14"0,0 0-24 0,4-3-22 15,-4 3-49-15,13 0-32 0,-13 0-30 0,22 1-40 16,-5-1-65-16,-1-1-123 0,4-2 54 0</inkml:trace>
  <inkml:trace contextRef="#ctx0" brushRef="#br0" timeOffset="-105081.04">29291 16080 112 0,'4'-3'159'0,"0"1"-11"15,0 0-24-15,-4 2-29 0,11-3-35 16,-3 3-29-16,-8 0-42 0,19 2-37 0,-7-1-64 16,-1-2-121-16,3 1 54 0</inkml:trace>
  <inkml:trace contextRef="#ctx0" brushRef="#br0" timeOffset="-104926.43">29773 16053 76 0,'6'-3'154'0,"-6"3"-27"0,0 0-47 0,9 0-44 16,-9 0-41-16,13 1-73 0,-3 1-85 0,3-4 37 15</inkml:trace>
  <inkml:trace contextRef="#ctx0" brushRef="#br0" timeOffset="-104773.13">30218 16041 64 0,'3'-3'262'0,"-3"3"-10"0,6-2-23 0,-4-1-21 16,-1 1-24-16,-1 2-14 0,0 0-22 0,4-5-41 15,-4 5-59-15,7-1-58 0,-2 0-74 0,-5 1-179 16,14-2-286-16,-14 2 127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4-25T06:01:12.8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25412 5588 16 0,'0'0'190'0,"0"0"-15"16,0 0-1-16,0 0-12 0,0 0-9 0,0 0-7 0,0 0-5 0,0 0-7 31,0 0-15-31,-5 3-11 0,5-3-12 0,0 0-6 0,0 0-15 0,0 0-8 16,0 0-4-16,0 0-10 0,0 0-8 0,0 0-2 0,0 0-1 15,0 0-8-15,0 0-1 0,0 0-6 0,0 0-1 16,0 0 4-16,-2 0-3 0,2 0 0 0,0 0-2 15,0 0 1-15,0 0 0 16,0 0 0-16,0 0 0 0,-5 2-1 0,5-2 2 0,0 0-3 16,0 0-2-16,0 0 7 0,0 0 3 0,-4 3 1 15,4-3 2-15,0 0 2 0,22 2 0 16,0-2-4-16,12 2 1 0,21-2-6 0,9 0-1 16,37 4-3-16,5-4 19 0,-1 1-5 0,1-1 3 0,-4 2 5 15,-5-1 3-15,-5-1 7 0,-28 1-6 0,0 0-4 16,-5 1-4-16,-7 0-6 0,-11 1-2 0,-4-3-7 0,-5 4 2 15,-4-4-6-15,-7 0 2 0,-7 0-2 0,-4 1-4 0,1-1-4 16,-4 0-1-16,-2 0 0 0,0 2-6 0,0-5 3 16,-5 3-5-16,4-4-19 0,-4 4-14 0,0 0-17 15,-11-8-19-15,3 7-24 0,0-3-24 0,-3 0-38 16,-1 0-33-16,2-1-37 0,0 2-227 0,2-4-482 16,0 2 213-1</inkml:trace>
  <inkml:trace contextRef="#ctx0" brushRef="#br0" timeOffset="285.08">26760 5366 237 0,'0'0'303'15,"0"0"-16"-15,-5-3-21 0,5 3-16 0,0 0-28 16,0 0-25-16,0 0-17 0,0 0-22 0,0 0-19 15,16 6-15-15,-7-2-14 0,9 3-11 0,-1 1-11 16,3 0-6-16,4 5-9 0,3 2-13 0,0 2-1 16,-1 0-10-1,-5 0-5-15,1 0-6 0,-2-2-3 0,-5-1-7 16,-2 0-10-16,-1-1-8 0,-3 1-8 0,-4-2-9 16,-3 0-5-16,-2 2-3 0,-2-1 2 0,-7 1-1 0,-2 1 7 15,-7-4-2-15,-8 2 2 0,1 2 2 0,-2-4 0 16,0-1 2-16,-4 0 1 0,3-1-2 15,0-2-2-15,0 1-14 0,6-3-23 0,3-1-34 16,4-1-38-16,3 2-61 0,1-1-72 0,3-3-147 0,6-1-429 0,2 0 190 16</inkml:trace>
  <inkml:trace contextRef="#ctx0" brushRef="#br0" timeOffset="949.01">27992 5250 203 0,'0'0'203'0,"5"-5"-21"0,2 5-19 16,2-3-16-16,6 1-11 0,-2 3-18 0,5-2-14 15,4 2-7-15,0 3-10 0,7-3-12 0,-3 6-11 16,3-1 1-16,-6 2-9 0,4 3-7 0,-9-4-5 16,-4 1-3-16,1 3-11 15,-3 2-12-15,-4-4-17 0,-1 1 10 0,-2 0-11 16,-4 2 0-16,-3-1 3 0,-5 3-2 0,-4-1 0 16,-2 0 0-16,-5-1 1 0,2-3-4 0,-7 6 1 15,2-6 13-15,-3 2-7 0,6-1 6 0,-1-4-4 16,0 2-1-16,3-1-1 0,5-4-3 0,0 1 3 15,4 0-2-15,-2 2-5 0,4-3 5 0,4 1-1 16,-2 1 6-16,6 1-1 0,1 1 3 0,2 0 0 0,4 1 0 0,7 2 1 16,0 1-7-16,2-2 6 0,4 4-1 0,-4-1-6 15,4 2 1-15,-7-4 4 0,2 4 9 0,-1-4-4 16,-4 0 2-16,1 4-6 0,-7-4-1 0,0-1 2 16,-2 1-1-16,-2 0-2 0,-3-1 4 0,-4-1 4 15,-3 2 0-15,-3-2 1 0,-7 2 1 0,-4-3-3 16,-4-1 2-16,-3-1-5 0,-2-1 3 0,3 1 0 0,-7-4 0 0,3-1-5 15,-6-3-21-15,-2 0-26 0,7-1-35 0,0 1-39 16,2-2-53-16,3-2-153 0,8-2-344 0,2-2 152 16</inkml:trace>
  <inkml:trace contextRef="#ctx0" brushRef="#br0" timeOffset="1365.59">28146 5006 3 0,'-9'-6'211'0,"0"-2"-21"0,-5 4-15 16,5 0-17-16,-5-1-16 0,4 2-17 0,-3 5-18 15,-5 4-11-15,-2 1-9 0,-2 6-10 0,-5 3-11 16,1 6-8-16,-10 11-5 0,0 6 23 0,-2 2 7 15,1 5 3-15,2 0 6 0,3 7 4 0,-2-1 6 16,2-1 2-16,9-1 4 0,0-2 2 0,7-1 2 16,2-2-3-16,9-11 2 15,3 0 6-15,3-3-2 0,7 1 6 0,4 1 15 16,4-6-12-16,7 3 11 0,14 1 6 0,-6-9-6 16,22 3-8-16,-1-4-6 0,6-3-9 0,3-3-9 15,1-6-8-15,4-4-8 0,27 1-6 0,-2-8 4 16,-26-1-3-16,-1-5-5 0,0-3-7 0,-2-4-3 15,-8-7-7-15,1 0-2 0,-6-8-4 0,-1-7-10 16,-9-5-12-16,0-8-21 0,-7-1-5 0,9-26-8 0,-28 26-7 16,-8-4 0-16,-11-2-13 0,-7 2 6 0,-13 4 12 15,-7 3-4-15,-8 2 2 0,-37-8-6 0,0 11-5 0,-10 2-14 16,-5 15-42-16,-5 2-53 0,-3 14-49 0,-12 4-68 16,6 0-131-16,-2 3-294 0,4 0-724 0,15-7 321 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4-25T03:16:21.0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4196 1298 252 0,'0'0'270'0,"0"0"-16"16,0 0-13-16,-1-5-10 0,1 5-12 0,0 0-8 15,0 0-6-15,0 0-2 0,0 0-6 0,0 0 2 16,0 0-13-16,0 0-15 0,0 0-12 0,0 0 4 16,0 0-9-16,-3-8-9 0,3 8-13 0,0 0-3 15,0 0-11-15,0-6-4 0,0 6-5 0,1-5-3 16,-1 5-10-16,0 0-5 0,0 0-3 0,0 0-4 16,0 0-15-16,0 0-8 0,2-7-13 0,-2 7-18 15,0 0-6-15,0 0-39 0,0 0-9 0,0 0-31 16,0 0-11-16,0 0-6 0,1 27 2 0,-2-7-1 15,-3 8 15-15,3 4 5 0,-1 1 1 0,0 1 7 16,-1 12-4-16,0 1 24 0,2-14-2 0,1 1 6 16,-1-1 4-16,1-3 4 0,-1-1-3 0,2-1 3 15,-2-9-1-15,2-1 7 0,0-2-15 0,3 1 14 16,-1-6 2-16,-3-1 2 0,1-1 0 0,-1-2 2 16,0-1-18-16,0 0 20 0,0-6 2 0,1 7-1 15,-1-7 8-15,2 5 1 0,-1-2 4 16,-1-3 0-16,0 0-1 0,0 0 4 0,0 0 4 15,0 0-11-15,0 0 3 0,0 0-12 0,0 0 13 16,0 0-10-16,-3 8-21 0,3-8-37 0,0 0-74 16,0 0-69-16,0 0-71 0,0 0-313 0,2-28-626 15,-4 19 276-15</inkml:trace>
  <inkml:trace contextRef="#ctx0" brushRef="#br0" timeOffset="338.22">3990 1248 323 0,'-1'-3'324'0,"1"3"-12"16,-3-7-13-16,3 7-23 0,-1-8-20 0,1 8-26 16,-1-6-23-16,2 1-23 0,-1 5-19 0,10-7-16 15,-1 1-15-15,3 2-23 0,8-2-22 0,1 2 0 16,9-1-16-16,2 0-9 0,3 1-6 0,-3 3-11 16,1 1-20-16,-2 1-12 0,1 1-12 0,-6-2-14 15,-4 5-7-15,-1-1-15 0,-2 1-26 0,-4 0-28 16,4 1-18-16,-8-1-30 0,-3 2-17 0,-1 0-28 15,-2 0-45-15,-8 2-180 0,-1 1-439 16,-2-3 194-16</inkml:trace>
  <inkml:trace contextRef="#ctx0" brushRef="#br0" timeOffset="754">4017 1846 157 0,'-5'0'310'15,"5"0"-12"-15,-7 0-19 0,7 0-22 16,-6 2-18-16,6-2-18 0,0 0-25 0,-4 3-15 16,4-3-11-16,0 0-15 0,0 0-20 0,0 0-14 15,0 0 8-15,25-4-15 0,1 0-3 0,6 2-13 16,4-4-6-16,2 2-10 0,12-1-8 0,-11-1-12 16,-1 3 2-16,-6-2-9 0,-1 2-7 0,-2 0-2 15,-7-1-5-15,-6 3-4 0,-2-1-4 0,-2-1-3 16,-2 3-6-16,-2-1-9 0,-8 1 8 0,9 1 0 15,-9-1 0-15,7-2 2 0,-7 2 2 0,0 0-26 16,0 0-10-16,9-2-17 0,-9 2-25 0,0 0-33 16,0 0-38-16,0 0-43 0,0 0-64 0,8-1-92 15,-8 1-178-15,0 0-539 0,0 0 239 0</inkml:trace>
  <inkml:trace contextRef="#ctx0" brushRef="#br0" timeOffset="1784.02">5006 1195 220 0,'0'-10'331'0,"-4"2"-24"0,4-4-8 16,0 5-11-16,0-3-15 0,0 5-8 0,-1-4-10 15,1 4-19-15,0 5-27 0,-1-8-30 0,1 8-14 16,1-6-20-16,-1 6-30 0,0 0-32 0,1-5-39 15,-1 5-29-15,0 0-5 0,4 16-9 0,-1-6 5 16,-2 17-2-16,0 2 1 0,2 5-2 0,-2 14 1 16,2 5-15-16,-6 1 24 0,11 0-4 0,-2 5 4 15,2-5-2-15,1-4-11 0,-4-1 11 0,5-3 0 16,-4-15-1-16,1 0-2 0,-2-2 5 0,-1-4-16 16,-1-8 12-16,0-1 2 0,-3-3-7 0,1-5 9 15,1 1 12-15,-2-2 32 0,0-7 27 0,-2 7 38 16,2-7-12-16,-8 5-7 0,8-5-7 0,-19-5-4 15,7 3-18-15,-1-5 5 0,1 2 3 0,-5-3-7 16,0 2-12-16,2-2-3 0,3 0-2 0,2 3-10 16,-3-2-11-16,3 3-1 0,2-2 2 15,3 3-6-15,-3-1-27 0,8 4-30 0,-7-5-34 0,7 5-56 16,-8-7-65-16,8 7-79 0,-4-6-96 16,4 6-307-16,2-10-716 0,4 3 317 0</inkml:trace>
  <inkml:trace contextRef="#ctx0" brushRef="#br0" timeOffset="2259">4844 1596 241 0,'0'0'254'15,"-9"0"-1"-15,9 0-9 0,0 0-7 0,-7 0-10 16,7 0-14-16,0 0-17 0,0 0-14 16,0 0-12-16,0 0-12 0,-7-2-17 0,7 2 0 15,0 0-15-15,0 0-7 0,0 0-11 0,-8 0-4 16,8 0-9-16,0 0-4 0,0 0-6 0,0 0-5 15,0 0-10-15,0 0-4 0,0 0-4 0,0 0-5 16,0 0-10-16,0 0 1 0,0 0-13 0,0 0 0 16,0 0 1-16,0 0 1 0,0 0-11 0,0 0-3 15,0 0-1-15,0 0-1 0,0 0 3 0,33-4-4 16,-12 2-4-16,10-2-5 0,3-4 11 0,4 4-4 16,-2-1-6-16,0-2-1 0,-2 2 0 0,-2 0-6 15,-1 2 4-15,-12-1 9 0,3 3-9 0,-7-3-1 16,-1 4 18-16,-2-3-12 0,-6 1 21 0,2 2 12 15,-8 0 6-15,13-2 2 0,-8 1 7 0,-3 0 0 16,-2 1-6-16,5-3-4 0,-1 3-9 0,-4 0-31 16,0 0-40-16,6-3-59 0,-6 3-63 15,0 0-84-15,0 0-90 0,0 0-333 0,0 0-711 16,0 0 315-16</inkml:trace>
  <inkml:trace contextRef="#ctx0" brushRef="#br0" timeOffset="12275.05">7143 1398 36 0,'0'0'242'16,"0"0"-5"-16,-3-7-6 0,3 7-5 0,-1-6-3 15,1 6 26-15,0-6-11 0,0 6 4 0,0-6-18 16,0 6-10-16,-3-5-5 0,3 5-9 0,0 0-21 16,0 0-8-16,-1-7-29 0,1 7 2 0,0 0-22 15,0 0-22-15,0 0-8 0,0 0-19 0,0 0-18 16,0-5-25-16,0 5-33 0,0 0-13 0,0 0 2 16,0 0-5-16,1 20 1 0,3-11 6 0,-1 11 3 15,-3-2 0-15,1 7 3 0,0 4 0 0,-1-5-1 16,-1 4 0-16,2-2-1 0,-1-7 2 0,0 8 3 15,0-10 2-15,3 2-3 0,-3 0 6 16,-3-7-6-16,3 4-2 0,0-5 7 0,0-4-6 16,0 0 8-16,0-2-1 0,3 0 5 0,-3 0 18 15,0-5 16-15,2 6 39 0,-2-6 28 0,0 0 29 16,0 0 3-16,0 0-7 0,0 0-13 0,4-17-13 0,1 5-10 16,3-6-13-16,1-7-10 0,1-1-7 0,-1 2-8 15,3 1-6-15,-4 5-6 0,1 3-6 16,0-2-7-16,-3 8-5 0,2-6 0 0,-3 5-5 15,-1 3-4-15,-1 0-5 0,1 3-4 0,-4 4-6 16,4-6-15-16,-4 6-23 0,7-3-6 0,-7 3-3 16,0 0 3-16,16 9-12 0,-10 0 9 0,4-1-8 15,-5 3 4-15,4 4 7 0,0-1 5 0,4 1 1 16,-8 2 12-16,4 1-8 0,0-1 10 0,0-1-3 16,-4 0 0-16,0-1 10 0,4 1-12 0,-4-3-2 15,-1-5-7-15,1 3 3 0,-2-5 4 0,-2-1 2 16,3-1 3-16,-4-4 13 0,2 7 13 0,-2-7 28 15,3 5 30-15,-3-5 24 0,0 0-13 0,0 0-1 16,13-15 0-16,-8 3-17 0,1-5-2 0,3-1-14 16,-1 0 2-16,3-7-1 0,-2 9-8 0,3-1 2 15,-5 3-12-15,1 4-5 0,-2-1 3 0,-1 3 6 16,1 0-9-16,-4 3 2 0,2-1-9 0,-4 6-28 16,4-8 22-16,-4 8-11 0,6-3 2 0,-6 3-15 15,0 0-7-15,17 8-2 0,-12-5 3 16,3 3-8-16,-1 2 6 0,1 1 4 0,1 3-6 15,4 3-2-15,-7-1 1 0,3 1 5 0,-2 0-3 16,0-3 0-16,-1 2 0 0,0-4-9 0,-1 4-10 16,-1-4-6-16,1-2-25 0,0 3 8 0,-3-1-11 15,-2-5-22-15,3 2-28 0,-2 0-38 0,-1-3-29 16,1 1-41-16,-1-5-52 0,0 0-290 0,-3 6-630 16,3-6 280-16</inkml:trace>
  <inkml:trace contextRef="#ctx0" brushRef="#br0" timeOffset="12765.41">7843 1653 310 0,'0'0'409'15,"-4"-4"1"-15,4 4-19 0,-3-5-2 0,3 5-15 16,-1-3-22-16,1 3-22 0,-1-5-32 0,1 5-27 15,0 0-28-15,-1-6-28 0,1 6-23 0,0 0-27 16,0 0-29-16,0 0-42 0,0 0-38 0,0 0-39 16,0 0-7-16,0 0 0 0,-3 20-1 0,6-9-8 15,-2 1-3-15,1 5 10 0,1 2 3 0,1 3-8 16,1-2 10-16,-1-2-8 0,0 2-1 0,-1-1-4 16,1-1 3-16,1-1 2 0,-1-2 0 0,-1-2 4 15,2-3-1-15,-3-1 0 0,1 2-3 0,0-6-3 16,-2 2-6-16,0-3-2 0,0-1 13 0,-1 0 3 15,0-3 8-15,3 4 2 0,-2-1 14 0,-1-3-4 16,0 0 0-16,3 4 2 0,-3-4-3 0,0 0-7 16,0 0-44-16,0 0-45 0,0 0-46 0,1-16-45 15,-1 11-60-15,1-3-62 0,2-1-77 0,-4-2-273 16,2-2-682-16,-1-2 302 0</inkml:trace>
  <inkml:trace contextRef="#ctx0" brushRef="#br0" timeOffset="13447">8170 1511 105 0,'-3'2'165'0,"3"-2"-9"16,0 0-6-16,0 0-11 0,0 0-10 0,-6 1-5 16,6-1-10-16,0 0 4 0,0 0-6 0,-4 3 0 15,4-3 1-15,0 0 2 0,0 0 1 0,0 0-5 16,0 0-5-16,0 0-5 0,-7 0-2 0,7 0-7 16,0 0-5-16,0 0-3 0,0 0-9 0,0 0-7 0,0 0-5 15,0 0-8-15,0 0-6 0,0 0-3 16,0 0-7-16,0 0-2 0,0 0-3 0,0 0-5 15,0 0-4-15,0 0 2 0,0 0-5 0,0 0-4 16,0 0 0-16,0 0-4 0,0 0-1 0,0 0 0 16,0 0-8-16,0 0 9 0,-4 2-1 0,4-2-5 15,0 0-2-15,0 0 0 0,0 0 7 0,0 0-1 16,0 0-4-16,0 0 7 0,0 0-4 0,0 0-1 16,0 0-2-16,0 0-1 0,0 0 2 0,0 0-7 15,0 0 3-15,0 0-4 0,0 0 2 0,0 0-2 16,0 0 2-16,0 0 1 0,0 0 1 0,0 0 0 15,0 0 1-15,0 0-2 0,27-2 1 0,-7 1-4 16,0-1 1-16,6-1 7 0,6-2-6 0,-3 0-1 16,1 4 0-16,-10-2 0 0,2 1 2 0,-3 1-6 15,0 1 5-15,-6-2-6 0,1 1 5 0,-5 1-2 16,1-2-1-16,-2 2 3 0,-3-2-2 0,0 1-6 16,2 0-8-16,-7 1-32 0,10 1-22 0,-10-1-32 15,0 0-18-15,0 0-20 0,0 0-40 16,-3 6-49-16,3-6-176 0,0 0-435 0,-20 2 193 15</inkml:trace>
  <inkml:trace contextRef="#ctx0" brushRef="#br0" timeOffset="13852.03">8233 1646 121 0,'-7'3'124'15,"7"-3"-9"-15,-4 1-15 0,4-1-3 16,-2 2-11-16,2-2-3 0,0 0 0 0,0 0 9 15,-4 2 16-15,4-2-10 0,0 0 5 0,0 0 9 16,0 0-1-16,0 0-1 0,0 0-2 0,0 0-10 16,23-4-6-16,-4 1-10 0,8 0-1 0,5-4-5 15,-1 0 1-15,-3 4 0 0,2-2-8 0,1 0-1 16,-3 1-7-16,-10 1-2 0,0-1-1 0,-5 3-9 16,-2-2-1-16,-1 2-3 0,-2 1 0 0,0 0-5 15,-3-3-3-15,-5 3 3 0,8 0 2 0,-5-2-6 16,-3 2 0-16,0 0-7 0,8 0-21 0,-8 0-18 15,0 0-22-15,0 0-30 0,0 0-42 0,0 0-52 16,0 0-63-16,0 0-185 0,0 0-437 0,-18-6 194 16</inkml:trace>
  <inkml:trace contextRef="#ctx0" brushRef="#br0" timeOffset="14597.51">9026 1376 2 0,'-5'-5'366'0,"5"5"0"0,-3-4-10 16,3 4-8-16,0 0-22 0,-1-5-8 0,1 5-45 15,0 0-29-15,0 0-18 0,-5-3-34 16,5 3-25-16,0 0-15 0,0 0-27 0,0 0-37 0,0 0-27 15,0 0-19-15,0 0-6 0,0 0 0 0,0 19-8 16,1-9 1-16,-1 2-4 0,0 5 1 0,0-5-7 16,2 4 1-16,-2-4 0 0,-2 6-1 0,2-1-4 15,2-5-8-15,0 0 8 0,-2-2-3 16,0-1-1-16,0-2 0 0,1-1 3 0,-1-2-3 16,0 1 6-16,0-5 10 0,2 7 21 0,-2-7 46 15,0 0 41-15,0 0 32 0,0 0-4 0,0 0-19 16,0 0-16-16,14-19-11 0,-8 9-16 0,4-13-7 15,3 7-12-15,1-6-7 0,-1 8-14 0,-3-1-2 16,-1 4-8-16,-2 1-6 0,0 3-7 0,-3-1-6 16,0 4-6-16,0 0-9 0,0 0-3 0,-4 4-27 15,5-4-31-15,-5 4-21 0,0 0-2 0,0 0 3 16,14 9 7-16,-8 2-8 0,2-1 2 0,-2 7 11 16,3 0-2-16,-3 0 4 0,1-2 0 0,-1 4 4 15,0-3 8-15,1-2-6 0,-3-1 0 0,1-4-1 16,0 0-6-16,-5-1 0 0,4-1 12 0,-1-3 2 15,-1-1 26-15,-2 2 27 0,0-5 41 0,0 0 8 16,0 0-8-16,0 0-5 0,18-11-4 0,-9 2-2 16,1 0-7-16,0-3-4 0,2-2-6 0,-1-1-3 15,2-2-1-15,1 2-3 0,-1 1-7 0,-4 3-10 16,0 2 7-16,-2 0-1 0,-1 2-3 0,0 1-2 16,-2 2-6-16,5 1 0 0,-4-1-9 0,0 3-16 15,-5 1-6-15,15 0-14 0,-4 3-16 0,-2-1-17 16,3 5-19-16,1-1-36 0,0 3-30 0,2 1-54 15,-2 4-38-15,2-4-64 0,-2 3-320 16,-3-7-692-16,-1 0 306 0</inkml:trace>
  <inkml:trace contextRef="#ctx0" brushRef="#br0" timeOffset="15063.87">9705 1492 111 0,'0'0'391'0,"0"0"-3"16,0 0-31-16,0 0-22 0,0 0-26 0,0 0-27 16,0 0-22-16,0 0-47 0,0 0-4 0,0 0-41 15,16 2-5-15,-6 0-29 0,-3 2-11 0,2 2-21 16,0 1-6-16,-3-1-31 0,3 3-12 0,0-2-10 16,-5 4-16-16,5 0-17 0,-5 1-3 0,-2 4-7 15,-1 2 0-15,-4 1-5 0,0 0-2 0,-7 4 2 16,3-3-2-16,-3-3 6 0,0-1-7 0,-3 1 6 15,4 0-1-15,-1-5-6 0,-3 2 6 16,6-6-1-16,-1 2-1 0,-1-3 1 0,3 0 2 16,-1 1 1-16,2-4-2 0,0 1 1 0,3-1 0 0,-1 1 2 15,0-2-2-15,3-3 16 0,-3 3 15 0,3-3 14 16,0 0 10-16,0 0 9 0,-2 5-6 0,2-5 8 16,0 0-6-16,17-1 0 0,-1-2-15 0,6 1-6 15,10 0-3-15,-1-2-4 0,1 3 2 16,-2-2-15-16,1 1 7 0,0-2-7 0,-2 3 10 15,-1-2-14-15,-6 2 4 0,-4 1 1 0,-4-2-5 16,-4 1-7-16,-2-1 8 0,0 2 3 0,-8 0 2 16,12-1 6-16,-12 1 7 0,0 0 9 0,12 0 0 15,-12 0-1-15,0 0-4 0,0 0-9 0,11 0-3 16,-11 0-29-16,0 0-25 0,0 0-37 0,0 0-27 16,0 0-35-16,7 0-33 0,-7 0-39 0,0 0-51 15,0-4-99-15,0 4-243 0,0 0-643 0,-7-13 285 16</inkml:trace>
  <inkml:trace contextRef="#ctx0" brushRef="#br0" timeOffset="15667.98">10369 1385 28 0,'0'0'222'0,"0"0"7"16,0 0-4-16,0 0-2 0,0 0-3 0,-9 0-6 0,9 0-9 15,0 0-2-15,0 0-19 0,0 0-12 16,0 0-11-16,0 0-10 0,0 0-13 0,0 0-15 16,0 0-12-16,19-4-13 0,0 2-14 0,11-3-5 15,-2 2-10-15,1-1-9 0,3-2-12 0,-1 3-20 16,-3-1-33-16,-5 0-31 0,5 0-39 0,-5 3-43 16,-2 0-44-16,-2 1-68 0,-5 0-212 0,-4-5-479 15,-2 5 213-15</inkml:trace>
  <inkml:trace contextRef="#ctx0" brushRef="#br0" timeOffset="15854.04">10451 1551 132 0,'-1'1'290'0,"-2"2"0"0,3-3 1 0,-2 2-11 15,2-2-19-15,0 0-19 0,0 0-22 0,35-6-25 16,-5 0-17-16,4-1-19 0,3-1-20 0,16 1-50 15,-15-2-56-15,12 1-65 0,2-4-75 16,-1 0-65-16,-12 7-68 0,-1-8-135 0,12-3-406 16,-12 6 180-16</inkml:trace>
  <inkml:trace contextRef="#ctx0" brushRef="#br0" timeOffset="16514">11187 1313 177 0,'0'0'388'16,"0"-5"-15"-16,0 5-11 0,0-7-27 0,0 7-15 15,0 0-32-15,0 0-22 0,0 0-32 16,-3-3-25-16,3 3-25 0,0 0-33 0,0 0-13 16,0 0-46-16,0 0-10 0,0 0-18 0,0 0-6 15,0 0-10-15,3 17-8 0,-2-5-3 0,-1-2-5 16,0 3 1-16,0 6-2 0,0 0-9 0,-1-1 5 16,-2 0-11-16,2 2 6 0,1-4-8 0,0 1 4 15,0-5-7-15,0-2 5 0,0 0-6 0,-2-3 1 16,4 0 2-16,-4-4-2 0,4 2 4 0,-4-1 21 15,2-4 26-15,0 0 33 0,0 0 7 0,0 0-11 16,0 0-10-16,14-12-4 0,-8 2-14 0,4-4-4 16,4-3 1-16,0-2-7 0,4-4-4 0,-9 7-5 15,4-1-7-15,-3 2 5 0,3 1 5 0,-3 2-9 16,-2 4 2-16,-3 0-5 0,-1 2-5 0,1 3-5 16,-2-4-9-16,1 6-6 0,-1-2-21 0,2 3-17 15,-5 0 5-15,8 7 4 0,-3-2-2 0,0 3-4 16,-1 4 6-16,2 2 0 0,2 3 5 0,-3-1 5 15,-1 2-3-15,2 0-1 0,-3 0-9 16,3-1-10-16,-3-2-4 0,-1-1-3 0,0-5-3 0,0-1 2 16,0 0 2-16,0-4 6 0,-2 1 13 0,1 0 18 15,-1-5 40-15,2 4 26 0,-1-1 5 0,-1-3 0 16,0 0-8-16,15-17-3 0,-11 8-5 0,2-2-2 16,7-6-14-16,0-4 10 0,2-2-8 0,-2 7-4 15,0 1-3-15,1 1-3 0,-5 4 3 16,-1 0-2-16,2 3-2 0,-3 0-7 0,1 0-4 15,-4 4-4-15,2-2-9 0,1 3-11 0,-7 2-18 16,11-2-19-16,1 2-11 0,-1 2-28 0,0 1-35 16,1 4-43-16,5 0-45 0,-4 3-53 0,6 3-69 15,-4-2-96-15,1-4-240 0,-6 3-717 0,0-5 317 16</inkml:trace>
  <inkml:trace contextRef="#ctx0" brushRef="#br0" timeOffset="16913.75">11906 1427 165 0,'0'0'439'0,"0"0"-26"16,0 0-48-16,0 0-19 0,0 0-40 0,0 0-32 16,0 0-28-16,0 0-22 0,0 0-29 0,27-6-23 15,-14 7-9-15,-3 1-31 0,-1 3-18 16,2 0-31-16,0-1-32 0,-3 2-28 0,-1 1-18 15,-1 2-13-15,-2-1-24 0,-1 2 10 0,-3 1-3 16,-1 0 1-16,-2 1 3 0,-6 2-2 0,3-2 0 16,-3 2 8-16,0-3-3 0,-1 2 6 0,-2-5-1 0,7 1 0 15,-4-1-2-15,4-4 2 0,1 3 1 16,3-5 5-16,-3 3-11 0,4 0 14 0,-1-1-2 16,1-2 4-16,1 4 7 0,2-3-15 0,-1 2 14 15,5-2-1-15,-1 3-1 0,3 0 4 0,0 1-3 16,1 1-3-16,2 1 2 0,-2-1-5 0,2 3 2 15,0 1 4-15,-3 3-5 0,0 0 1 0,-4-1-2 16,-2-2 0-16,-5 4 1 0,0-3 4 0,-8 1 1 16,-2-1-1-16,-4 1 3 0,-6 1-1 0,-5-3 0 15,-4 1 6-15,-6-7-12 0,-2 1-24 0,-13 1-50 16,-3-11-70-16,3 1-82 0,1-3-264 0,15-1-531 16,7-3 236-16</inkml:trace>
  <inkml:trace contextRef="#ctx0" brushRef="#br0" timeOffset="17350.16">12412 1350 230 0,'-6'-1'341'0,"6"1"-13"0,0 0-8 0,0 0-5 16,0 0-23-16,0 0-20 0,0 0-17 0,0 0-24 15,0 0-23-15,0 0-24 0,0-7-19 0,0 7-31 16,15-3-35-16,-1 1-42 0,-1-2-36 0,7 1-48 15,0 1-47-15,11 1-60 0,-10-1-54 16,7-3-68-16,-6 3-207 0,5-3-500 0,-13 2 221 16</inkml:trace>
  <inkml:trace contextRef="#ctx0" brushRef="#br0" timeOffset="17513.68">12429 1501 88 0,'-2'5'246'0,"-1"-3"2"0,3-2-1 0,5 4-14 16,-5-4-19-16,19-3-21 0,3 2-20 0,8-6-19 16,5 6-15-16,2-5-33 0,2 1-43 0,18-6-56 15,-5 2-68-15,7-3-91 0,-8-1-165 0,2-4-342 16,-2 2 151-16</inkml:trace>
  <inkml:trace contextRef="#ctx0" brushRef="#br0" timeOffset="18096.97">13300 1229 104 0,'0'0'405'0,"0"0"-19"16,0 0-15-16,-7-1-33 0,7 1-28 0,0 0-25 15,0 0-29-15,0 0-25 0,0 0-29 0,0 0-21 16,0 0-19-16,0 0-17 0,23 2-15 0,-10-2-22 16,0 1-24-16,8 3-16 0,-2-1-14 0,2 4-21 15,-2-2-17-15,0 0-22 0,-1 0-22 0,-3 2-20 16,-4-2-13-16,-4 0-15 0,1-1-8 0,-3 1 2 16,-4 2-6-16,2-4 6 0,-5 3 0 0,-4 0 10 15,1-1 12-15,-4 1 6 0,0 2 5 0,0-5 5 16,-1 4 4-16,5-3-1 0,0-1 6 0,-2 0 2 15,2 0 3-15,4 1 6 0,1-4-3 0,-5 5 9 16,5 0-4-16,0-5 4 0,5 12 9 0,0-8-6 16,0 4 6-16,3 0-1 0,0 8 4 0,3-5 1 15,1 5-2-15,-1 0 0 0,-1-2 3 16,0 4-5-16,2 1 8 0,-4-4-6 0,-3 2 2 0,0-3 5 16,-3 3 4-16,-2-2 8 0,-2-3 7 0,-5-1 7 15,-4 2 4-15,-6-3-4 0,-8 5 0 0,-6-8-3 16,-1 0-3-16,-8 0-20 0,-11-3-52 0,-3-8-69 15,2 0-121-15,1-5-149 0,14 2-423 16,4-9 188-16</inkml:trace>
  <inkml:trace contextRef="#ctx0" brushRef="#br0" timeOffset="19130.07">15175 912 126 0,'0'0'304'16,"0"0"-24"-16,0 0-26 0,0 0-25 0,0 0-23 16,-1-29-32-16,-2 29-21 0,3 0-13 0,0 0-24 15,-14 17-9-15,0 4-15 0,-4 5-10 0,-7 17-18 16,-2 1 2-16,4 6-7 0,1 1-3 0,0 6-8 15,7-4-3-15,6 0-2 0,3 3 2 0,3-5-6 16,7 4 6-16,6-9-3 0,-1-12 4 0,4-2 7 16,7-3 0-16,2-2 12 0,4-3 3 0,4-3 0 15,15-1 9-15,-13-5 4 0,4-4-14 0,-3-3-2 16,-4-1-1-16,0-3-7 0,-8-1 7 0,-7 0 5 16,-4-1 4-16,2 0 7 0,-7-2 5 0,4 3-1 15,-9-3 9-15,10 0-9 0,-10 0-4 0,8 1-1 16,-8-1-4-16,0 0-7 0,9 0-5 0,-9 0-5 15,0 0-15-15,6 1-24 0,-6-1-24 16,0 0-26-16,0 0-27 0,0 0-42 0,0 0-45 16,9 2-41-16,-9-2-108 0,0 0-353 0,2-9-700 15,-1 2 310-15</inkml:trace>
  <inkml:trace contextRef="#ctx0" brushRef="#br0" timeOffset="19513.3">15894 1093 250 0,'-2'-12'367'0,"-1"2"-9"0,3 0-14 16,0 0-21-16,-1 3-18 0,1 3-22 0,1-3-28 15,-1 2-25-15,0 5-31 0,-1-6-19 16,1 6-34-16,-1-4-51 0,1 4-7 0,0 0-16 16,5 20-5-16,-4-2-1 0,2 7-9 0,0 5-12 15,-3 3-1-15,3 3-6 0,1 0 3 0,-3 0-7 16,4 13-2-16,-2-13 5 0,-2-4-4 0,2 4-10 0,2-7-1 16,-1-1-4-16,-1-4-2 0,0-4 5 0,-2-2-8 15,1-4 6-15,-1-4-7 0,0-1-4 16,0-2 9-16,1 0 0 0,-2-1-11 0,0-6 14 15,1 8-1-15,-1-8-1 0,0 6-8 0,0-6 7 16,0 0-1-16,0 0-2 0,0 0-9 0,1 5-32 16,-1-5-61-16,0 0-74 0,0 0-57 0,-11-17-71 15,6 9-296-15,-2 0-634 0,1-9 280 0</inkml:trace>
  <inkml:trace contextRef="#ctx0" brushRef="#br0" timeOffset="19789.97">15672 1356 8 0,'-8'0'248'0,"8"0"-4"0,-14 0-9 15,14 0-7-15,-15 0-19 0,15 0-2 0,-9 0-10 16,9 0-20-16,0 0-8 0,0 0-15 0,0 0-15 16,0 0-1-16,0 0-15 0,54-6-14 0,-17 5-5 0,18-4-14 15,1-2-10-15,5 0-7 0,-2 1-2 16,-4 0-11-16,-13 3-3 0,-5 0-9 0,-2 1 2 15,-14 0-9-15,0-1-8 0,-3 1-6 0,-7 1-5 16,1 0-3-16,-5 1-10 0,1-3 0 0,-8 3-6 16,8 0-1-16,-8 0-9 0,0 0-12 0,0 0 4 15,0 0-12-15,0 0-5 0,0 0-17 0,-32 0-15 16,32 0-18-16,-14 0-32 0,14 0-28 0,-18 0-37 16,12 0-61-16,6 0-163 0,0 0-435 0,-16-4 193 15</inkml:trace>
  <inkml:trace contextRef="#ctx0" brushRef="#br0" timeOffset="20247">16353 1056 157 0,'4'-6'293'16,"-1"1"-4"-16,-1 1-7 0,1-2-13 0,-1 2-17 16,0 1-40-16,-2 3-7 0,2-4-21 0,-1 0-21 15,-1 4-23-15,3-4-19 0,-3 4-30 0,0 0 2 16,0 0-16-16,7 15-8 0,-4-4-11 0,-2 3-6 16,1 6-1-16,-2 5-7 0,2 3-1 0,-4 3-4 15,-2 1-9-15,2-1 0 0,-1 1-12 0,-1-2 11 16,1 3 2-16,2-1-5 0,-3-3-3 0,4-2-1 15,-1-7-2-15,0-1-1 0,-2-2 1 16,3-5-7-16,0-6 0 0,0 1 5 0,0 0 27 16,0-1 29-16,-1 0 43 0,1-6 39 0,0 5 27 15,0-5 18-15,0 0-6 0,0 0-19 0,0 0-19 16,14-11-18-16,-8 3-20 0,3-6-8 0,0 4-15 16,3-2-14-16,-3 4-9 0,-3-1-9 0,3 4-3 15,-1 0-7-15,-1 0-9 0,-4 2-9 0,2 1-10 16,0 0-17-16,-5 2-17 0,14-4-16 0,-14 4-13 15,12 0-21-15,-12 0-26 0,16 1-39 0,-4 4-32 16,-2-2-40-16,1 4-41 0,0-2-54 0,0 1-59 16,-3 0-344-16,2-1-751 0,-5-1 332 0</inkml:trace>
  <inkml:trace contextRef="#ctx0" brushRef="#br0" timeOffset="20618.98">16707 1284 30 0,'5'-7'383'0,"-1"2"-20"16,-1 0-33-16,-3 1-34 0,5 0-29 0,-5 4-33 15,6-4-24-15,-6 4-21 0,14 0-23 0,-5 4-17 16,0 1-14-16,2 3-15 0,-2 1-14 0,2 4-9 16,-1 0-11-16,1 3-6 0,-3 2-12 0,1 4-7 15,-1 3-4-15,-4-6-4 0,-2 5-4 0,-2 1-5 16,-2-4-7-16,0-2-4 0,2 8-1 0,-5-12-1 15,0 2-4-15,3-5-5 0,-2-2-7 0,0 1 11 16,3-5-3-16,-2-2 24 0,3-4 35 0,-3 8 29 16,3-4 57-16,0-4 47 0,0 0 34 0,0 0 1 15,0 0-18-15,0 0-29 0,0 0-18 0,0-22-19 16,6 5-17-16,1-7-14 0,3 0-16 0,3-5-12 16,1-1-18-16,-1 5-4 0,6 0-10 0,-10 8-4 15,0 1-11-15,4 2-7 0,-4 3-6 0,-3 0-7 16,-2 3-4-16,0 1-7 0,2 4-6 0,-2-4-25 15,0 2-37-15,0 3-50 0,-4 2-51 16,9-3-44-16,-4 1-59 0,-5 2-24 0,0 0-53 16,19 5-63-16,-11-3-68 0,-8-2-338 0,12 8-853 15,-5-6 379-15</inkml:trace>
  <inkml:trace contextRef="#ctx0" brushRef="#br0" timeOffset="21029.65">17202 1402 106 0,'0'0'305'15,"-8"0"-18"-15,8 0-23 0,0 0-20 0,0 0-18 16,0 0-19-16,0 0-10 0,0 0-14 0,0 0-15 16,-10 0-16-16,10 0-13 0,0 0-14 0,0 0-10 15,0 0-15-15,27-11-10 0,-17 8-6 0,3-4-9 16,-3 2-9-16,8-5-7 0,-3 2-15 0,0-3 5 15,2 1-1-15,-2-2-6 0,1 0-5 16,-4 0-3-16,1-1-3 0,0 1 8 0,-3 3 15 16,-2 1-3-16,-2 1 22 0,-2 0-8 0,0 0 6 15,0 4-10-15,-3-2 1 0,-1 1-12 0,0 4-7 16,-3-5-10-16,-4 5-2 0,7 0-8 0,-21 2-2 0,5 5 1 16,-6 1-8-16,4 1 2 0,-7 3-5 0,6-2-6 15,2 2-1-15,-4 5 2 0,7-2-6 16,0-1 7-16,4 3-1 0,1-3-3 0,3-3 0 15,1 0-4-15,2 2 2 0,2-1 5 0,3 0-12 16,2-3 8-16,4-1 8 0,2-2 6 0,5 2 1 16,6-3-7-16,-1-2 1 0,10 3 2 0,-1-5-19 15,-2-1-27-15,-8 0-32 0,1-1-46 0,1-1-45 16,-3-3-57-16,-2 1-78 0,-4-2-286 0,-2-1-623 16,-2 0 276-16</inkml:trace>
  <inkml:trace contextRef="#ctx0" brushRef="#br0" timeOffset="21463.95">17676 1439 303 0,'0'0'327'0,"0"0"0"0,0 0 4 0,0 0-23 16,0 0-20-16,0 0-29 0,0 0-32 0,0 0-21 15,12-15-17-15,1 12-18 0,6-4-27 0,8-2-9 16,0-3-20-16,-4-1-16 0,4 1-3 0,-3 0-15 16,-5 0-11-16,2-4-4 0,-5 3-13 0,1 1-3 15,-6 2-7-15,-1-2 0 0,-3 5 13 0,-2 0-2 16,2-1-9-16,-5 1-7 0,-2 3 7 0,0-2-10 16,-5 2-1-16,-2 1-7 0,-4 1-4 0,-7 2-10 15,0 2 1-15,-3 2-8 0,-9 7-7 0,1 1 5 16,1-2-1-16,1 4-3 0,5 2 5 0,-1 2-15 15,5 4 10-15,8-5 2 0,0 7-7 16,9-6 4-16,-1 0-2 0,7-2 6 0,8 6 1 16,6-2 0-16,8-2 1 0,5-1 3 0,18-1-6 15,2-6 4-15,9-1 5 0,1-4-8 0,3-5 3 16,1 3 8-16,-9-3-3 0,-6 0 3 0,-18-3-1 0,-10 3 2 16,-5-2 31-16,0-1 15 0,-8 1 7 0,-1 0 10 15,0 4 2-15,-9-2-8 0,9-3-16 16,-9 3-41-16,0 0-40 0,0-7-53 0,0 7-73 15,-17-5-79-15,4 3-79 0,-7-2-378 0,2 1-743 16,6 0 330-16</inkml:trace>
  <inkml:trace contextRef="#ctx0" brushRef="#br0" timeOffset="22479.53">19494 1146 328 0,'4'-3'318'15,"-3"-2"-25"-15,3 2-22 0,-4-1-29 0,0 4-22 16,2-4-26-16,1 3-21 0,2-2-18 0,-5 3-18 15,12 3-14-15,-2-1-15 0,-1 4-12 0,2 1-11 16,7 1-4-16,-2 6-13 0,3 3-5 0,0 8 0 16,-1-4-13-16,-2 1-5 0,-1 1-5 0,-2 4 0 15,-1-2-9-15,-3-1 5 0,1 2-5 16,-6-2-5-16,-3-7 4 0,2 0-9 0,-6-2 3 16,3-4-1-16,0 0 5 0,0-1-5 0,0-3 5 15,-1 0 21-15,-3-2 26 0,4-5 37 0,0 4 26 16,0-4-5-16,0 0 4 0,0 0 4 0,-14-16 6 15,9 5 5-15,3-1-8 0,0-5-7 0,1-4-13 16,2-6-14-16,1-2-11 0,4 0-10 0,-1 0-9 16,4 0-6-16,0 4-8 0,-4 7-1 0,3 3-4 15,-1 1-6-15,-3 2-8 0,1 4-5 0,-1-1-5 16,-1 4-8-16,1-3-7 0,-2 4-4 0,1 1-8 16,-2 0-24-16,4-2-25 0,-1 4-23 0,-4 1-29 15,0 0-4-15,15 1-17 0,-8 3-21 0,0-2-29 16,1 3-22-16,2 2-28 0,0 0-32 0,-2-1-19 15,0 2-50-15,1-2-46 0,0 1-242 0,-4-3-651 16,1-1 288-16</inkml:trace>
  <inkml:trace contextRef="#ctx0" brushRef="#br0" timeOffset="23212.97">20286 1165 294 0,'-5'-7'378'16,"5"7"-23"-16,0 0-21 0,-2-6-33 0,2 6-28 15,0 0-26-15,0 0-25 0,0 0-28 0,0 0-26 16,0-3-46-16,0 3-18 0,0 0-17 0,0 0-4 16,-9 13-10-16,5-9-10 0,-2 7 0 0,0-3-12 15,1 1-8-15,-1 2 1 0,1 1-7 0,2-3-8 16,-2 3 2-16,1 0 2 0,4-2-13 0,0 1-3 15,0-1-1-15,0-1-1 0,3 2 1 0,2-2-9 16,-3-5 9-16,4 5 4 0,0-5-1 0,4-1 3 16,2-1-4-16,6-1 4 0,-2-1-3 0,2-3-8 15,0 1 8-15,-5 1 1 0,1-6 13 16,-4 1-3-16,3 0 0 0,-3-4-10 0,2-2 4 16,-5 2-13-16,1-4 5 0,-3 3-7 0,-2-2-9 15,-2 1-2-15,-2-1 2 0,-2 2-4 0,-2-2-12 0,-3 2 2 16,-3-1 0-16,-5 4 1 0,1-2 1 0,2 6 0 15,-6-4-1-15,6 6 5 0,-1-1-2 16,1 3-5-16,3-2-5 0,-2 1-27 0,5 2-12 16,1 1-13-16,2 1-2 0,-1 1-2 0,2 1 5 15,3-2 12-15,4 2 2 0,6 2-4 0,8-2 13 16,8 2-14-16,7 0 0 0,8-4-16 0,13-3-26 16,2 2-12-16,5-2-14 0,-2-2-13 0,-2 0 2 15,0-2-4-15,-4-4-5 0,-16 5 17 0,-2-3 12 16,-2-3 10-16,-4 5 36 0,-8-4 26 0,-4 3 56 15,-5 0 29-15,-3-2 18 0,0 2 29 0,-3-4-1 16,-2 4 2-16,-4-3-2 0,-1 1-7 0,-3 3 2 16,-6-4-4-16,2 4-5 0,-1-1-4 0,-3 2-6 15,-2 0-10-15,0 3-1 0,-3-3-9 16,-1 4-7-16,0 1 1 0,2 2-10 0,0 0 4 0,1 3-6 16,-2 1-3-16,3 1-7 0,0 3 3 0,0-2-7 15,5 0 2-15,0 2 2 0,2-1-6 0,5 1-4 16,2-2 4-16,0 3-2 0,2-4 1 0,5 2 5 15,0-2 2-15,2-2 9 0,2-2 4 16,8 2 4-16,0-4 1 0,3-1 6 0,-1 0 0 16,-2-4 0-16,1-1 8 0,-3 1 10 0,1-3 11 15,-6 1 11-15,1-2-7 0,-3 1-9 0,-1-6-5 16,-1 3-3-16,0-4-17 0,-6-2-20 0,3-1-23 16,-3 2-23-16,-2 1-9 0,-3-1-7 0,-3 3-10 15,-2-2-14-15,-1 3-5 0,-7-1-16 0,-1 3-13 16,-4 0-11-16,2 2-16 0,-1 2-16 0,2 1-39 15,5 1-42-15,3-2-140 0,1 3-401 0,9 0 178 16</inkml:trace>
  <inkml:trace contextRef="#ctx0" brushRef="#br0" timeOffset="23895.98">21270 839 3091 0,'4'-18'174'0,"-4"-1"-17"0,0 19 39 0,4-22 6 16,-4 22-6-16,1-21-28 0,-1 21-30 0,0-14-27 16,0 14-21-16,0 0-8 0,0 0-19 0,4-15-7 15,-4 15-36-15,0 0-31 0,0 0-35 0,0 0 7 16,0 0 0-16,0 0 2 0,0 0 10 0,3 51 1 16,-1-25 0-16,0 6 11 0,-2-1-3 0,-3 1 9 15,3 4 0-15,-1-5-6 0,-2 3 3 0,6-2 5 16,-6-4 5-16,3-1-11 0,0-3 11 0,-1-4-5 15,1-6 2-15,1 3 5 0,-2-5 1 0,1-4-5 16,-3-1 0-16,3-2 0 0,0-5 1 0,0 12 0 16,0-12 9-16,-1 7 6 0,1-7 19 0,0 0-11 15,-4 5 6-15,4-5-4 0,0 0-3 16,0 0-1-16,-32-11 3 0,18 6 0 0,5 0-11 16,-4 0-5-16,-5-1 3 0,-2-1-3 0,3 2 1 15,1-5-3-15,4 6 3 0,0 1 2 0,3-5-5 16,0 4 0-16,2 1 6 0,1 1 17 0,2-3 10 15,0 1 2-15,4 4-21 0,-1-6-29 0,5 0-7 16,5 1-13-16,1 0-3 0,7-2-3 0,9-1-11 16,5 1-12-16,4-3-2 0,18 1 9 0,3 0 0 15,2-1 1-15,-1 2-3 0,2-1-8 0,-3-1-4 16,-2 3 6-16,-17 1 2 0,0 0-7 0,-5 1 20 16,-4 0-1-16,-7 3-5 0,-9-1 19 0,0-2 7 15,-1 3 13-15,0 2 25 0,-6-3 14 0,1 1 12 16,-6 2 1-16,9-1 6 0,-9 1-16 0,5-4-1 15,-5 4 3-15,0 0-7 0,0 0-4 0,0 0-4 16,0 0-5-16,0 0-15 0,-12-7 16 0,12 7-1 16,0 0-4-16,-17 7-1 0,8-4 0 0,-2 1 0 15,-5 6-4-15,1-3-2 0,-3 5-3 16,1-2 5-16,-2 1 0 0,5 2-7 0,0 2 5 16,0-3-1-16,1 2-3 0,2 2 5 0,4 0-7 15,1-5 10-15,-1 5-3 0,6-3 2 0,1-3-3 16,3 3 1-16,1 1 2 0,1-6 6 0,1 3 1 15,3-1-6-15,1-2 2 0,-1-1 3 0,0 0 1 16,0-2-5-16,-4-3 1 0,0 1 0 0,-1 1-5 16,0-1 6-16,-4-3-11 0,0 0-11 0,4 5-20 15,-4-5-42-15,0 0-71 0,-36-3-108 0,5 3-330 16,2-5-635-16,0-2 281 0</inkml:trace>
  <inkml:trace contextRef="#ctx0" brushRef="#br0" timeOffset="24746.09">23288 967 59 0,'-12'0'204'15,"-3"2"-24"-15,-3 2-18 0,-10 4-14 16,0 5-14-16,1 0-11 0,-1 3-18 0,1-2-9 16,0 4-12-16,3 0-8 0,2-1-6 0,1 4-5 15,0-1-12-15,3-2 1 0,7-1-3 0,1-1-9 0,1-2 6 16,2 2-2-16,2-5 1 0,5-4 13 0,-4 1 6 15,6-1 10-15,-2-7 17 0,7 10 14 16,-2-10 4-16,6 0 7 0,3 0 11 0,1-4-9 16,3-2-1-16,0-1 1 0,1-3-13 0,-1 0 2 15,1 0 3-15,4-4-8 0,0-2-8 0,-9 4 10 16,3-1 0-16,-1 4-4 0,-2-1 3 0,-2 3-6 16,-3 1 3-16,-3 2-9 0,2-2-1 0,-3 4-9 15,0-2-8-15,-5 4-12 0,5-4-11 0,-5 4-9 16,9-3-26-16,-9 3-18 0,0 0-15 0,0 0-17 15,14 4-22-15,-9 1-24 0,4 0-36 0,0 2-35 16,0 0-42-16,0 1-40 0,1 2-71 0,-2-5-273 16,2 3-624-16,0-2 276 0</inkml:trace>
  <inkml:trace contextRef="#ctx0" brushRef="#br0" timeOffset="25062.07">23523 986 2751 0,'5'-10'242'0,"0"-1"-80"16,1 1 14-16,0 2-6 0,-2 1-18 0,-2 2-51 16,3 0-29-16,-3 1-12 0,-2 4-16 0,7-3-10 15,-7 3 1-15,0 0-9 0,19 8-9 0,-7 1-3 16,2 3-4-16,-4 1-3 0,4 3 4 0,0 6-1 16,-2 0-11-16,1 0-6 0,-6-2 9 0,0-2-2 15,0 7 2-15,-6-7 0 0,1 0-2 0,-2 0-1 16,1-4 0-16,-2-3-4 0,1-1 5 0,0-4-1 15,0 0 5-15,0-6 11 0,0 10 43 0,0-10 35 16,-2 5 40-16,2-5 47 0,0 4 22 0,0-4-26 16,0 0-25-16,0 0-16 0,2-17-15 0,0 6-17 15,1 1-25-15,-1-7-23 0,5-2-27 16,-1-2-24-16,6-4-25 0,-1 3-28 0,1-2-18 16,4 2-41-16,-3 8-55 0,1 1-69 0,-1 1-79 15,2 2-66-15,3 1-339 0,4 1-775 0,-4 3 344 16</inkml:trace>
  <inkml:trace contextRef="#ctx0" brushRef="#br0" timeOffset="25479.05">24066 1185 146 0,'-4'4'377'0,"4"-4"7"0,0 0-5 0,-1 5-18 15,1-5-26-15,0 0-38 0,0 0-40 0,0 0-21 16,18-12-27-16,-7 7-27 0,5-6-17 0,2 3-19 15,7-4-25-15,1 0-11 0,-1-1-11 0,2-1-25 16,1 2-4-16,-1-3-20 0,0-1-2 0,-4 2-3 16,-6 2-7-16,-2 1-3 0,-2-1 4 0,-4 2-5 15,-2 0-10-15,0 0 3 0,-2 1-5 16,-5 0-2-16,0 2-3 0,-4 2-3 0,-4 0-19 16,-3-1 3-16,-2 4 3 0,-7 0 7 0,-3 2-10 15,-7 4-2-15,1 4 0 0,3 1-5 0,-1 3 1 16,0 0-1-16,2 4 1 0,3 1 2 0,4 3 1 15,3-3-1-15,7-1 0 0,2 1 3 0,3 0 1 16,5 0 7-16,5 2 0 0,5-4 1 0,11 2-2 16,6-1 0-16,7-4 4 0,16 1 8 0,7-3-8 15,1-5 6-15,-4 1 18 0,-2-6 3 0,-13 3-6 16,-5-2 2-16,-4-2-3 0,-12-2 9 0,-2 3 14 16,-3-1 10-16,-4 1 4 0,1-1 1 0,-7 1 9 15,-5 0 5-15,12-3-10 0,-8 2-10 0,-4 1-24 16,0 0-46-16,0 0-71 0,0 0-68 0,0 0-77 15,-17-10-75-15,5 8-79 0,-1-2-282 0,0 1-717 16,0-1 317-16</inkml:trace>
  <inkml:trace contextRef="#ctx0" brushRef="#br0" timeOffset="26449.03">25739 1079 71 0,'0'0'121'0,"-3"4"-11"0,3-4-7 0,0 0-18 15,0 0-4-15,-6 2-4 0,6-2-16 16,0 0 21-16,0 0-5 0,0 0 1 0,0 0 12 16,0 0 5-16,0 0 4 0,0 0 8 0,0 0 0 15,19 0-11-15,-19 0-1 0,23-7-11 0,-9 0-7 16,0 4-6-16,3-5-4 0,1 0-8 0,1 0-5 16,-2-2-3-16,2-1-12 0,-3-2 0 0,7-2-2 15,-6 4 0-15,-4-2-1 0,3 2 7 0,-9 3 12 16,0-2-1-16,1 3 6 0,-8 7 4 0,8-14-5 15,-8 14-11-15,0 0-6 0,0 0-13 0,0 0-3 16,-17-24 1-16,-5 23-10 0,-3 2-1 0,-8 3-2 16,-2 1-6-16,-2 2 2 0,1 3-2 0,0 1-2 15,-2 3 2-15,5 0-3 0,1 1-6 0,3 2 3 16,4 1 0-16,1 0-6 0,7-4 5 0,7 2 1 16,2-3-2-16,2 4 6 0,6-1 7 0,6-1 0 15,7-2 2-15,11 1 0 0,10-2 7 0,18 1-7 16,13-6 1-16,-1-4 0 0,32-1-1 0,-35 2-6 15,2-6 5-15,-7 0-4 0,-17-1 0 0,-5 1 1 16,-2 2-1-16,-9-2-1 0,-4 1 10 16,-1-1 16-16,-5 2 23 0,-7-1 17 0,1 0 15 15,-7 1 15-15,0 0 7 0,16-3-6 0,-16 3-6 16,5-5-15-16,-5 5-24 0,3-2-15 0,-3 2-27 16,0 0-18-16,0 0-11 0,-12-6-28 0,12 6-20 15,0 0-17-15,-5-4-23 0,5 4-35 0,0 0-52 16,0 0-46-16,-5-5-71 0,5 5-180 0,0 0-521 15,0-8 230-15</inkml:trace>
  <inkml:trace contextRef="#ctx0" brushRef="#br0" timeOffset="27911.97">26553 933 2359 0,'0'0'177'0,"0"0"-5"15,0 0-23-15,5-31 8 0,-5 31 18 0,2-13-22 16,-2 13-9-16,0 0-14 0,2-16-18 0,-2 16-10 16,0 0-14-16,0 0-15 0,0 0-7 0,0 0-12 15,4-16-43-15,-4 16-27 0,0 0 10 0,2 6-9 16,-2-6 2-16,4 15 0 0,-3-4 3 0,1 5-5 16,-2 2 3-16,-2 2 2 0,2 4 2 0,2 4-1 15,-5 1 0-15,2-3 2 0,0 3 3 0,-2-3-1 16,2 0-1-16,1-6 15 0,-3-1-11 0,4-2 1 15,-2-2 0-15,2-1 1 0,1-4-4 0,-1-1 11 16,-1-1-9-16,-1-1 8 0,2-2 7 0,0-1 10 16,-1-4 19-16,2 8 27 0,-2-8 33 0,0 0 30 15,0 5 24-15,0-5-15 0,0 0-19 16,8-13-16-16,-4 6-18 0,1-3-23 0,-2-6-30 16,1 0-23-16,1-2-24 0,-1-9-19 0,-2 3-11 15,1 4-8-15,-3-8 6 0,-3 4 0 0,3 6 8 16,-6-2 0-16,1 2 6 0,-2 3 3 0,-4-2 2 15,-2 3 2-15,0 2 2 0,-3 0-4 0,-5 3 2 16,3 3 2-16,-1-1-10 0,-4 3 8 0,5 3 18 16,-10 2-11-16,6 1-7 0,3 2 8 0,-1 1 1 15,3 1-8-15,2 2-13 0,0 1-12 0,6-1-12 16,1 2-7-16,0 0 1 0,2 2-4 0,1-2-2 16,2 4 7-16,3-2 5 0,4-2 3 0,1 2 8 15,5-2 5-15,7-1 2 0,9 1 9 0,3-3 1 16,5-4-5-16,7-1-1 0,9-2-13 0,6-2-3 15,-5-2 7-15,-11-1-1 0,15-6 4 0,-18 2 9 16,2-3 0-16,-3 0 9 0,0 0 16 0,-8-3 15 16,0 1 18-16,-6-1 28 0,-4 5 34 0,-5-2 28 15,1 2 33-15,-3-2 7 0,-3 7 7 16,-2-2 11-16,-2 5-6 0,0-2-12 0,-1-1-18 16,1 3-13-16,-4 2-23 0,3-5-22 0,-3 5-26 15,4-4-29-15,-4 4-25 0,0 0-12 0,0 0 0 16,0 0 4-16,-5 16 6 0,1-7 0 0,-1 0-1 15,0 3-1-15,0 0 1 0,-3 3 1 0,2 0 5 16,2 2-4-16,-1-1 1 0,4-5-30 0,-2 0-12 16,-2 0-5-16,5-4 2 0,0 0 2 0,0 0 0 15,0-2 13-15,0-1 5 0,0-4 10 0,6 7 16 16,-6-7 21-16,9 1-1 0,-9-1 9 0,17-3 1 16,-7-3 3-16,2-5 1 0,2 0-6 0,0-1-3 15,-2-3 0-15,5 2-2 0,-5-3-3 0,-1 1-2 16,2 0-4-16,-6 6 3 0,1-2 7 0,-4 3 6 15,1 0-3-15,-1 3-3 0,-1 1-4 0,-3 4-11 16,2-5-17-16,3 2-21 0,-5 3-27 0,0 0-34 16,5-2-1-16,-5 2 8 0,0 0 19 0,4 9-8 15,-4-4-14-15,4 0 15 0,0 5-16 16,1 0 6-16,4-1 6 0,2 6 0 0,4-5-5 16,4 1-6-16,7-1-10 0,5 2-13 0,-1-6-11 15,4 2-5-15,1-4 5 0,-1-3-1 0,1-1 9 16,-2-1 8-16,-8-3 10 0,-3-2 16 0,-3-1 32 15,-5 1 32-15,-1-3 25 0,-5-1 27 0,-3 1 23 16,0-4 13-16,-1 3 15 0,-3 0 6 0,-1 0 7 16,-2-1-11-16,-1 4-3 0,-2 0-14 0,5 7-6 15,-13-12-13-15,3 8-3 0,-2 0-13 0,2 4-2 16,-4 0-7-16,1 4-7 0,-5 0 2 0,4 3-1 16,-4 0-7-16,4 3 0 0,-1-1-1 0,2 3-3 15,-1-2-7-15,5 0 2 0,3 1-18 16,-2-2-7-16,3 2-7 0,1-5 0 0,-1 2 1 0,4-2 5 15,-3-2 6-15,3 2 6 0,1-6 12 0,0 0 21 16,5 5 3-16,-5-5 8 0,10-1 10 0,-10 1-2 16,19-7-6-16,-8 1 1 0,2 0-3 0,2-6-7 15,0 5-4-15,0-4 5 0,1 0-6 16,-2 3-9-16,2-3-1 0,-7 3-2 0,0 3 5 16,0 1-5-16,-4 0-6 0,0 2-2 0,-1-2 3 15,1 1-8-15,-5 3-8 0,7-2-12 0,-7 2-15 16,0 0 5-16,0 0 1 0,16 5 3 0,-9-3 1 15,-1 1 8-15,6 2 2 0,-2-1-7 0,4 0-9 16,-3 0 6-16,2 1 3 0,5-3-2 0,-4 0 2 16,5 0 3-16,-6-2 2 0,1-2 3 0,-4 0 2 15,4-1 3-15,-1-2 2 0,1-2 7 0,-1-3 12 16,-13 10 12-16,22-21 12 0,-16 11 15 0,2-6 14 16,-2 1 14-16,0-2 6 0,0-1 13 0,-3 1 17 15,1 0 3-15,0-1 1 0,0 1 6 16,-4 17 13-16,4-25 12 0,-4 25 9 0,0-23-1 15,0 23-2-15,0-13-5 0,0 13-20 0,0 0-11 16,0-17-15-16,0 17-12 0,0 0-18 0,0 0-10 0,0 0-33 16,0 0-37-16,0 0-35 0,0 0-14 0,0 0 8 15,0 0 5-15,0 0 2 0,0 0 3 16,0 0 8-16,-22 58 2 0,16-36 1 0,-2 5 2 16,2-4 3-16,-2 4 6 0,3-2 3 0,0-6-1 15,4 1 1-15,-2-1 0 0,2-2 4 0,1-5 0 16,0 0 4-16,0 0-3 0,0-5 3 0,1 1 3 15,-2-2 0-15,2-3 8 0,0 4 7 0,1-4 10 16,1 0 10-16,4 0 1 0,3-1 3 0,4-1-2 16,5-1-1-16,9-1-6 0,-6-1-23 0,7-2-43 15,2-3-49-15,2 0-62 0,-1-1-86 0,7-1-83 16,-4-2-83-16,0 0-409 0,-1-6-874 0,-3 3 387 16</inkml:trace>
  <inkml:trace contextRef="#ctx0" brushRef="#br0" timeOffset="28461.99">28075 473 6 0,'0'0'264'16,"0"0"-2"-16,0 0-17 0,0 0-15 0,0 0-26 16,0 0-22-16,0 0-21 0,0 0-17 0,0 0-17 15,0 0-18-15,0 0-8 0,0 0-12 16,66 39-13-16,-42-15-5 0,-2 5-6 0,5 12 2 0,3 8 3 16,-8-2-6-16,-3 1-6 0,-3 3 2 0,-3-4-10 15,-6 4-2-15,-4-6 0 0,-4 2-4 0,-3-13-6 16,-3 1-2-16,-4-3 1 0,-3-2-1 0,-3-1 7 15,1-2 4-15,-5-5 6 0,1-1 7 0,-1-2 5 16,2-7 1-16,4 0 5 0,-2-2 2 16,8-3-8-16,-3 0 11 0,4-1-1 0,3-2 11 15,-1-1 9-15,6-3 22 0,-8 6 17 0,8-6 16 16,-4 3 7-16,4-3-4 0,0 0-8 0,-7 3-10 16,7-3-10-16,0 0-10 0,0 0-21 0,0 0-24 15,0 0-46-15,0 0-57 0,0 0-54 0,0 0-61 16,0 0-78-16,21-15-95 0,-15 11-425 0,5-5-807 15,-3 1 358-15</inkml:trace>
  <inkml:trace contextRef="#ctx0" brushRef="#br0" timeOffset="36093.98">2878 3272 179 0,'0'-6'268'0,"0"0"-6"0,0 2-4 16,2-1-7-16,-2 0-14 0,0 5-17 15,1-4-12-15,-1 0-18 0,0 4-19 0,0-4-16 16,3 1-16-16,-3 3-14 0,0 0-14 0,0 0-17 16,0 0-23-16,0 0-15 0,0 0-12 0,0 0-6 15,2 15-7-15,-2-2-2 0,3 3-3 0,-3 3-6 16,-3 7 4-16,2 1-7 0,0 0 1 0,-5-3 3 15,5 3-10-15,-1-7 0 0,0-1 1 0,1 0-1 16,-3-3 6-16,2 1-9 0,2-6-1 0,-1-1-1 16,-2-2-2-16,3-2 5 0,0 2-2 0,0-4 14 15,0-1 38-15,-1 2 37 0,1-5 50 0,0 0 41 16,0 0-10-16,0 0-17 0,0 0-18 0,11-16-14 16,-5 6-18-16,1-8-6 0,4-6-17 0,2-1-8 15,-1 2-8-15,0-5-12 0,2 1-9 0,3 4-3 16,-7 1-2-16,2 6-7 0,-2 0-3 0,-4 7-4 15,2 1-5-15,-3-1-6 0,-1 4 0 0,1 1-10 16,-1 0-17-16,0 1-13 0,-4 3-8 0,10 1-8 16,0 5-5-16,-1 0-2 0,0 4 5 0,1 1-6 15,1 2 7-15,-1 4 1 0,2-1 10 0,-1 1-6 16,-3 1 3-16,3-1 7 0,-1 2 0 0,-6-3 4 16,5 1 0-16,-6-2 1 0,4 0 6 0,-3-4-4 15,1-1-11-15,-4-2 5 0,2-4 8 16,0 2 1-16,-3-3 11 0,2 1 38 0,2 0 29 0,-4-4 40 15,0 1 26-15,0-1-10 0,0 0-14 0,6-12-10 16,-2 5-10-16,5-7-10 0,-4 0-8 0,3-2-8 16,2 0-11-16,-5 1-1 0,3 1-11 0,0 3-2 15,-2 1-5-15,-2 3-6 0,0 1-5 16,-2 0-3-16,1 3-9 0,1-1-11 0,-2 1-25 16,-2 3-19-16,4-1-2 0,-4 1-3 0,11 2-16 15,-5 2 10-15,4 3-11 0,1 2-17 0,2 0-27 0,2 0-27 16,1 3-28-16,0-2-30 0,-3 3-39 0,2-2-46 15,-2 1-56-15,-4-3-334 0,1-3-727 0,-1 0 321 16</inkml:trace>
  <inkml:trace contextRef="#ctx0" brushRef="#br0" timeOffset="36510.54">3776 3344 78 0,'0'-5'372'16,"0"5"-14"-16,1-4-19 0,-1 4-24 0,0 0-28 15,0 0-29-15,3-3-24 0,-3 3-31 0,0 0-24 16,0 0-26-16,0 0-25 0,0 0-28 16,0 0-16-16,2 13-5 0,-2-5-15 0,-2 2-3 15,0 4-10-15,1 2 1 0,-2 1-9 0,1 0-4 0,-2 3-9 16,-1-1 2-16,1 0-3 0,-1-2-4 0,1 1 0 16,-1-1-4-16,4-5-2 0,-2 2-3 0,0-4 0 15,1-1 2-15,2-2-7 0,-1 0-2 16,1-2 6-16,0 0 0 0,-2-2 3 0,2 2 0 15,0-5 13-15,2 4-5 0,-2-4 8 0,0 0 0 16,17 0-11-16,-5-3 0 0,1 0-1 0,6-4-25 16,3 1-26-16,3-4-29 0,-6 5-50 0,3-2-60 15,-3 0-66-15,6-5-73 0,-9 2-207 0,3 4-556 16,-3-4 247-16</inkml:trace>
  <inkml:trace contextRef="#ctx0" brushRef="#br0" timeOffset="36845.15">4017 3481 71 0,'0'0'416'0,"0"0"-2"15,-6-4-15-15,6 4-7 0,0 0-35 0,0 0-40 16,0 0-32-16,0 0-31 0,0 0-31 0,0 0-24 16,0 0-43-16,0 0-45 0,-6 8-8 0,6 0-8 15,0 1-19-15,0 2 1 0,0 5-12 0,-1 1-1 16,1 3 6-16,-1-1-22 0,3 0 1 0,-2-2 6 15,0 4-16-15,2-2-2 0,-4-2-8 0,2 1-4 16,0-1 3-16,2-3 0 0,-1-2-8 0,-1-2 7 16,0 0-7-16,0-5 0 0,0 2 3 0,0-7-7 15,3 9-1-15,-3-4 8 0,0-5-2 16,0 0-1-16,-3 8-4 0,3-8-1 0,0 0 8 16,0 0 6-16,0 0-3 0,0 0-9 0,3 6 5 0,-3-6-5 15,0 0 4-15,0 0-4 0,0 0 0 0,0 0-6 16,0 0-11-16,0 0-14 0,0 0-29 0,0 0-32 15,0 0-60-15,0 0-89 0,0 0-87 16,0 0-375-16,7-22-744 0,-2 13 330 0</inkml:trace>
  <inkml:trace contextRef="#ctx0" brushRef="#br0" timeOffset="37282.01">4352 3379 238 0,'0'0'288'0,"0"0"-12"0,0 0-8 0,0 0-8 16,0 0-24-16,-8 0-20 0,8 0-23 0,0 0-14 16,0 0-14-16,0 0-18 0,0 0-19 0,18-5-20 15,-4 1-14-15,5 0-28 0,8 0-32 0,-5 1-46 16,6-3-48-16,0 1-61 0,4 0-62 0,-4 0-237 16,-8 0-455-16,1 2 201 0</inkml:trace>
  <inkml:trace contextRef="#ctx0" brushRef="#br0" timeOffset="37447.99">4495 3524 237 0,'-3'3'263'0,"2"-1"-5"0,1-2-10 0,-4 3-12 16,4-3-14-16,0 0-22 0,0 0-21 0,24-3-18 15,-4 0-16-15,9-6-42 0,4 3-52 16,1-2-69-16,1-1-99 0,1-2-245 0,-4-1-391 15,0 0 173-15</inkml:trace>
  <inkml:trace contextRef="#ctx0" brushRef="#br0" timeOffset="38061.33">5062 3248 48 0,'-5'-2'412'16,"5"2"-21"-16,0 0-18 0,-4-3-16 0,4 3-16 15,0 0-26-15,0 0-32 0,-3-4-33 0,3 4-28 16,0 0-26-16,0 0-21 0,0 0-24 0,0 0-33 16,0 0-41-16,0 0-8 0,-3 9-6 0,4-3-14 15,2 3 1-15,-2 0-11 0,0 3-6 0,2 3-8 16,1 1 7-16,-3 1-10 0,0 0-3 0,0 1 4 15,1-3-6-15,-1 2-2 0,2 0-2 0,-2-6-1 16,0 0 1-16,-1-4-3 0,0-1-2 0,2 2-1 16,-1-4 5-16,0-1 5 0,0 2 25 0,-1-5 31 15,-1 2 40-15,1-2 36 0,0 0 15 16,0 0-17-16,0 0-16 0,13-13-11 0,-7 2-16 0,2-3-10 16,1-1-12-16,6-9-9 0,1-2-7 0,0 1-10 15,-3 3-3-15,2-2-7 0,-6 10-5 0,0 0-1 16,0 3-9-16,-4 5-5 0,-1-2-4 0,0 6-8 15,0-1-11-15,-3 0-30 0,-1 3-21 0,7-1 2 16,-7 1 1-16,10 6-1 0,-5 2 4 16,0 1-4-16,3 6 4 0,-2-1 5 0,-1 3 0 15,0 0 1-15,-1 1 6 0,1-2-4 0,-1 2 6 0,1-2-10 16,-3-4-2-16,2-2 6 0,-2-1-3 0,0-4 8 16,-1 1 10-16,1-1 5 0,-1-1 19 0,0-1 27 15,-1-3 46-15,2 3 25 0,-2-3-12 16,0 0-8-16,13-9-8 0,-6 0-6 0,2 1-9 15,1-6-8-15,3-2-5 0,0 1-4 0,-2-2-7 16,2 0 0-16,-1 4-4 0,-1 0-3 0,-3 6-6 16,-2-1-2-16,-2 3-5 0,2 0-6 0,-1 1-5 0,-2 1-17 15,0 0-17-15,0 2-10 0,-3 1-7 16,0 0-3-16,16 7 3 0,-10-3-9 0,0 1-18 16,1 3-19-16,-1 0-35 0,3 2-47 0,-2-1-36 15,0 1-46-15,-2 0-62 0,7 2-85 0,-6-2-299 16,2-4-760-16,-2 1 337 0</inkml:trace>
  <inkml:trace contextRef="#ctx0" brushRef="#br0" timeOffset="38743.54">5857 3289 56 0,'0'0'330'0,"0"0"-22"0,0 0-23 0,0 0-23 16,-4 3-26-16,4-3-24 0,0 0-17 0,0 0-23 15,27-4-25-15,-8 0-5 0,2 1-18 0,5-1-14 16,3-2-13-16,0 2-29 0,-1 0-22 0,-6 0-29 16,-3 0-22-16,0 2-21 0,0 0-22 0,-6-1-9 15,-3 1-12-15,-3 2-9 0,-3 0-7 0,-4 0 4 16,0 0 4-16,0 0 7 0,0 0 6 0,-27 0 9 16,9 0 1-16,-9 2 9 0,-5 4 6 0,4-4 8 15,-3 2 19-15,1-1 8 0,8 0 15 16,1-1 7-16,1 2 22 0,10-3-3 0,-3 1 11 15,3-2 5-15,2 2 8 0,-1-2 8 0,-1 3-2 16,6-3-2-16,4 0-1 0,-9 1 0 0,9-1 1 0,-6 1 4 16,6-1-2-16,-4 2-10 0,4-2 3 0,0 0-4 15,0 0-11-15,0 0 2 0,-4 4-7 16,4-4-5-16,0 0 0 0,8 9-2 0,-2-4 3 16,3 2 1-16,0-1-2 0,1 2-8 0,7 4 19 15,1 1-1-15,4 2 0 0,1 2-2 0,2-1-3 16,-2 1 0-16,-2 0-9 0,-1 0 6 0,-1 1-9 15,-6-3-18-15,-4-1 12 0,1 1-5 0,-2 3-4 16,-4-8-7-16,-3 7-3 0,-2-5-6 0,-3 2 4 16,-4-2 2-16,-6 0 1 0,-3-1-1 0,0-1-1 15,-3-3 5-15,1 0 1 0,-1-2 9 0,3-1 16 16,2-2 10-16,3-2 31 0,-2 0 19 0,7 0 28 16,7 0 22-16,-13 0 12 0,13 0 10 0,-10 0 8 15,10 0-15-15,0 0-10 0,-9-1-15 0,9 1-24 16,0 0-21-16,0 0-16 0,0 0-27 0,23-15-24 15,-13 11-24-15,8 0-32 0,0-1-28 0,1 0-59 16,2 1-66-16,-4-2-73 0,4 1-94 0,-1-3-390 16,-2 2-805-16,-3-4 357 0</inkml:trace>
  <inkml:trace contextRef="#ctx0" brushRef="#br0" timeOffset="39405.97">6711 3289 101 0,'0'0'304'0,"0"0"-3"0,0 0-12 16,0 0-2-16,0 0-19 0,0 0 3 0,0 0-22 16,0 0-22-16,0 0-20 0,-7-2-19 0,7 2-22 15,0 0-31-15,0 0-37 0,0 0-44 0,13-3-51 16,-5 1-58-16,1 1-61 0,5 0-77 0,5-2-271 16,0-2-503-16,2 1 222 0</inkml:trace>
  <inkml:trace contextRef="#ctx0" brushRef="#br0" timeOffset="39555.97">7167 3260 155 0,'0'0'293'0,"0"0"-16"0,5 0-25 16,-5 0-25-16,0 0-29 0,0 0-18 0,10-6-30 16,-2 5-33-16,1-2-41 0,3-1-54 0,1 2-69 15,8-1-90-15,-5-4-158 0,6 2-317 0,-3 0 141 16</inkml:trace>
  <inkml:trace contextRef="#ctx0" brushRef="#br0" timeOffset="39701.98">7590 3200 185 0,'0'0'274'16,"0"0"-25"-16,0 0-25 0,0 0-33 0,0 0-35 15,0 0-39-15,15-5-32 0,-6 4-45 16,3 0-50-16,2-4-64 0,6 2-60 0,1 0-84 15,7-1-235-15,-7 1 105 0</inkml:trace>
  <inkml:trace contextRef="#ctx0" brushRef="#br0" timeOffset="39868.01">8023 3151 216 0,'9'-2'212'0,"-9"2"-1"0,5 2-4 0,-5-2 0 16,0 0-2-16,9-3 0 0,-9 3-7 0,8-1-12 15,-8 1-12-15,8-1-18 0,-8 1-14 0,0 0-17 16,4-2-21-16,-4 2-62 0,0 0-61 0,0 0-90 16,0 0-115-16,0 0-149 0,0 0-405 0,0 0 179 15</inkml:trace>
  <inkml:trace contextRef="#ctx0" brushRef="#br0" timeOffset="42226.28">3032 3473 90 0,'1'-7'201'0,"-1"3"-14"16,0-2-9-16,0 2-15 0,3-1-17 0,-2 1-16 16,3 3-14-16,-3-3-12 0,-1 4-10 0,13-3-14 15,-3 3-7-15,0 2-9 0,8 0-4 0,1 1-6 16,10 4-7-16,6 3-1 0,-2-4-6 0,19 5 0 15,-3 0-6-15,-13-2-2 0,1-2-2 0,14 1-1 16,-11-5-4-16,-1 0 1 0,-3 1-3 16,3-1 0-16,-1-1-1 0,-4-4-3 0,0-2 0 0,-1-2-4 15,-2 2 7-15,-3-6 9 0,0 2 16 0,-4-2 15 16,-2 1 16-16,1-5 8 0,-9 1 5 0,5 0-9 16,0-4-5-16,0-3-5 0,-5 5-8 0,-1 1-9 15,1 0-6-15,-2 4-6 0,-4 1-4 16,-3 3-6-16,5 1-16 0,-4-1 8 0,3 4-6 15,3 2-3-15,-1 0-2 0,2 2-4 0,2 6 0 16,6-1 2-16,-3 3-2 0,10 0-3 0,-1 5 0 16,3-2 0-16,0 2 3 0,0-1-2 0,6-2-3 0,0-3 0 15,14 7 5-15,-1-6-2 0,4-1 5 16,1-7-7-16,0 2 0 0,4-4 1 0,-2-7-5 16,-2 2 4-16,0-7-1 0,-2 2-2 0,-4-5-2 15,-9 3 5-15,-3 0 2 0,-4-2 11 0,-2 0-2 16,-2-3 3-16,0 2-1 0,-2-3-6 0,-4 2 3 15,-7 4 1-15,-2 1 0 0,-3 3-3 0,-1 2 3 16,-3 2-7-16,0 0-10 0,-5 0-20 0,4 3-16 16,-5 1 1-16,0 0 6 0,4 9 2 0,-4 1 2 15,-3 2 4-15,2 1 1 0,-4 3 6 0,4 0-8 16,2 2 12-16,-1-3-8 0,7 1 8 0,-4 1 4 16,9-3 1-16,1 1 3 0,4-2 0 0,9 0 4 15,6-5 1-15,6-2-6 0,3-3 3 0,15-3 1 16,2-1 3-16,-1-3-1 0,2-5 2 0,-4-3-4 15,0 2 5-15,-3-4-7 0,-2-5 7 0,-15 7-1 16,10-12-2-16,-1 2-2 0,-12 4 2 0,-4 0 1 16,0-2-9-16,-4 6 8 0,-5 3 1 0,-4 1-6 15,-6 4 9-15,-3 3 0 0,0-4-3 0,-2 3-10 16,-1 3-6-16,-3 1 1 0,0 0-1 0,-21 8 0 16,3 1-3-16,-6 8 2 0,-4 0 6 0,-3 4-1 15,3 1 1-15,1-1 1 0,1 2 0 0,4-1 2 16,-1 2-1-16,5-2 0 0,5-1 1 0,4-4-19 15,6-1 1-15,0 0-1 0,3-5 4 16,9 0 4-16,1-4 2 0,10 2 3 0,8-6 0 0,6-1 2 16,5-5 0-16,15-1 1 0,-3-7-2 0,-1-2 4 15,1-4 5-15,-5-1 9 0,-10 0-3 0,10-9 1 16,-8-5-2-16,2 2 1 0,-7-7-4 0,-11 12-3 16,-3-3-2-16,-5 1-3 0,-5 0-4 15,-6 8-4-15,-6 2-2 0,-6-1-4 0,-4 6 1 16,-12 1 2-16,-11 3 1 0,-23 4 0 0,-7 6 1 15,-34 9 1-15,2 2 0 0,3 4 1 0,7 8 2 16,27-6-1-16,-23 12 6 0,27-7-4 0,-1 2 3 0,-2 3-2 16,4 2 4-16,-1 2-1 0,7-2 2 0,9-3 0 15,13-8 5-15,5-2-8 0,6-5-1 16,5 0-9-16,5-7 0 0,2-1 5 0,4 3 10 16,3-7 2-16,6-1 1 0,5 0-1 0,7-5-1 15,8-4 4-15,2-3 0 0,-2-3-5 0,0-3 1 16,-1-3-1-16,-2-2-6 0,-3-3-7 0,-5 1-14 15,-6-4-15-15,-5 1-10 0,-3 2 0 0,-6-1 1 16,-3 11-1-16,-8-2 14 0,-10 1-12 0,-4 2 4 16,-9 4 2-16,-21 0-7 0,-7 8 2 0,-33 3-2 15,-6 6-1-15,-1 2 1 0,-5-2 12 0,-1 9 3 16,-6 1 3-16,-6 2-1 0,-4-1 6 0,5 2 6 16,2 0 3-16,6-1 14 0,9 1 10 0,12-1 12 15,33-8 8-15,5-1-1 0,5-3 6 0,12-2 2 16,4 0-4-16,0-2 0 0,13-1 3 0,0-1 3 15,2-1 14-15,5-1 14 0,2-2 9 0,1 1 4 16,-1-2-2-16,4-2 3 0,0 2-4 0,4 1-2 16,-1-1-4-16,-2-1-5 0,2 2-8 0,0 1-6 15,5-2-6-15,-4 2-7 0,4 3-6 0,-2-4-16 16,2 4-44-16,-3-3-17 0,3 3-11 0,0 0-3 16,0 0 5-16,-13 6 11 0,-2 1 1 0,2 5 5 15,-9 2 3-15,-1 3 5 0,0 1 6 0,-1-1 0 16,1 2 2-16,0 0 3 0,8-5 0 0,2 1 4 15,4 2 7-15,8 0-4 0,2-2 3 0,12-1 5 16,16-4 0-16,24 0-5 0,41-4-8 0,7-6-12 16,9-7-8-16,5-4 2 0,14-2-3 0,1-3 13 15,12-2 5-15,4-4 1 0,-7 2-7 0,-5 2 5 16,-15 1 5-16,-14 3 7 0,-39 8 5 0,-3 0 0 16,-13 3 3-16,-19 3 3 0,-10 2-6 0,-2-1-6 15,-7 0 0-15,-2 0 5 0,-2 1 8 16,-4 3-7-16,-2-1-2 0,-3 1 4 0,-6 3 3 15,-4 1 4-15,-4 1 1 0,-4 1-5 0,-4 4-40 16,2-7-62-16,3 2-147 0,-1-3-272 0,6-4 121 0</inkml:trace>
  <inkml:trace contextRef="#ctx0" brushRef="#br0" timeOffset="43409.49">9481 2982 165 0,'-2'-2'257'15,"2"-3"9"-15,0 5 2 0,-3-7-13 0,3 7-6 16,0-5-9-16,0 5-5 0,-1-3-13 0,1 3-22 15,0 0-14-15,-2-4-25 0,2 4-22 0,0 0-16 16,0 0-15-16,0 0-20 0,0 0-26 0,0 0-11 16,0 0-18-16,0 0-4 0,4 19-5 0,0-2 7 15,-4 0-13-15,1 6-1 0,2-2 39 0,-3 5-11 16,4 1 2-16,-6-3-9 0,4-3 1 0,0-2-7 16,-1-1 1-16,2-1-7 0,1-5-14 0,-3 0 14 15,-1 0-1-15,1-7-5 0,-1 2 3 0,3-1 10 16,-2-2 16-16,2 1 19 0,-2-2 70 0,-1-3 41 15,0 4 32-15,0-4-16 0,0 0-21 0,10-12-19 16,-6 0-12-16,5-2-13 0,0-2-17 0,1-2-10 16,3-7-12-16,4 2-9 0,-5-1-9 0,1 2-12 15,-1 7-4-15,-6 0-6 0,1 7-5 0,-2-1-7 16,-2 4-17-16,1 1 2 0,-1 0-14 0,-1 3-39 16,-2 1-35-16,4-1 5 0,-4 1 5 0,12 10 6 15,-5-1 4-15,0 5 3 0,0 0-7 0,1 5 18 16,1-2 5-16,4 7 0 0,-8-5 1 0,1 5 8 15,3-5 4-15,-5-3-1 0,0 2-1 0,1-2-6 16,-2-7-3-16,-2 0 0 0,0-4-2 0,2 0 10 16,-2 2 13-16,4-4 28 0,-5-1 46 0,0-2 33 15,0 0 5-15,0 0-7 0,9-8-14 0,-1 2-10 16,-3-6-13-16,4-5 1 0,1 0-8 0,0-5-7 16,4-2-10-16,-1 1-1 0,1-2-8 0,-4 8-2 15,-1-1-4-15,-2 7-6 0,-1 1 3 0,2 3-4 16,-6 2-5-16,3-2-1 0,-2 4-10 0,0-1-4 15,0 1-10-15,-3 3-12 0,5-3-12 16,-5 3 3-16,0 0-4 0,13 7 1 0,-4-2-1 0,1 3-6 16,-1 0-4-16,2 0-5 0,0 2-23 0,2 2-23 15,-3-3-24-15,3 2-45 0,-3-4-46 0,0 3-46 16,-1-4-53-16,0 0-59 0,3 0-399 0,-2-2-831 16,-2-4 368-16</inkml:trace>
  <inkml:trace contextRef="#ctx0" brushRef="#br0" timeOffset="43858.98">10340 3030 361 0,'2'-3'380'15,"-2"3"0"-15,4-6-18 0,-3 4 4 0,-1 2-7 16,4-4-23-16,-4 4-31 0,0 0-31 0,0 0-27 16,0 0-25-16,0 0-25 0,5-1-25 0,-5 1-29 15,0 0-23-15,0 0-23 0,0 0-12 0,0 9-9 16,0-2-9-16,0 3-9 0,-1 3-11 0,-2 4-3 15,2 0-17-15,-1 9 15 0,-1-8-6 0,-1 3-3 16,0 3-2-16,1-6-2 0,0 1-6 0,1 2 3 16,2-4-8-16,2-5 2 0,-2 2-6 0,0-2-11 15,0-2 16-15,0-3-6 0,1-1 8 0,1-2-2 16,0 3 2-16,-1-4 10 0,3-1 4 0,3-2 3 16,3 0-1-16,4-1-3 0,5-1-7 0,-1-3-5 15,1 0 5-15,2 0-13 0,4-3-20 0,-4 2-26 16,-2-1-26-16,3-1-34 0,-1 0-41 0,-3 1-40 15,-3 0-38-15,-3 2-36 0,2-1-43 0,-4 1-52 16,1-1-287-16,-5 0-682 0,-1 1 301 0</inkml:trace>
  <inkml:trace contextRef="#ctx0" brushRef="#br0" timeOffset="44213.03">10649 3184 150 0,'0'0'362'0,"0"0"-1"0,-1-7-1 16,1 7-10-16,0 0 14 0,0-4 3 0,0 4-2 15,0 0-12-15,-3-4-15 0,3 4-21 0,0 0-25 16,0 0-26-16,0 0-29 0,0 0-25 0,0 0-23 0,0 0-24 16,0 0-22-16,0 0-25 0,0 0-25 0,0 0-28 15,0 0-8-15,0 13-6 0,0-2-7 16,-1-1-6-16,-2 7-4 0,3 2-7 0,0 1-1 16,0 5-1-16,0 0 0 0,0 0-4 0,0-6-1 15,0 2-3-15,3-2-9 0,-2-2 7 0,2 0-2 16,-3-5 2-16,1 1-2 0,-1-3-5 0,1-1 3 15,-1-3 1-15,1 0-1 0,-1-1 3 0,2-1-3 16,-1-1 3-16,-1-3 3 0,3 7 10 0,-3-7 9 16,0 4 8-16,0-4 6 0,2 3 5 0,-2-3 3 15,0 0 4-15,0 0-1 0,0 0-7 0,0 3-3 16,0-3-3-16,0 0-6 0,0 0-6 0,0 0-5 16,0 0 2-16,0 0-11 0,0 0-8 0,0 0-25 15,0 0-23-15,0 0-25 0,0 0-31 0,0 0-28 16,0 0-40-16,0 0-39 0,0 0-46 0,0 0-46 15,0 0-44-15,0 0-89 0,0 0-376 0,0 0-864 16,0 0 383-16</inkml:trace>
  <inkml:trace contextRef="#ctx0" brushRef="#br0" timeOffset="44404.01">10908 3455 382 0,'0'0'398'0,"10"0"-16"0,-10 0-8 0,0 0-18 15,0 0-24-15,7 1-29 0,-7-1-32 0,0 0-31 16,0 0-40-16,4 6-3 0,-5-1-21 0,-1 1-17 16,1 4-11-16,-6 1-10 0,-1 2-14 0,0 4-13 15,-1-4-29-15,-5 1-45 0,1 5-44 0,-6-1-71 16,0 0-91-16,-5-1-150 0,-6-7-321 0,1-1-693 16,2-9 307-16</inkml:trace>
  <inkml:trace contextRef="#ctx0" brushRef="#br0" timeOffset="45460.07">11293 3088 162 0,'0'-7'358'0,"0"3"-11"0,0 4-13 16,-1-3-19-16,1 3-23 0,-3-4-39 0,3 4-22 15,0 0-29-15,0 0-23 0,0 0-23 16,0 0-26-16,0 0-16 0,0 0-6 0,9 14-15 0,-6-4-10 16,1 4-8-16,0 0 2 0,-1 3-17 0,1 3-10 15,0-2 37-15,-2 5-11 0,2-2-6 0,-1-3-6 16,-2-1-10-16,0-1-3 0,1-4-1 0,0-4-7 15,-2 2-5-15,2-3-6 0,0-1 5 16,-1-1 13-16,2 0 18 0,-2-2 34 0,2 0 46 16,-3-3 46-16,0 0 4 0,0 0-23 0,6-10-15 15,-1 2-17-15,2-4-13 0,4-4-14 0,1 1-10 0,1-11-12 16,4 3-10-16,-3-1-7 0,4-3-11 0,1 3-6 16,-3 3-5-16,-5 5-9 0,-2 1 2 0,-1 8-6 15,-3-4-4-15,4 4-11 0,-5 0-4 16,-1 3-7-16,0 1-24 0,0-2-23 0,-3 5-6 15,0 0-4-15,12 8-4 0,-5 1 3 0,-1 0 5 16,2 7 5-16,-2 1 2 0,2-1 2 0,-3 3-1 0,3 6 8 16,1-1 3-16,-2 0 0 0,-3-2 3 0,1-2 2 15,-1-4 2-15,-1 1 2 0,-1-7-2 16,2 0 1-16,-4-3 5 0,4-1 6 0,-3-1 2 16,0-1 14-16,-1 0 37 0,0-4 35 0,2 4 32 15,-2-4-6-15,0 0-14 0,6-11-12 0,-1 1-11 16,0-2-6-16,3-3-9 0,0-4-6 0,3-8-8 15,3 3-5-15,0-5-5 0,-5 7-7 0,8-3-2 16,-11 9-5-16,3 4 4 0,-1 1-7 0,-3 3-3 0,-1-1-13 16,-2 4 0-16,1-1-12 0,-2 4-27 15,3 0-24-15,-4 2 7 0,9 7-3 0,-4-3-1 16,1 4 6-16,2 5 0 0,1 3 10 0,2-2 4 16,0 6 4-16,0-3 1 0,-2 0 3 0,4 0-14 0,-3-2-22 15,-1-2-33-15,0-5-43 0,-1 5-15 16,-2-6-41-16,3-1-54 0,0-1-59 0,-2-5-95 15,-7 0-434-15,12-2-904 0,-3-5 400 0</inkml:trace>
  <inkml:trace contextRef="#ctx0" brushRef="#br0" timeOffset="46709.9">12313 3096 75 0,'-7'-2'251'0,"7"2"-10"0,0 0-14 0,-5-2-11 16,5 2-12-16,0 0-5 0,0 0-6 0,0 0 1 16,-5-1-1-16,5 1-16 0,0 0-8 0,0 0-16 15,0 0-18-15,0 0-9 0,14-4-17 16,-4 1-9-16,7-1-11 0,5 3-12 0,6-3-2 16,-1 0-7-16,2-1-6 0,-1 1-20 0,0 0-19 15,-8 3-12-15,1-1-15 0,-2 2-18 0,-7-2-16 0,-2 2-22 16,-2 0-12-16,-2 0-17 0,-2-3 2 0,-4 3 3 15,0 0 5-15,-18 7 5 0,5-6 10 16,-6 0 0-16,-11 2 9 0,-1 1 5 0,0-1 5 16,1-1 8-16,-1 1 1 0,0 0 6 0,-1-1 12 15,2 0 16-15,3 1 10 0,7 0 11 0,1-3 4 16,8 1 0-16,-1 0-3 0,5 1-4 0,0 0 2 0,2-1-5 16,0-1 0-16,5 0-1 0,-9 0 2 0,9 0 6 15,-5 5 2-15,1-4 4 0,4-1 4 16,-4 1-4-16,4-1 11 0,0 0 11 0,0 0 8 15,0 0 4-15,12 12 4 0,-3-11 2 0,1 5 3 16,2-3-8-16,7 4 12 0,1 1-4 0,3 1-1 16,5 0 2-16,-1 3 0 0,1-3-8 0,0 5 0 15,-1-2-8-15,2 2-3 0,-4 0-2 0,-1 1-27 16,-4 2 28-16,-2-3-21 0,-5-2-14 0,2 4-14 16,-7-2-10-16,0 0-3 0,-7 0-9 0,-1-2 3 15,-8 4 6-15,-1-2-4 0,-6 1-3 0,-6 1-2 16,-5-3 14-16,0-1 1 0,-2-2-3 0,6-3 3 15,2-2 8-15,2-1 15 0,-1-2 13 0,6 1 22 16,2-1 29-16,-1-2 36 0,7 0 37 0,-3 0 19 16,2 2 22-16,6-2 5 0,-6-3-21 0,6 3-26 15,-3-4-13-15,3 4-22 0,5-8-11 0,0 5-14 16,4-3-14-16,0 2-6 0,0 0-6 0,1 1-10 16,3-3-9-16,5 4-25 0,-5-2-26 0,5 1-25 15,-6 0-34-15,6 1-34 0,-5 0-54 0,2 0-69 16,-2 1-73-16,-1-2-102 0,-1-1-384 0,-2 4-842 15,-2-3 372-15</inkml:trace>
  <inkml:trace contextRef="#ctx0" brushRef="#br0" timeOffset="46942.02">12931 3433 78 0,'0'0'381'0,"1"2"-30"16,-1-2-36-16,0 0-39 0,4 3-27 0,-4-3-25 15,0 0-30-15,4 1-36 0,-4-1-8 0,0 6-12 16,0-6-16-16,-5 10-13 0,1-2-7 0,-2 0-13 16,-1 2-7-16,-7 2-23 0,3-2-21 0,-2 4-35 15,-1-1-41-15,-3 2-35 0,-2-4-57 16,4-1-81-16,-7-1-234 0,7-4-481 0,1-2 213 0</inkml:trace>
  <inkml:trace contextRef="#ctx0" brushRef="#br0" timeOffset="47412.03">13437 3173 339 0,'0'0'351'16,"0"0"-18"-16,0 0-25 0,0 0-25 0,0 0-28 15,0 0-28-15,0 0-31 0,0 0-42 0,9-2-59 16,-9 2-49-16,18-3-57 0,-8 0-59 0,8 0-73 0,1 0-73 16,0-1-143-16,9-2-386 0,-7 1 170 0</inkml:trace>
  <inkml:trace contextRef="#ctx0" brushRef="#br0" timeOffset="47553.96">13914 3147 135 0,'0'0'308'0,"5"1"-35"0,-5-1-25 16,0 0-27-16,10-4-17 0,-6 2-25 0,1 2-21 16,3-3-45-16,2 2-42 0,3-2-58 0,5-1-83 15,2 0-97-15,-1 0-114 0,8-3-305 0,1-3 134 16</inkml:trace>
  <inkml:trace contextRef="#ctx0" brushRef="#br0" timeOffset="47780.01">14371 3104 227 0,'8'2'248'0,"-8"-2"-26"16,11-1-20-16,-11 1-26 0,20-5-25 0,-9 4-40 15,4-2-35-15,3 1-38 0,0 0-30 0,4-1-31 16,-3 2-20-16,0 0-3 0,2-2-11 0,-9 3 14 15,0 0 6-15,-2-3 5 0,-3 2 22 0,-7 1 29 16,11-1 29-16,-11 1 13 0,9 0 6 0,-9 0 5 16,0 0-4-16,11 0-4 0,-11 0-9 0,0 0-7 15,0 0-5-15,10 1-2 0,-10-1-12 16,0 0-17-16,5 4-63 0,-5-4-82 0,6 3-136 16,-6-3-291-16,0 0 129 0</inkml:trace>
  <inkml:trace contextRef="#ctx0" brushRef="#br0" timeOffset="48708.66">16689 2888 58 0,'3'-5'268'0,"-2"0"-9"0,-1 0-11 16,1 1-1-16,3 0-10 0,-4 1-6 0,0 3-15 0,0-7-12 15,0 4-10-15,0 3-15 0,3-4-19 16,-3 4-18-16,-7-4-18 0,5 2-15 0,2 2-16 15,-18 2-7-15,5 0-10 0,-6 0-7 0,-8 5-9 16,0 2-11-16,-1 1-3 0,-1 4-6 0,-2 3-4 16,0-2-3-16,2 3-6 0,0 4 1 0,2-1-4 15,0 4-3-15,4-5 0 0,3 1-2 0,7-5-5 16,0-2 0-16,3 3 2 0,2-3-12 0,3-5-13 16,0 1 7-16,2-5 1 0,1 1 4 0,-2-2 6 15,4 1 12-15,0-5 10 0,10 5 7 0,-10-5 9 16,21-3-11-16,-7 0 13 0,4-1 8 0,1-4 7 15,2 1 1-15,7-2-9 0,-4-1 12 0,-4 1-8 16,-1 1-9-16,-1-2 4 0,-3 1 1 0,-2 4-8 16,1 0-6-16,-4 2-6 0,-2 2-1 0,0 0-10 15,-2-1-8-15,-6 2 4 0,16 0-32 0,-8 0 27 16,3 3 2-16,-2 2-2 0,1 3-3 0,0-3-7 16,0 6-1-16,2-4 0 0,-1 0-5 0,-2 2-6 15,4-1-27-15,0 4-42 0,-4-5-13 0,2 2-41 16,2 1-49-16,-5-2-45 0,3-3-69 0,-3-1-321 15,0-2-663-15,-8-2 294 0</inkml:trace>
  <inkml:trace contextRef="#ctx0" brushRef="#br0" timeOffset="49074.98">16835 2951 230 0,'1'-7'423'15,"-1"7"-26"-15,3-6-20 0,-3 6-43 16,0 0-34-16,0 0-23 0,6-4-40 0,-6 4-25 16,0 0-23-16,0 0-22 0,0 0-17 0,24 10-31 15,-12-6 4-15,-6 3-13 0,4 1-8 0,1 4-31 16,-1 0 5-16,0 2 0 0,-1 0-18 0,-1-1-3 0,-4 0 1 16,2 5-24-16,-2-1 17 0,-4-2-9 0,1 2-26 15,-1-7 20-15,4 2-5 0,-5-3-9 16,-2 1-4-16,3-3-3 0,0 0 2 0,0-2-2 15,0-5 15-15,0 7 25 0,0-7 23 0,0 5 44 16,0-3 37-16,0-2 32 0,0 0 11 0,0 0-19 16,0 0-19-16,5-14-21 0,-2 5-17 0,2-4-10 15,3-2-13-15,0-3-12 0,4-6-27 0,2 1-15 16,0 2-19-16,-2 4-26 0,4-2-25 0,-3 4-27 16,-2 1-37-16,1 7-50 0,6-3-41 0,-4 0-77 15,4 3-55-15,0 4-48 0,2-1-61 0,-1 2-327 16,-1-1-807-16,1 3 358 0</inkml:trace>
  <inkml:trace contextRef="#ctx0" brushRef="#br0" timeOffset="49492.85">17310 3104 104 0,'-1'2'298'16,"1"-2"1"-16,-3 3 16 0,3-3-2 0,0 0 8 15,0 0-6-15,0 0-18 0,0 0-28 0,0 0-24 16,0 0-29-16,21-1-27 0,-11-4-12 0,8-2-18 15,9-1-14-15,-3-3-17 0,2 1-11 0,1-2-14 16,-1-2-13-16,2 1-7 0,2-1-9 0,-7-1-6 16,4 0-11-16,-3-4-2 0,0 4-12 0,-3-1-3 15,0-1-10-15,-9 5 6 0,-2-3-7 0,0 5 0 16,-5-4 3-16,-1 2-2 0,0 2-3 0,-4 1-5 16,-4-1 1-16,0 5-7 0,-7-2-3 0,-1 3-3 15,-5 1-4-15,-10 3 1 0,-1 4-3 0,-3 3-2 16,0 1-2-16,0 3-1 0,2 2-2 0,4 3-4 15,0 1 6-15,4 3-3 0,7 2 1 16,-2-2 3-16,5 3 0 0,4-1-2 0,5-1 1 16,4-1 4-16,6-3 9 0,8 3 4 0,6 2 4 0,5-5-2 15,8-3 3-15,16 1 9 0,5-6-3 0,-1 2 15 16,0-4 11-16,1-5 7 0,-1 2 4 0,-19-6-1 16,0 4 4-16,-2-4 10 0,-7 1 11 0,-9 1 14 15,-5 0 12-15,-3 0 11 0,-4-1-3 16,2 1 6-16,-3 0-3 0,-5 0-7 0,10-1-7 15,-6 0-17-15,-4 1-15 0,0 0-34 0,8 0-41 0,-8 0-52 16,0 0-71-16,0 0-82 0,0 0-118 0,0 0-85 16,0 0-119-16,-22 4-315 0,22-4-909 0,0 0 402 15</inkml:trace>
  <inkml:trace contextRef="#ctx0" brushRef="#br0" timeOffset="51341.99">20120 2791 69 0,'-6'-2'229'0,"2"0"-21"15,-2-1-20-15,-1 0-20 0,-2 2-16 0,-5-2-16 16,1 3-11-16,-6 0-14 0,1 4-10 0,-1-1-3 16,-1 0-5-16,-1 1-8 0,1 1-1 0,-7 2-6 15,5 0 0-15,-1 3-9 0,-4 0-4 0,7-1-5 16,1-1-7-16,2 1-7 0,-1 1-4 0,4 0-5 15,-1 2-4-15,6-3-2 0,1-1-2 0,2 1-5 16,1-2-2-16,1-1 9 0,4 1 3 0,1-2 9 16,3 2 2-16,6-2 10 0,-2-1-3 0,7-1-8 15,5-2 7-15,8-1-4 0,0-3-5 16,0-2 1-16,-1-2-3 0,2-3 7 0,-5 1 5 0,2-2 7 16,-3-4 11-16,-5 4 5 0,1-6 8 0,0-2 0 15,-4-3-3-15,-3 1-2 0,0-6-13 0,0 0 3 16,-7-5-9-16,3 1 8 0,1-5 7 0,-9 1-1 15,4 2 18-15,-2 2 23 0,-4 1 7 0,0 5 7 16,0 7-5-16,0 1 16 0,2 5 2 0,-2 0 3 16,2 4-14-16,-2-1-14 0,0 4-11 0,2 0-14 15,-1 0-17-15,1 0-45 0,0 5-43 0,-4-4-48 16,4 4-20-16,0 0 6 0,0 0 6 0,-2 22 8 16,0-5 2-16,2 11 8 0,-2-1 6 0,2 2 7 15,0 0 10-15,0 4-1 0,2-3 4 0,6 1-1 16,-1 2 3-16,1-1 8 0,1-2 5 0,3-1 5 15,-1-3-6-15,2-2 1 0,6-2 7 16,-10-7-6-16,5-1 13 0,-4 0-6 0,6-4 4 16,2-2 0-16,-1-3-3 0,0-1 1 0,2-1 4 0,3-3-16 15,-3 0 22-15,3-7-12 0,-4 2 4 0,0-3 5 16,1-1 0-16,-5-3 20 0,1 0-1 0,-2-1 12 16,0 1 5-16,0 0 14 0,-4-2 6 0,-3 4 13 15,2 0 7-15,-3 1 12 0,0 1 4 16,-1 3 2-16,0 1-2 0,-1-3-12 0,0 4-6 15,-2-1-14-15,2 1-9 0,-3 3-12 0,4-5-16 0,-4 5-21 16,2-2-28-16,-2 2-9 0,0 0-1 0,0 0 5 16,3 10-1-16,-3-6-1 0,2 5 7 0,-4-1 3 15,4 2 3-15,-2-3 1 0,0 2 3 16,0 1 0-16,0 1 3 0,0-2-5 0,2 0-7 16,0 0-16-16,-2-2-11 0,0 0-24 0,0-1-11 15,0-3-6-15,0-3-10 0,1 6 3 0,-1-6-16 16,0 7 7-16,0-7-18 0,0 0-15 0,0 0-83 0,0 0-67 15,0 0-59-15,-12-16-308 0,5 4-708 16,2-2 314-16</inkml:trace>
  <inkml:trace contextRef="#ctx0" brushRef="#br0" timeOffset="51488.02">20530 2583 42 0,'0'-12'381'0,"0"9"20"0,-1-5-25 0,2 2 14 15,-2 0-29-15,1 2-32 0,0 4-36 0,0-5-26 16,0 5-37-16,0-5-26 0,0 5-29 0,0 0-64 15,3-4-34-15,-3 4-32 0,0 0-33 0,0 0-43 16,11 7-40-16,-6-2-55 0,-1 0-60 0,1-1-74 16,-1 0-244-16,0 0-545 0,-4-4 241 0</inkml:trace>
  <inkml:trace contextRef="#ctx0" brushRef="#br0" timeOffset="51908.02">20948 2587 31 0,'0'0'232'15,"0"0"-19"-15,0 0-26 0,0 0-14 16,0 0-23-16,0 0-17 0,0 0-14 0,0 0-16 15,0 0-10-15,0 0-9 0,-5 6 2 0,4 1-4 16,-3-2-4-16,-5-1-6 0,1 6-5 0,1 0-5 16,-4-2-7-16,-2 3-4 0,-3 4-6 0,5-3-6 15,-1 0-7-15,3 2 1 0,-1-5-4 0,5 2-1 16,0 0-3-16,1 0 0 0,1 1-4 0,7-1 1 16,-1-1 1-16,-1 1 1 0,6-2 0 0,2 0-1 15,4 1 2-15,3 0 0 0,0-1-5 0,3-4-2 16,-2 3-4-16,0-2-1 0,-5 0-1 0,-1-2 1 15,-3-1-5-15,-1 0-2 0,-2-1 0 0,-1 0-1 16,-1-2-4-16,0 1 2 0,-4-1 0 0,1 6 4 16,-1-6-1-16,-9 3-1 0,-5 1 1 0,0-4 0 15,-5 1-6-15,1-1-19 0,-4 0-30 0,-6 0-28 16,4 2-46-16,6-4-30 0,-2 2-64 0,-2-5-121 16,5 0-367-16,2-2 163 0</inkml:trace>
  <inkml:trace contextRef="#ctx0" brushRef="#br0" timeOffset="52257.97">21305 2411 167 0,'-2'-8'432'0,"1"1"-19"0,-1 0-20 0,-2 3-28 15,0-1-40-15,4 2-38 0,-2-1-33 16,2 4-27-16,-3-4-37 0,3 4-31 0,0 0-10 16,0 0-25-16,3 12-16 0,-1 1-7 0,4 2-10 15,-2 7-12-15,1 2-8 0,0 8-7 0,-1-2-5 16,0 1-2-16,2 2-5 0,-2 0-10 0,-1-1-2 16,-1-3 1-16,4-1-10 0,-4-3-3 0,1-3 3 15,1 2-5-15,-2-9-3 0,-1 1 2 0,2-4-2 16,-2-2-4-16,-2-3-2 0,2 1-14 0,0-4-13 15,-2 1-6-15,1-5 6 0,0 8-8 0,0-8-2 16,1 4-14-16,-1-4-13 0,0 0-61 0,0 0-58 16,0 0-61-16,-17-11-50 0,11 5-68 0,-1-3-195 15,-1-1-585-15,2-2 259 0</inkml:trace>
  <inkml:trace contextRef="#ctx0" brushRef="#br0" timeOffset="52493.68">21215 2685 59 0,'0'0'244'0,"-7"1"-4"0,7-1-12 0,-8 1-3 16,8-1-4-16,0 0 1 0,0 0-3 0,0 0-16 15,-8 0-12-15,8 0-11 0,0 0-14 0,0 0-10 16,19-3-7-16,-3 1-22 0,4 0-11 0,11-1-15 16,0-2-4-16,-1 2-12 0,0-1-9 0,0 2-4 15,-3-2-6-15,-4 1-12 0,-5 1-2 16,1 1-9-16,-10-1 2 0,5-1-11 0,-6 3 1 15,-2-2-3-15,1 2-13 0,-2 0-16 0,-5 0-21 0,7-3-28 16,-4 1-39-16,-3 2-39 0,0 0-44 0,0 0-37 16,0 0-46-16,0 0-227 0,-13-7-516 0,11 4 228 15</inkml:trace>
  <inkml:trace contextRef="#ctx0" brushRef="#br0" timeOffset="52807.94">21763 2627 380 0,'0'0'461'15,"2"-5"-4"-15,-2 5-12 0,2-5-15 0,-2 5-27 16,2-1-33-16,-2 1-36 0,0 0-33 0,0 0-32 16,0 0-31-16,0-7-27 0,0 7-25 0,0 0-28 15,0 0-23-15,0 0-23 0,0 0-18 0,0 0-11 16,1 13-12-16,0-8-4 0,1 2-9 0,-1 1-5 15,0 1-1-15,0 3-7 0,1-2-2 0,-1 1-6 16,1-1-5-16,0 1-3 0,-1 2-17 0,0-6-22 16,0 5-14-16,1-4-14 0,-2-1-23 0,1-1-28 15,-1 0-15-15,0-1-15 0,1 0-6 0,-1-3 8 16,0-2 10-16,2 6 3 0,-2-6 14 0,0 0-9 16,0 0-46-16,0 0-66 0,0 0-55 0,-14-12-36 15,9 1-45-15,-5-3-188 0,1-1-579 0,-2-9 255 16</inkml:trace>
  <inkml:trace contextRef="#ctx0" brushRef="#br0" timeOffset="52948.03">21725 2480 252 0,'0'-6'313'0,"0"1"14"15,3 0 3-15,-2 1-12 0,-1 4-29 0,-1-5-23 0,2 2-39 16,-1 3-17-16,0 0-20 0,1-3-29 0,-1 3-44 16,0 0-15-16,0 0-37 0,0 0-21 0,0 0-37 15,13 8-38-15,-9-3-44 0,1 2-51 16,1 0-64-16,-1 1-70 0,-2 0-163 0,1-2-458 15,0-2 203-15</inkml:trace>
  <inkml:trace contextRef="#ctx0" brushRef="#br0" timeOffset="53342.21">21985 2590 57 0,'0'0'449'15,"0"0"-22"-15,0 0-29 0,0 0-37 0,0 0-40 16,0 0-27-16,7-2-39 0,-7 2-31 0,0 0-27 16,5 3-30-16,-5-3-19 0,0 7-7 0,0-3-24 15,2 1-6-15,-2 2-14 0,0 0-7 0,-2 3-10 16,2 0-9-16,0 0-6 0,0 2-5 0,-1-2-8 16,1 2-8-16,0-3 1 0,0 1-4 0,0-3-11 15,-1 2 2-15,2-5-1 0,-1 2-10 0,0-1 6 16,0-2 7-16,0-3 3 0,1 5 13 0,-1-5 33 15,0 0 32-15,0 0-9 0,0 0-12 0,0 0-5 16,12-11-15-16,-7 4-6 0,5 0-4 0,-1-4-12 16,-1 2-1-16,3-4-2 0,2 0-6 0,-7 4-11 15,4 1 3-15,-3 4 3 0,-4-3-5 16,0 4 1-16,4-2-7 0,-6 3-3 0,4-1-10 0,-1 1-9 16,1-1-10-16,-5 3-10 0,0 0-5 0,12 5-5 15,-7 0-3-15,0 0-12 0,0 0-24 0,5 4-26 16,-3-1-51-16,-1 4-45 0,2-3-52 0,1 1-62 15,-2-1-75-15,-2-2-322 0,1 1-753 16,-3-5 333-16</inkml:trace>
  <inkml:trace contextRef="#ctx0" brushRef="#br0" timeOffset="53974.45">22468 2636 208 0,'0'0'290'0,"-2"-6"-23"0,2 6-15 16,0 0-21-16,0 0-23 0,0 0-25 0,7-4-26 15,0 3-22-15,-2 1-17 0,6-3-23 0,0 2-15 16,3-3-18-16,5 4-13 0,-2-1-11 0,2-2-6 16,2-2-3-16,-6 0-1 0,-2 2-3 0,-1-5-4 15,-1 4 2-15,-1-1 1 0,1-2 11 0,-3 1 0 16,-1-1 11-16,-2 0 5 0,0 3 5 0,-3-1 9 15,1 0-13-15,-2 0-2 0,-1-1-14 0,-2 2 0 16,-2 3-9-16,-4 0-2 0,-2-1-6 0,-3 4-4 16,-4 0-1-16,0 1-3 0,-4 4-1 0,-4 2-3 15,4 1 4-15,-1 4-5 0,3-4 0 0,4 1-5 16,0 3 3-16,-1 0-4 0,5 1 2 0,0-1 1 16,3-2 2-16,3 3 2 0,1-5-2 0,2 3 2 15,5-1 0-15,1-1 5 0,6-1-1 0,5 1 11 16,4-3-3-16,12 2 3 0,2-3-2 0,3-2-4 15,4-1 0-15,-1-4-2 0,-4 0 0 0,-1-4 11 16,1-1-14-16,-6-3 1 0,-3-1 3 0,-2-3-5 16,-7 4 10-16,3-12-8 0,-4 2 2 0,-6-1 9 15,-4-8 5-15,3-2 19 0,-4-1 1 16,0-5 19-16,-1 1 21 0,1-14 16 0,-4 15 17 16,2-2 34-16,-2 5 19 0,-2 2 9 0,1 4 6 15,1 7 2-15,-1 4-6 0,0 5-8 0,0 0-23 0,0 4-18 16,0-2-18-16,0-1-37 0,0 4-44 0,0 3-53 15,0 0-13-15,0 0 1 0,-1 16 2 16,-3-4 8-16,2 7-3 0,-1 9 1 0,-1 2 4 16,1 2 5-16,1-2 7 0,2 4-5 0,0 0 0 15,0 0 5-15,5-4-1 0,-4-2 1 0,3-7 1 16,-4-2 2-16,0-1 3 0,4-1 2 0,-3-8-3 16,3 3-13-16,-4-3-7 0,4-3-2 0,-4-1 5 0,0-1-3 15,0 0 5-15,1-2 8 0,2 2 2 16,-3-4 3-16,0 4-14 0,0-4-18 0,0 0-81 15,0 0-85-15,0 0-74 0,0 0-66 0,0-21-77 16,0 11-265-16,-4-2-737 0,4-4 326 0</inkml:trace>
  <inkml:trace contextRef="#ctx0" brushRef="#br0" timeOffset="54272.01">22860 2470 47 0,'-10'1'280'16,"10"-1"-8"-16,-8 1-9 0,8-1-5 0,-8 0-2 16,8 0 1-16,0 0 4 0,0 0-12 0,0 0-10 15,0 0-9-15,0 0-1 0,0 0-50 0,0 0-9 16,34-8-7-16,-1 6-28 0,6-3-9 0,11-2-11 16,4-2-11-16,0 5-8 0,-1-2-10 0,0-5-17 15,-1 0-9-15,-14 8-4 0,-1-2 5 16,-5 0-27-16,-4-2 15 0,-11 5-6 0,-3 0 0 0,-4 1-8 15,1-2 5-15,-6 2 1 0,2-2-6 0,0 3-10 16,-3-1-8-16,-4 1-32 0,0 0-20 0,0 0-41 16,0 0-34-16,0 0-26 0,0 0-24 0,-23 4-27 15,12 0-25-15,6-1-22 0,-5-1-27 16,1 3-46-16,-2 2-175 0,4-6-522 0,-3 3 231 16</inkml:trace>
  <inkml:trace contextRef="#ctx0" brushRef="#br0" timeOffset="54508.21">23439 2701 397 0,'0'3'464'0,"0"-3"-22"16,0 0-34-16,0 0-30 0,0 0-42 0,1 3-34 16,-1-3-42-16,0 0-54 0,0 0-104 0,0 0-137 15,0 0-210-15,0 0-258 0,0 0-544 0,9-11 241 16</inkml:trace>
  <inkml:trace contextRef="#ctx0" brushRef="#br0" timeOffset="57293.09">4076 5366 42 0,'0'0'164'16,"0"0"-10"-16,0 0-2 0,0 0-12 0,0 0-3 0,0 0-3 15,0 0-8-15,0 0-10 0,0 0 2 0,0 0-11 16,0 0-11-16,0 0-7 0,0 0-8 0,0 0-9 16,0 0-7-16,0 0-8 0,0 0-4 0,0 0-8 15,0 0-3-15,-8 0-8 0,8 0 0 16,0 0-5-16,0 0-5 0,0 0 3 0,0 0-3 0,13-2-3 15,-4 1-2-15,1-4-6 0,4 1 13 0,3-1-6 16,3-1 3-16,-3-3-13 0,3 2 0 0,-1 0-3 16,-1-1 3-16,1 1 0 0,-2-2-4 0,-3 4 2 15,-1-1 13-15,-3-4 12 0,-2 6 7 0,-2-6 18 16,1 6 21-16,-5 0 6 0,2-2-1 0,1 1-7 16,-6 3-3-16,-3-5-7 0,-1 3-11 0,0 0-9 15,-7 3-8-15,-3 0-5 0,-4 2-5 0,-7 3-5 16,-5 1-1-16,-1 3-3 0,1 3-6 0,-4 0-1 15,-2 6 0-15,-8 8-3 0,3 1-3 0,14-6-2 16,-1 4 0-16,-1 0 0 0,-4 10-25 0,12-9 5 16,3 3 1-16,2 2-2 0,2-4 3 0,5 3 6 15,2-3 1-15,6-6-1 0,3 0 2 0,2 2 2 16,5-4 5-16,1 0 8 0,10-2-2 0,-2-3 3 16,3-4 3-16,11-1-3 0,1-4 1 0,5-2 3 15,3-3-2-15,-3 0-2 0,1 1-3 0,2-4 1 16,-7 1-3-16,-2 1 1 0,-3-1 0 0,-9 0-3 15,-5 2 17-15,-1 0 13 0,-3-2 27 0,-4 2 6 16,1 1 13-16,-1-3 8 0,-1 2 7 0,-5 1-1 16,8 0-5-16,-8 0-11 0,0 0-7 0,0 0-17 15,6-1-8-15,-6 1-27 0,0 0-22 0,0 0-38 16,0 0-42-16,0 0-41 0,0 0-31 0,-22 1-34 16,12 0-41-16,4-1-33 0,-2 3-264 0,1-2-570 15,0-1 252-15</inkml:trace>
  <inkml:trace contextRef="#ctx0" brushRef="#br0" timeOffset="57493.99">4623 5649 185 0,'0'0'436'0,"0"0"-7"0,0 0-20 0,9 0-17 0,-9 0-30 16,0 0-35-16,0 0-31 0,0 0-26 0,0 0-31 15,5 2-37-15,-5-2-41 0,0 0-40 0,0 0-57 16,0 0-48-16,0 0-57 0,0 0-91 0,0 0-112 16,7-5-104-16,-3 1-176 0,0-2-568 0,0-1 251 15</inkml:trace>
  <inkml:trace contextRef="#ctx0" brushRef="#br0" timeOffset="57958.16">4942 5349 108 0,'0'-3'424'0,"0"3"-14"0,-2-7-15 0,2 7-24 16,-2-4-24-16,2 4-22 0,0 0-40 0,0 0-29 16,-1-4-27-16,1 4-28 0,0 0-28 15,0 0-37-15,0 0-40 0,0 0-20 0,0 0-11 0,3 12-6 16,0-3-9-16,0 3-11 0,2-1-1 0,0 6-9 15,-1-2 1-15,1 3-8 0,0 7 1 0,2 1-12 16,-5-3 7-16,2-3-14 0,3 3 13 0,-5-3-6 16,2-2 3-16,-3 0 6 0,4-1-11 0,-2-1 5 15,-3-4-11-15,1-2 7 0,-1-2-1 0,3-3-3 16,-3 0 1-16,1 2-1 0,0-5 19 0,-1 1 34 16,0-3 50-16,0 5 43 0,0-5 24 0,0 0-14 15,0 0-19-15,-6-11-8 0,3 0-15 0,-2-6-16 16,-2 2-10-16,3-11-9 0,-4-1-4 0,3-2-4 15,-4-7-14-15,0-1-5 0,1-12-11 0,4 1-1 16,-1 0-9-16,4 14-1 0,-2 1-4 0,1 3 0 16,2 4 5-16,0 0 4 0,0 9 4 0,2 6-2 15,1-3-5-15,-3 2-5 0,3 2-7 0,0 2-4 16,0 2-8-16,6-1-11 0,1 2-17 0,-1 0-22 16,9 0-30-16,2 3-32 0,1 2-32 0,8 2-23 15,-1 1-43-15,0 4-31 0,-2 0-37 0,1 3-39 16,-4 2-51-16,-1-2-56 0,-7-1-302 0,-1 2-771 15,0 0 341-15</inkml:trace>
  <inkml:trace contextRef="#ctx0" brushRef="#br0" timeOffset="58171.99">4974 5477 180 0,'-5'2'276'0,"1"0"-2"0,4 1-2 0,0-3-5 16,-5 2-17-16,5-2-12 0,0 0-16 0,0 0-2 15,0 0-24-15,10 4-18 0,-1-7-20 0,13 1-17 16,10-6-12-16,2 3-13 0,5-3-21 0,-1 2-46 16,12-5-62-16,-14 5-79 0,2 1-99 15,-4-2-304-15,1-1-535 0,-3-2 238 0</inkml:trace>
  <inkml:trace contextRef="#ctx0" brushRef="#br0" timeOffset="59032">5362 5636 82 0,'0'0'385'15,"-1"5"4"-15,1-5 8 0,0 0-13 0,0 0-12 16,0 3-13-16,0-3-29 0,0 0-29 0,0 0-29 16,0 0-35-16,0 0-33 0,0 0-40 0,0 0-39 15,0 0-38-15,0 0-53 0,0 0-50 0,0 0-72 16,0 0-79-16,0 0-75 0,13-7-76 0,-5 2-231 16,-1 0-594-16,2-1 262 0</inkml:trace>
  <inkml:trace contextRef="#ctx0" brushRef="#br0" timeOffset="59413.97">6216 5385 320 0,'0'0'341'0,"0"0"-17"0,0 0-17 0,0 0-17 16,-6 0-8-16,6 0-16 0,0 0-21 0,0 0-27 15,0 0-18-15,0 0-26 0,0 0-16 0,0 0-11 16,24-7-23-16,-10 4-17 0,4 1-30 0,5-2-22 16,0 1-22-16,4-4-20 0,-8 4-20 0,3-2-20 15,-2 3-16-15,-2 1-19 0,-1-1-18 0,-6-3-23 16,2 3-24-16,-3 0-17 0,-2 0-30 0,-1 1-29 16,0-1-39-16,-7 2-170 0,0 0-446 0,0 0 197 15</inkml:trace>
  <inkml:trace contextRef="#ctx0" brushRef="#br0" timeOffset="59723.01">6347 5523 132 0,'-3'2'301'0,"3"-2"-8"15,-5 3-9-15,3-1-4 0,2-2-11 0,0 0-1 16,0 0-16-16,0 0-17 0,0 0-17 0,-2 3-13 16,2-3-22-16,0 0-9 0,17 0-9 0,-5-1-26 15,2-1-10-15,8 0-13 0,-4-1-15 0,14-1-8 16,-5 2-8-16,1-3-5 0,1 4-9 0,-7-2-13 16,-2 1-1-16,-2 0-12 0,-4 0-12 0,-2 1 11 15,-2 0-10-15,-2 1-14 0,-1-1 11 0,-3-1 3 16,-4 2-6-16,9 0-15 0,-9 0-37 0,9 0-50 15,-5-1-49-15,-4 1-62 0,0 0-78 0,0 0-98 16,0 0-213-16,0 0-621 0,0 0 275 0</inkml:trace>
  <inkml:trace contextRef="#ctx0" brushRef="#br0" timeOffset="60806.05">8776 5229 35 0,'0'0'245'0,"0"0"-11"0,0 0-11 16,0 0-17-16,0 0-20 0,-3-4-15 0,3 4-22 16,0 0-15-16,0 0-14 0,0 0-11 0,0 0-12 15,0 0-11-15,0 0-6 0,0 0-8 0,0 0 5 16,0 0 4-16,0 0-2 0,0 0-5 0,0 0 2 16,0 0-8-16,0 0-5 0,0 0-11 0,14-4-4 15,-2 1-4-15,-1-1-5 0,4-1-5 0,2 0-5 16,5 0 2-16,-6 0-7 0,1-2-2 0,2 2-2 15,-6 0-1-15,6 0-3 0,-7 0-2 0,0 2-1 16,0-3-1-16,-3 1 0 0,0 2 1 0,-3-1 10 16,-1 1 7-16,-1 2 5 0,0 0 6 0,-4 1 1 15,6-3 8-15,-6 3-8 0,5 0-6 0,-5 0-5 16,0 0-8-16,0 0-6 0,-15 7 0 0,2 0-2 16,-11 8 1-16,-4-1-8 0,0 3 2 0,-3-1-3 0,-1 6-1 15,2-1-2-15,-10 13 1 0,3-5-3 16,9-3-3-16,2 1 4 0,-2-1-3 0,5 0 1 15,1-1-3-15,4 1 1 0,7-3 1 0,-1-2-2 16,7-3 1-16,3-2 8 0,0 1 7 0,5-2 7 16,3-1 12-16,6-1 9 0,7-1 7 0,12-3-4 0,6-2 0 15,18-2-6-15,6-5-8 0,-2 0-3 16,4 0-6-16,-3-7-40 0,-3 2-41 0,-7-2-46 16,-9 4-53-16,-3-4-55 0,-3-1-69 0,-6 2-236 15,-1-1-561-15,-10 2 249 0</inkml:trace>
  <inkml:trace contextRef="#ctx0" brushRef="#br0" timeOffset="61206.59">9339 5557 2895 0,'0'0'371'0,"0"0"-134"16,0 0-54-16,-1-12 11 0,1 9 10 0,0 3-4 16,-3-9-10-16,1 7-14 0,2 2-9 0,0-7 2 0,0 7-8 15,0-4-17-15,-4 2-11 0,4 2-18 16,0 0-14-16,0 0-11 0,0 0-14 0,0 0-20 16,0-5-32-16,0 5-32 0,0 0-28 0,0 0 1 15,-4 11 6-15,4-5 3 0,0 5 3 0,0 5 1 16,-1 1-1-16,2 1 7 0,-1 2 7 0,3 4-8 0,-2-4 1 15,3 4 4-15,1-5 4 0,-5-1-2 16,1-1 4-16,-1 2 2 0,4-5 2 0,-1-2 0 16,-1 1-4-16,2-6 2 0,-1 0 1 0,-1 0 1 15,-1-4 4-15,-1 2 1 0,3-2 6 0,-3 1-1 0,0-1 1 16,0-3 4-16,3 4 0 0,-3-4 8 0,2 3-4 16,-2-3-10-16,0 0-25 0,2 3-14 0,-2-3-57 15,0 0-72-15,0 0-64 0,0 0-65 16,-7-18-83-16,10 9-375 0,-1-1-808 0,2-1 358 15</inkml:trace>
  <inkml:trace contextRef="#ctx0" brushRef="#br0" timeOffset="61573.13">9815 5404 90 0,'-7'0'230'0,"1"0"-12"0,1 3-9 16,-3-3-15-16,8 0-18 0,-5 2-15 0,5-2-20 16,-8 0-14-16,8 0-15 0,-5 2-11 0,5-2-5 15,-4 2-15-15,4-2-11 0,-5 3-4 16,5-3-8-16,0 0-4 0,0 0 12 0,0 0 4 0,-5 1 3 15,5-1 0-15,0 0 6 0,0 0 3 0,0 0 14 16,0 0 13-16,0 0 7 0,23-3-11 0,-4 0-7 16,9-4-12-16,3 3-7 0,2-1-7 0,4-2-13 15,16 0-1-15,-5 0 7 0,-7 2-19 16,-3-1 4-16,-2 0-5 0,0 1-16 0,-8 4-12 0,-5-4-19 16,-4 2-23-16,-6 1-20 0,-3 1-24 0,-1-2-40 15,-5 2-59-15,-4 1-53 0,1-4-25 0,-1 4-233 16,-15-5-519-16,3 4 230 0</inkml:trace>
  <inkml:trace contextRef="#ctx0" brushRef="#br0" timeOffset="61778.03">9978 5281 338 0,'-1'-3'385'0,"1"3"9"15,-3-7 12-15,3 3 6 0,-1 0-7 16,-3 0-17-16,4 4-30 0,0 0-42 0,0 0-41 0,-1-5-25 15,1 5-33-15,0 0-46 0,0 0-29 0,0 0-17 16,-1 17-15-16,1-7-8 0,1 7-13 0,0 10-7 16,-1 0-8-16,5 2-6 0,-1-1-24 0,-4 4-25 15,4-3-39-15,4 0-60 0,-2 0-53 16,2-3-69-16,-2 1-92 0,-6-10-144 0,5 0-230 0,2-6-723 16,-1-8 321-16</inkml:trace>
  <inkml:trace contextRef="#ctx0" brushRef="#br0" timeOffset="62574.23">10788 5194 61 0,'0'0'236'0,"-4"-2"-12"0,4 2-16 0,0 0-18 15,0 0-14-15,-5-2-18 0,5 2-15 0,0 0-15 16,0 0-16-16,0 0-11 0,0 0-9 0,0 0-9 15,0 0-9-15,0 0-5 0,0 0-1 0,0 0-7 16,0 0-2-16,0 0-2 0,14-5-1 0,-9 4-10 16,7 1-4-16,2-5-3 0,-1 3-4 0,7-3-3 15,-3 0-3-15,2-2-4 0,3 4 0 0,-4-4-4 16,1 0-1-16,0 2-3 0,0-4 1 0,-2 1-1 16,-6 3-5-16,-2-2 5 0,1 1 11 0,-2-1 12 15,-3 3 16-15,2 2 14 0,-5-2-2 0,2-2 2 16,-4 4-14-16,0 2-11 0,0 0-8 0,-9-3-8 15,9 3 1-15,-18 3-8 0,0 4-2 0,-6 4-2 16,-5 5-2-16,1 0-3 0,-1 6-6 0,0 2 1 16,5 0 0-16,-11 11-6 0,13-7 4 0,3 2-5 15,0 3-1-15,8-4 3 0,0 3 2 0,6-4-7 16,0 0 16-16,9-1 0 0,2-1 5 0,5-2 9 16,5-4 1-16,6-1 7 0,5-6-9 0,9-4-18 15,4-4-32-15,14 2-57 0,-3-7-75 0,8-5-114 16,-5-1-241-16,-17 0-552 0,1-5 245 0</inkml:trace>
  <inkml:trace contextRef="#ctx0" brushRef="#br0" timeOffset="63040.05">11289 5445 18 0,'0'0'353'0,"0"0"-22"0,-9-3-23 0,9 3-25 16,0 0-33-16,0 0-32 0,0 0-23 0,0 0-17 15,18-4-22-15,-5 4-16 0,0 3-15 0,4-3-13 16,0 4-12-16,-3-1-8 0,3 3-9 0,1 0-13 0,-3 4-8 15,-1-3-8-15,-1 3-1 0,-4 5-8 16,-2-1-14-16,1 3-6 0,-4 2-3 0,-7 0-2 16,2 1 0-16,-7 6-1 0,-3-1-1 0,2-8-2 15,-6 2-4-15,-3 1 5 0,6-4-1 0,-8 0 6 16,3-1 3-16,3-2 3 0,0-4 6 0,5 0-5 0,0-3 3 16,1 1-9-16,1-2 7 0,3-3-11 0,2 1 11 15,-2 1-2-15,1-1 5 0,3-3 4 16,-1 5 14-16,1-5 8 0,8 3 2 0,-2-3 5 15,9 0 11-15,2-1-19 0,5 1 0 0,7-3-6 16,-7 1-5-16,7-3-5 0,-1-1-5 0,0 5-2 0,-6-3-5 16,0 1-3-16,-4 2 1 0,-4-3 2 0,-4 2-8 15,-1 1 1-15,-3-1-6 0,2 2-4 16,-3-2-18-16,1 1-46 0,-2-1-61 0,-4 2-65 16,3-7-72-16,-5 2-68 0,-3 1-306 0,-1-6-674 15,0 3 298-15</inkml:trace>
  <inkml:trace contextRef="#ctx0" brushRef="#br0" timeOffset="63573.87">11744 5124 5 0,'8'-6'244'0,"1"0"-15"0,3 3-20 0,1-2-21 15,0 3-20-15,5-1-15 0,4 1-15 16,-1 2-13-16,-1 3-14 0,1 0-15 0,1 1-11 0,-5 2-8 16,3 2-9-16,-2 1-2 0,-5 3-4 0,-3 4-4 15,-1-6-1-15,-4 7-4 0,-4 1-1 0,-3 7-2 16,-5 1-2-16,-5-1-2 0,-1 1-3 0,-5-2-4 15,1 1-3-15,-3-1 0 0,-3 1-2 16,2-4-1-16,2-2 2 0,-1 0 4 0,4-5-5 0,2-4 4 16,5 0-2-16,2-5 8 0,0 0 9 0,2-1 20 15,3-1 35-15,-3 0 35 0,2 0 21 0,3-3 2 16,0 0-16-16,0 0-11 0,8-15-17 0,6 4-9 16,2-8-11-16,6-1-19 0,0-6-1 15,2 2-12-15,8-10-8 0,-5 5 2 0,6-7-12 0,-2-2-21 16,-7 13 9-16,-1-1-5 0,-1 6-2 0,-6 1-1 15,-3 6 11-15,-7 4 6 0,2 1-6 0,-3 2 1 16,3 3-11-16,-7 0-8 0,3-2-28 0,-3 3-17 16,-1 2-2-16,0 0 6 0,-5 13 2 0,-5 0-1 15,-3 3-1-15,-2 6 6 0,2 2-5 0,0 2 5 16,-1 3 6-16,4 2-3 0,0-2 4 0,5-1-5 16,3 1-26-16,1-3-6 0,4 1-7 0,3-9-13 15,3 0-13-15,8 3-24 0,1-11-42 0,12 1-69 16,2-2-84-16,0-5-348 0,20-6-692 0,-13-3 306 15</inkml:trace>
  <inkml:trace contextRef="#ctx0" brushRef="#br0" timeOffset="63894.06">12632 5245 184 0,'0'0'238'0,"0"0"-9"0,0 0-10 15,-5 1-8-15,5-1-3 0,0 0-11 0,0 0-10 16,0 0-11-16,0 0-10 0,0 0-8 0,0 0-17 15,0 0-12-15,24-1-13 0,-6-2-14 0,9-1-7 16,5 1-9-16,0-1-6 0,1-2-9 0,4 2-21 16,-2-1-27-16,-1-2-32 0,-2 2-36 0,-9 0-32 15,-4 0-29-15,-5 1-34 0,-1-1-42 0,-3 4-54 16,-6-6-143-16,-4 4-410 0,-1-1 181 0</inkml:trace>
  <inkml:trace contextRef="#ctx0" brushRef="#br0" timeOffset="64090.3">12725 5141 67 0,'-3'-6'403'15,"3"6"7"-15,0-5-12 0,0 5-19 0,0 0-38 16,-4-2-36-16,4 2-36 0,0 0-38 0,0 0-24 16,0 0-24-16,0 13-24 0,0-4-16 0,1 3-3 15,2 5-21-15,3 8-10 0,-1 4-11 0,0 2-3 16,4 3-4-16,-4 2-52 0,7-2-67 0,-2-2-69 15,-1 2-88-15,0-4-132 0,1-2-277 0,-5-13-642 16,-1-8 284-16</inkml:trace>
  <inkml:trace contextRef="#ctx0" brushRef="#br0" timeOffset="64906">13713 5092 11 0,'0'0'267'0,"0"0"-22"0,0 0-23 0,-10 0-21 15,10 0-23-15,0 0-18 0,0 0-16 0,0 0-13 16,0 0-23-16,0 0-10 0,0 0-11 0,0 0-5 15,0 0-9-15,0 0-7 0,0 0-3 0,28 3-6 16,-14-3-6-16,3-3-6 0,3 2-5 0,1-2-3 16,-1 0-4-16,1-2 2 0,0 3-7 0,-3-5 0 15,0 2-4-15,-3 0-5 0,-2 0 2 0,-1-1-3 16,-5-2 6-16,3 0 14 0,0-1 12 0,-5 2 9 16,0 2 7-16,-2-1 8 0,-1-1-6 0,-1 0-2 15,-2 5-10-15,-4-3-2 0,-2 2-14 0,-3 1-6 16,-5 4 0-16,-4 1-10 0,-2 2 0 0,-7 7-5 15,0 2-3-15,1 1-2 0,0 3-3 0,3 2 2 16,1-2-2-16,4 5-6 0,3 1 3 0,4-1-1 16,1 3 1-16,5-3-4 0,2 2-5 0,8 2 1 15,5 0-14-15,9-5-17 0,5 1-31 0,5-5-46 16,8-3-76-16,15 2-98 0,-14-10-172 0,15-3-490 16,-16-1 217-16</inkml:trace>
  <inkml:trace contextRef="#ctx0" brushRef="#br0" timeOffset="65322.52">14189 5288 160 0,'0'0'260'0,"0"0"-23"0,8 3-27 15,-8-3-22-15,11 0-16 0,-5 1-17 0,4 2-18 16,-5-2-14-16,4 5-13 0,0-1-12 0,0-2-9 16,0 5-11-16,-4 0-9 0,-1-2-7 0,0 3-3 15,2 1-6-15,-6 2-7 0,0-2-4 0,-5 2-3 16,-1 2-5-16,-2 0-2 0,0-3-4 0,-3 3-6 16,2-2 2-16,0 0-3 0,2-2-4 0,0-3-1 0,1 3-3 15,2-3 0-15,0-1-1 0,1 0 4 0,2-1-4 16,2 1 1-16,2-1 1 0,3-1-6 15,3 1 0-15,4 0-1 0,5-2 1 0,2 4-2 16,2-1 0-16,-4 1 2 0,4-1-5 0,-2 1 0 16,0 0 2-16,0 3-2 0,-2-3 0 0,-3 3-1 0,-3-5-2 15,-1 3-8-15,-3 0 0 0,-2 0 2 16,-2 1 2-16,-4 1 3 0,0-2 7 0,-4 1-1 16,-5-1 3-16,-4 2-3 0,-3-1 0 0,-2 0 2 15,-3-2-13-15,1 1-20 0,-9-2-46 0,-2 0-74 16,4-4-91-16,4-4-141 0,3-2-409 0,1-3 181 0</inkml:trace>
  <inkml:trace contextRef="#ctx0" brushRef="#br0" timeOffset="65855.83">14665 5078 170 0,'0'0'237'0,"7"-3"-24"0,1 3-25 16,1-1-21-16,3 2-15 0,-1-1-13 0,6 7-19 15,-2-2-10-15,2 3-13 0,2-3-7 0,-3 4-8 16,0 3-9-16,-2 2-8 0,0-2-2 0,-3 3-8 0,-1 0-2 15,-4 4-6-15,-1-2-4 0,-2 2-4 16,-5 1-4-16,-3-1 4 0,-5 3-7 0,-1 3 0 16,-5-3-2-16,0-1 0 0,-2 0-2 0,1-8 1 15,3 1 5-15,0-2 8 0,-1-3 1 0,2 2 7 16,4-6 8-16,0 2 9 0,1-3 16 0,5-3 22 0,-3 1 33 16,5 1 33-16,1-3 34 0,0 0-22 0,0 0-17 15,0-10-17-15,5-1-19 0,7-3-15 16,3-1-11-16,4-6-9 0,3-3-11 0,4 0-7 15,0 0-9-15,1-1-11 0,0 1-6 0,-2 3-3 16,-4 2-5-16,-6 4-8 0,-2 6 13 0,-3 1-3 0,-1 0-1 16,-1 2-5-16,-3 3-6 0,-1-2-3 0,2 4-6 15,-2-2-19-15,-1 2-33 0,-3 1-6 16,0 0 10-16,6 7-9 0,-3-2 0 0,-2 5 9 16,-1 0-6-16,4 4 5 0,0 0 8 0,1 3-2 15,1 1 5-15,-1 3 2 0,7 0 3 0,-3-3 1 0,1-2-5 16,3 0-33-16,3-1-24 0,-3-3-54 0,6-3-53 15,-1 0-70-15,1-6-92 0,2-1-295 16,-3-4-687-16,0-1 305 0</inkml:trace>
  <inkml:trace contextRef="#ctx0" brushRef="#br0" timeOffset="66377.03">15059 4853 324 0,'1'-3'314'0,"0"-2"-16"0,3-1-18 0,-3 5-26 15,3-3-18-15,0 1-32 0,1 0-22 0,2 0-19 16,4 3-17-16,0-1-15 0,2 1-14 0,1 1-13 16,0 2-11-16,4 0-10 0,-1 2-12 0,1 0-8 15,-4 4-7-15,1-2-2 0,-5 3-6 0,2 1-2 16,-2 2-7-16,-3 2-6 0,-4 2 1 0,1-2-1 16,-4 1-12-16,-1 1 1 0,-4 3 2 0,-2-4-6 15,-2 1 2-15,-2-1 0 0,1-3-7 0,-2 0 6 16,1-1-1-16,3-4 1 0,3 1-4 0,-4-2-1 15,5-2 0-15,-1-3 3 0,1 2 6 0,3 1 27 16,-3-2 31-16,0-3 30 0,4 0 1 0,-1 4 11 16,1-4 0-16,0 0 5 0,-4 4 2 0,4-4-17 15,0 0-9-15,18-4-11 0,-4 3-11 0,3-2-11 16,2 0-6-16,2-1-6 0,-1 1-9 0,2 1-5 16,-2 0 1-16,-1-1-11 0,0 1-4 0,-5 0-1 15,-1 1-4-15,-4-1-4 0,-1 2-1 0,-3 0-2 16,5-1-1-16,-5 0-1 0,-5 1-1 0,7 0-5 15,-7 0-2-15,6 0-15 0,-6 0-25 0,0 0-26 16,0 0-33-16,7 0-31 0,-7 0-25 0,0 0-22 16,0 0-48-16,0 0-53 0,0 0-65 0,-13-7-64 15,6 5-217-15,2-2-666 0,-5-3 295 0</inkml:trace>
  <inkml:trace contextRef="#ctx0" brushRef="#br0" timeOffset="66640.19">15539 4725 153 0,'0'-3'365'16,"1"-1"-44"-16,-1 4-37 0,3-1-29 0,-3 1-28 16,0 0-21-16,19 7-23 0,-5 3-18 0,9 8-20 15,0 5-5-15,9 14-19 0,-3 6-5 0,0 5-8 16,-4 0-3-16,2 5-10 0,-12-3-4 0,-2 7-10 15,-9 2-5-15,-6 0-1 0,-5 0-6 0,-8-3-5 16,-10-4-10-16,-8-1-14 0,-20 16-16 0,8-24-21 16,0-4-40-16,-8-3-49 0,-23 12-72 0,21-21-95 15,-8-4-253-15,-32 1-547 0,3-7 242 0</inkml:trace>
  <inkml:trace contextRef="#ctx0" brushRef="#br0" timeOffset="67572.07">8088 5017 221 0,'0'0'253'0,"0"0"-15"0,0-7-19 0,0 7-23 0,0 0-23 15,0 0-21-15,0 0-19 0,0 0-19 16,0 0-11-16,-10 25-8 0,4-1-11 0,-5 9-4 16,-4 18-7-16,-13 30-3 0,6-2-2 0,-1 3-6 15,7 0 0-15,7-25-6 0,2 2-3 0,2 21-4 16,10-29 14-16,-1-1-3 0,6-1-4 0,8-3 9 16,4-1 0-16,9-3 2 0,8-2 0 0,12-2-4 15,35 0-25-15,10-13-55 0,5-7-100 0,9-9-142 16,-4-7-193-16,-2-5-487 0,-9-4 215 0</inkml:trace>
  <inkml:trace contextRef="#ctx0" brushRef="#br0" timeOffset="68771.89">16587 5250 94 0,'0'0'221'0,"0"0"-4"16,0 0 1-16,0 0-16 0,-4-3-12 0,4 3-15 16,0 0-11-16,0 0-10 0,0 0-1 0,0 0-7 15,0 0-1-15,0 0-6 0,0 0-6 0,0 0-8 16,0 0-3-16,0 0-10 0,0 0-6 0,0 0-5 16,0 0-6-16,0 0 1 0,0 0-10 0,0 0-10 15,13-6-9-15,-3 2-10 0,2-1-2 0,8-3-10 16,7-3-1-16,-3 1-8 0,4-3 1 0,3 0-8 15,-3 0 1-15,1-1-3 0,0-1-8 0,-4-2 1 16,0-4-3-16,0 6-1 0,-1-1-5 0,-4-2 3 16,-3 5-2-16,-4 0 4 0,1 0 14 0,-5 4 8 15,0 0 5-15,-5 3 11 0,1-4 8 0,-4 6-5 16,-1 0-28-16,0-2-17 0,-4 4-7 0,-2 0 4 16,-7 2-5-16,-7 2 0 0,-5 3-1 0,-4 6-3 15,1 5 1-15,-4 0-2 0,1 2-1 0,2 2-6 16,1 1-2-16,1 1 1 0,4-1 2 0,3 4 2 15,3-2 0-15,3-1 1 0,6 2 13 0,7-6-10 16,2 1-2-16,6-2 12 0,8 5 22 0,9-3-17 16,7-4 8-16,18-2-5 0,6-4-14 0,7-5-45 15,32-7-56-15,-31 4-73 0,28-4-95 0,-27-5-342 16,-3-1-659-16,2-3 292 0</inkml:trace>
  <inkml:trace contextRef="#ctx0" brushRef="#br0" timeOffset="69539.08">17309 4717 18 0,'0'-4'300'0,"0"4"-6"0,0-8-4 0,4 3-18 16,-4 2-2-16,1-1-16 0,-1-1-20 0,0 5-24 15,0 0-23-15,2-3-18 0,-2 3-18 0,0 0-22 16,0 0-20-16,3-4-10 0,-3 4-15 0,0 0-11 16,0 0-4-16,1 15-11 0,-1-8-3 0,3 3-8 15,-2 1-5-15,-1 2 2 0,0 3-8 0,3 0-3 16,-3 2-2-16,0-1-1 0,-3 0-6 0,3 0-3 15,0-5 0-15,0-2-4 0,0-2 0 0,0-1 4 16,0 0-4-16,3-3 3 0,-6 0-6 0,6 1 16 16,-3-5 26-16,1 5 31 0,-1-5-6 0,0 0-7 15,13-11-7-15,-3 4-2 0,4-5 7 0,-2-1 6 16,3 1-2-16,-1-3-4 0,7-4-3 0,2 0 0 16,-9 5-10-16,0-1-5 0,-3 1-6 0,3 0-4 15,-5 6 2-15,-2 1-9 0,-1 2 2 0,-1-2-18 16,0 4-5-16,-4 0-2 0,3 1-17 0,0 0-28 15,-4 2 4-15,0 0-5 0,10 5-2 0,-6-1 0 16,1 2 3-16,-1 2 0 0,1 0-4 0,-1 4 6 16,1 0 1-16,-1 3-1 0,1-3 6 0,0-1 4 15,-2 0-11-15,1-1 0 0,-2-1-6 0,2 0 1 16,-1-3 14-16,-2-3-2 0,0 4 12 0,0-3 0 16,-1-4 31-16,2 5 34 0,-2-5 20 0,0 0-5 15,0 0-9-15,12-10-6 0,-5 1-6 0,1-1-8 16,2-2-4-16,0-1-5 0,2-1 3 0,-1 0-4 15,0 0-5-15,1 4-5 0,-4 1 2 0,-1 3-4 16,-2 0-1-16,1 0-8 0,-3 2 0 0,1 1-3 16,0 1-7-16,-3-1-20 0,-1 3-8 0,0 0-17 0,14 4-9 15,-6-1-17-15,-2 3-27 0,3 0-25 16,2 2-37-16,-5 1-37 0,4 6-45 0,-1-3-61 16,1 1-325-16,-2-4-682 0,-2 0 301 0</inkml:trace>
  <inkml:trace contextRef="#ctx0" brushRef="#br0" timeOffset="70006.2">18050 4624 2240 0,'0'-11'138'16,"0"1"6"-16,3 2 41 0,-2-3-23 0,0 0-27 15,2 3-21-15,-1-2-28 0,1 5-15 0,1 0-22 16,2-2 0-16,0 5-10 0,5-3-2 0,-1 3-3 15,8 2-5-15,-3 1-8 0,3 4-1 0,1-2-3 16,-1 7-2-16,9 0-2 0,-12 2-6 0,1 0 0 16,0 2-3-16,-6 1-4 0,1-2 2 0,-2 4-6 15,-3-1-1-15,-2 2 0 0,-3 2 3 0,-2-1-2 16,-3 1-2-16,-4 3 2 0,-3 0 1 0,-1-2 0 16,-4 2 5-16,4-8 0 0,-2 1 2 0,3-4 4 15,-1-4 3-15,3 1 4 0,3-2 6 0,-1-2 8 16,2-1 17-16,0 0 35 0,0-1 43 0,3-2 47 15,2-1 49-15,-3 3 22 0,3-3-26 0,0 0-21 16,0-13-20-16,3 1-18 0,8-2-18 0,-2-3-12 16,9-5-15-16,0-4-14 0,2-3-10 0,3 3-9 15,-1 2-10-15,-4 1-6 0,-1 3-9 0,-3 6-1 16,-7 2-7-16,0 4-5 0,0 2-7 0,-3 2-10 16,1-2-12-16,-2 1-19 0,1 5-28 0,-2-2-48 15,-2 2-17-15,0 0 11 0,4 9 7 0,-8 1 3 16,0 2 0-16,-1 8 18 0,-4 4 4 0,-1 4 0 15,1 0 11-15,4 3 2 0,-2 0-3 0,5-2 6 16,3-1-23-16,4-2-25 0,8-2-48 0,2-1-48 16,6-3-80-16,11-3-132 0,2-5-319 0,7-6-776 15,17-3 343-15</inkml:trace>
  <inkml:trace contextRef="#ctx0" brushRef="#br0" timeOffset="70605.34">19111 5121 82 0,'-9'0'286'15,"9"0"-7"-15,-8 0-12 0,8 0-16 0,0 0-18 0,-5 0-10 16,5 0-12-16,0 0-14 0,0 0-11 0,0 0-19 16,-4 3-13-16,4-3-4 0,0 0-12 0,0 0-12 15,0 0-3-15,22-3-18 0,0 0-14 16,6-2-8-16,8-1-6 0,4 1-13 0,17-5-4 16,-1 1-8-16,0 0-1 0,-2-1-5 0,-5 0-4 0,-13 6-17 15,-2-2-10-15,-4 1-21 0,-9 1-13 0,-3 1-12 16,-6 2-40-16,-1-1-20 0,-4 0-33 0,-3-1-61 15,-4 1-31-15,0 2-20 0,-11-4-7 16,-5 3-184-16,0 1-464 0,-5-3 206 0</inkml:trace>
  <inkml:trace contextRef="#ctx0" brushRef="#br0" timeOffset="70793">19369 4975 8 0,'0'-4'293'0,"-3"0"3"16,1-1 13-16,0 2 3 0,1-2 8 0,1 5 10 0,-1-8-4 15,0 7-5-15,1 1-24 0,-2-4-29 0,2 4-33 16,0 0-26-16,-1-5-25 0,1 5-27 0,0 0-41 16,0 0-14-16,0 0-7 0,3 21-16 0,-1-10-5 15,1 5-7-15,1 2-4 0,1 2-12 16,5 7 6-16,-2-3-57 0,1 2-58 0,1-1-45 16,1-3-57-16,-2 5-73 0,5-1-101 0,-5-9-280 0,-6-1-665 15,-1-6 295-15</inkml:trace>
  <inkml:trace contextRef="#ctx0" brushRef="#br0" timeOffset="71639.22">20658 4839 132 0,'-4'-4'248'16,"4"4"-16"-16,-2-2-13 0,2 2-17 0,-1-5-15 15,1 5-18-15,0 0-20 0,0 0-11 0,-3-4-21 16,3 4-6-16,0 0-12 0,0 0-11 0,0 0-11 16,0 0-10-16,0 0-7 0,0 0-5 0,0 0-6 15,-4-3-2-15,4 3-7 0,0 0-2 0,0 0-5 16,0 0 0-16,0 0-4 0,0 0 2 0,0 0 2 16,14 0-3-16,-5-2-2 0,3 0-3 0,0-1-1 15,2-2-4-15,0 3 9 0,3-4-12 0,2 0 1 16,-5-1-4-16,4-1 0 0,-5-1-2 0,2 1 7 15,-2-3 8-15,0 5 11 0,-4 0 7 0,-1 0 4 16,-2-4 7-16,-1 3 8 0,0 1 3 0,-1 0 0 16,-2 1 5-16,1 2 3 0,-2-1-2 0,1 0-13 15,-2 4-15-15,0 0 0 0,-12-1 3 0,1 1-20 16,-7 8 2-16,-8 1-7 0,-6 6-2 0,0 0-6 16,0 6-1-16,2-2-4 0,-11 11-2 0,14-4-1 15,0-2-5-15,0 1 1 0,4 1-2 0,0-2 5 16,8 3-4-16,2-3-3 0,2-2 4 0,5-5 4 15,4 0 7-15,3-1 4 0,0-3 9 0,7 0 0 16,4 0 2-16,4-3 3 0,12 0-6 0,8-2 5 16,19-4 9-16,1-3-38 0,-1-2-46 0,0 1-52 15,0-3-60-15,-2-5-71 0,-14 2-75 0,-5 1-259 16,-3-5-608-16,0 3 269 0</inkml:trace>
  <inkml:trace contextRef="#ctx0" brushRef="#br0" timeOffset="72170.97">21047 4993 59 0,'-3'-2'348'0,"3"2"-18"16,0 0 0-16,0 0-32 0,-1-3-18 0,1 3-20 16,0 0-34-16,0 0-17 0,0 0-26 0,0 0-15 15,-4-3-27-15,4 3-14 0,0 0-16 0,0 0-11 16,0 0-17-16,0 0-17 0,0 0-7 0,-4 7-6 16,4-2-9-16,-4 2-3 0,4 3-10 0,-1 0 3 15,-2 2 6-15,2 1-12 0,0 4 4 0,-2-4-1 16,-2 5-15-16,4-1 7 0,1 0-7 0,1 2-2 15,2-9-28-15,-3 4-12 0,2-3-18 0,1 0-16 16,-2-3-6-16,3-1-9 0,1 1-6 0,0 1-6 16,3-6-20-16,2-3-18 0,4-2-12 0,0 1-9 15,2-4 1-15,3-4-6 0,-3-1 10 0,0-2 9 16,0-1 8-16,0 1 21 0,5-5 13 0,-8 3 31 16,1 2 30-16,-1 0 37 0,-4 4 32 0,-1-1 30 15,-2 4 29-15,-1 0 17 0,-2 2 9 0,-1-1-4 16,2 1-9-16,0 1-10 0,-4 2-17 0,5-3-12 15,-5 3-12-15,0 0-8 0,0 0-2 0,4 10-8 16,-4-2-4-16,-4 3-5 0,4 1-4 0,-1 6 0 16,-2 3-4-16,5 2-2 0,-1 6 2 0,-1 0-2 15,1-1 2-15,4 1-6 0,0 0 5 0,0 0-33 16,2-5-36-16,2-2-40 0,-2-5-61 0,4-2-75 16,-4-3-248-16,8-5-505 0,-4-2 225 0</inkml:trace>
  <inkml:trace contextRef="#ctx0" brushRef="#br0" timeOffset="72704.7">21785 5037 159 0,'-7'2'229'0,"7"-2"-15"16,-4 1-17-16,4-1-29 0,0 0-9 0,0 0-4 16,0 0-20-16,-4 2-11 0,4-2-9 0,0 0 0 0,0 0-12 15,19-2-11-15,-7-1-5 0,7 0-9 16,7-2-9-16,3-6-8 0,-4 3-4 0,2 0-4 16,4-3-5-16,-4 1-8 0,-2-3-3 0,-1-1-1 15,-1 0-5-15,-6 2 6 0,-2-3 3 0,-2 2 7 16,-4-3 0-16,1 3 9 0,-2 2 4 0,-4 1 6 0,0-1 5 15,-3 2-2-15,-2 0-12 0,-2 2-6 16,-3 0-2-16,-2 2-9 0,-9 4-4 0,2 2-8 16,-14 6-1-16,-2 5-8 0,0 5 0 0,-1 0-3 15,3 5-4-15,-12 8 0 0,14-5-1 0,4 0-5 16,0 6 1-16,5-4-5 0,7 2 11 0,4 0 1 0,7 1 6 16,9-4 5-16,8 3-2 0,16 5 5 0,12-5-3 15,6-8-30-15,12-2-46 0,3-9-84 0,35-3-111 16,-11-5-281-16,4-7-570 0,-2-4 252 15</inkml:trace>
  <inkml:trace contextRef="#ctx0" brushRef="#br0" timeOffset="73838">22341 4436 25 0,'-1'-4'304'16,"1"4"-5"-16,0-5-12 0,0 5-15 0,0 0-21 15,-3-4-25-15,3 4-23 0,0 0-23 0,4-3-14 0,-4 3-30 16,0 0-19-16,0 0-10 0,0 0-14 15,1 10-13-15,2-3-7 0,-2 5-3 0,-1 0-6 16,4 2-9-16,-4 3-3 0,-1 3-5 0,1-1-3 16,0 5-6-16,-3-6-1 0,3-2-6 0,-1-3-4 0,1-2 3 15,0 1-5-15,0-3-1 0,-3-2-4 16,3-3 1-16,0 2 7 0,0-3 23 0,-1 0 34 16,1-3 51-16,1 6 32 0,-1-6-14 0,0 0-19 15,12-13-14-15,-7 4-11 0,5-4-9 0,3-2-11 16,0 1-12-16,6-8-8 0,0 1-11 0,0 1-1 0,-3 0-9 15,-1 5-3-15,-2 1-11 0,1 1-4 16,-4 5 0-16,-4 0-9 0,2 2-2 0,-2 0-9 16,-2 5-1-16,1-2-15 0,-2 1-14 0,-3 2-3 15,0 0-3-15,13 5-1 0,-9-1-3 0,-1 4 1 16,1-2 6-16,0 6 1 0,0 2 0 0,-3-1 10 0,2 6 4 16,1-2-6-16,-3 0 10 0,1-4 8 0,1-1-10 15,-3-2-11-15,4-4 10 0,-4 5-2 16,1-7 5-16,-1 4 10 0,1-4-4 0,-1-2 4 15,2 1 43-15,-2-3 30 0,1 5 20 0,-1-5-10 16,0 0-7-16,9-10-9 0,-1 0-5 0,-1 3-11 0,1-3-6 16,2-4-5-16,0-1-5 0,4 1-4 0,-5 6-3 15,3-6-10-15,-3 4-1 0,-3 3-2 16,3-1-6-16,-4 3 0 0,0 3-7 0,-1-5-5 16,0 6-23-16,1-1-12 0,0 1-26 0,0 0-11 15,-5 1-33-15,18 5-18 0,-6-1-45 0,-1 1-26 0,1 0-42 16,-1 2-47-16,6-2-62 0,-2 5-354 0,-7-3-753 15,1-4 334-15</inkml:trace>
  <inkml:trace contextRef="#ctx0" brushRef="#br0" timeOffset="74437.67">23036 4400 13 0,'0'0'319'0,"3"-6"-3"0,-3 6-4 16,4-5-18-16,-3 4-6 0,2-1-14 0,-3 2-7 15,2-3-28-15,-2 3-26 0,0 0-16 0,0 0-24 16,3-3-26-16,-3 3-12 0,0 0-16 0,0 0-17 16,0 0-22-16,0 0-8 0,0 0-17 0,1 11-5 15,-1-4-7-15,-1 3-3 0,1 3 0 0,-3 2-8 16,2 2 1-16,-3 1-7 0,0 0 3 0,3 2 0 16,-2-1-6-16,2-1-2 0,0 3-1 0,-1-6-3 15,4 2 2-15,-2-5-3 0,1-2 1 0,0 2 3 16,-1-4-6-16,3-2-1 0,-2 2 4 0,4-2 1 15,2 0-4-15,0-2 0 0,5-1-5 0,-2 1-13 16,3-3-17-16,-2-2-20 0,3-2-17 0,-1-1-25 16,2 1-22-16,-4-2-23 0,0-3-29 0,3-2-19 0,-1-2-20 15,-4 3-14-15,1-4-12 0,-1 1-7 16,-4 3 37-16,2-1 18 0,-4 4 19 0,1-4 53 16,0 1 35-16,-1-1 44 0,-1 0 35 0,-1 4 30 15,1-2 20-15,-1 5 23 0,0-2 17 0,-1 1 10 16,0 0-1-16,0 4-8 0,2-5-12 0,-2 5-8 0,0 0-12 15,0 0-13-15,1-3-7 0,-1 3-12 16,0 0 3-16,0 0-6 0,0 0 1 0,-1 19 3 16,-1-14-3-16,2 8 3 0,0-1-4 0,-1 3-1 15,0 3 1-15,1-1-4 0,0 0 9 0,1 3-13 16,0-2 1-16,2-1-8 0,-1 1-31 0,1-1-24 0,-2-5-37 16,2 0-36-16,-1-2-48 0,0 2-56 0,-2-3-251 15,0-4-500-15,1-2 221 0</inkml:trace>
  <inkml:trace contextRef="#ctx0" brushRef="#br0" timeOffset="74871.02">23459 4374 39 0,'4'-6'355'0,"-1"1"-25"0,-1 1-27 0,1-1-33 0,-2 2-29 15,2 1-26-15,0-1-26 0,-3 3-17 16,11 0-20-16,-11 0-16 0,14 5-13 0,-7 0-11 16,2 3-12-16,0-1-16 0,0 3-8 0,-1 1-11 15,-1 2-9-15,-1 3-4 0,-3 0-8 0,1-1 0 16,-4 4-7-16,-2-1-4 0,-1 4-2 0,-1-5-4 0,-3 2-3 16,-2-1-3-16,2 1-1 0,-2-4 0 0,3-3-7 15,-3-3 0-15,3 1 2 0,1-6-3 0,2 3 2 16,-1-1 7-16,2-2 13 0,-1 0 31 15,0 0 44-15,3-4 32 0,-6 2 35 0,6-2 15 16,0 0-21-16,0 0-22 0,12-14-19 0,-5 5-10 0,5-5-12 16,0-1-9-16,5-5-11 0,2 1-11 0,2-3-7 15,-6-2-7-15,4 4-6 0,3 0-2 16,-12 7-3-16,2 1 4 0,-7 3-4 0,1 2-6 16,-1 3-5-16,-2 0-13 0,2 1-14 0,-2 0-23 15,-3 3-29-15,5-1-11 0,-5 1 2 0,0 0 6 0,0 15 0 16,-2-4 7-16,2 1-1 0,-2 6 9 0,1 2 2 15,-1 7 8-15,4-3-16 0,1 5-12 16,3-4-39-16,4 0-39 0,0 0-46 0,6 0-55 16,-1-4-81-16,8-6-408 0,1-3-773 0,-5-5 341 15</inkml:trace>
  <inkml:trace contextRef="#ctx0" brushRef="#br0" timeOffset="75516">24092 5041 67 0,'-8'0'275'0,"8"0"-13"0,0 0-18 16,0 0-11-16,-9 1-11 0,9-1-11 0,0 0-11 16,0 0-14-16,0 0-12 0,0 0-12 0,0 0-8 15,0 0-10-15,0 0-15 0,27-3-15 0,-5-1-11 16,11-2-7-16,7 1-12 0,14-2-8 0,5-1-12 15,1 2-5-15,0-2-7 0,-4 4-24 0,0-4-14 16,-17 3-24-16,-1 1-17 0,-4 1-18 0,-5 3-18 16,-9-2-24-16,-4 2-22 0,-5-2-21 0,1-1-28 15,-6 3-18-15,-2-2-24 0,-4 2-29 0,0 0-125 16,0 0-382-16,-18-3 169 0</inkml:trace>
  <inkml:trace contextRef="#ctx0" brushRef="#br0" timeOffset="75757.62">24511 4937 314 0,'-3'-4'321'0,"3"1"13"15,0 3-1-15,-1-7 1 0,1 2 5 0,0 0-38 16,0 5-2-16,0-4-18 0,0 4-21 16,0-5-26-16,0 5-25 0,-1-3-24 0,1 3-20 15,0 0-20-15,0 0-20 0,0 0-37 0,0 0-14 16,0 0-5-16,-3 12-12 0,3-4-10 0,0 4-2 0,-1 6-11 15,1 0 2-15,0 4-5 0,1-6-2 0,2 11 0 16,-6-4-13-16,6-5-36 0,-2 2-30 0,9-1-32 16,-7 1-27-16,-1-4-33 0,2 1-45 0,3 0-64 15,2-5-88-15,-3-4-254 0,3-1-641 0,2-5 283 16</inkml:trace>
  <inkml:trace contextRef="#ctx0" brushRef="#br0" timeOffset="75942.02">25235 4993 190 0,'3'-2'410'16,"1"-1"-44"-16,-2 0-34 0,2-1-34 0,0-1-33 16,1 0-36-16,4 2-50 0,2-2-49 0,2 1-46 15,8-1-61-15,-1 2-65 0,2-2-83 0,10 0-89 16,-3 0-141-16,2-1-383 0,-2-1 170 0</inkml:trace>
  <inkml:trace contextRef="#ctx0" brushRef="#br0" timeOffset="76094.11">25869 4935 140 0,'8'0'348'0,"-8"0"-34"15,6-3-25-15,-1 1-35 0,-2 0-20 16,3-2-29-16,1 1-43 0,3-2-42 0,1 0-48 0,7 0-48 15,4 0-56-15,4 2-46 0,8-3-76 0,-3 3-163 16,3-2-342-16,1-2 151 0</inkml:trace>
  <inkml:trace contextRef="#ctx0" brushRef="#br0" timeOffset="76228.06">26509 4875 178 0,'4'2'293'0,"-4"-2"-28"0,9 1-29 0,-9-1-17 16,8-1-31-16,-8 1-24 0,10-3-25 0,-1 1-31 15,2 1-37-15,2 0-38 0,6-1-45 0,2 1-43 16,9-2-63-16,0 2-168 0,-1 0-308 0,3-4 137 16</inkml:trace>
  <inkml:trace contextRef="#ctx0" brushRef="#br0" timeOffset="76343.98">27043 4856 60 0,'9'0'212'16,"-9"0"-19"-16,13-1-17 0,-6 1-21 0,4-2-31 15,0 1-44-15,9-1-53 0,0 0-55 16,11 2-139-16,-2-3-180 0,4-3 80 0</inkml:trace>
  <inkml:trace contextRef="#ctx0" brushRef="#br0" timeOffset="76486">27808 4895 162 0,'4'3'300'0,"-2"-2"-30"0,2 1-24 0,-4-2-27 15,6 1-13-15,-6-1-22 0,7 1-39 0,-7-1-62 16,11-1-71-16,1 1-80 0,0-1-81 0,7 0-120 16,1-1-290-16,7-1 128 0</inkml:trace>
  <inkml:trace contextRef="#ctx0" brushRef="#br0" timeOffset="76584.03">28210 4951 153 0,'3'2'245'16,"-3"-2"-44"-16,0 0-36 0,0 0-51 0,-5 6-90 15,-2-4-175-15,2-2-163 0,5 0 73 16</inkml:trace>
  <inkml:trace contextRef="#ctx0" brushRef="#br0" timeOffset="104750.9">1271 7840 141 0,'0'0'220'16,"0"0"-13"-16,0 0-7 0,0 0-17 0,0 0-9 15,0 0-12-15,0 0-14 0,0 0-10 0,0 0-10 16,0 0-9-16,0 0-17 0,0 0-9 0,0 0-7 15,0 0-8-15,0 0-11 0,0 0 3 16,0 0-16-16,0 0-8 0,0 0-6 0,0 0-7 0,0 0 1 16,0 0-4-16,0 0-4 0,0 0-4 0,0 0-4 15,0 0-3-15,0 0 2 0,0 0-3 0,0 0 1 16,0 0-2-16,0 0 5 0,0 0-8 0,0 0 0 16,0 0-3-16,0 0 0 0,0 0 3 15,0 0-3-15,9-4 1 0,0 0 0 0,1-1 0 0,-1 0-2 16,0 2 0-16,1-2-1 0,-2-2-2 0,-3 4 2 15,1-1 0-15,1-1 10 0,-2 0 11 0,-1 0 18 16,1-1 13-16,-3 2 6 0,1 0 5 0,1-2-1 16,-3 2-4-16,2 0 2 0,-1 0-6 0,-1 0-3 15,-1 4 1-15,0-5-5 0,0 5 4 16,2-7-19-16,-2 7-4 0,-3-5-13 0,3 5-8 0,-9-3-7 16,4 3-7-16,-5 3-4 0,-2 0 1 0,-3 3-1 15,-4-1-3-15,1 6 2 0,-8 1 1 0,-2 4-3 16,3 1 2-16,-2 2-4 0,0 3 36 0,3 3 1 15,-1-4-6-15,1 3-4 0,5 1-3 16,0 0-1-16,-2 1-2 0,6-3-5 0,4 4-19 16,2-5-7-16,1-2-5 0,4-1-7 0,2-2-3 15,3 1-6-15,2-4 5 0,3 0-4 0,4 1 1 0,6-2 12 16,6 2-1-16,8-6 2 0,2-1 4 0,7-3-3 16,13-1 4-16,1-4 2 0,1-3 1 15,1-2 1-15,-3-1-2 0,3-1-8 0,-1-3 7 16,-16 1-2-16,-1-2 4 0,0 2 2 0,-4-5 3 15,2 2 3-15,-8-2 1 0,-4 2 19 0,-8 3 33 16,-3 0 33-16,-1 2 19 0,-5-3 4 0,0 3-1 16,-4-1 8-16,-1 1-4 0,-1 0-22 0,-1 0-4 15,-3 2-5-15,-1 0-12 0,-3 1-4 0,-4-2-10 16,-1 6-8-16,-5 3 0 0,-5 1-17 0,-4 4-1 16,-1 4-3-16,-1-1 4 0,2 3-11 0,4 2-2 15,-1 0 5-15,7-3-5 0,2 1-34 0,3 2-9 16,1-2-17-16,2 1-4 0,1-1-2 0,3 1-6 15,2-4 6-15,2-1 2 0,2-2 6 0,3-1 8 16,0 0 7-16,4-3 8 0,2-2 7 0,4-1 2 16,-1-3 6-16,5-3 0 0,1-2 5 0,0-1 3 15,4-6 4-15,-8 2 6 0,2-1 7 0,-1-1-1 16,-3-2 1-16,0 1 4 0,0 1 24 0,-7 3 6 16,2 3 17-16,-3 1-3 0,3 1-1 0,-7 1-3 15,3 0-1-15,0 1-10 0,-3 2-9 0,3 1-10 16,-4 1 5-16,4-5-19 0,-4 5-16 0,0 0-9 15,0 0 8-15,8 2 3 0,-8-2-5 0,7 6 0 16,-2-2 2-16,4 2-28 0,1 1-25 0,2 0-30 16,-1 0-42-16,6 0-42 0,3-2-82 0,0 1-304 15,0-4-603-15,-2-2 267 0</inkml:trace>
  <inkml:trace contextRef="#ctx0" brushRef="#br0" timeOffset="105183.01">2191 7882 262 0,'4'-5'354'0,"-4"5"-34"0,0 0-29 0,4-4-28 0,-4 4-27 15,3-1-26-15,-3 1-18 0,0 0-25 16,0 0-14-16,0 0-18 0,0 0-16 0,0 0-15 15,0 0-16-15,0 0-21 0,0 0-20 0,0 0-15 0,0 0-5 16,0 0-3-16,-5 13 2 0,-1-4-1 0,1-1-6 16,-3 3-6-16,-3 1 6 0,-1 3-5 0,3 1-3 15,-2 0-1-15,-1-2 0 0,3 2-5 16,4-4 2-16,0 1 0 0,1-1-3 0,3-2-2 16,1 2-1-16,0 0 1 0,1-3-1 0,2-1-1 15,2-1 3-15,3 3-1 0,-1-3 6 0,6-1-3 16,0-1 1-16,6 1-3 0,-5-1 1 0,-1 0-1 0,0 1-2 15,-2-2-1-15,-1 1 0 0,0-3-1 16,-4 4-3-16,-1-2 2 0,1 1-4 0,-3 0 2 16,-3-1 1-16,-1 4 4 0,-3-1 4 0,-4 4 4 15,-1-3-1-15,-8 4 1 0,1-2-2 0,-10 2 0 16,2-2 1-16,-3-1 2 0,8-1-9 0,-7 0-2 16,6-4-24-16,1 3-27 0,2-5-36 0,2 1-34 0,5-3-43 15,2 0-63-15,0-3-217 0,8 3-481 16,0-8 213-16</inkml:trace>
  <inkml:trace contextRef="#ctx0" brushRef="#br0" timeOffset="105716.02">2445 8114 82 0,'0'0'295'15,"0"0"-19"-15,-6 1-19 0,6-1-21 0,0 0-26 16,-6 3-18-16,6-3-20 0,0 0-12 0,0 0-19 16,0 0-6-16,0 0-9 0,0 0-9 0,0 0-20 15,0 0 0-15,0 0-9 0,0 0-7 0,21-10-8 16,-4 6-8-16,1-2-6 0,1 1-5 0,5-5-5 16,-5 2-12-16,3-1 3 0,-4 1-1 0,8-5-4 15,-10 3-1-15,3-1-4 0,-2-3 0 0,-2 2-6 16,1-1 1-16,-5 0 7 0,2 2 12 0,-7 1 24 15,1-1-1-15,-1 3-2 0,-1 0 3 0,-4-2 11 16,1 3-12-16,-2 0 0 0,-2 2-5 0,1 0-6 16,-6 0-7-16,0-1-17 0,-6 5-5 0,-6 0-5 15,-3 2 2-15,-8 3-11 0,-6 5 4 16,3 2-6-16,-3 2-5 0,3 1 2 0,-2 3-9 0,7 0 2 16,0 2 3-16,1-1-3 0,13 0-11 0,1-1 7 15,3-1-3-15,-3-1-11 0,8 2 1 0,4-5-2 16,1 4 4-16,5-5 4 0,8 2 3 0,1-1 3 15,13-1 4-15,3-4 2 0,7-2 3 16,17 3 0-16,1-8-2 0,-1 0 4 0,-17 0-6 16,-1-3 2-16,-2 3 3 0,-14-1-3 0,1-1-6 0,-7 3 6 15,-4-1-5-15,2-1 9 0,-6 1 0 0,-6 0-1 16,13 0 13-16,-13 0-4 0,10 0 3 0,-10 0-6 16,0 0 2-16,8-2 6 0,-8 2-9 0,0 0-25 15,0 0-24-15,0 0-31 0,0 0-28 16,0 0-34-16,-24 5-47 0,17-3-52 0,7-2-88 15,-14 0-221-15,14 0-581 0,0 0 257 0</inkml:trace>
  <inkml:trace contextRef="#ctx0" brushRef="#br0" timeOffset="106046.04">3106 8014 139 0,'0'0'257'0,"0"0"-2"0,-3 4-9 0,3-4-9 16,0 0-11-16,0 0-12 0,-2 4-7 0,2-4-9 15,0 0-21-15,0 0-19 0,0 0-10 0,16-2-18 16,-4-3-11-16,8 1-13 0,11 0-25 0,-2-4-43 16,6 0-62-16,-2 0-65 0,3-3-91 0,-2 1-261 15,1-1-477-15,-1 0 211 0</inkml:trace>
  <inkml:trace contextRef="#ctx0" brushRef="#br0" timeOffset="106749.17">3790 7710 270 0,'0'0'342'16,"-2"-4"5"-16,2 4-8 0,2-4-7 0,-2 4-24 15,0-7-31-15,0 7-20 0,0 0-26 0,0 0-19 16,0-5-38-16,0 5-22 0,0 0-23 0,0 0-19 15,0 0-33-15,0 0-31 0,0 0-9 0,0 0-6 16,1 17-3-16,0-6-5 0,-1 0-1 0,0 6 1 16,0 1-3-16,1-1-6 0,-1 2 3 0,0 0-2 15,0 1-4-15,0-3-1 0,0 2 1 0,2-2 1 16,-2-5-1-16,1 1 0 0,2-1-6 0,-3-1 13 16,1 0-15-16,-1-2 6 0,1-4-1 0,-1 2-3 15,1-2 2-15,1-1-2 0,-2 1 2 0,0-1 2 16,0-4 5-16,1 4 0 0,-1-4-1 0,0 0 1 15,-1 5 8-15,1-5-11 0,2 3-11 0,-2-3-19 16,0 0-14-16,0 0-13 0,0 0-14 0,0 0-28 16,0 0-74-16,0 0-92 0,2-12-71 0,-2 5-188 15,4-2-556-15,-1 0 246 0</inkml:trace>
  <inkml:trace contextRef="#ctx0" brushRef="#br0" timeOffset="110116.05">4091 7698 126 0,'0'0'138'16,"4"-5"5"-16,-4 5 4 0,0-4 2 0,1 1 16 15,2-2-3-15,-3 5 4 0,1-4 2 0,-1 4 1 16,3-6 2-16,-3 6 0 0,1-3 2 0,-1 3-2 16,4-5-4-16,-4 5-8 0,0-3-5 0,0 3-18 15,0 0-9-15,0 0-20 0,0 0-1 0,1-4-30 16,-1 4-19-16,0 0-18 0,0 0-21 0,0 0-3 15,0 0-3-15,-5 15 2 0,5-6-2 0,-1 1-5 16,1 7-1-16,-3-1 1 0,-1 3-5 0,3 0 1 16,1-1 3-16,0 2-3 0,0-1-1 0,0-1 3 15,-3 2-1-15,3-8 2 0,3 2-2 0,-3 3-1 16,0-5 0-16,0-4 0 0,-3 2 0 0,3-3-3 16,3 0 4-16,-3-3 1 0,0 1-1 0,0-1 0 15,0 0 4-15,0-4 3 0,1 4-3 0,2-1 2 16,-3-3-1-16,0 0 3 0,0 0 3 0,0 5 0 15,0-5 0-15,0 0-2 0,0 0 2 0,0 0-13 16,0 0-19-16,0 0-49 0,0 0-83 0,0 0-87 16,0 0-293-16,0-18-571 0,0 11 253 0</inkml:trace>
  <inkml:trace contextRef="#ctx0" brushRef="#br0" timeOffset="110481.98">4366 7660 110 0,'1'-4'301'0,"-1"4"-11"0,1-6-10 0,-1 6-14 15,2-4-21-15,-2 4-27 0,0 0-15 0,0 0-32 16,0-3-17-16,0 3-21 0,0 0-16 0,0 0-19 15,0 0-17-15,0 0-8 0,4 9-7 0,-3-4-11 16,0 6-7-16,2 1-9 0,-2-2-4 0,2 3-2 16,-2 4-2-16,2 0-6 0,0 0-5 0,-2 2 0 15,1-3 0-15,-2-1-3 0,2 2-3 0,-2-5 0 16,1 0-3-16,1 0-1 0,-1-1 4 0,0-4-5 16,-1 0 0-16,2-2-1 0,-1 2 0 0,0-2 1 0,-1-2-1 15,0 1 2-15,0-4 1 0,0 5 0 16,0-5-1-16,0 4 1 0,0-4 2 0,0 0-14 15,0 3-6-15,0-3-17 0,0 0-20 0,0 0-24 16,0 0-76-16,0 0-106 0,-15-7-216 0,6 2-503 16,0-4 223-16</inkml:trace>
  <inkml:trace contextRef="#ctx0" brushRef="#br0" timeOffset="110931.99">3667 7607 14 0,'0'0'248'0,"0"0"-15"0,0 0-14 16,-4-3-13-16,4 3-15 0,0 0-16 0,0 0-18 16,0 0-18-16,0 0-13 0,14-5-14 0,-1 2-9 15,7-1-10-15,14-2-15 0,2-1-5 0,22-4-10 16,6 3-7-16,28 1-1 0,-27-2-6 0,31 0-6 0,-4-2-2 15,-31 8-7-15,2-2-2 0,-4-1 0 16,-6 3-7-16,-17 0 0 0,0 1-2 0,-5 0-5 16,-3 1-1-16,-8 1-1 0,-3-2 3 0,-6 2-8 15,-3-1-1-15,0 0-1 0,-2 1-1 0,-6 0-2 16,10 0-13-16,-10 0-12 0,7-3-13 0,-7 3-14 0,0 0-19 16,0 0-24-16,-17 12-34 0,7-9-35 0,-2 6-43 15,-6-4-136-15,4 2-365 0,-4 1 163 16</inkml:trace>
  <inkml:trace contextRef="#ctx0" brushRef="#br0" timeOffset="111350.21">3780 8052 62 0,'-4'2'90'0,"4"-2"-9"0,0 0-8 15,-4 4-5-15,4-4 9 0,0 0 12 0,0 0 16 16,0 0 15-16,0 0-1 0,15 0-4 0,-1 0-6 0,9-2-10 16,9-3-5-16,19-4-4 0,0 2 4 0,7-3 0 15,2 0 7-15,2 1 2 0,1 0 3 16,-3 2-4-16,-1-1-7 0,-3 3-5 0,-16-2-4 16,-6 4-6-16,-2-2-1 0,-10 3-4 0,-3-1-3 15,-6 0-4-15,-3 2-4 0,-1 0-8 0,0 0-5 0,-2 1-3 16,-1-1-7-16,-6 1-13 0,7-1-22 0,-7 1-41 15,7 0-34-15,-7 0-18 0,-4 8-54 16,-5-1-96-16,-5-2-157 0,-5 0-427 0,-11 1 190 16</inkml:trace>
  <inkml:trace contextRef="#ctx0" brushRef="#br0" timeOffset="112081.68">1469 8615 33 0,'0'0'154'0,"0"0"-1"15,-11 0-9-15,11 0-9 0,0 0-10 0,0 0-16 16,0 0-6-16,0 0-17 0,-7 0-3 0,7 0-6 15,0 0-15-15,0 0-7 0,0 0-6 0,0 0-2 16,0 0-8-16,0 0-4 0,0 0-1 0,0 0-4 16,0 0-4-16,0 0 2 0,0 0 6 0,0 0 4 15,24 3-2-15,-7-3-2 0,11-3 0 0,8 2 4 16,23-4 6-16,30-6-10 0,10 3 9 0,10-5 2 16,9 0-4-16,15-1 0 0,11-3 4 0,17 5-5 15,8-3-4-15,6 0-1 0,0 2-5 0,4-1-2 16,1-1-1-16,-6 5-5 0,-8-4-1 0,-15 1 0 15,-7-3-3-15,-11 3 3 0,-13 1-4 0,-10 4-6 16,-9 2 4-16,-10 0 8 0,-32 2 5 0,-7-2 4 16,-12 2 8-16,-1-1 3 0,-7 4 2 0,-4-2 5 15,-15 3 11-15,6-1 7 0,-7-1 17 0,-5 1 4 16,-7 1 16-16,16-1-8 0,-16 1-7 0,9-1-12 16,-9 1-7-16,7-2-4 0,-7 2-14 0,0 0-16 15,0 0-31-15,13 2-27 0,-13-2-35 0,0 0-45 16,0 0-51-16,0 0 3 0,0 0-34 0,3 8-61 15,-3-8-209-15,0 0-491 0,0 0 217 0</inkml:trace>
  <inkml:trace contextRef="#ctx0" brushRef="#br0" timeOffset="112948.17">7698 7853 91 0,'0'0'234'0,"-1"-5"4"15,1 5-9-15,1-7 3 0,-2 5-10 0,2-2-7 16,-1-1-11-16,0 5-6 0,2-6-5 0,-2 6-19 16,0-6-4-16,0 6-14 0,0-4-18 0,0 4-14 15,1-3-19-15,-1 3-9 0,0 0-19 0,0 0-24 16,0 0-32-16,0 0-15 0,0 0-2 0,0 11 0 16,0 0 4-16,0 4-7 0,-1 5 0 0,-1-1-2 15,1 7-2-15,0-3 5 0,-2 3-1 0,2-6-2 16,0 0 1-16,1 0-2 0,-1-2 0 0,-1-1 1 0,1 1 0 15,1-3 2-15,-1 2-2 0,-1-6 0 16,2 0 4-16,-1-1 0 0,1-3-1 0,-1-2 0 16,2 2 1-16,-2-2 0 0,1 0 0 0,0-1 0 15,0-4 2-15,-1 6-1 0,1-6 1 0,1 4 1 16,-1-4 2-16,-1 4 6 0,1-4-6 0,0 0-7 0,0 0-9 16,-2 5-8-16,2-5-12 0,0 0-13 0,0 0-18 15,0 0-29-15,0 0-86 0,0 0-75 16,-13-9-184-16,5 5-469 0,1-4 209 0</inkml:trace>
  <inkml:trace contextRef="#ctx0" brushRef="#br0" timeOffset="113167.93">7509 7833 76 0,'-1'-4'287'0,"1"-1"-14"15,-2 0-13-15,0-1-12 0,2 0-17 16,0 1-20-16,0 2-18 0,0 3-25 0,2-7-7 16,-2 1-25-16,3 2-17 0,0 0-11 0,3 1-15 0,-2-3-8 15,5 4-14-15,1-1-12 0,4-3-23 0,4 5-27 16,0 0-31-16,4-1-35 0,-3 2-34 0,3 3-35 16,-1-2-33-16,0 5-21 0,-2-1-186 0,0 4-395 15,-5-2 176-15</inkml:trace>
  <inkml:trace contextRef="#ctx0" brushRef="#br0" timeOffset="113372.04">7518 8296 194 0,'-6'2'247'0,"6"-2"-7"16,-4 3-1-16,4-3-9 0,-2 2-12 0,2-2-24 15,0 0-24-15,0 0-14 0,25-2-14 0,-2-2-17 16,9-4-25-16,2 2-34 0,5 3-39 0,12-5-50 16,-13 0-70-16,17 1-64 0,-15 0-190 0,-2-1-373 15,-1 0 165-15</inkml:trace>
  <inkml:trace contextRef="#ctx0" brushRef="#br0" timeOffset="114064.03">8374 7821 19 0,'-1'-4'80'0,"1"4"11"16,0 0 6-16,1-6 2 0,-1 6 1 0,0-4 6 0,0 4 8 15,0-6 11-15,2 2 8 0,-2 0 5 16,0 0 0-16,-2-2 14 0,2 1 4 0,-1 0 2 0,1-2 2 16,0-1-2-16,0 3 8 0,0-2 0 15,0 0-3-15,-1-3 5 0,-1 5-23 0,4-4-8 0,-4 2 0 16,4 5-12-16,-4-2-11 0,4-3-7 0,-4 2-20 15,2 5-9-15,0 0-7 0,0-4-15 16,0 4-19-16,0 0-27 0,-1-5-33 0,1 5-27 16,0 0-4-16,-2 13 6 0,-1-1 7 0,1 9 2 15,-1 4 3-15,-2 7 7 0,1 3-2 0,-1 11 4 0,2 2 4 16,0-12 2-16,0-2 3 0,-1 3 0 16,3-3 4-16,1-3 3 0,1 1 0 0,3-3 2 0,-1-2 2 15,-1-9 1-15,1 2 3 0,-5-3-2 16,2-5 4-16,0 1-3 0,-1-3 2 0,0 1 0 0,0-4 4 15,-1-2 11-15,0 2 8 0,-3-2 13 0,1-2 4 16,-3-1 5-16,-2 1 2 0,2-3-5 0,-5-3 5 16,1 3-8-16,-1-2 2 0,5 0-5 0,-2 0-3 15,1 1 6-15,3-2-12 0,-1 0-1 0,-1 2-3 16,2-2 1-16,1 2-19 0,4 1-22 0,-9-4-22 16,8 2-40-16,-3-2-69 0,3 1-77 0,6-2-84 15,0-1-187-15,-1 2-538 0,1-6 238 0</inkml:trace>
  <inkml:trace contextRef="#ctx0" brushRef="#br0" timeOffset="114448">8147 8024 10 0,'0'0'180'0,"-4"-2"-1"16,4 2-10-16,0 0-1 0,0 0-16 0,-5-2-2 16,5 2-7-16,0 0-5 0,0 0-6 0,0 0-3 15,-5-2-8-15,5 2-7 0,0 0-5 0,0 0-8 16,0 0-4-16,0 0-7 0,0 0-9 0,0 0-10 15,0 0-7-15,0 0-8 0,22-3-2 0,-6 2-4 16,12-1-7-16,3 0-5 0,5-1 3 0,2 2-7 16,12-7-5-16,-13 6-2 0,4-1-8 0,-4 0 2 15,-4 2-4-15,-1-2 1 0,-4 2-4 0,-9-2 4 16,-1 1-9-16,-5 2 5 0,-3-1-3 0,-2 1 0 16,2 0 0-16,-5-1-2 0,-1 0 2 0,-4 1-8 15,9-3-20-15,-9 3-40 0,0 0-38 0,0 0-53 0,0 0-56 16,0 0-203-16,0 0-438 0,-23 7 193 15</inkml:trace>
  <inkml:trace contextRef="#ctx0" brushRef="#br0" timeOffset="122464.07">10123 7674 171 0,'0'-4'234'0,"0"-3"-7"0,0 1-14 0,-3 0-4 15,3 0-10-15,0-3-11 0,1 4-13 0,-1-1-11 16,0 1-4-16,-1 0-20 0,1 1-14 0,0 4-11 16,-3-7-17-16,3 7-15 0,0-5-32 0,0 5-29 15,0 0-31-15,0 0-5 0,0 0-2 0,-1 19 1 16,1-1 4-16,0 8 1 0,0 3-2 0,-5 5 3 15,4-1-1-15,-2 4 2 0,-1-3 2 0,2 0-1 16,-1 2-1-16,1-4 9 0,0-2-7 0,-1-1 2 16,0-4 1-16,2-5 0 0,-1-2-2 0,1-6 3 15,1-2 2-15,0 1 2 0,-1-1-4 0,1-4 6 16,-1 2-4-16,-1-4 2 0,1 1-1 0,1 0 2 16,0-5-2-16,0 6 2 0,0-6 2 0,0 3 0 15,0-3-3-15,0 0-11 0,0 6-23 0,-1-5-4 16,1-1-24-16,-7 1-19 0,2 1-43 0,-5-1-61 15,-2 1-138-15,0-4-347 0,-1 1 153 0</inkml:trace>
  <inkml:trace contextRef="#ctx0" brushRef="#br0" timeOffset="122770.02">9752 8028 15 0,'-4'1'224'0,"4"-1"-16"16,0 0-14-16,-8 0-13 0,8 0-21 0,0 0-11 15,0 0-17-15,0 0-16 0,0 0-13 0,0 0-12 16,0 0-9-16,0 0-9 0,40-1-5 0,-4-4-10 0,14-3-5 16,7 1-8-16,1-1-7 0,0 1 3 0,2-1-6 15,-2 2-6-15,-20 1-3 0,1 3-4 16,-2-1-6-16,-5 1-1 0,-3-1-2 0,-10 1-1 15,-1 1-1-15,-5 0-5 0,-3 1 1 0,-4 0-2 0,2-2-4 16,-3 2 0-16,2-1-6 0,-7 1-10 0,0 0 4 16,10 1-7-16,-10-1-5 0,0 0-8 0,0 0-18 15,0 0-19-15,-22 6-17 0,14-5-21 16,2 1-35-16,-4 1-139 0,1-1-303 0,0 0 134 16</inkml:trace>
  <inkml:trace contextRef="#ctx0" brushRef="#br0" timeOffset="123330.93">10568 7724 106 0,'0'0'256'0,"3"-6"-10"0,-3 3-7 0,0 3-12 16,0-4-12-16,0 4-12 0,0 0-11 0,0 0-15 15,1-4-14-15,-1 4-19 0,0 0-12 0,3-4-10 16,-3 4-22-16,0 0-18 0,0 0-11 0,0 0-29 15,0 0-9-15,0 0-6 0,0 15-2 0,1-4-5 16,-2 2-1-16,1 8-2 0,-3 2-4 0,2 4-2 16,-2 0 1-16,2 1-2 0,-3 0-6 0,0-1 3 15,1 0 2-15,-1 0-3 0,-2-1 5 0,3-6-7 16,0 4 1-16,0-6 1 0,-1 0-3 0,2-5 1 16,0-2 0-16,0-3-1 0,1-1 0 0,-1 0 0 15,0-3 5-15,2 3 3 0,-1-4 23 0,0 0 29 16,1-3 33-16,1 5 38 0,-1-5 32 0,0 0 3 15,0 0-17-15,0 0-20 0,6-12-22 0,5-2-3 16,-1 0-20-16,0-1-19 0,-1 0-26 0,5 0-5 16,-5 1-9-16,1 1-3 0,-2 3-10 0,1 5-14 15,-4-1-22-15,0 2-14 0,-1 0-28 0,3 2-4 16,-4 1-1-16,-3 1-4 0,16 4-12 0,-10 0-7 16,4 4-15-16,-1-2-15 0,3 9-17 0,0-3-20 15,0 1-20-15,-2 0-26 0,3 0-18 0,-3 2-35 16,-2-6-173-16,-1 2-465 0,1-2 206 0</inkml:trace>
  <inkml:trace contextRef="#ctx0" brushRef="#br0" timeOffset="123756.99">10834 8191 58 0,'0'0'285'0,"0"0"-12"16,0 0-14-16,0 0-5 0,7-6-18 0,-7 6-18 0,0 0-16 15,1-4-19-15,-1 4-22 0,0 0-15 16,4-3-19-16,-3-1-14 0,7 2-12 0,1-5-12 15,0 3-9-15,5 0-8 0,1-2-5 0,3-1-13 16,0 2-6-16,0-1-5 0,3-2-12 0,-3 1 1 16,4 0-2-16,-3-3-4 0,-1 2-3 0,1-2-3 0,-1 1 1 15,-1 0 1-15,-4-2-3 0,0 2 4 16,-2-1 6-16,-2 0 6 0,1 0 20 0,-5 3 9 16,1-1 12-16,-2 1 4 0,0 3-7 0,-4-4-14 15,1 1-10-15,-2 3-8 0,-1-2-13 0,-5 3-10 0,-2 0-2 16,-5 2-11-16,-3 2-2 0,-4 3 1 0,-7 4-1 15,1 3-11-15,1 2-2 0,3 1 2 16,4 0-3-16,6-1-1 0,-5 3 0 0,7-2-4 16,0 0-7-16,3 3 4 0,1-1 7 0,5-3-1 0,4 2 4 15,4-2 3-15,4 2 3 0,5-4 0 0,9 4 9 16,6-5-6-16,4-3 2 0,5-2 0 0,15 3-5 16,3-4 6-16,-6-3-1 0,-9 1 0 0,-6-1 0 15,-3-4 0-15,-5 3 1 0,-9 0 1 16,-1 0-1-16,-9-1 2 0,5 2 8 0,-9-1 14 0,3-1 10 15,-2 1 2-15,-6 0-4 0,8 0-2 0,-8 0-6 16,5-2-7-16,-5 2-18 0,0 0-26 0,5-1-29 16,-5 1-33-16,0 0-41 0,0 0-51 0,0 0-58 15,0 0-58-15,0 0-216 0,0 0-552 0,3-6 245 16</inkml:trace>
  <inkml:trace contextRef="#ctx0" brushRef="#br0" timeOffset="124979.45">11432 7965 237 0,'0'0'240'0,"1"-4"-23"15,-1 4-20-15,0 0-23 0,3-3-19 0,-3 3-16 16,0 0-19-16,0 0-13 0,0 0-14 0,9 7-15 16,-4-2-5-16,5 3-8 0,-6-1-4 0,5 2-12 15,-4 4-4-15,4 0-4 0,3 3-7 0,-6-1-3 16,2 0-2-16,-3 1-3 0,2-2-3 0,-4-2-3 15,1 0 1-15,0-1-4 0,-2-2 1 0,1-1-2 16,-2 0-3-16,1-6 0 0,0 4-3 0,1-2 10 16,-1 1 32-16,-1-3 37 0,-1-2 40 0,3 3 42 15,-3-3 46-15,0 0 28 0,0 0 11 0,0 0-15 16,0 0-22-16,8-10-23 0,-6 0-21 0,2-1-21 0,2-6-16 16,2 0-19-16,0-1-11 0,-1 1-15 0,2 0-14 15,1 1-18-15,-2-1-28 0,-3 4-19 0,3 5-26 16,2-3-40-16,-5 4-59 0,3-2-44 15,6 3-32-15,-4 1-38 0,2 4-34 0,7 3-15 16,-1 2-34-16,1 0-23 0,-1 3-213 0,-3-2-587 0,3 3 260 16</inkml:trace>
  <inkml:trace contextRef="#ctx0" brushRef="#br0" timeOffset="125446.14">11896 8135 307 0,'0'0'300'0,"0"0"-8"0,0 0-12 15,-4 1-13-15,4-1-20 0,0 0-22 16,0 0-16-16,0 0-20 0,0 0-28 0,0 0-15 16,0 0-21-16,0 0-21 0,9-10-17 0,-1 6-11 0,2 0-13 15,2-2-13-15,4-2-7 0,-3 0-8 0,5-2-9 16,-1 2-3-16,0-3-1 0,0 2-3 0,0-2-2 16,-1-1-2-16,2 1-5 0,5-5-1 0,-9 4 3 15,0-1-2-15,2 2 1 0,-4-1-5 0,-3 2 3 16,-1 0 3-16,0 2 8 0,-2 1 5 0,-1 1 4 15,-1 2-3-15,-2 0-4 0,0 0-5 0,-1-1-7 16,0 2-7-16,-1 3-7 0,-6-3-4 16,6 3-5-16,-19 1 3 0,-2 4 1 0,-3 4-2 0,-3 1-2 15,-1 3 4-15,3 2-2 0,-1-1 0 0,1 0 0 16,3 0 1-16,4 1-1 0,4-3-2 0,0 2 2 16,2 0-6-16,2-2-3 0,5 1 0 0,1-3 5 15,4 1 8-15,0-2-1 0,9 0 1 0,4 1 4 16,7-2-1-16,11-3 2 0,6-2 0 0,20 0 0 15,6-6 2-15,2 0-1 0,29-5-2 0,-29 2 1 16,-5 0-1-16,-3 0 0 0,-2 1 2 0,-18 0 2 16,-3 3-1-16,-5-3 3 0,-7 1-1 0,-6 2 1 15,-3 1 0-15,-4-1 0 0,-1 2 6 0,0-2 0 16,-2 2-1-16,-1-1 0 0,-5 1-8 0,7-3-7 16,-7 3-10-16,0 0-26 0,0 0-39 0,0 0-42 15,0 0-46-15,-24 0-64 0,11 0-209 0,-6 0-480 16,9-2 213-16</inkml:trace>
  <inkml:trace contextRef="#ctx0" brushRef="#br0" timeOffset="125846.09">13808 7753 216 0,'0'0'265'16,"0"-4"-11"-16,0 4-12 0,1-4-17 0,-1 4-18 15,0 0-19-15,0 0-19 0,0 0-15 16,0 0-16-16,0 0-22 0,1-4-11 0,-1 4-12 15,0 0-18-15,0 0-11 0,0 0-13 0,0 0-6 0,0 0-8 16,0 15-1-16,2-10-8 0,-4 2-2 0,2 3-4 16,0 1-2-16,0 1-4 0,0 0-1 0,0 5 0 15,-1-3-3-15,1 2 0 0,0-2 0 16,0 1-1-16,0-4 0 0,0 0 0 0,-1 1-2 0,1-3 2 16,0 1 2-16,-2-3-2 0,2-3-6 0,0 3-11 15,0-4-11-15,2 1 3 0,-2-4-4 0,-2 5 0 16,2-5-3-16,-1 6-3 0,1-6-59 0,0 0-96 15,-10-11-248-15,6 0-462 0,-2-3 204 0</inkml:trace>
  <inkml:trace contextRef="#ctx0" brushRef="#br0" timeOffset="125981.14">13812 7582 127 0,'-3'-4'331'0,"3"1"-16"15,-1 0-25-15,1 3-27 0,0-7-28 0,0 7-28 16,-2-4-19-16,2 4-35 0,0 0-49 0,0 0-52 15,0 0-40-15,0 0-17 0,0 0-35 0,0 0-24 16,12 9-40-16,-7-2-35 0,0-2-183 0,4 0-347 16,-2 2 154-16</inkml:trace>
  <inkml:trace contextRef="#ctx0" brushRef="#br0" timeOffset="126396.01">14364 7628 224 0,'0'0'296'15,"0"0"-26"-15,0 0-31 0,0 0-29 0,0 0-20 16,0 0-22-16,0 0-20 0,0 0-12 0,0 0-21 16,0 0-11-16,0 0-12 0,-8 10-11 0,1-5-6 15,-1 3-3-15,0 1-6 0,0-2-16 0,-1 3 0 16,-1-1-11-16,4-1-2 0,-5 4-3 0,5-3-5 15,-3-1-2-15,4 1-4 0,-1 3-4 0,3-4-2 16,0 1-1-16,2 1-3 0,1 0 2 0,1-1-2 16,3 1-1-16,4 0-6 0,1-1 0 0,5 3 5 15,3-2 3-15,2 2-6 0,0-2 2 0,-2 4-7 16,0-4 4-16,0 2-2 0,1-3 0 0,-4 1-12 16,-3 0-8-16,-3-4-4 0,1 3-7 0,-4-2 0 15,0-3 0-15,-1 3 7 0,-3-3 7 0,-2 3 6 16,-8 1 2-16,2-2 3 0,-9 1 6 0,-5 0-1 15,-8 0 2-15,-4-2 0 0,-1 3 1 0,0-1-2 16,1-6 5-16,1 6-6 0,4-5 1 0,8 1 1 16,2-3-17-16,5 2-23 0,0-2-39 0,2 2-65 15,3-4-119-15,3-1-134 0,4-1-421 0,6-4 187 16</inkml:trace>
  <inkml:trace contextRef="#ctx0" brushRef="#br0" timeOffset="127212.58">15847 7694 129 0,'0'-4'234'0,"0"0"-13"16,4-2-5-16,-4 0-13 0,0 2-15 0,0-2-15 15,0-1-9-15,0 1-6 0,3 0-4 0,-3 0-15 16,-3 0-12-16,3 1-11 0,0-1-13 0,-1 2-14 15,-2 0-9-15,3 4-11 0,-9-7-8 0,4 4-14 16,-4 1-13-16,0 2-3 0,-1 0-6 0,-4 1-3 16,-3 4-4-16,-2 3-1 0,0 4-4 0,1-2-3 15,0 2 1-15,1 0-3 0,-5 4-2 0,5-3 0 16,-2 6 5-16,5-5-10 0,2 1 4 0,-2-1-3 16,5 0 1-16,4-3 0 0,-3-1-3 0,3-1 3 15,0 1-3-15,4-4 2 0,1 2-1 0,-3-5 3 16,6 4 3-16,-3-2 9 0,1-1 8 0,4-1 10 15,0-1 8-15,1 0 18 0,1-2 14 0,1-3 16 16,2-1 1-16,0 3 13 0,1-6 6 0,0-1-14 16,2 2 0-16,0-6-5 0,-4 3 11 0,1 1 0 15,0 0 16-15,-2 1-11 0,-1 0 9 0,-1 3 0 16,-3-1 2-16,2 1-19 0,-1 2-10 0,0-1-8 16,-1 0-14-16,-3 3-11 0,3-4-10 0,-3 4-20 15,3-2-32-15,-3 2-19 0,0 0-34 0,0 0-3 16,7 6 7-16,-7 0 3 0,1 0 1 0,0 3 7 0,-2 2 1 15,1 3 6-15,0-3 6 0,0 5-8 16,0 0 13-16,0-3-1 0,-1-1 6 0,2 0 5 16,-1-2 0-16,1 0 1 0,-1-3 5 0,1 0-3 15,4-2 10-15,-5 0 2 0,0-2 8 0,0-3 21 16,2 6 21-16,1-3 32 0,3-3 3 0,1 0-8 0,7-3-7 16,4-4-3-16,1 0-13 0,8-2-4 0,1-3-18 15,0 0-45-15,-2-3-69 0,2 4-79 16,-2-2-92-16,1 1-122 0,-10 4-314 0,-1-1-747 15,0-2 331-15</inkml:trace>
  <inkml:trace contextRef="#ctx0" brushRef="#br0" timeOffset="128178.99">17160 7336 175 0,'-2'-5'267'0,"1"-2"-14"16,1 1-5-16,-1 1-16 0,1 3-13 0,-3-4-13 15,3 3-20-15,0 3-27 0,0-6-15 0,0 6-6 16,0 0-28-16,0 0-35 0,0 0-10 0,0 0-11 16,0 0-6-16,3 25-7 0,-2-6-7 0,0 9 0 15,1 0 5-15,-1 4-9 0,-1 1-7 0,-1 3 1 16,1 0-4-16,-2 10 2 0,1-11-5 0,-3-2-1 15,4 1-1-15,-4 0 1 0,3-3-4 0,0-2 1 16,-2-4 0-16,-1-1-5 0,4-7 5 0,-1 0-3 16,0-3-2-16,-3-1 5 0,4-2-3 0,-4 0-2 15,4-2-1-15,-1 0-17 0,1-1-12 0,0-1-15 16,-3-2-14-16,2-1-8 0,1-1-4 0,0-3-9 16,-1 6 7-16,1-6 1 0,-3 3-66 0,3-3-87 0,0 0-156 15,-9-14-404-15,8 3 180 0</inkml:trace>
  <inkml:trace contextRef="#ctx0" brushRef="#br0" timeOffset="129095.5">17153 7587 172 0,'-1'-5'275'16,"1"1"-13"-16,-3-1-16 0,3 2-22 0,0 3-25 15,-1-5-20-15,1 5-23 0,0-5-17 0,0 5-15 0,0 0-12 16,10 1-14-16,-10-1-9 0,17 7-10 0,-4-3-6 15,6 3-9-15,-3 1-6 0,5 1-8 16,3 3 3-16,-6-2-17 0,1 1-6 0,-1 0-5 16,-4 0-9-16,-5-2-7 0,1-1-7 0,-2-2-7 0,-3 2-1 15,0-1 0-15,-3-2 1 0,-4 1 3 0,-3 0-2 16,-4-2 0-16,-5 4 3 0,-4-2 2 0,-5-1-3 16,-5 1 3-16,6-2-2 0,-5-3 0 0,-1 1-2 15,7-2 6-15,-2 0-2 0,1 0 2 0,5-1 1 16,3 0-2-16,4-2 1 0,-2 3 0 0,5-1-1 15,1 0-11-15,4-2-18 0,2 3-17 0,8-9-9 16,2 4 16-16,8-5-6 0,10 4 3 0,9-6 0 16,0 8 2-16,2-4 7 0,14 0 2 0,3-1 2 15,-4 1 1-15,-1 0 4 0,-14 2 1 0,1 0 1 16,-2 2 4-16,-3 0 1 0,-2-5 4 0,-5 4 1 16,-5 2 12-16,-2-2 19 0,-6 2 31 0,2 2 24 15,-4-3 21-15,-5 3 20 0,0-2 10 0,3 2 9 16,-5-3 11-16,0 1-5 0,-3 2-9 0,-1 1-18 15,4-7-10-15,-4 7-10 0,-1-3-15 0,-6 1-11 16,1 0-13-16,-7 2-8 0,3 0-9 0,-3 2-5 16,-6 0-6-16,2 3-1 0,-2 1-7 0,0 1-9 15,1 2 4-15,-1-1 0 0,0 2-3 0,2 2-19 16,2-1-8-16,1 2-5 0,1 2-14 0,0-2-9 16,4-1-7-16,2-2-4 0,0-2 0 0,3-1 6 15,1-1 5-15,0-2 4 0,0 0 7 0,3 1 14 16,0-5 13-16,2 4 13 0,-2-4 3 0,7 0 14 15,-7 0 8-15,14-5 2 0,-5 1 10 0,3-3 4 16,-5 0-1-16,1-3 4 0,1 2-7 0,5-6-11 16,-6 5-6-16,0-3 2 0,1 4-8 0,-2 0-4 15,1-1 5-15,-4 5-9 0,0 0 3 0,-1 0-8 16,0 1-9-16,0-1 2 0,-2 1-2 0,4 1-1 16,-5 2-18-16,2-2-9 0,-2 2-6 0,0 0 3 15,0 0 3-15,13 6 1 0,-8-1 5 0,5 1-2 16,-1 2-5-16,2-1-7 0,5 4 0 0,-2 2-6 15,0-5-6-15,3 3-7 0,2-4-11 0,0 3-2 0,1-6-2 16,-1 1-3-16,0 0 6 0,0-2 7 16,0-2 5-16,-1-2 3 0,-1-2 9 0,-1-2 7 15,2-2 15-15,-7 2 14 0,1-4 23 0,1-3 7 16,-2 1 14-16,0-3 12 0,-5 2 12 0,3 2 20 16,-1-4 18-16,-2 4 11 0,-2-2 16 0,1 3 4 15,-1 1 0-15,0 0 11 0,-3 2 0 0,3-1-3 16,-3 4-18-16,-1 1-9 0,4-2-17 0,-4 4-12 15,1-7-20-15,-1 7-17 0,1-2-37 0,-1 2-15 16,0 0-30-16,0 0-7 0,0 0 8 0,0 0 6 0,3 13 4 16,-3-9 2-16,-1 4 0 0,2-2-1 0,-2 3 3 15,1 3 5-15,0-1 5 0,1 0-1 16,-2 0 4-16,1 0-2 0,1 1 2 0,-1-2 10 16,0-1-5-16,0-2-27 0,1-3-4 0,-2 1-1 0,1 0-5 15,-1-2 6-15,1-3 4 0,1 6 1 0,-1-6 15 16,0 0-11-16,0 0-20 0,0 0-58 0,0 0-59 15,-14-11-53-15,5 0-34 0,0-2-38 0,-1-1-234 16,0-4-565-16,-2-4 251 0</inkml:trace>
  <inkml:trace contextRef="#ctx0" brushRef="#br0" timeOffset="129247.11">17953 7472 101 0,'-4'-17'152'0,"-1"2"14"0,1-1 17 16,0 5 24-16,3 1 13 0,-2 0 18 0,2 6 9 16,-1-4 6-16,0 1-7 0,2 2-9 0,0-2-20 15,0 2-32-15,0 2-1 0,0 3-30 0,0-7-17 16,0 7-12-16,4-5-13 0,-4 3-19 0,0 2-6 15,9-2-23-15,-9 2-30 0,9-2-45 0,-9 2-24 16,14 4-30-16,-6-2-31 0,-3 2-30 0,4 2-32 16,1-2-31-16,2 1-36 0,-6 4-232 0,3-5-493 15,-4-1 218-15</inkml:trace>
  <inkml:trace contextRef="#ctx0" brushRef="#br0" timeOffset="129578.9">18271 7435 39 0,'0'0'273'0,"5"0"-32"0,-5 0-23 15,0 0-26-15,9 1-21 0,-4 2-20 0,-1 0-16 16,1 1-12-16,3 3-3 0,0 1-14 0,0 1-7 16,3 4-17-16,-2-1-7 0,2 3-10 0,-6-1 1 15,2 2-9-15,-1 2-3 0,-2-2-4 0,2 1-6 16,-2-1-4-16,-4-5-3 0,0 0-4 0,0 0-2 15,0 0-2-15,0-5-1 0,0 1 6 0,-2-1 14 16,4-2 31-16,-2-1 36 0,-2 1 47 0,2-4 53 16,0 0 30-16,0 0-11 0,0 0-14 0,0 0-23 15,-2-16-20-15,2 5-13 0,4-5-22 0,1-1-14 16,-1-2-17-16,1 0-17 0,8-4-16 0,-3 6-18 16,6-4-8-16,-5 6-24 0,1 3-33 0,-6 1-28 15,9 0-44-15,-4 3-51 0,1 1-33 0,-1 2-45 16,-1 1-47-16,0 1-54 0,3 3-67 0,-4 0-226 15,2 0-650-15,-2 0 288 0</inkml:trace>
  <inkml:trace contextRef="#ctx0" brushRef="#br0" timeOffset="130511.99">19819 7423 8 0,'0'0'239'0,"-2"-6"-8"16,4 2-6-16,-2 4-10 0,-2-6-16 0,2 6-14 15,0-4-15-15,0 4-22 0,0 0-14 0,0 0-16 16,0 0-17-16,2-4-16 0,-2 4-16 0,0 0-8 16,0 0-3-16,-11 13-9 0,4-5-7 0,-2 4-5 15,0 2-3-15,-1 1-5 0,1-1-2 0,0 3-2 16,-1 1-4-16,-1-1-4 0,6-3 1 0,1 5-4 15,-1-6 2-15,4 4-4 0,1-5-1 0,1-1 0 16,0-1 2-16,3 0 2 0,0-3 9 0,0 2 11 16,5-2 14-16,1-6 5 0,2 3 7 0,-2-4 6 15,5-1 9-15,-3-3 24 0,2-1 2 0,-4 0 7 16,5-5 2-16,-2-1-8 0,-1 0 1 0,2-4-17 16,-5 1-9-16,3-3-4 0,-7-1-7 0,1-1-13 15,-3 1-10-15,0 0-12 0,-3 1-2 0,0 2-13 16,-4 4-11-16,0 0-16 0,0-1-10 0,-2 5-14 15,-5 0-11-15,4-1-19 0,-4 3-7 0,-1 1-17 16,1-1-24-16,-2 5-18 0,3 0-30 0,-2 1-18 16,1 4-22-16,3-2-29 0,3-2-32 0,1 3-160 15,3-3-454-15,1-1 201 0</inkml:trace>
  <inkml:trace contextRef="#ctx0" brushRef="#br0" timeOffset="130996.04">20225 7207 10 0,'3'-5'319'0,"-2"-4"-10"16,3 5-20-16,-3 0-27 0,0 1-25 0,0 0-35 0,-1 3-21 16,3-5-34-16,-3 5-28 0,0 0-15 0,0 0-9 15,6 16-15-15,-3-4-3 0,-2 7-10 16,1 6-7-16,-2 1-11 0,-2 2 4 0,1 4-10 15,0-3-4-15,-2 0-4 0,2 3-4 0,-3-2-4 0,3-4-2 16,-1-1-2-16,2-6-3 0,2-1-3 0,-1 0 2 16,0-1-2-16,1-3 0 0,0-4-1 0,-1-1-4 15,-1-1 4-15,2-3-1 0,-1-1 20 16,0 2 23-16,1-3 32 0,-2-3 38 0,0 4 34 0,0-4 15 16,0 0-2-16,0 0-12 0,0 0-22 0,0 0-10 15,3-15-15-15,-3 6-11 0,-1-3-32 0,0 0-10 16,-2 0-21-16,-3-5-16 0,1 4-3 0,0 1-13 15,-4-3-1-15,1 4-14 0,-1 3 9 0,0 1-2 16,4-3 6-16,0 4-4 0,1 2 10 0,0 1-14 16,-1-1 4-16,4 1-11 0,1 3 3 0,-4-4-7 15,4 4-5-15,18-5-1 0,1 3 2 0,12-2-5 16,6 3 3-16,15-2-1 0,3-1 0 0,4 1-3 16,2 0 5-16,2-1-1 0,-3 1 5 0,-4-2-2 15,-15 4 7-15,-4 0-3 0,-9-1 1 0,-10 2 0 16,-1 0-8-16,-7-3 3 0,0 3 4 0,-2 0 7 15,0 0-8-15,-3-2-17 0,-5 2-15 0,0 0-49 16,0 0-45-16,0 0-46 0,-21-2-47 0,6 2-50 16,-7 2-301-16,4-2-630 0,-1-2 280 0</inkml:trace>
  <inkml:trace contextRef="#ctx0" brushRef="#br0" timeOffset="132960.99">22405 7175 205 0,'0'0'239'0,"0"0"-17"0,-1-3-12 0,1 3-18 16,0 0-17-16,0 0-19 0,0 0-18 16,0 0-14-16,0 0-12 0,0 0-9 0,0 0-16 15,0 0-12-15,0 0-9 0,0 0-10 0,0 0-9 16,0 0-9-16,0 0-7 0,0 0-7 0,0 0-4 0,0 0-1 16,0 0-4-16,0 0 1 0,0 0 1 0,0 0 0 15,9-2-2-15,-2 2-2 0,0-3 1 16,-1 3-4-16,4-1-6 0,4-2 7 0,-5 1 1 15,2 0-3-15,1-1-3 0,-7 1 7 0,3 0 6 16,-3-1 8-16,1 0 16 0,1 3 13 0,-2-2 8 0,-1-1 6 16,-4 3-1-16,5-5-2 0,-5 5-3 0,4-2-4 15,-4 2-8-15,2-2-12 0,-2 2-6 16,0 0-12-16,0 0-12 0,-19-3-1 0,10 6-4 16,-3-1-4-16,-5 3-1 0,-2 2 1 0,-7 2 9 0,-1 2-9 15,-2 5-5-15,1-3 3 0,-3 6 3 0,1-2-6 16,-2 1 3-16,2-2-3 0,1 4 2 0,4-2-2 15,0 1 1-15,3-1-1 0,8-2-2 0,1-1 3 16,4-1-3-16,3-1 1 0,-1-3 4 0,5 4-4 16,6-3 2-16,6 0-1 0,4-1 5 0,12 0-8 15,7-1 4-15,18-4-3 0,5 0 3 0,8-3 0 16,28-6-2-16,-28-4-6 0,0 2-1 0,1 0-9 16,-1-2-6-16,-4 0-7 0,-5-5 0 0,-4 1 4 15,-15 0 2-15,1 0 4 0,-5 1-1 0,-4-4 6 16,-2-1 2-16,-11 4 14 0,-1 2 3 0,-6 0 18 15,1 1 9-15,-4 0 4 0,-4 1 2 0,-1 2-2 16,-1-1-5-16,-2 2-3 0,-6-1-9 0,-2 1 2 16,-2 3-4-16,-9 2-1 0,3 2-2 0,-9 3-1 15,1 2 0-15,-1 1-2 0,1 1 5 0,2 1-8 16,6 0 8-16,3-2-8 0,1 1-3 0,3-2-21 16,2 2 2-16,4-2-13 0,-1 3 3 0,6-5 1 15,1 1 8-15,4 0 3 0,2 0 3 0,12-4 2 16,5 1 1-16,6-3 2 0,2-1 3 0,1-1-2 15,0 0 5-15,-4-1-3 0,-6 0 4 0,-3-3-3 16,0 1 7-16,-6 3 14 0,-1-6 16 0,-1 3 6 16,-2-1-5-16,-3-5-2 0,0 3-3 0,-1-2 6 15,-3 1 2-15,-1 0-4 0,-1 0-5 0,-3 0-6 16,-1 2-3-16,-1 0 2 0,-3 0-16 0,-1 2-10 16,-2 1-5-16,-1 1-6 0,-1 0-1 0,-3 3-10 15,3 0-11-15,-8 0-23 0,5 3-28 0,-1 0-22 16,-1 2-28-16,7-3-30 0,4 2-16 0,0-1-30 15,2 0-151-15,2 1-399 0,3-4 177 0</inkml:trace>
  <inkml:trace contextRef="#ctx0" brushRef="#br0" timeOffset="133927.99">23243 7248 293 0,'0'0'353'0,"7"-7"-12"15,-6 6-22-15,-1 1-32 0,2-2-22 0,-2 2-33 0,0 0-22 16,4-2-30-16,-4 2-22 0,0 0-17 16,0 0-31-16,0 0-23 0,0 0-25 0,0 0-14 15,0 0-9-15,0 0-5 0,5 8-3 0,-3-3-1 16,-2 2-5-16,0-2-3 0,1 1-1 0,-1 1-2 16,1-2-2-16,-1 2-3 0,3 1-8 0,-2-3-4 0,-1-1-2 15,1-1 0-15,-1 2-1 0,0-5 1 16,2 5 5-16,-2-3 0 0,0-2 1 0,0 0 20 15,3 4 6-15,-3-4 0 0,0 0-3 0,16-7 1 16,-7 0-2-16,1 1-1 0,2 0-7 0,1-4 10 0,-1 3-15 16,1 1-2-16,-4 0-2 0,2 1-5 0,-1 1-2 15,-4 2 4-15,1-1-8 0,-2 0 4 16,2 2-9-16,-1 0 2 0,-6 1 6 0,10 1-11 16,-6 0 2-16,3 5-2 0,-2-2 2 0,1 1-2 0,-2 4 5 15,2 0-6-15,-1 3 1 0,2-2-10 0,-2 0-4 16,0 0-2-16,-1 1-2 0,1-1 4 0,0 0 12 15,-2-4-10-15,-1 2 1 0,2-6 8 0,0 4-5 16,0-2 13-16,-2 0 29 0,-2-4 7 0,7 0 0 16,-7 0-1-16,11-9-3 0,-1 3-2 0,-1-4 0 15,0 1 0-15,3-4-1 0,-1-3-8 0,2 0 2 16,6-4-6-16,-1 0 2 0,-8 6-1 0,1-1-4 16,-4 4 0-16,2 2 1 0,-1-2-6 0,-2 5-4 15,-1 0 1-15,0 1-3 0,-1-1-3 0,-1 4-1 16,2-1-4-16,-1 2 0 0,-4 1-3 0,11 4-9 15,-6-2-5-15,2 3-3 0,3 1-6 0,0 1-2 16,7 2-4-16,-1 1-8 0,1 1-8 0,2-2-3 16,5 3 0-16,6-2-2 0,-3-1-5 0,-2-3-13 15,3-2-14-15,-6-1-6 0,6-1-12 0,-7-2 3 16,-1-2-2-16,2-1 9 0,-3-4 13 0,-1-1 6 16,-2 1 12-16,-1-4 9 0,-3-2 27 0,-3-1 14 15,0-1 17-15,0 0 18 0,-4 0 13 0,0-3 11 16,-2 0 12-16,0 1 16 0,-2 0 9 0,1 0 7 15,0 5 3-15,0-2-6 0,-2 2 5 0,0 0 11 16,0 5-6-16,0-4-8 0,-2 5-5 0,4-1-9 16,-4 1-2-16,4-1-6 0,-2 5-4 0,-2-4-8 15,2 2-4-15,0 4-6 0,0-5-3 0,0 5-5 16,2-4-1-16,-2 4 1 0,0 0-8 0,-2-5 0 16,2 5-2-16,0 0 2 0,0 0 12 0,0 0 6 15,2-3 3-15,-2 3 10 0,0 0 9 0,0-5 3 16,0 5-7-16,0-4-4 0,0 4-3 0,0-5 2 15,0 5 1-15,0-8 0 0,-2 4 10 0,2 4 15 16,0-5-14-16,0 5 3 0,0-5-2 0,0 5-3 16,0-7-2-16,0 7-9 0,0-3-4 0,0 3-3 15,0-5-10-15,0 5-7 0,0 0-8 0,0 0-32 16,0 0-36-16,0 0-40 0,0 0 0 0,0 13 25 16,-2-3-6-16,2 7 10 0,0 9 3 0,-1 2 8 15,1 5 1-15,-4 14 9 0,2 0 7 0,-4 0 4 16,4 1-4-16,-2-13 9 0,3 13 1 0,-3-12 1 15,0-2-6-15,3-2 13 0,1 0 0 0,0-6 9 16,0 1 2-16,0-8-5 0,0-1 14 0,-1-5-17 16,-1-5 5-16,2 2 3 0,0-3 2 0,-1-2 5 15,1 2 3-15,0-4 3 0,0-3-1 0,1 7 1 16,-1-6 1-16,0-1-9 0,0 0-35 0,0 0-86 0,0 0-79 16,-14-10-63-16,7-1-57 0,-1 2-240 0,2-8-604 15,2 0 268-15</inkml:trace>
  <inkml:trace contextRef="#ctx0" brushRef="#br0" timeOffset="134444.04">24223 7144 98 0,'2'-8'251'16,"1"1"-18"-16,-1 2-24 0,2 1-20 0,0-1-20 16,2 1-19-16,0 1-19 0,3 2-13 0,2 0-12 0,1 3-9 15,2 2-13-15,0 1-9 0,3 3-6 0,-1 1-7 16,0 1-11-16,-2 0-4 0,-1-1-8 0,-5 1-8 15,1-1-5-15,-2-2-3 0,-3-1-9 16,-3 1 3-16,0-2 4 0,-2 3 3 0,-4-1 2 16,-4 2 1-16,-4-2-4 0,-5 1-1 0,-1-1 1 0,-1 0-3 15,-7 0-1-15,0 0 2 0,0-2-3 0,4 1-4 16,0-3 1-16,4 0-7 0,1 1 5 0,5-3 0 16,2-1 1-16,3 3 12 0,2-3 4 0,-1 0 4 15,7 0-14-15,0 0-4 0,0 0-2 0,18-12-5 16,1 7-4-16,12-5 4 0,2 3-3 0,4-2-3 15,2-2-1-15,0 2-1 0,-2 0-2 0,-3-1-1 16,0-1 1-16,-2 0-1 0,-5 0-1 0,-3-1 6 16,-1-1-1-16,-5 0 0 0,3-1 5 0,-7-1 7 15,-2-2 9-15,-1 1 11 0,-4-2 26 0,2 0 12 16,-4-7 18-16,0 1 15 0,-1 4 21 0,-4-5 26 16,0 7 8-16,0 3 15 0,2 1 8 0,-2 6-5 15,-2-2-12-15,2 4-17 0,0-2-20 0,0 4-13 16,0-1-18-16,0 0-30 0,0 5-57 0,0 0-41 15,0 0-10-15,0 0 9 0,-5 12 6 0,3 2 0 16,-2 3 1-16,-3 10 8 0,0 3-3 0,2 3 1 16,1-2 7-16,-1 5 2 0,1-2 1 0,2-1-15 15,0-2-15-15,-1-3-15 0,0-1-9 0,1-6-9 16,2-3-12-16,-1-4-16 0,1 2-10 0,0-4-19 16,0-2-14-16,1 0-11 0,-2-4-6 0,1 1-8 15,1-2-13-15,1-3-26 0,3-1-29 0,-5-1-222 16,0 0-493-16,11-3 219 0</inkml:trace>
  <inkml:trace contextRef="#ctx0" brushRef="#br0" timeOffset="134828">24711 7245 130 0,'0'0'219'0,"0"0"-8"16,0 0-2-16,0 0-13 0,0 0-7 0,4-4-9 15,-4 4-14-15,0 0-16 0,4-1-14 0,-4 1-14 16,17-4-14-16,-6 1-10 0,7-1-8 0,1-1-10 15,11-2-10-15,-2-3-4 0,1 3-6 0,2-4-8 16,-3 1-5-16,-1-1-4 0,-2-1 1 0,-7 2-10 16,0-2-3-16,-1 2 0 0,-4 1-3 0,-1-3 0 15,-2-1 0-15,-2 4 5 0,-4-1 3 0,1 3 7 16,0-4-2-16,-5 5-5 0,-2-1 8 0,-1 1-20 16,-3 0-2-16,-2 2-3 0,-2 1-2 0,-4 0-1 0,-3 3-3 15,-3 0-3-15,-2 3 0 0,3 1-5 16,-11 5-1-16,6 0-1 0,-3 4-3 0,3 2-1 15,2 3 1-15,3 0 1 0,0 0 0 0,6-2 0 16,2-1 1-16,1 0-1 0,3 1 1 0,5-1-2 0,-1-2 0 16,7-1 2-16,0 0-2 0,5-1 4 0,7 1 14 15,4-4-9-15,11 1 0 0,8-5-1 16,9 1-2-16,7-2 3 0,0-4-4 0,-4-1 1 16,-12 0-1-16,-2-1-12 0,-4-1-15 0,0 2-21 0,-2-5-36 15,-2 2-41-15,-8-2-38 0,-2-1-45 0,-3 2-58 16,-7-2-143-16,0 1-435 0,-4-1 192 0</inkml:trace>
  <inkml:trace contextRef="#ctx0" brushRef="#br0" timeOffset="135093.99">25707 7042 293 0,'0'-3'310'0,"0"-1"-18"0,0 4-20 0,0-7-20 16,0 4-23-16,0 3-25 0,0 0-24 0,0 0-21 15,0-4-17-15,0 4-30 0,0 0-17 0,0 0-13 16,0 0-7-16,-14 13-9 0,7-4 2 0,-4 4-15 16,0 0-5-16,-2 0-2 0,1 3-6 0,-4 3-4 15,-1 2-4-15,0 0-2 0,2-1-24 0,2 0-19 16,-1-1-25-16,-6-1-29 0,6-4-25 0,3 1-30 15,0-1-19-15,1-5-25 0,2-1-55 0,-1-1-156 16,1-3-409-16,1 0 180 0</inkml:trace>
  <inkml:trace contextRef="#ctx0" brushRef="#br0" timeOffset="135276.01">25527 7015 250 0,'2'-6'392'0,"-2"-4"-12"16,4 5-39-16,-4-1-38 0,1 2-32 0,1 2-36 15,0-1-35-15,-2 3-26 0,0 0-7 0,4 12-28 16,-3 0-12-16,4 6-16 0,3 6-10 0,1 3-9 16,0 4-8-16,5 0-13 0,0-2 0 0,0 0-4 15,6 1-8-15,-1-2-23 0,3-1-43 0,0-4-48 16,-1 0-63-16,-1-4-84 0,-6-5-347 0,4-3-593 16,-8-8 262-16</inkml:trace>
  <inkml:trace contextRef="#ctx0" brushRef="#br0" timeOffset="136184.87">26875 6887 10 0,'1'-4'243'0,"-1"-2"-6"0,2 1-7 0,1 0-8 15,-2-1-13-15,2 5-15 0,-2-3-22 0,2 1-12 16,-2-1-18-16,0 1-19 0,3 1-12 0,0 0-13 15,-4 2-5-15,14 2-17 0,-5 0-8 0,0 5-10 16,5 5-7-16,-1 0-2 0,-1 1-4 0,4 13-6 16,-4-3-3-16,0 3-6 0,-1 0 0 0,-1 0-7 15,-1 2 1-15,-4-1-2 0,-3 4-3 0,0-6-1 16,-2-1-1-16,-2-5 5 0,-2-2-8 0,3-1-4 16,-3-3 2-16,0-3 1 0,1-1 7 0,0-1 7 15,1-3 18-15,0 2 29 0,0-3 41 0,1-3 51 16,1-1 53-16,-2 4 44 0,2-4-16 0,0 0-23 15,-4-9-15-15,2-3-17 0,1-4-17 0,-2-5-19 16,4-2-10-16,-1-6-20 0,3-1-16 0,2-1-15 0,1-6-18 16,0 5-9-16,2 2-10 0,1 0-8 15,-1 5-3-15,-3 9-5 0,-2 4-10 0,-1 2-27 16,1 3-27-16,-1 1-39 0,0 1-51 0,0 1-63 0,2 2-48 16,-4 2-16-16,9 2-26 0,-4 2-24 0,5 2-41 15,-1 5-59-15,0-2-246 16,0 0-685-16,0-1 303 0</inkml:trace>
  <inkml:trace contextRef="#ctx0" brushRef="#br0" timeOffset="136911.93">27537 6885 123 0,'0'-5'306'0,"2"-1"-12"0,-2 0-23 0,0 6-29 15,0-3-26-15,3-1-20 0,-3 4-21 0,0-5-30 16,0 5-28-16,0 0-12 0,0 0-13 16,-8 11-7-16,4-5-4 0,-2 5-12 0,-3 3-7 0,0 0-9 15,1 2-7-15,-1 0-3 0,1 1 4 0,0 0-14 16,1 1-2-16,2-1-2 0,-2 2-3 0,2-3-2 16,1 1 4-16,2 0-11 0,2-5 1 0,0 4-1 15,2-6 1-15,0-1-1 0,2 1 3 16,1 0-4-16,2-6 10 0,3 2 3 0,0-2-1 0,4-2 3 15,-4-4 1-15,7 2-5 0,-2-4 6 0,2-1 5 16,0 0 4-16,-2-6 5 0,-1 2 1 0,0-3-7 16,-1-2 0-16,-2-1-5 0,-1-1-8 0,-2 1-9 15,1-3 10-15,-3 3-3 0,-4 0-1 0,-1-2-3 16,-1 4-4-16,-3-3-4 0,-2 6-7 0,2 0 2 16,-3-2-5-16,0 1-3 0,-2 3-5 0,-3 2-7 15,2-1-5-15,-1 3 3 16,-2-1-15-16,1 2-6 0,2 0-9 0,0 3-5 0,1 0-15 0,2-1-17 15,6 1-2-15,-11 1 1 0,11-1 8 0,-6 1 8 16,6-1 4-16,0 0 12 0,17 10-4 0,-2-7-3 16,13 0 4-16,6-2 3 0,2-1 1 0,14 4 4 15,3-4 0-15,-15 0 2 0,2 0 0 0,-3-2-3 16,2 1 5-16,-4 0 3 0,-2-2 6 0,-2-4 1 16,-8 5 10-16,-3-3 17 0,-4 4 28 0,-4-3 20 15,-3 1 18-15,-2 0 5 0,-1 0 10 0,0-1-2 16,-2 2-2-16,-1-3-8 0,-1 3-5 0,-2 2-9 15,-4-6-7-15,4 6-5 0,-5-6-9 0,-2 6 0 16,-2 0-9-16,0 3-2 0,-4 2 0 0,3 2-4 16,-2-2-2-16,-3 4 7 0,1 1-13 0,-1 2 2 15,3-2-6-15,1 4 1 0,-1-1 0 0,4-3 0 16,-2 2-1-16,5-3 2 0,1 3-4 0,0-2-4 16,3-1 3-16,5 1 1 0,0 0 3 0,-2-4 1 15,10 0-1-15,-2 1 0 0,3-2 5 0,5-3-6 16,2-1 3-16,-2 1-1 0,-4-5 2 0,-2 1 1 15,2-1-4-15,-4-1 1 0,0-5 0 0,0 1-1 0,-5-2-2 16,3 0-3-16,-4-7-19 0,-1 0-7 16,-3 1-11-16,0-2-7 0,-2 1-9 0,1 1-4 15,-5 5-5-15,0 0-12 0,1 3-6 0,-5-2-16 16,-5 1-6-16,3 5-11 0,2-2-31 0,0 2-24 0,0 0-33 16,3 1-151-16,2-2-380 0,1 5 168 0</inkml:trace>
  <inkml:trace contextRef="#ctx0" brushRef="#br0" timeOffset="137861.79">28443 6580 13 0,'1'-13'406'0,"0"4"-1"0,-1 0-12 0,-1 3-27 0,2 0-42 16,-2 1-29-16,2 0-39 0,1 3-40 0,-2 2-60 15,0 0-41-15,0 0-16 0,0 0-12 0,0 0-14 16,-2 24-3-16,-3-9-8 0,-1 10-6 16,-2 3-7-16,3 0 0 0,-3-1-9 0,3 4-1 0,0 0-7 15,1-1 4-15,2-1-7 0,-1-1-3 0,2 0-3 16,-2-3 3-16,2-7-11 0,1 0-21 0,0-7-11 16,-2 2-20-16,2-3-2 0,-2-1-9 0,2-2-2 15,0-2 2-15,0 0 7 0,0-1 11 16,-1 0 5-16,1-4 8 0,0 0 0 0,0 0-12 0,0 0-18 15,0 0-29-15,0 0-17 0,-12-13-12 0,11 6-9 16,-8-2-19-16,4-1-6 0,-3-1 15 0,-1-2 10 16,1 2 12-16,-1 2 11 0,0 1 20 0,-5-4 12 15,5 4 14-15,-4-1 14 0,0 1 13 0,3 1 13 16,-7-2 9-16,7 4 11 0,-8-2 5 0,8 5 12 16,-2-3 11-16,1 2 6 0,3 1 8 0,-1-3 8 15,5 3 7-15,-2 2 2 0,2-3 1 0,-1 2 0 16,5 1-3-16,-6-3-10 0,6 3-2 0,0 0-7 15,19-7-7-15,0 4-4 0,17-2-7 0,19-2-7 16,4 0-5-16,31-3-1 0,-23 5-10 0,26-2-8 16,-24 1-10-16,22-3-5 0,-34 7-3 0,5-3 1 15,-3 2-3-15,-6-2 2 0,-16 1 0 0,0-1 5 16,-11 2-1-16,-7 3 12 0,-5-3 9 0,-4 2 20 16,0 1 16-16,-3-3 10 0,0 3 17 0,-1-2-2 15,-1 2-3-15,-5 0-6 0,6-1-7 0,-6 1 0 16,7-1-12-16,-7 1-3 0,6-3-9 0,-6 3-7 15,0 0-2-15,0 0-3 0,6 0-2 0,-6 0-9 16,0 0 3-16,0 0-4 0,0 0-5 0,0 0-7 16,0 0 2-16,5-1-12 0,-5 1 1 0,0 0-6 15,0 0 1-15,0 0-2 0,0 0 1 0,0 0 1 16,0 0 7-16,0 0-1 0,0 0 0 0,0 0 8 16,0 0-5-16,0 0 6 0,0 0 0 0,0 0-1 15,0 0 1-15,0 0 0 0,0 0 0 0,0 0-1 16,0 0 7-16,0 0-7 0,0 0 6 0,0 0-5 15,0 0 2-15,0 0 1 0,0 0 3 0,0 0 3 16,0 0 0-16,0 0 4 0,0 0 1 0,0 0 2 16,0 0 2-16,0 0 1 0,0 0-4 0,0 0 2 15,0 0-1-15,0 0-4 0,0 0 1 0,0 0-1 16,0 0 3-16,0 0-9 0,0 0 7 0,0 0-12 16,0 0 0-16,0 0 1 0,0 0 1 0,0 0-3 15,0 0 4-15,-20 6-1 0,8-1-4 0,-4-1 3 16,-1 2-4-16,-3 2 2 0,-6 3-2 0,3 0-1 15,-4 2 0-15,0 1 2 0,2-1 2 0,3 3-2 16,-2 1 0-16,6 0-3 0,4-2 1 0,1 1 3 16,0-2-5-16,3 2 0 0,1 0 4 0,4-1 4 15,1-2-2-15,3-1 2 0,2 4 2 0,3 1 4 16,4-2 0-16,5-1 5 0,2-1-2 0,8 1 2 16,-6-1 0-16,2-5 0 0,1 1-2 0,-2-2-2 15,-1 2 0-15,-6-4-1 0,-2-1-5 0,1 1 3 16,-5-2-4-16,3-1 3 0,-4 1-6 0,-1 0-14 0,-3-3 1 15,0 0-10-15,-11 4-18 0,-3-3-23 0,-13-1-36 16,-10 1-61-16,4-2-51 0,-17 1-289 16,12-4-546-16,2 0 242 0</inkml:trace>
  <inkml:trace contextRef="#ctx0" brushRef="#br0" timeOffset="140260.37">4306 9359 144 0,'0'-6'266'15,"0"1"-15"-15,-3-1-7 0,3 3-13 0,3-2-10 16,-3 2-24-16,0 3-21 0,0-7-17 0,0 7-20 15,1-2-16-15,-1 2-30 0,0 0-30 0,0 0-14 16,0 0-6-16,0 0-4 0,0 14-5 0,1-2-3 16,2 1-8-16,-3 4-1 0,0 2-1 0,1 2-3 15,-1 4-3-15,0 1 2 0,3-6 13 0,-6 6-2 16,3-6-2-16,3-1-3 0,-6-3-4 0,3-3-2 16,3-3-3-16,-3 0 1 0,0-3 2 0,0-1 1 0,0-1 11 15,0-2 32-15,0 2 27 0,1-2 38 16,-1-3 43-16,0 0 30 0,0 0-2 0,0 0-27 15,0 0-17-15,9-21-18 0,-3 8-13 0,2-7-12 16,1-3-9-16,5-4-9 0,-2 2-14 0,-1-1-10 0,3 1-6 16,0-1-7-16,-4 11-12 0,1 1-3 0,-5 4-7 15,-1 0-19-15,1 3 4 0,-2 1-20 16,-1 1-28-16,1 2-42 0,0 1-8 0,-4 2 8 16,12 4 4-16,-7 3 3 0,3 3 9 0,-1 3 5 15,0 2 5-15,3 3-1 0,-3 1 11 0,-1 8 4 0,-1-3 3 16,-1 2-1-16,1-8 2 0,-1 2 8 0,0 6-2 15,-3-8 3-15,3-1-5 0,-4-8 11 16,3 3 2-16,-2-1 2 0,0-6 11 0,-1 1 5 16,3 0 40-16,-3-4 37 0,0-2-5 0,0 0-4 0,10-9-10 15,-5 1-6-15,4-6-9 0,0-3-5 0,5-7-4 16,0-1 1-16,0-1-8 0,0 0-22 0,0-1 12 16,0 2-1-16,0-1-5 0,-5 12-1 0,-1-1 8 15,-2 6-12-15,-2 4-5 0,1-2-15 0,-1 2-32 16,0 1-37-16,-3 3-13 0,-1 1 7 0,0 0 7 15,12 5 6-15,-6 2 1 0,-1 0 13 0,0 4 14 16,3 3-30-16,0 2-12 0,-1 1-11 0,-3 2-25 16,2-1-27-16,-3 2-30 0,0-2-33 0,2 7-19 15,-4-6-31-15,0-5-227 0,-1 1-525 0,0-1 232 16</inkml:trace>
  <inkml:trace contextRef="#ctx0" brushRef="#br0" timeOffset="140610.01">5120 9549 163 0,'1'-5'400'0,"0"3"-12"16,1-2-13-16,-2 1-29 0,0 3-33 0,0-5-28 15,0 5-33-15,0 0-32 0,2-5-23 0,-2 5-51 16,0 0-47-16,0 0-23 0,0 0-9 0,0 0-7 15,-4 18-8-15,3-6-3 0,-2 3-7 0,2 2-2 16,-6 1-4-16,1-1-5 0,1 10-5 0,3-8 1 16,-2 1-5-16,0-1-6 0,3-2-2 0,-1-1 3 15,-1 1-2-15,2-5-1 0,-1-3 0 0,0-1-1 16,2-3 0-16,0 3 7 0,0-4-7 0,-2-1 0 16,2 2 5-16,-1-1-1 0,1-4 15 0,-1 5 16 15,1-5 21-15,0 3-2 0,0-3 7 0,0 0-6 16,0 0-6-16,0 0-11 0,0 0-16 0,0 0-37 15,0 0-49-15,0 0-50 0,0 0-52 0,5-12-59 16,-2 7-67-16,3-2-325 0,-1-3-652 0,0 2 289 16</inkml:trace>
  <inkml:trace contextRef="#ctx0" brushRef="#br0" timeOffset="140845.37">5536 9501 253 0,'2'-8'358'0,"-2"8"2"0,0-4-28 16,0 1-22-16,1-1-25 0,-1 4-24 0,2-8-27 15,0 6-30-15,0-1-20 0,-1 0-24 0,3 1-46 16,2-1-42-16,0-1-41 0,4 0-45 0,-1 3-50 15,4-2-54-15,1 2-54 0,0-2-53 0,0 3-203 16,-1-2-463-16,-3 2 205 0</inkml:trace>
  <inkml:trace contextRef="#ctx0" brushRef="#br0" timeOffset="141010">5539 9697 30 0,'-3'2'248'0,"2"1"6"0,-1 0-7 0,2-3-10 15,-2 4-15-15,2-4-23 0,0 0-17 0,14 0-20 16,-1-3-16-16,6-1-23 0,8-1-41 0,5 2-55 16,1-3-78-16,6-1-101 0,-6-1-174 0,-2 0-354 15,-5 1 157-15</inkml:trace>
  <inkml:trace contextRef="#ctx0" brushRef="#br0" timeOffset="141960.14">6698 9283 14 0,'2'-9'270'0,"2"1"-6"0,0 2-5 16,0-1-12-16,-3 1-13 0,2 2-20 0,-2-1-25 15,3 2-22-15,-4-1-20 0,5 1-20 0,-5 3-24 16,0 0-13-16,0 0-12 0,5 7-12 0,-6 2-1 16,-2 7-8-16,-4 2-5 0,-5 8-6 0,-1 6 3 15,-5-3-12-15,-6 17-3 0,-4-2-2 0,-1-1-5 16,-3-3-4-16,0 0 0 0,1-3-4 0,3-11-4 16,5 3-1-16,-1-5-1 0,2-4 0 0,2 1 1 15,7-9-1-15,1 1-1 0,5-4 3 0,-1-6 6 16,4 2 55-16,-1-1 45 0,0-4-1 0,5 0-5 0,-10-9-3 15,6 2-3-15,3-5-10 0,-2-6-9 16,8-2-9-16,-1-8-13 0,5 0-14 0,1-2 5 16,2 0-9-16,2 3-5 0,0 2-11 0,-5 9 5 15,1 2-20-15,-2 3 19 0,-2 3-27 0,3-1-5 0,-2 6 5 16,5 3-2-16,2 0-10 0,-1 5 4 0,2 4-5 16,10 5-12-16,-2 3 4 0,2-1-9 0,1 2-12 15,-2 2-14-15,0-1-24 0,7-1-28 16,-6 3-32-16,1-3-46 0,2-1-52 0,1-2-66 15,-2-4-261-15,-6-4-599 0,-2-3 265 0</inkml:trace>
  <inkml:trace contextRef="#ctx0" brushRef="#br0" timeOffset="142277.1">7209 9537 62 0,'-5'-2'258'0,"5"2"-13"0,-4-3-18 0,4 3-19 15,0 0-25-15,-6 0-19 0,6 0-12 0,0 0-18 16,0 0-12-16,0 0-17 0,0 0-10 0,0 0-10 16,0 0-9-16,0 0-8 0,0 0-8 0,0 0-8 15,0 0-3-15,0 0-7 0,0 0-3 0,0 0 3 16,0 0-7-16,0 0-4 0,0 0-1 0,0 0-1 15,20 0-2-15,-2 0-5 0,2-4-1 0,7 1-2 16,3-4-1-16,7 4-3 0,0-2 2 0,0-2-3 16,4 3-5-16,-4-1 3 0,0 0-14 0,-5 2-21 15,-5-7-27-15,-7 6-27 0,-7 4-41 0,1-5-42 16,-8 4-230-16,-3-1-422 0,-3 2 187 0</inkml:trace>
  <inkml:trace contextRef="#ctx0" brushRef="#br0" timeOffset="142516.97">7334 9380 98 0,'1'-7'351'16,"-2"2"-4"-16,2 0-12 0,2 1-10 0,-3-1-18 16,0 2-35-16,0-1-30 0,0 4-31 0,1-5-29 15,-1 5-29-15,0 0-13 0,0 0-18 0,0 0-15 16,4 16-19-16,0-6-4 0,-3 7-9 0,3-1-12 15,-1 2-4-15,-2 1-5 0,-1 0-8 0,4 8-2 16,-4-2-14-16,0-4-11 0,2-2-24 0,1 0-27 16,-2 0-17-16,-1-1-23 0,3-1-23 0,-3-2-25 15,0-2-36-15,0-2-22 0,1-2-37 0,-1-2-56 16,1-2-157-16,3-2-461 0,-1-1 204 0</inkml:trace>
  <inkml:trace contextRef="#ctx0" brushRef="#br0" timeOffset="142810.23">8010 9361 433 0,'0'-5'448'0,"0"2"-15"0,3-2-13 0,-2 1-19 0,-1 4-34 15,0-5-37-15,0 5-37 0,0 0-40 16,0-3-24-16,0 3-29 0,0 0-47 0,0 0-33 15,0 0-18-15,0 0-7 0,0 12-7 0,0-4-6 16,3 1-13-16,-2 2-7 0,-1 2-4 0,1-1-8 0,2 5-15 16,-2 0-29-16,-1-2-11 0,4 1-13 0,-4-3-29 15,4-1-15-15,-3 0-20 0,-1-2-12 16,0-1-5-16,0 1-19 0,0-4-6 0,-5 0-5 16,5-1-7-16,-4 2-4 0,-1-3-18 0,0-3-18 0,-3 2-21 15,3-3-12-15,5 0-34 0,-18-8-206 0,9 1-485 16,0-4 214-16</inkml:trace>
  <inkml:trace contextRef="#ctx0" brushRef="#br0" timeOffset="142954.01">7959 9218 179 0,'0'-15'278'15,"0"1"16"-15,1 1 17 0,-1 4-1 0,3-3-10 16,-3 6-13-16,0 0-23 0,0-1-31 0,1 2-20 16,1 2-26-16,-2-4-20 0,3 4-34 0,-3 3-54 15,1-3-42-15,-1 3-31 0,8 0-41 0,-8 0-50 16,13 5-51-16,-4 3-54 0,-4-3-69 0,3 0-171 15,-3 5-464-15,0-3 206 0</inkml:trace>
  <inkml:trace contextRef="#ctx0" brushRef="#br0" timeOffset="143282.97">8456 9209 87 0,'0'-3'362'0,"0"3"-17"0,3-7-13 0,-3 5-26 16,0 2-29-16,1-6-26 0,-1 3-30 0,0 3-22 15,0 0-27-15,0 0-22 0,0 0-22 0,0 0-17 16,0 0-9-16,1 15-9 0,2-4-10 0,-2 6-4 16,-2 1-13-16,1 6-23 0,-4 2-1 0,0 1-8 15,-1 1-3-15,1 0-4 0,3 0-1 0,-3-1-3 16,0 1-2-16,3-4-3 0,0 2-3 0,-2-9-5 15,3 2 6-15,0-4-3 0,-1-3 1 0,1 0 6 16,-3 0-9-16,2-4 0 0,1-1-17 0,0-2-5 16,1 2-12-16,-1 0-8 0,0-4 0 0,0-1-8 0,0-2-1 15,0 7-6-15,0-7 0 0,-1 3-15 16,1-3-43-16,0 0-53 0,0 0-51 0,0 0-59 16,-5-14-179-16,5 5-481 0,0-2 214 0</inkml:trace>
  <inkml:trace contextRef="#ctx0" brushRef="#br0" timeOffset="143660">8488 9125 326 0,'3'-11'321'0,"-3"-1"-20"16,0 3-23-16,0 1-22 0,1 1-27 0,1-3-24 16,1 5-21-16,2 0-21 0,0 1-13 0,5 1-18 15,1 0-12-15,-1 1-21 0,4 3-26 0,-1 3-19 16,3 1-17-16,-4 2-24 0,0-1-12 0,0 6-9 15,-4-3-12-15,1 4-6 0,-3-1-8 0,-5 1 3 16,2-4 1-16,-6 4 2 0,1 1-3 0,-6-4 8 16,2 2 2-16,-7 0 3 0,3-2 4 0,0 2 0 15,1-5 2-15,0 1-1 0,4-4 2 0,0 1 2 16,2-2 3-16,-2 1 0 0,2-1 4 0,3-3 1 16,0 5 2-16,0-5-2 0,8 2-1 0,2 2-1 15,4-4 3-15,-1 3-2 0,6 0 0 0,-1 4 0 16,0-3 0-16,1 0-2 0,-1 4-1 0,2-3 2 15,-4 4 0-15,2-1 3 0,-3 0-3 0,-5 0 5 16,-2-1-1-16,0 0-1 0,-1 0 6 0,-4 0-6 16,-1-2 12-16,0 3 7 0,-4-1 3 0,-3 0 4 15,-2 0-4-15,-7 1-3 0,-4 1 0 0,-9 1-21 16,0 1-37-16,-4-6-53 0,2 1-86 0,-7 1-221 0,7-5-432 16,8-4 193-16</inkml:trace>
  <inkml:trace contextRef="#ctx0" brushRef="#br0" timeOffset="145276.26">10419 9264 76 0,'-4'-5'216'0,"-1"-2"-24"0,-3 4-19 0,2 1-22 16,-3-2-8-16,-3 3-18 0,1 3-11 0,-7 3-15 15,-1 6-13-15,-7 3-7 0,2 2-11 0,-2 4-13 16,4 1-6-16,-4 1 0 0,3-2-7 0,5 4-4 16,-1-3-7-16,3 1-4 0,5 2-3 0,2-7-1 0,0-2-3 15,5 0 0-15,-1-4-3 0,3-1-4 16,-1 1 4-16,2-2 9 0,1-2 13 0,1-2 13 16,0 0 23-16,3-2 14 0,4-1 11 0,0-2-5 15,1-2 2-15,3-2-2 0,1 0 3 0,0-5 2 0,2-2 1 16,3 2-5-16,-4-4-7 0,3 0 2 0,-3-2-11 15,0 3-5-15,-1 1-2 0,-4 2 3 16,1 0-7-16,-3 1 0 0,-1 3-10 0,-1 1-6 0,-1 1-11 16,-1-2 0-16,1 3-7 0,1-3-7 0,-5 5-3 15,3-2-4-15,1 1-8 0,-4 1 1 0,0 0-7 16,11 5 2-16,-6-2-5 0,2 2-5 0,0 0 0 16,2 2-2-16,4-1-2 0,-4 0 4 0,5 4-2 15,3-3-4-15,-7-2-5 0,8 2 5 0,-4-2 2 16,1-1 0-16,-2-3 13 0,5 1-10 0,-5-2 4 15,1-3-4-15,-1 2 1 0,-2-3 4 0,6-2 4 16,-6-2 6-16,3 1 7 0,-1-2 11 0,-2 0 20 16,0 0-6-16,-1 2 12 0,-1 0-1 15,-3 0 14-15,1 3-9 0,-4-1-2 0,3 1-11 0,-1 0-6 16,-2 1-8-16,0 1-7 0,-3 2 0 0,5-3-17 16,-5 3-7-16,5 0 0 0,-5 0 5 0,7 5-7 15,-3-1 1-15,-1 0-16 0,1 3 2 0,0-2 5 16,1 4-6-16,-1-1 28 0,-1 3-30 0,0-3 2 15,1 3 2-15,1-3-3 0,-2 4 3 0,-1-7-3 16,0 2 0-16,0-2 5 0,-1-2 5 0,1 0 1 16,-1-1 4-16,-1-2 2 0,3 6 8 0,-3-6 28 15,0 0-2-15,0 0 0 0,9-8-5 0,-2 3-5 16,-2-1 1-16,3-3-5 0,1 1-1 0,-2-4-6 16,3 0-1-16,1-2 2 0,-2 4-2 0,-3 0 8 15,2 2-10-15,-3 2-6 0,-1 0-8 0,0 2 18 16,1-1-12-16,-1 0-9 0,-3 3 0 0,2-3-6 15,-1 4-37-15,-2 1-24 0,0 0-4 0,0 0 5 16,0 0 8-16,13 4 5 0,-10 0 1 0,2 1 3 16,0 0-1-16,1 3 3 0,4 1 4 0,4 1 4 15,3-1-18-15,9 3-7 0,3-4-2 0,3 2 0 16,4-6-2-16,15-1-11 0,2 1-5 0,6-1-5 16,-1-5-3-16,-1-3 11 0,3 2 1 0,-6-5 11 15,-3 0 7-15,-12 2 5 0,-1-3 14 0,-5-1 11 16,-5 3 12-16,-1-3 24 0,-8 4 34 0,-1 0 26 15,-8 0 13-15,1 0 18 0,-5 1 1 0,0-1-5 16,-3 0-9-16,-2 0-10 0,2 0-12 0,-6 1-10 16,-1-1-8-16,-6 1-3 0,-3 2-11 0,-6 0-1 15,-1 1-4-15,-6 2-2 0,-3 4 0 0,1 0-6 16,1 2-7-16,1 2-12 0,7-1-2 0,-5 2-2 0,6 0-6 16,1-1-11-16,-1 2-7 0,9-2 0 0,-2 1-2 15,3 1-5-15,2-1 2 0,-1 1 2 16,3-2 0-16,3 1 6 0,1-2 3 0,1-4 3 15,3 2 8-15,5 1 4 0,3-3 1 0,3-1 1 16,4-4 11-16,-2 0 6 0,5-1 8 0,-3-6 12 0,0 4 15 16,-1-5 9-16,-3-2 6 0,2-1 12 0,2-5 1 15,0-4 7-15,-6 0 6 0,2-1-4 16,-2-5 9-16,-3-1-11 0,-1 0 12 0,-1 0 10 16,-3-2 3-16,1 1 14 0,-2 1 16 0,-1 1 2 0,-2 8-1 15,2 1-6-15,-3 0-6 0,0 4-10 0,1 4-5 16,0 0-13-16,-1 4-2 0,0 2-9 0,0-2-13 15,0 2-8-15,0 2-8 0,0-2-15 16,0 5-42-16,0-4-35 0,0 4-39 0,0 0 10 0,0 0 4 16,0 0 8-16,-2 20 3 0,-1-9-4 0,2 7 26 15,-2 6-7-15,-2 5 2 0,-1 0 7 0,3 0 0 16,2 3 4-16,-3-1 10 0,0-1-3 0,4 0 1 16,-1-1 3-16,-2-2 1 0,3-7 4 0,3 1-10 15,-2-3 19-15,-1-2-7 0,0-4 4 0,3-2-7 16,-2-1 9-16,-1-1 1 0,1-1 0 0,-2-1 3 15,2-2 4-15,2 0 17 0,-3 0 12 0,0 0 12 16,0-4 10-16,1 4 3 0,-1-4-2 0,0 0-4 16,9 2-3-16,0-4-3 0,3 0-7 0,2-1-8 15,1-4-33-15,4 3-54 0,7-6-71 0,-1 2-92 16,3-3-110-16,1-2-455 0,1-1-848 0,2-1 375 16</inkml:trace>
  <inkml:trace contextRef="#ctx0" brushRef="#br0" timeOffset="146293">13008 9075 132 0,'0'-6'290'15,"0"2"-17"-15,0-1-14 0,1 1-15 0,-1 1-12 16,0-2-24-16,0 5-17 0,0-5-19 0,1 1-24 0,-1 4-17 16,0 0-15-16,0 0-17 0,0 0-11 15,0 0-13-15,0 0-8 0,0 0-12 0,4 12-10 16,-1-3-5-16,-2 2-3 0,-1 4-3 0,0 2-7 0,3 3-1 16,-1 0-2-16,-2-1 1 0,3 8-6 15,-2-8-1-15,-1-1 1 0,3 0-7 0,-3-2 3 16,1-5 0-16,0 1-2 0,-1-3 1 0,0-2-4 15,0-2 3-15,3 1 1 0,-3-1 5 0,1-3 42 0,-1 2 45 16,0-4 38-16,0 0 4 0,0 0-17 0,0 0-15 16,10-11-11-16,-3 4-5 0,-1-4-12 0,4 0-21 15,0-6 12-15,-1 0-14 0,8-9-9 16,-6 11-9-16,0-2-1 0,1 5-7 0,-1 1-21 0,-5 2 13 16,0 5-4-16,-1-2-7 0,-1 1 5 0,2 0-12 15,-3 4-17-15,1 0-5 0,5 1-7 0,-9 0 1 16,10 5-13-16,-2 0-2 0,2 4 9 0,-2 2-13 15,-3-1 2-15,0 3 0 0,3 2 6 0,-2-3 6 16,0 5-5-16,0 0-8 0,-2-1 4 0,-3-5-1 16,1 1 3-16,1 0-3 0,0-7 9 0,-2 4 6 15,2-4 6-15,-1-2-1 0,-1 1 10 0,-1 1 39 16,0-5 37-16,3 3 29 0,-3-3 11 0,0 0-13 16,0 0-15-16,9-12-2 0,-3 0-11 0,1 4-13 15,5-9 1-15,-2-7-12 0,4 2-9 0,1 1 2 16,-2-3-12-16,-1 9-2 0,-3 1 2 0,-4 3-10 15,4 4-4-15,-4-3 6 0,-1 5-11 0,1 1-9 16,-1-1-28-16,-3 2-28 0,4 2-7 0,-1 0-6 16,-4 1 8-16,9 3-11 0,-4 4-1 0,3 0 6 15,-2 0-19-15,6 5-3 0,-3 3-1 0,-3-5-32 16,3 4-25-16,1 2-24 0,-1-2-29 0,0 2-30 16,-1-2-32-16,-2-2-41 0,-2-1-246 0,0-2-588 15,-4-4 261-15</inkml:trace>
  <inkml:trace contextRef="#ctx0" brushRef="#br0" timeOffset="146725.97">13630 9218 230 0,'0'0'335'0,"0"-4"-10"0,0 4-25 16,4-4-32-16,-3 2-24 0,3 0-28 0,-4 2-26 15,10 0-19-15,-1 0-20 0,0 0-19 16,4 3-17-16,-3 2 0 0,0-1-19 0,3 3-11 15,-4-1-13-15,4 5-15 0,-3 1-6 0,-2-1-6 0,-2 5-5 16,-1-2 7-16,0 1-21 0,-3 4-2 0,-4 0-3 16,-4 1-1-16,0 4-6 0,-5-1 3 0,2-5-4 15,-1-1-3-15,0-2 2 0,1-1-2 16,-1 0 0-16,1-4-4 0,1 0 5 0,-2-3-5 16,6 0 1-16,-1-2-2 0,1 2 0 0,-1-2 1 0,1-2-3 15,-1 1 5-15,4-1-2 0,-3 0 0 0,4-3 7 16,-4 4 1-16,4-4 12 0,-1 3 1 0,1-3 8 15,0 0 4-15,0 0-5 0,0 0-3 16,15 0 0-16,3-3-4 0,9-2-6 0,8-2 1 0,0 1-1 16,16 0-6-16,-11 1-3 0,-3 0 0 0,-2 1-8 15,-2 2 6-15,-4 1 3 0,-7-1-4 0,-3 1-2 16,0 1 2-16,-8 0-5 0,0-2-10 0,-6 2-5 16,4-1 5-16,-4 1-2 0,-5 0-1 0,8-1 0 15,-8 1-11-15,0 0-4 0,6-2-10 0,-6 2-10 16,0 0-13-16,0 0-26 0,0 0-42 0,0 0-44 15,-23 6-48-15,14-5-63 0,-5-1-198 0,5-1-518 16,1-2 230-16</inkml:trace>
  <inkml:trace contextRef="#ctx0" brushRef="#br0" timeOffset="147014.01">14648 9189 269 0,'0'0'326'0,"-4"3"-12"0,4-3-23 16,0 0-26-16,0 0-30 0,0 0-19 0,0 0-32 0,15-6-29 16,0 1-30-16,4 1-40 0,9 2-41 0,3 1-60 15,1-4-73-15,3 1-71 0,-7-1-214 16,0-2-406-16,-7 3 180 0</inkml:trace>
  <inkml:trace contextRef="#ctx0" brushRef="#br0" timeOffset="147160.49">14756 9343 88 0,'-4'4'277'0,"0"-1"2"0,0 0-6 0,3-2-7 15,1-1-25-15,0 0-23 0,0 0-18 0,18 0-26 16,4-1-45-16,10-1-65 0,2-2-78 0,5-4-110 16,-3 2-222-16,16-6-373 0,-19 1 165 15</inkml:trace>
  <inkml:trace contextRef="#ctx0" brushRef="#br0" timeOffset="147942">15988 8901 105 0,'2'-2'244'0,"2"0"-22"0,-4 2-25 0,1-3-26 15,-1 3-29-15,0 0-21 0,0 0-17 0,0 0-14 0,4 12-8 16,-4-4-9-16,-5 4-4 0,1 5-9 0,-10 1-3 16,1 6-9-16,-7 3-3 0,-2 3-6 0,-12 9-2 15,-2 0-1-15,-5 1-5 0,-1-4-3 16,-3 0 1-16,-1-3-1 0,4-1-3 0,10-12-2 0,1-1-6 16,3-4 2-16,9-3 4 0,4-4 22 0,4-2 20 15,0-2 33-15,5 0 54 0,-1-2 51 0,1-2 10 16,6 0-8-16,-12-9-14 0,9-1-17 0,0-2-19 15,3-5-15-15,3-3-11 0,3-7-17 0,5-1-12 16,4-1-10-16,0 2-14 0,2 5-5 0,2 1-13 16,-8 6-2-16,1 3-10 0,-3 5 1 0,-2-1-18 15,2 3-7-15,5 2-9 0,-1 4-3 0,1 2-4 16,7 6-15-16,2 1-11 0,0 5-1 0,1 4-16 16,-1 0-11-16,1-2-20 0,-1 6-28 0,0-2-34 15,1 1-44-15,-2 2-51 0,5-6-66 0,-7 2-301 16,3-5-642-16,-7-6 284 0</inkml:trace>
  <inkml:trace contextRef="#ctx0" brushRef="#br0" timeOffset="148426.01">16514 9189 157 0,'-10'0'194'0,"10"0"-13"15,-13 0-16-15,8 0-17 0,-3 0-5 16,8 0-14-16,-12 2-18 0,5-1-8 0,7-1-12 15,-9 1-10-15,9-1 1 0,-7 0-13 0,7 0-9 16,-8 1-7-16,8-1-2 0,-4 3-6 0,4-3-2 0,0 0-1 16,0 0 3-16,0 0 5 0,-5 1-1 0,5-1 0 15,0 0 3-15,0 0 1 0,0 0 0 16,0 0-5-16,0 0 4 0,0 0-7 0,0 0-1 16,0 0-11-16,0 0 8 0,-6 1-1 0,6-1-6 0,0 0-1 15,0 0 5-15,0 0 4 0,0 0 0 0,0 0 1 16,0 0 6-16,0 0-1 0,0 0 5 0,0 0 5 15,0 0-11-15,0 0 6 0,0 0-5 16,0 0-5-16,16-5-5 0,-2 2-1 0,3 0-6 0,11-4-2 16,4 1 8-16,2-2-19 0,1 1-2 0,-1 0 1 15,2 1-5-15,-4-1 2 0,-1 2 0 0,-3 1-4 16,-8 1-17-16,-2-2-22 0,-4 3-20 0,-3 1-37 16,-5 1-40-16,3-2-40 0,-5 2-53 0,-4 0-252 15,0 0-510-15,0 0 226 0</inkml:trace>
  <inkml:trace contextRef="#ctx0" brushRef="#br0" timeOffset="148724.99">17116 9034 360 0,'1'-5'376'0,"-1"0"-6"0,3 2-21 0,-3 3-17 15,1-5-22-15,-1 5-34 0,0-4-34 0,0 4-4 16,0 0-46-16,0-4-16 0,0 4-29 0,0 0-21 16,0 0-56-16,0 0-5 0,0 0-6 0,0 0-4 15,3 16-6-15,-6-8-10 0,3 2-4 0,0 1-2 16,0 1 10-16,-1 1-16 0,-2-2-4 0,2 7-11 16,-3 0-12-16,0 0-6 0,-1-1-27 0,2-1-14 15,1-3-16-15,-3-3-13 0,1 1-18 0,-1 0-18 16,-1-2-22-16,-1-3-9 0,2 1-13 0,0-3-12 15,-1-2-37-15,0-2-34 0,-4-2-183 0,4-3-456 16,0-5 202-16</inkml:trace>
  <inkml:trace contextRef="#ctx0" brushRef="#br0" timeOffset="148858.03">17032 8928 140 0,'5'-24'285'0,"-1"8"18"16,-2 0 8-16,1 2 21 0,-1 4-6 0,-1-2-16 15,1 4-20-15,-1 0-26 0,0 2-24 0,1 1-31 0,0-1-24 16,-2 2-15-16,2 2-60 0,-2 2-59 0,3-3-38 15,-3 3-30-15,0 0-31 0,18 5-30 16,-9 2-44-16,2 2-42 0,2 4-52 0,-1-1-267 16,2 1-523-16,-1-2 233 0</inkml:trace>
  <inkml:trace contextRef="#ctx0" brushRef="#br0" timeOffset="149226">17607 8886 250 0,'0'-9'331'0,"0"4"-17"0,0-2-10 15,-2 2-20-15,4 2-12 0,-1-1-27 16,-1 4-21-16,0-7-15 0,0 7-33 0,0-4-26 0,0 4-18 16,0 0-33-16,0 0-7 0,0 0-12 0,0 0-9 15,3 18-11-15,-2-6-8 0,-1 4 0 0,0 0-11 16,0 10-2-16,0-3-5 0,-4 5-2 0,4-4-6 15,-3 3-2-15,2-1-1 0,-3 1-4 0,3-1 1 16,-3 0 1-16,3 1-9 0,1-10 5 0,-4 0-3 16,4-1-2-16,-2-4-1 0,-1-2-1 0,3-2 2 15,0-1-3-15,-1 1 3 0,2-3 10 0,-2 0-18 16,-2-1 8-16,3-4 1 0,0 8-4 0,0-8 3 16,3 4 5-16,-3-4-3 0,0 0 4 0,-3 2-7 15,3-2 6-15,0 0 0 0,0 0-11 0,0 0-24 16,0 0-39-16,0 0-41 0,0 0-39 0,0 0-45 15,3-14-43-15,-2 6-54 0,2 2-215 0,-2-4-535 16,0-1 237-16</inkml:trace>
  <inkml:trace contextRef="#ctx0" brushRef="#br0" timeOffset="149692.01">17614 8811 5 0,'-1'-14'279'0,"1"3"-7"0,0 0-15 16,1 1-15-16,1-2-21 0,-1 5-16 0,2-3-14 15,2 1-28-15,1 1-17 0,3 0-15 0,0 2-17 16,5-1-12-16,1 2-9 0,4 0-8 0,3 2-12 16,0 3-6-16,1-2-8 0,4 4-8 0,-7 3-5 0,7 0-11 15,-8 2-14-15,-1-1-6 0,-4 3-9 16,-2-2-8-16,-2 1-5 0,-2 2-6 0,-3-1 0 15,0 1 0-15,-3 1 3 0,-4-1-4 0,-3-1 11 16,-2 2-1-16,1-2-3 0,-2-1 1 0,-2 4 2 16,1-7-1-16,-1 2 0 0,-2-1 2 0,2 2-2 15,2-5 0-15,2 1 4 0,-2 1-4 0,5-2 4 16,-4-1-4-16,5-1 0 0,2-1-1 0,-4 4 3 16,4-4 0-16,2 5 3 0,2-1 3 0,4-1-1 15,3 2-2-15,1-2-1 0,6 4 1 0,-2 0 0 16,5-2-1-16,4 8 1 0,-2-2-6 0,-4-4 6 0,8 5 1 15,-4-2 2-15,-5 2 1 0,-3-2 0 16,0 0 3-16,-1-1-1 0,-5 0-3 0,-2-1 0 16,1 1-2-16,-6-4 1 0,1 1-2 0,-3 1 10 15,-3-2 2-15,-3-1 0 0,-3 6 2 0,-2-4-3 0,-6 0-3 16,-2 0 2-16,-3 0-3 0,3-2-4 0,-13 0-24 16,5 3-26-16,4-6-42 0,-4 4-48 0,7-2-64 15,2-3-192-15,5 0-425 0,-2-2 188 16</inkml:trace>
  <inkml:trace contextRef="#ctx0" brushRef="#br0" timeOffset="154514.04">18841 9167 79 0,'0'0'261'16,"1"-2"-26"-16,-1 2-23 0,0 0-24 0,0 0-33 15,0 0-17-15,0 0-18 0,-5 10-8 0,-4-1-12 16,4 0-11-16,-6 6-8 0,-1 0-4 0,-2 1-7 16,2 1-11-16,-5 3-6 0,-4 2-34 0,3-1-37 0,1-1-32 15,-2 0-53-15,-2-1-68 0,-5 0-114 16,10-7-308-16,-1-3 137 0</inkml:trace>
  <inkml:trace contextRef="#ctx0" brushRef="#br0" timeOffset="155891.16">20332 8661 129 0,'0'-7'231'0,"0"2"-9"0,4 1-4 0,-4-2-15 16,1 2-10-16,-1 0-20 0,0 4-17 0,4-4-20 15,-4-1-15-15,0 5-25 0,0 0-23 0,0 0-8 16,0 0-7-16,0 0-9 0,0 23 0 0,0-7-8 16,-1 2-5-16,-3 8-4 0,2 0 1 0,0 1-8 15,-2 1 1-15,3 0-1 0,-6-2-5 0,0-2 1 16,2-4-4-16,2-3-5 0,2 0 1 0,-3-3-4 16,3-2 4-16,1-3-5 0,-1 2 2 0,-1-6 2 15,1 2 5-15,1-2 11 0,-1-1 30 0,2-2 22 16,-1-2 41-16,0 0 14 0,0 0-18 0,0 0-13 15,0 0-12-15,9-17-6 0,0 8-10 0,-2-5-7 16,3-1-2-16,1-2-11 0,1 0-8 0,-1 0-5 16,1 0-2-16,-1 3-6 0,-2 0-6 0,0 4-5 15,-5 2-2-15,2 1-5 0,-2 2-5 0,1 0-5 16,-2 1-11-16,-1 4-14 0,-2 0-4 0,0 0 3 0,12 2 3 16,-7 3-1-16,1 5 1 0,0-4 2 0,-3 5 0 15,3 0-2-15,-3 1 1 0,0-1 4 16,1 5 6-16,-1-4-4 0,0 1 4 0,1-1-2 15,-3-2 0-15,2-1 13 0,-3 1-10 0,2-6 1 0,0 2 10 16,-1 1-5-16,-1-6 3 0,1 2 1 0,-1 0 14 16,0-3 34-16,0 0 12 0,0 0 2 0,0 0-8 15,13-7-2-15,-7-3-9 0,1 0-4 0,2-2-7 16,2-5-1-16,-2 3-8 0,4-3-3 0,-3 0-4 16,0 2-2-16,4-2-4 0,-5 2 14 0,-1 6-15 15,0 0-9-15,-2 4 4 0,-1-2-3 0,-2 2-12 16,1 2-2-16,-2-1-13 0,2 4 3 0,-4 0-9 15,10 3-11-15,-2 1 1 0,-2 2-7 0,3 2 1 16,-1 2-20-16,1-1-8 0,-2 4-20 0,3-1-18 16,1 2-20-16,-2 1-28 0,-1-1-33 0,2 1-16 15,-4-1-34-15,-1-2-247 0,-1-4-525 0,1 0 234 16</inkml:trace>
  <inkml:trace contextRef="#ctx0" brushRef="#br0" timeOffset="156491.07">20994 8811 26 0,'1'-3'245'0,"3"-3"-15"0,0 1-21 0,0 2-20 16,1-2-21-16,0 1-18 0,4 0-13 0,0 1-15 16,0 1-16-16,1 1-8 0,2-1-10 0,-2 5-14 15,1-1-6-15,-2 2-5 0,2 1-18 0,0 2-8 16,-3 1-8-16,0 1-5 0,-3-1-2 0,0 4-3 15,-3-3-6-15,-2 4-2 0,-5 1 1 0,3-2-1 16,-5 0-6-16,-2 3 1 0,0-2 5 0,-2 0-2 16,1-1 4-16,2-4-8 0,-2 1 1 0,2-5-4 0,3 1 5 15,1 0-2-15,-1 1 4 0,1-4-2 16,2 0 0-16,-1-1-1 0,3-1 0 0,-4 4 3 16,4-4 0-16,0 0-1 0,17 0-3 0,-7 2 1 15,4-4-1-15,4 4-1 0,0-2-1 0,-5 1-1 16,6 0 0-16,-1 0 1 0,2 3-5 0,-1 0 2 0,-2 0 0 15,-7 2-1-15,4 0-1 0,-2-1 1 16,-1 2-2-16,-3 1 1 0,-3 1-3 0,2-1 4 16,-5 0-3-16,2 1 2 0,-3 0-3 0,-6 2 9 15,1-3 1-15,-2 1 1 0,-2-1 2 0,-3 2 3 0,-2-3-5 16,-5 1-1-16,-3 1 5 0,1-4-1 0,0 2-1 16,0-4-1-16,-1-1 2 0,2 0 0 0,-2-1 4 15,2-2 3-15,2 1-1 0,3 0 6 16,5-2 9-16,-2 2 9 0,3-2 3 0,3 1 7 0,-1 0-2 15,6 1-5-15,-7-3-11 0,7 3-20 0,-5-4-36 16,5 4-38-16,0-5-29 0,0 5-37 0,9-6-52 16,-6 2-202-16,3-1-412 0,-1 2 182 0</inkml:trace>
  <inkml:trace contextRef="#ctx0" brushRef="#br0" timeOffset="156746.01">21638 9065 135 0,'0'0'323'0,"0"0"-24"0,4-1-34 0,-4 1-25 15,0 0-29-15,5-1-22 0,-5 1-25 0,0 0-29 16,0 0-24-16,0 0-16 0,2 6-9 0,-4 0-6 15,-3 1-6-15,-1 1-6 0,-2 1-12 0,-1 2-24 16,-4 2-23-16,-2 1-17 0,2 2-25 0,-7 0-32 16,-2 1-34-16,2-4-53 0,-6 2-218 0,-2-8-399 15,6-1 177-15</inkml:trace>
  <inkml:trace contextRef="#ctx0" brushRef="#br0" timeOffset="157507.6">21877 8735 205 0,'0'-6'313'0,"0"6"-18"16,0-5-10-16,0 5-23 0,0-3-27 0,0 3-23 15,0 0-26-15,0-6-20 0,0 6-22 0,0 0-17 16,0 0-15-16,0 0-22 0,0 0-11 0,0 0-2 16,1 14-11-16,2-7-9 0,-3 3-6 0,-3 0-4 15,3 2-6-15,-1 1-8 0,1 3-1 0,-4 1 6 16,4-3-13-16,-1 3-2 0,-4-2-3 0,3-1 2 0,0-4-2 16,2-1-3-16,-1-1-2 0,1 0 0 0,-4-2 1 15,4-2-3-15,0 0 2 0,0 1 2 16,0-5 21-16,0 4 43 0,0-4 35 0,0 0 16 15,0 0-13-15,0 0-18 0,0 0-1 0,10-14-17 0,-1 5-9 16,0-6-4-16,0 2-16 0,1-4 1 0,3 1-10 16,-1 0-10-16,-1-1 9 0,1 4-8 0,-5 5-6 15,1-1 1-15,-2 2-9 0,-2 2-4 16,0 0-4-16,-1 2-3 0,1 1-21 0,-2-1-23 0,2 1-17 16,-4 2 3-16,0 0 1 0,9 7 2 0,-7-4 2 15,1 4-8-15,-1 0 11 0,2 2 2 0,-1 1 3 16,-1 3 6-16,0-1 0 0,-2 0-1 0,3 2 3 15,0-3-3-15,-3 1-1 0,0-1 1 0,1-5 4 16,-1 0 4-16,2-1 4 0,-2 0 8 0,0 0 6 16,0-3 27-16,0-2 41 0,0 5 30 0,0-5-5 15,0 0-5-15,0 0-15 0,9-11-2 0,-2 3-6 16,1-2-7-16,2 0-6 0,-1-4-3 0,6-1-12 16,-2-1-1-16,-4 1-6 0,5 2 0 0,-2 2-2 15,-6 0-6-15,4 3-7 0,-6 3 0 0,4-3-1 16,-4 6-5-16,0-1-7 0,0 1-12 0,2 0-16 15,-6 2-12-15,11 2-2 0,-4 1-3 0,0 0-12 16,2 1 0-16,-1 3-29 0,2 0-23 0,0 0-22 16,1 1-19-16,1-2-30 0,-3 5-36 0,0-5-36 15,0 2-36-15,0-1-241 0,-4-2-575 0,0-3 255 16</inkml:trace>
  <inkml:trace contextRef="#ctx0" brushRef="#br0" timeOffset="158024.19">22500 8790 78 0,'2'-5'282'0,"-1"1"-6"0,2 1-12 15,-2-2-13-15,-1 2-13 0,5-2-16 16,-4 3-20-16,2-2-3 0,-2 1-26 0,3 0-19 15,-4 3 4-15,4-2-30 0,-4 2-15 0,0-3-10 16,0 3-13-16,0 0-18 0,0 0-12 0,0 0-13 16,0 0-7-16,0 0-4 0,5 12-8 0,-6-4-3 0,-2 2-2 15,2-1-2-15,-1 3-3 0,0 3 10 16,-3-1-12-16,2 2-2 0,0-3-4 0,0 2 1 16,2-3-1-16,-2 1-3 0,2-1 4 0,1-3-1 15,0 1 2-15,1-1-4 0,2 1 0 0,1-4 2 0,-1 2-3 16,5-4 13-16,4 1-15 0,-1-2-4 0,2-1-2 15,-1-1 1-15,4-2 1 0,5-4 1 16,-5 1-1-16,-2 2-1 0,-1-5 5 0,2-1-4 16,-3 3-2-16,6-4 1 0,-7 4 5 0,-2-2 8 15,0 2 10-15,-4 2 9 0,0-1 2 0,3 2-2 0,-4-1-3 16,-1 3-10-16,-3 0 1 0,3-5-9 0,5 5-8 16,-8 0-21-16,0 0 3 0,0 0 1 0,6 9 1 15,-6-4 3-15,0 0-3 0,3 6 0 16,-6-2 2-16,3 7 0 0,-1-3 5 0,-2 4-1 0,1 2 6 15,-1 0-7-15,-3-1 0 0,2 1 7 0,-1 2-2 16,1-2 2-16,0-1-7 0,3-1-19 0,-3 0-20 16,0-5-24-16,3-2-22 0,-4-2-26 0,1 1-26 15,2-2-21-15,0 0-20 0,1-3-13 0,-5 0-219 16,-1-4-452-16,7 0 201 0</inkml:trace>
  <inkml:trace contextRef="#ctx0" brushRef="#br0" timeOffset="158269.97">23031 9044 210 0,'0'0'336'0,"0"0"-32"16,0 0-23-16,0 0-33 0,0 0-24 0,0 0-28 15,0 0-22-15,0 0-27 0,0 0-22 0,0 0-17 16,-1 7-9-16,-2-2-12 0,-2 3-8 0,0 1-11 16,0 0-19-16,-3 8-20 0,-2-2-27 0,1-1-28 15,0 1-28-15,-2 2-36 0,-5 2-24 0,2-5-51 16,-2-1-222-16,1-1-418 0,0-4 186 0</inkml:trace>
  <inkml:trace contextRef="#ctx0" brushRef="#br0" timeOffset="158608.16">23296 8835 1937 0,'0'0'130'0,"0"0"18"16,0 0-3-16,-5-7 5 0,5 7-6 0,-2-7-12 15,4 4-21-15,-2 3-16 0,0-4-24 0,0 4-8 16,3-5-7-16,0 2-24 0,3 0-32 0,1 1-24 15,0 0-29-15,5 0-28 0,-1 2-36 0,2 0-38 16,1 0-40-16,4-3-237 0,-3-1-467 0,-2 1 206 16</inkml:trace>
  <inkml:trace contextRef="#ctx0" brushRef="#br0" timeOffset="158892.31">24267 8690 22 0,'7'2'110'0,"-3"-1"21"0,1-1 19 0,-1 2 22 15,-4-2 17-15,8 1 8 0,-8-1 3 0,6 1-15 16,-6-1-13-16,0 0-13 0,5 0-13 0,-5 0-14 16,0 0-13-16,0 0-14 0,8 0-14 0,-8 0-37 15,0 0-54-15,9-1-46 0,-1 0-48 0,-1 1-53 16,4 0-195-16,-1-2-369 0,4 1 163 0</inkml:trace>
  <inkml:trace contextRef="#ctx0" brushRef="#br0" timeOffset="159036.18">24665 8722 25 0,'0'0'249'0,"8"-1"-25"0,-8 1-19 15,0 0-24-15,7-2-19 0,-7 2-27 16,6-5-47-16,-6 5-43 0,6-2-37 0,3 1-38 16,0 0-62-16,-1-2-108 0,3 0-217 0,1 1 95 0</inkml:trace>
  <inkml:trace contextRef="#ctx0" brushRef="#br0" timeOffset="159174.04">24993 8724 78 0,'4'0'290'0,"-4"0"0"15,0 0-7-15,8-3-17 0,-8 3-23 0,4-2-26 16,-4 2-21-16,5-4-21 0,-2 2-38 0,1 0-47 16,1-1-57-16,2 2-67 0,2-3-82 0,-1 1-242 15,3 0-389-15,-2 1 172 0</inkml:trace>
  <inkml:trace contextRef="#ctx0" brushRef="#br0" timeOffset="160207.68">26495 8412 143 0,'0'-4'203'16,"0"0"-13"-16,0-2 2 0,-1 3-9 0,-3-2-12 15,4 0-7-15,0 1-16 0,-1-2-16 0,-2 2-11 16,0-2-17-16,-4 5-12 0,-2-2-10 0,-1 0-10 15,-7 6-8-15,0-1-5 0,-3 0-13 0,-7 6 1 16,-1 1-7-16,3 2-4 0,1 0-7 0,-1 2-5 16,2 3 1-16,-1 2-6 0,-2 1-1 0,6 2-5 15,-2-1-6-15,2 0 2 0,-1 2-2 0,9-7 2 16,0-1 0-16,2 0-5 0,2-4 0 0,4-1 2 16,-1-2 4-16,3 1-3 0,-1-3 6 0,1-3 19 15,5 5 14-15,1-4 10 0,4-3 8 0,2 0 6 16,3-2 2-16,4-7-3 0,2 1-3 0,0-2-8 0,-3 1 7 15,11-6-6-15,-2 0-8 0,-5-1 0 16,3 0-7-16,-4 6-4 0,4-6-2 0,-6 6 6 16,-2 1-11-16,-3 4 6 0,-3 0 1 0,-1-1-7 15,-4 2-6-15,1 3-7 0,-1-2-5 0,1 3-4 16,-5 0 1-16,12 0-6 0,-6 4-1 0,1 1-2 0,0 3 1 16,2-1-2-16,0 2-11 0,0 0-8 15,0 2-22-15,5 1-20 0,-5 2-31 0,5 1-29 16,-5-2-47-16,1-1-32 0,2 1-50 0,-7-3-208 15,0-2-493-15,-1-4 218 0</inkml:trace>
  <inkml:trace contextRef="#ctx0" brushRef="#br0" timeOffset="160940.37">26739 8470 170 0,'5'-5'301'0,"-1"3"-23"16,0-1-28-16,0-1-16 0,1 1-38 0,-5 3-23 15,6 0-21-15,-6 0-12 0,11 3-19 16,-5 1-13-16,3 1-10 0,-1 7-13 0,-1-4-7 0,1 4-7 16,2-1-6-16,-3 5-7 0,-1 0-4 0,-1 1-10 15,-1 0-2-15,1-1-7 0,-4 0-1 0,-1 0 3 16,0-3-9-16,0-1-3 0,0-5-4 0,-1 3 1 16,1-5 3-16,0 1 7 0,0-2 17 0,0 0 31 15,0-4 40-15,0 5 39 0,0-5 41 0,0 0 31 16,0 0-12-16,0 0-23 0,0 0-17 0,5-14-23 15,-1 4-15-15,-1-3-16 0,4-3-19 0,3-6-30 16,2-1-27-16,-2-2-22 0,3 8-17 0,0 0-12 16,-3 1-34-16,4 2-27 0,-2-1-33 0,0 4-19 15,0 0-19-15,-2 3-19 0,2 1-22 0,-2 2-12 16,1 3-13-16,-2 1-6 0,-2 1 3 0,0 2-8 16,5 2 0-16,-2 0 5 0,-1 1 12 0,2 0 8 15,-3-1 20-15,0 5 20 0,-2-3 14 0,3-1 10 16,-4 1 4-16,-1 0 20 0,1-4 10 0,-1 1 10 15,0 2 14-15,1-4 16 0,-4 2 24 0,-1-3 42 16,4 4 21-16,-3-3 28 0,-1-1 24 0,0 0 24 16,5 4 15-16,-5-4 19 0,4 3 6 0,-4-3 11 15,0 0-6-15,0 0-17 0,8-7-19 0,-5 6 3 16,4-1-24-16,0-3-11 0,2-1-10 0,2 1-8 16,-1-1-6-16,4-3-11 0,4 2-9 0,-4-3-3 15,2 4 0-15,-1-5-5 0,0 2-1 0,-2-1 0 16,0 3-6-16,-3-2 10 0,-1 3 10 0,1-4-1 15,-2 5 15-15,-3-1 6 0,0 2 15 0,-1-2 8 16,1 3-9-16,-3-1-11 0,1 0-5 0,-4 0-12 16,-2 0-12-16,3 4-16 0,-12-4-3 0,0 5-11 0,-6 1-3 15,-1 0-6-15,-7 5-10 0,-2 3 15 16,9-2-5-16,4 2-9 0,-3 2 3 0,1 1-8 16,1 5 2-16,7-1-3 0,0 0 13 0,6 3-6 15,3 1 1-15,7-3-2 0,5 6 4 0,6-5 3 0,5-1 3 16,5-2 6-16,7-4-9 0,3 0 0 0,13-5 5 15,4 3-2-15,2-8-1 0,-4 1-2 16,-16-3 0-16,-2-1-5 0,-7 1 8 0,-8 0 3 16,-2-2 11-16,-6 2 8 0,-3 0 9 0,-2 0 10 0,-1-2 3 15,2 2 0-15,-4 0-7 0,-4 0-10 0,9 0-5 16,-9 0-21-16,0 0-23 0,8 0-35 0,-8 0-56 16,0 0-53-16,0 0-54 0,0 0-48 15,-22 4-48-15,9-2-68 0,3 2-227 0,-2-3-653 16,6-1 289-16</inkml:trace>
  <inkml:trace contextRef="#ctx0" brushRef="#br0" timeOffset="162440.06">29105 8356 208 0,'2'-7'219'16,"-2"5"-10"-16,3-3-6 0,-2 2-9 0,-1-1-14 15,0 4-12-15,1-7-14 0,-2 3-17 0,-3 0-15 16,4-1-16-16,-5 4-14 0,-4-2-16 0,-2 2-15 16,-2-1 0-16,-9 4-11 0,-5 1-7 0,-5-1-5 15,0 3-3-15,3 0-3 0,-3 2-5 0,-1 6-2 16,2-5-5-16,-1 2-3 0,1 3-1 0,2 4-2 16,2 0-3-16,2-1 0 0,3 0-4 0,3 2-1 15,2-4-1-15,4-1-1 0,3 2 2 0,4-1-2 16,2-1 2-16,0 0-2 0,4-2 4 0,4 0-1 15,1-1 1-15,5 0-2 0,2-3 4 0,7 0 0 16,0-2 0-16,9-5-2 0,3 0 3 0,2-2 0 16,-3-3 1-16,0-1 3 0,2-4 9 0,-5-2 5 15,1-2 4-15,0 0 2 0,-5-6 3 0,-1-1 2 16,-3 0 2-16,2-6-5 0,-5-4 4 0,0 1-3 16,-1 1 2-16,-4-5-5 0,2-12 1 0,-5 11 2 15,3-9 10-15,-7 10 5 0,3 2 24 0,-4 4 6 16,0 2 5-16,0 8-1 0,-3 0 2 0,1 4-10 15,-2 2 6-15,1 0 0 0,0 4-12 0,0 1-14 16,1 3-7-16,-1-2-37 0,0 3-23 0,0 3-48 16,0 0-6-16,0 0 10 0,0 0 0 0,-7 17 7 15,4 0 3-15,-4 8 8 0,2 0-1 0,1 1 5 16,-2 4-1-16,1 1 6 0,0-3 2 0,3 4 4 16,1-5 4-16,1 2 1 0,1 0 3 0,3-1 1 15,0-3 4-15,1 4 2 0,0-11-4 0,2 0 5 16,-1-2 0-16,0 0-5 0,1-3 9 0,4-2-2 15,-3-3-1-15,1-1 4 0,2-2-3 0,1-1 4 16,2-6 0-16,5 1 2 0,0-5 9 0,-5-1 4 16,4-3 10-16,0-2 5 0,-4-1-5 0,3-1 18 0,-2 0-12 15,-3-1-9-15,2 0 7 0,-3 1 24 16,-3 4 3-16,2-4 4 0,-4 7 6 0,-2-2 8 16,0 3 6-16,1 1-4 0,-3 0-8 0,1 1-12 15,0 1-8-15,-2 1-15 0,-1 2-15 0,5-5-24 0,-5 5-32 16,0 0-10-16,0 0 7 0,0 0 3 0,4 7 7 15,-5-1-3-15,1 0 0 0,0 2 6 16,0 1 0-16,0 1 5 0,-3 1 3 0,3 1 0 16,0-1 9-16,0 3-1 0,0-4 1 0,0 0-2 0,0 1-6 15,0-1-11-15,0-2-12 0,0-1-9 0,0 1-12 16,0-6-3-16,0 2 8 0,0-1-5 0,0 3 7 16,0-6 3-16,0 4 10 0,0-4-8 0,0 0-40 15,0 0-56-15,0 0-55 0,-20-10-60 16,10 3-229-16,1-3-529 0,-3-6 233 0</inkml:trace>
  <inkml:trace contextRef="#ctx0" brushRef="#br0" timeOffset="162590.21">29345 8108 115 0,'2'-6'344'0,"0"1"-9"0,0 1-41 16,-2 1-31-16,0 3-26 0,3-7-31 0,-2 5-29 15,-1 2-18-15,0 0-44 0,0 0-24 0,7 0-34 16,-7 0-28-16,8 7-30 0,-4 0-41 0,3-2-40 15,-1 3-40-15,1 1-63 0,-2-1-147 0,1-1-360 16,0 1 160-16</inkml:trace>
  <inkml:trace contextRef="#ctx0" brushRef="#br0" timeOffset="162955.97">29839 8182 45 0,'0'0'350'0,"3"-3"-15"16,-3 3-19-16,0 0-33 0,3-2-27 0,-3 2-25 15,0 0-26-15,1-4-24 0,-1 4-44 0,0 0-29 16,0 0-16-16,0 0-7 0,0 0-11 0,0 0-7 16,-12 12-7-16,4-6-9 0,-2 0-2 0,0 1-6 15,0 2-2-15,-2 1-5 0,3-2-1 0,-4 1-8 16,2-1-4-16,2 6-6 0,-1-6-2 0,5 2-5 15,1 2 0-15,0-3-1 0,0 3 0 0,4 0 0 16,3 0-1-16,1 5 0 0,1-6-1 0,0 2-1 16,5 1 1-16,2-1 0 0,-3-5 2 0,-2 1-6 15,2-1-1-15,-4-2 0 0,1-1-8 0,-1 0-13 16,-2 0-6-16,1-3-1 0,-2 4-4 0,-1-1 2 16,-4-1 5-16,-2 0 2 0,-5 2 0 0,0-2-5 15,-7 4-5-15,-1-3-14 0,4-3-22 0,-4 0-37 16,-1 3-33-16,0-2-54 0,2-2-221 0,-2-2-445 15,1-4 196-15</inkml:trace>
  <inkml:trace contextRef="#ctx0" brushRef="#br0" timeOffset="163306.59">30123 7994 351 0,'0'-11'358'0,"1"0"-29"0,-1 2-15 15,3 3-26-15,-1 0-32 0,-2 1-29 0,0 1-30 16,0 2-39-16,0 2-37 0,0 0-17 0,0 0-11 16,0 0-11-16,8 13-10 0,-7-1-7 0,3 5-9 15,1 4-3-15,-2 4-10 0,-3 4-4 0,1 2-2 16,-1 0-3-16,0 1-8 0,-1-1 1 0,-2 1 4 15,2-1-8-15,-3 0-5 0,0-4 1 0,0 1-5 16,3-2 4-16,-3-8-2 0,4-1-1 0,0-2-3 16,-2-4 4-16,-2-2-3 0,4-1-7 0,-2-2 3 15,2 0 1-15,-2-2 0 0,2-2 4 0,0-2-1 16,-4 6 1-16,4-2-11 0,0-4-18 0,0 0-16 16,-1 2-19-16,1-2-24 0,0 0-88 0,0 0-116 15,0 0-221-15,-18-9-542 0,11 0 240 0</inkml:trace>
  <inkml:trace contextRef="#ctx0" brushRef="#br0" timeOffset="163542.49">30020 8286 230 0,'-7'-1'319'0,"7"1"-9"0,0 0-20 0,0 0-28 15,-7-2-19-15,7 2-16 0,0 0-23 16,0 0-21-16,0 0-15 0,0 0-15 0,0 0-20 15,25-2-14-15,6 1-7 0,3-2-24 0,3 1-19 16,-1 1-23-16,1-3-15 0,0 2-11 0,-2-1-11 0,-5 0-18 16,1 1-4-16,-9-1-3 0,-6 3-3 0,-3-3 3 15,0 1 3-15,-3 1-5 0,-2 0-4 16,-3-1-13-16,0 0-24 0,-1 1-35 0,-4 1-35 16,0 0-41-16,0 0-30 0,0 0-201 0,-13-5-434 15,7 5 192-15</inkml:trace>
  <inkml:trace contextRef="#ctx0" brushRef="#br0" timeOffset="163855.99">30647 8219 19 0,'0'-4'453'0,"0"4"-2"0,1-4-15 0,0 1-27 16,-1 3-34-16,0 0-28 0,0 0-43 0,0-5-29 15,0 5-30-15,0 0-33 0,2-4-22 0,-2 4-31 0,0 0-40 16,0 0-41-16,0 0-14 0,0 0-8 0,2 12-3 16,0-7-11-16,-1 3-4 0,-2 1 1 0,1 3-5 15,0 0-4-15,0 3-4 0,1-1 3 16,-4 1-4-16,2 2-5 0,1-4-1 0,-1-2-5 0,-1 5-17 16,2-5-21-16,-1-1-9 0,0-2-26 0,0-2-8 15,1 1-10-15,0-3-3 0,-3 0 6 0,3 0 7 16,-1-1 6-16,1-3 9 0,-4 4 12 0,4-4 3 15,0 0-4-15,0 0-46 0,0 0-55 0,-10-12-71 16,7 0-61-16,-2 0-248 0,0-6-565 0,-4-7 250 16</inkml:trace>
  <inkml:trace contextRef="#ctx0" brushRef="#br0" timeOffset="164006.93">30584 8065 14 0,'0'-9'335'0,"0"0"3"0,0 1 6 0,0 1-4 15,0 2 10-15,0 0-13 0,0-2-30 0,0 4-31 16,-2-1-29-16,2 4-27 0,2-5-28 0,-2 5-24 15,0-5-26-15,0 5-33 0,0 0-44 0,9 1-26 16,-9-1-43-16,9 7-41 0,-5-5-33 0,1 4-34 16,0 3-33-16,4 0-44 0,-4 3-31 0,2-2-63 15,-5 1-176-15,1-1-495 0,2-1 219 0</inkml:trace>
  <inkml:trace contextRef="#ctx0" brushRef="#br0" timeOffset="164579.01">30956 8196 325 0,'0'0'422'0,"1"-4"-21"16,-1 4-18-16,0 0-46 0,4-5-15 0,-4 5-36 16,0 0-23-16,0-5-35 0,0 5-26 0,0 0-22 15,0 0-32-15,0 0-45 0,0 0-32 0,0 0-41 16,0 0-8-16,0 0-4 0,0 14 0 0,0-8-4 15,-4 3 2-15,3 3-1 0,-1-1-1 0,-2 1-3 16,-1 5-1-16,2 0-3 0,-1-1 8 0,-2 1-6 16,1-2-2-16,2 4-1 0,-1-5 2 0,2-4-3 15,-2 1 1-15,3-3 1 0,0-2 3 0,-2 0-5 16,2 0 9-16,-1-2 14 0,2-1 41 0,0-3 27 16,0 0 32-16,-1 4 24 0,1-4-5 0,0 0-6 15,0 0-11-15,9-11-17 0,-4 7-7 0,0-3-14 16,4-2-9-16,3-3-7 0,2-3-14 0,-1 1-5 15,1-1-3-15,-2 5-7 0,2-4-3 0,-6 7-7 16,1-2-3-16,-4 3-7 0,3 1-4 0,-4 0-3 16,1 3-10-16,-1-2-11 0,-2 2-17 0,2-1-18 15,-4 3-6-15,0 0 0 0,11 4-6 0,-8-1 3 16,1 0-6-16,0 2-2 0,0 0 8 0,1 0-1 16,-1 2-7-16,-1-3-8 0,4 6-17 0,-3-3-30 15,-2 0-20-15,3 0-13 0,-3 0-27 0,1 0-35 16,-1-2-29-16,-1 1-26 0,2-2-28 0,-2 0-44 0,-1 2-211 15,2-4-584-15,-2-2 258 0</inkml:trace>
  <inkml:trace contextRef="#ctx0" brushRef="#br0" timeOffset="165205.12">31361 8201 104 0,'0'0'298'0,"-4"-4"-28"16,4 4-30-16,0 0-26 0,0 0-31 0,0 0-31 0,0 0-23 15,0 0-19-15,0 0-22 0,13 0-16 16,-13 0-9-16,19-1-10 0,-11 0-10 0,3 0-8 16,2-1-9-16,0 0 4 0,-3-1-4 0,2-2-6 15,-1 1 3-15,-2 0 10 0,2-2 4 0,-5 2 11 0,1-2 8 16,-1 5 4-16,-2-5 9 0,2 2 8 0,-3 3-1 15,-1-2-1-15,-2 3-8 0,6-3-7 16,-3 2-11-16,-3 1-5 0,4-4-15 0,-4 4-10 16,0 0-6-16,0 0 2 0,-26 6-4 0,15-1-5 15,-6 0 0-15,3 4-3 0,-4 1-1 0,0 1-1 0,4 2-2 16,-5 0 8-16,6 1-7 0,-3-1-2 16,4 4 1-16,1-1 1 0,1-2-3 0,0 2 3 15,5 1 3-15,3-1 2 0,0 1-1 0,5-1-4 16,2 0 2-16,2 0 1 0,3-3 2 0,4-2 2 15,1-3 4-15,12 1-4 0,-8-4 4 0,4-4-2 0,5 1-5 16,-6-3 1-16,0-1 5 0,-1-3 14 0,-1-4 9 16,-2 0 15-16,3-9 5 0,-7 4 4 0,8-7 4 15,-12 5-2-15,8-8 0 0,-5-2-1 16,1-1-2-16,-1 0 3 0,-4-3-3 0,3-3 6 0,-2 2 2 16,-1 0 2-16,-2 4 21 0,1 0 5 0,-4 10 10 15,1 0 12-15,-3 5-8 0,1 2-5 0,-3 0-9 16,1 6-16-16,0-2-15 0,-1 2-37 0,3 0-46 15,-3 4-37-15,0 0 7 0,0 0 3 0,0 0 5 16,-6 24 6-16,3-7 10 0,-1 0-3 0,-1 7 0 16,0 2 9-16,0-1-4 0,-1 1-3 0,0 3 19 15,5-3-8-15,0-2 10 0,1-4-3 0,-1-2 2 16,2 1-1-16,-1-2 12 0,0-4-11 0,1-2 6 16,0-1-22-16,-1 1-16 0,0-4-16 0,2 0-10 15,-2-3-7-15,0 2-2 0,1-4-4 0,0 1-4 16,-1-3-10-16,-1 6-23 0,1-6-87 0,0 0-125 15,0 0-177-15,0 0-549 0,-3-20 243 0</inkml:trace>
  <inkml:trace contextRef="#ctx0" brushRef="#br0" timeOffset="165539.64">31660 8136 212 0,'0'0'347'0,"-5"3"-3"0,5-3-10 15,0 0-20-15,0 0-34 0,0 0-16 0,0 0-38 16,0 0-25-16,14-8-23 0,9 5-20 0,13-1-21 16,14-3-13-16,5 2-22 0,7 0-15 0,2-2-11 15,3 2-5-15,22-2-10 0,-25 2-5 0,-5-3-5 16,-2 2-5-16,-6-5-8 0,-17 4-2 0,-8-2 0 15,-5 3 13-15,-1-1 2 0,-7 2 14 0,1 1-3 16,-5-1-11-16,-4 2 2 0,4-1-9 0,-4 4-17 16,-3-2-25-16,1-2-41 0,-3 4-42 0,0 0-37 0,0 0-19 15,-17-3-34-15,6 6-20 0,-3 1-21 16,2 0-23-16,0 1-33 0,-7 2-188 0,5-4-493 16,-3 1 219-16</inkml:trace>
  <inkml:trace contextRef="#ctx0" brushRef="#br0" timeOffset="165798.01">32276 8407 337 0,'0'4'452'16,"0"-4"-37"-16,0 0-37 0,0 0-47 0,4 2-43 16,-4-2-69-16,0 0-100 0,0 0-136 0,8-8-180 15,-8 8-191-15,2-9-420 0,-2 9 186 0</inkml:trace>
  <inkml:trace contextRef="#ctx0" brushRef="#br0" timeOffset="172771.74">7119 11097 184 0,'-2'-8'229'0,"2"0"-2"16,0 2-5-16,0-2-15 0,0 3-12 0,0 1-12 0,0-3-14 16,0 3-12-16,0 4-15 0,0-6-19 0,0 2-10 15,0 4-18-15,0-5-15 0,0 5-30 16,0 0-17-16,0 0-4 0,0 0-1 0,9 12-8 15,-4-4 0-15,-1 7-4 0,4-1 4 0,2 2-6 0,-1 1 2 16,4 5-3-16,2 0 0 0,-5-2 1 0,4-1-2 16,-1-2-2-16,-3-2-1 0,3-1-4 0,0-2-1 15,-3-3 6-15,0-1-5 0,-1 0 0 16,2-4 1-16,-2-2 4 0,3-2-2 0,-2 0-1 0,3-5 1 16,-3-1 1-16,4-6-7 0,2-1 4 0,-5-4 0 15,5-5-1-15,-5-2-2 0,0 1-1 0,-2 1 2 16,0-3 0-16,-2 5 3 0,-5 2 7 0,2-1 5 15,1 2 4-15,-3 3 3 0,-1 0 5 0,0 6 0 16,-2 2-2-16,0-1-2 0,2 2-7 0,-1 1-6 16,1 0-23-16,-1 4-13 0,0 0-4 0,0 0 6 15,-4 13 0-15,0 4 4 0,-1 7 0 0,0 5 1 16,-5 7-2-16,4 10 5 0,-3 5-1 0,2 0 10 16,0 5-1-16,4 1 1 0,2 25 5 0,1-28 3 15,4-1-4-15,1 0 3 0,2-2-1 0,2 0 0 16,2 0 3-16,3-3-3 0,-3-1 0 0,-1-13 1 15,2-1 0-15,-2-1-1 0,0 2 0 0,-1-5-1 16,-1-3 3-16,-3 0-1 0,1-1-1 0,-2-6-1 16,0-2 0-16,-7 0-1 0,3 0-1 0,3-5 3 15,-3 5 1-15,-3-1 0 0,2-3-3 0,-3-3-4 16,-1-1 1-16,0 2 2 0,0-1-1 0,-3-1-2 16,3-1 3-16,-5-2 1 0,-1 0-1 0,1-2 2 15,-2 1-1-15,-2 0 1 0,-3-1 1 0,3-4-1 16,-5 0 4-16,3 0 9 0,-4-2 3 0,1-5 3 15,1-3 1-15,-4 3 3 0,-2-8 11 0,0-1 10 16,2-2 0-16,-1 1 12 0,3-5 1 0,3-5 15 16,2-1-14-16,-1-5-5 0,4-12-10 0,4-5-5 15,8-4-3-15,5-2-1 0,9-4-15 0,14-22 6 16,7 6-6-16,-6 26-5 0,8 1 1 0,0 3 3 0,8 7-4 16,0-1-5-16,1 6-1 0,-4 5 0 15,-9 7 2-15,-1 2-5 0,0 4 2 0,-4 2-4 16,-2 1 1-16,-9 6-1 0,-1 0-7 0,-6 2-4 15,0 1-22-15,-5 1-14 0,2 2-7 0,-2 1-5 0,1 0-4 16,-6 0-3-16,9 3-1 0,-9-1-9 0,1 4-2 16,-2-1-14-16,-1 1-18 0,-1 2-14 0,-1 2-36 15,1-1-16-15,-1 1-28 0,0 0-209 16,1 2-441-16,2-5 195 0</inkml:trace>
  <inkml:trace contextRef="#ctx0" brushRef="#br0" timeOffset="173291.27">8153 11502 106 0,'0'0'154'0,"-7"-1"-9"0,7 1-6 0,-5-4 3 16,5 4 2-16,-6 0 1 0,6 0-3 0,0 0 4 15,0 0-4-15,-3-4-4 0,3 4-6 16,0 0-5-16,0 0-9 0,0 0-11 0,-3-3-11 0,3 3-8 15,0 0-10-15,9-4-11 0,-1 3-7 0,3-4-4 16,1 0-7-16,8 1-5 0,-1-2 0 0,11 1-7 16,-2 0-2-16,1 1-5 0,1 0-6 0,-2 1-10 15,-8 1-15-15,3-1-15 0,-5 3-13 0,-4-3-14 16,-1 6-25-16,-3-3-19 0,-1 1-20 0,-1 1-23 16,-2-2-30-16,-2 1-22 0,-4-1-139 0,4 4-348 15,-4-4 154-15</inkml:trace>
  <inkml:trace contextRef="#ctx0" brushRef="#br0" timeOffset="173664">8189 11697 2 0,'0'0'191'0,"0"0"-12"0,-4 3-7 0,4-3-13 16,0 0-13-16,0 0-18 0,0 0-8 0,13-7-11 15,1 4-10-15,4-2-12 0,4 3-7 0,7-5-4 0,0-1-9 16,6 0-6-16,0 2-5 0,-1-1-3 0,2 2-5 15,-8 2-1-15,4 0-10 0,-12 2-2 16,-1-2 2-16,-4 0-9 0,-5 2 0 0,-1 1-4 16,-2-2-6-16,1 1 6 0,-3 0-3 0,1 0 1 0,-6 1-4 15,8 0-1-15,-8 0-5 0,0 0-2 0,0 0-10 16,9 0-17-16,-9 0-18 0,0 0-31 0,-1 6-30 16,1-6-47-16,-4 6-166 0,4-6-335 0,0 6 148 15</inkml:trace>
  <inkml:trace contextRef="#ctx0" brushRef="#br0" timeOffset="174322.02">9279 11598 190 0,'0'0'190'16,"0"0"-6"-16,0 0-7 0,0 0-1 0,0 0-9 15,-9 0-4-15,9 0-8 0,0 0-9 16,0 0-14-16,0 0-12 0,0 0-12 0,18-9-15 0,-5 4-7 16,5-2-9-16,6-5-8 0,7 0-7 0,-2-3-5 15,2 3-5-15,1-5-6 0,1 0-4 0,-1 0-2 16,0 0-13-16,-3-2 0 0,1-1 2 0,-2 2 0 15,-5-2 1-15,-3 0 2 0,-1 0 4 0,-6 3 6 16,0 1-2-16,-8 1 3 0,0 1-5 0,-1 2-3 16,-4 0-4-16,-4 3-4 0,-1-2-6 0,0 2 5 15,-8 2-13-15,-5 5-1 0,-5-1-5 0,-6 6-4 16,-4-1 5-16,-2 8-5 0,2-1 0 0,1 4-4 16,-1 3 2-16,4 2-9 0,4 2 5 0,-1 4-5 15,5-2 4-15,3 3-1 0,0 1-1 0,5 4 1 16,7-2 2-16,2 1 0 0,4-1 3 0,6-3 2 15,6-2 1-15,2-2-3 0,9-3 6 0,2-3 2 16,4-2 4-16,5-4 12 0,3-4 3 0,4-1 4 16,-1-2 0-16,11-2 0 0,-16-1-4 0,0 1 2 15,-7-1-2-15,-6-2 1 0,-4 3-1 0,-8-1 9 16,3 1 2-16,-6-2 1 0,0 1-4 0,-1 1-3 16,-1-1 2-16,-5 1-8 0,9 0-6 0,-9 0-27 15,4-3-23-15,-4 3-33 0,0-4-38 0,0 4-48 16,0 0-46-16,-11-6-53 0,3 2-224 0,2 0-511 15,-2-2 226-15</inkml:trace>
  <inkml:trace contextRef="#ctx0" brushRef="#br0" timeOffset="174954.79">10144 10752 2 0,'0'-5'195'0,"0"5"-14"0,0 0-12 0,2-4-20 15,-2 4-18-15,0 0-19 0,0 0-12 0,0 0-11 16,0 0-8-16,0 0-7 0,0 0-14 0,-7 13-4 16,3-5-1-16,-5 6-6 0,-5-2-7 0,-4 8-5 15,-6 4-3-15,-3 0-3 0,-1-2-2 0,-13 15 1 16,3-4-8-16,-2-1-5 0,-1 0 0 0,1 1 6 16,9-12-10-16,3 1 2 0,2-5 4 0,1 1-6 15,8-8-3-15,2 0 1 0,5-4 12 0,2-2 30 16,1-1 33-16,2 1 35 0,-1-2 44 0,2-2-19 15,4 0-16-15,-4-8-11 0,7-1-2 0,1-2-24 16,7-6-9-16,5-5-5 0,1-2-12 0,5 1-7 16,-4 1-6-16,5-1-8 0,-4 3-6 0,-5 4 1 15,-1 4-7-15,1 1-5 0,0 0-5 0,-2 4-2 16,-2 1-8-16,4 1-2 0,0 5-3 0,4 0-1 0,1 2-5 16,0 5-2-16,1 0 2 0,-3 0-18 0,9 10-8 15,-6-2-17-15,2 2-28 0,-3 1-27 0,-1 3-39 16,-3-2-34-16,2 1-26 0,-6-3-53 15,-2-3-181-15,0-2-463 0,-5-3 205 0</inkml:trace>
  <inkml:trace contextRef="#ctx0" brushRef="#br0" timeOffset="175471.34">10375 10844 174 0,'4'-1'158'0,"3"0"-17"0,-1-1-9 15,-6 2-22-15,14 3-7 0,-6-1-9 0,-3 1-14 0,4 2-8 16,-3 0-14-16,-2-1-1 0,5 6-5 0,-5-2-8 15,0 5-6-15,-2-1-2 0,-2 4-4 0,-2 1 0 16,-3-2-9-16,-3 4 9 0,-5 1-9 0,2-2-2 16,-2 2 5-16,-1-3 1 0,1 0-9 0,-1-3-3 15,5-2 8-15,0-1-15 0,1-5 7 0,2 1 11 16,4-2 21-16,-2-2 29 0,1 1 24 0,-1 0 23 16,2-2 18-16,2-2 2 0,0 0-15 0,0 0-15 15,10-10-11-15,3-2-9 0,2-1-5 0,-1-1-9 16,5-7-4-16,3 0-9 0,1-2-6 0,-2 0-7 15,0 2-5-15,1-2-5 0,-3 1-5 0,0 1-4 16,-6 5 2-16,-3 1-5 0,0 1-3 0,-2 4 5 16,-2 1 2-16,1 4 7 0,-5-2-18 0,1 4-6 15,1-2-5-15,-3 3-12 0,-1 2-5 0,0 0-3 16,0 0 0-16,-9 12-4 0,-3-1 1 0,1 6 4 16,-3 4-2-16,0 5-1 0,1 0 1 0,-1 3-3 0,4 2 3 15,1 1 1-15,3-2 0 0,4-2 0 16,6 1 4-16,4-4-8 0,5-1 0 0,6-1-22 15,6-5-41-15,6 0-72 0,15-1-99 0,-5-8-247 16,8-2-532-16,-11-7 236 0</inkml:trace>
  <inkml:trace contextRef="#ctx0" brushRef="#br0" timeOffset="176722.1">11638 11071 30 0,'0'0'165'0,"0"0"-14"0,-4-3-15 0,4 3-14 16,0 0-11-16,0 0-9 0,0 0-12 0,0 0-12 15,0 0-13-15,0 0 2 0,0 0-15 0,0 0 2 16,0 0-7-16,18-1-6 0,-9-2-1 0,0 0-4 15,2 0-9-15,6-3-2 0,0 1 4 0,-2-1-4 16,4-2 0-16,0 2-5 0,-3-4-1 0,0 0 9 16,1 2 2-16,-3-2 10 0,-1-1 14 0,3 2 12 15,-8 0 6-15,-2 1 12 0,2 2 2 0,-2-1 2 16,-2 2 1-16,0 1-14 0,0 0 4 0,-3 0-17 16,-1 0-7-16,0 4-11 0,-1-4-5 0,1 4-3 15,-13-3-4-15,3 4-5 0,-3 4-3 0,-9 1-1 16,2 2-2-16,-7 7-6 0,0 0-2 0,-1 2-2 15,0 6-2-15,-3 1-1 0,-4 9-2 0,1 2-1 16,10-9-2-16,1 2 0 0,2 3-2 0,4-1-2 16,2 1 1-16,2-1 2 0,5 2-1 0,3-3 2 15,10 2 0-15,4-3 2 0,5-3-4 0,12-3 5 16,4-2-3-16,19-1 2 0,8-8 0 0,6-1-3 16,31-1-9-16,0-13-10 0,-2 0 5 0,-26-1-10 0,30-4-2 15,-35 0-11-15,-2-3 0 0,0 1 1 16,-8-4 2-16,-16 1 3 0,-3 0 1 0,-4-1 5 15,-3-2 1-15,-8 3 7 0,-2-1 19 0,-7 0 2 16,-3 1-2-16,-5 1 1 0,-4 2-6 0,-5 1 4 0,-1-2-3 16,-8 2 0-16,-4 1-2 0,-4 2 8 0,-4 0-7 15,2 3 0-15,-3 7 2 0,2 1-4 16,3 0-2-16,-2 3 1 0,5 0-2 0,-1 5 0 16,7 0 1-16,2-2 2 0,2 4 1 0,4 1-6 0,4-1 4 15,1 2 2-15,6-1 1 0,2-2 4 0,6 3-3 16,4-3 7-16,5-1-3 0,5-3-1 0,8 0 3 15,1-5-1-15,-1 0-2 0,3-4 3 16,-3-4-1-16,2-1-1 0,-4 0 2 0,-5-2 1 0,-3-1 11 16,-7-1 15-16,2-1 7 0,-4-1 2 0,-4 1 1 15,-2-2 4-15,-3 2-6 0,2-6-2 0,-6 4-4 16,2 1-3-16,-5-2-4 0,-2-3-4 0,-1 6-5 16,-2 0-2-16,-1 1-7 0,-5-1-6 0,1 3-11 15,-2-1-12-15,1 6-12 0,1-2-17 0,-7 4-17 16,7 0-33-16,0 0-24 0,3 2-21 0,-2 0-18 15,6 0-36-15,0 3-153 0,2-2-380 0,2 0 169 16</inkml:trace>
  <inkml:trace contextRef="#ctx0" brushRef="#br0" timeOffset="177122.09">13036 11174 226 0,'-1'-5'238'0,"1"5"-20"16,-4-5-22-16,4 5-20 0,0 0-23 0,-4-2-17 16,4 2-12-16,-9-1-15 0,9 1-13 0,-15 3-9 15,3 1-5-15,-1 0-12 0,-2 3-8 0,-3-1-3 0,4 3-10 16,-4-2-5-16,3 4-6 0,-2-4-4 15,5 5-1-15,0 0-9 0,1-4 2 0,3 1-4 16,0 0 0-16,4 3-7 0,-2-3-2 0,5 2 3 16,1-1-4-16,1 2-2 0,3-3 0 0,2 5 0 0,2-5 0 15,3 4-1-15,2 0-3 0,0-1 3 16,0-2-4-16,-1 1-3 0,-2-3 0 0,0 0 2 16,-3-2-1-16,-2 1-3 0,-1-2-2 0,0-2 3 15,0 1-1-15,0 1-4 0,-2-1 4 0,-4 0 5 0,-2 1-4 16,-5 1 3-16,1 0 0 0,-1-1-1 0,-3 2 0 15,-1-2-12-15,-4 2-16 0,0 1-20 16,1-4-29-16,1 4-27 0,2-6-32 0,0 2-40 16,3-3-147-16,2 1-346 0,4-1 154 0</inkml:trace>
  <inkml:trace contextRef="#ctx0" brushRef="#br0" timeOffset="177454.33">13368 11226 32 0,'0'-7'319'0,"-1"2"-14"15,0 0-16-15,-1-3-15 0,1 4-13 0,1 1-24 16,0-1-26-16,0 4-18 0,0-5-22 0,0 5-23 16,0 0-24-16,0-5-21 0,0 5-27 0,0 0-9 15,0 0-4-15,0 0-8 0,0 20-9 0,0-10-1 16,0 3-7-16,0 3 5 0,0 2-13 0,0 2-9 15,0 6 4-15,-2 0-3 0,0-8-3 0,2 7 1 16,-2 1-7-16,-1-1 0 0,3-5 2 0,-1-1-1 16,0-1-1-16,-1-1-3 0,2-6-3 0,-2 1 10 15,2-1-9-15,0 0 1 0,0-5-2 0,-2 1-3 16,1-2 2-16,1-2-6 0,0 2-9 0,0-5-2 16,-1 5 1-16,2-1 1 0,-1-4-3 0,0 0-13 15,0 0-50-15,0 0-47 0,0 0-36 0,-3-14-37 16,5 4-35-16,-4-1-190 0,4-5-454 0,-2-3 200 15</inkml:trace>
  <inkml:trace contextRef="#ctx0" brushRef="#br0" timeOffset="177855.29">13317 11075 106 0,'-4'-13'253'0,"-1"1"-10"0,3 4-15 0,-1-4-13 15,2 7-17-15,1-3-19 0,0 2-18 0,1 0-19 16,2 0-16-16,3 0-13 0,-1 2-13 0,5 0-9 0,2 0-12 15,2 2-8-15,3 1-9 0,4-1-8 16,1 4-2-16,-2 1-5 0,2 2-5 0,0-2-4 16,-1 3-8-16,-4 0-5 0,1-1-3 0,-3 2-12 15,-3-1 3-15,-2 3-3 0,-2-5-6 0,-1 5-1 0,0-3-3 16,-6 3 3-16,-1-3-1 0,-1 3 4 0,-2 1-3 16,-4 2 2-16,-4 0-5 0,0-2 6 0,-3 3-6 15,-2-2 1-15,1 1-2 0,-2-1 4 16,2 0 0-16,1-1-1 0,0 1-2 0,1-3 0 0,4 2-1 15,2-4 1-15,0 2-1 0,2 0 1 0,0 1-3 16,2-1 3-16,3-2 0 0,3 2 0 0,1 0 0 16,2 1 0-16,2-1 0 0,2 0 1 0,4 4 1 15,3-3-2-15,-3 1 0 0,2 0 1 0,1-2 1 16,0 0-3-16,-7-1-2 0,0-1 1 0,0 2 2 16,-2-3-2-16,-1-1-2 0,-2 1 2 0,2-2 0 15,-6-3-1-15,2 4 1 0,-3 0 0 0,0-4 1 16,-3 6 1-16,-2-3 0 0,-2-1 0 0,-1 0-13 15,-2 2-8-15,-4-3-25 0,-3 2-21 0,-3-2-38 16,1-1-26-16,1 2-48 0,-3 0-183 0,3-3-390 16,4 0 173-16</inkml:trace>
  <inkml:trace contextRef="#ctx0" brushRef="#br0" timeOffset="178304.03">13776 11136 149 0,'0'0'174'16,"11"0"-16"-16,-3 0-19 0,3 4-17 0,-2 2-6 16,4-1-12-16,0 5-18 0,-4 0-3 0,1 2-7 15,-1 2-8-15,-4 1-7 0,2-2-10 0,-5-3-2 16,-3 7-9-16,-3 0-7 0,0 0 1 0,-2-2-2 0,-6 2-7 15,0-5-1-15,0 5 4 0,-6-5-7 16,5-2 11-16,-3 0 8 0,2 0 11 0,2-3 5 16,5-2 15-16,1-1 10 0,0-1 21 0,1-1 19 15,1 1 18-15,4-3 12 0,-5 1-10 0,5-1-7 0,0 0-18 16,14-14-14-16,-1 3-10 0,3 1-2 0,8-5-19 16,-2-2-3-16,5-1-12 0,0-1-12 0,1 1-11 15,-1-1 0-15,-4 3-7 0,-5 2-6 16,-3 2 3-16,-2 3-2 0,-4 1-6 0,-3 4 4 0,1-2-11 15,-1 2 0-15,-3 1-5 0,1 2-6 0,-1-2-15 16,-3 3-3-16,0 0 1 0,0 0 0 0,-5 11 5 16,0-1 0-16,-4-1-1 0,-1 3 2 0,0 5 2 15,1 0-2-15,-3 0 1 0,5 1 3 0,0 1 1 16,3-1-2-16,2 0-4 0,2-1 2 0,4 0-1 16,1 0-9-16,5-5-21 0,5 2-41 0,3-6-70 15,13 1-84-15,1-5-235 0,5-3-513 0,-1-2 228 16</inkml:trace>
  <inkml:trace contextRef="#ctx0" brushRef="#br0" timeOffset="178700.03">14504 11272 58 0,'0'0'223'0,"0"0"-2"15,0 0-3-15,-10 0-9 0,10 0-12 16,0 0-17-16,0 0-15 0,0 0-15 0,0 0-20 16,23-7-10-16,-8 4-12 0,6 1-12 0,8-3-12 0,1 0-8 15,3 1-5-15,4-2-7 0,1 0-10 0,-1 1-5 16,3-2-9-16,-2 2-16 0,-5 0-13 0,-1 1-15 16,-5-3-19-16,-9 3-12 0,-4 3-19 0,-5-3-16 15,0-1-15-15,-3 1-16 0,-3 1-21 0,-6 1-4 16,3 2-3-16,-10-7-18 0,0 5-129 0,-4 1-298 15,-3-2 132-15</inkml:trace>
  <inkml:trace contextRef="#ctx0" brushRef="#br0" timeOffset="178905.08">14646 11153 267 0,'-1'-6'282'15,"-2"2"2"-15,3 0-2 0,0-1 4 0,-2 1-15 16,0 0 5-16,2 4-23 0,-1-7-24 0,0 5-21 15,1 2-27-15,0 0-27 0,0 0-21 0,0 0-16 16,0 0-16-16,0 0-10 0,1 13-12 0,2-1-9 16,1 6-5-16,0 1-6 0,0 4-13 0,3 5-16 15,-1-3-5-15,3 2-24 0,-3-1-32 0,2 1-37 16,-3-9-56-16,0 8-64 0,2-7-82 0,-4 1-249 16,0-8-561-16,2-2 249 0</inkml:trace>
  <inkml:trace contextRef="#ctx0" brushRef="#br0" timeOffset="179654.01">15548 11169 140 0,'0'0'290'16,"0"-5"-17"-16,0 5-19 0,0 0-20 0,-4-4-25 16,4 4-21-16,0 0-25 0,0 0-16 0,0 0-18 15,0-4-19-15,0 4-9 0,0 0-14 0,0 0-11 16,0 15-9-16,0-6-8 0,2 4-7 0,-4-2-5 16,1 8-4-16,1 0-7 0,-3-1 1 0,2 1-6 15,1 0-5-15,0 1-3 0,-2-2-2 0,2-1-3 16,2 1-1-16,-2 0-1 0,0-6 2 0,0 0 1 15,0-2-5-15,0-2-5 0,0 0 2 0,0-3 0 16,0 2 1-16,0-2 1 0,0-1-3 0,0-4 4 16,0 5 2-16,0-5 8 0,0 4-9 0,0-4 3 15,0 4 1-15,0-4 2 0,0 0-27 0,0 0-35 16,1-12-43-16,-2 6-49 0,1-3-64 0,-4-2-250 16,2-6-483-16,-1-1 215 0</inkml:trace>
  <inkml:trace contextRef="#ctx0" brushRef="#br0" timeOffset="179810.01">15529 10981 50 0,'0'-9'328'0,"0"-2"-14"0,0 5-11 0,1-2-26 15,-1 4-23-15,0-3-20 0,1 2-24 16,-2 2-24-16,1 3-23 0,1-7-38 0,-1 7-43 16,0-4-35-16,0 4-22 0,0 0-29 0,0 0-43 0,15 9-33 15,-8-4-36-15,2 2-48 0,0 1-201 0,-1-1-395 16,-3 0 175-16</inkml:trace>
  <inkml:trace contextRef="#ctx0" brushRef="#br0" timeOffset="183437.11">11113 11119 183 0,'-4'-4'228'0,"4"4"-20"0,0 0-23 16,0 0-22-16,0 0-13 0,-1-2-17 0,1 2-14 15,0 0-11-15,0 0-15 0,0 0-10 0,0 0-8 16,0 0-12-16,0 0-4 0,0 0-3 0,0 0-8 15,0 0-6-15,0 0-3 0,0 0-2 0,0 0-1 16,0 0-7-16,0 0-3 0,0 0 0 0,9-3-3 16,-9 3-2-16,11-3 4 0,-6-1-8 0,5-1-2 15,0 0-1-15,0-2 0 0,-3 1 1 0,4-2-4 16,-1 0 1-16,-3 1 2 0,1-3 8 0,-4 6 1 16,1-2 6-16,0-1 2 0,0 5 3 0,-1-3-2 15,-3 1-5-15,-1 2-1 0,3-2-5 0,-3 4-4 16,0 0-6-16,-12-1 2 0,0 4-8 0,0 4 3 15,-8 1-1-15,-6 9-3 0,2 3-2 0,-1 1-3 16,3 1-1-16,1-1-3 0,2 3-1 0,1 0 3 16,3 1 1-16,2 1 1 0,1-1-3 0,7 0 0 15,0-7 3-15,4 2 0 0,7-2 1 0,2 6 1 16,2-8-4-16,4 1 8 0,8 0-2 0,6-4 2 16,2 0-25-16,2-2-30 0,2-5-42 0,4-2-48 15,-2 1-55-15,-4-5-166 0,-1 0-392 0,-3-1 174 16</inkml:trace>
  <inkml:trace contextRef="#ctx0" brushRef="#br0" timeOffset="183837.08">11343 11418 2 0,'0'0'325'0,"0"0"-12"0,0 0-17 0,0 0-23 15,0 0-27-15,0 0-18 0,0 0-26 0,0 0-21 16,0 0-20-16,0 0-20 0,0 0-15 0,0 0-18 16,0 0-9-16,0 0-18 0,0 0-24 0,0 0-5 15,0 0-7-15,2 7-5 0,-2 0-1 0,0 5-7 16,-1 5-3-16,1 2-2 0,-1 8-2 0,1-1-3 15,0-1-8-15,0 2 1 0,-2 1-1 0,5-4-3 16,-2 1-5-16,1-6 6 0,-1-2-3 0,1 2 1 16,-2-7 0-16,2-2-1 0,-1 2-3 0,-1-6 5 15,1 0-4-15,-1-1 0 0,3-1-2 0,-3 0 1 16,1 0 5-16,-1-4-1 0,1 6 11 0,-1-3 0 16,0-3 4-16,0 0 0 0,2 3-4 0,-2-3 9 15,0 0-14-15,0 0 4 0,-2 5-11 0,2-5-25 16,0 0-25-16,0 0-69 0,0 0-119 0,0 0-291 15,4-17-562-15,-2 8 249 0</inkml:trace>
  <inkml:trace contextRef="#ctx0" brushRef="#br0" timeOffset="184686.5">10882 10797 38 0,'0'0'196'0,"-3"-4"-20"0,3 4-21 0,0 0-15 16,-3-4-21-16,3 4-12 0,0 0-16 0,0 0-12 15,0 14-6-15,2-2-8 0,2 7-6 0,-1 8-9 16,-1 6-8-16,3 13-2 0,-4 6-6 0,2 2-1 15,-3 0-2-15,2 2 3 0,-2 2-6 0,-1 1-2 16,2-2 5-16,0 26-5 0,-3-28 4 0,3-2-3 16,-2 1-3-16,0-4 1 0,1 1-4 0,-3-5-3 15,3-11-1-15,4-1 3 0,1-2 11 0,0 0 0 16,-1-3 0-16,1-2-4 0,-3-2-3 0,1 1-11 16,-2-9 8-16,-1-5 0 0,-1 1-3 0,2-3-1 15,-1-2 0-15,0 4-7 0,0-4 3 0,0-2-1 16,2 4 2-16,-2-4-7 0,0-2 6 0,0 0-6 15,-2 1 2-15,2-2-5 0,2 2 1 0,-2-5-2 16,-3 6 1-16,2-4 0 0,1-2 0 0,-2 7 5 16,2-7-3-16,0 4 2 0,0-4-5 0,0 0-3 0,2 6 4 15,-2-6-3-15,-2 4 4 0,2-4-3 16,-1 3-1-16,1-3 0 0,0 0 3 0,1 5 3 16,-1-5-3-16,0 0 4 0,0 0-3 0,-2 4-2 15,2-4-2-15,0 0 2 0,-1 4-4 0,1-4 2 0,0 0 1 16,-4 6-3-16,4-6 2 0,-1 1-1 0,1-1 0 15,-3 4-3-15,3-4 2 0,0 5 2 16,0-5-1-16,-2 2 5 0,2-2-2 0,0 0 0 16,-3 6-1-16,3-6-1 0,0 0 16 0,0 0 19 0,0 0 11 15,0 0 9-15,0 0 5 0,0 0 8 0,0 0 1 16,0 0 10-16,0 0-16 0,0 0-11 0,33-11-3 16,-3 2-7-16,2-2-29 0,3 3-46 0,15-6-75 15,6 0-86-15,-5-1-246 0,-14 1-475 0,-2-2 210 16</inkml:trace>
  <inkml:trace contextRef="#ctx0" brushRef="#br0" timeOffset="185264.12">10834 10856 10 0,'-1'-3'149'0,"1"3"-2"16,0 0 3-16,0 0 3 0,0 0 3 0,-4-3-6 15,4 3 7-15,0 0-6 0,0 0-9 0,0 0-9 16,0 0-10-16,-1-4-7 0,1 4-15 0,0 0-11 0,0 0-7 16,14-3-11-16,0 0-16 0,17-2-30 0,4-1-45 15,20 1-61-15,13-4-85 0,20-5-153 16,-28 3-343-16,-1-1 153 0</inkml:trace>
  <inkml:trace contextRef="#ctx0" brushRef="#br0" timeOffset="186920.05">16374 10943 64 0,'0'0'155'0,"-4"0"-6"0,4 0-16 15,0 0-9-15,0 0-11 0,0 0-6 0,0 0-10 16,0 0-10-16,0 0-6 0,0 0-9 0,0 0-7 15,0 0-7-15,0 0-3 0,9-7-7 0,0 4-5 16,0-2-8-16,3 0 1 0,1 0-4 0,5-3-7 16,0 2 2-16,0-2-8 0,-3-3 0 0,3 5-2 15,-5-6 2-15,2 1-4 0,-2 0 7 0,0 0 9 16,-3-1 9-16,-4 1 7 0,2 2 7 0,-2 0 5 16,-2 1 0-16,1-1-4 0,-3 5-3 0,-1-1-7 15,0 0-12-15,-2 2-3 0,1 3-4 0,-13 1-5 16,0 3-1-16,-6 1-1 0,-10 7-3 0,-2 5-3 15,-15 7-2-15,5 4-6 0,9-4 1 0,-7 7-4 16,2 2 2-16,11-8-1 0,2 4-4 0,3-2-3 16,2 1 9-16,4 3-4 0,5-2 0 0,3 0-2 15,3-4 4-15,8 0-1 0,1-7 0 0,8 0 4 16,10-1-1-16,5-1 3 0,12-2-2 0,11-2-25 0,5-4-44 16,-1 0-47-16,0-7-47 0,-3-1-185 0,-12 0-371 15,11-3 164-15</inkml:trace>
  <inkml:trace contextRef="#ctx0" brushRef="#br0" timeOffset="190702.03">15581 11183 46 0,'3'-11'100'16,"-3"0"0"-16,1-2 2 0,3 4 3 0,-3-4 1 15,-2 4 0-15,-3-3-5 0,4 5 9 0,-1-1-12 16,1 3-12-16,-4-1-10 0,4 2-9 0,-1 0-5 16,-3 0-1-16,0 4-17 0,4 0-5 0,-11 0-6 15,0 6-4-15,1 1 5 0,-1 6-10 0,-3 1-5 16,1 2 2-16,-4 6-8 0,3 2 1 0,3 0-2 15,2 0-4-15,1-2 3 0,3-4 1 0,1 0-5 16,4 0 2-16,5-1 7 0,-1-2-9 0,2-1 4 16,5-3 0-16,0-1-3 0,6-3-2 0,2-2 6 15,3-1-1-15,-2-1-6 0,7-3 2 0,1-7-1 16,-5 2-2-16,3-3 2 0,-8-4 1 0,-2 1 0 16,5-6 10-16,-7 3-4 0,-3-1 1 0,6-6-10 15,-8 3 4-15,-2-4-6 0,0 3 7 0,-5-2-2 16,0 1-5-16,-2-5 1 0,-2 7-4 0,0-1 3 15,-2 2-3-15,-4 3-4 0,3 5 3 0,-4-1-3 16,-2 3-1-16,-2 3 5 0,-5 1-3 0,-1 4-1 16,-2 2 4-16,-5 10-5 0,0 2 0 0,-1 0 0 15,4 7 4-15,0-2-1 0,0 4-4 0,3 0 1 16,4 4 5-16,5-3-6 0,-2-1 3 0,5 3-3 16,5-8 1-16,3-1-1 0,1-3 5 0,4-1 3 0,1-2-2 15,5-6 1-15,-1 2 2 0,7-5-5 16,4-2 4-16,0-5 1 0,8-3-4 0,-1-1 12 15,-5-6 4-15,4-1-2 0,-5-2-1 0,1 0 1 0,-10 3-1 16,4-7-3-16,-4 1-2 0,2-4 1 0,-6 2-3 16,-3 4-11-16,-3 0 13 0,0 0-1 0,-3 1 3 15,0 4-2-15,-3 2-3 0,2-1-2 16,-1 7 2-16,-4 0-9 0,3 1 2 0,-8 1 7 0,-1 5-6 16,-5 3 4-16,-1 4-5 0,-7 4 5 0,-1 4-7 15,3 3 0-15,-3-2-2 0,3 4 4 0,3 0 2 16,1 0 5-16,2 2-6 0,3 1 0 0,4-7 2 15,4-1-6-15,2 0 1 0,2-1-3 0,4-5-1 16,0 0 13-16,3-4-8 0,4 0 11 0,1-2-5 16,7-5-1-16,4-1 3 0,0-4-4 0,1-3-3 15,4-8 13-15,-3 0-8 0,-2-1-1 0,-3-3 1 16,0-2-1-16,-5-2 2 0,1-2 0 0,-4 0-3 16,0-6 2-16,-6 3-4 0,0 0-3 0,-3-2-4 15,-1 2 13-15,-2 2-13 0,-2 1 0 0,-1 10 8 16,-3 0-3-16,-1 2-4 0,-1 2 13 0,-1 4-15 15,-1 3 10-15,-5 1-3 0,-1 3-6 0,-2 2 3 16,0 3 1-16,-6 5 1 0,-1 2-4 0,-1 3 1 16,4 1 3-16,0 5-2 0,2 3-1 0,0 1 6 15,7 1-5-15,1-3 7 0,1-1-5 0,5-5 5 16,4 2-6-16,7-2 9 0,-2-1-2 0,3-3-1 16,1 1-1-16,7-3-2 0,2-2 3 0,1 0 4 15,6-3-5-15,-1-3 2 0,3-1 1 0,-1-5 2 16,-2 0 1-16,-1-5-6 0,-2 1 5 0,1-4-4 15,-4-2 3-15,1 0-6 0,-3 0 6 0,-2-5-4 16,-1 2 3-16,-4-1-2 0,1 1 0 0,-3 0 4 16,-2 0 4-16,-1 6 7 0,0 1-1 0,-1 3-6 15,0-1 4-15,-3 4-7 0,0 1-3 0,-1 3 4 16,-4 5-5-16,-2 2-4 0,-2 4-3 0,-1 6 4 0,-7 4 1 16,3 4 2-16,4 0 1 0,-4 2-5 0,5-1 4 15,1 0 0-15,3 3-5 0,4 0 4 0,2-4-12 16,3 1 13-16,3-9 1 0,0 2-1 15,3-2-2-15,3-5 4 0,1-3 0 0,1-3 5 0,3 1-3 16,3-3 3-16,2-4-7 0,2-1 5 0,-2-2-2 16,0-5 0-16,-5 2 3 0,2-4 2 0,-3 1 0 15,-2 0-1-15,-3 2 4 0,1-2 0 16,-2-1-4-16,-2 3 6 0,1 1 0 0,-4 0-1 0,0 1-5 16,1 2-12-16,-3 0 10 0,0 3-5 0,0 0-1 15,0 0-4-15,-13 9 1 0,5-2 5 0,1 1-2 16,-4 8-3-16,0-4 2 0,1 5-3 0,-3-1 5 15,4 1-8-15,3-1-1 0,0 2-7 0,3-2 2 16,0 2-6-16,1-3 7 0,4 2-3 0,-1-3-3 16,1 1-7-16,0-6 0 0,3 3 8 0,-1-6 4 15,3 1-6-15,-2-2 15 0,2-2-1 0,-2-2 0 16,2 2 0-16,-3 0 0 0,-4-3-2 0,7-2 3 16,-7 2 8-16,8-4-4 0,-6 2-4 0,0-2-5 15,-2 4-14-15,1-5-46 0,-1 5-50 0,-5-5-120 16,-1 3-260-16,1-1 116 0</inkml:trace>
  <inkml:trace contextRef="#ctx0" brushRef="#br0" timeOffset="191318.74">15762 10997 99 0,'0'-4'165'0,"0"4"-10"0,0 0-23 16,0 0-21-16,0 0-6 0,-9 13-17 0,1 6 0 15,-7 6-19-15,-11 18-3 0,3 0-10 0,-5 4-7 0,-3 5-4 16,3 2-4-16,-4-3-4 0,-10 24-3 0,21-26 4 16,-3-1-10-16,4-2-8 0,4-3-9 0,5-9 8 15,2-5 2-15,0-4-7 0,0 3-2 16,4-11 4-16,5-4-4 0,-1-3 0 0,-2 1 5 0,3-4 0 16,0 0-2-16,3-3 3 0,-2 0 0 0,3-3-16 15,-4-1-30-15,10-2-31 0,-5-1-37 0,2 0-146 16,-3-2-261-16,-2 0 116 0</inkml:trace>
  <inkml:trace contextRef="#ctx0" brushRef="#br0" timeOffset="192735.41">6464 11553 108 0,'-3'-3'168'0,"3"3"-14"0,-1-4-13 0,1 4-14 16,0 0-12-16,-4-4-19 0,4 4-9 0,0 0-10 0,0 0-5 16,-1-4-11-16,1 4-9 0,0 0-1 0,0 0-2 15,0 0-11-15,14 1-6 0,-9 3 0 16,5-1 3-16,3-1-9 0,0 3 1 0,9-3-5 15,6 3-4-15,5 0 7 0,2-1-11 0,4-1 5 0,15 1-10 16,0 1 1-16,3-1 2 0,3-4-1 0,3 0-2 16,-1 0-4-16,2 0 0 0,3-1-1 0,-2 2 5 15,1-2-3-15,30 1-1 0,-32-2-8 16,28 1 12-16,-28 1-4 0,31 1-2 0,-28-1 3 0,26 0-3 16,-26-2 3-16,26-1-4 0,-29-1 3 0,28 0-1 15,0 4 3-15,0-5-6 0,-24 4-1 0,31-4 3 16,-1-1 2-16,-4 4-2 0,-1-5-2 0,-2 0-3 15,2 6 5-15,-2-1 2 0,3 2-3 0,0 0-1 16,1 2 3-16,-1 1-1 0,2 2 1 0,-3-5-2 16,-1 8 1-16,-1-1-1 0,-26-2-4 0,36 0 5 15,-8-1-16-15,1 1 13 0,-3-3 4 0,3 1-4 16,2 1 0-16,-6-4-2 0,-23 3 2 0,26-3-2 16,-1 5 4-16,4-3-4 0,-3-4 6 0,2 4-3 15,2-4-2-15,0 4-2 0,-2-4 7 0,-2 2 1 16,5-4-7-16,-3 3-1 0,1-6 2 0,-3 6 1 15,7-7 1-15,-3 3 0 0,4-1 3 0,-1-3 3 16,2 3 7-16,-5-5 7 0,1 4 4 0,4-2-2 16,-1-2 5-16,2 2 2 0,4 2-7 0,-2 0-3 15,-2 0-1-15,0 2-1 0,2-1-4 0,-2 0 4 16,-2-1-2-16,5 0 0 0,-3 1-3 0,6 0-4 16,-3 1-2-16,0 0 3 0,-1-3 2 0,5 2 2 15,-2-1-6-15,9-1 9 0,0-3 1 0,2 5 4 16,-3-3-2-16,3 5-2 0,5-6 1 0,-3 3 1 15,6 3-1-15,1-5-4 0,-4 2 0 0,-7 6-2 16,6-7 0-16,-5 5-2 0,0-3 0 0,1 4 0 16,1-2 1-16,-2-1-1 0,-6 1 1 0,1 2 0 15,-6-3 2-15,-1 0 1 0,-5 2-3 0,0 0 2 16,-1-1-4-16,-7 1 0 0,-1 0 0 0,-29 3-5 16,-1-1 3-16,1 1 1 0,-2-1-2 0,-2 1-3 15,-8 2 1-15,-11-2 2 0,-7-1 0 0,4 1 0 16,-8 1-5-16,-7-1 2 0,-3 0 0 0,-6 0-15 15,-2 3-16-15,1-6-27 0,-4 3-34 0,-1 0-36 16,0 3-43-16,-7-3-193 0,5 0-388 0,-5 0 173 0</inkml:trace>
  <inkml:trace contextRef="#ctx0" brushRef="#br0" timeOffset="193901">7218 11158 48 0,'0'0'84'16,"0"0"-11"-16,0 0-3 0,0 0-2 0,0 0-2 15,0 0-15-15,9 6 7 0,-9-6 1 0,10 1-9 16,2 2 2-16,-2-3 2 0,8 0-13 0,0 1 9 16,3-1-7-16,10-1 2 0,1-2-19 0,4 2 15 15,2 0 6-15,17-4-7 0,-4 3 3 0,4-1-3 16,3-2-12-16,-2 2 2 0,5 1 1 0,0-1-10 16,-2 2 8-16,2-2-3 0,1 2-8 0,-3-3 0 15,0 3 0-15,3-2-4 0,2 2 3 0,0 1-2 16,1-3 4-16,27 2-6 0,-28-2 1 0,29-2-1 15,-2 1-2-15,-26-1-6 0,29 0 6 0,-31 1 2 16,33-7-3-16,-5 5-2 0,-25 2 6 0,29-4-1 0,-3 0 0 16,-27 5-4-16,30-3 4 0,-31 2-4 0,26-3-7 15,-27 3 5-15,29-1-5 0,-25 3 10 16,28-1-10-16,-3-3 1 0,-28 4 4 0,33-2-3 16,-2 1-4-16,-30 0 4 0,32 1-1 0,-6 0-7 15,-25-4 4-15,30 5 3 0,-1-2 4 0,-1 0-12 0,-2-1 20 16,3 2-11-16,-2-5 0 0,0 2 4 0,-26 2 2 15,28-1 0-15,-28 0-1 0,31-2 5 16,-6 4 0-16,3-3 0 0,0 3-7 0,-3-4 0 16,1 2-1-16,-4 3 2 0,-25-3 3 0,31-1-5 0,-29 2-1 15,30-6-2-15,-3 5 4 0,-2-1 3 0,-25 0 0 16,29-1 4-16,-3-3-4 0,-24 4 2 0,26-7 2 16,-26 7-8-16,25 0 10 0,-29-2 2 0,30-2 0 15,-4 3-4-15,0-6-5 0,-1 5 0 16,3 0 3-16,-1 0-2 0,-26 4 0 0,36-3-1 0,-9 1 3 15,1 0 1-15,3 1-1 0,-1 0-9 0,3-3 7 16,-1 2-5-16,7 3-1 0,-7-1 3 0,0-2-5 16,-3 2 4-16,1-1-5 0,-1 3 5 0,2-1 1 15,4-1-1-15,1 6-3 0,-3 0 1 0,-1 1 6 16,1-3-10-16,-5-1 1 0,3 0 2 0,-6 0 1 16,3 3-1-16,-1-2-1 0,-29 2-4 0,31-2 6 15,-32-2 0-15,3 4-1 0,-2-1 3 0,1 1-1 16,-5-3-1-16,-2 0-2 0,-6 0 1 0,3 0-3 15,-16-3 10-15,3 3-7 0,-4 0 1 0,0-2-1 16,-1 1-5-16,1 0 6 0,-4 0-1 0,1-2-1 16,-4 2-3-16,-10 2 3 0,2-5 0 0,0 6-20 15,-9-1-17-15,1-2-24 0,-4 2-31 0,-2-1-45 16,-3 1-50-16,1 0-95 0,-6-1-301 0,0 0 134 16</inkml:trace>
  <inkml:trace contextRef="#ctx0" brushRef="#br0" timeOffset="195057">7247 11792 4 0,'0'0'74'16,"8"5"-7"-16,-3-4-1 0,2 1-2 0,4-2-10 15,3 0 1-15,3 2-5 0,2-2 0 0,9 1-1 16,9-1-15-16,0 0 12 0,13-2-9 0,6 2 1 16,2-3-3-16,4 1-2 0,4-1 3 0,32-4-6 15,-6 4 0-15,-30-2 2 0,32-2-8 0,-30 4-2 16,30-4-8-16,-4-1 11 0,0 3-1 0,5-4-17 16,-3 6 23-16,0-1-15 0,-1-2 0 0,-1 2 6 0,-22-3-3 15,32 5-8-15,1-3 4 0,0-1 4 16,6 0 5-16,2-3-1 0,7 1-1 0,0-2-1 15,3 1-3-15,5 1-6 0,0-1-6 0,5 1-1 16,3-2-5-16,-3 3 5 0,-7-4 4 0,1 5 0 0,-3-2 3 16,-1 0 7-16,1 3-13 0,4-3 9 0,-1 0 3 15,-5 2 0-15,-3 1 0 0,-2-1 0 16,6 2 8-16,-3 3-5 0,0-2-3 0,7 6-6 16,-7-3-6-16,-1 0-1 0,-2-4-7 0,3 8 6 15,-1-7-1-15,-1 7-4 0,0-12 3 0,3 9 5 0,-6 1-1 16,3 2-1-16,-1-8 2 0,0 8 3 0,2-8-12 15,4 5 4-15,1-2-6 0,-4 5 9 16,2-7 2-16,-11 6-4 0,4-2 7 0,-3-2-2 16,-1-5 9-16,-2 5-9 0,-2 1-5 0,0-1 8 0,-5-3-10 15,4 3 5-15,-1-2-14 0,-5-1 24 0,3 3-5 16,0 0-5-16,-1-2 3 0,1 0 6 0,-2 0-1 16,0 0 7-16,0 0-14 0,-1 1 15 0,-4-1-4 15,5-5-4-15,3 9-9 0,2-2 7 0,-2-2 0 16,0-1-6-16,-5 5-2 0,5-1 5 0,-7 1 4 15,1-1-7-15,-4 2-1 0,-26 0 5 0,33 4-2 16,-33-3 3-16,4-1-3 0,-4-1-1 0,-3 4-4 16,-6-6 4-16,0 3-3 0,-17-2 3 0,-2 0-2 15,-3 0-2-15,-3 2 0 0,-11-2 3 0,0 0 4 16,0-2 8-16,-10 1 2 0,0 1 1 0,-1 0-2 16,-2 1-5-16,-6-1-7 0,9-2-12 0,-4 0-31 15,-5 2-16-15,0 0-58 0,0 0-179 0,0 0-312 16,0 0 139-16</inkml:trace>
  <inkml:trace contextRef="#ctx0" brushRef="#br0" timeOffset="197601.01">4560 13433 126 0,'0'-6'220'0,"0"0"-20"0,0 1-10 16,3 1-9-16,-3-2-9 0,1 4-4 0,-1-3-6 16,0 5-15-16,0-7-10 0,0 4-16 0,0 3-13 15,0-5-13-15,0 5-8 0,0 0-26 0,0 0-26 16,0 0-33-16,0 0-3 0,0 0 0 0,0 0-5 16,0 0 5-16,10 16-1 0,-6-7 0 0,4 0 2 15,-2 3 2-15,3 1 0 0,4 1 2 0,-2 0-7 16,3-3-3-16,-1 3-2 0,2-3-2 0,2-2 1 0,-6-2 3 15,1-1-2-15,2-1 1 0,-4-2 1 16,3-1 3-16,-3-2 2 0,3 0 3 16,-4-2 0-16,2-3 1 0,0-4 2 0,-3-1 5 0,3-3 2 15,-3-1 1-15,1-1 5 0,-3-1-3 0,0-2 2 16,-1 2-4-16,-1-1 3 0,-1 5 2 0,1-1 4 16,-3 2 4-16,0 1 1 0,-1 1 1 0,2 3-5 0,-1 2-6 15,0-2 0-15,-1 2-12 0,0 1-30 0,0 3-11 16,0 0 2-16,0 0 2 0,0 0 7 15,-4 17 3-15,3-5 2 0,-3 5 1 0,3 11 2 16,0 2 1-16,-2 2 2 0,3 5-2 0,0 11 2 16,1 5 12-16,-1-2 5 0,2 2-3 0,-2 4 7 15,2-2 0-15,2 0 1 0,0 0 0 0,0-4-2 16,2 0-1-16,0-6 1 0,1-10-3 0,-1 1 2 16,2-5 0-16,-2-1-3 0,1 0 6 0,-4-4-6 15,3 0-1-15,-4-2 1 0,2-7-2 0,-4 0 1 0,0-6-1 16,0 2-1-16,0 2 4 0,-3-3 0 0,2-1 0 15,-1 0 2-15,-1-2-2 0,0 1-1 16,0-2 2-16,0 1-1 0,-5-1 0 0,2-1 1 16,-2-1-1-16,2 2 2 0,-2-3-1 0,-1-1 2 15,0-1-1-15,0 2 0 0,-2-3 0 0,2 0-3 0,-3-1 3 16,1-2 3-16,1-1-3 0,-1 0 1 0,0-1 1 16,1 1 11-16,-3-3 9 0,4-2 1 0,-4 2-15 15,4-3-2-15,-5-4-2 0,4 0 5 16,-4-4 4-16,1-6-1 0,-1 0-3 0,3-6 5 15,0-1-2-15,1-6-1 0,1-13-4 0,5-3-5 16,2-2 1-16,6-1-1 0,5 0 0 0,5 0-4 0,2 3 5 16,7 2-2-16,2 6-2 0,-5 11 0 0,-2 1-3 15,1 4 6-15,-1 1-6 0,2 5 1 16,0 1-3-16,-9 7 1 0,2-1-1 0,0 2 3 16,-4 5-3-16,-2-1 0 0,-2 1 0 0,0 4-3 15,-2-1-3-15,1 1-2 0,0 0-13 0,0 1-14 16,-4 2-11-16,0 0-13 0,0 0-13 0,7 8-4 0,-7-8-16 15,-3 15-14-15,-3-4-21 0,1-1-30 16,-4 4-144-16,-1-1-326 0,1 1 144 0</inkml:trace>
  <inkml:trace contextRef="#ctx0" brushRef="#br0" timeOffset="198201.95">5470 13779 85 0,'0'0'92'0,"0"0"-2"0,-6 0-10 15,6 0 6-15,0 0 1 0,0 0-5 0,0 0 0 16,0 0 16-16,-8 0-5 0,8 0 0 0,0 0-3 15,0 0-6-15,0 0-8 0,0 0 1 0,0 0-15 16,0 0-5-16,18-8-12 0,-4 4 3 0,5 1-5 16,12-5-5-16,-1 3 4 0,7 4-9 0,2-6-6 15,12-2-1-15,-12 5 1 0,-3-1-2 0,0 1-6 16,-3 1-2-16,1 1 3 0,-5 2-5 0,-7-2 0 0,-3 1-5 16,-6 1-10-16,-1 0-16 0,0 0-22 0,-5 0-17 15,-1 1-8-15,-3 1 6 0,-3-2-6 16,0 5-29-16,-6 0-9 0,-4-1-17 0,-2 3-93 15,-2-4-227-15,-3 4 101 0</inkml:trace>
  <inkml:trace contextRef="#ctx0" brushRef="#br0" timeOffset="198567.01">5599 13984 16 0,'0'0'200'0,"-5"3"-3"16,5-3-13-16,0 0-12 0,0 0-20 0,0 0-14 15,15-7-11-15,3 5-14 0,9-4-13 0,10 2-9 0,14-6-7 16,1 3-7-16,6-3-8 0,2 2-6 0,-1-2-4 16,2 4-6-16,-6 3-3 0,-15 0-6 0,-5-2-1 15,-1 3-6-15,-13 2-3 0,1 1-5 16,-4-1-4-16,-5-1-5 0,-4 1-6 0,-3 0-3 16,2-2-3-16,-4 5-5 0,-4-3-6 0,0 4-16 0,0-4-26 15,-12 7-43-15,3-4-46 0,-2 4-187 0,-6 0-348 16,3-5 154-16</inkml:trace>
  <inkml:trace contextRef="#ctx0" brushRef="#br0" timeOffset="199450.79">7068 13861 42 0,'0'0'124'0,"0"0"-7"0,0 0-1 0,0 0-1 15,0 0-14-15,0 0-4 0,18-7-10 0,0 2-8 16,1-3-10-16,11 1 3 0,-1-2-17 0,4-1-5 16,-1-3 0-16,2 0-8 0,0-4-2 0,2 1-1 15,-3 0-3-15,2-2 5 0,-3 2 3 0,-2-1 0 16,-3 0 10-16,-4 0 0 0,-3-2 1 0,-7 5 8 15,1-1 6-15,-6 2 0 0,0 2-1 0,-3-1-1 16,-4 3-8-16,-1-2-6 0,-1 5-4 0,-3 0-9 16,-5-1-7-16,-5 2-8 0,-4 1 0 0,-9 3-3 15,-3 4-1-15,-2 5-4 0,-2-2-3 0,1 6-2 16,0 3-4-16,-3-1-2 0,4 6-4 0,0-1 0 16,3 3-1-16,2 2-1 0,4 2-2 0,3 1 1 15,4 5 0-15,6-3 2 0,5 0 1 0,2 0 4 16,7-2-3-16,10-2 4 0,4 0 14 0,9-3 5 15,5-6-3-15,15 2 2 0,3-5 0 0,5-6 2 16,2-2 1-16,2-3-4 0,-3 0-1 0,3-4-4 16,-9-1-5-16,-13 3 1 0,-2-3-1 0,-5 2-1 15,-8-2 0-15,-8 3 0 0,-2 0 4 0,-1 0-4 16,-3 0-1-16,-2 0 3 0,-6 0-5 0,8-3-1 16,-8 3-1-16,0 0-2 0,0 0-20 0,0 0-20 15,-27-4-28-15,14 4-34 0,-2-1-39 0,-3-1-53 16,0 0-187-16,0-1-405 0,-1-3 179 0</inkml:trace>
  <inkml:trace contextRef="#ctx0" brushRef="#br0" timeOffset="200751">8119 12994 174 0,'0'0'156'15,"0"0"-17"-15,2-4-20 0,-2 4-12 16,0 0-16-16,0 0-12 0,0 0-1 0,-3 12-16 16,-1-5-6-16,-5 7-8 0,-2 2 5 0,-6 7-8 0,-5 2 6 15,0 2-2-15,-11 7-4 0,-3 0-4 0,2-1-6 16,-2 1-7-16,8-10-3 0,-8 10 3 0,8-12-7 15,2 0 2-15,1-1-5 0,2-4 0 16,6-5 19-16,3 0 9 0,1-7 14 0,4 3 29 0,2-4 28 16,0-1 31-16,2-2 26 0,0 0-8 0,5-1-2 15,-6-5-29-15,4-7-10 0,1 3-17 0,2-9-11 16,3-1-11-16,4-5-7 0,3 0-4 0,1 0-15 16,0 2-6-16,-1 5-6 0,-1 1-4 0,1 3 0 15,1-1-7-15,-5 4-12 0,0 3-6 0,3 2-2 16,-1 2-6-16,3 0 3 0,-1 4-4 0,6 1-5 15,1 5 0-15,0 1-1 0,6 5-5 0,0 0-24 16,-1 7-16-16,-2-2-29 0,1 4-29 0,-2-1-38 16,-2 2-40-16,1-3-45 0,-2 2-63 0,-8-7-155 15,-3 0-476-15,0-4 211 0</inkml:trace>
  <inkml:trace contextRef="#ctx0" brushRef="#br0" timeOffset="201299.96">8290 13123 88 0,'7'-5'161'0,"3"3"-15"0,-3-3-18 16,2 5-11-16,3 0-14 0,-2-1-12 0,-1 2-10 16,-1 2-9-16,-1 1-4 0,2 5-11 0,-4-6 8 15,1 9-23-15,1-2-3 0,-4 2-2 0,-1 0-9 16,-2 5-3-16,0-2 1 0,-5 2-7 0,0 0 1 16,-4 2 0-16,1-3-4 0,1 2-1 0,-5-1 2 15,1 0-3-15,-2-2-1 0,0 1 8 0,3-4-3 16,-1 0 2-16,3-2-2 0,1-3 10 0,1-3 19 15,1 3 22-15,2-3 25 0,1-2 24 0,-2 1 21 16,4-3 19-16,0 4 1 0,0-4-17 0,0 0-20 16,9-16-10-16,4 2-8 0,1-1-7 0,4-4-13 15,1-3-6-15,1-3-15 0,1 0-2 0,-1-3-7 16,-1 1-5-16,3 1-8 0,-3 2-1 0,-2 4-6 16,-3 4 0-16,-3 0 1 0,-2 2-9 0,-2 4 1 15,0 1-2-15,-2 1-1 0,-1 1-2 0,-1 3-3 16,-2 0 2-16,2 0-16 0,-1 2-7 0,-2 2-11 15,0 0-1-15,0 0 0 0,-7 13-2 0,-2 3 4 16,-5 6 2-16,1 2-2 0,-1 2 1 0,1 2 2 16,0 1 3-16,3 2-6 0,-3-2 0 0,8 2 2 15,2-2 1-15,3-2 6 0,3-1-1 0,6 0-1 0,5-3 5 16,7-6 5-16,8-2-19 0,7-1-45 16,20-2-83-16,8-5-107 0,-2-1-266 0,2-7-555 15,-4-3 245-15</inkml:trace>
  <inkml:trace contextRef="#ctx0" brushRef="#br0" timeOffset="202550.42">9231 13011 34 0,'0'-5'182'0,"2"1"-11"15,-2 0-10-15,0 4-22 0,-2-5-10 0,4 2-22 16,-2 3-3-16,0 0-23 0,0 0-9 0,0 0-7 16,0 0-6-16,1 14-12 0,3 2-1 0,-4 12-4 15,4 7-12-15,-2 12-2 0,1 9-7 0,-3 3 20 16,3 2-9-16,-1 20 1 0,-6-23-4 0,6-2-3 15,-4-1 4-15,1 1-3 0,1 2-7 0,0-5 3 16,1 0-4-16,5-4-4 0,-4-2 0 0,-1-1-5 16,3-11-1-16,0-1 2 0,0-3 9 0,-1 2-3 15,0-1 0-15,1-3 3 0,1-4 0 0,-1 1 7 16,-3-6-1-16,3-3 1 0,-4-3 0 0,3-4 0 16,-2 1 1-16,-1-5-3 0,0 4-4 0,0-6-2 15,1 2-1-15,-1 0-2 0,-1-3 0 0,2 2-2 16,-1-5 1-16,-1 4 0 0,1-4-1 0,0 5 0 0,0-5-4 15,0 0 1-15,0 0 0 0,0 5 0 16,0-5-2-16,0 0-2 0,0 0 3 0,1 3-1 16,-1-3-1-16,0 0-2 0,0 0 0 0,0 0 0 15,0 0-4-15,0 0 2 0,0 0 2 0,0 0 1 16,0 0-6-16,0 0 2 0,0 0 2 0,0 0-3 0,3 3 1 16,-3-3 1-16,0 0-4 0,0 0 3 0,0 0 0 15,0 0-2-15,0 0 1 0,0 0-3 16,0 0 4-16,0 0-3 0,0 0 2 0,0 0-2 15,0 0 0-15,0 0 1 0,0 0 1 0,0 0 5 0,0 0-6 16,0 0-1-16,0 0-1 0,0 0 14 0,0 0-15 16,0 0-2-16,0 0 2 0,0 0 0 0,0 0 0 15,0 0-1-15,0 0 4 0,0 0 1 16,0 0-1-16,0 5 3 0,0-5-3 0,0 0 1 16,0 0 1-16,0 0-1 0,0 0 1 0,0 0-2 0,0 0 0 15,0 0 1-15,0 0 0 0,0 0-1 0,0 0 4 16,0 0-5-16,0 0 0 0,0 0 0 0,0 0 2 15,0 0 2-15,0 0-4 0,0 0 4 16,0 0-2-16,0 0 0 0,0 0-2 0,0 0 2 16,0 0-3-16,0 0 1 0,0 0-1 0,0 0 2 0,0 0-2 15,0 0 1-15,0 0-1 0,0 0 0 0,0 0 3 16,0 0 2-16,0 0-4 0,0 0-2 0,0 0 1 16,0 0 2-16,0 0 0 0,0 0 0 0,0 0-2 15,0 0 1-15,0 0 0 0,0 0-4 0,0 0 3 16,0 0 1-16,0 0 0 0,0 0 0 0,0 0 0 15,0 0 3-15,0 0-1 0,0 0-4 0,0 0 1 16,0 0 1-16,0 0 0 0,0 0 0 0,0 0 4 16,0 0-3-16,0 0 5 0,0 0 1 0,0 0 13 15,0 0 1-15,0 0 8 0,0 0-1 0,0 0-6 16,18-6 3-16,2 1-13 0,12-4-37 0,18-4-42 16,10-4-74-16,4-2-103 0,25-11-124 0,-30 7-399 15,-1-1 177-15</inkml:trace>
  <inkml:trace contextRef="#ctx0" brushRef="#br0" timeOffset="203082.02">9272 13078 120 0,'0'0'234'0,"0"0"-8"0,0 0-22 16,0 0-14-16,0 0-19 0,0 0-18 0,0 0-15 15,21-7-13-15,10 1-15 0,2-1-8 0,19 0-15 16,7 2-36-16,8-4-38 0,22-2-54 0,2-1-69 15,-35 7-186-15,7-2-320 0,-6 0 142 0</inkml:trace>
  <inkml:trace contextRef="#ctx0" brushRef="#br0" timeOffset="204117.62">10314 13375 47 0,'0'0'122'15,"0"0"-14"-15,0 0-7 0,0 0-10 16,0 0-11-16,0 0-6 0,0 0-13 0,0 0-3 16,0 0-6-16,0 0-10 0,0 0-17 0,0 0 8 15,0 0 10-15,0 0-4 0,0 0 3 0,19 0-6 0,-6-3-6 16,0 2 3-16,3-3-3 0,4-1-9 0,0 1 4 16,0-1-5-16,0-2 0 0,1 2 5 0,0-2-14 15,-3 1 8-15,0 0 9 0,-7-1 2 16,3 1 12-16,-4 2 5 0,3-3 18 0,-4 3 10 0,-1-1 12 15,-3 1 0-15,0-1 2 0,0 5-4 0,-1-4-9 16,-3 0-4-16,-1 4-12 0,3-6-8 0,-3 6-11 16,0 0-7-16,-17 0 0 0,7 2-6 0,-9 7-2 15,-10-1-4-15,0 5-2 0,-3 8-4 16,-2 0-4-16,-6 7 0 0,2 4-3 0,-2 1-2 0,12-7 1 16,-5 9-7-16,10-6-2 0,1 2 2 0,3 0-2 15,4 1 2-15,1 2-1 0,5-1-2 0,1-3 3 16,5 2 2-16,7-7 2 0,4 0 0 0,6-1 1 15,7-3 4-15,5-4 0 0,8-4-4 0,15 0-21 16,6-4-44-16,4-5-56 0,1-1-64 0,-5-7-177 16,-1-4-383-16,-3 0 169 0</inkml:trace>
  <inkml:trace contextRef="#ctx0" brushRef="#br0" timeOffset="204468.79">10751 13786 280 0,'0'-2'283'0,"0"2"-7"0,-2-5-17 15,2 5-16-15,0 0-23 0,-3-3-20 0,3 3-21 16,-1-4-24-16,1 4-17 0,0 0-17 0,0 0-19 16,0 0-1-16,0 0-22 0,-2 14-10 0,2-4-7 15,0 2-3-15,-1 8-9 0,1 3-4 0,1 6-4 16,2-3-6-16,0 4-22 0,1-1-3 0,-1-2-32 15,6 2-55-15,-5 0-51 0,1-2-78 0,-1 1-228 16,-4-11-469-16,0-2 208 0</inkml:trace>
  <inkml:trace contextRef="#ctx0" brushRef="#br0" timeOffset="205683.12">11454 13396 28 0,'0'0'178'0,"-4"-2"-18"0,4 2-17 15,0 0-15-15,0 0-14 0,-5-3-7 0,5 3-12 16,0 0-8-16,0 0-16 0,0 0-3 0,0 0-9 16,0 0-4-16,0 0-4 0,0 0-1 0,0 0-11 15,15-4 0-15,-11 1-2 0,4 2-6 0,1-3-5 16,2 0-4-16,-2-1 6 0,3 0-9 0,-1 0 2 15,-1-1-3-15,1-2-7 0,1 2 7 0,-1-3 3 16,-2 0-5-16,2-1 11 0,-3 2 5 0,1-1 4 16,-2-2 7-16,0 4 2 0,-1-2 8 0,-3 2-3 15,1 1 0-15,-2 1-1 0,2-2-5 0,-4 3-11 16,0 2-3-16,0 2-4 0,-4-5-4 0,-1 3-3 16,5 2-2-16,-20 4-5 0,3 4 2 0,-3 0-4 15,-3 5 0-15,-4 4-4 0,-3 1-3 0,1 7-1 16,-12 6 3-16,5-1 11 0,9-1 3 0,-8 5-8 15,9-5 2-15,8 0-4 0,-2-1-2 0,2 1 0 16,6 1-2-16,3-4-1 0,3 2 3 0,8-2 3 16,2-8-5-16,9 4 1 0,10-1 3 0,5-4-4 15,21-1 1-15,6-6 2 0,6-2 1 0,3-6-1 16,31 1-2-16,0-11-9 0,-1 1-6 0,-30-3-6 16,2 2-6-16,1-1-12 0,-5-5-3 0,1-1-4 15,-7 1 9-15,-6-3-9 0,-17 5 7 0,-2-5 1 16,-8 2 5-16,-8 3 17 0,0-2 2 0,-8 4 1 15,-6 0 0-15,-1-2-1 0,-5 4 0 0,-4-3 1 16,-9 3 1-16,0 1 2 0,-10 0 4 0,-3 2 4 16,1 5 0-16,-3 3 1 0,-2 1-3 0,0 4 0 15,0 4 3-15,0 1-5 0,4 0 0 0,3-1-1 16,4 2-2-16,9 2-1 0,2-4 1 0,3 2 0 16,1 1 2-16,6-3 1 0,6 1 0 0,1-2 3 15,10 0 1-15,10 0 0 0,7 0 2 0,3-5 1 16,3-2-4-16,18-3 4 0,-4 0 2 0,-12-3-7 15,-1-2 4-15,-1 1-3 0,-5-5 5 0,-5 2-4 16,-7-1 3-16,1-1 0 0,-6 1 2 0,-5-3 1 16,-1 1 2-16,-1-1 1 0,-4 0-5 0,-3-2-6 15,-1 0-5-15,-3 2-16 0,-2-1-9 0,-2 1-10 16,-6 2-3-16,3 0-13 0,-7 4-9 0,-1-1-5 16,-1 0-12-16,1 3-14 0,0 1-18 0,-1 1-25 0,6 3-125 15,-2-3-282-15,3 1 125 0</inkml:trace>
  <inkml:trace contextRef="#ctx0" brushRef="#br0" timeOffset="206149.03">12879 13416 71 0,'0'0'173'0,"0"0"-16"0,0 0-19 16,0 0-17-16,0 0-10 0,0 0-12 0,0 0-12 15,-20 11-7-15,10-5-16 0,1 3-1 0,-3-1-8 16,-5 3-8-16,4 1-5 0,-1-2-2 0,0 3-9 16,-1-1 3-16,3 0-3 0,-2 0-6 0,4 1-2 0,2-3-1 15,2 3-2-15,0-1-7 0,3-3 2 16,-1 3-1-16,4-1-1 0,0 1-5 0,5-2 0 0,1 0 3 16,2 1-1-16,5-1 1 0,2 0-1 15,2-1-4-15,-2-1 4 0,5 4-4 0,-1-3-3 16,0-1-1-16,-5 1-1 0,2-1-1 0,-5 1 5 0,-2-5-4 15,1 4-4-15,-4-1 3 0,-2-2-3 16,0 0 0-16,-4 0 2 0,0 0 4 0,-3 2 3 16,-2 2 2-16,-5-1-2 0,-3 3 13 0,2-4-12 15,-4 2-13-15,-3 0-16 0,-3-1-32 0,2-3-47 0,-2 0-156 16,1-3-277-16,-3 0 123 0</inkml:trace>
  <inkml:trace contextRef="#ctx0" brushRef="#br0" timeOffset="206532.94">13239 13418 198 0,'0'-2'260'0,"0"2"-17"0,0-6-24 16,0 6-25-16,0-5-25 0,0 5-18 0,0 0-23 15,0 0-10-15,0 0-16 0,0 0-9 0,0 0-12 16,0 23-11-16,0-11-9 0,-1 5-1 0,-2 2-10 0,2-1-8 16,1 1-3-16,-4 7-5 0,4-1-4 0,-1 0-3 15,-2-3-4-15,1 3 0 0,2-1-4 16,1-5 1-16,-1-1-4 0,0-1 2 0,0-1-5 15,1-3 0-15,-1-4 1 0,0 5-4 0,3-4 3 0,-3-2-2 16,0-1 0-16,0-2 0 0,1 2 1 0,-1-2 2 16,0-1-1-16,3 0 0 0,-2-2 3 0,-1-2 0 15,0 5-10-15,0-5-12 0,0 0-30 0,0 0-81 16,0 0-118-16,0 0-145 0,0-21-412 16,-1 10 182-16</inkml:trace>
  <inkml:trace contextRef="#ctx0" brushRef="#br0" timeOffset="206966.07">13211 13251 30 0,'0'-9'238'16,"0"4"-18"-16,1-3-19 0,2 1-25 0,-2 2-15 15,4 0-17-15,0-2-18 0,3 5-9 16,4-3-17-16,-1 1-5 0,1 3-15 0,1 1-9 15,4 0-6-15,2 3-5 0,-1-1-11 0,-1 1-6 0,3 1-3 16,-2 4-7-16,-3 0-2 0,2 3-6 0,-3-1-7 16,-2 2-3-16,-6-2 0 0,4 4-5 0,-6-2 1 15,-1 2-4-15,-3 1-1 0,-3 0 6 16,-1-3-4-16,-3 3 2 0,-2-1-3 0,-3 0-1 16,1-2-4-16,-1-1 3 0,3-2 2 0,-1 0-4 0,-2 1-1 15,3 0 8-15,-1-3-8 0,3 1-2 0,2-2-2 16,1-1 1-16,-2 0-1 0,2 2-2 0,2-2 3 15,0 0 0-15,3 2 4 0,0-2-5 16,2 0 2-16,3 0 3 0,2 0-2 0,2 2 3 16,1-2-2-16,1 2 0 0,-2-1 0 0,3 0 0 0,0 1 0 15,2 1 1-15,-3 0-3 0,-2-4 3 0,0 2 2 16,-1 2-5-16,-1-4 0 0,-3 2 0 0,1-1-1 16,-3 0 3-16,-2 0 2 0,-1-1 3 0,-5 1-3 15,-3-1 3-15,1 2-4 0,-5-1 1 16,1-1-6-16,-2 1-17 0,-5-2-22 0,1-1-28 0,2 0-51 15,-2 1-47-15,-2-1-149 0,-1-4-341 0,3-1 150 16</inkml:trace>
  <inkml:trace contextRef="#ctx0" brushRef="#br0" timeOffset="207416.17">13707 13306 97 0,'13'0'142'15,"-1"1"-9"-15,2 3-23 0,4 0-7 0,-1 4-13 16,-2 1-10-16,3 3-5 0,-4 1-10 0,-4 1-3 16,-2 2-14-16,0 1-3 0,-7 0-3 0,-1 4-7 15,0-2-2-15,-8-1 0 0,-2 6-2 0,1-2-1 16,-7-2-3-16,0 1-3 0,5-4 5 0,-1-3-1 15,0-2 3-15,3-2 6 0,1 0 2 0,3-3 4 16,-2-2 6-16,2 0 14 0,1-1 20 0,1 1 28 16,0-3 21-16,0-1 21 0,3-1 15 0,0 0-17 15,0 0-16-15,11-10-15 0,-1 2-10 0,5-5-11 16,6-3-11-16,-1-3-7 0,3-5-13 0,0 2-6 16,0-3-8-16,0-2-8 0,0 2-4 0,0 0-9 15,-7 2-3-15,-3 8-2 0,-3 1 3 0,-3 6-3 16,1-1 1-16,-4 4-7 0,-1 0-7 0,1 1-11 15,-1 1-14-15,-3 3-1 0,0 0-1 0,0 0 4 16,-12 19-4-16,2-5 2 0,1 4-3 0,0-1 1 16,-2 7 3-16,2 0 2 0,4-7-1 0,-2 8-1 15,5 0 1-15,3 0 0 0,3-7-7 0,6 7 1 16,3-8-12-16,7-2-29 0,7 2-41 0,5-3-62 16,5-9-84-16,5 0-226 0,17-3-506 0,-2-2 224 15</inkml:trace>
  <inkml:trace contextRef="#ctx0" brushRef="#br0" timeOffset="207812.04">14601 13451 194 0,'0'0'201'15,"-5"1"-11"-15,5-1-4 0,0 0-3 0,0 0-7 16,0 0 0-16,0 0-6 0,-5-2-18 0,5 2-12 16,13-3-19-16,1-1-11 0,4-4-8 0,11 3-13 15,3-4-10-15,4 2-7 0,2-2-9 0,15 1-6 16,-2-2-4-16,-13 5-11 0,-2 0-18 0,-3-1-17 16,-2 0-17-16,-12 1-21 0,-5 2-23 0,-1-3-23 15,-2 3-29-15,-2 1-44 0,-4-1-55 0,-5 1-121 16,0 2-353-16,-7-5 156 0</inkml:trace>
  <inkml:trace contextRef="#ctx0" brushRef="#br0" timeOffset="208028">14790 13290 101 0,'2'-6'353'16,"-1"5"-8"-16,-1-2-14 0,0 3-31 0,0-5-33 15,0 5-29-15,0-4-36 0,0 4-27 0,0 0-19 16,0 0-21-16,0 12-14 0,0 2-13 0,0 3-14 16,0 9-6-16,0 0-5 0,0 4-12 0,0 1-7 15,-1-1-28-15,2 2-39 0,-1-3-41 0,4 2-58 16,-2 0-84-16,1 0-87 0,-5-7-171 0,-1-6-480 16,2-6 213-16</inkml:trace>
  <inkml:trace contextRef="#ctx0" brushRef="#br0" timeOffset="208881.98">15663 13258 114 0,'0'0'175'0,"0"0"-15"15,0 0-18-15,0 0-14 0,0 0-15 0,0 0-3 16,0 0-15-16,0 0-12 0,0 0-7 0,0 0-7 16,0 0-8-16,9-7-3 0,0 6-6 0,0-3-10 15,4 0-3-15,5-1-8 0,1 0 4 0,0-2-8 16,1 2 1-16,2-4-8 0,1 1 3 0,-1 1-6 15,-2 0 3-15,0-3-3 0,-3 3 2 0,0-1-4 16,0-2-5-16,-7 3 13 0,4-5 5 0,-6 7 5 16,-1-3 9-16,2 2-2 0,-4 3-3 0,-4 0-8 15,2-1-3-15,-3-1-4 0,0 5-3 0,-9 0-4 16,-4 4 0-16,-1 1-2 0,-6 3-6 0,-7 4-1 16,-1 3-3-16,-1 1-3 0,-1 2 3 0,0 6-4 15,0 0 3-15,2 3-6 0,2-1 3 0,5 3-7 16,-2 0 17-16,9-2-1 0,1-1 0 0,5 1 0 15,6-1 3-15,4-6-2 0,9 4 0 0,5-4 2 16,8-1 2-16,9-1 5 0,16 0-23 0,2-4-39 16,4-8-71-16,1 0-88 0,-2-6-109 0,1-4-336 15,0-2 150-15</inkml:trace>
  <inkml:trace contextRef="#ctx0" brushRef="#br0" timeOffset="209332.49">16200 13501 5 0,'0'0'163'0,"0"0"-19"16,6 6-11-16,-2-5-12 0,3 3-17 0,-1 1-10 15,4 3-7-15,-4-1-12 0,5 0-7 0,-4 4-2 16,2 1-11-16,-2-1-9 0,-2 1-2 0,-4 4-5 16,2 2-2-16,-7 2-7 0,0-4-10 0,-4 1 4 15,-1 1-2-15,-2-3-6 0,-6 9 3 0,3-9-3 16,1 0 11-16,-2-3 1 0,4 2 3 0,-1-6-5 15,3 1 2-15,3-3-6 0,1-1 0 0,-1 0-4 16,4 0 1-16,-3 0 7 0,5-1 24 0,1-2 21 16,7 1 2-16,5-1 2 0,8-1-6 0,6-1-6 15,6-3-7-15,2 0-6 0,1 2-5 0,1 0-3 16,14-4 1-16,-13 0-1 0,3 4-2 0,-8-4-6 16,-1 4 11-16,-11-1-14 0,-1 1-10 0,-6 1-4 15,-2 0 0-15,-5-1-14 0,1 2-18 0,0-1-29 16,-8 0-35-16,6 1-17 0,-5 2-31 0,-1-3-62 15,0 0-147-15,-19 2-363 0,8-4 161 0</inkml:trace>
  <inkml:trace contextRef="#ctx0" brushRef="#br0" timeOffset="210299.06">17126 12872 116 0,'4'-1'174'0,"-4"1"-19"15,0 0-18-15,4-2-14 0,-4 2-11 0,0 0-13 16,5-3-13-16,-5 3-12 0,0 0-11 0,0 0-9 16,-13 10 7-16,4-3-12 0,-10 3-4 0,-1 2-8 15,-6 5-3-15,2 0-5 0,-4 0 2 0,2 0-7 16,-2 3-5-16,3-2 1 0,1-1-3 0,1 1-3 0,1 1 4 15,4-1-7-15,1-4-3 0,4 2 4 16,1-1-7-16,2 0-2 0,4-4-1 0,0-1 6 16,2 2-5-16,3-1 6 0,5 0 0 0,-2-1-6 15,7-1 6-15,4 2-7 0,6 0 13 0,8 1-6 0,2 0 3 16,0 0 0-16,5-2-1 0,-2 2-6 0,1 0 6 16,0 0-7-16,-1 0 4 0,0 1-6 0,-4-1 0 15,-2 2 10-15,-11-3 3 0,-1 0-4 16,0-1-1-16,-6 2-3 0,-3-2 1 0,-3 1-2 0,-5 2 4 15,-6-4-4-15,-5 5 1 0,-12 2-1 0,-3-2-1 16,-5-2 6-16,1-2-2 0,-3-1-4 0,-13 2 5 16,14-5 5-16,2-1 0 0,-3 1 5 0,4-5-5 15,0 2-2-15,4-3-1 0,8 2 2 16,2-2-1-16,5-2 1 0,3 0-18 0,2 0-31 0,7-1-52 16,1 3-42-16,13-10-48 0,-1 2-91 0,14-1-289 15,3-3 128-15</inkml:trace>
  <inkml:trace contextRef="#ctx0" brushRef="#br0" timeOffset="210582">17530 13355 1782 0,'0'-6'184'0,"5"0"6"0,-5-1-43 15,0 0-8-15,0 2-9 0,0-2-10 0,1 2-10 16,2 2-15-16,-2-1-14 0,-1-1-10 0,0 5-7 15,0-3-8-15,0 3-12 0,3-4-8 0,-3 4-5 16,0 0-5-16,0 0-5 0,0 0-6 0,0 0-1 16,9 5-3-16,-8 2-2 0,-1-1-1 0,4 0-2 15,-3 3-1-15,3-1 4 0,0 2-4 0,-3 0 1 16,0 2-3-16,3-3 0 0,-4 3 1 0,3-2-22 16,-3 2-16-16,1-5-19 0,-1 2-20 0,0-4-18 15,0 4-14-15,0-3-17 0,-1-1-16 0,-2 1-14 16,-1-3-32-16,2-1-33 0,2-2-156 0,-14-2-405 15,5-2 179-15</inkml:trace>
  <inkml:trace contextRef="#ctx0" brushRef="#br0" timeOffset="210732.28">17525 13094 1768 0,'1'-11'160'0,"3"-7"-19"0,-4 7-34 0,5 3-6 0,-5 3-37 15,4-3-9-15,-4 3-20 0,1 3-11 0,2-2-17 16,-3-1-25-16,0 5-5 0,0 0-15 0,0 0-27 15,0 0-19-15,14 11-33 0,-8-3-36 0,-2 0-175 16,1 1-354-16,2 0 156 0</inkml:trace>
  <inkml:trace contextRef="#ctx0" brushRef="#br0" timeOffset="211098.91">17860 13237 112 0,'0'5'183'0,"0"-5"-17"0,0 8-19 0,-1-3-15 16,1 3-14-16,-3 4-11 0,0-2-9 0,1 3-10 16,-1 5-12-16,1 0-8 0,-2 1-9 0,1-1-3 15,-3 0-5-15,3-1-1 0,1-5-8 0,-1 0-2 16,1 1-7-16,-1-6-1 0,2 0-1 0,0-2-2 15,-1 0 30-15,1 1 25 0,2-3 37 0,-1-3 20 16,0 0-19-16,0 0-8 0,0 0-13 0,13-7-8 16,-4 0-11-16,-3-4-4 0,1 4-10 0,2-4-7 15,0 4-3-15,-2-3-10 0,1 3-4 0,0-1-6 16,-1 1-2-16,-2 2-7 0,1 0 3 0,0 4-11 16,0-3-5-16,3 3-3 0,-2 1-1 0,4 2-3 15,1 2-11-15,0 1-4 0,0 1-10 0,3 3-19 16,2 0-21-16,-2-1-22 0,2 4-35 0,-2-2-34 15,4-2-34-15,-1 3-42 0,0-2-168 0,0-3-422 16,1-1 187-16</inkml:trace>
  <inkml:trace contextRef="#ctx0" brushRef="#br0" timeOffset="211415.52">18496 13140 105 0,'3'-10'316'0,"-2"5"-19"0,-1-2-27 0,1 2-28 16,-1 1-29-16,3 1-24 0,-3 3-22 0,0-6-26 15,0 6-15-15,0 0-16 0,0 0-10 0,0 0-11 16,2 18-12-16,-2-6-6 0,0 5-4 0,-1 0-12 16,1 9-4-16,-1-1-11 0,-2 2-2 0,1 4-5 15,-1-4-1-15,2 2-4 0,0 0-3 0,-2-3-3 16,0 0-2-16,1-6-2 0,1 0-4 0,-1-5 0 15,2 3 0-15,-1-5 1 0,1-2-2 0,0-2 1 16,0 0-3-16,0-1 0 0,0-2 1 0,0 0-1 16,0-1-5-16,0-1-3 0,0-4 0 0,-1 5 2 15,1-5-5-15,0 4-21 0,0-4-70 0,0 0-61 16,0 0-56-16,0-16-46 0,0 6-140 0,1-2-426 16,0-3 188-16</inkml:trace>
  <inkml:trace contextRef="#ctx0" brushRef="#br0" timeOffset="211865.02">18446 12896 45 0,'0'-5'190'0,"0"5"-20"0,4-7-15 0,4 5-19 16,-2 1-15-16,8-1-9 0,-2 2-19 0,7 2 1 15,-1 1-15-15,1 1-10 0,1 1-6 0,2 2-6 16,-3 1-7-16,0 1-4 0,-1-1-9 0,0 1 0 16,-5 0-3-16,-3-1-6 0,-1 0-7 0,-1-1 3 15,-2 3-7-15,-2-2-6 0,-3 2 5 0,-1-4-4 16,0 3 5-16,-2-1 4 0,-3 4 3 0,-3-3-4 16,-1 2 10-16,-5-2-6 0,1 0 5 0,-2 0-2 15,2 2-2-15,-1-5-3 0,5 2-6 0,-6 2-1 16,5-3 0-16,1 2-4 0,0-4 3 0,1 5-6 15,2-4 3-15,0 2-1 0,3 1-3 0,0-2-1 16,4-1 3-16,2-1 0 0,-1 2-3 0,6 1 2 16,2 2-2-16,-1-3 0 0,5 0-2 0,4 4 1 15,0-2 1-15,-4 0 0 0,-1 1-6 0,5-3 5 16,-6 2 1-16,-1-2-6 0,-1 1 2 0,-1-2-2 16,0 1-2-16,-4-3 5 0,0-1-6 0,-1 2-1 15,0 0 5-15,-1-1-4 0,-2-1 3 0,-1 2 5 16,-1 1-2-16,-3-3 4 0,-1 2 1 0,-3 1-1 15,-4-2-5-15,-3 1 6 0,-4 2-12 0,1-2-26 16,-4-1-27-16,-1 1-46 0,-4-2-45 0,7 1-159 16,-1-3-331-16,2-4 147 0</inkml:trace>
  <inkml:trace contextRef="#ctx0" brushRef="#br0" timeOffset="212349.91">18982 13070 15 0,'5'-3'190'0,"2"3"-18"0,-7 0-20 16,17 5-12-16,-6-2-14 0,1 4-18 0,3 2-7 15,-2 1-11-15,1 2-13 0,0 3-3 0,-1 1-10 16,0-1-8-16,-4 2-5 0,-3 0-5 0,-1-2-9 15,-1 4-3-15,-4-3-4 0,-2 2-5 0,-1-1 2 16,-2-1-7-16,0-1-1 0,-4 2 5 0,-1-4 4 16,-2-1 8-16,3 0 4 0,-2-3 6 0,0-1 4 15,1-1 3-15,1-2 7 0,2 0 10 0,1-1 11 16,3-1 12-16,-3 2 23 0,3-4 18 0,0 1 11 16,3-2 34-16,0 0-1 0,0 0-29 0,0 0-11 0,-4-13-16 15,11 1-9-15,2 0-17 0,2-5 3 16,7-2-5-16,0-5-12 0,0 2-22 0,0-3-3 15,-3 2-10-15,4 0-5 0,-3 4-5 0,-2 3-8 16,-3 2 0-16,-2 0-3 0,0 3 1 0,-4 3-2 0,0 1-5 16,-1 4-7-16,-1-4 1 0,1 2-12 0,-2 1-5 15,-1 1-11-15,-1 3-24 0,0 0 5 16,0 0 0-16,9 7 5 0,-9 2 2 0,-2 2 5 16,2-1 3-16,-2 7 0 0,0 0-2 0,-2 1-2 15,2 7 5-15,2-7 9 0,2 3-4 0,-1 4 0 0,4-5 4 16,3 2-4-16,4 1 8 0,0-6 1 0,6 1 3 15,4-3-17-15,6-3-56 0,0 0-82 16,4-6-125-16,7-1-293 0,-2-4-619 0,2-6 274 16</inkml:trace>
  <inkml:trace contextRef="#ctx0" brushRef="#br0" timeOffset="214466.1">19278 12629 51 0,'-4'-4'140'0,"3"1"-12"0,-3 1-3 0,0-5-6 16,-1 3-12-16,4 3 5 0,-1-2-10 0,2 3-9 0,-6-4-4 16,6 4-12-16,-4-5-9 0,4 5-9 0,-1-3 3 15,1 3-12-15,0 0-5 0,-2-2-6 0,2 2-8 16,0 0-3-16,0 0-3 0,0 0-7 16,0 0 7-16,21 2-4 0,-8 1-2 0,9-1-3 0,6-2-2 15,0-2 12-15,3 4-13 0,1-1-7 0,-2 1-5 16,4-2 0-16,-1 2-4 0,-4-4-4 0,2 2 6 15,-3-1 2-15,-6 1-6 0,-2-1 2 16,-1 0-4-16,-2-4 14 0,-2 5-4 0,-2-2 3 0,-3 0 16 16,-2 0 9-16,-3 1 7 0,3-2 9 0,-3 2 6 15,1 0 0-15,-2-1 1 0,-4 2-3 0,5-3 1 16,-5 3-2-16,7-2-9 0,-7 2-4 0,2-3-4 16,-2 3-2-16,0 0-6 0,0 0-2 0,8 0-4 15,-8 0 2-15,0 0-4 0,0 0-6 0,0 0 5 16,3-2-8-16,-3 2 3 0,0 0-5 0,0 0 1 15,0 0 3-15,0 0-4 0,0 0 0 0,0 0 0 16,0 0-2-16,0 0 3 0,0 0-4 0,0 0 3 16,0 0-1-16,0 0-3 0,0 0-1 0,0 0 0 15,0 0 1-15,0 0-4 0,0 0 1 0,0 0-5 16,0 0 0-16,0 0-9 0,0 0-5 0,3 9 6 16,-4-4-1-16,-1 5-6 0,1 7 5 0,-1 12-1 15,-2 0 3-15,0 0 6 0,-1 7-3 0,0 13-1 16,0 2 1-16,-2-1 1 0,1 9 0 0,2-1 0 15,-1 0 0-15,4 2 4 0,-2 0 1 0,3-4-3 16,3 0 4-16,-2-3 13 0,3-4-2 0,1 1 2 16,1-15-4-16,-3 0 0 0,1 2 1 0,0-6-5 15,-2 5 2-15,2-4 1 0,0-2-2 0,-2-2-1 16,5 1 2-16,-5 0-1 0,1-4-4 0,-3-6 3 16,1 0 0-16,-1-2 0 0,0 0 1 0,0-2-5 0,0-3 2 15,0 0 2-15,0 0-1 0,0-2 1 16,-1 1 5-16,1-3-4 0,0 2 1 0,-2-4-2 15,2-1-1-15,0 2-1 0,0-1 6 0,0-2-3 16,0 1-1-16,0-2 2 0,0-3 3 0,-1 7-2 16,1-7-3-16,0 3 5 0,0-3 8 0,0 4 11 0,0-4 2 15,0 0 3-15,0 0 2 0,-1 3 4 16,1-3 8-16,0 0 9 0,0 0 9 0,0 0 12 16,0 0 0-16,2 5 7 0,-2-5-5 0,0 0 3 15,0 0-3-15,0 0-1 0,0 0 6 0,0 0 4 0,0 0 0 16,0 0-7-16,0 0-1 0,0 0 1 0,0 0-17 15,0 0-5-15,0 0-6 0,0 0-1 16,0 0-9-16,0 0-6 0,0 0 4 0,0 0-5 16,0 0 1-16,0 0-2 0,0 0-3 0,0 0 10 15,0 0-16-15,0 0-9 0,0 0 7 0,0 0-6 0,0 0-4 16,0 0 8-16,0 0-11 0,0 0 1 0,0 0-6 16,0 0-1-16,0 0-2 0,0 0-3 0,0 0 0 15,0 0-12-15,-25-3 16 0,6 1-14 16,-10-1-15-16,0 1-26 0,-1-3-37 0,-2-2-49 15,-5 3-82-15,-3-4-122 0,-14-7-225 0,3 1-617 0,14-1 274 16</inkml:trace>
  <inkml:trace contextRef="#ctx0" brushRef="#br0" timeOffset="-214048.7">20559 13222 30 0,'-7'3'120'0,"7"-3"-13"15,0 0-1-15,-9-3-18 0,9 3-11 0,0 0 0 16,0 0-7-16,0 0-5 0,0 0-2 0,-9 3 1 16,9-3-11-16,0 0-4 0,0 0-3 0,0 0 0 15,0 0-4-15,0 0-2 0,0 0-8 0,0 0 3 16,0 0-5-16,0 0-1 0,-7 0-3 0,7 0 1 16,0 0-11-16,0 0 1 0,0 0 1 0,0 0-6 15,0 0 3-15,0 0-1 0,0 0 0 0,0 0 8 16,0 0-2-16,0 0 7 0,-3 2-3 0,3-2 9 0,0 0 4 15,0 0 1-15,0 0 0 0,0 0 4 16,0 0-5-16,0 0 7 0,0 0 4 0,0 0-3 16,0 0-6-16,0 0 2 0,24-5-8 0,-7 0-5 15,11 1-2-15,4-1-2 0,6 2-4 0,14-3 3 16,-1 1-9-16,1 0 1 0,-2-1-1 0,-12 2-4 0,-1 1-1 16,0 3 5-16,-5-3-6 0,0 3-15 0,-10-1-21 15,-4 2-27-15,-2 0-35 0,-4-1-21 16,-3 2-24-16,-5-2-34 0,-4 0-99 0,0 0-290 15,0 0 129-15</inkml:trace>
  <inkml:trace contextRef="#ctx0" brushRef="#br0" timeOffset="-213804.72">20808 13039 170 0,'-3'-6'264'0,"2"2"-10"16,-2-1-21-16,2 0-24 0,-1 1-19 0,2 4-28 15,-2-3-20-15,2 3-19 0,0 0-15 0,0 0-13 0,-9 17-7 16,8-2-12-16,-3 4-9 0,-3 7-5 0,5 3-7 16,-2 1-4-16,3 5-5 0,6 2 17 0,-1-3-15 15,2 2-46-15,2 0-45 0,1-4-69 16,5-1-72-16,-4-2-178 0,-2-5-392 0,2-14 174 0</inkml:trace>
  <inkml:trace contextRef="#ctx0" brushRef="#br0" timeOffset="-210882.67">21728 12844 62 0,'-4'-2'149'0,"4"2"-11"0,0 0-9 0,0 0-22 16,0 0-7-16,-9 0-14 0,9 0-7 0,0 0-10 15,0 0-2-15,0 0-11 0,0 0 5 0,0 0-14 16,0 0 2-16,0 0-10 0,0 0 5 0,24-4-16 16,-9 1 2-16,4 1-3 0,2-1-5 0,7-5 1 15,-1 1-9-15,-4 3 0 0,4-3 3 0,-4 1-7 16,-4 0 6-16,4 1-2 0,-6-3 4 0,2 1 3 15,-8 1 10-15,5-2 9 0,-7 3 1 0,0-2 7 16,-3 4 5-16,2-1-6 0,-1 1 4 0,-3-1-8 16,-4 2-10-16,0 2-3 0,0 0-4 0,-11-4-9 0,-1 7 0 15,-1-1 1-15,-13 5 1 0,-3 5-6 16,0 0-2-16,-4 3-7 0,-2 4 4 0,-9 7-3 16,12-4 1-16,-8 6-5 0,11-4-1 0,2 0 2 15,0-1-7-15,6 7 2 0,5-3 1 0,3 1 4 0,4-1-2 16,5 2 0-16,8 0 3 0,10-3 5 0,4-3-3 15,10-2 1-15,7-3-21 0,16 2-29 16,6-7-57-16,3-4-71 0,3-5-125 0,34-4-322 16,-34-2 142-16</inkml:trace>
  <inkml:trace contextRef="#ctx0" brushRef="#br0" timeOffset="-210181.72">22125 13109 131 0,'4'-4'158'0,"0"0"-11"0,0 4-18 16,1-4-20-16,4 1-4 0,1 1-9 0,-1 2-12 0,2 0-10 16,2 0-22-16,0 0 7 0,-3 2 1 0,3 0-14 15,-2 2-4-15,2 2-12 0,-4-1-9 0,1 0 10 16,-1 5-7-16,-1-3-6 0,-3 4 3 0,0-1-6 15,-5 1 1-15,1 2-5 0,-2-1 0 0,-6 3 6 16,0 1-10-16,-2-3 5 0,-5 3-4 0,0-3-1 16,2 0 0-16,-1-1 1 0,0-2-2 0,3-1-3 15,1-1 2-15,-2-1 1 0,3-1-3 0,1-2 2 16,2 0 2-16,0 0-8 0,0-1-4 0,2 0 9 16,2-1-3-16,1-2 2 0,0 0-1 0,9 6 4 15,1-5-10-15,3 2 0 0,3-3 4 0,2 5-2 16,2-2-3-16,1-1 6 0,2 2-25 0,-2 3 22 15,4 1 0-15,-2-1-4 0,-5 0 6 0,-1 2 6 16,-1-1 3-16,-2 1-1 0,-4-3-2 0,-2 3-3 16,0-4 0-16,-4 0-1 0,-3 2 4 0,-2-1 7 15,-3 1 3-15,-4 0 3 0,-2 0-2 0,-8 1 0 16,-2-2-5-16,-7 2 1 0,5-3 5 0,-9 0-5 16,3-2 0-16,-1 1-7 0,1-4 0 0,6 0-4 15,-6 0-24-15,5 0-25 0,5-4-41 0,3-1-58 16,-4-3-97-16,7 3-264 0,7-4 117 0</inkml:trace>
  <inkml:trace contextRef="#ctx0" brushRef="#br0" timeOffset="-209616.04">22851 13142 39 0,'-7'0'118'0,"7"0"-11"15,0 0-8-15,-6 1-9 0,6-1-4 0,0 0-14 16,0 0 0-16,0 0 8 0,0 0-7 0,0 0 0 16,0 0 5-16,0 0-13 0,24-6-2 0,-10-1-4 15,4 3-10-15,3-4-1 0,8 1-5 0,-1-3-6 16,3 1 0-16,2-3-1 0,-1 2-8 0,1-5 6 15,-1 4-3-15,-1-2 11 0,-4-2-8 0,0-1-9 16,-4 0-1-16,-3 0 0 0,-5 3-1 0,0 0 1 16,-4 0-1-16,-6 2 0 0,0 4 5 0,-3-3-1 15,-2 5-6-15,-3-3-6 0,-2 3-1 0,-8 1 0 16,-1 1-6-16,-6 3-4 0,-10 2 0 0,2 1-1 16,-6 5 6-16,-1 3-1 0,1 2 1 0,-1 1 2 15,3 3-1-15,0 3 1 0,4 3-4 0,1-1 2 16,6-2 0-16,4 6 1 0,2-2 1 0,7 2-2 15,4-6-1-15,4 3 5 0,6-5 0 0,10 5 1 16,6-7 3-16,6-1-3 0,9-3 3 0,15-2-27 16,6-5-54-16,8-3-75 0,-1-6-177 0,27-7-342 15,-28-1 151-15</inkml:trace>
  <inkml:trace contextRef="#ctx0" brushRef="#br0" timeOffset="-208834.25">23453 12496 202 0,'1'-4'194'0,"0"1"-22"0,1-1-8 16,0-1-18-16,1 2-15 0,-3 3-14 0,1-2-16 15,-1 2-14-15,0 0-8 0,5-3-10 0,-5 3-4 16,0 0-13-16,7 13-4 0,-5-7-8 0,2 4-1 16,-2 3-9-16,0 3-1 0,0 1-4 0,1 2-3 15,-1 6-1-15,0-6 4 0,-4 8-8 0,2-3-3 16,0-5-4-16,-1 1 3 0,0-4-1 0,2 0 4 15,-1-5-8-15,0 0 2 0,0-2 0 0,0-2-4 16,1-2 24-16,-1-1 34 0,0 1 35 0,2-2 34 16,-2-3-3-16,0 0-11 0,0 0-16 0,13-11-5 15,-6 3-10-15,6-5-9 0,-3 2-2 0,4-4-11 16,2-5-7-16,1-3-5 0,0 0-8 0,2 1-5 16,-1 1 11-16,0-3-17 0,-4 9-2 0,-2 1-7 0,-5 4-4 15,2 1 2-15,-3 3-6 0,1-1-7 16,-4 2-6-16,0 1-2 0,1 0-3 0,1 3 4 15,-5 1-7-15,0 0-2 0,12 9-1 0,-8-3-2 16,-1 3 3-16,3 1-1 0,-1 1 2 0,-4 5 0 16,0 0 0-16,0 1-2 0,2 1 2 0,-2-2-3 0,3 0 3 15,-1-4 0-15,1-1-1 0,-3-2-3 16,1 1-1-16,-2-3-4 0,2-4 7 0,0 2 5 16,-2-1 5-16,5-1 7 0,-5-3-3 0,5 0 4 15,-5 0 1-15,11-9-2 0,-1 3-3 0,1-3-2 0,1-3 3 16,2-1-4-16,1-7 0 0,3 1 1 0,-2 3 0 15,-3 1-3-15,0 3 3 0,1-2-3 16,-5 6-1-16,-1-1 8 0,-2 4-9 0,3-3-2 16,-4 4-6-16,1 1-1 0,-1 0-6 0,0 3-6 0,2 0-13 15,2 3-13-15,-4 0-18 0,5 4-18 0,0 1-28 16,-1 2-22-16,-2-1-34 0,6 5-20 0,-3-3-41 16,-6 2-176-16,5-5-436 0,0 1 194 0</inkml:trace>
  <inkml:trace contextRef="#ctx0" brushRef="#br0" timeOffset="-208366.13">24251 12564 10 0,'8'-2'130'16,"0"2"-6"-16,3-2-17 0,-2 2-13 0,5 0-10 15,-5 1-3-15,3 0-16 0,-1 1-14 0,1-1 5 16,-3 1 0-16,1 3-11 0,-4-1-10 0,1 1 0 16,-2 2-5-16,-1-2-2 0,-2 2-4 0,2-2-6 15,-3 3 1-15,-2 1 2 0,-3-1-2 0,0 3 3 16,-1-1-2-16,-1-1 5 0,-3-1 3 0,-1 1-9 15,1-2 3-15,0 2-3 0,-4-2-8 0,7 0 0 16,-1-3 2-16,2 0-2 0,1 0 4 0,-1-1 1 16,0 3-3-16,4-5-6 0,-2 1 7 0,3-2-7 15,0 5 13-15,0-5 5 0,9 5 4 0,-1-2 4 16,1 1-4-16,1-2-3 0,0 2-2 0,2 0-3 16,-1 0-9-16,1 2 9 0,1-2-5 0,-1 3-5 15,-2 1 0-15,0-3-2 0,-3 1-2 0,3 2 0 16,-5-1 3-16,-1-2-3 0,0 2-3 0,-1-2 3 15,-1 0-1-15,-4 0 5 0,-1 2-8 0,-3-4 5 16,-1 4 1-16,-5-2-7 0,1-1-27 0,-8 1-16 16,6 0-28-16,-3-5-49 0,-3 3-136 0,-2-4-274 15,3-1 121-15</inkml:trace>
  <inkml:trace contextRef="#ctx0" brushRef="#br0" timeOffset="-207265.22">24610 12398 25 0,'4'-3'164'0,"-1"0"-21"0,5-2-18 16,-1 4-11-16,5-2-14 0,-1 5-6 0,3-2-8 15,-1 0-3-15,2 2-21 0,-3 3-7 0,2 0-4 16,4 3-4-16,-2 1-6 0,-3 2-4 0,-1 2-6 15,-2 3-4-15,-1-2-4 0,-4 3-2 0,-1 2-3 16,-3-2 6-16,-2 2-6 0,-2 1-2 0,-6 2 0 16,2-3-4-16,-7 2 4 0,2-4 0 0,-3 4-6 0,2-6 5 15,-1-1 1-15,0-3 5 0,5-2 9 16,-4-1 9-16,4 1 9 0,1-5-3 0,0 2 11 16,1-3 13-16,2 1 19 0,3-3 20 0,-4 1 24 15,3 0 20-15,3-2-10 0,0 0-19 0,0 0-11 0,10-14-16 16,0 6-8-16,5-7-9 0,8-4-10 0,-1-2-6 15,4-1 4-15,-2-2-15 0,4 0-8 16,0 1-1-16,2-2-6 0,-4 2-7 0,-2 2-3 16,-2 1 3-16,-4 6-6 0,-2 2 1 0,-6 4-3 0,-1 1-8 15,-1 0 0-15,-2 2-4 0,-1 2-10 0,-1 0-14 16,-2 2-14-16,-2 1 5 0,0 0 0 0,0 8 4 16,-2 1-2-16,-6 5 3 0,-1 2 1 0,-2 7 3 15,-2 1-1-15,0 1 1 0,4-1 1 0,-4 2 22 16,8-2 0-16,-2 1 3 0,5-4-4 0,2-1 1 15,4-1-2-15,5 0-8 0,9 1-24 0,4-3-43 16,7-3-67-16,8 0-89 0,-1-7-258 0,18 3-521 16,-2-9 231-16</inkml:trace>
  <inkml:trace contextRef="#ctx0" brushRef="#br0" timeOffset="-206585.7">25445 13079 117 0,'-5'-3'186'0,"5"3"-14"0,-3-1-9 16,3 1-10-16,0 0-17 0,-5-3-12 0,5 3-11 15,0 0-13-15,0 0-8 0,0 0-9 0,0 0-8 16,0 0-7-16,0 0-2 0,0 0-10 0,12-2-5 0,2-1-2 15,6-1-7-15,12-1-1 0,5 2-8 16,0-1 0-16,17-1-4 0,1 0-6 0,4 0-2 16,-2-2-3-16,-1 4-2 0,-2-1-7 0,-17 1-2 15,-4 0-14-15,-2 2-18 0,-9 0-11 0,-4 1-7 0,-4-2-14 16,-5 1-14-16,-2 1-14 0,0-2-28 0,-7 2-12 16,0 0-128-16,0 0-273 0,0 0 121 0</inkml:trace>
  <inkml:trace contextRef="#ctx0" brushRef="#br0" timeOffset="-206316.73">25777 12941 149 0,'2'-7'259'0,"-2"3"-14"0,0-1-13 0,0 2-13 16,0-1-20-16,0 4-19 0,2-6-10 0,-2 6-28 15,0 0-20-15,-2-7-18 0,2 7-11 0,0 0-12 16,0 0-10-16,0 0-7 0,0 21-8 0,0-8-8 16,-2-1-7-16,2 8 1 0,0-3-4 0,0 2-3 15,-1 0-3-15,1 1-4 0,1 6-7 0,-1-2 3 16,4-7-1-16,-3 0-21 0,3 1-21 0,1-2-19 16,0-1-28-16,-1 2-17 0,0-5-46 0,1 1-18 15,3-4-40-15,-2 0-156 0,3-2-369 0,0-3 164 16</inkml:trace>
  <inkml:trace contextRef="#ctx0" brushRef="#br0" timeOffset="-206110.64">26576 13023 64 0,'2'-4'273'0,"1"1"-18"0,-2 1-20 0,-1 2-18 16,3-5-26-16,-3 5-19 0,2-4-22 0,0-1-23 16,0 3-40-16,-2 2-36 0,12-1-30 0,-4 1-44 15,4 0-43-15,1 0-61 0,1-3-145 0,1 2-294 16,6-3 131-16</inkml:trace>
  <inkml:trace contextRef="#ctx0" brushRef="#br0" timeOffset="-205948.76">27118 12976 21 0,'0'0'226'0,"7"-4"-12"0,-3 3-19 15,-1-2-24-15,-3 3-7 0,5-4-21 16,-1 1-25-16,1 3-32 0,4-2-28 0,1 1-36 16,3-1-40-16,5 0-48 0,2-1-61 0,-1 1-75 15,9 0-217-15,0-1 96 0</inkml:trace>
  <inkml:trace contextRef="#ctx0" brushRef="#br0" timeOffset="-205812.19">27645 12939 49 0,'4'-2'178'0,"-4"2"-20"0,7-3-21 0,-2 1-19 16,1-1-34-16,6 0-48 0,0 2-31 0,6-2-41 15,2 1-86-15,9-1-132 0,2-1 59 16</inkml:trace>
  <inkml:trace contextRef="#ctx0" brushRef="#br0" timeOffset="-205674.72">28293 12898 160 0,'0'0'168'0,"5"-4"-19"0,-2 1-23 0,-3 3-35 15,10-3-48-15,0 1-51 0,3-1-63 0,6-1-39 0,2 3-119 16,9-5 52-16</inkml:trace>
  <inkml:trace contextRef="#ctx0" brushRef="#br0" timeOffset="-205538.64">28809 12867 129 0,'4'-1'291'0,"-4"1"-19"0,6-2-28 0,-3-1-29 16,1 1-21-16,-4 2-22 0,0 0-45 0,0 0-70 15,1-4-97-15,-1 4-238 0,0 0-299 0,0 0 133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4-25T03:21:05.6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1826 1364 160 0,'0'0'143'0,"0"0"-19"0,0 0-2 0,0 0-8 15,0 0-26-15,0 0-2 0,0 0-14 0,0 0-7 16,0 0 1-16,0 0-11 0,0 0-7 0,0 0-3 15,0 0-9-15,0 0-6 0,0 0-6 0,0 0 1 16,0 0-4-16,0 0-1 0,0 0-2 0,2 4-6 16,-2-4 3-16,0 0-5 0,0 0 1 0,0 0-6 15,0 0 13-15,18-5-9 0,-18 5 4 16,9-4 7-16,-4 3 14 0,-1-1 17 0,2 0 12 16,-1-3 13-16,-2 1 9 0,2 3 7 0,-1-2 8 15,-2 1 2-15,1-4 2 0,1 3 5 0,-2 1 7 16,-2 2-5-16,5-4-11 0,-5 4-7 0,3-5 3 15,-3 5-10-15,0-5 0 0,0 5-5 0,1-2-5 16,-1 2-14-16,0 0 6 0,-1-5-17 0,1 5-15 16,-4-5-3-16,4 5-4 0,-6-1-14 0,2-2-5 15,4 3-13-15,-14 3-5 0,4-3-3 0,-3 1-5 16,0 2-5-16,-2 4-7 0,-2-3-8 0,-2 7-5 16,0-1 5-16,-9 9 3 0,2-1 3 0,-2 4 2 15,-9 12 4-15,10-9 1 0,0 0-1 16,-6 12 6-16,7-9 2 0,-8 8 2 0,10-10 2 15,2 1 1-15,0 0 3 0,7 2 2 0,-4 0-3 0,3-2 3 16,1 2 0-16,4-2-11 0,2-3-10 0,1-5-3 16,2 5-7-16,2-4-12 0,0-2 1 0,4 0 4 15,0-2-3-15,4-1 6 0,1 2 0 16,4 0 8-16,4-2 7 0,1-1-2 0,9 1 5 16,6-6 7-16,3-1-6 0,4-2-4 0,5-3-12 15,11 0-10-15,-1-6-13 0,3-2 1 0,-17-2 1 16,18 1 5-16,-5-7 4 0,1 1 13 0,-14 3-8 15,1-2 5-15,-1-1 10 0,-3 0 3 0,-4-4 4 16,-2 0 6-16,-3 2 16 0,0 0 23 0,-12 3 21 16,-4-1 26-16,1 3 19 0,-1 0 17 0,-5 1 11 15,-2-1-7-15,0 1-9 0,-4 1 1 0,0-3-18 16,-2 0-9-16,-2 3-10 0,-7 2-7 0,3 0-9 16,-7 1-6-16,3 0-5 0,-6 4-4 0,-1 1-4 15,-6 4 1-15,-1-2-10 0,1 6-1 16,-2 2-4-16,2 2-1 0,-1 2 0 0,0 0-6 15,2 2 6-15,3 1-6 0,0-1-4 0,2 3 4 16,2 0-3-16,0 4-1 0,2-5-1 0,5-4-14 16,3 2-11-16,0-5-9 0,7 0-3 0,-5-1-4 15,6-3 7-15,1 0 3 0,0-2 5 0,0 0 14 16,0-6 15-16,5 4 6 0,3-4 1 0,-8 0 2 16,27-12 3-16,-10 3-1 0,-1-6 5 0,8 1 6 15,-3-6-1-15,-2 1 1 0,1-1 4 0,-1 1 5 16,-6 5-1-16,1-1 7 0,-1 2 10 0,-4 5 3 15,0-1-5-15,-4 2-6 0,0 1-5 0,-1 1-9 16,1 2-6-16,-1-1-4 0,1 3-6 0,-1-2-19 16,-4 3 0-16,0 0-8 0,13 5 3 0,-7 1 2 15,5 0-2-15,1 5 3 0,2-1 4 0,3 2 2 16,4 5-15-16,4-3-21 0,-4 1-28 0,5-1-44 16,1-2-50-16,0-5-68 0,-1 1-274 0,0 0-541 15,-5-8 240-15</inkml:trace>
  <inkml:trace contextRef="#ctx0" brushRef="#br0" timeOffset="450.5">2652 1676 45 0,'7'-6'293'16,"-7"6"-9"-16,0 0-7 0,1-4-11 0,-1 4-25 15,0 0-24-15,0 0-22 0,2-5-15 0,-2 5-22 16,0 0-21-16,0 0-21 0,0 0-10 0,0 0-12 16,-19 12-9-16,8-5-12 0,-2 1-2 0,-2 1-9 15,-3 1-12-15,2 0-5 0,4 3 0 0,-4 1-9 16,5-2-4-16,-2 4-11 0,3-3-16 0,-2 1-21 15,6-1-16-15,1-2-19 0,1 1-8 0,1-1-2 16,2-2 6-16,5 0 2 0,0 3 13 0,0-3-2 16,3 2 5-16,3-4 10 0,5 4 1 0,1 0-2 15,1-2 10-15,2 1 0 0,-2-3 1 16,1 3-1-16,-3-1 11 0,-2-6-11 0,-4 4 7 16,0 1 2-16,-3-3 1 0,0 0 0 0,-2 2 21 0,-1-3 11 15,-3 1 7-15,-3 2 8 0,-3 2-2 0,-6-3-4 16,-3 4-3-16,-12 2-1 0,0 0-1 0,-2-1-3 15,-2-3 0-15,1 2-8 0,-1-3 4 16,3 3-21-16,5-6-26 0,4-1-30 0,1 2-31 16,1-3-58-16,3-1-41 0,5-1-203 0,9 0-419 15,-14-5 186-15</inkml:trace>
  <inkml:trace contextRef="#ctx0" brushRef="#br0" timeOffset="1006.97">2767 1948 27 0,'0'0'178'0,"0"0"-7"0,0 0-12 0,0 0-7 15,0 0-7-15,0 0-13 0,0 0-10 0,0 0-15 16,18-11-5-16,-9 8-16 0,3-4-10 0,3-1-5 16,-1 2-6-16,4-5-7 0,2 2-7 0,3-5-5 15,2 2 1-15,-8 2-9 0,4-6-4 0,-2 4-3 16,-1 0 0-16,-1-1-5 0,2-6-9 0,-5 6 8 16,0 1-4-16,-3-2 16 0,1-1 6 0,-3 1 13 15,-1 2 5-15,-3 0 2 0,-3 2 1 16,4 0-2-16,-6-4-3 0,-1 5 0 0,2 0-2 15,-2-2-9-15,-4-1-9 0,1 7 0 0,-3-3-8 16,-1 1-4-16,-2 3-2 0,0 1-7 0,-2 2-2 16,-3 2-1-16,-3 4-2 0,-4-3-4 0,-3 8-1 15,-1 4-3-15,1-2-1 0,1 6-2 0,1 3-1 16,-2 1-3-16,2 2 1 0,4 5-1 0,-3-4 1 16,5 4-3-16,3 2 2 0,0-6-21 0,5 1-14 15,6 0 1-15,-1-9-2 0,5 1 2 0,2 1 11 16,3-3 1-16,0-5 8 0,7 1 9 0,0-1 15 15,2-3-3-15,3-3 9 0,3-1 3 0,-5-1 1 16,3-2 3-16,-1 0 12 0,-5-1 9 0,-2 0 13 16,0-1 18-16,-11 1 13 0,14 0 6 0,-8-1 6 15,-6 1 2-15,0 0-6 0,13 0 2 0,-13 0-12 16,0 0-24-16,6-4-24 0,-6 4-22 0,3-5-47 16,-3 5-44-16,0 0-43 0,0 0-71 0,-4-11-72 15,4 11-236-15,-6-9-538 0,6 4 238 16</inkml:trace>
  <inkml:trace contextRef="#ctx0" brushRef="#br0" timeOffset="1417.89">3313 1830 184 0,'0'0'196'0,"0"0"-17"0,-4 5-12 16,4-5-14-16,0 0-10 0,0 0-5 0,0 0-8 15,0 0-14-15,0 0-8 0,0 0-9 0,0 0-9 16,0 0 3-16,0 0 5 0,18 3 0 0,-7-4-10 16,10-2 0-16,-1 0-12 0,7-2-9 0,-4 2 1 15,4 0-9-15,-5-1-10 0,-3 0-2 0,-1 1-7 16,-1 3-4-16,-4-3-5 0,-2 0-3 0,-2 2 4 16,-2 1-6-16,-7 0-2 0,11-1-2 0,-5 1-5 15,-6 0 2-15,0 0-10 0,11-5-16 0,-11 5-23 16,5-1-24-16,-5 1-33 0,0 0-22 0,0 0-41 15,0 0-38-15,0 0-178 0,0 0-396 16,0 0 176-16</inkml:trace>
  <inkml:trace contextRef="#ctx0" brushRef="#br0" timeOffset="1849.92">4000 1598 302 0,'0'0'325'15,"0"0"-24"-15,0 0-10 0,0 0-15 0,0 0-11 16,0 0-37-16,0 0-26 0,0 0-20 0,0 0-15 15,0 0-26-15,0 0-19 0,0 0-41 0,0 0-40 16,0 0-26-16,0 0-12 0,0 0-3 0,0 21-1 16,0-10 5-16,-1 9-4 0,4-2 0 0,-6 10 5 15,2 0-2-15,-1 0 1 0,1 1 3 0,0-2 1 16,2-9-1-16,-2 8-2 0,1-7-1 0,0-2 2 16,1-4-1-16,-2-1-1 0,2-3-2 0,-1 0 4 15,0-3-2-15,0-6 2 0,-1 9 22 16,2-4 16-16,-1-5 22 0,0 0 10 0,0 6 12 15,0-6 12-15,0 0 8 0,0 0 0 0,0 0 4 16,0 0-28-16,0 0-3 0,0 0-39 0,0 0-25 0,0 0-26 16,0 0-38-16,0 0-33 0,0 0-41 0,7-22-36 15,-6 18-45-15,1-4-52 0,6-1-53 16,-4 1-160-16,-1-2-505 0,2-1 223 0</inkml:trace>
  <inkml:trace contextRef="#ctx0" brushRef="#br0" timeOffset="2276.98">4279 1606 246 0,'0'0'310'0,"0"-5"-27"0,0 5-26 0,0 0-26 16,0 0-29-16,0 0-24 0,0 0-19 15,0 0-22-15,0 0-19 0,0 0-9 0,0 0-12 16,0 0-13-16,9 17-12 0,-4-7-1 0,0-1-13 16,-1 3-10-16,0 0-3 0,1 3 0 0,-1 1-7 15,0-1-2-15,-2 1 5 0,2-1-11 0,1-2-6 16,0 1-2-16,-2-1 0 0,-2-2 0 0,4-1-4 16,-5-5 0-16,3 2-1 0,-2-1-1 0,2-2 0 15,-3-4 1-15,1 8 8 0,-1-8 49 0,0 5 27 16,0-5 44-16,0 0 37 0,6 4 36 0,-6-4 22 15,0 0-12-15,0 0-24 0,8-14-20 16,-3 2-21-16,4-4-14 0,-2-3-14 0,5-7-14 16,0-2-15-16,3 1-14 0,-2 1-8 0,-2 1-6 15,-1 2-6-15,-2 4-11 0,2 5-7 0,-3-2-4 16,-1 6-7-16,-2 2-2 0,-1-1-7 0,-1 4-8 0,-1-1-16 16,2 1-27-16,-3 5-36 0,1-9-40 0,-1 9-46 15,5-4-64-15,-5 4-51 0,0 0-67 16,0 0-48-16,0 0-21 0,0 0-305 0,0 0-753 15,0 0 334-15</inkml:trace>
  <inkml:trace contextRef="#ctx0" brushRef="#br0" timeOffset="2649.99">3888 1465 139 0,'-4'-2'288'15,"4"2"-26"-15,-1-11-14 0,1 7-17 0,0 4-28 16,5-10-20-16,-1 3-7 0,1 0-27 0,8 0-18 15,2-1-17-15,12-1-6 0,1-2-17 0,1 2-9 16,5 0-8-16,18 1-5 0,-1 1-13 0,-1 1-3 16,6 0-5-16,-5 3-7 0,-11 1-6 0,11-4 3 15,-13 3-5-15,-2 3-6 0,-6 0-3 16,0-3-2-16,-8 1-5 0,-9 2-11 0,1-1-4 16,-4 2-6-16,-2-1-11 0,-8 0-5 0,12 2-23 15,-12-2-23-15,9-3-30 0,-9 3-30 0,0 0-28 16,0 0-47-16,0 0-171 0,0 0-401 0,-29 6 179 15</inkml:trace>
  <inkml:trace contextRef="#ctx0" brushRef="#br0" timeOffset="3099.74">3902 2014 173 0,'0'0'196'0,"-5"3"6"16,5-3-9-16,0 0-14 0,0 4-10 0,0-4-15 15,0 0-11-15,22-4-12 0,-5 1-16 0,15 1-4 16,3-5-13-16,14 2-8 0,11-2 5 0,3-1-3 16,28-4-2-16,-28 9-7 0,-1-1-6 0,0-3-6 15,-6 4-5-15,-6-4-7 0,-16 3-4 0,0 0-6 16,-6 2-4-16,-8-1 0 0,-1-1 0 0,-9 3 8 15,-1 1 10-15,-1-4-2 0,-2 4 2 0,-6 0 1 16,12-4-9-16,-12 4-10 0,5-1-23 0,-5 1-36 16,0 0-34-16,0 0-43 0,0 0-46 0,-37 1-79 15,17 1-242-15,0-2-496 0,-1 2 219 16</inkml:trace>
  <inkml:trace contextRef="#ctx0" brushRef="#br0" timeOffset="3866.53">1850 2481 10 0,'-9'3'147'0,"9"-3"-16"0,0 0-13 0,0 0-6 16,0 0-11-16,0 0-10 0,0 0-3 0,0 0-1 16,0 0-13-16,0 0-9 0,0 0 3 0,0 0-14 15,0 0-7-15,0 0 2 0,0 0 0 16,24 3-14-16,-12-3 9 0,-1 0-9 0,7-3 1 16,5 3 4-16,4-3-4 0,6 1 2 0,5-1-3 15,2-1-4-15,16-1 6 0,7 1 5 0,0-2 0 0,31-4 10 16,3 1 3-16,9-1 6 0,5 3 4 0,-1-3 2 15,4 3-6-15,1 0 1 0,-5 1 0 16,5 0 3-16,-3 1 0 0,2-3-4 0,-5-1-5 16,-1 6-2-16,-3-1-8 0,1-4 4 0,-7 3 1 15,-1-3-4-15,7 2-9 0,-6-3 3 0,6 3-1 16,-4-1 2-16,-6-4-8 0,-1 3 2 0,-26 5-3 16,21-11-5-16,-29 12-1 0,3-3 0 0,-8-3-6 15,2 4 0-15,-6-1 0 0,-16 2-1 0,-4-4 4 16,-2 6 1-16,-10-1 1 0,1-2 0 0,-9 4 8 15,0 0 2-15,-11 0 1 0,15-3 9 0,-15 3 4 16,9 0 0-16,-9 0 2 0,0 0-4 0,11-3-5 16,-11 3-5-16,0 0-7 0,0 0-17 0,0 0-9 15,0 0-35-15,0 0-37 0,0 0-44 16,0 0-50-16,0 0-77 0,0 0-284 0,0 0-565 16,-45-4 251-16</inkml:trace>
  <inkml:trace contextRef="#ctx0" brushRef="#br0" timeOffset="15046.2">5906 1402 297 0,'0'0'421'15,"-4"-5"-18"-15,4 5-18 0,0 0-22 0,0 0-23 16,0 0-33-16,0-5-29 0,0 5-23 0,0 0-22 16,0 0-31-16,0 0-11 0,0 0-27 0,0 0-16 15,0 0-20-15,4-4-14 0,-4 4-11 0,0 0-26 16,0 0-35-16,0 0-52 0,0 0-56 0,0 0-66 15,0 0-79-15,0 0-97 0,0 0-313 0,0 0-673 16,0 0 298-16</inkml:trace>
  <inkml:trace contextRef="#ctx0" brushRef="#br0" timeOffset="15219.95">5937 2027 163 0,'2'4'355'0,"-2"-1"-16"0,0 2-8 16,0-5-24-16,-2 5-24 0,2-5-28 0,0 0-32 16,0 0-35-16,0 0-49 0,0 0-50 0,0 0-65 15,0 0-67-15,0 0-62 0,0 0-91 0,0 0-196 16,-3-13-425-16,5 8 187 0</inkml:trace>
  <inkml:trace contextRef="#ctx0" brushRef="#br0" timeOffset="15565.88">6400 1775 188 0,'-2'2'276'0,"2"-2"-31"0,0 0-15 16,-4 3-26-16,4-3-18 0,0 0-20 0,0 0-18 15,0 0-18-15,-3 2-13 0,3-2-12 0,0 0-10 16,0 0-6-16,10 3-10 0,2-4-3 0,7-1-8 16,-1 2 0-16,9-1-7 0,1 0-6 0,4-1-6 15,-3-2-7-15,-7 3-2 0,1 0-7 0,-2-2-2 16,-4 2 0-16,-4 1-5 0,1 1-3 0,-4-3-4 15,-2 2 1-15,-2 0-15 0,2 0-19 0,-8 0-25 16,8 0-43-16,-8 0-56 0,0 0-45 0,5 1-226 16,-5-1-441-16,0 0 195 0</inkml:trace>
  <inkml:trace contextRef="#ctx0" brushRef="#br0" timeOffset="16381.91">8755 1260 161 0,'-4'-4'359'0,"4"4"-10"0,0 0-16 16,0 0-9-16,0 0-16 0,0 0-14 0,-1-6-15 16,1 6-30-16,0 0-17 0,0 0-29 0,0 0-21 15,0 0-23-15,0 0-14 0,0 0-25 0,0 0-22 16,0 0-46-16,0 0-38 0,0 0-28 0,0 0-4 16,0 0-8-16,0 27 4 0,0-9-3 0,-1 6 12 15,0 7 3-15,1 4 1 0,-2-1 1 0,0 2 3 16,2 0 7-16,-2-4-9 0,0 0 5 0,2-3 6 15,0-1-4-15,-1-4 3 0,-1-7 2 0,1 3 1 16,0-8-3-16,-1-2 0 0,2 0-2 0,0-1 0 16,0-2 8-16,-2-2-2 0,2 0 0 0,-1 0 4 15,1-5 0-15,0 7 2 0,0-7-3 0,0 0-10 16,0 5 1-16,0-5-19 0,0 0-47 0,0 0-62 16,0 0-48-16,-11-14-66 0,5 4-289 0,0-4-572 15,-1-1 254-15</inkml:trace>
  <inkml:trace contextRef="#ctx0" brushRef="#br0" timeOffset="16555.98">8507 1271 351 0,'-3'-7'354'0,"-1"3"-15"16,2-1-36-16,0 0-14 0,0-2-28 0,2 7-28 15,0-10-30-15,4 3-14 0,5 0-27 16,4 1-18-16,4-1-13 0,12-3-38 0,3 5-28 15,4-1-46-15,-2 4-60 0,1 2-47 0,-1 6-54 16,0 0-61-16,-6 3-241 0,-3 1-481 0,-7 0 213 16</inkml:trace>
  <inkml:trace contextRef="#ctx0" brushRef="#br0" timeOffset="16717.96">8565 1852 178 0,'-5'6'338'0,"1"-1"-5"0,0-1-14 0,4-4-26 16,-4 5-24-16,4-5-22 0,0 0-37 0,0 0-15 16,46-8-15-16,-10 1-36 0,19-3-60 0,4-3-62 15,-1 0-87-15,5-2-117 0,-8 3-246 0,1-1-463 16,-5-5 205-16</inkml:trace>
  <inkml:trace contextRef="#ctx0" brushRef="#br0" timeOffset="17446.96">9256 1562 100 0,'-2'-5'330'0,"4"0"0"0,-4 1 1 16,2 4-12-16,-2-6 1 0,0 2-16 0,2 4-11 15,0-7-22-15,0 7-23 0,-2-3-19 0,2 3-26 16,0 0-26-16,0 0-22 0,-1-4-10 0,1 4-29 15,0 0-33-15,0 0-27 0,0 0-40 0,0 0-16 16,0 0-3-16,0 16 6 0,0-6 0 0,-3 2 1 16,3 3-4-16,-2 4 1 0,2 0 4 0,-4 8-1 15,3-2 1-15,-3-7-4 0,4-1 1 0,0 0 1 16,-4-1 3-16,4-3-3 0,0-1 2 0,2-3-6 16,-4-1 5-16,2-3-4 0,0 0 6 0,0 0 15 15,0-1 29-15,0-4 31 0,4 5 34 0,-4-5 7 16,0 0-17-16,0 0-8 0,11-14-10 0,-3 2-11 15,0-3-1-15,4-2-13 0,4-7 0 0,-2 2-18 16,4-1-2-16,-6 1-6 0,2 6-2 0,-3 7-5 16,-2-3 0-16,-4 4-2 0,0-1-13 0,0 5-4 15,-1-1-6-15,-1 1-2 0,-1 3-8 0,2 1-24 16,-4 0-14-16,0 0-3 0,12 6 2 0,-7 2 18 16,1 4-18-16,-1-2 13 0,3 6-3 0,-2 0 11 15,-1 2 13-15,1 0-15 0,-3 1 3 0,1 0 11 16,2-2 3-16,-3-7 2 0,2 1-9 0,-4-1 4 15,2-3 10-15,-2-2 6 0,1-2-5 0,-1 3 9 16,0-4 32-16,-1-2 32 0,4 4 22 0,-4-4-6 16,0 0-10-16,10-16-10 0,-5 6-9 0,3-5-4 15,2 1-3-15,0-5-9 0,2-3-2 0,1 5-7 16,-7 2-5-16,3 1-2 0,-1 4-3 0,-2 0-3 16,-2 1-6-16,0 6-4 0,0-4-6 0,-1 4-7 15,0-1-6-15,1 4-24 0,-4 0-2 0,10 0 4 16,-5 4-10-16,4 1-2 0,-1 1-1 0,2 3 1 15,3 3-27-15,1 0-36 0,-3 0-44 0,4 0-49 16,-2 1-71-16,3-2-85 0,-6-3-363 0,-1-3-776 16,0 0 344-16</inkml:trace>
  <inkml:trace contextRef="#ctx0" brushRef="#br0" timeOffset="19613.96">10234 1533 153 0,'1'-7'233'0,"3"-2"-6"0,-3 1-8 16,2-1-12-16,-3 1-8 0,0-1-5 0,-2 3-10 15,2-1-4-15,-1 0-8 0,0 4-26 0,0-4-7 16,-2 2-16-16,0 2-15 0,0-2-8 0,-1 3-19 16,-3 2-11-16,-4 2-7 0,-1 3-11 0,0 5-4 15,-4 0-5-15,-2 5-4 0,0 4-7 0,-1 3-1 16,1-2-3-16,0 2-2 0,2 1-5 0,2 3 3 15,0-4-4-15,1 0-5 0,7-4 1 0,-1-1-8 16,0-3-2-16,0-2-6 0,6-2 1 0,-3-1-3 16,3 1 2-16,1-5 9 0,0 0 9 0,1-1 10 15,-1-1 13-15,0-3 15 0,0 0 1 0,14-6 5 16,-5-3 0-16,3 1-1 0,1-6-15 0,0 0 13 16,3-2-19-16,-4 0 7 0,-1 2 1 0,1 0 16 15,-3 1-5-15,-1 4-2 0,-1 6 8 16,1-5-1-16,-4 4-9 0,0 2-1 0,-3-3 1 0,-1 5-20 15,8-5-10-15,-8 3-13 0,0 2-11 0,4-3-19 16,-4 3 0-16,0 0 2 0,0 0-2 0,10 9 4 16,-5-2 0-16,0 2 3 0,3 2-9 0,2-1-19 15,-1 4-25-15,3 1-26 0,-1-4-34 16,2 2-38-16,5-1-60 0,-3-2-68 0,0 0-255 16,3-8-589-16,0 2 260 0</inkml:trace>
  <inkml:trace contextRef="#ctx0" brushRef="#br0" timeOffset="20498.05">10792 1464 174 0,'-4'-9'244'15,"3"-1"-9"-15,1 3-5 0,-3 0-8 0,0-2-23 16,1 4-16-16,-2 0-26 0,-1-1-10 0,0 0-16 16,-7 1-21-16,1 1-9 0,1 2-9 0,-5 1-11 15,-3 1-11-15,1 0-8 0,-2 3-3 0,1-2-12 16,-1 3-4-16,1 2-4 0,4 4-5 0,-4 2-3 16,5-2 4-16,0 4-9 0,3-2-20 0,1 0-10 15,4-2-14-15,-1 5 2 0,3-3-5 0,2 0 2 16,2-2 2-16,8 2 0 0,-4-4 3 0,4 0 5 15,1-3-4-15,7 2 3 0,-3-6 0 0,-1 1 6 16,7-4-6-16,1-1 5 0,-3-2-1 0,1-2 6 16,-4 0 5-16,2-5 15 0,-3 0 7 0,-5 4 6 15,1-1 12-15,2-4 13 0,-6 3 16 0,-2 1 4 16,2 0 5-16,1 3 9 0,-4-1-3 0,0 3-5 16,0 1-8-16,-3 3-12 0,3-7-5 0,-3 7-22 15,4-2-27-15,-4 2-28 0,0 0 0 16,0 0-2-16,5 14 1 0,-4-4 4 0,-2 7-2 15,1 3 3-15,-6 9 8 0,3-2-8 0,2 5 4 0,-1 2 1 16,-4 2 7-16,5-3 1 0,-7 2-3 0,5-1 0 16,-2 0 2-16,1-2 1 0,-1-3 8 0,1 0-4 15,0-3 5-15,-1-1-4 0,-1-6-1 0,0 0 3 16,1-4-6-16,-2-3 3 0,1 0 0 16,1-2 3-16,-5-1 9 0,1-1-2 0,-1-1 10 15,-2-2-2-15,-4-1 6 0,-2-3 3 0,-1 0 1 16,-2-5-3-16,2 2 0 0,0-3-3 0,1-2 7 0,-1-2 7 15,5-2 0-15,-1 0 0 0,3-2-3 16,3-4-13-16,-1-8 0 0,6-3-12 0,4 1-8 16,4-2-3-16,11-2-9 0,6-11-10 0,7 4-3 15,5 1-6-15,8 4 2 0,0-1 1 0,6 7 5 16,0-2 4-16,1 5-5 0,0 2 1 0,-11 8 4 16,8-7 1-16,-14 8-1 0,-3 1 2 0,-1 0 2 15,-6 1 3-15,-7 4 4 0,-1 0 0 0,0 0 14 16,-4 3 7-16,-4 1 14 0,4 2 2 0,-4-3 5 15,-1 2 0-15,-4 2 5 0,8-3-6 0,-8 3-6 16,0 0-4-16,7-2 2 0,-7 2-8 0,0 0-7 16,6-3-3-16,-6 3-10 0,0 0-6 0,0 0-5 15,0 0 1-15,0 0-1 0,3 12-1 0,-3-5 0 16,-1 1 6-16,-2 3 2 0,1 5-2 0,-1-2-1 16,-1 1 12-16,2 4-12 0,-2-2 6 0,4 0 0 15,-1 2 9-15,-2-2-12 0,3 2 6 0,0-1-2 16,0-1 3-16,0-1 6 0,0-4-8 0,0 0 3 15,0-2-3-15,0 0 1 0,-1-3-3 0,2-3 3 16,-1 2-2-16,3-1 3 0,-3-5 2 0,-3 7 10 16,3-7-3-16,0 0 1 0,0 7 1 0,0-7-3 15,0 0 5-15,0 0-19 0,0 0-30 0,0 0-34 16,0 0-29-16,0-22-39 0,0 9-50 0,0-7-66 16,4 0-280-16,-4-9-573 0,5-2 254 0</inkml:trace>
  <inkml:trace contextRef="#ctx0" brushRef="#br0" timeOffset="20643.98">11054 1284 214 0,'-4'-3'323'15,"0"0"-6"-15,4 3-26 0,-2-6-13 0,-1 5-23 16,3 1-20-16,-5-2-27 0,5 2-20 16,0 0-24-16,0 0-34 0,0 0-53 0,0 0-41 15,0 0-45-15,0 0-66 0,0 0-49 0,10 12-75 0,-7-4-187 16,1 1-416-16,-3-4 185 0</inkml:trace>
  <inkml:trace contextRef="#ctx0" brushRef="#br0" timeOffset="21996.94">11352 1389 2 0,'0'0'288'0,"0"0"-15"0,-2-4-31 0,2 4-21 15,0 0-30-15,0 0-15 0,-1-4-29 16,1 4-12-16,0 0-25 0,0 0-11 0,0 0-12 16,-2 12-6-16,0 0-12 0,2 2-5 0,-1 2-7 15,0 1-7-15,-1 1-2 0,1 3-5 0,0-3-5 16,-1 1-3-16,0-1-5 0,1 0-1 0,0-1-4 16,-1-4 1-16,1-2-5 0,1-2-3 0,0-1 1 0,0-2-2 15,0 0 5-15,-1-1 23 0,1 0 32 16,0-5 38-16,0 0 34 0,-3 3 43 0,3-3-7 15,0 0-16-15,0 0-21 0,13-17-11 0,-5 7-12 16,1-3-16-16,2 0-9 0,-1-2-15 0,4-8-2 16,-2 8-8-16,-2 0-5 0,0-2-13 0,0 3-8 15,-2 2 1-15,-3 3-4 0,0-1-6 0,2 3-13 0,-5 2 3 16,2 1-4-16,-3 0-4 0,2-1-16 16,-3 5-24-16,5-4-15 0,-5 4-27 0,0 0-8 15,0 0 0-15,0 0 9 0,12 9 8 0,-6-1 10 16,-1 2 0-16,4 3-9 0,0-1-1 0,5 1-2 15,0 3-5-15,8-1-4 0,2 1 6 0,3-4-5 16,2-2-1-16,7 1-9 0,-4-6-8 0,4-1-7 16,1-2 0-16,0-3 4 0,1-1 1 0,-2-5 6 15,-5-1 8-15,-3 2 7 0,1-9 3 0,-5 4 14 16,-2-4 13-16,-5 3 14 0,-4-2 17 0,1-3 14 16,-5 2 13-16,-2 0 13 0,-3 6 9 0,1-5 14 15,-4 3-3-15,-1 1-12 0,-1 1 1 0,1 1-7 16,-5 1-2-16,1 2-6 0,-1 1-8 0,0-1-3 15,-3 3-3-15,-3 1-6 0,-2 1-5 0,-1 3-2 16,-4 4 1-16,0-1 4 0,-7 6-7 0,8-1 1 16,2 5-9-16,2-1-6 0,-6 3 1 0,3-4-13 15,0 7-5-15,4-11-9 0,7 3-3 0,-4-4-11 16,3 1 3-16,2-2-1 0,2 1 9 0,-2-4 2 16,4 0 15-16,0-5 1 0,6 7 12 0,1-3 2 15,5-3 1-15,2-1 0 0,5-3-4 0,2 1 13 16,-2-1-11-16,3-2 6 0,-1 1-1 0,-1 0 0 15,-1-2 4-15,-1 1 4 0,0-2-2 16,-8 4 2-16,3-1 1 0,-6 4-1 0,1-3-2 0,-3 3 9 16,4 0-7-16,-4-2-4 0,0 0-2 0,-5 2-9 15,9-1-18-15,-9 1-27 0,8 1-3 0,-8-1-19 16,5 5-34-16,-4-3-46 0,-1-2-39 0,4 8-50 16,-1-7-174-16,-3-1-452 0,1 8 199 0</inkml:trace>
  <inkml:trace contextRef="#ctx0" brushRef="#br0" timeOffset="22346.64">12288 1384 264 0,'0'-6'326'0,"2"2"-8"0,0 1-41 15,0-1-31-15,-2 4-32 0,2-4-15 0,-2 4-29 16,5-1-16-16,-5 1-15 0,9 5-19 0,-4-1-2 15,3 3-25-15,-2 3-3 0,2 3-8 0,1 0-8 16,0 4-11-16,-3 3 5 0,1-3-15 0,-2 2-2 16,-3 2-6-16,-2-1-6 0,4-2-1 0,-4 7-1 15,-1-8-5-15,-2 1-1 0,1-6-7 0,-3 4-2 16,2-5-1-16,-1-2 0 0,2-1 0 0,-1-3 1 16,3 1 3-16,0-6 45 0,-1 5 43 0,-2-3 53 15,3-2 42-15,0 0-11 0,0 0-25 0,0 0-3 16,0-18-19-16,3 8-10 0,-2-3-13 0,4-6-15 15,3 1-7-15,1-8-16 0,0 1-6 0,5-5-12 16,-4 5-20-16,2 3-7 0,-5 5-14 0,3 1-23 16,-3 6-39-16,2-4-42 0,2 2-56 0,-2 3-57 15,2 1-81-15,1 3-50 0,2-2-73 0,-1 2-310 16,1 3-758-16,0 1 336 0</inkml:trace>
  <inkml:trace contextRef="#ctx0" brushRef="#br0" timeOffset="22929.98">12607 1401 86 0,'0'0'358'0,"-4"-5"-4"0,4 5-22 0,-4-4-15 0,4 4-30 16,0 0-31-16,-4-4-27 0,4 4-22 0,0 0-23 16,0 0-20-16,0 0-23 0,0 0-30 0,19-3-37 15,-19 3-20-15,21 6-27 0,-10-2-21 16,-2-2-23-16,1 3-13 0,0-2-21 0,-1 1-12 15,2-3-13-15,-1 3 10 0,0-4 1 0,-1 5 8 16,0-5 0-16,-3-2 15 0,2-1-2 0,0 3 11 16,-2-1 1-16,4-3 16 0,-2-3 14 0,-3 3 19 0,3-3 12 15,1 0 19-15,0-1 17 0,-5 3 13 16,2-3 12-16,-2 3 11 0,0-3 9 0,-2 4 8 16,2 0-5-16,-1 1 3 0,-3 3-18 0,3-7-9 15,-3 7-17-15,3-4-13 0,-3 3-14 0,0 1-22 16,0 0-26-16,0 0-14 0,8 6 3 0,-6 5-3 15,3 1-2-15,-2 5-3 0,-1 12 6 0,2 3 7 16,-2 2-6-16,-1 2 8 0,0 12-3 0,0 1 3 16,-3-14 0-16,-3 14 3 0,2-15 0 0,-6 3-1 15,2-4 2-15,-2 1 2 0,0-5 1 0,-3 0 2 16,3-3-2-16,-1-2 11 0,0-10-14 0,1 0 8 16,1-3 10-16,-2-3 13 0,-3-1 5 0,-5-1 8 15,2-2 5-15,-6-4 20 0,2-3 24 0,0-1 46 16,0-1 39-16,3-5 21 0,7 3 4 0,0-8-4 15,2-4-1-15,2-3-15 0,7-7-19 0,4-5-17 16,13-12-20-16,9-7-17 0,6 6-17 0,19-20-14 16,-16 26-4-16,4 3-12 0,-2 2-5 0,2 0-8 15,-11 16-6-15,3-2-7 0,-2 3-2 0,-4 4-2 16,1 0-5-16,-10 7-2 0,-2 0-3 0,-3 3-4 16,-1-2-8-16,-5 4-1 0,1 1-13 0,-3-1-26 15,0-1-44-15,-4 4-50 0,6-2-59 0,-1 1-68 16,-5 1 13-16,0 0-9 0,-6 10-25 0,-2-2-50 15,-2 1-83-15,-5 3-300 0,-1-5-765 0,2 0 339 16</inkml:trace>
  <inkml:trace contextRef="#ctx0" brushRef="#br0" timeOffset="25013.87">14208 1494 7 0,'0'0'172'0,"0"0"-14"0,0 0-18 0,-7 0-6 15,7 0-18-15,0 0-8 0,0 0-9 0,0 0-11 16,0 0-5-16,18-7-7 0,-6 5-3 0,4-3-14 16,2-5-2-16,4 3-12 0,-3 0 1 0,9-5-7 15,0-1-5-15,-2-1-2 0,2 2 1 0,-3-4-1 16,2 3 3-16,-5-2-1 0,1 0 20 0,-9 3 8 16,0 3 15-16,-5-2 7 0,0 5 45 0,-3-4 2 15,0 5-5-15,-4-3-9 0,2 2-4 0,-4 1-14 16,0 0-22-16,-1 0-2 0,-7 3-12 0,-1-1-10 15,-5 1-6-15,-4 5-3 0,-4 0-6 0,-7 3-4 16,-3 3-8-16,-4 3-2 0,3 1-4 0,-1 3 0 16,-1 4-7-16,3-1 1 0,-7 8-4 0,13 0 2 15,2-5-2-15,6 1 1 0,0 0 0 0,4 3-5 16,5-2-5-16,5-7-14 0,4 0 11 0,4 0 5 16,6-2 4-16,6-4 5 0,10 1 5 0,6-3-17 15,19-3 13-15,7-4 2 0,1-2-4 0,3-1 2 16,1-4-3-16,-4 3 3 0,-3-3-7 0,-18 1 0 15,-1-2 1-15,-1 5 2 0,-8-4-5 0,-7 1 2 16,-9 2-4-16,2 2 11 0,-5-3 12 0,-2 3 14 16,-1-2 13-16,2-1 8 0,-8 3 8 0,9-3-2 15,-9 3-9-15,4-2-7 0,-4 2-7 0,0 0-17 16,0 0-19-16,0 0-7 0,0 0-13 0,0 0-30 16,0 0-20-16,-19 0-31 0,19 0-33 15,-12 2-38-15,12-2-41 0,-8 0-50 0,8 0-241 0,-8-4-538 16,8 4 238-16</inkml:trace>
  <inkml:trace contextRef="#ctx0" brushRef="#br0" timeOffset="26279.27">15339 1247 19 0,'-2'-5'366'0,"2"5"-18"16,-1-7-13-16,1 7-19 0,0-5-28 0,0 5-21 15,0-4-42-15,0 4-10 0,0 0-27 0,0 0-19 16,0 0-22-16,0 0-21 0,0 0-13 0,0 0-17 16,0 0-9-16,0 0-20 0,0 0-10 0,0 14-8 15,1-3-8-15,-1 2-3 0,2 4-3 0,-5 3-4 16,3 6-2-16,-2 6-7 0,0-3 3 0,0 2-4 15,2-2 1-15,-2 0-3 0,2 0-4 0,-2-4 4 16,3 0-5-16,0 0-5 0,1-5 3 0,0-4-2 16,-2-3 3-16,2 2-1 0,-2-6-5 0,0 0 1 15,2-2 2-15,-2-1 2 0,0 1-15 0,0-5 15 16,1 4 2-16,-1-6 2 0,0 0 28 0,0 0 8 16,-1 7 18-16,1-7 10 0,0 0 20 0,0 0 5 15,0 0 18-15,0 0 7 0,0 0-8 0,0 0-17 16,0 0-12-16,0 0-7 0,1-25-12 0,1 11-8 15,0-6-31-15,-4 0-11 0,0-6-16 16,1-3-11-16,-8 0-9 0,5-2-5 0,-5 2-1 16,2-1-5-16,-5 2-4 0,-2 2 6 0,-1 2-3 0,-7 2 2 15,3 2 7-15,-3 2-8 0,2 1-9 0,4 5 6 16,-2 3 11-16,3 2-7 0,-3 0 8 0,3 2-3 16,3 3-1-16,1-1-9 0,-2 3-16 0,3 0-1 15,1 2-7-15,0 1-6 0,0 2-9 16,3 2-1-16,-2 0-10 0,2 1 6 0,1 1 0 15,5 1 10-15,-3 4 4 0,7-4 3 0,1 7 11 16,1-7 3-16,7 4 6 0,4-4 4 0,1 0 9 0,10 0-2 16,6-5 7-16,20-1-1 0,-1-2 8 0,0-3-3 15,-14-2 1-15,14-3 4 0,-15-1 2 16,-1 2-3-16,13-6 1 0,-17 3-13 0,-1-4 9 16,-5 2 13-16,1-2-2 0,-11 1 3 0,-2 5 22 15,-3-2 22-15,-2 4 18 0,0-4 4 0,-2 2-1 16,-4 3 18-16,1-1 5 0,-1 1-7 0,1 0-1 15,-4 1 3-15,3 0-5 0,-4 2-11 0,4-5-6 16,-4 5-9-16,2-2-9 0,-2 2-2 0,0 0-13 16,0 0-2-16,5-4-12 0,-5 4-15 0,0 0-3 15,0 0-23-15,0 0-7 0,0 0 0 0,0 0 3 16,0 0 1-16,6 11 7 0,-6-6-8 0,0 0 12 16,0 2-8-16,0-1 14 0,-2 2-6 0,4 4-2 15,-2-4 10-15,-2 4 6 0,5-1-6 0,-2 0 5 16,3 1-8-16,-4 0 8 0,2 0 6 0,0 0-6 15,0-3 2-15,1 1-3 0,-1-2-13 0,0-1-3 16,0-5 1-16,-2 6 2 0,3-6 0 0,-3-2 2 16,1 6 9-16,-1-6 1 0,0 0 4 0,13-1-1 15,-13 1-11-15,15-10 6 0,-5 3 10 0,8-4-15 16,1 1-13-16,3-5-9 0,-3 5-8 0,0-2 3 16,3-2-1-16,-4 6 3 0,9-5-2 0,-2 2-3 15,-4 6 11-15,-5-2 3 0,6 2 3 0,-4 2-1 16,0 0-2-16,-5-1 9 0,-1 2-4 0,-1-1 5 15,-1 1-2-15,-1 1 4 0,-5 1 8 0,2-1-3 16,-6 1-3-16,8 0-1 0,-8 0 6 0,6-1 7 16,-6 1 5-16,0 0-14 0,0 0 27 0,0 0 5 15,0 0 19-15,12-3 4 0,-12 3-2 0,0 0 13 16,0 0-4-16,0 0 0 0,0 0-5 0,0 0-1 16,0 0 2-16,0 0 5 0,0 0-4 0,0 0-6 15,0 0 0-15,2-4-10 0,-2 4 4 16,0 0-6-16,0 0-2 0,0 0-2 0,0 0-3 15,0 0-3-15,0 0 0 0,0 0-7 0,0 0-4 0,0 0-2 16,0 0 5-16,0 0-12 0,0 0 5 0,0 0-7 16,0 0 2-16,0 0-4 0,0 0-4 0,0 0 3 15,0 0-12-15,0 0-1 0,0 0 1 0,0 0-4 16,0 0-5-16,4-2-10 0,-4 2 5 16,0 0-5-16,0 0-7 0,0 0-11 0,0 0-9 15,0 0-6-15,0 0-2 0,0 0 4 0,0 0 8 16,0 0 4-16,0 0 9 0,0 0 5 0,0 0 7 0,0 0-2 15,0 0 7-15,0 0 3 0,0 0 9 16,0 0-1-16,0 0-1 0,0 0 6 0,0 0-4 16,0 0 7-16,0 0-1 0,0 0 3 0,0 0-6 15,0 0 7-15,0 0-14 0,0 0-2 0,0 0-9 16,0 0-8-16,0 0-20 0,0 0 9 0,0 0 4 16,0 0-10-16,0 0 7 0,0 0-10 0,0 0-13 15,0 0-26-15,0 0-24 0,0 0-23 0,0 0-41 16,0 0-65-16,0 0-160 0,0 0-446 0,-27 2 198 15</inkml:trace>
  <inkml:trace contextRef="#ctx0" brushRef="#br0" timeOffset="27045.83">15726 1281 64 0,'-4'-2'295'0,"4"2"12"0,-4-6-11 0,4 2-15 16,0 4-18-16,-4-6-19 0,4 6-21 0,-1-4-19 15,1 4-19-15,-1-4-19 0,1 4-17 0,0 0-14 16,-4-3-16-16,4 3-18 0,0 0-5 0,0 0-18 16,0 0-12-16,0 0-13 0,0 0-14 0,0 0-11 15,0 0 0-15,-3 12-2 0,1-5-7 0,-1 3-10 16,1 3 10-16,-1 1-10 0,1 2 8 0,-4 4 2 15,5-3-7-15,1 7 1 0,-1-4-4 0,-1-1 3 16,5 1 2-16,-2-1-3 0,2-2 1 0,0-1-1 16,0-3 6-16,0-1-2 0,2-2 1 0,4-1 4 15,-3-4-1-15,2 1 7 0,5-2 4 0,0-2 0 16,-2-3 1-16,3 0 11 0,4-3 1 0,0-5 2 16,1 0 4-16,4-7-5 0,-1-1 1 0,-3-6-7 15,2 1-7-15,-2 1 5 0,-2-3-4 0,1-1 5 16,0 4 18-16,-5-1 4 0,-4 5 9 0,5 2 10 15,-6-1 4-15,-3 3 12 0,1 3 12 0,-3 1 12 16,-1 2 5-16,1-1 3 0,-2 1-6 0,-1 2-8 16,0 3-11-16,3-3-13 0,-3 1-9 0,4 1-12 15,-4 3-7-15,2-3-9 0,-2 3-15 16,3-2-16-16,-3 2-17 0,0 0-17 0,0 0-20 16,0 0-20-16,0 0-19 0,0 0 5 0,0 0 8 0,0 0 3 15,0 0-2-15,0 14 13 0,-3-6-2 0,3 0 9 16,-5 1 2-16,4 0 7 0,-2 3 1 0,-1-2 4 15,4 2 2-15,-2 0 5 0,-1-2 5 16,-2 2-6-16,5 1 7 0,-1 0 2 0,-2-2 3 16,2-1-4-16,1 0 2 0,-1 1 3 0,2-4-2 15,-1 0 3-15,0 1-1 0,0-1 6 0,0-7 0 16,0 7 3-16,0-7 1 0,1 9 1 0,-1-9 0 0,3 6 4 16,-3-6 1-16,9 6 2 0,-4-1 2 0,0-3-5 15,3 1 6-15,2-2 1 0,0 1 5 16,2 3-15-16,3-3-24 0,3-2-40 0,2 3-70 15,3-6-81-15,9 1-116 0,-4-6-425 0,7-2-811 16,-2-3 359-16</inkml:trace>
  <inkml:trace contextRef="#ctx0" brushRef="#br0" timeOffset="27896.05">16606 1320 164 0,'0'-7'341'0,"-1"2"-20"0,0-2-18 0,-1 0-17 16,0 1-33-16,-2-1-21 0,-1 3-29 0,-1 0-21 16,-5 0-22-16,0 2-25 0,-7 2 22 0,0 2-20 15,0 1-10-15,-9 6-17 0,3 3-12 0,1 0-8 16,4-2-12-16,-5 8-5 0,7-4-14 0,-1 6 3 15,1 1-12-15,2 3 0 0,5-7-19 16,4 0-5-16,-2 0-5 0,6 0-5 0,4-5-6 16,2-3 8-16,1 2 0 0,5-2 3 0,1-4 9 0,6-1 2 15,2-1 7-15,0-7 8 0,4-1 4 0,-5-3 3 16,4 1 4-16,2-5 12 0,-2-5 3 0,1 1-1 16,-4-2-2-16,-1 1-1 0,-1-3 1 0,-4 4-6 15,-1 3-1-15,-4 0 10 0,-2 5 6 16,1-1 2-16,-2 5-3 0,-1-1-11 0,-1 1-7 15,1-3-13-15,0 7-13 0,-4-3-16 0,0 3-15 16,0 0-22-16,7-4-23 0,-7 4 1 0,0 0-1 0,0 0 10 16,14 7-6-16,-11 2 5 0,4-2 3 0,-1 3-4 15,-1-2-6-15,3-1-9 0,-2 2 0 16,2-1 1-16,-3-1 3 0,4-4 2 0,-5 1 12 16,1 0-5-16,0-1 21 0,-5-3 11 0,9 0 5 15,-9 0-5-15,12-4 22 0,-3-4 4 0,-4-1 15 16,0-1 6-16,4-5-3 0,-3-2-1 0,1-1-8 15,0-8 5-15,1 1-1 0,-3-2-5 0,0-2-10 16,-2-1 10-16,6-1 8 0,-4-1 4 0,-3 4 9 16,-1 1 17-16,1 1 15 0,0 9 5 0,0 0 3 15,-2 7-5-15,0 0-7 0,-2-2-6 0,2 7-8 16,2-4-9-16,-2 4-10 0,0 2-11 0,0-1-18 16,0 4-20-16,2-3-34 0,-2 3-32 0,0 0 14 15,0 0-2-15,0 15 5 0,-2-4 3 0,0 9 6 16,-8 6 0-16,8 2 10 0,-2 3-4 0,1 0 10 15,-3 0 2-15,1 2-3 0,3 0 7 0,1-4 7 16,-2 2 4-16,3-4 5 0,0 0-6 0,2-3 4 16,-1-7 0-16,3 1 1 0,0-2 2 0,-2-4 14 15,2-1 4-15,0 0 10 0,1-1 5 0,3-3 6 16,3-2 3-16,4-1 2 0,1-1-1 0,4-2-14 16,10-2-25-16,-1-2-50 0,6-5-67 0,-1-4-115 15,17-6-171-15,-1-4-375 0,-1-4-844 0,-7-1 374 16</inkml:trace>
  <inkml:trace contextRef="#ctx0" brushRef="#br0" timeOffset="28712.18">18335 1126 166 0,'1'-7'278'0,"-1"7"-35"0,0 0-24 15,0 0-22-15,0 0-30 0,13 8-11 0,-8 0-17 16,4 3-9-16,-4 5-13 0,3 0-12 0,0 7-9 16,-2 2-10-16,-1 1-9 0,-1 1-5 0,-3-1-11 15,-1-1-1-15,4 4-8 0,-5-3-1 0,-3 1-11 16,1-8 2-16,2-5-9 0,1 3 3 0,0-5-3 15,-2-6-3-15,0 6 32 0,1-7 19 0,1-5 40 16,-4 9 38-16,4-9 46 0,0 5 45 0,0-5 34 16,0 0 24-16,0 0-24 0,0 0-32 0,0 0-29 15,-2-26-18-15,4 10-19 0,3-2-20 0,3-6-14 16,1-5-21-16,1-1-13 0,0 1-16 0,7-3-7 16,-4 2-5-16,-3 4-16 0,4 3-5 0,-8 6-6 15,1 1-11-15,-3 4-6 0,2 6-3 0,-3-4-3 16,-1 6-13-16,1-1-21 0,-1 0-36 0,-2 5-43 15,4-7-53-15,-3 5-53 0,-1 2-43 16,0 0 11-16,0 0-10 0,0 0-20 0,16 19-24 16,-14-9-23-16,1-1-20 0,1 3-37 0,-1 0-34 15,1-1-237-15,0 2-666 0,-1-3 294 0</inkml:trace>
  <inkml:trace contextRef="#ctx0" brushRef="#br0" timeOffset="29445.96">18914 1195 337 0,'0'0'369'0,"0"-6"-23"16,0 6-32-16,0 0-23 0,-4-6-36 0,4 6-29 16,0 0-38-16,0 0-10 0,0 0-24 0,0 0-20 15,0 0-11-15,-10 12-13 0,1-6-9 0,4 4-11 16,-3 0-10-16,3-1-9 0,0 3-6 0,-4 1-8 15,1 3-1-15,3-3-4 0,1 1-12 16,3 1 0-16,-3-1-4 0,5 1-5 0,-1-5-4 0,4 0-16 16,-4-1 12-16,4 0-1 0,4-1 2 0,-3-4 2 15,5 1 8-15,2-2-1 0,1-2-9 0,1-1 2 16,0-1 3-16,-2-3 7 0,5-4-9 0,-4 1-3 16,1-1 9-16,0-4-8 0,-1 0 7 0,-2-3-3 15,-2 0-10-15,0-2-3 0,-2 0-8 16,-4 1 2-16,2-1-10 0,-5-1-8 0,-5 2 0 15,0 0-21-15,0 5 24 0,-4 0-1 0,0 1-7 16,-4 0 9-16,3 1-10 0,-3 3 3 0,3-1 5 16,-4 3-17-16,7 1 3 0,0-1-20 0,2 3-15 15,5 1-20-15,-9 0-8 0,9 0-6 0,0 0 8 16,-8 5 6-16,8-5 8 0,8 10 3 0,2-5 8 16,7 1 3-16,8 4 3 0,6-6-7 0,7 3 7 15,14-2 3-15,-1-3-14 0,1 0-5 0,-1-2-4 16,0-2-13-16,2 2 8 0,-16-2 6 0,0-1 6 15,-1 1 9-15,-2-6 3 0,-7 5 12 0,-5-2 26 16,-5 0 29-16,-5 1 35 0,-2 1 18 0,-2 1 15 16,-1-6 8-16,-3 4-3 0,0 0 8 0,-2 0-17 15,-2 4-20-15,-3-8 5 0,3 8-4 0,-7-6-10 16,2 2-6-16,-2 1-3 0,-1 2-9 0,-2 0-1 16,10 1-6-16,-22 2-3 0,12-2-3 0,-3 4-2 15,4 0-5-15,-4 1-6 0,3 1 5 0,-4 2 0 16,5 1-7-16,-1-1-1 0,4 3 2 0,-1-2 0 15,1 3-22-15,0-1 18 0,4-1 3 0,2 1-4 16,0 0 1-16,3-2 12 0,4 0-6 0,2 2 13 16,4-4-6-16,5 0 4 0,1 1 0 0,-1-3-2 15,1-1 6-15,4-4-5 0,-5 3 1 16,1-6-5-16,-1 1-2 0,-4-1 21 0,-1-1-11 16,-2-1 16-16,0-2-3 0,-1-1-7 0,-3-2 3 15,1-1-11-15,-3 1-11 0,-1-7-16 0,-2 5-9 16,-4 0-19-16,-2-5-22 0,-1 6-6 0,-4-1-19 0,-3 0-10 15,-3 1-17-15,-2 3-15 0,0 1-12 16,-1 1-23-16,0-2-31 0,8 5-51 0,0-1-220 16,2 2-500-16,3-1 221 0</inkml:trace>
  <inkml:trace contextRef="#ctx0" brushRef="#br0" timeOffset="30095.36">20083 793 342 0,'0'0'409'15,"1"-20"-32"-15,-1 20-44 0,0 0-36 16,0 0-34-16,0 0-33 0,4-17-60 0,-4 17-28 16,0 0-15-16,0 0-13 0,0 0-7 0,0 0-14 0,-5 56-6 15,-1-25-6-15,3-1-24 0,-3 3 12 0,-2 1-24 16,2 11 15-16,0-10-11 0,0-3-5 0,2 1-5 15,-1-3-2-15,1 0 2 0,1-5-6 16,1-6-17-16,0 0 16 0,-2-8-10 0,3 1 3 16,-2-3-3-16,2-2-2 0,0 1 3 0,1-4 1 15,0-4 10-15,-3 8 12 0,3-8 33 0,0 0 9 16,0 0-17-16,-5 4 6 0,5-4-14 0,0 0-2 16,-18-11-4-16,9 6-10 0,-1-4-7 0,-4-2-15 15,-2 0-3-15,1 0-8 0,1 2 2 0,0-1 9 16,1-4-7-16,-2 6-3 0,7-1 2 0,1 3-12 15,-1-3 4-15,2 6 8 0,1-1 14 0,1-1-10 16,1 3 5-16,3 2-17 0,-1-8-26 0,1 8-5 16,10-7-9-16,3 3-6 0,6-2 3 0,9-1 7 15,4 2-9-15,5-2-6 0,0 2-1 0,3 0-1 16,13-2-11-16,1 2 4 0,-1-2-6 0,-15 2 3 16,-1-1 5-16,-1 0 2 0,-2 0 3 0,-6-1 2 15,-10 3 8-15,0-1 9 0,-4-1 18 0,-5 3 14 16,-1 0 18-16,-1 1 8 0,0-1-6 0,-3-1 11 15,-4 4-11-15,3-6-10 0,-3 6-3 0,0 0-1 16,-7-5 6-16,7 5-9 0,-18 1 3 0,6 2-5 16,1 1-7-16,-2 1 0 0,-1 2-5 0,1-2 2 15,-1 7 1-15,0-1-7 0,5 2 8 0,0-1-9 16,-2 1 6-16,6 4 3 0,-2-3-3 0,5 5 3 16,0-1 0-16,6-2-5 0,5 1 12 0,-2-2-11 15,5 2 9-15,1-3-14 0,6 3 13 16,3 0 4-16,-8-5 0 0,3 0 2 0,-8-3-7 15,0-1-5-15,-3-1 7 0,2-2-8 0,-5-2 5 16,3 0-2-16,-6-3-3 0,1 9 11 0,-1-9-1 16,-18 7-2-16,-4-5-38 0,-15 6-59 0,-18-1-93 0,-1-4-137 15,-3-1-278-15,-1-6-650 0,5-2 287 16</inkml:trace>
  <inkml:trace contextRef="#ctx0" brushRef="#br0" timeOffset="34394.61">22769 1107 105 0,'4'-5'252'0,"-4"3"-15"0,4-2-6 15,-3 0-15-15,-1 4-18 0,5-4-16 0,-5 4-22 16,0-4-15-16,0 4-23 0,0 0-24 0,0 0-16 15,0 0-9-15,0 0-9 0,-6 18-5 0,-6-1-3 16,-7 4-9-16,1 3-1 0,-7 6-6 0,-10 4-4 16,-4 2 1-16,-1 3-6 0,-4-1 0 0,1 1-4 15,2-2-1-15,1-3 0 0,9-11-1 0,-9 4-4 16,12-5-3-16,6-7-2 0,4-3 1 0,4-3-1 16,2-4 23-16,4 0 39 0,-1 0 41 0,3-3 26 15,6-2-9-15,-12-7-14 0,12 7-12 0,-8-14-4 16,10 2-16-16,-1-5-9 0,3-1-12 0,5 1-1 15,3-10-10-15,3 3-8 0,2 3-12 0,0 2 6 16,-6 4-12-16,-2 6-4 0,-1 1-6 0,2 2-4 16,-2 2 0-16,-3 2-8 0,0-2-4 0,9 6-10 15,2 2-2-15,0 1 5 0,0 5-9 0,0 2 5 16,6 5 1-16,-2 3-6 0,1 2-10 16,-1 1-22-16,2-1-30 0,-2 2-35 0,3-2-47 15,-1-1-54-15,0-3-92 0,-6-4-248 0,-3-4-592 16,-1-3 262-16</inkml:trace>
  <inkml:trace contextRef="#ctx0" brushRef="#br0" timeOffset="35361.21">23066 1371 93 0,'-6'2'218'0,"-1"-1"-14"0,7-1-17 16,-10 0-5-16,10 0-11 0,-7 0-10 0,7 0-17 16,0 0-1-16,0 0-19 0,-9 0-3 0,9 0-13 15,0 0-8-15,0 0-7 0,0 0-5 0,-10 2-7 16,10-2-7-16,0 0 2 0,0 0-11 0,0 0-2 15,0 0-10-15,0 0-1 0,0 0-7 0,0 0-3 16,-4 0-5-16,4 0-3 0,0 0-9 0,0 0 2 16,0 0-6-16,0 0 1 0,0 0-4 0,0 0-1 15,0 0-5-15,0 0 4 0,0 0-5 16,0 0 3-16,0 0 0 0,0 0-6 0,0 0-2 16,0 0 1-16,0 0 0 0,0 0-3 0,0 0-2 0,0 0 2 15,0 0 0-15,0 0-4 0,0 0 0 0,0 0 0 16,0 0 3-16,0 0-3 0,0 0 0 0,0 0 3 15,0 0-5-15,0 0 2 0,0 0-2 16,0 0 3-16,0 0 0 0,0 0 0 0,0 0 0 16,0 0 2-16,0 0-5 0,0 0 4 0,0 0-3 15,0 0 7-15,0 0-6 0,0 0 3 0,0 0-4 16,0 0 7-16,0 0-5 0,0 0 4 0,0 0 3 0,0 0 2 16,0 0-5-16,0 0 8 0,0 0-3 0,0 0-2 15,0 0 0-15,0 0-2 0,0 0 5 16,23-3-7-16,-23 3 6 0,7-2-4 0,-7 2-2 15,0 0 1-15,6 0-3 0,-6 0 2 0,0 0 0 16,0 0-1-16,0 0-2 0,9 0 12 0,-9 0-13 16,0 0 4-16,0 0-4 0,0 0 5 0,0 0-5 15,0 0 1-15,0 0-3 0,6 0 4 0,-6 0-3 16,0 0 9-16,0 0-10 0,0 0 2 0,0 0-2 16,0 0 1-16,0 0 2 0,0 0 1 0,0 0-3 15,0 0 3-15,0 0-3 0,0 0 3 0,0 0-6 16,0 0 1-16,0 0 1 0,0 0 1 0,0 0 0 15,0 0-5-15,0 0 1 0,0 0-3 0,0 0 4 16,0 0-4-16,0 0 1 0,0 0 0 0,0 0 2 16,0 0-1-16,0 0-1 0,0 0 5 0,0 0 0 15,0 0-3-15,0 0 3 0,0 0-3 0,0 0 6 16,0 0-4-16,0 0 6 0,0 0 1 0,11-2 2 16,-2 1 0-16,5 0 0 0,2-2 0 0,5 1-1 15,9-1-1-15,2 0 0 0,0-3-3 0,4 2 1 16,0 2 29-16,-1-3-2 0,-1 3-2 0,-1-3-7 15,-4 3 4-15,-7 2-5 0,-1 0 0 0,-4-3-4 16,-4 4-7-16,-1-2-27 0,-3 1-13 0,-2-2-20 16,-1 4-24-16,-6-2-16 0,0 0-20 0,0 0-26 15,0 0-11-15,0 0-32 0,0 0-19 0,-31-3-20 16,13 3-123-16,-1-1-371 0,-3-2 165 0</inkml:trace>
  <inkml:trace contextRef="#ctx0" brushRef="#br0" timeOffset="35636.97">23183 1234 329 0,'-2'-6'327'16,"0"1"-11"-16,2-1-20 0,0 6-15 0,-1-8-23 0,1 8-21 15,0-7-44-15,0 7-1 0,0 0-27 16,0-6-18-16,0 6-17 0,-4-1-28 0,4 1-23 15,0 0-14-15,0 0-8 0,-1 17-8 0,-2-6-4 16,2 4-2-16,-1 3-4 0,0 7 0 0,2-5-21 16,0 6 14-16,0 3-5 0,2-1 2 0,0 1 1 15,-2-3-7-15,4-1 4 0,-4-6-7 0,5-1-13 16,-2 0-19-16,0-2-15 0,1-4-29 0,0-2-13 16,0 0-25-16,0-1-21 0,0-1-20 0,-2-6-14 15,3 2-43-15,-5-4-81 0,0 0-141 0,0 0-448 16,0 0 199-16</inkml:trace>
  <inkml:trace contextRef="#ctx0" brushRef="#br0" timeOffset="36011.03">23744 1242 2981 0,'-1'-7'169'0,"0"0"9"0,-1 0-30 0,1 0 11 16,-2-2 6-16,2 3-10 0,0 1-34 0,1-2-3 15,-1 0-7-15,2 5-6 0,-1 2-12 0,-3-6-8 16,3 0-15-16,0 6-15 0,2-3-7 0,-2 3-11 16,0 0-18-16,0 0-21 0,0 0-6 0,0 0-3 15,0 0-2-15,-6 19 9 0,6-7-4 0,-1 0 2 16,0 6 8-16,-3-2-2 0,7 1-3 0,-6 2-3 15,3-2 7-15,-1 0-2 0,0 1 2 0,1-2 0 16,0 3 1-16,1-6 3 0,-1 3-2 0,0-1-4 16,0-5-13-16,0-4-8 0,1 2-37 0,-2-1 9 15,1-1-5-15,0-2 13 0,0-4 8 0,-1 7 1 16,1-7 7-16,0 0 9 0,0 0-2 0,0 0-18 16,0 0-58-16,0 0-49 0,0 0-47 0,-9-24-46 15,7 10-67-15,-3-6-261 0,3-6-613 0,-1-1 271 16</inkml:trace>
  <inkml:trace contextRef="#ctx0" brushRef="#br0" timeOffset="36163.78">23689 1064 83 0,'-2'-9'318'0,"0"-1"15"0,0 0-17 15,-1 2 11-15,2 3-8 0,1-4-7 0,0 6-20 16,0 3-27-16,1-12-18 0,-2 9-22 0,1 3-30 16,1-5-23-16,-1 5-13 0,2-6-20 0,-2 6-40 15,0 0-34-15,5-5-43 0,0 5-41 0,-5 0-55 16,12 2-35-16,-5 2-54 0,3 2-44 0,2-1-69 15,-5 4-231-15,2-2-549 0,3-1 243 16</inkml:trace>
  <inkml:trace contextRef="#ctx0" brushRef="#br0" timeOffset="36526.96">24102 1122 300 0,'-3'-5'364'16,"3"5"-30"-16,0-6-21 0,0 6-22 0,0-5-31 15,0 5-23-15,0 0-27 0,0 0-18 0,0 0-22 16,0 0-21-16,0 0-21 0,0 0-27 0,0 0 0 16,0 0-12-16,0 0-9 0,0 0-18 0,0 0-8 15,3 25-4-15,-3-10-15 0,0 2 4 0,0 2-8 16,0 9 2-16,-1-3-4 0,-2 2-5 0,2 0 1 15,-2 0-2-15,1 1 2 0,-1-4-7 16,2 1-4-16,-3-5 2 0,4-2 1 0,0-1 1 16,-1-2-6-16,1 2 1 0,0-5-4 0,0-3 5 0,0 3-6 15,0-7-2-15,-3 1 6 0,3-6 1 0,0 10-7 16,0-10 2-16,0 4 1 0,0-4-17 0,0 0-7 16,0 0-9-16,0 0-9 0,0 9-13 0,0-9-57 15,0 0-60-15,0 0-60 0,0 0-54 16,-10-21-232-16,6 9-550 0,4-2 243 0</inkml:trace>
  <inkml:trace contextRef="#ctx0" brushRef="#br0" timeOffset="36943.98">24090 1012 156 0,'-2'-13'322'0,"-2"4"-22"0,3-2-19 0,1 5-24 16,0-2-23-16,1 0-32 0,4 3-15 0,0-3-23 15,4 4-17-15,3-2-18 0,6 1-21 0,2 2-2 16,-1 0-13-16,8 3-10 0,1 0-17 0,0 3-4 16,-5 1-15-16,5 1-9 0,-7 0-11 0,-3 2-20 15,-7-2-3-15,2 2-10 0,-4-1-13 0,-1 2 5 16,-2 0-8-16,-2-3 4 0,-3 4 1 0,-2-1 2 16,-5 1 3-16,-2-1-1 0,-1 0 6 0,-6 2-2 15,0-1 4-15,0 0 3 0,0-2 0 16,-2 1 3-16,2-1-3 0,2-1 4 0,0 0-5 15,4-1 5-15,-1 0-1 0,2-3-6 0,3 3 5 16,0-2-3-16,1 1 6 0,4 1-1 0,0-5-3 0,2 9 9 16,1-3-4-16,3 0 2 0,3 0 1 0,3 1 3 15,2 3-2-15,4 0-5 0,-2 0 3 16,0 2-2-16,0 1 0 0,0-3 0 0,-2 1-2 16,2-1 1-16,-6 3-1 0,0-3-1 0,0 1 5 15,-3 0-4-15,-3-1-2 0,-1-1 2 0,-1 1-4 16,0-3 3-16,-7 3-1 0,-1-3 3 0,-1 2 0 15,-3-1-1-15,-1 0-5 0,-4 1-20 0,0-2-19 16,0-1-41-16,-3 1-33 0,5-5-56 0,-1 2-246 16,1-1-452-16,2-1 199 0</inkml:trace>
  <inkml:trace contextRef="#ctx0" brushRef="#br0" timeOffset="37130.18">24636 1451 275 0,'0'0'259'15,"0"0"-17"-15,6 9-25 0,-6-9-21 0,-3 8-16 16,0 1-18-16,-3-1-15 0,1 7-11 0,-3-6-18 16,1 8-53-16,-4-3-53 0,1-2-70 0,-3 3-136 15,-2-6-100-15,3-4-317 0,3-1 142 0</inkml:trace>
  <inkml:trace contextRef="#ctx0" brushRef="#br0" timeOffset="38893.92">25459 1096 17 0,'4'-3'236'0,"1"0"-18"0,-4 1-22 0,-1 2-23 16,4-3-14-16,-4 3-23 0,0 0-14 0,0 0-16 15,0 0-14-15,3 12-3 0,-6-3-11 0,-1 2-3 16,-5 6-8-16,-3-2-2 0,-6 10-10 0,-4-2-2 16,-5 3-8-16,0-2 1 0,-10 8-5 0,8-10-4 15,-1 1-2-15,0-5-5 0,2 1 3 0,-2-2-5 16,7 0 10-16,7-10 8 0,2 0 12 0,5-2 14 16,0-2 21-16,2-1 25 0,-2 1 38 0,4-2 31 15,5-1-14-15,0 0-13 0,-13-6-19 16,11-2-6-16,2-3-16 0,2-2-14 0,0 2-15 15,4-4-9-15,3 0-3 0,-1 1-16 0,1 3-7 0,-2 2 3 16,-3 2-7-16,0 2-9 0,-3 1-5 0,4-2-16 16,-1 3 4-16,-4 3-5 0,9-4-5 0,-9 4-4 15,14 5-9-15,-4 3 5 0,6 1-7 16,-2 2 0-16,5 7-23 0,5 0-5 0,-2 3-42 16,0-1-32-16,2-1-53 0,2 5-56 0,0-10-79 15,-3 3-312-15,-6-5-652 0,1-7 289 0</inkml:trace>
  <inkml:trace contextRef="#ctx0" brushRef="#br0" timeOffset="39493.96">25688 1295 104 0,'-7'1'253'0,"7"-1"-19"0,-11-1-12 0,11 1-16 15,-10 1-12-15,10-1-5 0,0 0-9 0,0 0-2 16,-12-1-21-16,12 1-10 0,0 0-15 0,0 0-3 16,0 0-18-16,0 0-5 0,-8 1-7 0,8-1-12 0,0 0-10 15,0 0-9-15,0 0-5 0,0 0-12 16,0 0-1-16,0 0-4 0,0 0-4 0,0 0-3 16,0 0 2-16,0 0-7 0,0 0-1 0,0 0 3 15,0 0-4-15,0 0-2 0,0 0 1 0,0 0-6 16,0 0 9-16,0 0-3 0,0 0 0 0,0 0-3 15,20-6 3-15,-8 5-11 0,8-2 0 0,8 1 2 16,-1-3-5-16,3 3 0 0,2-1-9 0,-4 1 2 16,2-1-7-16,-9 1-4 0,2-1-11 0,-5 2-14 15,1 0-18-15,-1-2-17 0,-4 3-20 0,-3-2-22 16,-4 1-16-16,2 0-32 0,-1-2-43 0,-3 2-63 16,-5 1-185-16,1-8-479 0,-1 8 213 0</inkml:trace>
  <inkml:trace contextRef="#ctx0" brushRef="#br0" timeOffset="39943.86">26164 1153 241 0,'0'-5'395'0,"0"5"5"0,2-4-22 15,-2 4-27-15,0 0-33 0,2-4-30 0,-2 4-32 16,0 0-37-16,0 0-18 0,0 0-26 0,0 0-20 15,0 0-16-15,0 0-33 0,0 0-12 0,0 0-16 16,0 0-5-16,0 16-1 0,0-9-18 0,0 3 1 16,1-1-4-16,-2 4 0 0,1 0-7 0,0 2-12 15,-2-3-1-15,0 1-14 0,4 3-19 0,-4-7-12 16,2 2-11-16,-2-2-19 0,0-1-13 0,1 1-12 16,0-4-19-16,1 0-15 0,0-5-8 0,-1 10 8 15,1-10 15-15,0 0 1 0,-4 7-22 0,4-7-26 16,0 0-16-16,0 0-18 0,-17-21 3 0,12 12-17 15,3-8 0-15,-2 0 5 0,2-1 14 0,-3-8 3 16,4 1 23-16,0-2 40 0,1-2 44 0,0 12 46 16,0-9 38-16,0 6 36 0,-1 2 43 0,1 1 34 15,0 2 9-15,0 4 35 0,2 0 12 0,-2 3 1 16,0-2 0-16,3 5-11 0,-1-4-4 0,-2 5-24 16,0 4-7-16,0-8-20 0,1 6-16 0,-1 2-12 15,0 0-13-15,3-7-12 0,-3 7-7 0,0 0-34 16,0 0-13-16,6-1-25 0,-6 1-23 0,0 0-28 15,13 8-32-15,-9-6-39 0,4 6-30 16,-3-1-30-16,1 3-37 0,1-5-53 0,-3 6-255 16,-2-6-569-16,4 3 252 0</inkml:trace>
  <inkml:trace contextRef="#ctx0" brushRef="#br0" timeOffset="40327.03">26564 1058 330 0,'0'0'308'0,"0"-9"-17"0,2 5-23 16,-2 4-8-16,4-7-13 0,-4 7-23 0,1-5-24 15,-1 5-15-15,1-5-22 0,-1 5-15 0,0 0-19 16,0 0-18-16,0 0-11 0,1-4-12 0,-1 4-25 15,0 0-14-15,0 0-13 0,0 0-5 16,0 0-10-16,2 21 1 0,-4-8 0 0,-1 2-6 16,0 4-3-16,-4 6 0 0,1 2-1 0,0-1 1 15,-1-1-6-15,4 3 6 0,-3-1-7 0,1-3 4 0,1 3 0 16,2-8-3-16,2-2 3 0,-2 2-3 0,1-4-1 16,1-5 4-16,0 1-4 0,1-1 3 0,-2-5-2 15,1 2 2-15,0 0 0 0,0-7 2 16,1 9 3-16,-1-9-1 0,0 0-1 0,-1 5 2 15,1-5-2-15,0 0-2 0,0 0-10 0,0 0-48 16,0 0-48-16,0 0-52 0,0 0-55 0,5-21-59 16,-3 12-208-16,2-4-509 0,-1-5 225 0</inkml:trace>
  <inkml:trace contextRef="#ctx0" brushRef="#br0" timeOffset="40743.71">26675 923 260 0,'0'0'317'16,"0"0"-13"-16,-5-23-31 0,5 23-23 0,0 0-27 0,0 0-24 15,0 0-24-15,0 0-19 0,16-17-16 0,-2 16-13 16,1 1-17-16,9 1-12 0,-2 3-16 0,7 1-15 16,-7-1-12-16,3 3-17 0,-4 1-17 0,-4-1-9 15,2 1-11-15,-1 1-4 0,-9-4-11 16,-1 6-3-16,-2-5-9 0,-2 1-2 0,-3 3 3 15,-1-5 1-15,-1 2 2 0,-4 2 5 0,-2-1-1 16,-2 1 11-16,-5 1-5 0,1-4 3 0,-2 3 1 16,6-2-1-16,-2-1 3 0,-1 2-2 0,5-4 2 15,-1 2 3-15,3-3-5 0,-2 4 5 0,4-2-3 16,1 0 1-16,0 2 3 0,2 0-3 0,2 1 6 16,1 3 2-16,6-1-3 0,-2 0 5 0,6 1-1 15,1 2 8-15,0 2-12 0,4-1-1 0,-1-2 5 16,-3 0-3-16,0 3 5 0,0-3-6 0,-5-5 3 15,-1 4-3-15,0-5 4 0,-2 3-2 0,-1-3 0 16,-3 0 7-16,0 0-1 0,-2-1 2 0,-3 2 5 16,-2-2-6-16,-4 0-1 0,-4 1-2 0,-2 0-20 15,-4-4-23-15,-2 5-48 0,2-5-35 0,-4-1-42 16,1-1-48-16,-4-1-140 0,6-3-380 0,2-3 169 16</inkml:trace>
  <inkml:trace contextRef="#ctx0" brushRef="#br0" timeOffset="41126.97">27217 1078 22 0,'7'-5'268'0,"-7"5"-29"15,0 0-32-15,0 0-17 0,11 5-23 0,-8-2-20 16,1 4-10-16,1 1-19 0,-3 2-7 0,1 1-15 15,-1 3-8-15,-2 3-11 0,-2-1-4 0,-2 0-7 16,-2 4-8-16,-1-2-3 0,-1-1-2 0,-2 0-11 16,-1 0 2-16,2-2-7 0,1-4-2 0,-3 2-3 15,6-6-10-15,1 1 7 0,0-4 2 0,0-1 16 16,4-3 38-16,-5 7 33 0,5-7 31 0,0 0-5 16,0 0-14-16,0 0-9 0,0 0-27 0,36-21 0 15,-11 8-6-15,-8 4-1 0,5-9 3 16,3 1-6-16,-2-2-5 0,-1 3 2 0,-2 0-1 15,-3 3 5-15,-2 3 4 0,-7 2 1 0,0 3-10 0,-1-2-4 16,-2 4-15-16,-1-1-16 0,0 2-25 0,-4 2-33 16,5-4-15-16,-5 4 0 0,0 0 4 0,3 14 7 15,-2-3-4-15,-1 6 6 0,3-2 1 16,0 4-7-16,4 8 1 0,-3-9-31 0,10 10-31 16,4-2-52-16,3 3-78 0,7-9-128 0,3-1-251 15,-2-12-639-15,3 1 284 0</inkml:trace>
  <inkml:trace contextRef="#ctx0" brushRef="#br0" timeOffset="42034.09">28008 1435 219 0,'0'-4'316'0,"0"4"-18"15,0 0-33-15,3-2-13 0,-3 2-40 0,0 0-24 16,0 0-29-16,0 0-31 0,0 0-18 0,0 0-11 16,-7 11-8-16,4-5-9 0,-4 5-8 0,-2 2-6 15,0 3-20-15,-2 4-30 0,-1-5-33 0,3 2-37 16,-5-3-42-16,5 1-50 0,-1-2-76 0,-3-3-131 15,4-4-380-15,4-1 170 0</inkml:trace>
  <inkml:trace contextRef="#ctx0" brushRef="#br0" timeOffset="42526.65">28900 1044 145 0,'0'0'292'0,"7"-2"-39"0,-7 2-15 16,0 0-29-16,0 0-32 0,0 0-21 0,0 0-18 16,8 9-12-16,-11 0-13 0,-2 2-13 0,-2 6-9 15,-3 0-19-15,-9 5 4 0,-3 3-4 0,0 0-10 16,-5 0-4-16,1 1-4 0,-11 5-4 0,-3 0-6 16,12-9-4-16,-3-2 1 0,2 0-10 0,3-4 4 15,1-3-7-15,9-5 2 0,5-1-4 0,1-3 15 16,2-2 42-16,2 2 43 0,-1-1 34 0,7-3 0 15,0 0-21-15,0 0-14 0,-8-20-10 16,12 11-9-16,3-7-16 0,3-1-3 0,8-3-25 16,2 1-3-16,-2 1 4 0,-4 7-13 0,0 1-3 0,-5 1-4 15,5 4-9-15,-5-3-14 0,0 4 2 0,5 1-5 16,-3 3-14-16,1 0-12 0,1 6-1 0,5 0-10 16,-3 5-7-16,6-1-17 0,-7 2-22 0,6 5-42 15,3 4-32-15,-5 0-52 0,-4-7-51 16,4 6-89-16,0-7-205 0,-4-2-581 0,4-3 257 15</inkml:trace>
  <inkml:trace contextRef="#ctx0" brushRef="#br0" timeOffset="42827.63">29268 1263 235 0,'0'0'276'0,"0"0"-23"0,-4-3-35 0,4 3-11 16,0 0-22-16,0 0-22 0,0 0-14 0,0 0-19 15,0 0-13-15,0 0-12 0,0 0-12 0,0 0-7 16,0 0-11-16,0 0-2 0,0 0-13 0,0 0 4 16,0 0-1-16,0 0-6 0,0 0 3 0,0 0-6 15,0 0 2-15,0 0-6 0,0 0-6 0,18-3-3 16,-4 2-5-16,4 1-2 0,4-1-8 15,7-2 2-15,3 3-3 0,-2-1-10 0,-1 0-20 16,-1-2-24-16,-5 3-22 0,-4-1-28 0,-2 0-29 0,2-2-34 16,-9 0-37-16,-3 2-236 0,-7 1-448 0,7-5 198 15</inkml:trace>
  <inkml:trace contextRef="#ctx0" brushRef="#br0" timeOffset="43109.97">29359 1160 181 0,'0'0'349'0,"-3"-8"-12"16,3 8-25-16,-2-6-23 0,2 6-9 0,0 0-18 16,0-5-24-16,0 5-26 0,0 0-16 0,0 0-20 15,-1-6-26-15,1 6-13 0,0 0-17 16,0 0-18-16,0 0-14 0,0 0-19 0,0 0-22 0,0 0-8 15,0 0-5-15,0 0-12 0,0 22 0 0,1-13-5 16,-1 5-5-16,-1 3 1 0,1 0-3 0,-2 3 7 16,2 3-23-16,-1-2-20 0,0 4-30 0,1-4-31 15,-2-1-20-15,1-5-30 0,0 5-27 16,2-3-29-16,-1-7-34 0,1 3-228 0,1-5-493 16,-1-4 219-16</inkml:trace>
  <inkml:trace contextRef="#ctx0" brushRef="#br0" timeOffset="43415.98">29898 1117 295 0,'0'0'449'16,"0"-8"-28"-16,0 4-30 0,0 4-31 0,0 0-42 0,0-7-35 15,0 7-32-15,4-3-38 0,-4 3-38 0,0 0-45 16,0 0-22-16,0 0-14 0,0 0-14 0,-4 19-11 16,4-10 11-16,0 3-21 0,-2 1-5 0,2 2-6 15,-2 2-6-15,-2 0 3 0,3 2-10 16,-1-1-2-16,-3-1-15 0,3-1-5 0,1-5-27 16,-1 1-11-16,0 0-8 0,2-2-19 0,-2 1-6 15,0-4-30-15,2 0-9 0,0 0-16 0,0-7-5 16,-2 10-1-16,2-10 5 0,0 5 3 0,0-5-34 15,0 0-65-15,0 0-252 0,0 0-499 0,-5-18 221 16</inkml:trace>
  <inkml:trace contextRef="#ctx0" brushRef="#br0" timeOffset="43570.02">29884 977 169 0,'0'-8'346'15,"-2"3"-1"-15,4-2-16 0,-2 2-26 0,0 5-27 16,3-8-29-16,-3 4-31 0,0 4-16 0,0 0-34 15,2-5-43-15,-2 5-50 0,0 0-42 0,7-2-44 16,-7 2-31-16,0 0-48 0,19 7-44 0,-12 0-64 16,2-2-191-16,3 2-421 0,-2-2 187 0</inkml:trace>
  <inkml:trace contextRef="#ctx0" brushRef="#br0" timeOffset="43881.06">30237 984 380 0,'2'-6'383'15,"-2"6"-14"-15,2-5-29 0,-2 5-38 0,0 0-21 16,2-6-32-16,-2 6-14 0,0 0-39 0,3-3-23 16,-3 3-43-16,0 0-32 0,0 0-18 0,0 0-10 15,2 14-8-15,1-3-10 0,-1 3-9 0,-2 5-9 16,-1 1 8-16,-4 5-16 0,4 1 1 0,-3 3-5 15,0-3-4-15,0 1 2 0,2-1-4 0,-3-1-1 16,1-5 2-16,-1 5 8 0,1-7-13 0,3 1 12 16,-2-4-9-16,0-5-13 0,2 1-19 0,0-1-19 15,0-1-6-15,-1-1-17 0,2-3-3 16,-1-1 2-16,1-4-6 0,-1 5 13 0,1-5-2 16,-3 6 7-16,3-6-20 0,0 0-56 0,0 0-59 15,0 0-62-15,0 0-195 0,0-24-477 0,3 13 210 16</inkml:trace>
  <inkml:trace contextRef="#ctx0" brushRef="#br0" timeOffset="44294.07">30334 809 301 0,'0'0'315'0,"1"-21"-19"0,-1 21-30 15,0 0-23-15,4-15-20 0,-4 15-29 0,0 0-24 16,15-11-13-16,-15 11-19 0,22-6-12 0,-22 6-18 15,35 0-20-15,-35 0-22 0,34 8-18 0,-15-1-22 16,-19-7-18-16,33 10-22 0,-22-3-14 0,-11-7-14 16,17 18 13-16,-9-12-16 0,-4 5 2 0,-3-1 7 15,-1 1 1-15,-1-2 6 0,-7 1 2 16,3-2 0-16,-5 1 5 0,-3-1-1 0,-1-1 6 16,3-1 6-16,-1-1-6 0,2 1 9 0,0-2-2 0,1 1-3 15,1-3 4-15,3 1-4 0,3-1 7 0,-2 0 0 16,0 1 1-16,1-1 1 0,3-2-4 0,2 7 10 15,1-5 5-15,0 4 2 0,6-1 5 16,1 2-6-16,4 4 2 0,-3-3 0 0,4 5-4 16,-2-1 14-16,2 2 3 0,-2-3-4 0,8 8 2 15,-8-3 1-15,1-1-4 0,-5 0 0 0,1 0-4 16,-2 0 2-16,-4-5 0 0,-3 2-4 0,-1 0 0 16,3 0-4-16,-6-4 0 0,-1 1 3 0,0-2-5 15,-3 2 3-15,-2-1-1 0,-4-3-6 0,0 3-18 16,1-4-24-16,-6 1-22 0,0-1-41 0,0 0-39 15,5 0-43-15,0-3-154 0,2 1-365 0,0-1 162 16</inkml:trace>
  <inkml:trace contextRef="#ctx0" brushRef="#br0" timeOffset="44486.03">30803 1298 231 0,'-4'5'221'0,"0"0"-27"0,-1-1-16 15,-3 0-17-15,-1 4-22 0,-1-2-8 0,1 5-47 16,0-3-44-16,-6 5-59 0,0 1-58 0,-1-2-138 16,2-2-230-16,3-3 101 0</inkml:trace>
  <inkml:trace contextRef="#ctx0" brushRef="#br0" timeOffset="45126.01">31368 894 90 0,'4'0'262'0,"-4"0"-29"0,0 0-26 0,5-3-22 16,-5 3-32-16,0 0-20 0,0 0-18 0,0 0-12 15,0 14-12-15,-2-3-11 0,-7 3-6 16,-3 8-7-16,-5 3-6 0,-2 4-2 0,-16 6-6 0,-4 2-1 16,-5 0-5-16,0-4-2 0,-2 2-4 0,0-4-7 15,3-3 3-15,11-8-9 0,4-5 0 0,2 2 2 16,5-10-7-16,6 2 3 0,4-6-4 0,1 2 18 16,4-3 44-16,-1 1 24 0,7-3-3 0,0 0-3 15,-11-10-5-15,12 4-3 0,2-5-4 16,4-4-11-16,2 1-6 0,3-1-1 0,10-7-17 15,-1 3 7-15,4 2-19 0,0 0-6 0,-9 3 0 16,1 3 0-16,-1 3-2 0,0 0-5 0,-4 3-3 16,2 1-4-16,-3 3-10 0,6 1 5 0,1 2-5 15,1 5 1-15,-2 1-4 0,3 1-9 0,0 6-11 16,1 1-29-16,-6 1-34 0,5 4-53 0,-5 1-57 16,3-2-71-16,-8-2-262 0,-2-3-558 0,-1-3 246 15</inkml:trace>
  <inkml:trace contextRef="#ctx0" brushRef="#br0" timeOffset="45800.97">31659 1160 137 0,'0'0'231'0,"-8"0"-13"16,8 0-14-16,0 0-23 0,0 0-8 0,0 0-23 15,-8 0-11-15,8 0-15 0,0 0-5 0,0 0-6 16,0 0-11-16,0 0-8 0,0 0-13 0,0 0-5 16,0 0-5-16,0 0-8 0,0 0-6 0,0 0-3 15,0 0-9-15,0 0-4 0,0 0-2 0,0 0-7 16,0 0-3-16,0 0-1 0,0 0-8 0,0 0 5 16,0 0-6-16,0 0 2 0,0 0-10 0,0 0 3 15,0 0-1-15,0 0-8 0,0 0 5 0,0 0-3 16,0 0 4-16,0 0-3 0,0 0-8 0,0 0 5 15,0 0-4-15,0 0 4 0,0 0 0 0,0 0 2 16,0 0 0-16,0 0 5 0,0 0 14 0,0 0 10 16,0 0 12-16,0 0 5 0,0 0-6 0,0 0 2 15,25 0-8-15,-10-2-7 0,3 2 4 0,1-2-10 16,2-1 3-16,7 6-3 0,-8-7-7 0,10 3 7 16,-9-1-4-16,-1 1-8 0,-4 1 0 0,-2 0 1 15,-2 0-3-15,-6 0-2 0,-6 0 1 16,14-2-5-16,-9 4-5 0,-1-5-18 0,-4 3-28 15,10 0-34-15,-10 0-49 0,0 0-56 0,11-1-55 16,-11 1-223-16,0 0-498 0,0 0 221 0</inkml:trace>
  <inkml:trace contextRef="#ctx0" brushRef="#br0" timeOffset="46092.71">32194 1023 124 0,'0'0'449'16,"2"-10"-11"-16,-2 10-28 0,2-7-35 0,-2 7-39 15,1-7-33-15,-1 7-33 0,0 0-36 0,0 0-29 16,0 0-23-16,0 0-27 0,4-4-51 0,-4 4-49 16,0 0-13-16,0 0 1 0,0 0-7 0,-1 27-2 15,1-14-7-15,0 4-3 0,0-1 7 16,-1 1-9-16,1 3-2 0,-2-2-2 0,2 3 1 15,-1-2 0-15,0-2-9 0,2-3-8 0,-2-3-19 16,1 0-22-16,1 1-12 0,-2-5-23 0,1 4-16 16,-1-5-26-16,1-6-24 0,0 11-23 0,0-11-11 15,-3 4-9-15,3-4-49 0,0 0-220 0,0 0-488 16,-18-12 216-16</inkml:trace>
  <inkml:trace contextRef="#ctx0" brushRef="#br0" timeOffset="46253.97">32171 896 64 0,'0'0'383'0,"4"-21"-17"0,-4 21-25 0,0 0-28 15,3-17-35-15,-3 17-33 0,0 0-17 0,0 0-31 0,0 0-49 16,0 0-40-16,5-14-56 0,-5 14-44 0,0 0-57 16,0 0-44-16,23 11-50 0,-17-8-62 0,3 4-169 15,1-1-405-15,-2 0 180 0</inkml:trace>
  <inkml:trace contextRef="#ctx0" brushRef="#br0" timeOffset="46609.25">32523 884 70 0,'0'0'405'0,"7"-22"-22"15,-7 22-10-15,0 0-25 0,7-16-30 0,-7 16-24 16,0 0-31-16,0 0-15 0,0 0-38 0,0 0-28 16,5-15-44-16,-5 15-46 0,0 0-48 0,0 0-8 15,0 0-8-15,0 0-3 0,5 27-8 0,-6-12 2 16,1 9-4-16,-3 2 1 0,-1 6-1 0,-1-1-3 16,0 1-2-16,-1 4-1 0,-1-2 6 0,-3-3 0 15,2 3-9-15,-2-4 0 0,1-1 0 0,2-2 2 16,-1-2-5-16,4-5 5 0,-1-3-4 0,3-5 0 15,0-1 4-15,2-3-1 0,-2 1-2 0,0-3 1 16,2-6 1-16,-2 9 5 0,2-9 0 0,-1 8-1 16,1-8 6-16,0 0-2 0,-2 7-16 0,2-7-33 15,0 0-47-15,0 0-46 0,0 0-39 0,0 0-49 16,0 0-57-16,5-24-204 0,-3 14-513 0,0 0 227 16</inkml:trace>
  <inkml:trace contextRef="#ctx0" brushRef="#br0" timeOffset="47042.97">32599 815 106 0,'-1'-22'279'15,"1"22"-10"-15,0 0-24 0,0-22-22 0,0 22-20 16,0 0-25-16,7-15-22 0,-7 15-8 0,0 0-21 15,23-11-16-15,-23 11-8 0,24-3-8 0,-24 3-13 16,32 0-14-16,-32 0 1 0,38 5-11 0,-38-5-7 16,37 8-5-16,-19-2-6 0,-2 0-5 0,1 0-3 15,-8 2-11-15,3-1-11 0,-5-1-7 16,1 1-10-16,-3 1 0 0,-2 0-1 0,-2-2-1 16,-1-6 2-16,-1 17-7 0,-4-11 2 0,-2 5 1 15,-2-3-1-15,-2 0-2 0,-2 1 5 0,2-3-16 16,0 2-8-16,1-1-10 0,0 0-12 0,5-3-14 0,-2 1-15 15,2-1 9-15,4 3 4 0,-2-2 6 16,3 2 17-16,0-1 0 0,3 1 3 0,3 0 6 16,2 5 5-16,2-5-7 0,-1 5 15 0,-9-12-1 15,26 22 1-15,-15-7 12 0,1-3 2 0,-2 1 7 16,-1 0 7-16,-1 2-2 0,-1-5 8 0,-7-10 11 16,5 22-3-16,-5-22-6 0,0 21 27 0,-4-9 0 15,-6-2 3-15,1-3 4 0,-5 3-4 0,-6-3-5 16,-7 2-2-16,-1-4 0 0,-3 1-33 0,1-2-51 15,0-1-77-15,0-2-195 0,0-5-351 0,9 0 156 16</inkml:trace>
  <inkml:trace contextRef="#ctx0" brushRef="#br0" timeOffset="53824.96">4049 3384 63 0,'0'0'240'0,"3"-4"-6"0,-3 4-11 0,0-5-14 16,0 5-8-16,0-5-12 0,0 5-17 0,0 0-9 16,0 0-20-16,2-4-6 0,-2 4-16 0,0 0-12 15,0 0-7-15,0 0-14 0,0 0-17 0,0 0-5 16,0 0-17-16,0 0-3 0,0 0-6 0,0 0-7 16,-2 16-4-16,0-3-1 0,2 0-3 0,0 4-2 15,-1 0-4-15,1 3 1 0,-3 5-4 0,1-5-1 16,2 4-4-16,-1 3 1 0,-2-10 2 0,3 3-3 15,0-1-1-15,0-1-1 0,0-2 0 0,0-1 0 16,0-1-1-16,0-4 1 0,0-1-1 0,-3-1 1 16,3 0-1-16,0-4 1 0,0-2 36 0,0 3 35 15,0-5 45-15,0 0 38 0,0 0 26 0,0 0 2 16,0 0-22-16,0 0-15 0,4-15-20 0,-1 3-10 16,2-4-13-16,1-2-14 0,5-6-8 0,-4-1-9 15,6 0-9-15,-4 0-11 0,4 3-8 0,-4 2-8 16,-3 6 0-16,-1 3-4 0,2 2-5 0,-4 0-3 15,0 2-4-15,2 2-4 0,-2 2-8 0,-1-1-3 16,-1 1-9-16,2 1-24 0,0-1-9 0,-3 3 0 16,0 0 9-16,14 5-29 0,-6 2 31 0,2 1-2 15,-3-1-13-15,5 4 2 0,-5 0 7 0,4 1-3 16,0 3 8-16,-3-3-4 0,-2-2 7 0,1 3-1 16,0-3 3-16,-3 0 3 0,1 0-1 0,0-1-13 15,-1-1 18-15,0-2-1 0,1-3-1 0,-5 3-11 16,5-4 24-16,-4 2 7 0,3-3 17 0,-4-1 23 15,3 3 15-15,-3-3-16 0,0 0-1 16,10-13-6-16,-6 4-2 0,1-1-15 0,5-4 8 16,-1-2-5-16,-1 0-1 0,2 1-8 0,-1 1 4 0,-4 1-9 15,0 4 1-15,1 2 0 0,-2 1-2 0,-1 1-1 16,-1 0-13-16,1 3-8 0,-2-2-6 0,5 3-9 16,-6 1-12-16,9 5 20 0,1-1-5 0,-1 3 7 15,0 0 4-15,5 2-11 0,-2 4-3 16,2-2-5-16,-2 3 10 0,3 0-3 0,-2-1-13 15,0 0-19-15,-3-3-30 0,2 1-46 0,-6-1-26 16,3 0-28-16,-4-2-42 0,3 0-48 0,-3-2-49 0,-1-2-282 16,-3-1-652-16,-1-3 289 0</inkml:trace>
  <inkml:trace contextRef="#ctx0" brushRef="#br0" timeOffset="55574.01">4908 3513 37 0,'-10'1'161'0,"10"-1"-12"0,0 0-7 0,-7 2-7 16,7-2-13-16,0 0-6 0,0 0-2 0,0 0-6 15,0 0-1-15,0 0-5 0,0 0-2 16,0 0-1-16,0 0-8 0,0 0-8 0,29-11-8 16,-7 6-9-16,6 0-5 0,4-1-5 0,1 0-9 15,2 1-5-15,-2 0-3 0,-1-2-3 0,0 4-7 16,-5-1-1-16,-5 1 0 0,-4 3-8 0,-7-2-6 15,-1-1-16-15,1 1-4 0,-4 1-6 0,-2 1 1 0,-5 0 3 16,0 0-3-16,0 0 2 0,-21 8 6 16,-1-1-3-16,-4 1 1 0,-6-2-1 0,1 2 2 15,2-1 6-15,-4 0 6 0,5 1 2 0,-2-2 8 16,1-2-1-16,9 5 3 0,-1-7 5 0,5 0 4 16,4 0 1-16,3 0-1 0,1 1 2 0,2-1 3 15,-1 0 3-15,7-2-1 0,-11 2-2 0,11-2 4 16,-8 2-4-16,8-2-3 0,0 0 3 0,-8 0-2 15,8 0-5-15,0 0 0 0,0 0-5 0,-5 1-2 16,5-1-2-16,0 0-6 0,0 0-1 0,0 0-3 16,0 0 1-16,0 0-4 0,-4 5 2 0,4-5-3 15,0 0 4-15,4 11 3 0,-4-11-3 0,7 5 2 16,-1 0 2-16,2 0-1 0,1 3 0 0,5-1 1 16,2 5-1-16,1-4 1 0,10 4 3 0,-1-1-2 15,-1 0-1-15,1 2-1 0,-2 1 1 0,-1 0 0 16,-7-1-7-16,-2 0 0 0,-3-1-4 0,0 1-4 15,-4-2 1-15,-4-1-1 0,-1 2 0 0,-6 0 3 16,-1 0 0-16,-11 2-3 0,3-1 6 0,-4-1-1 16,-8-1-2-16,7-3 1 0,-4 1 10 0,3-4 12 15,2-1 7-15,1 0 6 0,3 1 17 0,0-5 15 16,4 2 25-16,0-1 8 0,9-1 20 0,-10 1 12 16,10-1 0-16,0 0-4 0,-13 0-11 0,13 0-7 15,0 0-13-15,0 0-11 0,0 0-10 16,0 0-7-16,7-14-14 0,4 10-7 0,-2 1-19 15,4 0-19-15,-2-3-28 0,2 2-27 0,0 3-32 0,1-2-40 16,-3 3-30-16,3 0-42 0,-1-1-38 0,1-3-70 16,-2 6-294-16,-2-5-638 0,-10 3 282 0</inkml:trace>
  <inkml:trace contextRef="#ctx0" brushRef="#br0" timeOffset="55788.01">5558 3794 42 0,'5'1'349'0,"-5"-1"-32"0,0 0-34 16,0 0-29-16,9 3-39 0,-9-3-14 0,0 0-23 16,0 4-21-16,0-4-11 0,-5 10-19 0,-3-2-6 15,-1 2-13-15,0 5-19 0,-5-5-36 0,0 5-36 16,0-2-47-16,1 0-48 0,-3 0-48 0,3-1-82 15,-3-2-162-15,3 0-399 0,0-7 177 0</inkml:trace>
  <inkml:trace contextRef="#ctx0" brushRef="#br0" timeOffset="56507.63">5954 3389 302 0,'2'-5'313'0,"-1"1"4"0,-1-1-8 0,1 0-26 16,0 2-13-16,1-1-15 0,-2 4-22 0,2-6-29 16,-2 4-18-16,0 2-29 0,0 0-7 0,0-5-28 15,0 5-33-15,0 0-14 0,0 0-9 16,6 11-11-16,-3-5-3 0,0 5-8 0,-1 2-7 16,-2 4-3-16,3 0-1 0,-3 1-2 0,1 1-3 15,-1 6 0-15,-3-6-4 0,3 2-5 0,-3-3-1 16,3 0-1-16,-2 1-6 0,0-4-6 0,0-3 1 15,4-3-3-15,-4-2 0 0,2-1 2 0,-1 1 5 16,1-7 12-16,0 7 32 0,-1-4 29 0,1-3 25 16,0 0-4-16,0 0-12 0,13-13-13 0,-8 5-7 15,1-1 2-15,4-5-6 0,2-2-6 0,-2-1-3 16,4-8-13-16,2 5-4 0,-1-6-7 0,-2 9 4 16,1 2-10-16,-4 3-6 0,-5 2 2 0,-1 3-8 15,1 1 5-15,0 0-26 0,-1 4 11 0,-1-2-1 16,-1 0-12-16,2 3-16 0,-4 1 0 0,0 0 0 15,13 6-5-15,-10-1 5 0,0 1 2 0,2 3-1 16,0 0-3-16,-1 2 7 0,-1 0 2 0,2 5-3 16,-1-5 3-16,-1 6 10 0,0-5 1 0,0 2 2 15,-1-3-4-15,-1-2 1 0,2-1-1 0,-2-2 5 16,3 0 4-16,-6-1 2 0,4-1 3 0,-2-4 5 16,0 0 23-16,4 7 33 0,-4-7-10 0,0 0-11 15,0 0-2-15,17-15-2 0,-10 6-7 0,2 0-13 16,-3-2 5-16,6-3 1 0,1 0-3 0,-3-2 0 15,-1 3-10-15,5 0 1 0,-9 6 4 0,-1 2-9 16,1 0-4-16,-1 1-2 0,-1 2-3 0,-1-1-7 16,3 0-1-16,-5 3 3 0,0 0-11 0,18 4 1 15,-10 0-5-15,1 0 2 0,0 4-12 0,1-1-1 16,0 1-25-16,2 3-27 0,0 1-37 0,-2-2-52 16,0-3-60-16,1 7-53 0,0-8-100 0,-3 2-262 15,1-4-696-15,5-4 309 0</inkml:trace>
  <inkml:trace contextRef="#ctx0" brushRef="#br0" timeOffset="57190.98">7004 3384 55 0,'0'-3'187'0,"0"3"-15"15,0 0-19-15,0 0-13 0,0 0-14 0,0 0-16 16,0 0-11-16,0 0-12 0,3-3-11 0,-3 3-5 16,0 0-10-16,0 0-6 0,0 0 0 0,0 0-5 15,0 0 0-15,0 0-3 0,0 0-6 0,0 0 6 16,0 0-1-16,0 0-6 0,0 0-1 0,0 0-5 15,0 0-2-15,0 0 4 0,0 0 0 0,0 0-5 16,-15 9-2-16,10-8-2 0,0 3 2 16,-3-1-4-16,-2 1 1 0,-2 3-3 0,2 0 4 0,-4 1 1 15,0 3-3-15,-3-1 7 0,-2 7-8 0,2-3 3 16,-5 4-4-16,7-4-1 0,-4 2-3 0,5 6 4 16,0-6-7-16,3 0 2 0,-2 1-3 0,4 0-3 15,2 0 2-15,1-2-2 0,2 1 0 16,4 0 12-16,0-5 2 0,3 1 5 0,-2 5 8 15,8-7 2-15,0 1 3 0,5 0 2 0,4-1-4 16,2-6-4-16,7 3-4 0,0-2-1 0,2-5-1 16,2 0-4-16,-13-3-1 0,5 2 0 0,-5-6-6 0,-5 6-3 15,-1-4 23-15,-1-3 11 0,-1 0-3 16,-5 0 2-16,1 0-10 0,-3-1-1 0,-4-3-1 16,-2 3-9-16,-3-1-3 0,-3 1-4 0,0 0-13 15,-8 1 9-15,-3 2-4 0,-2 1 2 0,-6-1-5 16,1 5-6-16,-1-4 4 0,8 4-3 0,0 2-31 15,6 0-27-15,0-1-48 0,2 4-44 0,0-4-57 16,3 1-54-16,9-1-206 0,0 0-496 0,0 0 220 16</inkml:trace>
  <inkml:trace contextRef="#ctx0" brushRef="#br0" timeOffset="58142.35">7490 3423 28 0,'0'0'169'0,"0"0"-2"0,0 0 0 0,0 0-9 15,0 0-2-15,0 0-5 0,0 0-6 16,0 0-7-16,0 0-9 0,0 0-5 0,0 0-2 15,0 0-5-15,0 0-2 0,0 0-4 0,0 0 2 16,0 0-4-16,0 0 5 0,0 0-9 0,0 0-7 0,0 0-9 16,0 0-9-16,0 0-7 0,0 0-8 0,0 0-21 15,0 0 12-15,0 0-10 0,0 0 0 16,0 0-9-16,0 0-2 0,0 0-4 0,0 0-2 16,0 0-2-16,0 0-8 0,0 0 1 0,0 0-4 15,0 0-3-15,0 0-7 0,0 0-10 0,0 0-5 16,0 0-1-16,0 0-2 0,0 0 2 0,0 0-1 0,0 0 0 15,0 0 4-15,0 0-1 0,0 0 1 16,0 0 3-16,0 0-1 0,0 0-1 0,0 0 1 16,0 0-1-16,0 0 3 0,0 0 2 0,0 0 0 15,0 0 0-15,0 0-1 0,0 0 2 0,0 0-2 16,0 0 2-16,0 0-3 0,0 0 5 0,0 0 1 16,0 0 5-16,0 0 4 0,0 0-1 0,0 0 6 15,0 0 1-15,0 0-1 0,0 0 0 0,0 0-2 16,0 0-3-16,0 0 2 0,0 0 0 0,0 0-3 15,0 0 0-15,0 0 1 0,0 0 3 0,0 0-3 16,0 0-6-16,0 0 7 0,0 0-1 0,0 0-2 16,0 0-2-16,0 0-3 0,0 0 0 0,0 0-1 15,0 0-9-15,0 0 1 0,0 4-2 0,0 2 5 16,-4-1-3-16,2 2 1 0,-3 3 5 0,1 0-2 16,-3 5-3-16,1 0-19 0,0 1-25 0,-3 2-36 15,1-1-48-15,-2 0-75 0,-8 2-280 0,4-5-525 16,0-4 232-16</inkml:trace>
  <inkml:trace contextRef="#ctx0" brushRef="#br0" timeOffset="58554.05">7959 3379 66 0,'0'0'318'0,"0"0"-19"15,0 0-14-15,0 0-25 0,0 0-25 16,0 0-22-16,0 0-22 0,0 0-38 0,0 0-29 0,14-7-41 15,-9 5-47-15,-5 2-54 0,14-4-70 0,0 0-76 16,-2 1-169-16,3-1-359 0,2-1 159 0</inkml:trace>
  <inkml:trace contextRef="#ctx0" brushRef="#br0" timeOffset="58712.01">8387 3323 112 0,'0'0'302'15,"9"0"-29"-15,-9 0-27 0,6-3-26 0,1 0-24 16,-2 0-17-16,0 1-21 0,8-1-19 0,0 0-30 16,3-2-39-16,4 1-43 0,1 1-49 0,9-2-60 15,3-3-81-15,-4 2-131 0,3-1-319 0,0 2 141 16</inkml:trace>
  <inkml:trace contextRef="#ctx0" brushRef="#br0" timeOffset="58846.01">8980 3255 239 0,'0'0'274'0,"6"0"-31"0,-6 0-22 0,0 0-24 16,12-4-23-16,-4 1-19 0,3-1-39 0,7 3-42 15,-4-3-47-15,5-1-59 0,13-1-65 0,-2-1-169 16,1-1-287-16,3-2 128 0</inkml:trace>
  <inkml:trace contextRef="#ctx0" brushRef="#br0" timeOffset="58983.99">9550 3182 253 0,'0'0'307'0,"8"1"-16"0,-8-1-1 0,5 1 5 16,-5-1-23-16,0 0 26 0,0 0-17 0,0 0-29 0,0 0-25 15,0 0-23-15,0 0-13 0,11 0-55 0,-11 0-97 16,0 0-111-16,13-1-134 0,-7-2-304 0,1 0-552 16,4-1 244-16</inkml:trace>
  <inkml:trace contextRef="#ctx0" brushRef="#br0" timeOffset="62340.05">11509 3038 199 0,'-1'-7'206'15,"-2"1"-14"-15,3 1-18 0,-1-1-2 0,-2 1-3 16,2 2-19-16,-3-2-12 0,0 0-14 0,-1 1-15 16,0 1-17-16,-3 3-9 0,-2-2-11 0,-4 4-14 15,-4 3-2-15,-2 2-3 0,-2-2-11 0,-5 8 0 16,1 0-10-16,0 3 1 0,-2 0-4 0,2 4-7 15,-1 0 25-15,6 1-4 0,-1 1-5 0,1 1-2 16,2 0-5-16,4 0-4 0,2-1-1 0,4-4-2 16,1-1 0-16,2-1 7 0,4 1-7 0,-1-3-1 15,4-2 0-15,1 0 6 0,5-3 0 0,0-1 2 16,-1-2 3-16,7 1 4 0,0-4 0 0,4 0 3 16,1-4-3-16,4-1 3 0,-4-1 3 0,1-1 10 15,-1-5 4-15,-1-3 2 0,-1 1 5 0,0-4 5 16,-1 1-8-16,-1-6 3 0,1-2 10 15,-4 5-4-15,-1 1 8 0,-1-1 8 0,-2 0-2 16,0 4 18-16,-3 2 6 0,3 1-1 0,-6 4 5 16,2 0-4-16,-3 0-12 0,1 2-16 0,3-1 0 0,-4 5-11 15,1-4-26-15,-1 4-7 0,0 0-27 0,3-5-15 16,-3 5-6-16,0 0-8 0,0 0 3 0,5 17-1 16,-5-8 0-16,2 8 0 0,0-2 5 0,-2 5 1 15,3 0 4-15,-2-2 4 0,3-1-2 16,-1 2 0-16,0 0 3 0,2-4 0 0,-1-1-4 15,-3-2 1-15,4-2 2 0,-2 1 8 0,3-2-28 16,-3-3-15-16,-1-2-25 0,2 3 17 0,0-4-20 0,4 0-20 16,-2-3-45-16,-6 0-45 0,17-6-60 0,-7-2-64 15,0 2-280-15,-2-2-628 0,0-2 278 16</inkml:trace>
  <inkml:trace contextRef="#ctx0" brushRef="#br0" timeOffset="62723.38">11739 3108 2449 0,'4'-3'216'0,"-4"3"-67"0,4-4 24 0,-4 4 7 16,0 0-27-16,3-5-26 0,-3 5-25 0,0 0-19 15,0 0-16-15,0 0-7 0,0 0-12 0,7-2-12 16,-7 2-5-16,0 0-7 0,11 7 1 0,-6-2 4 15,1-1-9-15,1 7-5 0,1-2-6 0,1 5 2 16,-1 1-17-16,-1-1 17 0,2 1-4 0,-4 0 1 16,-2 3 3-16,-1-1-5 0,0 3 3 0,0-3-5 15,-4 0 1-15,0-4-2 0,2-3 2 16,-1 0-1-16,1-3 1 0,1-1 2 0,-2 0-1 16,1-1 26-16,0-5 31 0,-1 8 42 0,1-6 33 0,0-2 40 15,2 3 28-15,-2-3-5 0,0 0-25 0,0 0-19 16,0-15-15-16,2 3-14 0,0 0-21 0,2-5-15 15,2-1-21-15,3-10-24 0,2 5-20 0,0-1-20 16,-2 9-21-16,0-1-13 0,0 3-28 16,1 3-34-16,-2-1-41 0,-2 2-60 0,5 0-52 15,1 4-39-15,1 0-31 0,4 1-46 0,-5 2-26 16,2 2-265-16,-2 3-701 0,3 1 311 0</inkml:trace>
  <inkml:trace contextRef="#ctx0" brushRef="#br0" timeOffset="63155.93">12135 3246 216 0,'0'0'234'0,"0"4"6"0,0-4 5 16,0 5 5-16,0-5 6 0,0 0-9 0,0 5-11 15,0-5-14-15,0 0-12 0,0 0-21 0,0 0-17 16,14-4-9-16,-4-1-28 0,3 0-11 0,5 0-8 16,0-5-18-16,1 4-5 0,-1-5-11 0,6-1-7 15,-5 3-10-15,8-7-4 0,-5 3 0 0,-3-4-17 16,-1 4 1-16,-1-5-8 0,-6 5-3 0,1-1 13 15,-2 0-5-15,-4 2 1 0,1 2 15 0,-4-2-3 16,0 3 4-16,-3 3-25 0,-1-1 11 0,-2 1-3 16,-3-1-33-16,-4 3 27 0,-3 1-8 0,-6 3-2 15,-11 0-14-15,2 7 9 0,-4 5-14 0,4-2 0 16,0 3 2-16,2 3-8 0,3-1 3 0,6 0-4 16,1-2-2-16,5 3 2 0,-1 0-6 0,7 3 2 15,1 0-1-15,7-1 7 0,3 1 0 0,10 3-1 16,4-5 18-16,9 0-25 0,5-5 16 0,3-2-9 15,12-1 2-15,5-4-4 0,4-2 7 0,-6-3 2 16,4 0-2-16,-2-4 13 0,-17 4-7 0,-4 0 5 16,-3 0-4-16,-11-1 0 0,-6 1 4 0,1 0-5 15,-3 0 3-15,-3 0 8 0,-8 0-3 16,11 0 12-16,-11 0-5 0,9-1-2 0,-9 1-4 16,0 0-16-16,0 0-16 0,9 1-23 0,-9-1-42 0,0 0-54 15,0 0-58-15,0 0-72 0,-23 5-93 0,14-3-279 16,9-2-683-16,0 0 302 0</inkml:trace>
  <inkml:trace contextRef="#ctx0" brushRef="#br0" timeOffset="64788.97">14629 3038 19 0,'2'-3'236'0,"-2"3"-11"0,0-5-13 15,-2 0-3-15,1 0-30 0,-2 3-12 0,3 2-17 16,-10-5-17-16,4 1-18 0,-4-1-3 0,-2 4-20 0,-3 1-11 16,-5 0-7-16,-1 3-8 0,-7 1-10 15,-3 0-2-15,0-2-4 0,1 9-5 0,-3-3-3 16,3 4-3-16,-2-2 2 0,4 4-9 0,-3-1 23 16,5 2-6-16,1-1-6 0,2 3-6 0,8-8 3 15,0 7-7-15,2-6-9 0,2 5 1 0,4-7-1 16,1 3-3-16,2 0-1 0,1 0 1 0,3-3 1 15,3 1 6-15,1-1 3 0,5 0 5 0,2-2 2 16,6-3-5-16,4 1 0 0,1-3-2 0,7-6 0 16,-3 0 1-16,2-3 7 0,-1-1 8 0,3-6 19 15,-5 1 5-15,-3-4 10 0,1-1-5 0,-4-1 10 16,1-5-3-16,-2 0 10 0,-2-4-11 0,-4 1 0 16,1-4-11-16,-4 0 1 0,4-2-23 0,-7 1 24 15,1-1-1-15,-2 3 15 0,-4 2 17 0,2 4 5 16,-6 4-2-16,3 6-10 0,0 3-4 0,0 0-2 15,0 2-8-15,-1 3-10 0,1 2-6 0,0-1-17 16,0 2-25-16,0 4-36 0,0-4-41 0,0 4-20 16,0 0 6-16,0 0 9 0,-4 21 5 0,3-4 4 15,-2 10 9-15,-1 0 5 0,3 4 0 0,-3-2 3 16,4 5-8-16,1 0 22 0,3 0-14 0,3-2 17 16,-1-1 12-16,3 0-2 0,1-4-6 0,3 1-19 15,4-3 25-15,-3-4-9 0,-2-7 10 0,1 1-2 16,0-4-7-16,2-2-2 0,0-2 10 0,2-1-7 15,2-5 1-15,-1 1 4 0,4-4-3 0,-3-2-1 16,0-3 7-16,1-1-3 0,-2-3 3 0,3-4 0 16,0-2 1-16,-3-1 0 0,3-3 4 0,-6-3-2 15,-2 7-3-15,1-5 6 0,-2 7 21 16,-2-1 6-16,-1 1 14 0,-4 5 20 0,-1 0 17 16,1 3 6-16,-2 1 8 0,-2-1-11 0,4 3-5 0,-2 0-17 15,-3 4-7-15,1-6-12 0,-1 6-12 0,6-4-26 16,-6 4-14-16,0 0-17 0,0 0 6 0,0 0 1 15,0 0-1-15,5 19 5 0,-5-7-1 16,-1 3 4-16,0-1 0 0,1 3 3 0,-2 0-9 16,1 0 4-16,1 2 5 0,0-2 4 0,0 0-2 15,-1-2-3-15,1 2 10 0,0-4-6 0,-1-4-4 0,1 0-14 16,-4-1-17-16,4-2-31 0,0 0 11 0,0-1 9 16,0-5 11-16,0 7 7 0,0-7 8 0,0 6-2 15,0-6-11-15,0 0-37 0,0 0-49 16,0 0-40-16,-10-13-34 0,6 3-52 0,-1-5-46 15,-2-2-291-15,1-9-635 0,1 1 282 0</inkml:trace>
  <inkml:trace contextRef="#ctx0" brushRef="#br0" timeOffset="64935.97">15000 2777 121 0,'0'-8'312'0,"0"-3"16"0,0 8 14 16,0-4-14-16,0 1-22 0,0 2-11 0,0 4-45 15,3-3-26-15,-6-2-21 0,3 5-25 0,3-5-25 16,-3 5-26-16,0 0-52 0,0 0-32 0,0 0-8 15,0 0-33-15,0 0-34 0,12 10-34 0,-9-7-50 16,-1 2-50-16,1 4-56 0,-2-3-232 0,1 2-491 16,-1-3 218-16</inkml:trace>
  <inkml:trace contextRef="#ctx0" brushRef="#br0" timeOffset="65323.35">15396 2836 183 0,'0'0'252'16,"0"0"-28"-16,-9 3-19 0,9-3-26 0,0 0-19 15,0 0-17-15,-5 5-12 0,1-3-17 0,-5 3-11 0,4-1-11 16,-4 4-8-16,0-2-9 0,-1 2-4 0,-3 3-14 15,-1 0-2-15,1-1-9 0,2 3 0 16,2-5-7-16,1 4-2 0,2-3-6 0,1 3 1 0,-1-2-4 16,4 2-1-16,0-1-4 0,3-1 1 15,2 2-6-15,-1 0 1 0,6-1 3 0,-2 5-7 16,4-2 1-16,3-4 0 0,1 3-3 0,0-3 0 16,0 0-2-16,-5 1-1 0,1-6 1 0,-1 2-4 15,-4-2-1-15,2-1-3 0,-1-1-1 0,-2 2-9 16,-3-3 6-16,-1 2 1 0,0-4 3 0,-6 6-2 15,-6-2 3-15,2-1-4 0,-4 1-16 0,-4-1-26 16,-3-1-31-16,-1-2-52 0,3 0-58 0,-8 0-185 16,5-2-397-16,4-2 175 0</inkml:trace>
  <inkml:trace contextRef="#ctx0" brushRef="#br0" timeOffset="65639.97">15708 2702 2587 0,'-1'-10'166'0,"-2"0"-47"0,3 1 19 0,-4 0-14 16,3 4-1-16,0 0-21 0,1-1-13 0,-2 4-21 15,2 2-17-15,-1-8-13 0,1 6-8 0,0 2-11 16,0 0-3-16,0 0-6 0,-1 12 1 0,0-1-5 15,-1 5 1-15,1 3-1 0,-2 5-4 0,-2 3 5 16,-1 2 2-16,2 1-8 0,-1-2 9 0,2 5-3 16,0-3 1-16,-1 2-5 0,-1 1 1 0,0-4 1 15,2-9 2-15,1 6-4 0,-1-6 2 16,-1-1-19-16,-1-4-8 0,1 1-15 0,3-5-11 16,-2-2-24-16,3-3-10 0,0 2-12 0,-5-3-7 0,4-1-6 15,1-4-54-15,-9 1-83 0,9-1-223 0,-17-5-505 16,7 0 224-16</inkml:trace>
  <inkml:trace contextRef="#ctx0" brushRef="#br0" timeOffset="66156.11">15474 2956 46 0,'0'0'265'0,"0"0"-18"0,-9 2-11 0,9-2-17 16,0 0-11-16,0 0-22 0,0 0-8 0,0 0-12 15,0 0-8-15,0 0-15 0,51-2-10 0,-18-1-14 16,20-2-10-16,-2-1-16 0,1-2-5 0,-1 1-13 16,0 4-8-16,-13-2-5 0,-1 0-3 0,-4 0-8 15,-2 1-4-15,-3-1-2 0,-8 0-7 0,-4 4-4 16,-3-1-2-16,-1 1-1 0,1-2 0 0,-7 3 13 16,2 0 6-16,-8 0 10 0,8-4 4 0,-8 4 4 15,7-1-4-15,-7 1-2 0,0 0-5 0,7-2-5 16,-7 2-15-16,0 0 4 0,0 0-5 0,7-1-11 15,-7 1 9-15,0 0-5 0,0 0-23 0,0 0 20 16,0 0-8-16,0 0 1 0,0 0-5 0,0 0 0 16,11 0 11-16,-11 0 5 0,0 0 8 0,0 0 5 15,0 0-16-15,0 0 32 0,0 0 5 0,0 0 17 16,0 0-3-16,0 0 7 0,0 0 3 0,0 0 0 16,0 0-3-16,0 0-2 0,0 0-2 0,0 0-5 15,0 0-15-15,0 0-3 0,0 0-7 0,0 0-6 16,0 0-6-16,0 0-17 0,0 0-4 0,0 0-16 15,0 0-15-15,0 0 1 0,0 8 0 0,0-4-2 16,0 4 6-16,-2 0-6 0,2 5 8 0,-1 0-2 16,0 3 5-16,1 1-5 0,-2-4 4 0,1 3 1 15,0 1-2-15,0 0-6 0,-1-6-23 16,2 1-8-16,-2-3-17 0,2 1-32 0,-3-3 10 0,3 1-5 16,0-4-14-16,-1-1 15 0,1-3 7 0,-1 7 3 15,1-7 3-15,0 0-65 0,0 0-54 0,0 0-51 16,-8-14-39-16,2 2-39 0,-1 0-217 0,2-3-581 15,-3-3 257-15</inkml:trace>
  <inkml:trace contextRef="#ctx0" brushRef="#br0" timeOffset="66297.95">16035 2776 157 0,'0'-9'295'16,"0"-1"1"-16,0 5 2 0,0-2-7 0,0 0-4 16,-1 4-5-16,1 3-15 0,1-8-34 0,-1 8-29 0,1-7-27 15,-1 5-15-15,3-1-32 0,-3 3-28 16,6-1-42-16,-6 1-46 0,9 0-45 0,-1 2-44 15,-8-2-45-15,10 5-63 0,0 1-49 0,-6-1-204 16,3 1-472-16,-2-4 209 0</inkml:trace>
  <inkml:trace contextRef="#ctx0" brushRef="#br0" timeOffset="66740">16343 2800 73 0,'0'0'381'0,"0"0"-22"0,0 0-30 16,-1-4-30-16,1 4-34 0,0 0-23 0,0 0-32 16,0 0-25-16,0 0-17 0,0-4-19 0,0 4-22 15,0 0-14-15,0 0-26 0,0 0 5 16,0 14-6-16,1-7-13 0,-1 3-3 0,-1 1-11 0,1-1-3 15,-4 5-5-15,3-3-6 0,-2 5-8 0,-1 2-1 16,2-4-5-16,-1 4-2 0,0-6-1 0,1 0-4 16,2-3-1-16,-1 1-5 0,1-5 4 0,-4-1-6 15,3 2 6-15,-2-3-1 0,3-4 23 16,1 6 39-16,-1-6 25 0,0 0 29 0,0 0 13 16,0 0-12-16,0 0-17 0,0 0-9 0,16-10-14 15,-11 0-10-15,1 1-10 0,3-3-5 0,1 0-16 0,-2 2-2 16,1 0-3-16,0 1-6 0,-1-1-2 0,-3 5-10 15,-1 0 0-15,1-1-6 0,0 3-5 16,-3-2-8-16,1 2-9 0,-2 0-14 0,-1 3-3 16,0 0-6-16,0 0 0 0,0 0-11 0,23 8-17 15,-18-3 8-15,3 0-17 0,-2 3-31 0,4-2-26 16,-2 5-50-16,1-5-48 0,0 2-54 0,1-1-74 16,-2 0-342-16,-3-2-733 0,4-3 325 0</inkml:trace>
  <inkml:trace contextRef="#ctx0" brushRef="#br0" timeOffset="67339.2">16771 2842 174 0,'0'0'223'0,"0"0"-20"0,0 0-21 0,0 0-18 15,0 0-15-15,0 0-17 0,14 0-14 0,-7 0-12 16,0-3-19-16,3 3-9 0,2-3-15 0,1 2-6 16,-2-2-8-16,-1 1-1 0,0-3-9 0,2 1 0 15,-3-2 1-15,1 1-6 0,-1 1 4 0,-4 1 3 16,2-2 10-16,-3 1 15 0,-1-1 11 0,1 0 8 16,0 2-1-16,-1-2-8 0,-3 3-7 0,0 2-9 15,-7-5-13-15,7 5-6 0,-14-2-3 16,5 2-6-16,-5 2-9 0,-3 3 1 0,1 1-3 0,-1 0-3 15,-2 4 0-15,4-1-7 0,-8 6-2 0,6-5-3 16,2 4 3-16,0-3-3 0,3 4 1 0,2-2-2 16,2 2-2-16,3-5 1 0,1 6 3 0,3-1 0 15,2-3 1-15,7 1 1 0,2-2 1 16,4-1 5-16,5 1-2 0,11-1 1 0,2-3-4 16,0-4 3-16,2 0 0 0,-1-4-4 0,2-2 3 15,-4-2-2-15,-1-1 1 0,-2-2 0 0,-1-4-9 0,-1 1 23 16,-2-3 11-16,-5-3 20 0,0-3 2 0,-1 0 7 15,-3-5 7-15,1-3-1 0,-2-1-12 16,-3-3 12-16,1-3-2 0,-2 2 34 0,-2-2 15 16,1 4 27-16,-3 3 11 0,-1 3 9 0,-1 9 6 15,-3 4-7-15,3 7-14 0,-4-7-21 0,2 5-10 16,0 2-16-16,-2 2-36 0,0-1-43 0,0 4-49 16,0 0-9-16,0 0 11 0,0 0-5 0,-2 24-1 15,-2-5 2-15,1 1 10 0,-3 7 1 0,0 1 10 16,0 2-7-16,0 0-4 0,1-2-4 0,1 3 15 15,0-5-12-15,1-1-14 0,2-6-16 0,-1 0-21 16,2-2-17-16,-2-6-13 0,2 3-25 0,-1-5-25 16,-2 2-32-16,5-4-17 0,-4-2-20 0,2 1 1 15,0-6-54-15,-2 3-288 0,2-3-605 0,0 0 267 16</inkml:trace>
  <inkml:trace contextRef="#ctx0" brushRef="#br0" timeOffset="67672">17160 2710 185 0,'0'0'279'0,"-7"0"-2"16,7 0-8-16,-6 0-9 0,6 0-7 0,0 0-10 15,0 0 2-15,0 0-15 0,-7-1-8 16,7 1-12-16,0 0-12 0,0 0-12 0,18-5-19 0,12-1-19 15,7 2-15-15,22-6-13 0,8 1-19 0,24-6-9 16,-1 6-5-16,-27 2 0 0,1-3-3 0,-4 2-12 16,-4-1-2-16,-20 2-11 0,4 2-9 0,-7 0 2 15,-5-3-1-15,-9 4 10 0,-6 4 12 16,1-3 0-16,-5-1 1 0,-3 1 7 0,2 1-7 16,-4 2-7-16,2-2 1 0,-6 2-12 0,8-1-17 15,-8 1-23-15,5-2-28 0,-5 2-37 0,0 0-36 0,0 0-45 16,0 0-39-16,0 0-57 0,0 0-31 0,0 0-21 15,-13 10-28-15,7-6-31 0,-3-1-208 16,0 0-588-16,3-2 261 0</inkml:trace>
  <inkml:trace contextRef="#ctx0" brushRef="#br0" timeOffset="67983.98">17859 2953 253 0,'0'0'493'0,"1"5"-12"0,-1-5-21 0,0 0-33 15,0 0-41-15,0 0-35 0,0 0-41 0,0 0-70 0,0 0-98 16,0 0-180-16,0 0-243 0,0 0-257 0,0 0-582 16,5-20 258-16</inkml:trace>
  <inkml:trace contextRef="#ctx0" brushRef="#br0" timeOffset="74205">5043 5646 65 0,'0'0'225'16,"0"0"-14"-16,0 0-9 0,0 0-18 0,0 0-16 16,0 0-14-16,0 0-16 0,0 0-16 0,-5 0-12 15,5 0-9-15,0 0-10 0,0 0-3 0,0 0-16 16,0 0-1-16,0 0-12 0,0 0-8 0,0 0-3 16,0 0-3-16,15-3-2 0,-3 1-7 0,-1-3 0 15,7 0-5-15,-2 0-5 0,1-1 0 0,0-1-6 16,1 2-3-16,1 0 3 0,-2-3-4 0,-2 1-1 15,0-2 0-15,1 1 0 0,-6 2 17 0,0 0 11 16,0 1 16-16,-5 0 10 0,1 1 13 0,-1-3 8 16,0 2 1-16,0 0-12 0,-4 2-2 0,-1-3 0 15,-2 3-17-15,-3 0-15 0,-4-2-9 0,-2 3-9 16,-6 0-3-16,-5 5-4 0,-9 4-3 0,-1 0-3 16,-1 7 0-16,-13 5-6 0,0 3 0 0,1 6-2 0,3-1 0 15,1 5-3-15,3-3-2 0,8-4 4 16,4 1-3-16,3-2 0 0,1 5 3 0,3-4-1 15,5 1-3-15,2-2-1 0,4 0 2 0,7-6-4 16,1 0 1-16,1 0 0 0,7-3 8 0,1 3-1 16,5-5 3-16,4-4 2 0,13 1 1 0,-2-3 1 0,6 0-5 15,4-3 6-15,-2-2-4 0,-1-2-2 16,0 2-1-16,-3-4 1 0,-3 1 1 0,-10 1-3 16,-1 0 1-16,-7-1 0 0,-1 1-1 0,-2 1 5 15,-3-2 22-15,1 1 32 0,-7 0 3 0,11 0 20 16,-7-1 1-16,-4 1-1 0,5-2-11 0,-5 2-13 0,0 0-24 15,-1-5-15-15,1 5-36 0,0 0-29 16,-8-7-41-16,3 5-39 0,1-1-33 0,-1-2-45 16,0 2-39-16,0-1-52 0,1-1-244 0,-1 0-576 15,5 0 255-15</inkml:trace>
  <inkml:trace contextRef="#ctx0" brushRef="#br0" timeOffset="74402">5486 5876 366 0,'0'0'413'0,"0"0"-18"15,4 2-18-15,-4-2-21 0,0 0-20 0,0 0-25 16,0 0-31-16,0 0-34 0,7 0-19 0,-7 0-26 16,0 0-32-16,0 0-46 0,0 0-53 0,0 0-37 15,0 0-52-15,0 0-47 0,0 0-51 0,0 0-54 16,0 0-55-16,0 0-66 0,6-4-210 0,-6 4-545 15,9-4 241-15</inkml:trace>
  <inkml:trace contextRef="#ctx0" brushRef="#br0" timeOffset="74855.88">5838 5603 246 0,'0'0'385'16,"0"-6"-15"-16,0 6-20 0,-1-4-25 0,1 4-31 16,-3-2-18-16,3 2-45 0,0 0-45 0,0 0-6 15,0 0-27-15,0 0-41 0,0 0-19 0,0 0-13 16,0 0-8-16,4 18-6 0,0-5-7 0,-2 4-8 16,-2 1-5-16,3 2-9 0,1 3-6 0,-4 2 5 15,1-5-7-15,0 7 5 0,-2-3-2 0,2-4-6 16,-1 1 2-16,3-4-5 0,-2 0 0 0,-1 3 0 15,0-6-4-15,-1-2-1 0,-2-2-6 0,3-1 6 16,0-2-1-16,0-4 8 0,0 4 7 0,0-1 31 16,0-6 37-16,0 4 40 0,0-4 32 0,0 0-17 15,0 0-15-15,0 0-12 0,-9-17 1 0,3 3-5 16,2-3-6-16,-4-7-9 0,3-5-8 0,-4-2-10 0,7-4-6 16,-11-11-9-16,9-2-8 0,4 2-4 0,-2 11-4 15,4-12-2-15,-2 15-1 0,1 1-3 16,2 4 8-16,1 7 2 0,-3 3-4 0,0 3-16 15,2 2 7-15,1 0-8 0,-4 5-7 0,2-3-9 16,3 5-12-16,3-2-26 0,0 2-20 0,3 3-20 0,5 0-27 16,4 2-20-16,1 3-30 0,-1 1-31 0,11 5-48 15,-5 2-32-15,3 0-34 0,-4 5-39 16,-3 0-44-16,2 2-57 0,-7-2-283 0,-7-4-754 16,3 0 333-16</inkml:trace>
  <inkml:trace contextRef="#ctx0" brushRef="#br0" timeOffset="75195.95">5816 5808 112 0,'-4'2'271'0,"4"-2"-13"15,-2 3-10-15,2-3-6 0,-4 3-13 0,4-3-10 16,-3 3-13-16,3-3-17 0,0 0-7 0,0 0-14 0,0 0-12 16,0 0-7-16,0 0-12 0,21 0-15 0,-3-3-8 15,1 0-11-15,9-4-14 0,3 2 1 16,-3 0-17-16,1 1-6 0,-6 1-6 0,-5 0-12 16,4-1 8-16,-7 1-15 0,-1 3-6 0,-5-2-3 15,0 2-1-15,-1 0-5 0,-3 0 1 0,0-1 5 0,-5 1-4 16,9-1-14-16,-9 1-3 0,5-1-9 0,-5 1-17 15,0 0-7-15,6-2-24 0,-6 2-20 16,0 0-19-16,0 0-32 0,0 0-29 0,0 0-48 16,0 0-36-16,0 0-267 0,-17 5-535 0,17-5 237 15</inkml:trace>
  <inkml:trace contextRef="#ctx0" brushRef="#br0" timeOffset="77141.98">6665 5659 90 0,'-7'1'186'0,"7"-1"-15"0,0 0-2 0,0 0-6 16,0 0-10-16,0 0-1 0,0 0 0 0,0 0-4 16,0 0-4-16,-9-1-4 0,9 1-4 0,0 0-6 15,0 0-6-15,0 0-3 0,0 0-18 0,0 0-5 16,0 0-13-16,12-7-10 0,-5 6-5 0,5-2-17 16,2-1-21-16,0 2-28 0,4-3-29 0,-1 2-37 15,3 0-39-15,-2 1-44 0,0 0-33 0,0 1-187 16,-5 1-396-16,-2-1 176 0</inkml:trace>
  <inkml:trace contextRef="#ctx0" brushRef="#br0" timeOffset="77321.14">6636 5802 180 0,'-6'4'211'0,"2"0"-20"0,1-1-8 15,0-2 0-15,3-1 3 0,-4 2-2 0,4-2-9 16,0 0-9-16,0 0-12 0,0 0-13 0,0 0-13 15,14 3-14-15,1-4-11 0,-2-3-12 0,9 3-29 16,-2-2-42-16,7-3-46 0,3 3-47 0,0-2-54 16,1 1-53-16,-3-2-165 0,-1 1-373 0,0 1 165 15</inkml:trace>
  <inkml:trace contextRef="#ctx0" brushRef="#br0" timeOffset="78053.97">7243 5525 325 0,'-4'-5'325'16,"2"-1"-21"-16,-2 2-16 0,3 0 1 0,0-1-12 15,-2 2-13-15,3 3-26 0,-1-5-8 0,1 5-37 16,0 0-23-16,-1-6-21 0,1 6-17 0,0 0-31 15,-2-3-27-15,2 3-28 0,0 0-14 0,0 0-2 16,0 0-3-16,0 0-17 0,11 10-13 0,-9-5-7 16,7 3-10-16,-1-1-12 0,-1 0-9 0,1 3-6 15,2-3-2-15,-1 0 3 0,2 1 9 0,-1-2-2 16,0 0 3-16,-1-2 3 0,1-2 6 0,3 1 2 16,-4-3 4-16,2 0 1 0,1-3 2 0,-4 2 10 15,3-4 20-15,-2-1 4 0,0 0 10 0,0-5 14 16,-3 1 15-16,2-1 6 0,-3 3 10 0,3-3 12 15,-5 1 12-15,1-3 4 0,0 8 13 0,0-6 0 16,-1 5-10-16,-1-1 8 0,1 3-7 0,-2 0-13 16,-1 4-5-16,4-8-15 0,-2 5-14 0,-2 3-17 15,1-2-27-15,-1 2-38 0,0 0-34 0,0 0 2 16,0 0 7-16,3 16-1 0,-2-3 4 0,1 6-1 16,0 11 9-16,0 4 2 0,-1 0 3 0,3 17 4 15,0-4 3-15,1-1 7 0,-2 2 1 0,1-12 2 16,1 10 0-16,0 0 4 0,2-12 3 0,-2 1 2 15,-4 1 2-15,7 0 2 0,-3-2 2 0,0 1 3 16,-5-3 1-16,4 0-4 0,-7-3-2 0,3-2-4 16,-1-1-1-16,-3-6 0 0,-1-1-1 0,0-2 3 15,-5 0 3-15,0-5-1 0,-1 2 7 0,-3-5-5 16,-2 2 9-16,-2-5 5 0,-3 0 10 0,-8-2-1 16,1-3 2-16,0-2 5 0,-3-3 11 0,5-2 14 15,0-3 7-15,5 0 2 0,-2-4 16 0,8-1-1 16,-5-6 12-16,3-2-4 0,3-4-8 0,5-6-11 15,1 4-12-15,6-18-9 0,7 9-4 0,5-8-8 16,2 11-19-16,8-10-2 0,-2 11 7 0,10-4 3 16,-6 7-4-16,3 4-5 0,-1 0-2 0,3 5 2 15,-1 0-4-15,-3 0-8 0,3 6 11 0,-5-2 1 16,-3 8-4-16,-4-3-3 0,-2 4 2 0,-1 3 2 0,-2 0 1 16,0-2-8-16,-3 5 0 0,-2-2 2 0,3 1-3 15,-5 0-3-15,-1 2-25 0,-1 1-32 16,4-3-31-16,-4 3-34 0,3-2-37 0,-3 2-26 15,0 0-6-15,0 0-33 0,0 0-29 0,-3 11-45 16,-1-9-233-16,4-2-577 0,-1 8 255 0</inkml:trace>
  <inkml:trace contextRef="#ctx0" brushRef="#br0" timeOffset="78525">8113 5605 135 0,'-11'2'200'0,"11"-2"-1"0,-8-2-7 0,8 2-7 15,-7 0-10-15,7 0-6 0,0 0-8 0,0 0-10 16,-8-1-7-16,8 1 1 0,0 0-7 0,0 0-3 15,0 0-8-15,-4-1-6 0,4 1-12 16,0 0-13-16,11-6-6 0,-1 4-13 0,7-1-2 16,3 2-11-16,7-7-4 0,7 4-7 0,2-1-6 0,-4 0-5 15,6 1-2-15,-2-2-8 0,-3 1 1 0,-1 3-7 16,0-1-2-16,-10 1-2 0,-3 0-2 16,-1 2-4-16,-5-3-4 0,-1 3-23 0,-3 0-19 15,-1-1-20-15,-1 1-23 0,-4-1-23 0,-3 1-37 16,0 0-51-16,0 0-34 0,0 0-202 0,0 0-455 0,0 0 201 15</inkml:trace>
  <inkml:trace contextRef="#ctx0" brushRef="#br0" timeOffset="78874.03">8186 5772 65 0,'-1'2'224'16,"-4"0"-30"-16,5-2-12 0,-4 3 0 0,4-3 1 16,0 0-3-16,0 0-2 0,0 3 0 0,0-3-4 15,13 0-12-15,-3-1-13 0,11-1-14 16,4-2-12-16,7-4-8 0,1 4-11 0,2-1-5 15,0 0-11-15,-1-1-6 0,-1 0 0 0,-2 3-11 0,-9-1-4 16,-2 0 2-16,-3 2 7 0,-3-1-8 0,-4 2-4 16,-4 1-2-16,2-3-6 0,0 3 0 0,-3 0-9 15,-1-2-3-15,-4 2-3 0,7-2-11 16,-7 2-21-16,0 0-27 0,9-1-42 0,-9 1-49 16,0 0-58-16,0 0-27 0,4 4-42 0,-4-4-241 0,0 0-515 15,0 0 229-15</inkml:trace>
  <inkml:trace contextRef="#ctx0" brushRef="#br0" timeOffset="81336.98">9404 5799 33 0,'0'0'211'0,"0"0"-16"15,0 0-15-15,-6 3-15 0,6-3-16 0,0 0-18 16,0 0-12-16,-5 1-11 0,5-1-11 0,0 0-10 16,0 0-3-16,0 0-1 0,0 0-2 0,0 0-6 15,0 0 3-15,15-7-6 0,-6 4-10 0,4-2-8 16,4-4-4-16,2 2-6 0,6-6-4 0,-2 0-3 15,4-1-3-15,0-3-2 0,-3-3-2 0,-1 0 9 16,1-3 4-16,-2-2 3 0,1 1 3 0,-2-4 8 16,-1 3 0-16,-2-2 10 0,-4 0 6 0,0 1 3 0,-2 2 1 15,-6-1 6-15,2 8-9 0,-6-1-10 16,-1 2 0-16,-2 4-3 0,-1 0-4 0,-1 2-12 16,-2 0-9-16,-4 4-7 0,0-1-9 0,-1 3-8 15,-7 3-4-15,-2 6-2 0,-9 2 7 0,1 8-10 16,-2 3-2-16,-1 2-4 0,-8 14 11 0,10-10-7 0,-3 12-4 15,12-7 0-15,0 0 0 0,-5 12 0 16,12-10 2-16,3-1 3 0,5 2-4 0,4-3 2 16,3-1 4-16,6-1 2 0,4 1 2 0,7-6 5 15,4-2 6-15,7-2-8 0,4-2 1 0,14 1 7 16,-12-7 0-16,17-1-2 0,-17-6-8 0,17 2 2 0,-20-4-1 16,-1-1 1-16,-2 1-2 0,-3-1-5 15,-11 0 4-15,-2 0 0 0,-6 0 1 0,-1 0 11 16,2 0 13-16,-5-1 12 0,-5 1 12 0,9 0 13 15,-5-1-3-15,-4 1-11 0,4-3-23 0,-4 3-16 16,0 0-35-16,0 0-32 0,-10-9-35 0,3 5-33 0,-2 0-40 16,-1-2-42-16,1 0-52 0,0 0-51 0,-1-2-182 15,2-1-524-15,3 0 232 0</inkml:trace>
  <inkml:trace contextRef="#ctx0" brushRef="#br0" timeOffset="82002.95">10253 4792 176 0,'1'-2'205'0,"0"-2"-8"16,-1 4-18-16,3-6-17 0,-2 4-16 0,-1 2-18 15,0 0-19-15,0 0-16 0,0 0-16 0,0 0-4 16,0 0-10-16,-13 14-9 0,1 1-5 0,-10 2-10 15,3 7 4-15,-4 0-7 0,-3-1 1 0,-1 2-4 16,-10 8-4-16,9-8-1 0,-10 7-6 0,10-6 5 16,-3-1-6-16,0-3-1 0,3-2-3 0,2-2 6 15,9-5 9-15,-2-5 13 0,6 2 13 0,0-4 19 16,4-2 29-16,3 1 32 0,-3-5 31 0,5 1 11 16,4-1-3-16,-6-6-13 0,-1 1-7 0,7-2-14 15,0-5-21-15,3-1-12 0,1-5-18 0,2 1-12 16,7-9 1-16,0 3-7 0,-1 2-15 0,2 4-6 15,-6 5-5-15,0-1-3 0,1 6-10 0,-2-3-6 16,1 3-10-16,0 4 0 0,3 1-5 0,-1 2-5 16,4 2-7-16,1 6-2 0,2 2-17 0,0 2-5 15,6 4-9-15,-1 2-13 0,-2 1-19 0,2-2-19 16,0 5-35-16,-1 1-36 0,-1 1-46 0,1-3-66 16,-4-3-307-16,-2-3-620 0,-3-2 275 0</inkml:trace>
  <inkml:trace contextRef="#ctx0" brushRef="#br0" timeOffset="82667">10493 4901 87 0,'5'-5'200'0,"0"3"-13"15,0-2-19-15,1 1-21 0,1 1-10 0,-1 1-21 16,2 1-10-16,-1 0-14 0,1 2-9 0,0 1-15 16,-3-1-3-16,3 2-8 0,-3 1-1 0,4 4-4 15,-4 1-5-15,-1-1-3 0,0 4-3 0,-3-1-3 16,-1 6-3-16,-4-3-3 0,0 2-2 0,-2 0 2 15,-3-1-4-15,0 2-5 0,0-2 3 0,-3-1-4 16,3-3-1-16,-2 4-6 0,5-8-5 0,-2 1 6 16,2 2 0-16,2-6 0 0,0-1-3 0,0 0 2 15,2 0 29-15,-1-3 34 0,-1 4 25 0,4-5 4 16,0 0-10-16,0 0-12 0,14-10-9 0,-5 1-1 16,9-5-8-16,-5 3-11 0,6-9-4 0,1-1-4 15,1 3-7-15,-2-2-6 0,1-1 2 0,-1 4 5 16,-5 5 5-16,-3-4 7 0,-2 8 3 0,-1-2 13 15,-1 4 6-15,-1 0-3 0,-3 2 3 0,1-1-15 16,0 1-4-16,0 0-11 0,-1 1-1 0,0 2-14 16,-3 1-2-16,4-4-16 0,-4 4-19 0,0 0-11 15,0 0 2-15,0 0 2 0,0 10-1 0,-4 1 0 16,-1 1 2-16,-2 2 3 0,-1 4-1 0,-3 4 4 16,-1 3-3-16,3-1 2 0,-1-2 1 0,1-3 0 15,4-2 1-15,1 3 1 0,0-1-1 0,3 0 0 16,-2-2 0-16,3-5 7 0,3 0 5 0,-2-1-6 15,1 0 2-15,1-1 6 0,1-5 19 0,4 2 10 16,-1-3 8-16,3 1 9 0,3 0-3 0,0-5 3 16,4 0 0-16,-3 0-4 0,0 0 2 0,0 0-11 0,-3-2 13 15,3 2-2-15,-6 0 5 0,1 0 7 16,-4 0 2-16,-5 0 9 0,10 0-8 0,-2-2-3 16,-4 1-5-16,-4 1-7 0,0 0-8 0,9 0 2 15,-9 0-7-15,0 0-3 0,0 0-15 0,5-2-16 16,-5 2-26-16,0 0-40 0,0 0-54 0,0 0-50 0,0 0-64 15,0 0-94-15,0 0-372 0,0 0-750 16,0 0 332-16</inkml:trace>
  <inkml:trace contextRef="#ctx0" brushRef="#br0" timeOffset="86235.97">11587 4825 178 0,'0'0'206'0,"-2"-6"-8"16,2 6-6-16,0-3-12 0,0 3-19 0,-1-5-12 15,1 5-14-15,0 0-16 0,0 0-14 0,-1-4-25 16,1 4-16-16,0 0-12 0,0 0-8 0,2 21-1 15,0-1-7-15,-4 6-4 0,2 9-4 0,-3 10-1 16,0 7-3-16,1 1-2 0,-2 4-3 0,1 25-1 16,3-26 1-16,-9 26 4 0,5-23-5 0,1 0-3 15,-2 23 13-15,2-26 3 0,-1 3 5 0,3-3 0 16,-3-5 4-16,3 1 8 0,2-8-5 0,0-7 9 16,3 8-3-16,-2-11-3 0,1-1 0 0,4 0-4 15,-6-2-1-15,3 1-4 0,-4-1-6 0,1-2 1 16,0-2-6-16,1-1-1 0,-1-7-2 0,-1-3-2 15,0 1-2-15,0 1-2 0,0-5 2 0,0 2-7 16,-1-4-1-16,-2 0 0 0,3-2 2 0,-1 0-1 16,-1-2 0-16,2-1-3 0,-1 1 2 0,1-2-3 15,-1-1-1-15,1-1-1 0,0-3 3 0,-1 6-3 16,1-6 0-16,0 6-2 0,0-6 1 0,0 2 2 16,0-2 0-16,-2 4-2 0,2-4 1 0,0 0 0 15,-1 4 1-15,1-4-3 0,0 0 2 0,0 0-1 16,0 0 0-16,0 0-2 0,0 0 4 0,0 0 0 15,-4 4-2-15,4-4 0 0,0 0 0 0,0 0 2 16,0 0-3-16,0 0 0 0,0 0 0 0,0 0-1 16,0 0 0-16,0 0 1 0,0 0-2 0,0 0 0 15,0 0 0-15,0 0-4 0,0 0 3 0,0 0 1 16,0 0 2-16,0 0 1 0,0 0-4 0,0 0 5 16,0 0 4-16,0 0 12 0,0 0 3 0,0 0 6 15,0 0-5-15,0 0 5 0,0 0-2 0,0 0 4 16,0 0 7-16,0 0-8 0,0 0-4 0,0 0-2 15,0 0 0-15,0 0-1 0,0 0-1 0,0 0-3 16,0 0 13-16,0 0 9 0,0 0 4 0,0 0-2 16,0 0-12-16,0 0-24 0,25-13-25 0,-5 5-24 15,8-3-26-15,7-2-45 0,14-6-71 0,5-4-100 16,-4 1-252-16,-3-2-578 0,-5-2 256 0</inkml:trace>
  <inkml:trace contextRef="#ctx0" brushRef="#br0" timeOffset="86819.98">11616 4871 53 0,'0'0'165'15,"0"0"-15"-15,0 0-4 0,0 0-19 0,0 0-13 16,0 0-15-16,0 0-1 0,0 0-11 0,0 0-9 0,0 0-7 16,0 0-4-16,0 0-3 0,0 0-7 15,0 0 1-15,0 0-5 0,0 0 0 0,0 0-4 16,0 0 3-16,0 0 5 0,0 0 13 0,20 1 1 15,1-1-6-15,15-1-7 0,5-2-2 0,20-1-7 16,31-3-22-16,-3 0-43 0,-23 3-48 0,27-4-81 0,-34 3-167 16,0-3-337-16,-6 4 149 0</inkml:trace>
  <inkml:trace contextRef="#ctx0" brushRef="#br0" timeOffset="87736.11">12549 5271 33 0,'0'0'182'0,"-4"0"-9"16,4 0-1-16,0 0-16 0,0 0-13 0,0 0-12 16,0 0-9-16,0 0-15 0,0 0-3 0,0 0-10 15,-5-2-5-15,5 2-5 0,0 0-12 0,0 0-4 16,0 0-7-16,0 0-4 0,0 0-5 0,19-5-4 15,-10 3-1-15,4-1-7 0,0 1-3 0,-3-1-3 16,3 1-1-16,0-4 7 0,-3 2 5 0,3-1 28 16,-4 1 8-16,0-1 10 0,1 1 13 0,-7 0-1 15,3 0 16-15,-1 2 8 0,-1-1-11 0,0 0 5 16,-1 1-1-16,-3 2-22 0,3-4-15 0,-3 4-17 16,0 0-19-16,-10-6-16 0,-2 8-5 0,-2-1-8 15,-6 2-1-15,-12 6-2 0,1 1-2 0,-4 4-4 16,1 0-3-16,1 1 1 0,2 7 0 0,3 0-4 15,1 1-1-15,0 2-1 0,4-1 4 0,4 0-6 16,2 1-3-16,4 1-8 0,4-2-2 0,5-4 5 16,4 0-3-16,4-1 1 0,3 0 1 0,12 0-3 15,7-2-7-15,2 0-21 0,5-3-35 0,3-6-43 16,2-1-48-16,16-4-54 0,-3-2-64 0,-13-3-168 16,1-3-491-16,-2 0 217 0</inkml:trace>
  <inkml:trace contextRef="#ctx0" brushRef="#br0" timeOffset="88101.96">12756 5541 339 0,'0'0'336'0,"0"0"-1"15,-8-4-15-15,8 4-15 0,0 0-19 0,0 0-27 16,0 0-21-16,0 0-28 0,0 0-28 0,0 0-11 16,0 0-34-16,0 0-6 0,0 0-31 0,-3 5-11 15,1 1-7-15,2 0-5 0,0 5-20 0,0 2-1 16,0 4-10-16,-4 8-4 0,3 1-2 0,-1-1-2 16,-1 2-5-16,1 0 0 0,-1-2-6 0,3-3-3 0,0-2 0 15,0 1 10-15,0-4-5 0,0-2-12 16,0-3-5-16,0 0 0 0,3-3 2 0,-3-1 1 15,-2-3-4-15,2 1 2 0,2 0-5 0,-4-1 6 16,4-4 0-16,-2-1 1 0,0 6-23 0,0-6 12 16,-2 5-7-16,2-5-43 0,0 0-40 0,0 0-36 0,0 0-50 15,0 0-55-15,2-20-64 0,-2 12-255 16,2-2-591-16,3-7 261 0</inkml:trace>
  <inkml:trace contextRef="#ctx0" brushRef="#br0" timeOffset="88485.87">13125 5485 105 0,'-6'2'190'16,"6"-2"-13"-16,0 0-12 0,-6 2-17 0,6-2-8 0,0 0-18 15,0 0-9-15,-4 1-12 0,4-1-8 16,0 0-6-16,0 0-5 0,0 0 0 0,0 0-1 16,0 0 5-16,0 0-7 0,0 0-2 0,0 0 0 15,-4 3 2-15,4-3 0 0,0 0 1 0,0 0-1 16,0 0 0-16,0 0 3 0,14 0-11 0,-1-3-3 0,5-1-12 15,5 2-2-15,6-3-7 0,8-2-8 16,-4 0 0-16,5 1-5 0,0 2-3 0,-3-1-3 16,0 0-1-16,-3-2-17 0,-4-2-15 0,-6 5-24 15,-4 0-19-15,-2-4-27 0,-5 4-33 0,0 2-35 16,-5-1-50-16,-4 1-205 0,-2-1-431 0,0 3 190 16</inkml:trace>
  <inkml:trace contextRef="#ctx0" brushRef="#br0" timeOffset="88691.98">13282 5357 22 0,'-2'-5'345'0,"1"2"1"16,0 0 7-16,1 3 0 0,-3-7-20 0,3 7-33 16,0 0-36-16,0-5-32 0,0 5-32 0,0 0-25 15,0 0-21-15,0 0-18 0,0 19-8 0,0 1-15 16,0 6-8-16,-1 3-15 0,1 5-5 0,1 0-8 15,-1 11-6-15,4 0-3 0,-3-14-21 0,5-2-40 16,-2 3-60-16,0-1-55 0,0-4-92 0,-2-9-145 16,-2 0-205-16,-1-9-595 0,0-4 262 0</inkml:trace>
  <inkml:trace contextRef="#ctx0" brushRef="#br0" timeOffset="89551.98">13966 5280 111 0,'0'0'189'16,"0"0"-21"-16,0 0-17 0,-5-1-14 0,5 1-12 16,0 0-17-16,0 0-11 0,0 0-7 0,0 0-10 15,0 0-9-15,0 0-1 0,0 0 0 0,0 0-6 16,0 0 4-16,0 0-5 0,0 0-5 0,28-1-3 16,-16-3 0-16,-1 1 7 0,3-2-8 0,1 0-4 15,-3 1-3-15,6-4-6 0,-5 4-4 0,1-5-4 16,1-2 9-16,-6 6 5 0,2-1 4 0,-2-1 11 15,-2-1 6-15,-2 5 6 0,0-4 7 0,0 2-5 16,-1 2 1-16,-3-1-3 0,1 0-11 0,-1-1-10 16,-1 5-9-16,-5-4-8 0,5 4-3 0,-18 3-6 15,2 2-6-15,-9 5-1 0,-2 4-1 0,-1 1-4 16,-1 3-4-16,-2 5-3 0,3 1 6 0,1 4-5 16,4-1-3-16,4-2 0 0,0 2-2 0,6 2 3 15,3 1-1-15,3 2-2 0,6-5 0 0,6 0-2 16,5-2 0-16,6-2-10 0,7-3-5 0,5-3-42 15,5-3-47-15,4-7-59 0,18 0-77 0,-15-5-203 16,-1-3-477-16,14-6 211 0</inkml:trace>
  <inkml:trace contextRef="#ctx0" brushRef="#br0" timeOffset="90019.97">14235 5552 142 0,'0'0'273'0,"0"0"-21"15,0 0-26-15,0 0-21 0,0 0-25 0,0 0-17 16,0 0-19-16,0 0-15 0,19-2-12 0,-12 4-14 15,1-4-10-15,-1 4-9 0,1-1-8 0,1 0-10 16,0-1-7-16,-1 3-7 0,2 2-5 0,-2-1-6 16,-3 1-4-16,3 3-12 0,-3 1-1 0,-3 1-3 15,-1 1-5-15,1 4 5 0,-5 3-7 0,-3 0-4 16,-7 3 2-16,4-3-1 0,-6 4 4 0,-2-2-6 16,3-3-1-16,-6 2 1 0,3 0-1 0,4-7-2 15,-1-1-1-15,5-2-2 0,2-2-1 0,-1 1 1 16,3-3-3-16,0-1 3 0,1-2 1 0,1 3 8 15,2-3 13-15,1-2 12 0,4 4 8 0,4-2-1 16,4-2-3-16,8 0-1 0,1-2-3 0,9-1-7 16,-1 0-1-16,4 1-3 0,0-1 0 0,-2 1-5 15,-1-2-2-15,-9 3-2 0,-1-1-1 0,-1-1-2 16,-7 2-3-16,1 0-2 0,-3 1-1 0,-2-2-14 16,1 1-9-16,-4 0-14 0,-5 1-16 0,5-1-47 15,-5 1-55-15,0 0-33 0,0 0-51 0,-14-8-183 16,4 2-448-16,2 1 199 0</inkml:trace>
  <inkml:trace contextRef="#ctx0" brushRef="#br0" timeOffset="90535.97">14708 5334 38 0,'0'0'252'0,"4"-5"-28"0,0 2-25 16,1 2-23-16,3-2-19 0,0 3-12 0,3-2-19 16,-2 0-12-16,5 6-12 0,-2-1-11 0,-2 1-9 15,7 3-9-15,-6 1 0 0,2 2-14 0,-4 0-7 16,1 4-5-16,-2-4-7 0,-5 5-1 0,0 2-3 15,-3 1-3-15,-3 1-1 0,-4 0-6 0,-1 3-3 16,-3 0 9-16,1-4-9 0,-2-2-3 0,-8 5 5 16,4-5-3-16,1-2 4 0,-6 2 5 0,6-3 3 15,-2-3 6-15,7-2 6 0,1-1 3 0,0-3 10 16,4-1 14-16,0 1 23 0,-1-1 39 0,3-1 30 16,3-2 20-16,0 0-17 0,0 0-18 0,0-12-16 15,4 2-12-15,6-2-15 0,0-7-8 0,7-3-15 16,2-2-10-16,3 2-4 0,0-1-11 0,-3 3-7 15,3 2 1-15,-4-3-9 0,-3 7 7 0,-2-1-15 16,1 5 7-16,-5 1 6 0,-2 2-12 0,2 1-7 16,-4 2-2-16,-1 0-7 0,1 0 4 0,-1 1-16 15,0 2-11-15,-4 1-18 0,0 0-8 0,0 0-9 16,10 3 6-16,-10 3 4 0,5 1-6 0,-1 2 4 16,0 1 2-16,0 1 5 0,-2 2-5 0,7 0-17 15,-6-1-23-15,-2 2-17 0,3-3-26 0,-3 1-27 16,3 0-31-16,1-3-48 0,2-1-52 0,-4 0-310 15,1-4-627-15,3-2 278 0</inkml:trace>
  <inkml:trace contextRef="#ctx0" brushRef="#br0" timeOffset="90818.99">15147 5024 106 0,'1'-4'291'16,"0"1"-30"-16,-1 0-28 0,0 3-25 0,8-1-24 15,-8 1-23-15,17 7-14 0,-7 2-13 0,4 4-8 16,0 8-8-16,4 7-5 0,-4 2-4 0,5 16-9 16,-5 3-4-16,0 6 3 0,-3 5-12 0,-6 0-2 15,-4 23-7-15,-4-26-8 0,-2 3-2 0,-5-3-5 16,-8-1-5-16,-2-2-7 0,-10-1-3 0,-3-7-3 15,-8 0 0-15,0-3-14 0,-5-1-27 0,0-2-31 16,-25 9-45-16,13-20-66 0,-2-7-83 0,-32 3-240 16,28-13-498-16,-26-6 221 0</inkml:trace>
  <inkml:trace contextRef="#ctx0" brushRef="#br0" timeOffset="91568.6">12355 5023 40 0,'0'0'218'0,"0"0"-23"15,0 0-21-15,0 0-22 0,0 0-8 0,0 0-19 16,-26 12-13-16,12 2-11 0,-7 8-10 0,-5 4-11 16,-6 18-9-16,-1 2-5 0,-11 26 3 0,7 3-2 0,4 0 3 15,11-17 5-15,-6 22-10 0,13-24-2 0,5-2-3 16,6-2-3-16,4-1 0 0,6-2 4 15,7-5 1-15,10-4 2 0,8 1-3 0,12-7-6 16,10-7-24-16,5-6-58 0,34-3-95 0,-1-11-268 16,2-10-422-16,3-3 187 0</inkml:trace>
  <inkml:trace contextRef="#ctx0" brushRef="#br0" timeOffset="92718.58">15958 5525 175 0,'0'0'219'16,"0"0"-13"-16,0 0-11 0,0 0-18 0,0 0-12 15,0 0-11-15,-5-2-12 0,5 2-5 0,0 0-8 16,0 0-6-16,0 0-13 0,0 0-6 0,0 0-10 15,18-7-14-15,-9 4-7 0,2-3-5 0,8 1-7 16,-2-1-9-16,4-1 0 0,-2-1-7 0,5-1-5 16,-3 0-5-16,4-6-2 0,-2 5-5 0,4-7-2 15,-4 3-1-15,-9 3-3 0,4-2-5 0,-3-1 8 16,-2-1 9-16,0-2 8 0,0 5 6 0,-7-4 3 16,1 5 1-16,-2 1 1 0,-2-3 4 0,0 2-1 15,-3 1-4-15,-3 5-8 0,-3-2-1 0,-3 0-13 16,0 3-7-16,-6 1-1 0,-3 3 2 0,-12 4-10 15,0 5-4-15,-1-1-1 0,2 4-2 0,1 5 2 16,1 5-4-16,3-2-5 0,3 6 2 0,7-1 2 16,0 2-3-16,3-1-2 0,4 0 4 0,8 1 2 15,5 2 0-15,7-4 5 0,4-2 9 0,10 1 0 16,5-7 4-16,16 5 1 0,6-8 2 0,5-3-3 16,5-7-1-16,1-4 7 0,1 2 2 0,1-4-5 15,-8-1 5-15,-6-1-4 0,-16-1 0 0,-5 3-4 16,-10-1 11-16,-9 3 16 0,1 0 14 0,-4-2 9 15,-2 2 2-15,-3 0 4 0,2 0 9 0,-3-1-16 16,-4 1-7-16,0 0-25 0,4-4-43 0,-4 4-52 16,0 0-44-16,-19-5-57 0,8 5-58 0,-7 0-70 15,1-2-334-15,2-1-669 0,2-1 297 0</inkml:trace>
  <inkml:trace contextRef="#ctx0" brushRef="#br0" timeOffset="103750.01">16138 5271 60 0,'-6'0'130'0,"0"-2"-24"15,-2 0-6-15,8 2-11 0,-12 4-9 0,5-4-6 0,-3 4-14 16,1 4-4-16,-4 4-10 0,4 2 0 0,0 3-2 15,0 1-6-15,3 1-4 0,3-1 0 16,-1 8 2-16,4-7-5 0,4 8 1 0,-1-8 4 16,7 5-7-16,-4-7-5 0,7-2-5 0,1-1 8 0,2 1 0 15,1-6-2-15,0-1-1 0,3-2 3 0,-1-2-2 16,2-2 4-16,-1-4 16 0,2-3 3 0,4-4 8 16,-3-4-2-16,-5 3 2 0,-3-5 0 0,3-4 3 15,-4-4-1-15,-5 7 2 0,-3-4 0 16,-1-5-1-16,-2 5-1 0,-2 3 1 0,-3 0-5 0,-2 1-2 15,-4 3-5-15,-2-2-7 0,0 6-5 0,-4 0-6 16,-3 4-1-16,-6 4-5 0,-4 2-3 0,-1 4-4 16,1 9-1-16,-6 0 4 0,5 4-8 0,0 4-2 15,4 1 4-15,1 2-4 0,2 3-8 16,4 0-5-16,2 1-1 0,6-1-8 0,1 1 0 0,7 0 0 16,5-2-3-16,5-2 3 0,5-2 0 0,4-6 4 15,5 0 3-15,5-6-2 0,5-6 1 0,-1-1 2 16,4 0 1-16,-4-7 9 0,6-3 0 0,-6-3-4 15,-1-2 1-15,-7-2 13 0,-1 0 7 16,-6-1-3-16,-4-2 1 0,-1 0-3 0,1-8 4 0,-8 0-10 16,-1-1-3-16,-4 2-2 0,-4 3 2 0,-1 3-3 15,-8-8 1-15,-2 9-1 0,-3 4-1 0,-4-3-3 16,-6 5-2-16,1 5 0 0,-3 3-1 0,-5 2 3 16,3 5-2-16,2 0-3 0,-4 4-1 0,5 3 0 15,1 3 3-15,5 4 0 0,4 1 2 0,1 4-3 16,5-2-1-16,4 3-8 0,5 0-5 0,4-5 0 15,6 6-2-15,1-8 0 0,8 1 3 0,7-2-1 16,3-3 1-16,1-3 10 0,4-7-5 0,3-3 11 16,-1-2-10-16,1-4 1 0,0-3 4 0,-3-3 0 15,-5 1 0-15,1-6 2 0,-10 5 2 0,0-6 1 16,-4 0 1-16,-2 0 0 0,-1-4-5 0,-7 0 2 16,-2 0-1-16,-2 2-3 0,-5-5 7 0,1 4-4 15,-6 4 7-15,2 3-1 0,-4-2-2 0,-3 6-2 16,2 2-1-16,-4 5-2 0,-3 2 1 0,-6 1 4 15,0 8-5-15,-1 0-1 0,4 6 4 0,0 1-2 16,2 3-1-16,2 1 4 0,5-1-1 0,3-2-15 16,5 3 4-16,3-1-4 0,1 0 5 0,7-1-7 15,3-1 2-15,3-2 8 0,5-2-6 0,12 0-3 16,-1-4 8-16,2-6-5 0,6-3 3 0,-1-4 5 16,5-4-5-16,-2-2 3 0,1-4 5 0,-4-3 3 15,1-1 0-15,-4-6 2 0,2 0 7 0,-7 2-2 16,-1-2-2-16,-4 0 3 0,-2 2 3 0,-7 5 3 15,-4 3 3-15,-3 2-1 0,-1 1-3 0,-3 2-4 16,-4 2 0-16,-1 4 0 0,-6 1-5 0,-5 4-1 16,-3 6-2-16,-8 2-1 0,1 7 3 0,-3 4 0 15,2 2 1-15,2 0-2 0,3 1 1 0,4 1-2 16,2-1 0-16,3 0 0 0,4 1-1 0,6-7-2 16,0-1-2-16,8-1 10 0,4-5-9 0,1-4 3 15,6 1-2-15,12-4 7 0,4-4-5 0,2-5 3 16,1-6-5-16,3-1 3 0,-1-3 0 0,-1-2 3 15,-3-3 3-15,-7 1 1 0,-1 0-2 0,-4-1 3 16,-8 5 6-16,0 2 12 0,-7 1-2 0,-4 2-1 16,-1 0-6-16,-1 2-7 0,-4 0-2 0,-5 2-5 15,-6 4 3-15,-2 1-4 0,-12 1-14 0,-2 3-10 16,-3 3-37-16,2 2-30 0,1-2-52 0,4 3-54 16,-1 1-135-16,8-4-356 0,5 0 158 0</inkml:trace>
  <inkml:trace contextRef="#ctx0" brushRef="#br0" timeOffset="108282.66">17600 5057 48 0,'0'0'165'15,"0"0"-3"-15,0 0-8 0,0 0-8 0,0 0-11 16,0 0-2-16,0 0-11 0,0 0-16 0,0 0 1 15,0 0-10-15,0 0-4 0,0 0-8 0,0 0-10 16,0 0-13-16,0 0-5 0,0 0-5 0,0 0-5 16,0 0-4-16,0 0-5 0,0 0-5 0,0 0-5 15,0 0-1-15,0 0-10 0,0 0 1 0,8-5-2 16,-4 4 1-16,4-1-3 0,-2-1-2 0,4-2-1 16,0 1 0-16,0 1-3 0,1-2 2 0,-1 1-1 15,-1-1-2-15,0 2-3 0,1-4-3 0,0 3 5 16,-5 0 2-16,1-1-3 0,0-1 4 0,-1 1 14 15,-1 0 5-15,1-2-7 0,-3 4 9 0,1-4 7 16,1 2 5-16,-3 0 0 0,-1 2-8 0,-1-2 0 16,-2 1-9-16,2 0-4 0,-4 1-3 0,-4 0-2 15,-2 1-6-15,0 2 0 0,-8 2-6 0,0 4 2 16,-8 2-4-16,0 3 0 0,-2 3 2 0,-2 1-4 16,3 3 3-16,-4 2 3 0,1 2-6 0,-8 10 1 15,8-8-2-15,-3 12-2 0,7-9-1 0,6 4 4 16,-3 10 1-16,8-7-2 0,5-5 3 0,2 2-9 15,1 1 0-15,6-7 0 0,4 1-3 0,5 1-3 16,5-5 6-16,4-1-2 0,10-4 3 0,2-2 0 16,5-3 2-16,18-2 2 0,-10-6-3 0,12-1 1 15,3-6-8-15,-3 1 3 0,5-6-5 0,-6 0-10 16,2-3-13-16,-16 0-3 0,-1 1-1 0,11-7 3 16,-15 2 3-16,-5 2 3 0,-1-3 0 0,-3-1 7 15,-10 5 10-15,1 0 10 0,-4-3 10 0,-5 4 15 16,-1-1 2-16,-2 3 7 0,-5 0-1 0,-1-1 0 15,-2 3-2-15,-3-2-7 0,-5 5-1 0,-1 2-4 16,-4-2 0-16,-5 3-4 0,-5 7-4 0,-4 0 5 16,5 5-5-16,-2 1 2 0,2 0-4 0,0 2 3 15,-1-1-3-15,6 3-2 0,3 4 4 0,1-7-3 16,8 0-2-16,4-3 0 0,-1 2 0 0,1 0-5 16,5 0 7-16,2 1-7 0,2-3 4 0,5 1 4 15,5 0 5-15,6-4-5 0,12-1 7 0,-3-3-2 16,4-2-3-16,1-2-2 0,1-4 5 0,0 0-2 15,-2-2-3-15,-4-2-2 0,0-2 2 0,-2 0 4 16,-9-2-5-16,-1 2 2 0,-6-3 0 0,2 1-3 16,-5-4-2-16,-3 0 2 0,-2 5-2 0,-2-3-1 15,-4 1 2-15,-3 0-1 0,-5 1-3 0,0 1 2 16,-3 2-2-16,-2 2 1 0,-2 3-6 0,1-2-7 16,-1 2-7-16,-3 4-12 0,4 1-14 0,-1 0-17 15,-1 1-24-15,7 3-25 0,0 2-21 0,0-3-26 16,2 1-148-16,3 1-334 0,2-1 147 0</inkml:trace>
  <inkml:trace contextRef="#ctx0" brushRef="#br0" timeOffset="108765.85">18499 5113 14 0,'0'0'193'0,"0"0"-23"0,0 0-12 15,0 0-17-15,0 0-14 0,0 0-15 0,0 0-6 16,-2-4-18-16,2 4-4 0,0 0-11 0,0 0-9 15,0 0 1-15,-11 12-12 0,1-8 0 0,0 5-6 16,-6-2-4-16,2 5-7 0,-3-1-3 0,2 1-2 16,-2-1-4-16,2 3-1 0,1 1-8 0,-1-2-1 15,3 0-3-15,-2 2 0 0,5-1 1 0,0 3 1 16,4-1-2-16,-1 2-3 0,3-1-2 0,2-4 6 16,4-2 4-16,2 4-7 0,1-2 7 0,2-4 3 15,3 2-3-15,7 2 2 0,-1-3-2 0,-2-1-4 16,4 1-1-16,-1-3-2 0,1 3 4 0,-6-4-2 15,0-1-8-15,-3-1 3 0,-2 0-1 16,-2 1-5-16,0-1 2 0,0-3-11 0,-4 4 2 0,-1 1 8 16,-1-2 5-16,-2 1-7 0,-5 1 7 0,-4 0-6 15,-4 3 2-15,-6-2 1 0,-6 0 2 0,1 0 6 16,-1-1-11-16,-2 2-1 0,3 0-7 0,4-5-10 16,-1 2-17-16,4-5-25 0,0 1-28 0,7 0-27 15,-2-2-33-15,3 0-143 0,1 1-311 16,4-5 138-16</inkml:trace>
  <inkml:trace contextRef="#ctx0" brushRef="#br0" timeOffset="109432.45">18923 5104 190 0,'0'-4'280'0,"0"-1"-8"16,1 1-2-16,3 0-11 0,-4 0-16 0,0 4-15 15,1-5-28-15,-1 5-24 0,0-4-17 16,0 4-21-16,0 0-27 0,0 0-33 0,0 0-15 0,0 0-10 15,0 0-6-15,-6 18-5 0,3-6-5 0,-4 13 0 16,4 1-5-16,-2 3-5 0,1-2-3 0,-3 4 4 16,3 2-3-16,-1 2-1 0,1 1-3 0,0-4-1 15,0-1 1-15,3 1-5 0,-2-3 13 16,3-3-12-16,-1-6 0 0,1-1-3 0,-4-1-5 0,4-6 2 16,0-1 1-16,0 1-3 0,0-3-11 0,0-2-3 15,-1-2-1-15,1 0-2 0,-3-2 2 0,6 2-3 16,-3-5-1-16,0 4-32 0,0-4-46 0,0 0-40 15,-9-9-34-15,5 2-26 0,0 1-27 16,3-5-180-16,-6 1-429 0,1-7 190 0</inkml:trace>
  <inkml:trace contextRef="#ctx0" brushRef="#br0" timeOffset="109849.03">18832 5087 93 0,'-1'-17'267'0,"1"5"-15"15,0 2-3-15,0-2-11 0,1 3-17 0,1-1-21 0,2 0-22 16,0 3-17-16,1-2-21 0,3 3-12 0,1-3-17 16,5 4-9-16,4-2-10 0,0 4-13 0,1 1-4 15,0 0-11-15,0 4-6 0,2 1-14 16,-2 2-14-16,0-1-5 0,0 3-8 0,-5 1-17 16,4 1 1-16,-5 1-11 0,0 2-2 0,-3 0 0 0,2 1-7 15,-6 2-5-15,-3-3 7 0,-1 4-3 0,-2 1 3 16,-7-3 3-16,0 4 3 0,-2-5-2 0,-5 2 1 15,4-1 2-15,-3-3 3 0,-1 1-2 16,1 0 4-16,1-5 6 0,2 0-8 0,1 1 2 16,1-1 0-16,1-2 1 0,2 0-2 0,1 2-2 15,-1-3 0-15,4 1 5 0,0 0-1 0,-1-1 2 0,4 2 2 16,1 1 3-16,1-3-2 0,5 2-4 0,0 3 4 16,1-3 0-16,1 3-1 0,5 1-5 0,-7-2 4 15,4 3 1-15,-3-3 0 0,-1 1 0 16,0-2-1-16,1 3 2 0,-2-3 9 0,-3 1-18 15,-5-1 0-15,3-1-3 0,-6 2 2 0,2-1-5 0,-2-1 3 16,-3 1-6-16,-7-2-9 0,0-1-14 0,-2 3-17 16,-3-2-23-16,-4-2-29 0,1 0-30 0,0-1-40 15,1-2-132-15,-1-2-336 0,5-3 149 16</inkml:trace>
  <inkml:trace contextRef="#ctx0" brushRef="#br0" timeOffset="110282.24">19333 5099 73 0,'3'-2'244'0,"-3"2"-26"0,2-2-24 16,-2 2-22-16,0 0-18 0,13 0-16 0,-7 4-15 15,1-4-12-15,0 4-13 0,2 2-13 16,-1-1-8-16,0 5-6 0,1 0-8 0,-3-2-8 15,0 5-6-15,1 2-5 0,-5-3-6 0,0 5-3 16,-6 0 3-16,2 2-7 0,-8-1-2 0,1 0-7 0,-1 4 6 16,-5 2-10-16,3-10 0 0,-1 1-3 0,-1-3 4 15,2 1-3-15,0-4 3 0,7-2 3 16,-1 1 3-16,-1-4 20 0,6 1 25 0,-3-2 27 16,-1 1 28-16,1-4 21 0,4 0-7 0,0 0-22 15,0 0-7-15,9-19-16 0,0 7-9 0,4-4 0 0,5-2-15 16,1-6-3-16,3 0-7 0,-1 1-10 0,1 5-2 15,-1-7-5-15,-4 4-10 0,-2 8 5 16,-1-1-5-16,-4 6 8 0,-4-1-9 0,3 1-7 16,-4 4 0-16,-1-1-10 0,0 2-15 0,-3 1-22 15,-1 2-18-15,7 0 3 0,-7 0-3 0,0 9 4 0,-3 1 0 16,-1 0 7-16,-1 6 4 0,1 2-1 0,-1 7 3 16,0 1 4-16,4 6 4 0,-6-6-4 0,6 0-23 15,-3-1-21-15,7-6-20 0,-1-2-27 16,8-1-28-16,2-2-64 0,6-3-87 0,1-6-169 15,11 0-494-15,-1-5 219 0</inkml:trace>
  <inkml:trace contextRef="#ctx0" brushRef="#br0" timeOffset="110714.99">20300 5228 49 0,'-10'0'221'16,"10"0"-12"-16,-6 0-13 0,6 0-16 0,0 0-21 15,-7 0-5-15,7 0-5 0,0 0-10 0,0 0-8 16,0 0-9-16,0 0-10 0,0 0-7 0,0 0-3 16,0 0-16-16,0 0-4 0,30-3-9 0,-10-1-7 15,8 1-7-15,4-2 13 0,0-1-9 0,7 1-3 16,13-1-7-16,-1-1 4 0,3 0 0 0,-2 2-9 15,-16-2-3-15,-3 4-6 0,-3-4-3 0,-9 5-4 16,-3-1-4-16,-4 1-22 0,-5 1-26 0,4-4-45 16,-8 1-53-16,-1 2-54 0,-4-1-47 0,0 3-181 15,-13-9-432-15,3 6 191 0</inkml:trace>
  <inkml:trace contextRef="#ctx0" brushRef="#br0" timeOffset="110912.06">20511 5085 59 0,'0'0'367'0,"-2"-2"-6"0,2 2-6 0,0 0-23 15,0 0-36-15,-2-4-38 0,2 4-29 0,0 0-24 16,0 0-26-16,0 0-19 0,-6 13-20 0,4-2-15 16,0 6-7-16,-2 1-20 0,2 11-10 0,-1 5-3 15,1 1-8-15,2 10-6 0,-2-9-6 0,4-2-61 16,0 1-44-16,3-4-64 0,-1 0-81 0,6-3-138 15,-7-10-181-15,1-8-545 0,1-3 241 0</inkml:trace>
  <inkml:trace contextRef="#ctx0" brushRef="#br0" timeOffset="112182.01">21557 5006 14 0,'0'0'208'0,"-3"-2"-12"15,3 2-15-15,0 0-14 0,-6-1-19 16,6 1-18-16,0 0-12 0,0 0-8 0,0 0-18 0,0 0-9 16,-7-1-9-16,7 1-13 0,0 0-12 0,0 0-4 15,0 0-7-15,0 0-8 0,0 0 2 0,0 0-1 16,0 0-7-16,16-2 1 0,-7 0-3 0,4-1-1 16,4-1-4-16,2 1-3 0,0-2-3 0,-1 0 0 15,1 1 0-15,2-3-1 0,-6 1-5 0,3-1 2 16,-9 4-4-16,4-3 3 0,-3-2 1 0,-1 3 3 15,-2 1 6-15,-2 1 12 0,-2-1 2 0,1-1-1 16,-3 2-2-16,-1-1-5 0,0 4-4 0,0 0-1 16,-13-2 2-16,1 3-8 0,-6 2-1 0,-7 6-2 15,-1 1-3-15,-4 5 0 0,1 1 2 0,2 4-6 16,-3 1-4-16,2 0 3 0,1 1 0 0,1 1-1 16,6 1 2-16,2 0-4 0,1 1 2 0,8 1-4 15,2 3 5-15,5-4 4 0,6 3 2 0,5-3 1 16,5-2 2-16,8 0 2 0,9-2-4 0,3-5-22 15,20 2-45-15,3-8-77 0,-2-3-211 16,-1-8-376-16,-2-3 167 0</inkml:trace>
  <inkml:trace contextRef="#ctx0" brushRef="#br0" timeOffset="112832.23">21905 5237 159 0,'0'0'240'0,"0"-5"-21"16,0 5-32-16,0 0-13 0,9-3-12 0,-5 2-22 16,4 1-16-16,3-3-12 0,1 2-10 0,-1 1-15 15,2 1-6-15,-1-1-10 0,0 3-8 0,-1 2-17 16,-1-1-14-16,1 4-15 0,-2-1 0 0,-4 2-7 16,1 1-9-16,-4-1-1 0,-1 3 3 0,-2 3-4 15,-5 0-1-15,-3 0 7 0,0-1-3 0,-4 1 1 16,1-3 1-16,0 1-2 0,1-6-1 0,1 2 1 0,1-3 1 15,-1 1-1-15,4-2 1 0,-1 0-2 16,5-1-2-16,-3 0 4 0,1-1 0 0,1-2 5 16,3-1-1-16,0 0 2 0,7 5 2 0,0-4-1 15,5 1-2-15,-1-2 0 0,3 3 5 0,-2-1-7 16,7 0-1-16,1 1-2 0,-2 2-2 0,0 0 2 0,-2 2 7 16,4 1-8-16,-10 0 4 0,3-2 0 0,-4 1-1 15,0 1 4-15,0 1-9 0,-5 0 0 16,-2 0 8-16,1-1-10 0,-7 2 16 0,-5 1-3 15,3-1 3-15,-7 1 0 0,-5 1-5 0,1-3 4 0,-2 0-2 16,-9-1-3-16,6-1-3 0,2-2-15 0,-7-2-23 16,4-1-36-16,3-4-33 0,-1-3-40 0,6 0-184 15,2-2-354-15,4 1 157 0</inkml:trace>
  <inkml:trace contextRef="#ctx0" brushRef="#br0" timeOffset="113148.13">22314 5194 137 0,'0'0'153'16,"-4"2"-13"-16,4-2-6 0,0 0-8 0,0 0-7 0,0 0-7 16,0 0-3-16,0 0 9 0,0 0 9 0,0 0-3 15,16 2 0-15,-2-2-10 0,6-2-13 16,8 0-4-16,5 0-15 0,3 0-8 0,3-2-5 16,-1 2-6-16,4-1-10 0,-2-1-15 0,-6 1-23 15,-4 1-23-15,-9-2-32 0,1 3-33 0,-6-4-38 0,-4 1-41 16,-3 3-156-16,-4-2-333 0,-1 1 148 0</inkml:trace>
  <inkml:trace contextRef="#ctx0" brushRef="#br0" timeOffset="113364.04">22565 5066 176 0,'-3'-5'334'0,"3"5"-25"0,0 0-29 0,0-4-32 15,0 4-18-15,0 0-36 0,0 0-28 0,0 0-25 16,0 0-12-16,0 0-14 0,0 18-12 0,-4-7-9 16,2 5-12-16,-1 3-6 0,-1 10-6 0,3-5-7 0,-3 1-9 15,4 1-21-15,0 1-31 0,0 0-26 16,1 1-33-16,2-3-42 0,-2-5-60 0,3-2-64 16,0-2-167-16,-3-7-422 0,3-1 187 0</inkml:trace>
  <inkml:trace contextRef="#ctx0" brushRef="#br0" timeOffset="113948.4">23122 4919 208 0,'-8'0'225'0,"8"0"-21"0,0 0-25 15,0 0-16-15,0 0-19 0,0 0-14 0,0 0-14 16,0 0-13-16,0 0-9 0,-6 1-13 0,6-1-12 16,0 0-8-16,0 0-8 0,0 0-8 0,0 0 0 15,0 0-4-15,0 0-1 0,0 0-3 0,14 5 1 16,-8-5 0-16,3 0-5 0,5-1-1 0,-4 0-5 16,8-1 0-16,0 1-5 0,3-3 1 0,-6 1-4 15,4-1 2-15,-2 1-5 0,-4-1-4 0,-2 0 2 16,0 0 1-16,-1 0 9 0,-3 1 18 0,-2 0 3 15,2 1 7-15,-4 0-1 0,1 0 0 0,0-1-5 16,-4 3-7-16,0 0-9 0,0 0-5 0,0 0-4 16,-19-1 2-16,6 4-8 0,-5 4-4 0,0 1-1 15,-8 6 0-15,-4 3-10 0,1 1 7 0,-1 2-5 16,2 4-1-16,0-2-3 0,3 5-2 0,2-3 2 16,1 4 2-16,4-2-2 0,4 3 2 0,1-6 2 15,8-5 1-15,4 2 2 0,1-3 3 0,4 1 4 16,2-3 7-16,8 2 7 0,8-1-4 0,7-4 3 15,6-1-2-15,15-1-2 0,3-4-33 0,2-4-40 16,-4-8-62-16,1 3-72 0,-12-2-260 0,-5-3-482 16,-2-3 213-16</inkml:trace>
  <inkml:trace contextRef="#ctx0" brushRef="#br0" timeOffset="114364.86">23540 5121 221 0,'-4'0'322'0,"4"0"-22"0,0 0-28 15,0 0-30-15,0 0-25 0,0 0-23 0,0 0-20 16,0 0-22-16,0 0-21 0,0 0-17 0,0 0-12 16,0 0-13-16,-4 7-11 0,2 0-4 0,-4 0-10 15,1 5-6-15,-1-1-7 0,1 1-8 0,-2 3-5 16,1 2 1-16,0-1-4 0,0 4-7 0,1-4 0 15,2-1-1-15,1 4-5 0,1-4-3 0,0 0-2 16,1-4 5-16,0 2-5 0,2-1 0 0,-2-2 0 16,3 0-3-16,-1-1-3 0,2-4-5 0,1 2-11 15,2-2-16-15,2-1-29 0,2 1-38 0,1-4-52 16,1 1-52-16,-1-4-57 0,-2 2-170 0,3-5-453 16,-3 0 200-16</inkml:trace>
  <inkml:trace contextRef="#ctx0" brushRef="#br0" timeOffset="114584.11">23647 5257 30 0,'0'-5'375'0,"0"5"-11"0,-1-5-25 16,1 5-31-16,0 0-32 0,0 0-29 0,-3-2-21 15,3 2-42-15,0 0-22 0,0 0-27 0,0 0-14 16,0 0-3-16,-5 14-24 0,1-2-2 0,3 5-14 15,-4-1-4-15,1 4-9 0,0 5-6 0,3 4-11 16,-3-4-25-16,0 1-26 0,3 3-32 0,-3-3-29 16,4-2-34-16,-5-4-43 0,5-1-53 0,-2-3-60 15,0-5-185-15,1-1-474 0,-2-3 210 0</inkml:trace>
  <inkml:trace contextRef="#ctx0" brushRef="#br0" timeOffset="115148.03">23894 5044 36 0,'4'-4'259'0,"-2"3"-18"0,1-3-31 0,3 3-14 16,-6 1-31-16,9 0-19 0,-3 0-15 0,1 2-13 15,3 2-11-15,-2 4-12 0,-2 0-8 0,2 2-10 0,-2 2-7 16,0 2-9-16,-3 1-5 0,-2 2-5 0,-2 2-3 15,-2 0-8-15,-3 5-2 0,0-4-1 16,-5 2-4-16,0 2-1 0,1-7-7 0,-1 0-1 16,-3 4-3-16,-1-8-1 0,6-2 0 0,-2 1 0 15,3-6-1-15,3 1 11 0,-2-2 10 0,5-2 22 0,-6 1 26 16,8-4 43-16,-5 5 8 0,5-5-18 0,0 0-14 16,0 0-14-16,5-17-2 0,3 7-10 15,2-5-8-15,7-7-7 0,-2 4-5 0,5-4-10 16,-1 0-4-16,3-1-10 0,0 2-3 0,-3 0-1 15,0 1-4-15,-6 8 10 0,1 0-9 0,-5 0-8 0,-1 6 10 16,-2-2-9-16,-1 3 5 0,2 1-17 0,-3 0-13 16,-2 1-22-16,1 2-9 0,-3 1-2 0,0 0 3 15,0 9 3-15,-3 0 3 0,-2 2 5 16,0 0-3-16,0 0 3 0,-4 7-1 0,1 0 6 16,4 1-6-16,1 5-4 0,1-4-11 0,2-4-24 0,2 2-24 15,0-1-24-15,3-1-34 0,3-4-40 0,2-5-60 16,-1-1-239-16,5-2-521 0,-4-2 230 0</inkml:trace>
  <inkml:trace contextRef="#ctx0" brushRef="#br0" timeOffset="115414.97">24365 4831 60 0,'1'-6'324'0,"1"2"-30"0,-1 0-26 0,0 1-34 0,1 0-26 16,-2 3-26-16,0 0-15 0,11 7-25 0,-2 0-17 16,2 7-7-16,4 14-11 0,-1-4-3 0,-3 9-8 15,3 14-9-15,-5 0-7 0,-5 3-4 16,-3 3-3-16,-8-1-3 0,-4 4-10 0,-7 3-1 16,-7-4-6-16,-20 18 6 0,11-25-13 0,-24 16-15 0,12-21-16 15,1-6-24-15,-4-2-32 0,-4-1-37 0,-2-4-41 16,-2-4-81-16,-29 3-249 0,-5-10-486 0,26-12 215 15</inkml:trace>
  <inkml:trace contextRef="#ctx0" brushRef="#br0" timeOffset="115997.98">21422 4838 106 0,'0'-4'214'16,"0"4"-22"-16,-2-3-20 0,2 3-17 0,0 0-23 15,-14 16-11-15,7 2-14 0,-9 9-14 0,0 4-8 16,-4 15-13-16,1 2-7 0,-2 1-5 0,6 5-10 16,-4 25-4-16,12-26 4 0,6 2-8 0,5-4-1 15,4 2 0-15,11-1-5 0,4-2 2 0,10-6 5 16,16-4 6-16,32 9-6 0,7-14-21 0,4-9-57 16,11-13-115-16,-9-7-165 0,5-11-342 0,-6-7 151 15</inkml:trace>
  <inkml:trace contextRef="#ctx0" brushRef="#br0" timeOffset="117164.07">25228 4601 137 0,'1'-2'245'0,"-1"2"-6"0,1-4-18 16,-1 4-14-16,0 0-19 0,2-5-19 0,-2 5-18 16,0 0-6-16,1-4-26 0,-1 4-15 0,0 0-13 0,0 0-20 15,0 0-13-15,0 0-7 0,0 0-5 0,0 0-6 16,-14 13-3-16,0-1-1 0,-2 1-7 0,-8 1 2 15,0 5-8-15,-3 2 2 0,-2-1-5 16,2 0-2-16,1-1-3 0,-1 1-17 0,2-2 2 16,-1 2-2-16,6 1-2 0,-1-2 1 0,7-6 1 0,5 1 1 15,-2-2-1-15,3-1-1 0,4-2 0 0,2 1 4 16,-1-1-1-16,3 1 1 0,3 0 3 0,3-1 4 16,4 0 2-16,3 1 0 0,5 0-2 15,5 2 1-15,7-3 0 0,0 2-2 0,5 0-1 16,-5 0 0-16,0 0 1 0,0 1-3 0,-3 1 2 0,-9-4-4 15,0 1-1-15,-3 2 2 0,-3 3-3 0,-2-2 2 16,-4-4-3-16,-3 3 1 0,-3 0 1 0,-4-1-1 16,-6 2 3-16,-5 1-2 0,-7 1 4 15,0-2-1-15,-10-1 0 0,5-1 1 0,-5-1 1 16,-1-5 0-16,4 0-1 0,-2-3-1 0,3 1 1 16,-1-3 1-16,0-3-2 0,9 2 2 0,3-3-3 0,2 2 4 15,2-1-10-15,2-1-16 0,3-1-22 0,4 0-37 16,4 0-24-16,8-5-31 0,6 1-29 0,9-4-32 15,5 2-130-15,4 0-350 0,5-2 155 16</inkml:trace>
  <inkml:trace contextRef="#ctx0" brushRef="#br0" timeOffset="117402.01">25493 4991 245 0,'2'-5'330'0,"-2"5"-4"0,-2-8-18 0,2 8-26 0,-1-4-27 16,1 4-22-16,0-5-30 0,0 5-21 0,0 0-29 16,0 0-28-16,0 0-18 0,0 0-16 0,0 0-11 15,0 0-7-15,0 0-11 0,-1 15-2 16,2-8-5-16,-1-1-5 0,0 3-7 0,0 2-11 16,-2 1-17-16,0-2-17 0,1 0-11 0,0 2-12 0,-3-2-20 15,2-1-30-15,-1 1-22 0,-2-1-25 0,1-4-36 16,0 2-35-16,-2-2-237 0,-3 0-467 0,1-5 207 15</inkml:trace>
  <inkml:trace contextRef="#ctx0" brushRef="#br0" timeOffset="117564.46">25430 4805 76 0,'2'-8'312'0,"2"3"-23"15,-1 0-29-15,-2 0-29 0,1 1-21 16,1 1-33-16,0-1-40 0,-3 4-45 0,2-3-29 15,-2 3-32-15,0 0-37 0,9 7-40 0,-3-2-46 16,0 5-60-16,-4-4-112 0,3 3-286 0,-1 0 127 0</inkml:trace>
  <inkml:trace contextRef="#ctx0" brushRef="#br0" timeOffset="117931.12">25801 4954 172 0,'-1'3'253'15,"1"-3"-26"-15,0 0-28 0,0 6-20 0,-4 0-16 16,4 0-22-16,-1 4-10 0,-3-2-15 0,4 4-11 16,-2 0-11-16,-1 0-6 0,-1 4-11 0,3 0-6 15,-1 1-8-15,0-5-11 0,2 2-12 0,0-2 1 16,-1-3-8-16,-2 0-6 0,3-2-1 0,0-5-2 15,0 5-2-15,3-5 14 0,-3-2 22 0,0 6 29 16,0-6 11-16,0 0-10 0,0 0-11 0,0 0-9 16,10-12-5-16,-5 4-5 0,0-1-1 0,0 1-4 0,3-2-4 15,0 2-9-15,-2 0-1 0,-1 1-11 16,2 2-2-16,-2 1-4 0,-1 0 3 0,1 2-5 16,-3-2-9-16,3 1 1 0,0 3-4 0,-5 0-2 15,13 0-13-15,-3 3-4 0,1-1-12 0,-2 2-17 16,3 0-18-16,-1 2-20 0,3 0-26 0,1-1-31 0,2 2-38 15,-1-1-34-15,-2-3-217 0,-1 3-457 16,2-3 203-16</inkml:trace>
  <inkml:trace contextRef="#ctx0" brushRef="#br0" timeOffset="118214.36">26302 4896 2106 0,'11'-16'204'16,"-5"-4"-53"-16,-5 2-13 0,2 6 6 0,-1 0 4 15,1 1-9-15,-2 1-17 0,1 5-8 0,-1-1-10 16,0 0-12-16,1 1-17 0,-2 3-9 0,0 2-8 16,3-5-29-16,-3 5-24 0,0 0-2 0,0 0 1 15,1 12-3-15,-2-1 1 0,1 5-3 0,1 11 2 16,-3 1 1-16,0-1 1 0,2-3-2 0,2 4 1 16,-1 0 0-16,-1-4-1 0,1 5 5 0,-1-3-3 15,0 0 2-15,-1-3-2 0,2-2 0 0,-2-3-17 16,0-1-11-16,1 0-9 0,0-5-14 0,-2-2-8 15,0 0-15-15,0 1-4 0,0-4-3 0,1-2-6 16,-2-1 0-16,0 2-5 0,-1-4-27 0,4-2-28 16,-12 0-42-16,12 0-28 0,-11-8-24 0,3 2-126 15,0-4-393-15,3-1 173 0</inkml:trace>
  <inkml:trace contextRef="#ctx0" brushRef="#br0" timeOffset="118630.97">26339 4564 41 0,'3'-9'268'0,"1"0"-21"0,-3 1-27 15,0 4-22-15,2 0-21 0,1 0-24 0,2-1-14 16,2 5-18-16,-1-3-9 0,4 3-12 0,1 3-10 16,3 5-11-16,2-2-11 0,-4 2-9 0,2 4-11 15,2 0-7-15,-4-2-6 0,-3 4-8 0,2-1-5 16,-1 3-9-16,-4-1-3 0,-4 1 2 0,0-4-6 15,-2 0 1-15,-3 1-4 0,-2 4 4 0,-3-2-2 16,-4-1 1-16,1-2 0 0,-2 3-2 0,-2-2 0 16,0 0-1-16,-1-3 1 0,-1 2 4 0,6-2-5 15,1-3 1-15,0 1-3 0,-1-4-1 0,2 4 2 16,3-4 1-16,1 1 1 0,2 0-2 0,-1 0 2 16,3-2-4-16,0 3 1 0,3 1 5 0,1-2 1 15,2 0 0-15,3 3-3 0,3-4 3 0,-1 2 1 16,4 1-5-16,1 2 4 0,0 1-3 0,0-3-1 15,2 2-1-15,-4 1-2 0,0 0 2 0,-5-3 2 16,0 3-1-16,-2-3 0 0,0 2-2 0,-4-3-5 16,1 4 2-16,-4-5-3 0,-1 4 5 0,-3-6 0 15,-1 6 1-15,-4-3 0 0,0 0-3 0,-1-1-10 16,-3 1-13-16,-2-2-11 0,1-2-30 0,-3 1-23 16,3-2-38-16,1-1-42 0,-4-4-149 0,4 3-343 15,0-4 152-15</inkml:trace>
  <inkml:trace contextRef="#ctx0" brushRef="#br0" timeOffset="119097.99">26722 4746 70 0,'0'0'276'0,"2"-4"-28"0,-2 4-29 0,0 0-19 15,10-1-17-15,-10 1-24 0,16 5-17 0,-6 0-18 16,1 1-11-16,3 3-11 0,2 0-15 0,-5 4-8 16,3 1-12-16,-5 2-5 0,-2 0-7 0,-1 2-9 15,0 0-3-15,-6-1-7 0,0 2 0 0,-6 0-6 16,-2 1 0-16,-1-3-5 0,0 0-3 0,-3-1-2 16,0-1 0-16,-1-1-3 0,2-3-1 0,1-2-2 15,2-2 4-15,0 0 12 0,3-4 8 0,1 2 20 16,-1-3 15-16,1 1 25 0,1 0 25 0,3-3 22 15,-4 4 14-15,4-4-13 0,0 0-14 0,0 0-16 16,9-17-11-16,-2 7-2 0,2 0-30 0,9-11 0 16,-1 1-10-16,1-5-4 0,3 1-8 0,-1-3-3 15,1 1-9-15,1 0 0 0,-3 4-3 0,-1 0-8 16,-2 1-15-16,-4 6 15 0,0 3-6 0,-6 3 6 16,2 1 3-16,-4 4 0 0,-1-1-9 0,1 1-9 15,0 0-8-15,-1 1-18 0,-3 3-30 0,2-2-11 16,-2 2 10-16,0 0 2 0,-4 20 9 0,2-8 3 15,-6 6 5-15,3 0-4 0,0 8 1 0,-3 1 6 16,4-3 2-16,2 1 8 0,2 1-4 0,2 0 7 16,4-6 3-16,4-3-10 0,1-2-27 0,10 4-41 15,1-5-66-15,4-4-107 0,2-4-346 0,7-4-651 16,2-4 288-16</inkml:trace>
  <inkml:trace contextRef="#ctx0" brushRef="#br0" timeOffset="121331.09">26822 4223 129 0,'-6'-2'172'0,"2"-1"-6"15,4 3-6-15,-6 0-6 0,6 0-14 0,0 0-10 16,-5-4-11-16,5 4-11 0,0 0-10 0,0 0-9 15,0 0-12-15,0 0-6 0,-7 0-8 0,7 0-5 16,0 0-2-16,0 0-5 0,0 0-18 0,0 0 4 16,0 0 2-16,0 0-7 0,0 0-4 0,23 0 0 15,-3-1-6-15,6-1-1 0,6 0-8 0,-1 0-4 16,2-1-12-16,-3 1 6 0,0 1-10 0,2-3 0 16,-4 3 3-16,-1 0 3 0,-8-5-1 0,2 2 3 15,-3 2 2-15,-2 1 8 0,-3-1 10 0,-3-3 18 16,-3 4 8-16,0-2 11 0,0 3 13 0,-4-1 2 15,-3 1 8-15,11-3-1 0,-7 2-4 0,-4 1 1 16,6-3-4-16,-6 3-4 0,6 0-8 0,-6 0-4 16,0 0-5-16,4 0-7 0,-4 0-2 0,0 0-7 15,0 0-2-15,0 0-7 0,3-4-3 0,-3 4 7 16,0 0-13-16,0 0 1 0,0 0-8 0,0 0-2 16,0 0-2-16,0 0-2 0,0 0-5 0,0 0-1 15,0 0-8-15,0 0-1 0,0 0-3 0,0 0-4 16,0 0-6-16,0 0-4 0,6 4-15 0,-6-4-14 15,0 0-10-15,1 5 4 0,-1 1 3 0,2 3 10 16,0 4 3-16,3 5 3 0,-1 9 5 0,1 4 3 16,-1 3 5-16,1 19-5 0,-1 2 14 0,1 28 11 15,0-25-4-15,-4 0 6 0,2 3 2 0,-3 23 5 16,1-26 2-16,-1-2-1 0,0 0 0 0,0 0-1 16,0-6 3-16,3 2 0 0,-2-2-1 0,-2-2 1 15,2-3 2-15,-1-11 0 0,3-1 1 0,-3 2 0 16,1-5-3-16,-1 0-2 0,-4 0 3 0,4-3 0 15,0-7 2-15,-4-1-3 0,4 7 2 0,-4-11-1 16,4 2-1-16,-1-5 2 0,1 1-2 0,-1-4 4 16,1 3-1-16,0-7 13 0,0 3 0 0,0-3-2 15,-4 0 4-15,4-2 3 0,0 1-4 0,0-4-1 16,-1 6 1-16,1-6-2 0,0 4-3 0,1 0-2 16,-1-4 1-16,0 6-5 0,0-3 2 0,0-3 1 15,4 4-2-15,-8 0-1 0,4-4 0 0,-1 8 1 16,1-8-3-16,1 6-1 0,-1-3-1 0,0-3 1 15,-1 6 0-15,1-6 0 0,1 3-1 0,-1-3-1 16,0 5 0-16,0-5-1 0,0 0 1 0,0 0 3 16,0 4-3-16,0-4 0 0,0 0 11 0,0 0 4 15,0 0-1-15,0 0 6 0,0 4 3 0,0-4 11 16,0 0 4-16,0 0 8 0,0 0 4 0,0 0 15 16,0 0-13-16,0 0 12 0,0 0-5 0,0 0 10 15,0 0-8-15,0 0-4 0,0 0-7 0,0 0-4 16,0 0-8-16,0 0-1 0,0 0-15 0,0 0-3 15,0 0-13-15,0 0 0 0,-14 1-3 0,3 2 2 16,-10 0-3-16,-11 1-19 0,-4 1-24 0,-15-5-33 16,-5 4-43-16,-3-6-54 0,5 0-86 0,-4-6-305 15,4 0-603-15,3-3 267 0</inkml:trace>
  <inkml:trace contextRef="#ctx0" brushRef="#br0" timeOffset="122913.54">27877 4959 116 0,'-5'0'233'0,"5"0"-3"0,-9 0-14 0,9 0-16 15,-8 0-15-15,8 0-19 0,-8-2-15 0,8 2-15 16,0 0-14-16,-6 2-14 0,6-2-10 0,0 0-10 16,0 0-8-16,0 0-10 0,0 0-5 0,0 0-7 15,0 0-5-15,0 0-6 0,0 0-6 0,0 0-4 16,0 0-3-16,0 0-3 0,0 0-4 0,0 0 1 16,0 0-3-16,0 0-2 0,0 0-3 0,0 0-1 15,0 0-3-15,0 0-1 0,0 0-1 0,0 0-3 16,0 0 1-16,0 0-2 0,0 0-2 0,0 0 2 15,0 0-2-15,0 0-4 0,0 0 4 0,0 0-5 16,0 0 1-16,0 0 1 0,0 0-1 0,0 0 0 16,0 0-1-16,0 0-2 0,0 0 0 0,0 0-1 15,0 0 1-15,0 0-1 0,0 0-3 0,0 0 0 16,0 0 1-16,0 0-1 0,0 0 1 0,-5 0-1 16,5 0 0-16,0 0 1 0,-5 4 5 0,5-4-4 15,-4 4 1-15,4-4 0 0,-5 1-1 0,5-1 3 16,-8 3 3-16,8-3-18 0,-5 0-1 0,5 0 6 15,0 0 5-15,-6 0 1 0,6 0-2 0,0 0 2 16,0 0 8-16,0 0 2 0,0 0 5 0,0 0 2 16,0 0-1-16,0 0 2 0,0 0-6 0,31-3 2 15,-4-4-4-15,8 0 2 0,3-1-3 0,16-1-1 16,5 0 3-16,1-3-3 0,2 2 0 0,2 0-3 16,0 1-3-16,-8 6 3 0,-15-1-8 0,-4-1-10 15,-2 4-16-15,-5 0-18 0,-12 0-31 0,-5 1-38 16,0 0-37-16,-5 1-17 0,-2 0-11 0,-6-1-173 15,0 0-386-15,-15 6 172 0</inkml:trace>
  <inkml:trace contextRef="#ctx0" brushRef="#br0" timeOffset="123174.01">28112 4766 79 0,'-4'-5'322'0,"1"0"-4"15,-1-1-7-15,3 1-18 0,-1 1-23 0,-1 0-28 16,3 4-25-16,-4-3-31 0,4 3-21 0,0 0-46 16,0 0-25-16,0 0-10 0,-5 15-5 15,3-1-12-15,-1 7-2 0,2 9-4 0,-4 3-9 0,2 2-5 16,1-1-16-16,0 3-20 0,5-2-30 0,1 1-40 15,-3-2-43-15,3-1-66 0,1 0-89 16,-2-7-161-16,-1-8-454 0,1-4 201 0</inkml:trace>
  <inkml:trace contextRef="#ctx0" brushRef="#br0" timeOffset="125552.98">29264 4652 148 0,'-3'-1'213'0,"3"1"-13"0,0 0-12 16,-3-2-14-16,3 2-21 0,0 0-12 0,0 0-16 0,0 0-15 16,0 0-10-16,0 0-11 0,0 0-7 0,0 0-8 15,0 0-11-15,0 0-8 0,0 0-4 0,-7-2-12 16,7 2 1-16,0 0-7 0,0 0-3 0,0 0-7 16,0 0 2-16,13-5-2 0,-9 5-5 0,5-2-1 15,0 0 2-15,-1-1-5 0,2 1-3 0,0-1-1 16,-1-2-1-16,-1 3-1 0,1-4 2 0,0 2-2 15,0-2-2-15,-2 1 3 0,2-1-5 0,-2 1 10 16,-1-2 1-16,1 0 7 0,-2 3-1 0,1-2 0 16,0 3 3-16,-4-3 10 0,1 3 1 0,1-2 2 15,-2 2 1-15,0-1 3 0,-2 4-8 16,-2-5-7-16,2 5-7 0,-6-5-7 0,1 3-4 0,-4 4 1 16,-3 0-6-16,-5 4 5 0,-3 0-4 0,-7 3-2 15,-4 9-2-15,0 3 0 0,1 0 2 0,-9 8-4 16,11-3 2-16,-5 8 0 0,9-5 2 0,3 0-4 15,2 0 1-15,4 0-1 0,2-2 5 16,4 0 2-16,5-1-2 0,6 1 3 0,1-9 1 0,6 7 2 16,0-8 4-16,10 2 0 0,-6-4 2 0,13-1 4 15,1-4 0-15,5 0 0 0,3 0-2 0,-1-2-5 16,1-4 2-16,0 0 1 0,-6-1-5 0,-7-2-1 16,-2 1 2-16,-7 1 1 0,0-2-2 0,-3-1-4 15,-5 0 2-15,2 0 2 0,0 3-2 0,-7-3-1 16,7 0 0-16,-7 0-4 0,7 0-2 0,-7 0-11 15,0 0-18-15,0 0-36 0,0 0-60 0,0 0-65 16,0 0-249-16,-21-10-473 0,12 5 211 0</inkml:trace>
  <inkml:trace contextRef="#ctx0" brushRef="#br0" timeOffset="129246">29578 4925 108 0,'0'0'196'0,"-3"-2"-10"16,3 2-1-16,-4-3-18 0,4 3-12 0,0 0-14 16,0 0-10-16,0 0-8 0,-4-4-9 0,4 4-12 15,0 0-1-15,0 0 3 0,0 0-3 16,0 0 3-16,0 0-5 0,0 0-3 0,0 0 0 15,0 0-2-15,0 0-20 0,7-7-6 0,-1 5-9 0,4-1-6 16,2-2-7-16,8 0-3 0,8-3-6 0,4 0-4 16,4 0-3-16,-3 0-2 0,3 1-5 0,3-1-4 15,-5 0-4-15,0 3-14 0,-6 1-7 0,-7-1-8 16,-3 4-15-16,-7-2-16 0,-2 3-24 16,-1 0-32-16,-3 0 9 0,-5 0 9 0,0 0 9 0,0 0 3 15,-23 12 9-15,4-7-1 0,-14 3 3 0,1-1 13 16,-5-3 3-16,3 4 3 0,1-1 6 0,3-2 4 15,-4 2 6-15,2-6-3 0,4 4 8 16,1 0 0-16,6-4 7 0,1 1 8 0,7 0 10 16,1 0 12-16,3-1 11 0,0 0 5 0,3 1 1 15,-1-1 2-15,7-1 6 0,-9 0 1 0,9 0-1 0,-6 1 1 16,6-1-2-16,-5 1-5 0,5-1-9 0,0 0 5 16,0 0-3-16,0 0-8 0,-8 2 3 0,8-2-2 15,0 0-4-15,0 0-3 0,0 0-1 16,0 0-5-16,0 0 4 0,9 7-4 0,-5-5 2 15,7 3-3-15,-3 0-2 0,5 0 3 0,2 2-5 0,3 2-1 16,0-1 2-16,1 4-2 0,-3 0-2 0,7 5 4 16,-1-4-2-16,-5-2-1 0,5 6 2 0,-7-4-7 15,-2 1-2-15,-1-2 0 0,0 3-5 0,-4 1 2 16,-2 2-2-16,-3-2-3 0,-4-4 2 16,-3-1 2-16,-4 5 1 0,-2-2-1 0,-5-3 6 0,-1 1-4 15,-3-2 4-15,-7 1 0 0,6-3 2 0,1-4 12 16,0 1 18-16,-1-5 9 0,6 2 27 0,0-1 22 15,3-1 19-15,-1-1 26 0,5 1 28 16,-1 0 22-16,8 0 9 0,-10 0-4 0,6-2-22 16,3-3-29-16,1 5-24 0,4-8-15 0,1 4-19 0,6-2-18 15,1-1-19-15,7-1-32 0,1 1-38 0,10-1-45 16,0 0-44-16,-3 2-51 0,1 3-65 0,3-2-80 16,-12 0-252-16,2 2-612 0,-1-3 271 15</inkml:trace>
  <inkml:trace contextRef="#ctx0" brushRef="#br0" timeOffset="129962">30491 4875 62 0,'0'0'210'0,"0"0"-16"0,-9 0-16 16,9 0-25-16,0 0-14 0,0 0-17 16,-6-1-14-16,6 1-7 0,0 0-13 0,0 0-7 15,0 0-9-15,0 0-6 0,0 0-5 0,0 0-2 16,0 0 0-16,0 0-7 0,0 0 5 0,25 3-7 15,-14-5-5-15,6 1-3 0,1-1-5 0,0-2-5 16,5 0-1-16,-5-3-2 0,12 0-4 0,-11 2-2 16,-1-2 5-16,1-3 6 0,0 3 7 0,-4-2 0 15,-1-2 13-15,-1 2 11 0,-6 1 12 0,1-1-3 16,1 3 1-16,-5-2-3 0,0 1 3 0,-3-1-9 16,2 4-4-16,-6-2-5 0,-2 1-13 0,1-1 5 15,-6 3-17-15,-4 1-4 0,-6 0-2 0,-10 6-2 16,-2 2-9-16,-2 3 1 0,-1 3-2 0,2 2 1 15,-1 1-6-15,2-1-6 0,2 3 3 0,3 4-2 16,3-3-2-16,6 2 2 0,0 1-3 0,8-4 2 16,1-2 2-16,5 2-1 0,7 2 1 0,3-2 7 15,3 0 0-15,9-1 1 0,6 1 9 0,10-1-14 16,4-6 6-16,14 1-1 0,3-3-5 0,0-3 2 16,1-4-1-16,-2-1-2 0,-17 3-1 0,-2-3-2 15,-5 0-1-15,-8 1 1 0,-5-1 2 0,-5 1-4 16,0-1 5-16,-4 2 1 0,-3-4-2 0,2 2-1 15,-7 0 0-15,9 2-1 0,-9-2-1 0,4-3-11 16,-4 3-18-16,0 0-14 0,0 0-21 0,-15-4-20 16,7 3-13-16,1 0-23 0,1-2-40 0,-1-1-48 15,0 2-62-15,1-3-141 0,2 2-440 0,-1-4 196 16</inkml:trace>
  <inkml:trace contextRef="#ctx0" brushRef="#br0" timeOffset="130961.96">31025 4349 53 0,'0'0'279'0,"0"-7"-6"16,0 3-1-16,0 4-10 0,0-8-12 0,0 6-18 15,0 2-4-15,0-5-18 0,0 5-15 0,0 0-23 16,0-6-13-16,0 6-21 0,0 0-18 0,0 0-18 15,0 0-17-15,3-4-23 0,-3 4-26 0,0 0-4 16,0 0-12-16,0 0 1 0,4 20-4 0,-6-8 2 16,4-1-7-16,-2 4 2 0,1 5 8 0,-1-1-11 15,0-1 0-15,-3 3-4 0,5-3 4 0,-4 2 0 16,2-1 3-16,0-7-6 0,0 3 1 0,2-5-1 16,-1-1 5-16,-1-3-7 0,0 1 3 0,0-2 4 15,1-1 22-15,-2 1 30 0,1-5 43 0,0 5 43 16,0-5 16-16,0 0-17 0,0 0-19 0,9-12-12 15,-3 1-14-15,3-2-12 0,0-2-7 16,3-1-9-16,0-6-4 0,0 5-8 0,-2 0-12 16,0 2-5-16,-3 4-4 0,0 3-4 0,-2 2-7 0,-1 2-5 15,0-2-1-15,1 2-7 0,-1 2-12 0,-1-3-15 16,-2 3-35-16,-1 2-26 0,0 0 1 0,6 0 2 16,-2 5 12-16,-1 0 5 0,1 4 4 0,-1 1-4 15,1 2 9-15,0-1 1 0,2 5-5 16,-2 7-3-16,0-3 5 0,0-3 1 0,-3 0-3 15,1-5 8-15,1 0 4 0,0-4 0 0,-2-1 6 0,-1-2 2 16,0 1 5-16,4 0 13 0,-4-4 29 0,1 1 37 16,-1-3 26-16,0 0 1 0,0 0-11 0,9-8-7 15,-1 1-8-15,-2-2-6 0,4-4 5 16,2-2-12-16,3-7-7 0,-4 5-4 0,0-1-5 16,3 3-1-16,-6 1 1 0,0 5 14 0,-3 1 3 15,1 0-7-15,-2 2-4 0,-2 3-13 0,2-2 0 0,-1 2-8 16,-1 1-9-16,1-2-20 0,-1 3-25 0,-2 1-37 15,0 0-4-15,0 0-8 0,11 4-11 16,-8 0-5-16,5 3-21 0,-1 1-26 0,3 1-28 16,-3 1-32-16,2 5-34 0,0 0-48 0,1-2-318 15,-2-2-659-15,0-3 291 0</inkml:trace>
  <inkml:trace contextRef="#ctx0" brushRef="#br0" timeOffset="131511.99">31624 4410 39 0,'0'0'260'0,"0"0"-21"0,0 0-27 16,0 0-17-16,0 0-23 0,0 0-18 0,13-7-16 16,-7 6-15-16,6-1-12 0,-2 0-14 0,4 1-9 15,-1-1-19-15,0 0-16 0,0 2-16 0,0-1-15 16,-1 1-13-16,-1-1-15 0,-5 1-10 0,0-2-6 16,-6 2-23-16,12 2-3 0,-12-2 0 0,5 0 2 15,-5 0 4-15,0 0 8 0,0 0 1 0,-19 6 6 16,6-3 3-16,0 0 11 0,-5 0 2 0,-2 3 4 15,-1-1 2-15,2-2 4 0,0 0 7 0,-1 2 8 16,4-1 3-16,-2 0 6 0,6-1-5 0,1 0-6 16,5 0-6-16,-1-2 0 0,1 2-1 0,1-2 0 15,0 1 7-15,5-2 4 0,-5 1-3 0,2 2 5 16,3-3 15-16,0 5 17 0,0-5 4 0,4 5 8 16,1-3 8-16,2 3-8 0,2 0 0 0,3 2-6 15,-1-3-5-15,5 8-8 0,0-2-2 0,0 0-6 16,-2 3 3-16,0-2-4 0,-1 0-10 0,2 0-2 15,-4-3-6-15,-4 1-2 0,1 0-2 0,0-1-6 16,-3 2-1-16,-1-4-6 0,-2 1-2 0,1-1-2 16,-3 1-3-16,1-2-1 0,-3 3 3 0,-1-4-2 15,-1 1 4-15,-2 2 4 0,-3-2-2 0,0-2 2 16,0 2-2-16,1-3-8 0,-5 0-6 0,3-1-16 16,0 0-18-16,-2-2-25 0,3 0-25 0,2-1-21 15,-1-1-19-15,2-2-28 0,3 0-131 0,-1-4-323 16,4 1 143-16</inkml:trace>
  <inkml:trace contextRef="#ctx0" brushRef="#br0" timeOffset="131945.97">31957 4330 47 0,'2'-2'356'0,"1"-1"-33"15,-1 1-30-15,-2 2-30 0,4-3-33 0,1 1-16 16,-5 2-29-16,16 3-20 0,-9-1-17 0,2 0-16 16,3 6-15-16,-1-3-14 0,3 7-22 0,-1-1-16 15,-3-1-14-15,-1 2-12 0,-1 3-13 0,-2 0-4 16,-3-3-5-16,-2 2 0 0,-2 1-3 0,-2 4 4 16,-2-3-9-16,-4 0 0 0,-1 0-3 0,1 1 0 15,-2-5 0-15,1-2-1 0,0-2 8 0,3 1 2 16,-1-4 12-16,2-1 10 0,1 1 17 0,1-1 25 15,0-3 29-15,0 2 31 0,4-3 33 0,0 0 12 16,0 0-21-16,0 0-15 0,3-13-17 0,4 4-22 16,6-7-4-16,6-4-14 0,2 0-7 0,2-4-6 15,-3 1-17-15,3-1-2 0,0 6-8 0,-9 6-9 16,3-1-1-16,-7 6-7 0,-2 0-7 0,-1 0 4 16,0 4-13-16,-3-1 0 0,0 0-31 0,-2 0-26 15,-2 4-31-15,0 0 13 0,5 10-24 0,-6-2 24 16,1 5-2-16,-4 2 18 0,3 11-5 0,-2 1 6 15,1 3 1-15,2 0 2 0,1 1-3 0,0 1-4 16,4-2-11-16,2-2-23 0,7 1-49 0,1-3-65 16,6-5-102-16,4-3-320 0,-2-4-663 0,3-5 294 15</inkml:trace>
  <inkml:trace contextRef="#ctx0" brushRef="#br0" timeOffset="132594.01">31792 5070 214 0,'0'0'225'0,"0"0"-14"0,0 0-7 15,0 0-3-15,0 0-23 0,0 0-13 16,0 0-7-16,0 0-25 0,0 0-9 0,20 1-13 15,-7-1-12-15,8 0-12 0,0 0-10 0,11-1-7 16,0 0 18-16,-1-2-18 0,1 1-25 0,-3-3-22 16,1 4-26-16,-9-1-23 0,1 0-26 0,0-1-29 0,-6 0-27 15,-3 0-24-15,-3 0-27 0,-2 1-162 16,-5-1-347-16,-2 1 154 0</inkml:trace>
  <inkml:trace contextRef="#ctx0" brushRef="#br0" timeOffset="132820.97">31927 4963 230 0,'-2'-4'330'0,"-1"2"-9"0,3 2 0 15,-2-4-3-15,-2 2-14 0,4 2-20 0,-1-5-37 16,1 5-23-16,0 0-19 0,-4-1-26 0,4 1-24 16,0 0-16-16,0 0-22 0,0 0-17 0,0 0-8 15,0 0-22-15,-4 9-4 0,4-4-4 0,0 7 0 16,1 1-10-16,-1 0-11 0,0 4-14 0,0 1-6 15,0 1-14-15,4 0-15 0,-4 1-26 0,1-1-19 16,3 0-29-16,1-2-26 0,-1 2-34 0,0-2-46 16,2-2-63-16,-2-3-267 0,4-4-562 0,3-1 249 15</inkml:trace>
  <inkml:trace contextRef="#ctx0" brushRef="#br0" timeOffset="133001.99">32520 5092 327 0,'0'0'373'0,"0"0"-52"0,0 0-30 0,0 0-33 16,0 0-13-16,0 0-44 0,8-5-53 0,-8 5-68 16,6-1-77-16,-6 1-85 0,18 1-99 0,-4-1-150 15,3-2-358-15,1-3 158 0</inkml:trace>
  <inkml:trace contextRef="#ctx0" brushRef="#br0" timeOffset="133158.01">32985 5074 3376 0,'0'0'269'0,"0"0"-141"16,0 0-43-16,0 0 5 0,0 0-43 0,0 0-10 15,0 0-17-15,0 0-31 0,0 0-38 0,0 0-47 16,39-22-57-16,-39 22-60 0,30-7-88 0,-13 2-238 15,-17 5-583-15,41-8 259 0</inkml:trace>
  <inkml:trace contextRef="#ctx0" brushRef="#br0" timeOffset="133298.99">33318 5039 239 0,'0'0'367'15,"0"0"6"-15,0 0-26 0,0 0-26 0,0 0-28 16,0 0-26-16,0 0-28 0,0 0-35 0,0 0-56 15,0 0-65-15,0 0-112 0,0 0-168 0,0 0-246 16,0 0-479-16,0 0 212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4-25T03:26:25.7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1631 8591 135 0,'0'0'169'0,"0"-5"-2"16,0 5-7-16,0-4-3 0,0 4-6 0,0 0-7 15,0 0-3-15,0 0-7 0,0 0-6 0,-1-5-7 16,1 5-8-16,0 0-9 0,0 0-11 0,0 0-6 16,0 0-8-16,0 0-8 0,0 0-8 0,0 0-9 15,0 0-3-15,0 0-7 0,0 0-4 0,0 0-7 16,0 0-6-16,0 0-2 0,0 0-8 0,0 0-15 15,0 0-3-15,0 0 3 0,-1 14-2 0,1-14-5 16,0 0-4-16,4 5 1 0,-3-3-7 0,1 1-1 16,-2-3 1-16,6 2 4 0,-1 1-1 0,3-1-7 15,0-2-1-15,2-2 1 0,3 2-2 0,1-5-9 16,4 2 5-16,0-3-4 0,0 0 10 0,-3 0-1 16,3 0 5-16,-4-4-3 0,2 1 4 0,-2-1 4 15,-2 1 15-15,-3 1 21 0,-1-4 0 0,0 4 11 16,-2-3 8-16,0 4 8 0,-2-2 7 0,-1 3 5 15,-1-4 5-15,-2 5 6 0,3-4-3 0,-6 1-9 16,1 4-4-16,-1-3-7 0,-3 1-10 0,-1 2-6 16,-4 1-7-16,-4 4-5 0,-6 1-2 0,0 2-1 15,-10 6-4-15,2 3-2 0,-1 1-7 0,-3 1 7 16,-2 4-10-16,2 0 2 0,1 5-5 0,-10 4 0 16,14-4-1-16,-8 8-2 0,10-4 2 0,4 1-3 15,4 1 1-15,-2 0 6 0,1-1-6 0,4 0-1 16,2 0-1-16,3 0-5 0,4-4-6 0,2 2-2 15,5-1-5-15,2 0 0 0,2-6-8 0,4 6-2 16,5-3 6-16,-1-9 3 0,9 5 2 0,4-5 2 16,3-4 2-16,7-4 6 0,0-2-1 0,16-4-1 15,-2-3-7-15,1-4 3 0,-1-2-4 0,0-4-4 16,-14 4-6-16,1-5-3 0,-1-2 1 0,-2 0 1 16,-2 0 8-16,-5 0 3 0,-4-1 8 0,-1 3 20 15,-7 2 23-15,-6 3 24 0,0-2 13 0,0 4 14 16,-4 0 9-16,-3-1 5 0,0 3-15 0,-1-2 2 15,-1 3-14-15,-4 1-11 0,-1 0-10 0,-5 1-3 16,-4 2-6-16,-5 5-4 0,-2 1-3 0,-7 4-6 16,4 3-4-16,2-5-4 0,-2 7 1 0,2 1-4 15,6-4-5-15,1 3-13 0,0-1-16 0,5 1-10 16,1 0-14-16,0-1-3 0,3-2-6 0,3-2-4 16,2 2 2-16,1-2 5 0,0-4 1 0,2-1 9 15,2-1 7-15,1 0 6 0,4-1 5 0,3-3 6 16,-1-6 3-16,7 1 0 0,1-2 5 0,-2-4 5 15,-1 0 2-15,1-1 1 0,2-5-4 0,3-2 3 16,-9 8 1-16,-2-1 7 0,-1 3 15 0,-2 1 16 16,-3 1-6-16,0 1 4 0,-1 1-3 0,1 2-4 15,-2 1-4-15,1-1-6 0,-2 0-5 0,-2 3-12 16,0 0-8-16,0 0-6 0,0 0 8 0,8 6-5 16,-7-1-1-16,2-1-6 0,2 6-11 0,1-1-12 15,-1 2-29-15,0-2-23 0,3 1-23 0,2 2-25 16,3 0-45-16,-4-5-55 0,1 1-179 0,3-5-450 15,-1 2 200-15</inkml:trace>
  <inkml:trace contextRef="#ctx0" brushRef="#br0" timeOffset="416.38">2475 8782 6 0,'-5'-1'326'16,"5"1"-8"-16,0 0-30 0,0 0-25 0,0 0-29 0,0 0-21 16,0 0-23-16,1-5-23 0,-1 5-19 0,0 0-18 15,0 0-9-15,0 0-21 0,0 0-17 0,0 0-12 16,0 0-7-16,0 0-5 0,-9 9-7 0,5-5-9 16,0 1-2-16,-1 0-8 0,-1 2-5 0,-2 2-5 15,3-3-11-15,0 5-3 0,4-3-6 0,-3 0 0 16,0 2-9-16,-1-1-1 0,5 0-2 0,0 1 0 15,5 0 2-15,0 0 1 0,1-1-2 0,1 1 4 16,2-3-1-16,5 5 0 0,0 0-2 0,1 0-1 16,-2 1 4-16,2-2-3 0,-2 0 2 0,-3-4 2 15,-1 2-3-15,-1-3 2 0,-3 3-8 16,-1-4 0-16,1 3 4 0,-9-1 8 0,3 3 8 0,-7 1 10 16,-2-4 12-16,-7 5 3 0,1-3 4 0,-10 3 3 15,6-6-1-15,2 4 1 0,-10-4-5 0,2 4 3 16,6-3-5-16,2-1-6 0,-3 0 1 0,11-3-6 15,-3 2 11-15,6-5-12 0,0 2-10 16,2-1-23-16,5-1-26 0,-11 2-21 0,11-2-43 0,0 0-66 16,0 0-70-16,0 0-223 0,18-19-498 0,-3 11 220 15</inkml:trace>
  <inkml:trace contextRef="#ctx0" brushRef="#br0" timeOffset="909.38">2675 9025 189 0,'0'0'248'0,"0"0"-12"0,-6 1-17 16,6-1-21-16,0 0-19 0,0 0-18 0,0 0-16 16,0 0-17-16,-5 1-12 0,5-1-5 0,0 0-11 15,0 0-10-15,0 0-2 0,0 0-3 0,0 0-13 0,0 0-5 16,0 0-7-16,20-6-4 0,-6 1-7 0,4-1-5 15,9-2-2-15,0-2-5 0,1 0-5 16,-2-2-3-16,-1 3-2 0,2-3-1 0,-2-2-1 16,-8 2-4-16,6-2-2 0,-3-2 1 0,-3 3 0 15,-3-2 11-15,-5 4 14 0,0 0 23 0,-1 1 17 0,1 2 16 16,-7-2 1-16,5 3 9 0,-6-2 5 0,-1 1-2 16,-1 2-20-16,-2 2-11 0,-2-1-6 0,-4 1-9 15,-4 2-15-15,-5 0-15 0,-3 4 9 16,-8 3-10-16,1 2-6 0,0 5-15 0,-1 0 6 15,5 2-3-15,-2 4 0 0,7-1-15 0,-2 2 2 16,11-3-2-16,-2 2-17 0,3-1-6 0,5 2-7 0,2 1-6 16,5 4-3-16,3-4 3 0,8 2 6 0,0-1 1 15,8-4 5-15,0 0 3 0,6-5 5 16,3 0-2-16,-3-5 6 0,4 1 0 0,-3-1 0 16,-2-5 3-16,-4 0 0 0,-10 0 2 0,1-1 1 15,-4 1 4-15,4 0-2 0,-14-2 17 0,12 1 19 16,-12-1 6-16,10 0 6 0,-10 0 2 0,10 4 2 0,-10-4-7 15,0 0-15-15,0 0-28 0,9-2-41 16,-9 2-40-16,0 0-51 0,0 0-64 0,0 0-82 16,0 0-329-16,0 0-654 0,0 0 289 0</inkml:trace>
  <inkml:trace contextRef="#ctx0" brushRef="#br0" timeOffset="1749.41">3551 8756 29 0,'0'0'366'15,"0"-7"-2"-15,0 7-17 0,0-5-1 0,0 5-27 16,0-4-11-16,0 4-42 0,0 0-29 0,0 0-34 16,1-4-16-16,-1 4-29 0,0 0-25 0,0 0-12 15,0 0-14-15,0 0-9 0,4 12-21 0,-2-4-7 16,1 4-4-16,2 2-11 0,0 3-13 0,-1 2-2 15,1 1 0-15,0 6-7 0,-1-1-2 0,1-5-1 16,1 3-5-16,-2-3-7 0,1-1 2 0,-2-2 0 16,2 2-5-16,-4-7 5 0,2-1-5 15,-2-2 0-15,3 1-4 0,-4-3 3 0,5-2-3 0,-5 2 6 16,0-4 1-16,0 1 51 0,0-4 40 0,4 5 41 16,-4-3 54-16,0-2 39 0,0 0 46 0,0 0 21 15,0 0-24-15,0 0-33 0,9-21-25 0,0 3-15 16,6-9-34-16,1-4-7 0,0-2-31 0,1 1-8 15,1 2-11-15,-3 0-17 0,-1 3-7 0,-2 3-12 16,-2 5-6-16,-3 1-5 0,1 5-9 0,-3 2-4 16,1 1-5-16,-3 3-7 0,0 1 1 0,-1 1-15 15,2 0-10-15,-4 1-20 0,1 1-21 0,1 0-49 16,-2 3-46-16,2-2-55 0,-2 2-64 0,0 0-60 16,0 0 9-16,0 0 3 0,8 11-9 0,-2-1-24 15,-2 1-25-15,-4-2-37 0,1 3-42 0,3 0-72 16,-4-2-275-16,0-3-822 0,0-2 364 0</inkml:trace>
  <inkml:trace contextRef="#ctx0" brushRef="#br0" timeOffset="2131.48">3392 8664 230 0,'-6'-6'305'16,"-1"1"-5"-16,4 1 5 0,-3 0 9 0,3-2-9 16,0-1-11-16,-1 3 0 0,2-1-19 0,2 0-20 15,-3 0-23-15,3-2-20 0,1 0-25 0,3-1-27 16,1 1-10-16,3-3-18 0,7 0-14 0,2 0-14 15,15-4-10-15,0 3-12 0,4 0-1 0,16 1-18 16,-1-1-2-16,0 0-8 0,-11 6-6 0,-3 1-4 16,0 1-1-16,-5-1-11 0,0 2 3 0,-4-1-7 15,-9 3 7-15,0-1-16 0,-6 1 3 0,0-1-5 16,-4 1 0-16,-3 0-21 0,-6 0-12 0,13 0-16 16,-7 0-30-16,-6 0-21 0,8 0-40 0,-8 0-31 15,0 0-22-15,5 2-9 0,-5-2-29 0,-8 10-39 16,2-3-57-16,-3 1-242 0,-1-1-597 0,1-2 265 15</inkml:trace>
  <inkml:trace contextRef="#ctx0" brushRef="#br0" timeOffset="2442.46">3637 9036 135 0,'-1'3'249'0,"-3"-1"-11"15,3 0-7-15,1-2-4 0,-5 5-10 0,5-5-6 16,0 3-5-16,0-3-10 0,0 0-8 0,9 2-6 16,0-2-9-16,10 0-15 0,9-4-16 0,3 2-12 15,5-1-9-15,2 0-15 0,-1 0 8 0,1-3-29 16,-2 4-7-16,-4-1-4 0,-3 0-10 0,-9 3-4 15,-6 0-7-15,-3-2-7 0,1 1-5 0,-6 1-6 16,4-2 1-16,-6 2 15 0,-4 0-4 0,12 0-11 16,-12 0-10-16,6 0-26 0,-6 0-34 0,0 0-25 15,1 3-32-15,-1-3-49 0,-14 5-65 0,4-1-77 16,-7 3-243-16,3-4-567 0,-1 2 251 0</inkml:trace>
  <inkml:trace contextRef="#ctx0" brushRef="#br0" timeOffset="3132.85">1479 9523 73 0,'-5'2'194'0,"5"-2"-10"16,0 0-8-16,-9 1-3 0,9-1-13 0,-5 1-11 16,5-1-11-16,0 0-14 0,0 0-14 0,0 0-10 15,0 0-10-15,0 0-7 0,0 0-11 0,0 0-6 16,0 0-9-16,0 0 0 0,-5 3-16 0,5-3 1 15,0 0-6-15,0 0-3 0,0 0-1 0,0 0-2 16,0 0-4-16,0 0-4 0,0 0-4 0,0 0-4 16,0 0-2-16,0 0-1 0,0 0 0 0,0 0-3 15,0 0-2-15,0 0 3 0,0 0-5 0,0 0 4 16,13 2 8-16,-2-2 12 0,2 3 3 0,15-6 1 16,11 3 3-16,22-7-1 0,37 0 6 0,6-8-1 15,12 1 5-15,13-1 3 0,9-1 6 0,13 1-3 16,11-5 4-16,8 7-1 0,-3-3-1 0,2 3 5 15,1-3-3-15,-5 4 6 0,-8-2 0 0,-13 2-4 16,-13 1-1-16,-15 0-1 0,-11 1 16 0,-8-3-16 16,-33 12 2-16,-3-6-5 0,-6 4 2 0,-14 0-2 15,-6 0-3-15,-4 2-8 0,-12-2 11 0,-2 2-7 16,-5 0 1-16,-1-1 13 0,-4 2 11 0,-1-1 6 16,-6 1-1-16,11-2-2 0,-11 2-6 0,0 0-20 15,0 0-10-15,16 0-26 0,-16 0-38 0,5 2-38 16,-5-2-48-16,0 0-63 0,0 0-40 0,0 0-40 15,0 0-341-15,-22 9-646 0,12-9 286 0</inkml:trace>
  <inkml:trace contextRef="#ctx0" brushRef="#br0" timeOffset="10360.34">5071 8601 121 0,'0'-5'185'0,"0"5"-3"16,0 0-4-16,-1-4-4 0,1 4-3 0,0 0-11 16,0 0-3-16,0 0-7 0,0-6-16 0,0 6-12 15,0 0-9-15,0 0-14 0,0 0-5 0,0 0-14 16,-3-2-9-16,3 2-4 0,0 0-11 0,0 0-5 16,0 0-12-16,0 0-25 0,0 0-22 0,0 0-25 15,0 0-36-15,0 0-41 0,0 0-39 0,0 0-193 16,0 0-370-16,0 0 164 0</inkml:trace>
  <inkml:trace contextRef="#ctx0" brushRef="#br0" timeOffset="11106.4">5107 9053 91 0,'0'0'303'0,"0"0"-13"0,0 0-11 15,3-4-10-15,-3 4-12 0,0 0-23 0,0 0-21 16,1-3-21-16,-1 3-17 0,0 0-23 0,1-4-13 16,-1 4-28-16,5-3-50 0,-5 3-48 0,0 0-65 15,3-5-59-15,3 1-78 0,-3 0-216 0,3 2-438 16,1-3 193-16</inkml:trace>
  <inkml:trace contextRef="#ctx0" brushRef="#br0" timeOffset="11767.68">5598 8906 46 0,'0'0'127'0,"0"0"-15"0,0 0-3 15,0 0-1-15,0 0-11 0,0 0-5 0,0 0-10 16,-7 3-4-16,7-3-12 0,0 0 6 0,0 0-11 16,0 0-12-16,0 0-5 0,0 0 0 0,0 0-7 15,0 0-8-15,0 0 0 0,0 0-1 0,0 0-7 16,0 0 2-16,0 0-1 0,0 0 2 0,0 0-5 15,0 0-4-15,0 0 3 0,0 0-6 0,0 0 6 16,0 0-6-16,0 0 2 0,0 0 0 0,0 0 1 16,27-1-2-16,-13-1-5 0,4 2-1 0,9-3 10 15,-5 1-1-15,7 0-1 0,-1 0 8 0,0-1-1 16,-6 3-8-16,-3-2-5 0,3 1 7 0,-8 1-1 16,1-1-2-16,-2 0-2 0,-5 0-10 0,-3 1 14 0,4 0-2 15,-3-2 7-15,-1 2 6 0,-5 0 5 16,8 0-4-16,-8 0-2 0,0 0-5 0,9 0-11 15,-9 0-29-15,0 0-39 0,6 0-43 0,-6 0-43 16,0 0-122-16,0 0-288 0,0 0 128 0</inkml:trace>
  <inkml:trace contextRef="#ctx0" brushRef="#br0" timeOffset="14648.4">7946 8623 57 0,'0'-8'218'16,"2"6"-6"-16,-4-2-7 0,2 4-12 0,0-6-8 15,0 6-8-15,2-6-11 0,-2 2-12 0,0 4-12 16,0-4-8-16,2 1-10 0,-2 3-9 0,0 0-11 16,0 0-13-16,-2-6-14 0,2 6-2 0,0 0-18 15,0 0-12-15,0 0-23 0,0 0-9 0,0 0 0 16,0 14 1-16,-2-2-9 0,2 4 4 0,-1 4-7 15,-2 6 4-15,0 2-3 0,-4 2 2 0,2 0-1 16,0-1-1-16,1 1 2 0,0 0-2 0,0-3-5 16,0-3 3-16,0 0 4 0,1-5-3 0,-2-1 2 15,2 3-2-15,1-5 0 0,-1-3 2 0,1-1 0 16,-1-4-3-16,2 4 0 0,-3-7 0 0,4 2 2 16,-1-2 1-16,1 2 0 0,-1-2 1 0,-1-1-4 15,2 0 4-15,0-4 2 0,-1 5 3 0,1-5-2 0,-1 1 1 16,1-1 1-16,0 0 0 0,-3 5-1 0,3-5-12 15,0 0-54-15,0 0-38 0,-8-7-48 16,6 0-54-16,-3-1-179 0,1-1-407 0,-2-1 180 16</inkml:trace>
  <inkml:trace contextRef="#ctx0" brushRef="#br0" timeOffset="14850.43">7743 8623 50 0,'4'-12'243'0,"-3"0"-10"0,3-1-16 16,1 4-14-16,-1-3-18 0,1 4-25 0,4-3-16 15,5 0-16-15,-5 4-11 0,7-6-15 16,0 9-15-16,3-3-21 0,-2 2-38 0,3 5-33 0,0 2-30 16,-1 3-39-16,0 3-14 0,-3 3-21 0,4 7-34 15,-10-1-109-15,0 8-272 0,-6 3 120 0</inkml:trace>
  <inkml:trace contextRef="#ctx0" brushRef="#br0" timeOffset="15006.55">7707 9253 163 0,'-2'6'229'0,"-1"-4"13"0,2 2-4 16,1-4-4-16,-1 3-17 0,1-3-21 0,0 0-19 15,15-3-20-15,4-1-17 0,4 0-14 0,4-6-18 16,10 2-42-16,1-3-58 0,12-4-56 0,0 1-94 15,-14 3-211-15,2-2-380 0,-3-2 169 0</inkml:trace>
  <inkml:trace contextRef="#ctx0" brushRef="#br0" timeOffset="15613.8">8594 8506 222 0,'2'-7'234'16,"-2"2"-6"-16,0-4-7 0,2 5-13 0,-2 0-4 15,0-3-16-15,0 5-17 0,0-3-15 0,0 5-15 16,0-4-20-16,0 4-4 0,0-6-20 0,0 6-21 16,0 0-33-16,0 0-21 0,0 0-5 0,0 0-3 15,-6 17-5-15,2 3 0 0,-3 5-1 0,-3 7-2 16,3 3-1-16,-6 11 0 0,-1 2 2 0,2-2 0 16,4 0-4-16,1-12 1 0,2 2 1 0,-2-2-1 15,5-3 2-15,-3 1-1 0,1-3-1 0,-2-3 1 16,-1-2 5-16,6-6-5 0,-4-2 3 0,2-4 1 15,-2 0-3-15,-4-3 5 0,4-1 17 0,-3-3 7 16,-1 2 4-16,-1-4 0 0,1 0 5 16,-5-3-4-16,-5-1 2 0,6-2-3 0,-6-1 2 15,3-2-5-15,-3-2-3 0,4-1-2 0,1-2-5 0,1 5-3 16,3-2 5-16,1 0-10 0,-1 1-7 0,4 0-12 16,-1 2-10-16,2 0-15 0,1 0-22 0,-1-1-42 15,5 3-51-15,0 0-53 0,1-4-51 0,2 4-158 16,1-3-438-16,-3 2 194 0</inkml:trace>
  <inkml:trace contextRef="#ctx0" brushRef="#br0" timeOffset="15917.34">8271 8891 180 0,'0'0'273'0,"0"0"-8"0,-4-1-2 0,4 1-23 16,0 0-20-16,0 0-17 0,0 0-23 0,0 0-16 15,0 0-16-15,0 0-18 0,0 0-13 16,17-4-14-16,-3 4-11 0,6-5-6 0,7 0-11 16,4 1-8-16,3-1-7 0,-2 2-6 0,4-1-1 0,-4 1-9 15,0 0-4-15,-5 1-8 0,-6 0 0 0,-2 0-2 16,-7 2-1-16,-2-2-8 0,3 1 2 0,-8 1-3 15,0 0-3-15,2-1-9 16,-7 1-16-16,10 0-18 0,-10 0-38 0,5-1-31 0,-5 1-50 0,0 0-46 16,0 0-58-16,0 0-167 0,0 0-450 0,0 0 200 15</inkml:trace>
  <inkml:trace contextRef="#ctx0" brushRef="#br0" timeOffset="16697.22">9825 8465 278 0,'-2'-6'290'0,"1"-5"-13"16,1 4-17-16,0 1-21 0,-1 1-21 0,2 0-22 15,-2 0-23-15,1 5-25 0,-3-5-34 0,3 5-35 16,0 0-17-16,0 0-10 0,0 14-4 0,-2 4-10 0,-1 9-3 16,1 5-3-16,-3 2-2 0,-2 12-5 0,1 0-4 15,0 3-1-15,-1-15 1 0,3 2-3 16,-2 10-2-16,3-11-2 0,-2-5-1 0,4 0-2 16,-3-4-1-16,4 3 0 0,0-11-4 0,-4-1 2 15,3-2 2-15,1-4-1 0,0 0-3 0,-1-1 0 0,1-3 9 16,-3-1-8-16,3 0-3 0,0 2 4 0,-1-5-3 15,1 1 1-15,0-2 2 0,0-2-1 16,0 6 3-16,0-6-3 0,0 0 5 0,-3 6-3 16,3-6 0-16,0 0 2 0,0 0-5 0,-1 3-12 0,1-3-20 15,-4 1-41-15,-4-1-46 0,-2 0-58 0,0-1-52 16,-3-1-163-16,3-1-417 0,-3-3 185 0</inkml:trace>
  <inkml:trace contextRef="#ctx0" brushRef="#br0" timeOffset="16974.34">9449 8896 130 0,'-5'-2'199'0,"5"2"-2"0,-8-1-3 0,8 1-10 16,-6-1-20-16,6 1-17 0,0 0-17 0,0 0-6 15,-9 0-12-15,9 0-12 0,0 0-8 0,0 0-9 16,19-2-6-16,-2 0-6 0,11-2-9 0,6 1-3 15,6-3-5-15,12 0-6 0,-13 1-3 0,0 1-9 16,2 1-3-16,-6 0-2 0,-2 1-5 0,-5 0-2 16,-6 1-1-16,-2-2-5 0,-6 3-3 0,-1 0 1 15,-3 0-2-15,0 0-2 0,-2-1-19 0,-1 2-15 16,-1-1-16-16,-1 2-25 0,-5-2-23 0,6 2-21 16,-3 1 1-16,-3-3-2 0,-3 5-26 0,2-1-47 15,-5-2-97-15,-1 1-302 0,1-1 134 0</inkml:trace>
  <inkml:trace contextRef="#ctx0" brushRef="#br0" timeOffset="17564.39">10167 8835 236 0,'0'-3'363'15,"0"3"-30"-15,0-7-10 0,0 3-11 0,0 4-18 16,0-5-26-16,0 5-26 0,0-2-29 0,0 2-35 16,0 0-2-16,0 0-16 0,0 0-39 0,0 0-36 15,0 0-36-15,0 0-26 0,0 0-7 0,0 0-6 16,0 0-2-16,3 14-2 0,-2-7 2 0,-1 4-4 0,-1 1 1 16,-2 1 0-16,2 2 0 0,-2-4-2 0,2 2-1 15,1-3 3-15,0 2 1 0,0-4-1 16,0 1-2-16,-3-4-2 0,6 2 14 0,-6-3-8 15,6 0 1-15,-3-4 6 0,0 7 30 0,0-5 17 0,0-2 34 16,0 0 14-16,0 0-6 0,0 0-12 0,9-10-15 16,-4 3 9-16,4-5-21 0,-1 2-4 0,1-1-10 15,0-3-8-15,2 1-4 0,-3 4-6 0,-3 1 1 16,1 0-1-16,1 4-9 0,-4-1-4 0,0 1-15 16,1 1 7-16,-2 0-11 0,2 1-25 0,-4 2-6 15,0 0 1-15,0 0 3 0,17 5-1 0,-11 0 2 16,1 4 1-16,0-3-5 0,2 4 10 0,-1-1 0 15,0 1 0-15,4 0 3 0,1 3 4 0,-5-5 4 16,2 1 0-16,-1 0 3 0,0-2 4 0,2-2-3 16,0 1 5-16,-2-1-4 0,-3-3 6 0,4 0 34 15,-3-2 15-15,3 0 14 0,0-3 3 0,-1-1 1 16,1-4-11-16,0 2-3 0,2-7 6 0,0 1-6 16,0-2-8-16,-3-3 7 0,0 0-13 0,3 1-5 15,-5 1-7-15,1 1 3 0,-3 3-8 0,0 1 0 16,-1 0-1-16,1 3-1 0,-1 0-7 0,-3 3-2 15,2-2-20-15,-2 1-13 0,0 1-27 0,2 3-38 16,-3 1-35-16,1-6-27 0,-1 6-42 0,3-3-45 16,-3 3-17-16,0 0-2 0,0 0-14 0,7 10-26 15,-3-5-241-15,4-1-579 0,-3 2 256 0</inkml:trace>
  <inkml:trace contextRef="#ctx0" brushRef="#br0" timeOffset="17913.7">10991 8735 170 0,'3'-4'326'0,"-3"-1"-14"15,0 3-8-15,0 2-16 0,0-9-17 0,0 7-28 16,0 2-29-16,0 0-22 0,0-6-22 0,0 6-22 16,0 0-16-16,0 0-33 0,0 0-36 0,0 0-13 0,0 0-8 15,0 0-5-15,-9 18-1 0,5-7-6 16,-2 4 5-16,-2 2-14 0,0 0 0 0,2 1-2 15,-2 3-4-15,2-2 1 0,2 0-3 0,-1-1-4 16,1-1 3-16,2-1 2 0,-1-4-4 0,4-2 1 16,-2 2 1-16,1-3 2 0,1-1 7 0,1-2 24 0,0 0 16 15,1-1 13-15,-1-3 39 0,-2-2 21 16,8 2 17-16,-8-2 7 0,11-4-3 0,-4-2-6 16,3-4-12-16,4-2-11 0,-7-2-13 0,4-3-11 15,-3-1-12-15,-2 0-11 0,-1-1-9 0,-1 0-2 0,0 2-8 16,-4 0-11-16,0 0-21 0,0 6-15 0,-4 1-25 15,2-1-46-15,-4 2-60 0,1 4-64 16,-7 0-57-16,0 3-57 0,-5 4-46 0,-9 3-341 16,8 0-741-16,-1 2 328 0</inkml:trace>
  <inkml:trace contextRef="#ctx0" brushRef="#br0" timeOffset="18913.91">12180 8652 215 0,'1'-5'268'0,"0"0"-14"0,1-1-13 0,-1 2-14 0,-1 0-19 16,5-2-19-16,-3 4-19 0,0-3-18 0,0 3-15 15,-2 2-21-15,4-4-13 0,-4 4-7 0,0 0-13 16,13 4-11-16,-4 1-12 0,-1 4-10 0,-1 0-4 16,2 8-8-16,4 9 1 0,-4-1-2 0,-1 0-7 15,-1 2 2-15,-3 2-7 0,1 0-5 0,-3-3-1 16,0 3-2-16,-2-9-2 0,0 4 3 0,-2-6-8 15,0 0 1-15,2-2 0 0,-2-5 8 0,-1-1-9 16,3-1-2-16,-1-2 6 0,1-2 6 0,-2 0 36 16,2-3 48-16,0-2 55 0,-1 5 41 0,1-5 19 15,0 0-18-15,0 0-26 0,0 0-6 0,1-22-23 16,2 10-13-16,2-8-15 0,0-6-14 0,3-5-13 16,3-3-22-16,1 0-15 0,-2 2-2 0,3 0-5 15,0 4-6-15,-2 2-9 0,-4 9 5 0,-2 2-8 16,0 4-4-16,-2 1-32 0,-1 5-17 0,-1 0-35 15,3-1-51-15,-1 2-53 0,-2 2-30 0,-1 2-2 16,0 0-14-16,0 0-22 0,14 17-19 0,-7-10-39 16,0 4-46-16,-3 2-211 0,0-3-592 0,2 2 262 15</inkml:trace>
  <inkml:trace contextRef="#ctx0" brushRef="#br0" timeOffset="19664.53">12733 8707 62 0,'0'-4'281'0,"3"-1"-7"15,-3 2-15-15,2 0-14 0,-2 3-21 0,1-7-21 16,-1 7-18-16,3-3-25 0,-3 3-11 16,0 0-21-16,0-4-17 0,0 4-15 0,0 0-18 15,0 0-10-15,0 0-5 0,-6 12-8 0,-1-2-9 0,2 0-2 16,0 2-4-16,-1 2-5 0,-1 1-4 0,1 2-4 15,0-3-1-15,0 5 4 0,2-2-11 16,-1 0-3-16,1-2 2 0,1 0-2 0,2 1-4 16,-2-5-1-16,3 0 4 0,1 1-2 0,1-2-1 0,-1-3 3 15,2-2 1-15,1 1 6 0,1-2 2 0,1-2 7 16,1-2 6-16,2 0 10 0,1-2 3 0,-1-5-5 16,4 2-6-16,0-5-3 0,2-4 1 0,-3 1-4 15,-2-1-6-15,0-3 1 0,-1 0-3 16,0 0-5-16,-5-2 0 0,2 2-5 0,-3 1-2 0,-2 0-4 15,-2 4-3-15,0 1 1 0,-3 1-4 0,0 2-6 16,-1-1-1-16,0 1-8 0,0 3 2 0,-2-1-6 16,0 3-3-16,-1 0-7 0,0 0-10 0,3 1-15 15,-4 2-22-15,9 0-14 0,-9 0-12 0,9 0 3 16,-5 5 6-16,1-2 3 0,4 0 8 0,2 4 4 16,4-3 6-16,7 2 7 0,7 0-5 0,10-1-2 15,7-4 8-15,14-1-9 0,1 0-6 0,2 0 2 16,-3-1 0-16,1-1-11 0,-15 0 12 0,3-3 3 15,-2 2 2-15,-2 1 13 0,-4-4 3 0,-1 4 13 16,-10-4 17-16,-3 3 23 0,-5 0 34 0,-1-2 28 16,-2 3 19-16,-3 0 16 0,0-1 7 0,-2 1 5 15,-1-1-6-15,-3-1-6 0,2 0-14 0,-3 0-10 16,0 4-7-16,-7-4-7 0,2 0-7 0,0 3-6 16,-1 0-8-16,-2 1-5 0,-4 0-4 0,2 1 0 15,-2 1-8-15,1 3-3 0,-3 0-1 0,1-1-2 16,-2 6-1-16,2 0 0 0,0 0-5 0,0 4-4 15,2-2 1-15,1-2-5 0,1 2 3 0,3-2-2 16,-1 2-1-16,5 0 2 0,-1-3 2 0,3 1 0 16,0 2 2-16,4-4 0 0,0 1-1 0,1-4 3 15,4 2 1-15,1-4 2 0,-1 0 0 0,4-1 1 16,0-4-3-16,-1 2 2 0,1-3 2 0,-3-2-1 16,2 0 3-16,-1-2-3 0,-2-3 2 0,0 2-3 15,1-6-3-15,-4 2-7 0,0 0-3 0,-3-5-8 16,-1 6-9-16,-4-1-9 0,0-1-15 0,-2 3-5 15,-2-1-10-15,-1 2-14 0,-4 1-9 0,2 0-19 16,-2 2-20-16,1 0-16 0,1 0-19 0,-1 2-29 16,0 2-195-16,4-1-409 0,1 0 182 0</inkml:trace>
  <inkml:trace contextRef="#ctx0" brushRef="#br0" timeOffset="20363.3">13757 8374 143 0,'2'-10'342'15,"0"0"-7"-15,0 3 0 0,-2 1-33 16,1 0-30-16,2 1-33 0,-2 3-22 0,0-2-31 16,-1 4-29-16,2-6-39 0,-2 6-25 0,0 0-10 0,0 0-6 15,3 13-12-15,-1 0-6 0,-1-1-6 0,-2 7-4 16,-2 8-4-16,3 1-6 0,-1 2-4 0,-2 2-4 15,1-1-3-15,-2 0 0 0,4-3-2 16,-1 0-5-16,-2-2 2 0,3-5-6 0,-1-2 0 0,2 0-3 16,-2-6 7-16,1 0-8 0,0-4-4 0,1 1 1 15,-1-4 0-15,-1-1 3 0,2 2 1 0,-3-4 5 16,2 1 7-16,0-4 27 0,-2 7 7 0,2-7 22 16,0 0-15-16,0 0-2 0,0 0-11 0,0 0 0 15,-10-9-10-15,5 2-8 0,-3 2-4 0,1-2-2 16,-1-2-13-16,-1 1 14 0,-6 1-17 0,3-1-2 15,2 1 2-15,1-1-8 0,-1 3 7 0,-2 0 10 16,3 0-18-16,4 1 5 0,0 2-2 0,0-1-9 16,-3 1 7-16,5-1-1 0,3 3-25 0,-6-3-5 15,5 2 0-15,1 1-6 0,0 0 1 0,-4-5 3 16,4 5-6-16,9-5 2 0,4 3 2 0,0-1 1 16,7 1-7-16,7-8 2 0,5 5 3 0,2-3 2 15,4-1 2-15,14 2-1 0,-16 0 6 0,1-2-1 16,0 3 0-16,-4 0 2 0,-1 0 15 0,0 0-13 15,-11 1 0-15,0 2 4 0,-8 0 7 0,1 1 7 16,-5-1 15-16,0 1 9 0,0-1 9 0,-4 2 10 16,0 0 3-16,0-1-1 0,-1 1-6 0,-4 1-2 15,5-2-12-15,-5 2-5 0,0 0-7 0,0 0-10 16,0 0-2-16,0 0 8 0,-6 10-10 0,1-5-6 16,-3 0-3-16,0 0-2 0,-2 2-3 0,4 1 6 15,-1-2-9-15,2 5-3 0,-2 0 2 0,3-1-2 16,0 2 4-16,4 0 0 0,0-2 3 0,1 3 3 15,3 3-2-15,5-1 2 0,-3 1-3 0,2-1 8 16,5 1-4-16,-1-1 6 0,-1-1 0 0,1 0-2 16,-1-1 2-16,-4-3 1 0,0-3 4 0,0 2-3 15,-3-3-1-15,0-2 1 0,-1 1-5 0,-1-2 5 16,1 0-6-16,-4 1-2 0,-1 1 1 0,-5 0 2 16,-6-2-1-16,-4 3-17 0,-10-1-40 0,-2 0-61 15,-7 0-101-15,2-3-325 0,-1-2-596 0,1-5 265 16</inkml:trace>
  <inkml:trace contextRef="#ctx0" brushRef="#br0" timeOffset="21296.4">15710 8550 226 0,'-3'-5'224'0,"-1"-2"-16"15,0 0-15-15,0 4-16 0,-2 0-19 0,0-2-18 16,-1 0-13-16,1 4-15 0,-5-2-11 0,-1 5-15 16,-4 0-8-16,-4 4-11 0,-7 4-7 0,1 4-6 15,1 3-6-15,-1 2-3 0,1 3-7 0,-2-2-3 16,4 6-4-16,1 1-4 0,4-1-4 0,-1-1-2 15,5-1 0-15,2 1-3 0,2-2 3 0,5-7-6 16,0 1 0-16,2-6 1 0,5 0 0 0,-2-2-2 16,1-1 9-16,2-3 2 0,1 1 7 0,3-2 12 15,-1-1 8-15,6-2 10 0,1-3 10 0,1-2-1 16,0-3-2-16,5-1-10 0,1-4-5 0,2-1-4 16,1 0-5-16,-5 0-4 0,-2 3 1 0,0-1 6 15,-2-1-5-15,1 3 0 0,-3 1-2 0,-3 3-1 16,-2 0-3-16,1-2-7 0,0 5-2 0,-4 0-3 15,0-1-8-15,-2 2-23 0,-2 1-12 0,12-1-7 16,-12 1-16-16,9 2-18 0,-3 3-29 0,0-1-28 16,2 4-38-16,-2-1-35 0,2 1-40 0,-4-2-202 15,1-1-466-15,0 2 206 0</inkml:trace>
  <inkml:trace contextRef="#ctx0" brushRef="#br0" timeOffset="21614.37">15893 8632 225 0,'6'-10'322'16,"0"3"-8"-16,-1 2-24 0,-1 1-33 0,0 1-27 15,-1-1-31-15,2 2-20 0,-5 2-24 0,7-1-15 0,-7 1-16 16,9 5-16-16,-4 0-13 0,2 3-13 0,1 1-7 16,-3 3-9-16,0 2-4 0,1 2-9 0,-3 2-6 15,2 1-4-15,-1 0-1 0,0-1-5 16,-4-1-5-16,0-3 2 0,0-2-11 0,0 3 2 0,0-8-1 15,0 3-7-15,0-4 5 0,-3 0 0 0,6-1 13 16,-3-1 32-16,0-1 43 0,0-3 42 0,0 4 27 16,0-4-8-16,0 0-17 0,0 0-16 0,5-11-19 15,-1-1-27-15,1 1-27 0,4-8-35 0,5-2-36 16,3-1-38-16,-3 0-25 0,4 0-31 0,-5 5-24 16,4-3-27-16,-1 6-31 0,-1 4-33 0,0 0-34 15,3-1-24-15,-5 6-20 0,1 4-199 0,0-3-533 16,-2 4 236-16</inkml:trace>
  <inkml:trace contextRef="#ctx0" brushRef="#br0" timeOffset="22001.39">16334 8773 171 0,'1'5'282'0,"-1"-5"8"16,0 3-3-16,0-3 0 0,0 0-8 0,0 0-6 15,0 0-22-15,0 0-32 0,0 0-21 0,0 0-20 16,19-9-16-16,-11 2-15 0,2 1-16 0,2-2-22 15,-1 0-11-15,5-3-5 0,-1 3-6 0,2-5-11 16,-5 0-9-16,6 0-5 0,-2 1-11 0,-1 0-4 16,-4-2 3-16,0 2 8 0,-4 1-4 0,0 2 8 15,-2 3 3-15,-1 0 7 0,-2-1 4 0,0 3-5 16,-1-2-14-16,-1 2-14 0,-4 1-14 0,0-1-7 16,-2 3 10-16,-6 1-18 0,-1 1-6 0,-2 4 0 15,-3 1-5-15,2 1-3 0,-4 1-5 0,5 4-3 16,1 2-1-16,0-2-4 0,3 2-2 0,-1 9-13 0,2 1 0 15,5-4 5-15,3-1-5 0,5-2 12 16,3 2-2-16,10 3 2 0,2-4 7 0,7-1 17 16,6-4-17-16,6-3-1 0,1-1 8 0,12-1 1 15,-14-4 1-15,-2-3 2 0,1 1 14 0,-15-1-12 0,-1 0 14 16,-6-1 10-16,0 0 9 0,-5 0-11 0,-2 0 1 16,3 0-2-16,-4 0-4 0,-5 0-4 0,8 0 4 15,-8 0-14-15,8 0-34 0,-8 0-38 16,0 0-32-16,7-1-45 0,-7 1-50 0,0 0-74 0,0 0-368 15,0 0-685-15,0 0 303 0</inkml:trace>
  <inkml:trace contextRef="#ctx0" brushRef="#br0" timeOffset="23146.25">18592 8491 95 0,'-3'-4'138'0,"3"4"-10"0,0 0-6 0,0-5 8 15,0 1 14-15,0 4 16 0,0-8 6 0,0 3 5 16,3 1 2-16,-3-1-1 0,-3 0 4 0,6 1 0 16,-3 0 4-16,0 0-11 0,0 0-7 0,0 4-8 15,2-6-3-15,2 2-11 0,-4 4-10 0,0-5-8 16,0 5-21-16,0 0-16 0,2-3-6 0,-2 3-12 0,0 0-14 16,0 0-30-16,0 0-13 0,0 0-3 0,0 0-1 15,2 13-1-15,-2-4-1 0,-2 5-2 16,4 7 1-16,-6-1 0 0,4-1-1 0,-2 8-15 15,-2-2 4-15,0 0-1 0,0-5 0 0,2 0 5 0,-1-1 2 16,3-3-2-16,-2-3 1 0,0-1-2 0,2-2 6 16,0-3 1-16,0-2 4 0,0 0 11 0,0 0 24 15,0-2 48-15,0-3 30 0,0 5 38 16,0-5 6-16,0 0-15 0,9-8-13 0,-1-2-20 0,6-4-2 16,-5-1-16-16,7-7-12 0,1 3-4 0,1-5-10 15,1 2-6-15,-1 2-2 0,0 1-14 0,-6 7-4 16,-3 4-8-16,-1-3-1 0,-1 3-8 0,-2 4-6 15,0-2-5-15,-1 4-9 0,1-2-8 0,-3 1-32 16,2 3-21-16,-4 0 11 0,0 0-4 0,11 8 2 16,-8-2-2-16,0 2-1 0,2 2 4 0,1-1 10 15,0 4-1-15,1 2-1 0,-3 1 13 0,1-1 0 16,-5 1 2-16,5-3-7 0,-1-2 10 0,-3-1-5 16,3 2 12-16,-4-8 7 0,1 4-1 0,2-3 6 15,-3-1-1-15,0 1 14 0,1-2 38 0,-1-3 28 16,4 3 36-16,-4-3 13 0,0 0-8 0,0 0-12 15,17-12-13-15,-8 2-8 0,4-7-9 0,6-5-13 16,0 1-5-16,-1-4-3 0,5 1-10 0,-3 2-5 16,-2 2-4-16,-4 6-2 0,-2 2-9 0,-5 3-2 15,2 2-4-15,-4 1-3 0,0 2-5 0,-1 0-9 16,0 0-10-16,-1 0-25 0,-1 4-10 0,-2 0-2 16,12 3-5-16,-6-1-5 0,-1 2-4 0,3 5 2 15,2 2-5-15,-2-1-10 0,2 3 3 0,0 0-13 16,0 2-32-16,2-1-38 0,-2-1-24 0,0 0-28 0,1 1-33 15,-1-1-33-15,1-1-50 0,-2-5-351 16,4-1-722-16,1-3 319 0</inkml:trace>
  <inkml:trace contextRef="#ctx0" brushRef="#br0" timeOffset="24595.39">20245 8433 63 0,'2'-6'298'0,"-2"-1"-10"0,1 2-24 15,-1 0-26-15,0 0-19 0,-3 0-28 0,1 0-18 16,-1 0-18-16,-2 2-20 0,-1-1-14 0,-3 2-17 16,0 0-8-16,-4 2-11 0,2 4-6 0,-7 1-13 15,0 2-12-15,0 3-5 0,-5 4-5 0,1 0-2 16,1 4-8-16,0-1-5 0,4 2 2 0,1 2-5 16,0 0-5-16,4-5 2 0,3 0-1 0,0 0-4 0,4 0-7 15,1-3 1-15,3-4-1 0,-2 3 4 16,3-4-1-16,3 2 3 0,-2-6 3 0,4 1 9 15,0 0 8-15,3-3 6 0,2 1 9 0,1-6 4 16,0 1 2-16,3-4 8 0,2 0 5 0,0-4-6 0,-1 0-6 16,2-4-4-16,3-3-4 0,-6 2-4 15,0 3-6-15,0 0 3 0,-5 1 20 0,-1 1-14 16,-3 2 4-16,0 1 1 0,0 1 1 0,-1 2-9 16,0 0-2-16,0-2-5 0,-3 4-18 0,3 0-18 0,-4 2-16 15,4-3-26-15,-4 3-31 0,0 0 8 0,0 0 5 16,0 0 2-16,6 8 4 0,-5-2 10 0,2 4-8 15,1 0-2-15,1-2-4 0,0 1-3 16,4 3-1-16,-1-4 1 0,6 3 5 0,1-1-3 0,-1 0 1 16,5-5-3-16,-3 3 5 0,1-3 4 0,1-1 3 15,0-4 12-15,4 0-1 0,-5-3 3 0,-1-1 11 16,2-4 20-16,-3 3 17 0,1-2 17 0,-6-2 22 16,2 1 24-16,-2-1 12 0,-1 1 15 0,-2-4 20 15,0 4 16-15,2-1 9 0,-4-1 3 0,-1 5 0 16,-1-1-1-16,1 1-8 0,0 0-9 0,-4 3-12 15,4-1-19-15,-4 3-14 0,5-5-15 0,-4 3-25 16,-1 2-23-16,0 0-31 0,0 0-30 0,0 0-2 16,0 0-11-16,0 0 6 0,4 12 6 0,-8-5 0 15,4 2 4-15,-1 3-4 0,-4-1 11 0,1 3 5 16,4-2-2-16,-4 3 2 0,3-1 9 0,-3-4 1 16,4 3-3-16,-2-5-4 0,0 0 16 0,2-3-10 15,-2 2-3-15,0-2 13 0,2-5 1 0,0 4 9 16,0-4 24-16,0 3 33 0,0-3 14 0,0 0-2 15,0 0-11-15,0 0-2 0,17-15-7 0,-7 6-6 16,3-6-11-16,6-4-9 0,-1-3-13 0,-4 6-6 16,4-2 1-16,-5 6-4 0,-2-1 1 0,-2 5-6 15,-1-2 1-15,-3 4 0 0,0 1 0 0,-1 1-6 16,-1 2-4-16,1-1-21 0,-2 0-21 0,-2 3-33 0,5-4-34 16,-5 4-22-16,0 0 11 0,0 0 7 0,5 8 11 15,-4-4 11-15,1 4 9 0,0-1 0 16,1 4 3-16,1-1 4 0,2 1 3 0,0 5 2 15,3-4-5-15,4 0 6 0,1-1-2 0,4 0-4 0,9-1-1 16,1-1 2-16,4-4-3 0,5 0 0 0,3-2 7 16,11-2 1-16,-13-2 4 0,2-2 11 0,-2-2 2 15,2-2 9-15,-5 0 3 0,0-2 13 16,-7-1 10-16,1 2 12 0,-11-1 15 0,0 2 27 0,-1 2 13 16,-7-2 9-16,-2 1 12 0,0-1-1 0,-6 2 8 15,4 1-9-15,-4-2-19 0,-2 2 5 0,-2 1-9 16,0-2-15-16,-4 1-10 0,-5 1 10 0,-7 1-18 15,-1 2-7-15,-9 0 0 0,-1 2-6 0,-2 3 4 16,0-1-6-16,10 3-5 0,1-2-2 0,-3 1-6 16,4 1-6-16,1 3-9 0,2-3-7 0,4 0-6 15,1 1-12-15,2 2 5 0,1 0 3 0,7-2 8 16,-2 0 5-16,3 2 6 0,4-3 4 0,4 3 2 16,2-3 9-16,7 0 0 0,2-2 2 0,3-3 3 15,-1 0-1-15,9-4 5 0,-1 0 1 0,-2-1 4 16,-8-5 3-16,0 3 10 0,0-6 8 0,-3 0 0 15,4-7 3-15,-7 2 3 0,2-11-6 0,-1 2 2 16,0-6-3-16,-3-2 5 0,-2-1 9 0,-1 2 16 16,-4 0 12-16,1-1 23 0,-1 3 8 0,0 1 24 15,-4 5 1-15,1-1 18 0,-1 7 6 0,0-2 0 16,-1 3 5-16,1 1-6 0,0 3 1 0,0 5-4 0,-2-2-8 16,0 3-6-16,4 0-11 0,-4 1-12 15,2 3-13-15,0 0-10 0,0 3-13 0,0-7-9 16,0 7-18-16,0-4-32 0,0 4-33 0,0 0-28 15,0 0-24-15,0 0-3 0,0 0 14 0,0 0 9 16,-7 15 6-16,5-4 0 0,-3 0 13 0,0 3-4 16,0 3 6-16,1 2 10 0,0-1-6 0,-3 7 9 15,3-7-1-15,-4 6 1 0,3-3 9 0,1 3 3 16,-2 1-4-16,2-6 4 0,1 0 0 0,-2 7 7 0,4-8-5 16,-1-3-1-16,0 1-1 0,1-1 3 0,0-3 6 15,-1-1 6-15,1 0-3 0,1-1 0 16,0-4 0-16,-1 1 4 0,0 0 2 0,1-1 1 15,0 1-3-15,0-4 2 0,-2 3-2 0,2-3 3 0,2 2-5 16,-2-5 6-16,-2 7-1 0,2-7 5 0,0 5 8 16,2-2 1-16,-1 0 1 0,1 2 11 0,2-2 0 15,5 0 2-15,1-1-3 0,11 2 0 16,-1-2-14-16,12 0-34 0,4-5-70 0,4-1-117 0,11-1-155 16,2-7-403-16,5-2-825 0,-3-3 365 0</inkml:trace>
  <inkml:trace contextRef="#ctx0" brushRef="#br0" timeOffset="25899.42">22545 8426 44 0,'-11'0'201'0,"3"1"-11"16,3-1-11-16,-3 2-12 0,8-2-11 0,-10-2-9 16,10 2-7-16,-7-1-10 0,2 0-12 0,5 1-8 15,-6 2-6-15,6-2-9 0,0 0-5 16,0 0-7-16,0 0-5 0,0 0 1 0,0 0-2 0,-8 0 1 16,8 0 1-16,0 0 8 0,0 0 2 0,0 0 4 15,0 0 1-15,0 0 2 0,0 0-4 0,0 0-5 16,0 0-7-16,0 0-6 0,0 0-9 0,0 0-6 15,0 0-1-15,0 0-7 0,0 0-9 0,0 0-5 16,0 0-2-16,0 0-3 0,0 0-4 0,0 0 0 16,0 0-8-16,0 0 2 0,0 0-1 0,0 0-2 15,0 0-1-15,0 0 1 0,0 0 0 0,0 0-4 16,0 0-4-16,0 0 6 0,0 0-6 0,0 0 4 16,0 0 4-16,0 0-3 0,0 0 1 0,0 0 4 15,0 0-2-15,0 0 10 0,0 0-10 0,0 0 9 16,0 0-2-16,0 0 1 0,0 0-3 0,0 0 3 15,0 0-5-15,0 0-4 0,0 0 2 0,0 0 2 16,0 0-5-16,0 0-6 0,0 0 9 0,0 0-6 16,0 0-6-16,0 0 1 0,0 0 0 0,0 0 1 0,0 0-4 15,0 0 0-15,0 0-2 0,0 0 16 16,0 0 4-16,0 0 5 0,0 0 2 0,0 0 1 16,0 0 5-16,0 0-3 0,0 0-3 0,0 0-6 0,0 0 3 15,0 0-1-15,0 0-6 0,0 0-1 0,0 0-1 16,0 0-1-16,0 0-8 0,0 0 2 0,0 0-8 15,0 0 3-15,0 0-1 0,0 0 5 16,0 0 0-16,0 0 0 0,0 0-10 0,0 0-2 0,0 0 12 16,0 0-1-16,0 0-6 0,0 0 1 0,0 0-3 15,0 0-3-15,0 0-1 0,0 0 4 0,0 0 10 16,0 0-9-16,0 0-3 0,0 0-3 0,0 0 9 16,0 0-8-16,0 0 4 0,0 0-2 0,0 0-5 15,0 0 15-15,0 0-7 0,0 0 5 0,0 0-13 16,0 0 1-16,0 0 3 0,0 0-2 0,0 0-1 15,0 0 3-15,0 0-1 0,0 0 0 0,0 0-1 16,0 0 3-16,0 0-3 0,0 0 3 0,21-3 3 16,-9 1-9-16,1-1 7 0,8-2 0 0,7 1 0 15,4 1 2-15,-1-3-1 0,-2 2-5 0,1 2 0 16,0-3-2-16,-8 5 4 0,-3-3 3 0,-1 3 1 16,-4-2-6-16,-2 0 6 0,-1 1 1 0,-4-2 0 15,-1 3-4-15,1-1 7 0,-3 1-14 0,-4 0 1 0,9-3-11 16,-9 3-30-16,6-2-22 0,-6 2-22 0,0 0-22 15,0 0-21-15,0 0-30 0,2-2-47 16,-2 2-36-16,0 0-36 0,0 0-280 0,-19 7-610 16,13-7 271-16</inkml:trace>
  <inkml:trace contextRef="#ctx0" brushRef="#br0" timeOffset="26612.33">23296 8250 271 0,'5'-7'324'0,"-5"4"-3"0,2 0-10 16,-1-1-18-16,-1 4-11 0,3-4-22 0,-3 4-33 16,3-3-25-16,-3 3-16 0,0 0-22 0,0 0-23 15,2-3-15-15,-2 3-31 0,0 0-25 0,0 0-8 16,0 0-7-16,0 0-10 0,2 14-3 0,-2-8-5 15,-2 2-4-15,4 2 7 0,-4-1-9 0,1 2-8 16,1 2-4-16,-1 0 3 0,-2 3-2 0,2 0-3 0,-1-1 0 16,1-4-3-16,0 2 3 0,0-4-7 0,1-3 8 15,0 1-4-15,0-2 1 0,0 0 5 16,-2-2 19-16,2-3 22 0,2 5 50 0,-2-5 1 16,0 0-10-16,10-7-11 0,-2 1-7 0,2-4-5 0,1 1-10 15,4-4-5-15,6-4-11 0,2 0-1 0,-9 3-9 16,5 2-6-16,-6 0-2 0,-1 4-1 0,-2 0-3 15,-2 2 1-15,2 1-9 0,-5-1 4 16,0 2-8-16,-1 2-8 0,0-2-12 0,0 3-30 0,-4 1-1 16,8 0 1-16,-8 0-3 0,8 6 0 0,-5 0-1 15,-1 0 3-15,2 4 5 0,-1-1 0 0,1 3 0 16,-1 0 12-16,2 2-1 0,-2 3-6 0,-1 2 0 16,2-4-10-16,-1-3 0 0,1 0 2 0,-2-4 5 15,0-1 0-15,-2-2 11 0,2 1 6 0,-2-3 12 16,1 2 28-16,2-3 34 0,-3-2-4 0,0 0-3 15,10-7-8-15,-1 0-3 0,0-3-3 0,6-2-6 16,2-3 2-16,1-3-3 0,4-2-6 0,-3 1-2 16,0 2-2-16,-4 6-8 0,-2 0 3 0,-4 1 4 15,1 4-1-15,-2 1-5 0,-2 2-4 0,-3-1-8 16,1 1-8-16,3 1-24 0,-7 2 1 0,7 1-29 16,-1 2-2-16,-1 2-26 0,3 3-18 0,-1 1-46 15,2 8-43-15,-1 1-66 0,0 5-89 0,-6-5-322 16,-2 2-717-16,-2-8 318 0</inkml:trace>
  <inkml:trace contextRef="#ctx0" brushRef="#br0" timeOffset="27996.51">5144 10302 66 0,'-4'-5'240'0,"4"-2"-9"0,-1 0-8 15,1 2-10-15,0-2-7 0,0 3-15 0,-3-1-15 16,3 3-18-16,0 2-17 0,-1-6-17 0,1 6-18 16,0 0-14-16,0 0-13 0,0 0-12 0,0 14-8 15,1 1-4-15,-2 3-9 0,1 9-5 0,-4 2-9 16,2 4 1-16,-3-2-4 0,2 2-5 0,-1 1-2 15,-1 0 0-15,0 0-1 0,0-5-5 0,1 5-1 16,1-3 1-16,0-4-1 0,0-1-1 0,-2-5-2 16,3-4-2-16,-1-6 3 0,2 1-3 0,-1-2 1 15,1-3-2-15,1 0 0 0,0-1 2 0,-1 0 6 16,1-3 15-16,-1 1 4 0,1-4 4 0,-2 4 1 0,2-4-3 16,0 6-2-16,0-6-6 0,0 0-3 0,0 0-39 15,0 0-41-15,0 0-44 0,-18-7-39 16,13 2-43-16,0 1-50 0,-5-4-180 0,0 1-441 15,2-1 195-15</inkml:trace>
  <inkml:trace contextRef="#ctx0" brushRef="#br0" timeOffset="28288.44">4734 10610 58 0,'0'0'195'0,"-9"-1"1"0,9 1-3 15,-8 0-13-15,8 0-15 0,-6-2-15 16,6 2-15-16,0 0-19 0,0 0-7 0,0 0-10 16,0 0-10-16,23-5-9 0,-3 3-7 0,12-4-8 0,3 1-5 15,2 3-8-15,1-5 1 0,0 6-9 0,-3-1-4 16,-3-4-8-16,-4 3-1 0,-6 2-6 0,-2 1-2 16,2 0-3-16,-5 0 1 0,-3 0-1 0,-2 0-4 15,-2 0 0-15,-3 0-13 0,-1 0-3 16,-6 0-2-16,12 0-4 0,-6 1-7 0,-6-1-3 0,4 0-8 15,-4 0-5-15,4 3 4 0,-4-3-13 0,0 0-17 16,-13 7-18-16,8-6-31 0,0 0-22 0,-1 1-45 16,-1 1-109-16,-2-1-303 0,4-1 134 0</inkml:trace>
  <inkml:trace contextRef="#ctx0" brushRef="#br0" timeOffset="28761.41">5466 10323 123 0,'1'-7'232'0,"1"2"-5"0,-1 1-6 0,2 1-20 16,-2-1-17-16,-1 4-20 0,2-4-21 0,0 1-23 15,-2 3-7-15,0 0-15 0,0 0-10 0,0 0-13 16,0 0-9-16,5 11-5 0,-5-1-7 0,1 4-10 16,-2 5-5-16,-1 0-2 0,-1 10-1 0,0-1-9 15,-2 3-4-15,0-1 1 0,0 1-6 0,-2 3-1 16,0-1 2-16,2 2-2 0,1-2-2 0,0-5-1 16,0 1 5-16,0-9-7 0,3-4-4 0,-2-4 4 15,2 0-1-15,1-3 18 0,-2-2 9 0,2-1 22 16,-3-2 26-16,3 1 40 0,0-5 53 0,3 4 24 15,-3-4 25-15,0 0-22 0,0 0-20 0,0 0-20 16,6-18-19-16,-5 6-19 0,3-5-12 0,4 0-15 16,-2 1-17-16,3-5-19 0,-3 6-5 0,3 1-10 15,-2 2-5-15,-3 3-7 0,2 1-6 0,-4 0 2 16,1 2-22-16,0 1-26 0,-1 2-27 0,2 0-18 16,0 2-9-16,1 1-12 0,-5 0-8 0,13 4-10 0,-6 1-10 15,1 3-17-15,3-2-19 0,-1 5-20 16,1 0-22-16,3 4-9 0,-1-3-22 0,-2 2-9 15,2-3-28-15,1 2-232 0,-5-7-526 0,0 3 233 16</inkml:trace>
  <inkml:trace contextRef="#ctx0" brushRef="#br0" timeOffset="29411.82">5728 10761 156 0,'0'0'203'0,"-3"-6"-2"0,3 6-11 15,0 0 3-15,0 0-10 0,3-4-11 0,-3 4-12 0,0 0-10 16,0 0-15-16,0 0-12 0,0 0-10 0,0 0-13 15,3-4-9-15,-3 4-9 0,5-1-12 16,2-2 0-16,3-2-12 0,1-1-7 0,0 2-7 16,7-6-9-16,-1 4-1 0,2-3-8 0,0 1-10 15,8-4-1-15,-9 3-1 0,2-3 0 0,-4 2-5 0,1-2 4 16,0 1-5-16,-2 1 1 0,0-3 4 0,-4 4-2 16,-2 1 4-16,0-2 6 0,-4 5 9 0,0-2 3 15,-5 1 0-15,4 2-4 0,-4-2-2 16,-3 1-8-16,-1 2-1 0,-2 2-3 0,-4 1-6 0,-3 0 0 15,-5 2-4-15,-2 4 0 0,-5 4-4 0,-4 0 3 16,4 0-1-16,-2 6-3 0,1-2 0 0,2 0 0 16,6 5 0-16,4-5 0 0,2 3-1 0,3-2-1 15,2-1-2-15,2 5-3 0,4-4-2 0,2-3 1 16,5 3-3-16,8-1 5 0,0-3-1 0,13 0-10 16,0-4-7-16,5-3-9 0,1-3-17 0,6-3-16 15,1-1-5-15,15-1-5 0,-6-6 6 0,-11-2 0 16,-1 0 10-16,-1-1 9 0,-1-1 3 0,-2 1 10 15,-5-4 20-15,-4 3 18 0,-7 5 23 0,-2-3 28 16,-2 0 25-16,-3 4 14 0,-2 1 20 0,-2 0 15 16,-1 0 8-16,-2 1 15 0,1 0-2 0,-1 1-5 15,0 3-3-15,-2-3-20 0,2 3-11 0,-3 2-12 16,2-4-13-16,2 2-27 0,-4 2-34 0,0 0-13 16,0 0-20-16,0 0 0 0,0 0 0 0,2 13-5 15,-6-4 6-15,1 0 2 0,1 3 13 0,-4 3-11 16,1 4 0-16,0-1 3 0,1 0-3 0,2 0-3 15,-1 1 21-15,-1-2-27 0,2-5 2 0,-2-2-3 16,3-2-1-16,-2-2 16 0,2 1 6 0,0-2 13 16,0 0 38-16,-1-3 34 0,2-2-8 0,0 0-12 15,5-11-4-15,2 1-7 0,0-5-10 0,2 1-1 16,1-2-5-16,1-1-2 0,-2 1-11 0,5-8 11 16,-5 7-17-16,-2 5 4 0,1 3-6 0,1 1-7 15,-4 2-3-15,0 0-5 0,-1 1-10 0,0 4-17 16,2 0-5-16,-6 1 1 0,13 2-22 0,-4 5-12 15,1 1-9-15,-1 1-22 0,3 4-32 0,-1 4-47 16,-2-1-63-16,4 7-74 0,-2-5-264 0,-3-2-616 16,-3-7 272-16</inkml:trace>
  <inkml:trace contextRef="#ctx0" brushRef="#br0" timeOffset="31092.35">24517 8442 101 0,'0'0'283'0,"0"0"-26"0,0-6-29 0,0 6-28 16,0 0-29-16,0 0-40 0,0 0-25 0,0 0-9 15,0 0-14-15,-11 17-12 0,3-7-6 16,-5 4 0-16,-8 6-9 0,0-2-23 0,-2 3-38 16,-3 0-31-16,1 1-42 0,2 0-53 0,0-3-153 0,1-4-305 15,4-3 135-15</inkml:trace>
  <inkml:trace contextRef="#ctx0" brushRef="#br0" timeOffset="31878.39">24935 8197 3 0,'0'0'223'0,"0"-5"0"16,0 5 3-16,0-6-8 0,0 2-4 0,0 4-7 16,0 0-13-16,0-4-9 0,0 4-17 0,0 0-11 15,4-4-22-15,-4 4-14 0,0 0-13 16,0 0-16-16,0 0-3 0,1-4-20 0,-1 4-19 0,0 0-19 15,0 0-10-15,0 0 4 0,0 0-9 0,0 12-5 16,0-7 1-16,0 3-4 0,-1 1 1 0,-3 0-2 16,4 1-1-16,0-1 1 0,-1 1-5 0,-2-1 3 15,3 1 1-15,0-2-2 0,0-2 1 0,0 0 4 16,0-1-2-16,0-2 0 0,0 2 3 0,0-1 2 16,0-4 11-16,0 5 26 0,0-5 22 0,0 4 29 15,0-4 24-15,0 0 3 0,0 0-9 0,0 0-16 16,14-8-7-16,-6 2-10 0,0-1-11 0,2 0-9 15,-1 0 0-15,0-1-11 0,2 2-1 0,-2 0-13 16,-2 2-3-16,-2 1-9 0,0 0-4 0,1 1-3 16,-2 0-2-16,-4 2-8 0,4-4-12 0,-4 4-21 0,4-1-8 15,-4 1-9-15,0 0-3 0,0 0-4 16,7 5 3-16,-5-1 5 0,-1-1 1 0,2 2 3 16,-2-1 4-16,1 3-1 0,-1 0 2 0,-1 0 7 15,4-1 2-15,-4-1 1 0,0 2 3 0,2-2 1 16,-2-2 3-16,1 2 4 0,0-3-1 0,-1-2 4 15,1 5 20-15,3-4 16 0,-4-1 8 0,0 0 5 16,18-6 1-16,-9 4 8 0,4-5-6 0,2-3-6 16,-1 2 1-16,4-1-7 0,0-2-5 0,-1 1-4 0,-3 1-8 15,1 0 7-15,-3 4-4 0,-2-2-8 16,-2 1 3-16,-3 4-11 0,0-3 4 0,0 4-23 16,1-2-17-16,-6 3-15 0,9 2-4 0,-9-2-17 15,13 5-7-15,-7-1-22 0,3 5-29 0,-2-1-48 0,4 5-61 16,-2-4-92-16,0 0-184 0,0-2-552 0,1 0 244 15</inkml:trace>
  <inkml:trace contextRef="#ctx0" brushRef="#br0" timeOffset="33911.11">25570 8275 216 0,'0'-7'215'0,"0"3"-19"16,0 0-12-16,3 1-13 0,-2-2-20 0,4 3-15 15,-1-3-15-15,1 2-12 0,0-1-6 0,0 1-13 16,8 0-13-16,-3 0-6 0,1 2-12 0,0 1-4 16,-1 0-8-16,2 0-5 0,-2 1-7 0,-1 3-11 15,-1 0-10-15,-1-1 0 0,2 3-5 0,-4 0-6 16,-1 2-1-16,-1-3-1 0,-1 4-7 0,-2-1 3 16,-2 2-2-16,-2-1-3 0,-1 3 4 0,-3-3-1 0,-2-1 5 15,-2 4-6-15,2-5 9 0,-1 2-8 16,2-3 2-16,0 3 0 0,1-4 2 0,2-1-2 15,2 1 0-15,0-2 0 0,-1 2 7 0,2-3-7 16,1 2 6-16,-1 0-3 0,3-1 0 0,3 1 4 0,2 1 1 16,-1 0-5-16,2-2 3 0,3 2-5 0,1 0 4 15,1 1-2-15,-2 1 7 0,2 1-6 16,-1-1-1-16,-1 0 2 0,3 1-9 0,-3 0 4 16,-2 1-1-16,1-2 1 0,-2 2-3 0,-2-5 3 0,-1 5 1 15,-1-4 0-15,-2 2 3 0,0 0 5 0,-5-2-2 16,1 1 2-16,-4 0 1 0,-3 1-3 0,-4 0 5 15,-1-2-19-15,0 0-13 0,-3 0-21 16,1-3-34-16,5-1-36 0,0-1-40 0,-1-2-130 0,4-2-306 16,1 0 135-16</inkml:trace>
  <inkml:trace contextRef="#ctx0" brushRef="#br0" timeOffset="34144.61">26112 8486 9 0,'0'0'324'16,"8"-1"-26"-16,-8 1-27 0,5 0-28 0,-5 0-28 16,5-3-24-16,-5 3-21 0,0 0-27 0,0 0-35 15,0 0-22-15,0 0-16 0,0 0-3 0,-7 13-8 16,1-7-12-16,-3 4-24 0,-4 0-25 0,-3 4-12 15,-6 3-39-15,5-6-22 0,-6 6-38 0,8-6-45 16,-5-1-161-16,1-1-344 0,2-1 152 0</inkml:trace>
  <inkml:trace contextRef="#ctx0" brushRef="#br0" timeOffset="35194.24">26332 8160 197 0,'0'0'297'0,"3"-4"-11"0,-1 1-17 0,-2 3-9 16,0-6-28-16,0 6-25 0,2-3-24 0,-2 3-20 16,0 0-20-16,0 0-26 0,0 0-20 0,0 0-25 15,0 0-6-15,0 0-8 0,0 0-7 0,0 12-2 16,-1-8-9-16,1 4-4 0,-1-1-2 0,-3 0-2 15,2 5-5-15,-1-3-1 0,0 2-2 0,2-2-2 16,-1-3-1-16,0 0-3 0,2 1-3 0,0-2 0 16,-2 0 4-16,2 0 2 0,-2-2-4 0,2-3 2 15,-1 4 24-15,1 0 21 0,0-4 38 0,0 0 24 16,0 0-10-16,0 0-9 0,9-8-15 0,-2 0-16 0,1 1 3 16,3-5-14-16,2 0-9 0,0-2 15 0,2 1-26 15,1 0 0-15,-6 2-14 0,-1 4 1 16,0 0 1-16,-1 0-8 0,-3 4-5 0,-1-2-4 15,1 3-4-15,-3-1-6 0,-2 3-11 0,7-4-29 0,-7 4-4 16,0 0-2-16,0 0 0 0,6 7 7 0,-2-5-2 16,-4 5-1-16,0 1 8 0,3-1-6 0,-3 0 8 15,1 2 3-15,0 2 1 0,-1-4-1 16,0 3 5-16,2-3 4 0,-2-1 11 0,1-1-10 0,1-1 3 16,-2 0 3-16,3 0 11 0,-2-1 15 0,-1-3 6 15,7 0 2-15,-7 0 3 0,10-3-5 0,0-2 0 16,0 1-4-16,1-4 3 0,1 2-2 15,4-2-11-15,-1-2 3 0,0 1-3 0,0 0 2 0,-3 4 1 16,1-3-9-16,-2 4-6 0,2-1-12 0,0 0-12 16,-3 0-14-16,-1 0-17 0,1 4-21 0,-1-3-28 15,-2 4-38-15,0-1-42 0,2 2-32 0,-1-1-42 16,-2 4-256-16,1-4-555 0,0 1 245 0</inkml:trace>
  <inkml:trace contextRef="#ctx0" brushRef="#br0" timeOffset="35610.83">26962 8157 279 0,'2'-4'346'0,"-2"4"-14"0,3-5-15 16,-3 5-20-16,1-5-26 0,-1 5-34 0,0 0-26 15,0-3-26-15,0 3-21 0,0 0-15 0,0 0-34 16,0 0-22-16,0 0-9 0,0 0-10 0,2 11-7 16,-4-4-7-16,0 3-8 0,-1 1-2 0,-1 2-3 15,-1 3-7-15,0 0-2 0,2 0-8 0,-3-3-13 16,5-1-9-16,0-1-1 0,-2-1-4 0,4 0 2 16,-1-3-6-16,-1-2 2 0,4 2 1 0,-2-2 1 0,0-1 3 15,5 0 17-15,1-2-2 0,0-4 0 16,5 1 5-16,-1-3-7 0,2 1 1 0,5-3-6 15,-4 2 4-15,0 1-4 0,-5-1 0 0,3-1-1 16,-1 1-4-16,-6 2-4 0,-1 0-2 0,1 1 0 0,-1-2-4 16,2 2-6-16,-6 1-15 0,0 0 2 0,8 4-5 15,-4-1-1-15,-3 2-1 0,3 1 3 16,-4 5 1-16,0-1-1 0,0 3-16 0,0 4-19 16,0-2-22-16,-4 2-30 0,4 1-27 0,-4-2-28 0,3 0-33 15,1 4-41-15,-4-6-191 0,4-2-464 0,-1-4 205 16</inkml:trace>
  <inkml:trace contextRef="#ctx0" brushRef="#br0" timeOffset="35826.4">27410 8371 191 0,'0'0'292'0,"4"-2"-25"0,-4 2-28 15,0 0-29-15,0 0-22 0,0 0-27 0,0 0-20 16,0 0-17-16,3 7-13 0,-3-7-11 0,-5 14-14 16,1-4-3-16,-2 2-7 0,-2 2-14 0,0 2-27 15,-1 1-33-15,-5 4-28 0,4-4-31 0,-2-1-34 16,1-1-26-16,-1 0-51 0,-2 0-151 0,4-1-344 16,2-6 152-16</inkml:trace>
  <inkml:trace contextRef="#ctx0" brushRef="#br0" timeOffset="36143.42">27630 8262 163 0,'0'0'330'16,"0"0"-7"-16,0 0-22 0,0 0-30 0,0 0-26 15,0 0-25-15,0 0-21 0,5-10-46 0,0 8-43 16,2 0-49-16,3 0-50 0,1 1-55 0,3 1-58 15,7-3-56-15,-2 1-190 0,0-3-376 0,3 2 167 16</inkml:trace>
  <inkml:trace contextRef="#ctx0" brushRef="#br0" timeOffset="36374.39">28008 8247 28 0,'4'1'340'16,"-4"-1"-19"-16,0 0-17 0,0 0-33 0,14-5-20 15,-7 2-35-15,0 1-25 0,3-2-22 0,2 1-38 0,2 0-33 16,-1 0-36-16,6 1-37 0,1-1-36 0,-2-1-27 16,0 2-19-16,1 1-13 0,-1-1-16 0,-5 4-7 15,0-4-5-15,-3 2 10 0,-3 2 9 16,0-1 0-16,-1 0 9 0,0-1 8 0,-3 1 9 0,-3-1 5 16,7 2 18-16,-7-2-2 0,6 1 24 0,-6-1-9 15,0 0 5-15,0 0 10 0,6 1-8 0,-6-1 0 16,0 4-10-16,0-4-31 0,4 2-164 0,-4-2-230 15,9 0 101-15</inkml:trace>
  <inkml:trace contextRef="#ctx0" brushRef="#br0" timeOffset="36712.64">28676 8135 22 0,'7'1'82'0,"-2"-1"4"16,-1 3 7-16,-4-3 21 0,8 1 4 0,-8-1 11 16,8 0 6-16,-8 0 10 0,0 0 3 0,6 0-2 15,-6 0-10-15,0 0-11 0,0 0-17 0,0 0-30 16,7 0-26-16,-7 0-38 0,0 0-36 0,0 0-55 16,0 0-52-16,0 0-122 0,0 0-271 0,0 0 120 15</inkml:trace>
  <inkml:trace contextRef="#ctx0" brushRef="#br0" timeOffset="37610.5">29319 8075 176 0,'0'-9'297'0,"-1"0"-20"16,-3-1-22-16,0 2-27 0,-2-2-23 0,-2 4-24 0,-3-2-20 15,-6 4-13-15,-4 3-21 0,1-1-15 16,-9 6-10-16,0 4-15 0,-3 1-10 0,1 6-6 16,0-1-12-16,1 3-4 0,1 1-7 0,1 2-1 15,4 0-4-15,2 3-6 0,6-1-6 0,-1-1-2 16,3 1-1-16,9-5-1 0,1-2-6 0,3 1-1 0,-3-4 2 16,10-1 0-16,-2-2 5 0,1-2 6 0,3 0 16 15,1 0 8-15,5-4 13 0,0-4 0 16,3 1 14-16,2-2 4 0,-1-5 3 0,7 0-4 15,2-4-6-15,-9 3 5 0,1-2 2 0,2 0 6 0,-3 1-7 16,1-1 3-16,-5 2-3 0,1-1 2 0,-5 4-6 16,2 0-7-16,-6 1-5 0,1 0 4 0,-4 2-18 15,3 0-4-15,1-1-13 0,-4 1-22 16,-3 2-28-16,4-2-36 0,-4 2-21 0,9 3-10 16,-6-2-13-16,3 2-27 0,2 2-33 0,1 2-43 0,-1-1-58 15,6 5-69-15,-5-4-265 0,-1-1-632 0,2-1 281 16</inkml:trace>
  <inkml:trace contextRef="#ctx0" brushRef="#br0" timeOffset="37927.11">29600 8113 116 0,'7'-9'416'0,"0"1"-8"0,-1 2-24 0,-3 1-28 15,1 1-32-15,0 1-37 0,-1-1-38 0,-1 1-27 16,-2 3-33-16,8 0-35 0,-8 0-19 0,7 7-15 15,-3-2-20-15,0 4-15 0,1 0-9 0,-1 2-9 16,0 2-5-16,-2 2-9 0,1 3-5 0,-2-1-7 16,-2 2 0-16,1-2-5 0,-5-2-4 0,5-4-4 15,-2-2-1-15,0 2-4 0,2-4-3 0,-2-2 8 16,0 1-2-16,2-1 3 0,0-2 40 0,0 0 50 16,0-3 49-16,-1 6 35 0,1-6 21 0,0 0-11 15,0 0-22-15,0 0-17 0,5-13-21 0,-1 3-13 16,2-1-32-16,-1-5-27 0,3-1-36 0,1 0-27 15,5-6-26-15,-1 1-33 0,0 5-31 0,-2 1-23 16,3 1-38-16,-1 2-46 0,-1 3-44 0,-1 2-41 16,-1 2-40-16,3 3-41 0,0-1-28 0,-2 4-303 15,3 0-731-15,-5 3 324 0</inkml:trace>
  <inkml:trace contextRef="#ctx0" brushRef="#br0" timeOffset="38210.43">29907 8215 234 0,'-2'3'276'0,"2"-3"21"0,-2 3 20 0,2-3 11 16,0 0 10-16,0 0 0 0,-1 5-23 0,1-5 1 16,0 0-30-16,0 0-27 0,0 0-29 0,10-10-24 15,-3 7-26-15,0-4-16 0,5 0-14 0,-1 0-12 16,3-4-19-16,3-2-9 0,-2 2-10 0,3-3-6 16,-2 1-15-16,0 1-9 0,-3 1-8 0,0-1 7 15,-6 2 2-15,0 3 1 0,-1-1 2 0,-1 3 0 16,0-2-1-16,-1 3-13 0,-3 1-10 0,-1-1-13 15,-5 1-10-15,-1 1-9 0,-6 2-9 0,1 2 1 16,-8 1-5-16,0 4-3 0,-4 5-3 0,3 0-3 16,0 5-28-16,-2-2-12 0,8 0-19 0,4 1-8 15,0 8 1-15,3 3-6 0,11-1 0 0,10-4-43 16,8 2-45-16,7-3-80 0,26 2-146 0,5-4-328 16,31-6-776-16,-23-8 343 0</inkml:trace>
  <inkml:trace contextRef="#ctx0" brushRef="#br0" timeOffset="39501.37">31173 8158 264 0,'0'-5'259'15,"0"1"-11"-15,0 4-20 0,-1-9-20 16,-3 5-23-16,2 0-40 0,-6 1-13 0,2 2-17 0,-5-3-13 15,-1 2-12-15,-1 2-12 0,-5-2-4 0,0 2-6 16,-1 2-12-16,0 1-6 0,-2 1-7 0,2 0-7 16,1 3-2-16,-1-1-5 0,0 1-4 0,4 1-5 15,-2 1 2-15,7-1-7 0,1 1-3 16,-1 0 1-16,2 1-4 0,2-1 5 0,3 1-1 16,-1-1-1-16,4-1 0 0,1-2-1 0,3 3 5 0,5-2-8 15,-2-3 9-15,5 2 7 0,1-5 7 0,6 0 9 16,2-2 15-16,-1 0 6 0,7-8 16 0,-8 4 11 15,7-7 4-15,-8 1 5 0,2-5 4 16,2-3-9-16,-4-2-2 0,0-4-8 0,-2-3-7 0,0-2-7 16,0-1-5-16,-2-13-4 0,-1 10-3 0,-4-1 11 15,0 0 8-15,-3 7 11 0,1 5 11 0,-5 3 5 16,2 4 14-16,-4 5-6 0,4 2-10 0,-4 0-9 16,1 3-4-16,-1 2-27 0,1-1-41 0,-1 1-28 15,0 4-38-15,0 0-2 0,0 0 2 16,-12 12 9-16,5-1-2 0,-3 4 6 0,-4 10 8 0,3 2-18 15,-1 1-2-15,3 2-2 0,1 1-4 0,3-3 3 16,1 4 0-16,4-1 0 0,2-3 5 0,4-3 5 16,-1-1 0-16,4-6 3 0,0-2 6 0,0-2 2 15,0 1 7-15,1-7 4 0,-1-2 7 16,0 0 14-16,0-2 15 0,4-1 17 0,-3-3 20 0,3-1 4 16,-2-3-3-16,1-1 11 0,4-3 7 0,-1-3-10 15,-1 0 3-15,0-2-3 0,0 1 3 0,-1-3 3 16,-6 6 7-16,3-1-1 0,-6 1 9 0,1 0 17 15,1 2-2-15,2 3-6 0,-4-1-11 16,-3 1-13-16,3 1-12 0,-1 0-12 0,-3 3-30 0,4-4-27 16,-4 4-33-16,0 0-37 0,0 0 11 0,0 0 5 15,2 10 9-15,-3-4 6 0,1 4-1 0,-4 0 11 16,3-1-2-16,-2 3-4 0,-1-2-12 0,4 2-12 16,-1-1-13-16,1 2-10 0,0-4-16 0,-4-1-11 15,4 1-17-15,0-1-20 0,-1-3-20 0,-3 0-21 16,4 0-5-16,-1-2 7 0,1-3-56 0,0 0-279 15,0 0-574-15,0 0 254 0</inkml:trace>
  <inkml:trace contextRef="#ctx0" brushRef="#br0" timeOffset="39636.43">31439 7892 248 0,'4'-10'297'16,"-3"2"-9"-16,3 2-17 0,-4-2-22 0,0 4-28 15,3 1-30-15,-2-1-33 0,-1 4-51 0,0-5-55 16,0 5-26-16,0 0-23 0,0 0-32 0,8 14-48 15,-6-9-50-15,2 7-186 0,-4-2-340 0,1-3 151 16</inkml:trace>
  <inkml:trace contextRef="#ctx0" brushRef="#br0" timeOffset="39993.71">31659 7982 11 0,'0'0'340'0,"0"0"-24"0,0 0-25 15,0 0-28-15,0 0-31 0,0-4-24 0,0 4-27 16,0 0-19-16,0 0-28 0,0 0-28 0,0 0-24 16,0 0-7-16,0 0-10 0,0 11-9 0,-4-9-5 15,3 4-3-15,-2 0-9 0,-1 1-3 0,-2 1-4 0,2 2-2 16,-1-1-7-16,1 3-2 0,-1 0-5 0,1-2 1 15,-1 2-3-15,4 0 0 0,1 0 0 0,0-1-1 16,6 0-3-16,-2 1 0 0,1 4-3 16,3-5 2-16,3 2-1 0,-4-2-1 0,-1-2 1 15,-1-2-5-15,3 4 4 0,-2-4-4 0,-2-2-10 16,-1-1-12-16,-1 1-2 0,0 0-3 0,-1-2-2 0,-1 2-2 16,0 0 1-16,-5 0 1 0,-2-1-2 0,-3-1-10 15,1 1-20-15,-10-2-35 0,6 1-35 16,-1-3-58-16,2 0-190 0,-6-3-407 0,4 1 180 15</inkml:trace>
  <inkml:trace contextRef="#ctx0" brushRef="#br0" timeOffset="40643.43">32026 7827 166 0,'2'-9'384'0,"2"2"-3"0,-4-1-17 0,0 4-19 0,2 0-40 16,-1-2-37-16,-1 3-38 0,0 3-17 15,2-5-69-15,-2 5-37 0,0 0-13 0,0 0-10 16,0 14-6-16,-2-3-9 0,1 7-6 0,-1 1-11 16,-4 12 1-16,1-2-10 0,-3 3-3 0,-3 1-4 15,5-2-2-15,-3 2-2 0,1-2-5 0,0-1 5 16,3-1 2-16,0-2-16 0,-1-8-1 0,3 0 0 15,-1-2-3-15,1-3 0 0,1-4-1 0,-1-4 2 16,3 2-10-16,-1-3 10 0,0 0-1 0,-1 0 2 16,2-1 22-16,-2-2 17 0,2-2 19 0,-3 2 0 15,3-2-17-15,0 0 1 0,-14-4-3 0,4 0-9 16,-2-3-6-16,2 0-3 0,0-1-15 0,-2 2 12 16,-3-3-8-16,4 3-4 0,1 0 3 0,2 2-2 15,1 1-3-15,2-1-4 0,1 2 7 0,2-2-4 16,-2 2 2-16,4 2-17 0,0-7-31 0,6 4-16 15,3-1-11-15,2 1 0 0,6-4-7 0,10 3-5 16,1 0-9-16,3 0 2 0,0 2-4 0,-1-2 3 16,2 3 3-16,0-2 8 0,-11 0 2 0,4-1 10 15,-4 3 6-15,-5-4 6 0,-3 3 22 0,-1 0 30 16,-1 0 22-16,-4 0 27 0,-1 0 22 0,-1 1 26 16,1 0 8-16,-6 1 11 0,7-4-7 0,-7 4-11 15,6-1-4-15,-6 1-10 0,4-2-14 0,-4 2-13 16,0 0-8-16,0 0-17 0,0 0-23 0,0 0-10 15,0 0-28-15,0 0-5 0,8 4 2 0,-9 0-6 16,1-4 0-16,-2 9 9 0,0-5 4 0,0 4 1 16,1 0-4-16,1 2 7 0,0 0 2 0,-2-1-1 15,3-4 1-15,-2 7-14 0,-1-3-2 0,0-1-42 16,2-3-15-16,0 2 1 0,0-2-18 0,-2-1 2 16,2-1-9-16,-1 2 8 0,1-5 2 0,-1 5 15 15,1-5 8-15,0 3 8 0,0-3 12 0,0 0-3 16,0 0-42-16,0 0-60 0,0 0-61 0,-5-20-48 15,2 8-233-15,-1-3-539 0,3-4 238 0</inkml:trace>
  <inkml:trace contextRef="#ctx0" brushRef="#br0" timeOffset="40774.41">32263 7925 296 0,'4'-8'334'0,"-2"2"8"0,0 1 15 0,-2-2-3 16,1 4-17-16,3-1-20 0,0 1-35 0,-4-1-28 15,5 1-22-15,-5 3-30 0,1-4-22 0,-1 4-30 16,0 0-43-16,0 0-50 0,0 0-55 0,4-3-31 15,-4 3-26-15,0 0-41 0,5 10-41 0,-1-6-47 16,-2 1-56-16,0 1-271 0,-1 0-553 0,-1-1 245 16</inkml:trace>
  <inkml:trace contextRef="#ctx0" brushRef="#br0" timeOffset="41159.9">32393 8015 314 0,'0'0'319'15,"-4"3"-35"-15,4-3-33 0,0 0-24 0,0 0-34 16,0 4-23-16,0-4-15 0,0 6-15 0,-2 1-17 16,1-2-11-16,0 2-10 0,-2-1-10 0,2 5-3 15,-2 0-14-15,1-2-9 0,-2 2-6 0,3 1-8 16,-3-5-2-16,0 3-7 0,4-4-4 0,-2 0-4 15,-1-1-2-15,3 1-2 0,0-2 8 0,-1 1-2 16,1-5 15-16,-3 4 19 0,3-4 22 0,0 4 43 16,0-4 23-16,0 0 11 0,0 0-18 0,0 0-14 15,0 0-17-15,9-11-11 0,0 4-13 0,-3 1-12 16,-1 1-7-16,1 1-6 0,-2-1-9 0,1 3-5 16,-1-2-8-16,-2 2-8 0,3-1-1 0,-5 3-11 15,3-3-2-15,-3 3-8 0,3-2-3 0,-3 2-24 16,4-3-38-16,-4 3-43 0,0 0-30 0,0 0-31 15,12 4-36-15,-7-3-47 0,1 2-48 0,3 1-61 16,-2-1-255-16,-1 1-643 0,4-1 284 0</inkml:trace>
  <inkml:trace contextRef="#ctx0" brushRef="#br0" timeOffset="41701.37">32656 8129 31 0,'0'0'337'0,"0"0"-22"0,0 0-24 0,0 0-31 16,0 0-26-16,0 0-18 0,0 0-34 0,0 0-21 16,0 0-28-16,0 0-18 0,0 0-17 0,0 0-16 15,13 0-7-15,-6-1-12 0,3-1-13 0,-3 1-7 16,3-2-8-16,1 1-1 0,-3 0-6 0,2-1-1 16,3 1-2-16,-4-3 0 0,-1-1 27 0,2 1 8 15,-1 0-3-15,-4-1 6 0,0 2 11 0,0 0 4 16,0-1 6-16,-1 1 3 0,-1 0-1 0,-1 2-6 15,0-3-15-15,-2 5-5 0,1-2-8 0,-1 2-13 16,0 0-10-16,0 0-9 0,-9-4-7 0,-1 4-6 16,1 2-5-16,-3 2 2 0,1 1-2 0,-2 1-2 15,0 0 1-15,-3 2-1 0,5 2-1 0,-5 0-5 16,7 0 5-16,-1-1 0 0,1 1 1 0,2-1-5 16,3 1 1-16,-1 0 2 0,3 1 1 0,2-1 10 15,2 2-4-15,1-4 0 0,3 1 2 16,3-1-2-16,0-1 2 0,8 0-3 0,1-3 5 0,1-1-2 15,-19-3-1-15,38 2 1 0,-38-2 3 0,40-7 3 16,-25 1 23-16,3-2 1 0,-3 0 11 0,2-6 1 16,3-3-4-16,-7-5 0 0,1-2 3 0,-1-2-2 15,-3-6 7-15,0 0-1 0,6-14-3 16,-7 14 5-16,2-1 17 0,-3 6 14 0,-3 1 19 16,-1 6 10-16,-3 5 6 0,-1 15 2 0,6-20-8 0,-6 20-13 15,3-14-19-15,-3 14-32 0,0 0-42 0,0 0-44 16,0 0-14-16,0 0 8 0,0 0 4 0,0 0-17 15,0 0 22-15,-31 48 3 0,20-19 2 16,-2-2 7-16,-1 5-27 0,5-3-14 0,1 1-17 16,-2 1-8-16,5-4-10 0,-1 0-14 0,1-3-9 15,1-5-12-15,4-4-21 0,0-15-21 0,-4 26-26 0,4-26-22 16,-3 20-26-16,3-20-28 0,0 0-248 0,0 0-567 16,0 0 252-16</inkml:trace>
  <inkml:trace contextRef="#ctx0" brushRef="#br0" timeOffset="41946.28">32947 7961 304 0,'0'0'348'16,"0"0"-20"-16,0 0-13 0,0 0-16 0,0 0-24 16,0 0-5-16,0 0-37 0,0 0-9 0,0 0-23 15,0 0-12-15,32-15-25 0,-32 15-14 0,65-1-23 16,-14 1-24-16,-10-2 2 0,-4 2-4 0,3-1-16 15,-8-1-6-15,-3 2-8 0,-29 0-7 0,42-5-17 16,-42 5-17-16,23-3 17 0,-23 3 1 0,0 0-17 16,0 0 5-16,27-1-31 0,-27 1-20 0,0 0-20 15,0 0-34-15,0 0-40 0,0 0-52 0,0 0-63 16,0 0-91-16,0 0-244 0,0 0-605 0,0 0 268 16</inkml:trace>
  <inkml:trace contextRef="#ctx0" brushRef="#br0" timeOffset="49458.36">8625 10794 8 0,'0'0'208'0,"0"0"-14"0,-3-4-11 16,3 4-11-16,0 0-8 0,-1-5-9 0,1 5-12 16,0 0-5-16,0 0-14 0,0 0-14 0,0 0-14 15,0 0-9-15,0 0-8 0,0 0-15 0,0 0-12 16,0 0-1-16,0 0-7 0,0 0-5 0,4 12-2 15,-3-6-6-15,3 5-6 0,0 1-5 0,2 2-6 16,-2 2 1-16,2 2 2 0,2-1-4 0,0 1-4 16,2-1 3-16,-1 0-5 0,0 0 5 0,1-3-2 15,-1-2-3-15,-3-3 2 0,0 1 2 0,-1-4-2 16,-2 0-2-16,3 0 4 0,-3-1 15 0,1-3 15 0,0-3 7 16,-4 1 6-16,11-7 3 0,-4-1-2 0,-1-3 1 15,5-6 1-15,-1 3 5 0,-3-6 1 16,1 2 5-16,1-2 0 0,-3-2-4 0,0 4-4 15,-3 0 3-15,4 2 3 0,-5 0-2 0,1 4-1 0,2 3-4 16,-4 0-5-16,0 4-2 0,-1-1-17 0,3 1-3 16,-3 1-29-16,4 2-30 0,-4 2-10 0,0 0 3 15,0 0 5-15,0 21 3 0,0-4-3 16,-3 9 7-16,2 6 1 0,1 18 2 0,-4 1-1 0,-2 3 5 16,2 2 1-16,0 0 3 0,3 2-1 0,-2-3 5 15,2 2 2-15,1 0-1 0,4 0 5 0,1 0-2 16,0 0 1-16,4-4 0 0,0-2 3 0,-4-3-1 15,3-1-3-15,1-11 5 0,-4-3 0 0,0-1-2 16,-1-1-1-16,0-2 3 0,-3-4-1 0,3-6-3 16,-3 2 2-16,-2-4-3 0,-3-1-3 0,3-2 3 15,0 2-3-15,-2-6 9 0,-1 1-8 0,3 0 2 16,-3-1-3-16,0-2 3 0,-4 1-2 0,5-2 4 16,-5 0-2-16,4-1-1 0,-1-1 11 0,-3 0-2 15,-1 0-6-15,3 1 1 0,-2-2 4 0,1-3-2 16,-1 2 7-16,2 0 7 0,-1-1 9 0,-1 0 7 15,1-2 7-15,-1 0 2 0,2-2-1 0,-3-3 20 16,-3 1-4-16,2-4 1 0,1 0 6 0,-4-4-1 16,3-5 18-16,-1-7-9 0,-3-2-4 0,6-8-6 15,0-14-13-15,2-4-4 0,6-4-6 0,6-2-9 16,10-27 0-16,-1 25-8 0,12-17-1 0,-2 24 2 16,6 0 3-16,1 1-2 0,1 3-7 0,0 4-4 15,2 6 7-15,-15 10 7 0,3 1-12 0,-2 1 6 16,-3 0 0-16,2 4-1 0,-2 1-1 0,-3 2 1 15,-2 5 9-15,-7 4-15 0,2 2 0 0,0-2-2 16,-3 6-8-16,0-2 2 0,0 2 3 0,-1 3-21 16,0-3-23-16,-3 3-35 0,-1 2-37 0,4-3-18 15,-4 3 2-15,0 0-3 0,0 11-11 0,0-5-19 16,-1 5-10-16,-2 2-31 0,-2-1-29 0,4 5-41 16,-3-2-211-16,-1 1-518 0,0-4 229 0</inkml:trace>
  <inkml:trace contextRef="#ctx0" brushRef="#br0" timeOffset="52058.38">9697 11093 11 0,'-6'0'75'0,"6"0"-9"15,-3 3 3-15,3-3-7 0,-6 1 5 0,6-1-9 16,0 0-2-16,-6 1 3 0,6-1 0 0,0 0 6 16,0 0-9-16,0 0 10 0,-3 3 1 0,3-3-3 15,0 0-4-15,0 0-5 0,0 0-8 0,0 0-10 16,22-3-8-16,-5 1 15 0,14-1-17 0,0 0 2 16,3 1-3-16,5-3-2 0,15 0-6 0,-14 2-2 15,11-5 3-15,-12 8 10 0,-3-3-11 0,0 0 2 16,-2 1-10-16,-5 0 6 0,-10 1-9 0,-1-3 3 15,-3 3 4-15,-4 1-7 0,-5-1-2 0,3 1 1 16,-2 0-4-16,-7 0 6 0,7 0-8 0,-7 0-9 16,0 0-12-16,0 0-16 0,-15 9-11 0,4-8-24 0,0 3-17 15,-2-1-113-15,-5 1-217 0,8-2 96 16</inkml:trace>
  <inkml:trace contextRef="#ctx0" brushRef="#br0" timeOffset="52508.8">9839 11281 95 0,'0'0'132'16,"0"0"-4"-16,0 0-9 0,-8 1-6 0,8-1-2 15,0 0-8-15,0 0-9 0,0 0-12 0,0 0 2 16,0 0-2-16,26-5-12 0,-7 4 3 0,10-3-11 16,2 1-8-16,6-1-6 0,0-1 9 0,0 0-10 15,1 2 1-15,-3-2-3 0,-3 1 3 0,-1 1-2 16,-11 1 1-16,-1-1-2 0,-1 1 9 0,-5-1 3 16,-3 2-4-16,-2 1-5 0,-1-3-4 0,0 3-2 15,-2 0-7-15,-5 0-2 0,6-1-10 0,-6 1-21 16,7-2-31-16,-7 2-26 0,0 0-30 0,0 0-22 15,0 0-30-15,0 0-166 0,-9 10-326 0,5-9 144 16</inkml:trace>
  <inkml:trace contextRef="#ctx0" brushRef="#br0" timeOffset="54024.5">11662 10845 154 0,'0'0'152'16,"0"0"-15"-16,-4-2-12 0,4 2-9 0,0 0-16 15,0 0-6-15,-3-3-9 0,3 3-9 0,0 0-6 16,0 0-11-16,0 0-4 0,0 0-8 0,-6-1-3 16,6 1-5-16,0 0-6 0,0 0-1 0,0 0-6 15,0 0-3-15,0 0-4 0,0 0-5 0,0 0 0 16,0 0-2-16,0 0-2 0,0 0 3 0,0 0-3 15,0 0 2-15,0 0-1 0,0 0 0 0,0 0 0 16,0 0-2-16,0 0 1 0,17 4 2 0,-5-5-5 16,-1-2 2-16,3 0 0 0,0-2-4 0,4-2-1 0,-5 5 6 15,0-3 10-15,-1-1 8 0,-1 0 9 16,1 1 13-16,-1-2 19 0,-2 3 11 0,-3-2 7 16,0 1 5-16,-1 0 8 0,1 1 1 0,-3 2-6 15,-1-1-7-15,0-1-11 0,-2-1-8 0,0 5-7 0,-2-6-15 16,-3 4-11-16,5 2-3 0,-19 0-3 0,0 4-7 15,-1 0-3-15,-8 5-3 0,-1 3-1 16,-6 5-3-16,3 0 0 0,0 2-11 0,-9 8-4 0,-2 2 1 16,15-4-1-16,-12 8-2 0,6 0 1 0,8-4-1 15,3-2-2-15,3 2 0 0,0-1-1 0,7 0 0 16,4-2 3-16,2-1 2 0,4-8 3 0,6 0-3 16,2 0 6-16,6-1 0 0,9 4-1 0,5-6 3 15,7-3-2-15,4-5 4 0,18 1-5 0,-3-3-10 16,0-3-22-16,-13-1-23 0,11-1-43 0,-12-2-26 15,1-2-42-15,-3 0-60 0,-3-3-157 0,-5 1-411 16,-7 1 182-16</inkml:trace>
  <inkml:trace contextRef="#ctx0" brushRef="#br0" timeOffset="54457.71">11966 11165 130 0,'-1'-4'278'0,"0"0"3"0,0 0-20 16,-2-2-13-16,3 4-13 0,-1-3-14 0,1 5-17 15,0-4-21-15,0 4-21 0,-3-4-21 0,3 4-15 16,0 0-17-16,0 0-21 0,0 0-27 0,0 0-8 16,0 0-8-16,0 0-6 0,-1 16-3 0,0-3-4 15,-2 4-8-15,2 1 2 0,-3 3 1 0,-1 2-11 16,1 2 2-16,0 3-3 0,2-2-6 0,-2 1 4 16,1-1-3-16,2 0 0 0,-2-1-1 0,3-5 0 15,-1-1-1-15,1-1 0 0,0-5 0 0,0-2 2 16,0-1-4-16,0-1-1 0,0-1 0 0,0-3 2 15,0 2-2-15,0-3 5 0,0 0 1 0,0 0 8 16,0-1 6-16,0-3 5 0,0 5-1 0,0-5 2 16,0 0-3-16,0 0-2 0,0 4-4 0,0-4 2 15,0 0-10-15,0 0-28 0,0 0-38 0,0 0-52 16,0 0-47-16,0 0-53 0,12-15-52 0,-10 9-190 16,1-1-481-16,3-1 214 0</inkml:trace>
  <inkml:trace contextRef="#ctx0" brushRef="#br0" timeOffset="55041.04">12472 11197 163 0,'0'0'183'0,"0"0"-16"0,-7 0-16 0,7 0-13 0,0 0-18 16,0 0-14-16,0 0-8 0,0 0-5 0,0 0-14 16,0 0-1-16,0 0-12 0,0 0-4 0,0 0 5 15,0 0-6-15,0 0-7 0,0 0-5 16,0 0-3-16,18-10-4 0,-4 6-5 0,1-1-1 0,4-2-9 16,-1-1 1-16,1-2-3 0,8-3 0 0,-10 3-4 15,8-5-2-15,-2 1-5 0,3-3 6 0,-5 0 4 16,-4 1 8-16,1-2-4 0,-4 3 7 0,5-6-2 15,-10 6 1-15,5 0 5 0,-5 0 6 0,-1 2 3 16,-4 0 0-16,-3 4-1 0,-1-2-1 0,0 2-6 16,-1 2 1-16,-2-3-13 0,-3 8-1 0,-3-5-6 15,-4 4-1-15,-5 6-6 0,-9 1 1 0,-3 6-5 16,0 2-1-16,0 5-4 0,0 2-3 0,1 3 2 16,-1 1-7-16,5 5 5 0,-1-1-3 0,2 4-2 15,5-2 3-15,2 1-2 0,3 0 0 0,5-3-1 16,6-3 5-16,3-2-2 0,3-5 4 0,6 0 0 15,5-2 6-15,11 2-1 0,5-4 2 0,3-5 2 16,7 0-3-16,14-5-20 0,-2-2-42 0,-1-2-51 16,2-5-66-16,-16 2-246 0,0-3-449 0,-2-3 199 15</inkml:trace>
  <inkml:trace contextRef="#ctx0" brushRef="#br0" timeOffset="55908.7">13096 10546 71 0,'0'-4'207'0,"1"1"-5"16,3-3-1-16,-3 4-14 0,1-2-8 0,-2 4-13 15,2-3-19-15,-2 3-16 0,1-5-15 0,-1 5-16 16,0 0-11-16,0 0-11 0,0 0-8 0,0 0-8 16,6 9-9-16,-5-2 0 0,-2 4-8 0,-1 1-4 15,4 4-7-15,-6 2-3 0,2 0-2 0,0 1-3 16,-3 7-1-16,-1-3-3 0,0-5-3 0,1 0 0 16,1-2-3-16,-1 1 1 0,3-7-1 0,-1 0-3 15,1-3 2-15,0-1-3 0,1 0 3 0,0-2 9 16,0 0 32-16,1 0 38 0,0-4 43 0,0 0-22 0,0 0-13 15,0 0-13-15,16-15-6 0,-7 5-9 16,4-2-7-16,0-3-2 0,-1-1-1 0,6-3-16 16,0 0-9-16,0-1-2 0,-4 5-4 0,-1 1-4 15,-3 1-1-15,-1 5-6 0,0 0-3 0,-4 4-1 0,-1-1-1 16,1 1-7-16,0 0-6 0,-1 1-8 0,-2-1-13 16,-2 4-4-16,0 0 6 0,10 7 6 0,-9-3-9 15,0 2 5-15,-1 1 3 0,3 2 9 16,-2 2-13-16,-1 0 1 0,-3 4 2 0,5-1 9 0,-5-2-11 15,2 0 0-15,0 0 1 0,-1-4-2 0,1 1 2 16,1-6 3-16,0 2 2 0,0 1 1 0,0-3 14 16,0-3 12-16,0 3 8 0,0-3 2 0,0 0 5 15,0 0-12-15,9-10-3 0,-2 2-3 0,0-3-1 16,4 1 7-16,-1 0-12 0,0 1 0 0,0-6 1 16,2 2-3-16,-2 2-2 0,-1 1-4 0,-2 1 0 15,2 1 2-15,0 2-4 0,-4 1-1 0,-1 0-2 16,1 3-2-16,0-1-15 0,0 1-7 0,0 2-13 15,-5 0-17-15,13 2-21 0,-4 2-24 0,0 1-35 16,-4 1-42-16,3 3-36 0,-2-2-44 0,1 0-196 16,-5 0-490-16,-1-1 217 0</inkml:trace>
  <inkml:trace contextRef="#ctx0" brushRef="#br0" timeOffset="56324.39">13607 10495 153 0,'4'-5'255'16,"1"0"-22"-16,-2 0-20 0,0 1-21 0,1 0-22 15,0 1-17-15,0 2-17 0,-4 1-17 0,10-1-12 16,-1 3-13-16,-4 1-9 0,2 1-10 0,-2 1-9 16,4 4-6-16,-3 1-9 0,-1 0 0 0,-1 2-4 15,-1-1-13-15,0 6 0 0,-3-2-3 0,0 0-3 16,-1 2-4-16,-4-4-3 0,4 0-1 0,-3 3 1 15,0-7-3-15,3-2-4 0,-2 2 2 0,3-4-1 16,-1 0-3-16,-3 0 3 0,4-1 4 0,0-1 22 16,0-3 30-16,-5 6 33 0,5-6 18 0,0 0-12 15,0 0-11-15,0 0-14 0,19-16-9 0,-9 7-2 16,4-3-11-16,4-8-10 0,4 2-8 0,0-2-6 0,-2 2-4 16,3-1-8-16,-4-1-2 0,3 2 1 0,-13 6-7 15,0 4-4-15,0-1 1 0,0 4-2 16,-4 0-7-16,-1 0-8 0,0 3-21 0,-3 0-12 15,-1 2 2-15,0 0 4 0,0 11 3 0,-4-2-2 0,-2 7 5 16,-1 0 2-16,-3 7-2 0,1-4 2 0,3 9 5 16,-1-1 3-16,6 1-3 0,1-2-2 0,5-2-11 15,3 4-14-15,1-5-27 0,6-1-52 16,7-3-71-16,1-2-306 0,5-5-539 0,1-3 239 0</inkml:trace>
  <inkml:trace contextRef="#ctx0" brushRef="#br0" timeOffset="56794.39">14235 11072 46 0,'0'0'243'16,"0"0"-6"-16,0 0-6 0,0 0-11 0,0 0-6 16,0 0-26-16,0 0-15 0,0 0-20 0,0 0-14 15,22-8-13-15,-3 4-16 0,2-4-12 0,7 3-10 16,5 0-7-16,2-4-10 0,1 4-6 0,3-4-8 15,-3 2-18-15,1 0-14 0,-2-3-16 0,-3 4-18 16,-3 2-19-16,-9-2-23 0,-1 3-21 0,-7-1-21 16,-3 0-32-16,-4 0-30 0,-1 0-192 0,-4 1-376 15,0 3 167-15</inkml:trace>
  <inkml:trace contextRef="#ctx0" brushRef="#br0" timeOffset="57004.39">14421 10917 202 0,'0'0'285'0,"-1"-3"-2"0,1 3-3 15,-1-5-14-15,1 5-20 0,0 0-24 0,-2-4-29 16,2 4-21-16,0 0-24 0,0 0-16 0,0 0-22 16,0 0-9-16,3 14-15 0,-2-2-8 0,0 5-10 15,5 7-7-15,-3 3-7 0,6 3-12 0,-5 0-18 16,2 0-32-16,2 0-51 0,0-2-62 0,-2-1-71 15,1-1-254-15,-5-9-483 0,2-5 214 0</inkml:trace>
  <inkml:trace contextRef="#ctx0" brushRef="#br0" timeOffset="58024.39">15290 10826 81 0,'0'0'155'0,"0"0"-9"0,0 0-13 0,0 0-15 15,0 0-12-15,0 0-8 0,0 0-14 0,-5-2-10 16,5 2-6-16,0 0-7 0,0 0-9 0,0 0 0 16,0 0-8-16,0 0-3 0,0 0-3 0,0 0-1 0,0 0-4 15,15-2-2-15,-4 2-3 0,1-3-3 16,1 2-4-16,6-2-4 0,-1-1 4 0,0 0-6 16,1 2-1-16,-1-3-3 0,1-2 1 0,-1 3-1 15,0-1 0-15,-3-3-5 0,-3 3 2 0,-3 2 7 0,1-1 13 16,-4 0 1-16,-1 1 1 0,-1 1-5 0,0-2-5 15,-4 4-3-15,0 0 0 0,0 0-5 16,0 0 1-16,-34 10-5 0,13-3 0 0,-8 6 1 0,-2 2-7 16,-2 3 1-16,-8 7 1 0,8-3-2 0,2 0-8 15,-7 9 5-15,1 2-3 0,11-8-2 0,3 0 2 16,1 1-4-16,7 1 8 0,4-1 2 0,0 1-5 16,6-2 4-16,5-6-5 0,4 2-2 0,3-3 12 15,4-2 5-15,9 4 1 0,-2-9 4 0,14 2-2 16,4-2 8-16,2-4-8 0,13-2 3 0,2 1-14 15,-3-2-26-15,-14-4-29 0,2-3-39 0,-6 0-47 16,-3-1-140-16,-11 2-301 0,-4-2 133 0</inkml:trace>
  <inkml:trace contextRef="#ctx0" brushRef="#br0" timeOffset="58591.46">15615 11218 50 0,'0'0'214'16,"-8"-1"-11"-16,8 1-14 0,0 0-14 0,-4 0-17 16,4 0-22-16,0 0-14 0,0 0-12 0,0 0-13 15,18-3-10-15,-18 3-11 0,17 0-7 0,-5 3-6 16,0-3-8-16,-1 2-5 0,2 5-13 0,-1-4-1 16,2 2 2-16,-4 1-11 0,0 1 1 0,0 1-4 15,-2 1-9-15,-2 2-5 0,0 0-4 0,-4 1-2 16,-1 3 0-16,-2-3-4 0,-7 5 4 0,-1 1 1 15,-7 1-2-15,-3 0 2 0,-3 0-2 0,-1-2-6 16,-1-3 8-16,-2 2-2 0,4-5-3 0,2-1 2 16,0-2 3-16,2 0-4 0,0 0 1 0,1 0 4 15,4-4-4-15,3 1 0 0,0 0 2 0,1-2-2 16,3-2 3-16,0 2 9 0,3 1 2 0,-3-3 5 0,4 2 3 16,2-3 6-16,0 0 11 0,0 0 1 0,14 1 4 15,4-2-3-15,4-2-1 0,8-1-5 16,7 0-1-16,-1 0 4 0,4 2-4 0,12-4 2 15,-15 3-8-15,-2 1-3 0,-2 1-2 0,-4 1-2 0,1-3-4 16,-11 3-1-16,-1-2-1 0,-7 2-7 0,0-1 5 16,-4 1-1-16,-2-2 0 0,-5 2 3 0,12 2 0 15,-8-4 1-15,-1 0-3 0,-3 2-8 16,6-2-9-16,-6 2-23 0,0 0-27 0,0 0-38 16,0 0-40-16,0 0-40 0,-26 0-45 0,15 2-160 0,1-2-405 15,10 0 179-15</inkml:trace>
  <inkml:trace contextRef="#ctx0" brushRef="#br0" timeOffset="59074.39">16273 11209 133 0,'0'0'164'16,"0"0"-14"-16,0 0-13 0,0 0-9 0,0 0-18 15,0 0-4-15,0 0-12 0,0 0-7 0,0 0-4 16,0 0-6-16,23-1-8 0,-13-3-8 0,4 1-5 15,4-1-8-15,0 0 0 0,2-2-5 0,7-1-2 16,1-1-5-16,0-2-1 0,-1-4-2 0,1 6-4 16,-4-5 5-16,1 0-1 0,-9 1 1 0,1 0-2 15,-3-2 13-15,1 0-1 0,-6-1 6 0,-1 0 2 16,-3 1 2-16,-4 2-2 0,3 0-4 0,-9 3-7 16,0-2-4-16,-4 1-2 0,-1 3-9 0,-8-2-3 15,-4 4-5-15,-7 5-1 0,-2 0-10 0,-2 5 6 16,-3 4-8-16,4 2 0 0,0 0-3 0,3 6 0 15,1 1 1-15,4 3 0 0,3 4-6 0,3-2 0 16,5 1-1-16,3 4 5 0,6-2-2 0,8-1 1 16,10 1 6-16,4-3 5 0,12-1-4 0,18 3 0 15,8-6 1-15,7-2-34 0,25-5-53 0,-23-6-87 16,-1-3-208-16,-1-6-405 0,1-4 180 0</inkml:trace>
  <inkml:trace contextRef="#ctx0" brushRef="#br0" timeOffset="60142.54">16712 10689 151 0,'0'0'161'0,"0"0"-17"16,-6-3-15-16,6 3-13 0,0 0-10 0,0 0-14 15,0 0-10-15,0 0-6 0,0 0-7 0,0 0-11 16,-4-1-2-16,4 1-7 0,0 0-7 0,0 0-4 16,0 0-8-16,0 0 3 0,0 0-8 0,0 0 1 0,0 0-6 15,0 0 2-15,0 0-4 0,0 0-2 16,0 0-2-16,0 0-1 0,0 0-1 0,0 0 0 15,0 0-1-15,0 0 1 0,0 0-2 0,0 0 4 16,0 0 1-16,0 0 16 0,0 0 0 0,27-2 7 0,-16 1-6 16,11 0-6-16,5-2 8 0,6-1-11 15,3 2 3-15,2-1-2 0,16-1-2 0,-4-1-4 16,-12 0-2-16,0 3-3 0,-2 1-4 0,-1-1 0 0,-6 2 0 16,-6-2-10-16,-4 1 8 0,-1-1-1 0,-6 2-8 15,-5 0 6-15,2 0-2 0,-4 0-8 0,1-1 1 16,-6 1-17-16,0 0-16 0,0 0-6 15,0 0-25-15,0 0-16 0,-27 6-31 0,18-5-30 0,-4 0-107 16,1 0-275-16,3-1 122 0</inkml:trace>
  <inkml:trace contextRef="#ctx0" brushRef="#br0" timeOffset="60789.39">17530 10503 116 0,'0'-1'250'0,"5"-3"-11"0,-5 4-19 16,1-5-18-16,2 2-19 0,-3 3-19 0,0 0-21 15,4-4-15-15,-4 4-19 0,0 0-11 0,0 0-11 16,0 0-8-16,0 0-9 0,0 0-8 0,6 7-12 16,-6-2-2-16,0 2-5 0,0 3-6 0,-1 1-7 15,-2 2 3-15,2 3-6 0,0 0-4 0,-2 0-6 16,2 1 3-16,1 1-3 0,-4-1 0 0,4-1 0 16,0-2-2-16,-3-4-1 0,1-3-2 0,2 1 0 15,0-2-2-15,-1 1 1 0,1-3 6 0,-3-1-2 16,3 1 30-16,0-4 41 0,0 0 17 0,4 5 2 15,-4-5-27-15,0 0-1 0,14-15-9 0,-6 6-8 16,-2 2-3-16,3-6-7 0,3 2-7 0,-2-4-1 0,3 2-8 16,-7 3-4-16,6-2-1 0,-4 3 0 0,-1 0-10 15,1 3 0-15,-3 0-1 0,0-2-5 16,-2 7 2-16,0-4 5 0,-2 2-16 0,3 2-3 16,-1-2-1-16,-3 3-17 0,0 0-1 0,8-2 1 0,-8 2 1 15,3 9 3-15,2-4 2 0,-5 1-1 0,2 1-1 16,0 1 2-16,-2 1-5 0,3 1 0 0,-1-1 0 15,-2 1-3-15,2-4 0 0,0 3 3 16,-2-5 0-16,0 3 0 0,1-3 5 0,-1 0-1 0,-1-2 4 16,1-2 8-16,3 4 10 0,-3-4-2 0,0 0 3 15,10-6 2-15,-4 2 4 0,-2-2 4 0,5-1-1 16,-2-1-2-16,4-1 2 0,-2-1-3 0,-3 1-4 16,7 0-4-16,-8 1 2 0,3 0-5 0,-4 3 3 15,1 1-6-15,0-2 0 0,0 4 5 0,-2-3-7 16,-1 4-5-16,5-2-9 0,-5 2-7 0,-2 1-11 15,13 3-9-15,-6-1-13 0,-1 3-21 0,-1-2-27 16,3 4-32-16,-1 2-36 0,1-3-29 0,1 1-37 16,-3 1-188-16,3-2-458 0,-4-3 204 0</inkml:trace>
  <inkml:trace contextRef="#ctx0" brushRef="#br0" timeOffset="61206.39">18085 10484 5 0,'3'-8'254'0,"4"0"-18"0,-2 2-17 0,-1 0-18 16,3 2-24-16,-1 1-16 0,-1 1-19 0,0-1-20 15,3 3-11-15,-8 0-7 0,16 3-17 0,-9 4-8 16,0-1-11-16,2 2-8 0,-4 0-6 0,-1 5-3 16,0-2-8-16,-3 4-6 0,0 1 0 0,-2 1-6 15,0-1 0-15,-6 0-6 0,2 1-1 0,-3 3 1 16,1-6-6-16,-2 3 0 0,0-4-9 0,2-2 2 15,0-5 4-15,3 1-2 0,-1-3 1 0,1 2 13 16,2-1 22-16,-1 1 15 0,3-4 37 0,0-2 14 16,-4 3 29-16,4-3-1 0,0 0-14 0,0 0-16 15,16-15-18-15,-5 5-2 0,4-4-18 0,8-5-4 16,-2-1-4-16,2-2-12 0,1-2-5 0,0-1-12 16,-2 3-3-16,0-2-12 0,-2 5 6 0,-7 6-2 15,-1 1-5-15,-6 4 0 0,0 1-12 0,0 2 15 16,-2 0-25-16,-2 2-23 0,1 3-19 0,-3 0-4 0,0 0 3 15,5 6 16-15,-7 1-9 0,-3 4 3 16,2 6 3-16,-1 1 4 0,0 1 4 0,-3 8-3 16,5 1 0-16,2-1 0 0,1-7-1 0,4 8-4 15,2-2-10-15,5-1-14 0,1 1-43 0,5-8-54 0,4 4-75 16,1-7-297-16,2-5-565 0,1 1 250 0</inkml:trace>
  <inkml:trace contextRef="#ctx0" brushRef="#br0" timeOffset="61723.32">18642 11105 57 0,'0'0'147'0,"0"0"-9"0,-7 2 7 0,7-2 2 0,0 0-2 16,0 0-10-16,0 0 1 0,0 0-7 0,0 0-5 15,0 0-4-15,0 0-9 0,0 0 5 0,0 0-7 16,0 0-2-16,0 0-10 0,0 0-3 0,0 0-14 15,17-5-8-15,-3 3-9 0,5-2-9 0,3 1-3 16,7-4-4-16,3 1-6 0,4 1-2 0,2-3-1 16,-2 3-9-16,4-1-2 0,-6-3-3 0,1 5-1 15,-6-4-4-15,-2 3-11 0,-7 2-11 0,-2-2-13 16,-5 1-14-16,-4 0-20 0,1 1-20 0,-3 0-20 16,-2 0-53-16,-4-1-73 0,-1 4-127 0,-6-7-371 15,-1 2 165-15</inkml:trace>
  <inkml:trace contextRef="#ctx0" brushRef="#br0" timeOffset="61946.38">18914 10918 140 0,'0'0'264'0,"0"0"-13"0,0-6-15 0,0 6-27 15,0 0-24-15,0 0-20 0,0 0-23 0,0 0-17 16,0 0-15-16,0 0-8 0,0 0-16 0,0 0-12 15,1 14-7-15,-2-5-6 0,2 2-9 0,-1 0-4 16,2 1-3-16,-2 5-4 0,0-2-2 0,-2 3-6 16,2-2 0-16,-1 1-5 0,1 3-11 0,1-4-17 15,-1-1-24-15,0-3-33 0,0 1-25 0,0-1-41 16,3-1-34-16,-2 1-195 0,3-3-381 0,1-2 169 16</inkml:trace>
  <inkml:trace contextRef="#ctx0" brushRef="#br0" timeOffset="62132.39">19430 11050 86 0,'0'0'248'0,"4"-3"-24"15,-4 3-21-15,5-3-22 0,-2 1-22 0,-3 2-27 16,11-3-38-16,-4 1-36 0,2 2-50 0,3-2-45 15,1 2-72-15,2-2-100 0,2-1-224 0,2 2 100 16</inkml:trace>
  <inkml:trace contextRef="#ctx0" brushRef="#br0" timeOffset="62284.35">19908 11030 148 0,'6'0'322'0,"-6"0"-26"0,8-2-25 0,-4 1-31 15,2-3-23-15,-2 2-22 0,4-1-15 0,-3-1-55 16,4 1-51-16,1 0-60 0,-1 1-63 0,5-1-72 0,-5 1-198 16,1-3-345-16,-1 1 152 0</inkml:trace>
  <inkml:trace contextRef="#ctx0" brushRef="#br0" timeOffset="64545.46">19845 10826 49 0,'0'0'176'0,"0"0"-13"0,0 0-17 0,0 0-16 16,0 0-9-16,-3-2-12 0,3 2-17 0,0 0-9 16,0 0-8-16,0 0-9 0,0 0-6 0,0 0-6 15,0 0-7-15,0 0-3 0,0 0-12 0,0 0 2 16,0 0-1-16,0 0-2 0,0 0 0 0,0 0-8 16,0 0-1-16,6-5 1 0,-6 5-1 0,12-1-7 15,-5-2 5-15,2 0-1 0,1 1-6 0,3-3 1 16,-1-2-2-16,-1 2 0 0,3 0 3 0,-2 0 9 15,-2-2 1-15,7-2 11 0,-8-1 9 0,1 2 7 16,0 2 3-16,-2-4 6 0,-4 6-1 0,3-2 1 16,-3-2-3-16,0 3 4 0,-2-2-8 0,1 3-5 15,-2 0-7-15,0 1-5 0,-1 0-7 0,0 3-4 16,-3-4-6-16,3 4 1 0,-18 1-5 0,5 2-2 16,-5 3-4-16,-10 5 1 0,1 1 1 0,-5 8-10 15,-4 1 2-15,-5 6-1 0,2 5-5 0,-2-1 0 16,5 0 1-16,8-3-2 0,0 10 0 0,6-9-4 0,3-1 6 15,1-1-2-15,5 3 2 0,4-4-2 16,6-7 5-16,3 1 2 0,-3-3 0 0,11-1 16 16,2 0 7-16,5-3 8 0,10 0 3 0,5-2-6 15,8-5 0-15,15 2-2 0,-1-3-2 0,2-2-5 0,-2-2 2 16,-16-1-5-16,0-1-2 0,-3 1-5 0,-3-3 0 16,-10 3 10-16,-3-1-5 0,-3-2 7 0,-3 3 3 15,-4-1 4-15,1 1 6 0,0 0-2 16,-3-2-1-16,-1 1-6 0,-4 1-2 0,0 0-1 0,9-3-7 15,-9 3-7-15,6 0-16 0,-6 0-11 0,0 0-17 16,0 0-23-16,0 0-29 0,0 0-33 0,0 0-38 16,0 0-43-16,0 0-63 0,-20 6-147 0,20-6-440 15,-10-2 196-15</inkml:trace>
  <inkml:trace contextRef="#ctx0" brushRef="#br0" timeOffset="68972.39">20110 11151 1 0,'0'0'145'0,"0"0"-21"15,-4-5-1-15,4 3-3 0,0 2-1 16,0 0 0-16,0 0 3 0,0 0-9 0,0-5-4 16,0 5-12-16,0 0-4 0,0 0-8 0,0 0-8 0,0 0-9 15,4-4-15-15,2 3 2 0,-6 1-7 0,13-2-5 16,-4 2-12-16,5-1 4 0,-2 2-5 0,2 1-7 15,4-1-1-15,-4 0-2 0,-2 3-1 16,6 1-7-16,0-2 2 0,-1 4 0 0,-6-1-7 0,3-3-8 16,-3 5-1-16,-2 0-2 0,-1 1-3 0,0-1-6 15,-3 1 0-15,-3 2 5 0,-2-2 1 0,-3 0 1 16,-5 2-6-16,-2 3-1 0,-3-5 3 0,-1 3 3 16,0 0-1-16,1-2 2 0,-4-1-2 0,2-2 3 15,3-1 1-15,0-1-2 0,1 1 4 0,2-1 1 16,1 0-4-16,2-4 5 0,-2 3 0 0,3-1 3 15,1-2-5-15,4-1 8 0,-5 5-5 0,5-5-2 16,0 0 6-16,0 0-6 0,13 2 6 0,-3 0-1 16,3-2 1-16,5 3-6 0,-2-3 2 0,2 0 3 15,-1 2-2-15,2 1-2 0,-1 1 0 0,0-1 2 16,-6-1-2-16,1 2 1 0,-4 3-1 0,4-2-3 16,-7 0 5-16,2 3-4 0,-4 0-4 0,1-3 6 15,-9 3-4-15,8 1 4 0,-4 2-1 0,-5-2 1 16,0 0-5-16,-4 1 9 0,-3 1 1 0,-2-1 5 15,-2-2-2-15,-1 1 4 0,1-3 1 0,-1 1 5 16,-1-2-3-16,3 2-2 0,-3-3 1 0,1-2-4 16,2 1 1-16,3-2 4 0,-2 0-4 0,5-2 0 15,3 1 1-15,-2 1-4 0,8-1 4 0,-10 0 1 16,10 0-4-16,-8-2-6 0,7-1-23 0,1 3-30 16,0 0-32-16,3-9-25 0,0 6-33 0,1 1-133 15,5-2-296-15,0-3 131 0</inkml:trace>
  <inkml:trace contextRef="#ctx0" brushRef="#br0" timeOffset="69799.39">20823 11145 58 0,'0'0'189'0,"-5"-2"-16"0,5 2-19 16,0 0-8-16,0 0-8 0,-3-3-13 0,3 3-12 15,0 0-11-15,-5-1-6 0,5 1-14 0,0 0-6 16,-5-3-7-16,5 3-8 0,0 0-3 0,0 0-9 16,0 0-5-16,0 0-4 0,0 0-8 0,0 0-1 15,0 0-3-15,0 0-3 0,0 0-1 0,0 0 2 16,0 0-6-16,0 0 1 0,0 0-4 0,0 0 2 16,0 0 0-16,0 0-5 0,14-6-1 0,-2 3-4 15,2 1 1-15,1-4-2 0,4 2-3 0,1-1 3 16,-1-3-4-16,7-4 4 0,-1 3 1 0,-6 1-1 15,5-4 4-15,-5 2 3 0,8-2 0 0,-10 1 7 16,1-2 2-16,-3 1 8 0,0 2 2 0,-2-4 1 16,-4 4 4-16,3-2 1 0,-5 2-4 0,0 1 0 15,0-1-4-15,-4 0-4 0,-1 2-6 0,-4-1-1 16,-1 1-5-16,-1 0-5 0,-4 3-2 0,-3 2-1 16,1-2 0-16,-5 1-5 0,-3 3 5 0,-4 2-5 15,-1 2-2-15,-5 1 4 0,-4 1-2 0,3 8-5 16,-1-1 1-16,2 2-2 0,1 3 1 0,1 4-1 15,1-1-3-15,5-1 0 0,-1 3 1 0,7 1-1 16,4-5-1-16,2-1 6 0,7 0-1 0,1 0 2 16,5-2 2-16,5-1 0 0,3 0 15 0,14 1 8 15,1-3 2-15,5-2 3 0,4-3-1 0,4-2-2 16,10 4-1-16,2-6-2 0,-15 0 0 0,2-3-4 0,-5 1 0 16,0 0-3-16,-7 2 1 0,-10-2 1 0,1-1 8 15,-6-1 11-15,0 1 5 0,-4-3 5 16,-3 3 9-16,0-1 1 0,-6 1 1 0,9 0-2 15,-5-1-1-15,-4 1-10 0,0 0-4 0,9 0-14 16,-9 0-11-16,0 0-24 0,0 0-26 0,0 0-37 0,0 0-45 16,0 0-48-16,0 0-42 0,0 0-59 0,0 0-179 15,0 0-477-15,0 0 211 0</inkml:trace>
  <inkml:trace contextRef="#ctx0" brushRef="#br0" timeOffset="71975.39">21369 10522 158 0,'-2'-4'215'0,"2"-2"-11"0,0 6-12 0,2-7-8 16,-2 5-17-16,0 2-8 0,0 0-13 0,-2-5-12 15,2 5-16-15,0 0-12 0,0-5-15 0,0 5-9 16,0 0-13-16,-2-3-10 0,2 3-6 0,0 0-8 16,0 0-6-16,0 0-3 0,1 17-4 0,-2-9-4 15,1 3-3-15,-2-1-2 0,1 3-3 0,0-1-2 16,1 1-4-16,-3 1 0 0,2 2-1 0,-3-3 1 15,3-2-3-15,0 1 0 0,0 0-2 0,1-3-1 16,-2-1-2-16,2-3 2 0,0-1 1 0,2 1 1 16,-4 1-1-16,2-6 13 0,2 5 21 0,-2-5 31 15,0 5 29-15,0-5 14 0,0 0-8 0,0 0-15 16,6-10-9-16,0 3-5 0,1-3-14 0,0 0 7 16,1 0-17-16,3-6-1 0,-2 3-10 0,4-1-5 15,-4 1 4-15,-2 2-12 0,0 1-6 0,2 2 0 16,-1 1-11-16,-3 2 5 0,-1-2-3 0,-2 3-13 0,2 2 3 15,-1 0-3-15,2-3-12 0,-5 5-9 16,0 0 2-16,0 0 1 0,0 0 0 0,10 10-1 16,-7-4-1-16,-2 3 7 0,0 1-3 0,-1 0 3 15,0 4-1-15,0-2 3 0,0 0 1 0,-1 0 4 16,2-2-4-16,-1 2-1 0,0-4 12 0,0-3-6 16,0 2 11-16,0-3-10 0,0-1 3 0,0 1 1 15,0-4 12-15,3 6 6 0,-3-6 4 0,0 0-5 16,10-8-2-16,-4-1-1 0,3 2 0 0,0-1-2 0,7-5-10 15,-5 3 4-15,3-1-2 0,-1-2-1 16,0 0 2-16,-2 1-3 0,-2 4-1 0,0 1-1 16,-3-1 4-16,2 4-11 0,-4-3 2 0,-1 6 2 15,0-3-8-15,1 1-9 0,0 2-28 0,-4 1-11 0,6-2-12 16,-6 2-7-16,8 3-17 0,-3-1-20 0,-1 3-19 16,1 1-24-16,0 1-24 0,0 2-25 0,-1-2-28 15,0 1-187-15,0-1-453 0,-3-1 202 16</inkml:trace>
  <inkml:trace contextRef="#ctx0" brushRef="#br0" timeOffset="72388.23">21812 10601 109 0,'-2'-4'251'0,"2"4"-14"0,2-5-15 16,1 2-22-16,-2-1-20 0,3-1-21 0,0 4-17 15,1-1-13-15,1-1-16 0,-1 1-11 0,5 0-6 16,-2 2-14-16,1 0-10 0,-3-2-10 0,3 5-8 16,-1-2 1-16,-3 2-17 0,0 0-5 0,4-1-4 15,-1 5-5-15,-4 0-8 0,-2-4-5 0,1 7-7 16,-2 0 7-16,-1-3 0 0,3 3-1 0,-3-1-2 16,-3-1-7-16,3-2 8 0,-2 2 0 0,0-1-3 15,0-3-4-15,-1 1 2 0,3 0 0 0,-1-2-3 16,-2 1-1-16,3-1-2 0,0-3 4 0,3 5-2 15,-2 0-2-15,4-3 5 0,-1 0-8 0,5 0 6 16,0 3 0-16,-1 1 2 0,3-2 0 0,-1-1 5 16,-1 4-5-16,-1-1 1 0,3-2-6 0,-4 5 5 15,2-1-2-15,0-1-2 0,-4 1 2 0,-1 1-4 16,-2-3 0-16,1 2 5 0,-4 0-3 0,-1 1 0 16,-2 0 3-16,-2-1 0 0,-2 0 2 0,-2 1-3 15,0-2-11-15,-5 0-9 0,-1 1-16 0,2-3-26 16,-1 0-34-16,-3 1-28 0,5-5-41 0,-1-1-172 15,0 0-363-15,0-1 160 0</inkml:trace>
  <inkml:trace contextRef="#ctx0" brushRef="#br0" timeOffset="72822.23">22156 10484 31 0,'1'-6'247'0,"2"4"-13"16,-2-2-27-16,-1 4-20 0,4-5-22 0,-3 2-17 0,-1 3-16 16,11 0-16-16,-5 0-7 0,1 0-15 0,0 3-10 15,-1-1-14-15,4 3-6 0,-1 1-6 16,2 2-8-16,-3-2 0 0,0 5-10 0,-3-2-6 16,0 3 0-16,-1-2-3 0,1 5-8 0,-5 4-2 0,0-4 2 15,-5 0-2-15,0 2-3 0,-1-1-3 0,0-5 0 16,-1 5-5-16,1-7 2 0,-2-1-2 0,3 1 2 15,1-3-4-15,0-2 4 0,0 1 14 16,0 0 4-16,2-1 20 0,-1-3 20 0,3-1 27 0,0 0 13 16,0 0-6-16,0 0-15 0,0 0-5 0,4-13-10 15,4 4-9-15,1-4-4 0,2-3-10 0,3 0-3 16,4-4-9-16,1 0-10 0,-6 4-6 0,1 2 3 16,-1 1-8-16,-4 3 2 0,-3 3-3 0,2 2-6 15,-4-1-2-15,0 1-6 0,-2 1-16 0,3 4-14 16,-5 0 0-16,0 0 4 0,0 0-2 0,5 10 2 15,-6 0 4-15,-3 1-3 0,3 1 6 0,-3 1 1 16,2 7 4-16,-1-3 1 0,2 2-1 0,2 2 2 16,3 4-4-16,1-6-7 0,1-2-14 0,5 2-30 15,5 1-44-15,2-3-62 0,8-2-69 0,3-3-201 16,-1-6-477-16,4 1 210 0</inkml:trace>
  <inkml:trace contextRef="#ctx0" brushRef="#br0" timeOffset="73371.39">22809 11008 65 0,'0'0'120'0,"0"0"0"0,0 0-11 0,0 0 9 15,0 0 1-15,0 0-1 0,0 0 5 0,0 0 0 16,0 0-11-16,0 0 2 0,0 0-5 0,0 0-5 0,0 0-10 16,0 0-9-16,0 0-7 0,25-5-7 0,-9 5-10 15,3-2-6-15,3-2-6 0,8 3-2 16,0-2-9-16,3-1-1 0,0 1-9 0,0-1 0 16,-1 1-12-16,-4 0-14 0,-6-1-11 0,0 4-8 0,-6-4-12 15,1 1-12-15,-7 1-12 0,-1-1-15 0,0 0-31 16,-4 1-45-16,-5-2-137 0,0 0-304 0,0 0 135 15</inkml:trace>
  <inkml:trace contextRef="#ctx0" brushRef="#br0" timeOffset="73625.39">23054 10842 16 0,'0'0'277'0,"-2"-3"-8"0,2 3-10 15,0 0-18-15,-2-4-18 0,2 4-19 0,0 0-23 16,0 0-21-16,0 0-19 0,0 0-20 0,-2-4-13 16,2 4-15-16,0 0-12 0,0 0-9 0,-3 9-9 15,2-3-5-15,0 3-10 0,-2 0-3 0,3 4-2 16,-3 0-7-16,1 2-2 0,-2 2-3 0,0 0-2 16,1 1-5-16,0 0 3 0,2 0-19 0,-2-1-27 15,2 1-24-15,0-3-25 0,-1 1-16 0,2-4-21 16,2 0-23-16,0-2-25 0,2-1-22 0,-1-1-179 15,0-5-382-15,5 1 170 0</inkml:trace>
  <inkml:trace contextRef="#ctx0" brushRef="#br0" timeOffset="73808.39">23400 10933 267 0,'3'-3'260'0,"-3"3"-22"0,0 0-26 16,0 0-20-16,0 0-22 0,0 0-20 0,0 0-27 16,6-1-35-16,-6 1-25 0,8 1-39 0,-8-1-38 0,18 0-61 15,-9 0-53-15,2 1-134 0,0-1-283 16,0-1 124-16</inkml:trace>
  <inkml:trace contextRef="#ctx0" brushRef="#br0" timeOffset="73964.37">23823 10929 291 0,'0'0'303'0,"0"0"-24"15,0 0-21-15,5-1-30 0,-5 1-24 0,7-2-39 16,-2 2-46-16,1-2-35 0,6 1-44 0,-2 0-48 0,4 1-52 16,4-3-47-16,2 3-193 0,0 0-324 0,-1-2 144 15</inkml:trace>
  <inkml:trace contextRef="#ctx0" brushRef="#br0" timeOffset="74116.39">24278 10926 111 0,'5'0'294'0,"-5"0"-21"0,0 0-17 0,8-3-30 16,-8 3-22-16,5-1-28 0,-5 1-41 0,9-4-42 0,-4 4-43 15,2-1-55-15,3 1-31 0,3 0-52 0,-1 0-69 16,2-3-99-16,-1 1-276 0,2 1 122 0</inkml:trace>
  <inkml:trace contextRef="#ctx0" brushRef="#br0" timeOffset="74256.6">24686 10901 78 0,'5'0'225'0,"-5"0"-12"0,0 0-17 0,6-2-22 15,-3 0-22-15,-3 2-35 0,6-1-36 0,2 1-32 16,-3-2-31-16,5 2-37 0,3-2-35 0,5 1-50 15,-1 0-84-15,0 0-204 0,0-3 91 0</inkml:trace>
  <inkml:trace contextRef="#ctx0" brushRef="#br0" timeOffset="74392.59">25095 10890 3 0,'0'0'255'0,"0"0"-20"0,6-5-25 0,-6 5-24 16,7 0-27-16,-1-2-36 0,0 1-37 0,5-1-43 15,1 2-40-15,9 0-34 0,-1 0-38 0,2 0-132 16,1 0-217-16,-1-1 96 0</inkml:trace>
  <inkml:trace contextRef="#ctx0" brushRef="#br0" timeOffset="74524.38">25529 10879 88 0,'0'0'153'0,"7"0"-7"0,-7 0-20 15,6 0-20-15,2 0-37 0,-2 1-20 0,3-1-43 16,-1 0-34-16,3 0-92 0,1 2-129 0,-1-1 58 16</inkml:trace>
  <inkml:trace contextRef="#ctx0" brushRef="#br0" timeOffset="74639.77">25711 10897 161 0,'6'0'273'16,"-6"0"6"-16,0 0 5 0,8 0-6 0,-8 0 8 15,0 0-14-15,7-1-15 0,-7 1-25 0,0 0-21 16,0 0-26-16,0 0-10 0,0 0-42 0,0 0-49 15,6-2-59-15,-6 2-77 0,0 0-145 0,0 0-284 16,0 0-522-16,2-5 231 0</inkml:trace>
  <inkml:trace contextRef="#ctx0" brushRef="#br0" timeOffset="76504.36">9918 13396 56 0,'0'0'116'0,"0"0"2"0,0 0-21 16,0 0-3-16,0 0-1 0,0 0-3 0,-4 3 1 15,4-3-7-15,0 0-11 16,0 0-3-16,0 0-2 0,0 0-12 0,0 0 3 0,0 0-17 16,16 1 5-16,-3-2-3 0,8-1-3 0,11 1 2 15,1-1-1-15,7-1 2 0,-2 1-9 0,3-3-8 0,-3 5 0 16,2-1-5-16,-4 0-5 0,-3 1 8 0,-2-2-7 16,-2 4 1-16,-10-1-5 0,-1-1-1 0,-4 0-17 15,-2 1-14-15,-1-1-20 0,-5 3-26 16,1-3-20-16,-2 2 11 0,-4 3 3 0,-1-5-28 0,-10 7-108 15,1-3-224-15,-2 0 100 0</inkml:trace>
  <inkml:trace contextRef="#ctx0" brushRef="#br0" timeOffset="76888.64">10046 13665 27 0,'0'0'185'0,"0"0"-12"0,0 0-9 0,0 0-21 16,0 0-13-16,0 0-7 0,0 0-12 0,36-4-13 15,-15 1-9-15,7 0-6 0,4-2-15 0,4 1-1 16,3 1 2-16,-1-1-21 0,-2 0-3 0,-2 0-1 16,-2 0-5-16,-4 1-8 0,-6 2 3 0,-5-3-9 15,-6 4 1-15,0-1-4 0,-2 1-2 0,-2-1-1 16,-1 1-3-16,-1 0 0 0,-5 0-12 0,0 0-46 15,9 0-25-15,-9 0-37 0,0 0-181 0,0 0-308 16,0 0 137-16</inkml:trace>
  <inkml:trace contextRef="#ctx0" brushRef="#br0" timeOffset="83153.11">11596 13055 55 0,'0'0'160'0,"0"0"-14"16,0 0-15-16,0 0-15 0,0 0-13 0,0 0-9 16,0 0-14-16,0 0-13 0,-7 0-2 0,7 0-12 15,0 0-4-15,0 0-5 0,0 0-3 0,0 0-4 16,0 0-8-16,0 0-3 0,-4 8 6 0,4-8-5 15,0 0-3-15,0 0-4 0,0 0-2 0,0 0-5 16,0 0 11-16,0 0-12 0,0 0-1 0,0 0 1 16,0 0-1-16,15 0 3 0,-8-3-8 0,2 1 2 15,1-2 4-15,0 0-4 0,2 0-2 0,-2 1 0 16,2-2 3-16,2 1-12 0,-4-1 17 0,4 2 8 16,-5-1 7-16,2-2 7 0,-4 2 13 0,-2 1 2 0,2 1 11 15,-4 0 3-15,3-1 2 0,-1 1-5 16,-2 0-7-16,0 1-6 0,0-2-5 0,-3 3-5 15,0 0-11-15,0 0-8 0,0 0-1 0,0 0-2 16,-17 6-3-16,2 5-4 0,-8 2-3 0,-3 1 3 0,-2 3-2 16,-3 4-6-16,-1 2 6 0,-6 8-8 0,-4-2 0 15,6 5 0-15,-1-2-7 0,8-7 3 16,4 2 4-16,0 0 9 0,4 0 1 0,4 0 0 16,1-2-5-16,5 1 3 0,6-7-1 0,1 0 0 0,5-4 1 15,4 2 1-15,4-3 3 0,6-2 1 0,12 1-1 16,5-4-2-16,7-2 0 0,13-2-24 0,-1-5-32 15,-11 3-44-15,12-4-54 0,-14 2-219 16,-1-4-394-16,2-2 174 0</inkml:trace>
  <inkml:trace contextRef="#ctx0" brushRef="#br0" timeOffset="83536.39">11951 13467 17 0,'0'0'323'0,"-1"-5"-16"0,1 5-15 0,0 0-25 15,1-3-24-15,-1 3-31 0,0 0-20 0,0 0-18 16,0 0-23-16,0 0-20 0,0 0-25 0,0 0-32 16,0 0-22-16,0 0-10 0,0 0-2 0,-5 15-8 15,3-3-3-15,-2 3-5 0,0 1-4 0,-1 1-3 16,-2 3-3-16,3-2 2 0,3 3-2 0,-4-2-1 16,5 0-2-16,0-1-3 0,-1-1 2 0,1-1-2 15,1-2 0-15,-1-2 1 0,0-4 0 0,-1 2-1 16,1-3 0-16,0-2 0 0,1 3-21 0,-1-4-14 15,0-2-15-15,0 5-31 0,0-7-40 0,4 5-50 16,-3-3-49-16,-1-2-163 0,0 0-406 0,0 0 181 16</inkml:trace>
  <inkml:trace contextRef="#ctx0" brushRef="#br0" timeOffset="84536.43">12631 13138 122 0,'-4'-3'156'0,"4"3"-10"0,-5-3-8 0,5 3-10 16,-5-2-7-16,5 2-9 0,0 0-11 0,-8 0-8 0,8 0-9 15,0 0-7-15,-5-3-13 0,5 3-3 0,0 0-3 16,0 0-10-16,0 0-10 0,-2-4-1 15,2 4-2-15,0 0-6 0,9-5 0 0,-3 5-9 16,-1-4-4-16,5 1-1 0,0 1-1 0,3-2-5 0,4-1-6 16,1-2-3-16,-1 1 3 0,0-3-2 0,2 1 5 15,-2-4-4-15,-2 3 4 0,-6 3-2 16,4-1 2-16,-4 0 16 0,-4 0-2 0,4 0 3 16,-5 1 5-16,1 1 6 0,-4-1-9 0,2 3-2 0,-6-2-2 15,3 5-3-15,-7-5-5 0,1 5-1 0,-4 2-1 16,-5-1-2-16,-3 1-6 0,-1 5 3 0,-12 0-1 15,1 3 3-15,-1 2-2 0,1 5-12 16,-1-2 6-16,0 6 1 0,0 1-2 0,-10 7-3 0,5 5-5 16,3 1 6-16,11-9-4 0,1 3 5 0,-1 0 2 15,4 0 9-15,4 2-4 0,4-2 2 0,2 0-5 16,4-2 4-16,6-3 3 0,0-3 0 0,7-3 5 16,4-2 1-16,10 2 8 0,4-4 2 15,6-2-2-15,5-1 2 0,17-5-3 0,7-2-1 0,-2-5-2 16,4-2 2-16,-3 1-7 0,-1-6 2 0,-1-1-13 15,-6-3-4-15,-2-2 1 0,-13 3-3 0,-5-3-2 16,-4-3-1-16,-1 1 2 0,-7-2 3 0,-6 5 34 16,-1 1 28-16,-8 4 19 0,0-1-3 0,-2 1-9 15,-4-2-2-15,-2 3-15 0,-2-1-5 0,-1 2-7 16,-9 1-9-16,-1-1-1 0,-6 5-4 0,0 1-5 16,-9 4-2-16,0 1-4 0,-1 4-1 0,0 2-4 15,2 0-1-15,3 1-4 0,2 3 2 0,6-3-5 16,1 2-12-16,5-4-6 0,3 0-9 0,1 0-8 15,4 1 0-15,-2-3 1 0,6 3 5 0,3-5 5 16,2 2 6-16,5-4 3 0,7 0 4 0,3 0 2 16,8-4 1-16,1-3-12 0,0-2-1 0,0 0-3 15,-1-3 0-15,-2-1 2 0,-11 0 2 0,5-3 0 16,-4 1 1-16,-1-3 2 0,-3 2 2 0,0-3 2 16,-5 3 3-16,-1 3 2 0,-3-3 0 0,-1 2-6 15,-2 0-12-15,-2 0 0 0,-1 1-6 0,-5 2-2 16,-1 2 2-16,-2 0-15 0,-1 3-3 0,-1-3-4 15,0 3-11-15,-1 2-13 0,2 0-25 0,1 0-26 16,-2 0-32-16,3 2-120 0,3 0-303 0,1 1 134 16</inkml:trace>
  <inkml:trace contextRef="#ctx0" brushRef="#br0" timeOffset="85402.38">13515 13213 29 0,'0'0'278'0,"0"0"-18"15,0 0-32-15,1-3-19 0,-1 3-25 0,0 0-24 16,0 0-16-16,0 0-26 0,0 0-13 0,0 0-12 15,0 0-8-15,-15 7-10 0,10-3-9 0,-1 0-7 16,-3 1-4-16,-3 2-7 0,2-2-6 0,1 3-8 16,-3 1-1-16,0-2-4 0,0 3-4 0,4-3-1 15,1 3-4-15,-1-3-3 0,3 2-4 0,-3-1-2 16,4 1 0-16,-2-1-3 0,4 1 1 0,0-3-1 16,2 0-1-16,3 0 0 0,3 4-1 0,-1-3 1 15,4-1 0-15,0 1-1 0,4-1-4 0,1 1 2 16,5 1 0-16,-7-2-3 0,-1-2 2 0,-2 4-3 15,2-5 1-15,-4 3-7 0,2-2-11 0,-4 0 1 16,-1 0-5-16,0 1 4 0,-3-2 1 0,-1 3 1 16,-2 0 6-16,-2 2 6 0,-4-1-2 0,-2 1 1 15,-4 1-1-15,-4 0 3 0,1 1 2 0,-2 0-5 16,-8-1 8-16,9 1-4 0,-3-3 3 0,-5 1 0 16,7-3-4-16,-2 1 1 0,9-3 2 0,0 0 0 15,3-1 1-15,-1 1-1 0,5 1 1 0,0-3-5 16,0 0-5-16,5-1 5 0,0 0-7 0,0 0-3 15,0 0-3-15,28-6-5 0,-10 2-8 0,9 0-9 16,2-5-7-16,0 1-3 0,2-5-2 0,2 2 10 16,1-1 1-16,-4-3 1 0,3-1-1 0,-3-1 3 15,-3-1-2-15,-1-3 3 0,4 2 8 0,-6-2 13 16,-5-1 11-16,-1 1 13 0,0 0 12 0,-5-1 17 16,-2 1 4-16,-4 4 8 0,0 0 12 0,-4-3 14 15,1 3 6-15,-2-1 13 0,-2 1 9 0,0 1 10 16,0 4-2-16,-1-2 11 0,0 1-5 0,0 3 4 0,-1-1-11 15,2 4 0-15,-1-1-11 0,0 3-8 16,1-2-8-16,0 3-18 0,-2-1-3 0,2 5-8 16,-1-4-8-16,1 4-8 0,0-6-9 0,0 6-23 15,-1-3-22-15,1 3-7 0,0 0-3 0,0 0 0 16,-7 18 3-16,3-6-3 0,1 5 7 0,-4 2 2 0,-2 5-2 16,0 5 1-16,2 3 3 0,-3-2 0 0,-2 4 0 15,6 0 6-15,-6-2 2 0,6 0-5 16,-3-2 1-16,0-1 2 0,4-2 6 0,-3-4-6 15,4-4 2-15,0-4 1 0,1-4-2 0,1-1 2 16,1-3 2-16,-3-2 5 0,3 0 3 0,1 1 20 0,-3-4 24 16,3 2 33-16,0-4 26 0,0 0 19 0,-1 3 7 15,1-3-9-15,0 0-20 0,9-9 2 16,-4 1-24-16,3 0-7 0,1-1-15 0,-3-1-18 16,3 1 0-16,0 2-15 0,-1 1 0 0,1-3-7 0,-4 4 3 15,0 3-10-15,0-3-21 0,-1 2-25 0,1 1-20 16,3 2-20-16,-2 0 4 0,-6 0-20 0,14 2-17 15,-5 1-32-15,0 3-29 0,0 0-36 16,0-1-54-16,0 2-63 0,-3 0-238 0,3 0-601 16,-4-2 266-16</inkml:trace>
  <inkml:trace contextRef="#ctx0" brushRef="#br0" timeOffset="85853.85">14039 13251 160 0,'6'-2'173'16,"2"0"-17"-16,-1 1-19 0,4 1-12 0,-5 1-14 16,6 3-11-16,-3-1-9 0,2 3-10 0,-3 0-13 0,1 3-2 15,1 0-10-15,0 4-5 0,-6-1-4 0,0 3-8 16,-1 2-8-16,-3 0 5 0,-4-3-7 0,-1 3-4 15,1-1 0-15,-4 1 3 0,-2 0-1 16,1-4 0-16,-1 2-3 0,-3-3 5 0,5-1 2 16,2-3 4-16,-2-1 1 0,2-4 4 0,0 1 11 0,4 0 15 15,-3 0 22-15,2-2 28 0,3-2 31 0,-1 3 33 16,1-3 14-16,0 0-20 0,0 0-14 0,4-12-19 16,5 4-16-16,1-8-15 0,3-1-5 0,6-5-17 15,2 0-30-15,0-2-13 0,1 0-10 16,0 4-12-16,-2 0-5 0,-5 6-5 0,-2 0-2 0,-5 6 0 15,2-1 2-15,-6 3-9 0,1 0-4 0,-1 3-16 16,1 0-13-16,-3 2-11 0,-2 1 4 0,0 0 2 16,2 7 3-16,-2 0 0 0,-4 3 6 0,-1 2-1 15,-1 7 4-15,-1-1 2 0,1 0-6 0,2-1 4 16,0 3-4-16,0-3-4 0,3 1-5 0,-1-1-9 16,0-4-20-16,6-3-21 0,-1 2-21 0,3-3-39 15,4-1-63-15,4-3-253 0,8-3-497 0,1-2 221 16</inkml:trace>
  <inkml:trace contextRef="#ctx0" brushRef="#br0" timeOffset="86150.53">14765 13343 87 0,'0'0'169'0,"0"0"2"0,-8 0-4 15,8 0-4-15,0 0 0 0,0 0-5 0,0 0-5 16,0 0-2-16,0 0-5 0,0 0-10 0,0 0-14 16,0 0-11-16,23-9-12 0,-4 6-7 0,2 1-11 15,12-4-10-15,0-1-7 0,2 0-5 0,-1 3-9 16,1-3 2-16,-3 1-14 0,-3-1-23 0,-6 2-27 15,-4 1-26-15,-1-4-32 0,-4 3-34 0,-4 1-21 16,-1-1-33-16,-4 0-178 0,-2 1-363 0,-6-2 162 16</inkml:trace>
  <inkml:trace contextRef="#ctx0" brushRef="#br0" timeOffset="86358.45">14904 13165 5 0,'0'0'314'16,"-4"-1"-8"-16,4 1-25 0,0 0-28 0,0 0-28 16,0 0-27-16,0 0-26 0,0 0-20 0,0 0-18 15,0 0-15-15,-5 14-16 0,5 1-12 0,-3 0-7 16,2 6-9-16,-2 4-5 0,3 4-9 0,-3 0-5 16,0 0-4-16,2 0-4 0,2-2-50 0,-2 1-47 15,1-3-59-15,1-4-79 0,-2-2-223 0,1-2-442 16,0-7 196-16</inkml:trace>
  <inkml:trace contextRef="#ctx0" brushRef="#br0" timeOffset="87136.4">15575 13113 116 0,'0'0'125'0,"-3"-2"-8"0,3 2-17 0,0 0-4 16,0 0-17-16,0 0-3 0,0 0-8 15,0 0-6-15,0 0 1 0,0 0-14 0,0 0 5 16,0 0 3-16,0 0-2 0,17-1 1 0,-8 1-7 0,4-1-1 16,1-2-5-16,3-2-5 0,2 4-4 0,0-5-3 15,-3 4 0-15,2-3-11 0,-1 1 2 16,1-3-11-16,-5 3 12 0,-1-2-3 0,-1 0-6 15,1 0 1-15,-2-2 2 0,-2 3 10 0,0 1 6 16,-4-1-4-16,1 2-1 0,-3 0-3 0,2 0-8 0,-4 3-3 16,0 0 1-16,-10-6-7 0,10 6 2 0,-23 7 0 15,5 0-4-15,-9 6 1 0,-1 1-7 16,1 0-5-16,-1 7 4 0,1 2 3 0,2 1-7 16,-5 1 6-16,10 1-2 0,-3 1-3 0,5 1 1 0,3 2-1 15,4-2 5-15,4-1 10 0,2-3-3 0,5 3 6 16,5-9-6-16,2 0 0 0,4-2-15 0,4 0-41 15,9-4-60-15,7-1-174 0,-4-5-304 16,7-4 136-16</inkml:trace>
  <inkml:trace contextRef="#ctx0" brushRef="#br0" timeOffset="87552.42">15869 13375 27 0,'0'0'144'0,"0"0"-11"16,8 5-12-16,-2-2-12 0,4-2-10 0,-2 4-14 0,2 2-12 16,0-2-3-16,2 4-13 0,1 2 5 0,-3-2-14 15,-1 1-5-15,-2 0-5 0,1 1-4 0,-2 4-1 16,-2-2-1-16,-3 3-11 0,-1 0 0 0,-3 0 2 15,-5 1-4-15,0 0-5 0,-2-1 1 16,1-2 12-16,-4 2-1 0,1-4 13 0,-1 0 21 0,1-2-9 16,3-1 7-16,1-2-4 0,1 1-4 0,2-4-2 15,0 0-4-15,2 0-7 0,-3-2 3 0,6 1 7 16,0-3 0-16,-4 3 5 0,4-3-1 0,0 0-2 16,19 0 8-16,-5-1-16 0,7-3-7 0,6 1 1 15,3 0-3-15,0-1-6 0,-1 1-2 0,2-1-1 16,-2 3-3-16,-9-1-1 0,1 0-2 0,-3 2-3 15,-5-1-1-15,-2 2-1 0,-1-2-5 0,-2 0-10 16,-4 0-11-16,2-1-18 0,-6 2-18 0,9 0-22 16,-9 0-24-16,0 0-67 0,0 0-179 0,-4-5-369 15,4 5 165-15</inkml:trace>
  <inkml:trace contextRef="#ctx0" brushRef="#br0" timeOffset="88467.47">16762 12918 70 0,'0'0'162'0,"0"0"-17"0,0 0-18 16,0 0-15-16,0 0-13 0,0 0-9 0,0 0-9 16,0 0-4-16,0 0-10 0,-9 15-6 0,0-7-8 15,-2 0 2-15,-3 2-12 0,-3 2 1 0,-6 4-7 16,-3 1-8-16,2 1 5 0,-4 3-8 0,0-3 3 15,0 3-11-15,0-3 4 0,-3 0-4 0,7 1 0 16,-2-2-3-16,12-5-3 0,-5 1-3 0,6-1 0 16,-1 0-1-16,4-4 1 0,2 1-1 0,2-1 0 0,0-2-3 15,2 2 1-15,2-1-5 0,4-1 6 16,0 2 20-16,7 0 7 0,-1 1 8 0,7-1 0 16,4-1-3-16,6 3 1 0,4-1-6 0,-1 1-4 15,3-1-1-15,-2 2-1 0,-2-4-4 0,-3 3-3 16,-6-1 18-16,1-1-27 0,-5 1-2 0,0 1 3 0,-1 2-8 15,-5-5 1-15,-3 3 0 0,0-3-1 16,-4 5-2-16,-2-1 8 0,-4 0 0 0,-3-1 3 16,-2 3-2-16,-9-3 1 0,-5 3 1 0,1 1 0 15,-2-4 2-15,-1 0 2 0,4-3-3 0,-6 1 16 0,1-2-18 16,1-1-3-16,5 1 2 0,0-5 1 0,4 2-2 16,5-2 5-16,3 0 19 0,1-1 19 0,1 2 7 15,7-2-5-15,-6-4-15 0,6 4-9 16,9-6-4-16,0-3-6 0,8 3-2 0,9-6-4 15,4 1-5-15,5 0-1 0,2-2-1 0,13-3-1 0,-12 6-1 16,10-3-3-16,-12 1 2 0,1-1-1 0,-2 4-2 16,-2-3 1-16,-2 3 0 0,-1 0 6 0,-6-2 1 15,-5 6 2-15,-3-2 17 0,-6 5 25 16,-2-3 19-16,1 2 19 0,-3-1 2 0,-2 4 10 0,3-3 1 16,-5 1-3-16,2-1-5 0,1 2-15 0,-5 1-10 15,5-1-4-15,-5 1-17 0,0 0-16 0,0 0-13 16,7-2-14-16,-7 2-7 0,0 0 0 0,1 9-5 15,-4-4 6-15,3 2-3 0,-1 0 1 16,-3 2-1-16,4 0 2 0,-3 0-2 0,1 3 1 0,0-3 3 16,-1 2-2-16,3-4-3 0,-4 3 3 0,4-3-11 15,-1-2-29-15,1-1-11 0,0 1-16 0,-1-2-17 16,1 2-10-16,0-5-9 0,0 5-8 0,-2-1 2 16,2-4-31-16,0 0-76 0,0 0-275 0,-14-9-530 15,8 1 235-15</inkml:trace>
  <inkml:trace contextRef="#ctx0" brushRef="#br0" timeOffset="88616.4">16910 13193 273 0,'0'-6'291'0,"0"2"-14"16,0 4-31-16,3-4-24 0,-3 4-28 0,0-3-18 0,0 3-24 16,0 0-36-16,1-3-22 0,-1 3-32 0,0 0-33 15,0 0-38-15,13 6-45 0,-12-2-36 0,6 0-47 16,-6 2-170-16,0-3-334 0,-1 2 148 0</inkml:trace>
  <inkml:trace contextRef="#ctx0" brushRef="#br0" timeOffset="89001.58">17130 13272 177 0,'0'0'196'0,"3"3"-20"0,-3-3-22 16,0 5-12-16,-3-2-17 0,3 3-14 0,0 2-12 15,-1-1-1-15,1 1-22 0,-3 4-2 16,2 3-11-16,-3 0-8 0,3-2-2 0,-2 3-5 0,3-4-4 16,-4-1-4-16,3 1-3 0,1-2-2 0,-1-3-4 15,-2 1-5-15,3-1 0 0,0-5 0 0,-1 5 20 16,-3-5 39-16,4-2 35 0,0 4 28 0,0-4 7 15,0 0-8-15,0 0-18 0,14-6-11 0,-10-2-16 16,5 2-8-16,1-4-9 0,-1 3-15 0,0-3-6 16,0 4-6-16,0-5-4 0,1 6-6 0,2-2 0 15,-3 2-15-15,0 0-5 0,-2 1-2 0,4 0-3 16,-4 1-15-16,2 1-5 0,1 1-8 0,-1-3-8 16,2 3-12-16,1 1-20 0,-3-2-18 0,3 1-25 15,-1-1-24-15,1 1-34 0,-2 0-25 0,4-2-29 16,-1 1-20-16,-2-2-32 0,1 0-126 0,-3-2-409 15,2 1 181-15</inkml:trace>
  <inkml:trace contextRef="#ctx0" brushRef="#br0" timeOffset="89385.49">17478 13208 146 0,'2'-18'163'0,"-1"-1"16"0,3 0 15 0,0-1 18 16,1-4 19-16,-1 3 10 0,1 4 3 0,-4 0-5 16,3 1 1-16,0 1-11 0,0 2-24 0,-4 2-9 15,3 2-13-15,-1 0-10 0,-2 5-2 0,1-1-25 16,-1-2-8-16,3 3-16 0,-3 0-17 0,0-1-19 15,0 5-21-15,4-5-12 0,-4 5-42 0,0 0-7 16,0 0 0-16,0 0-3 0,-4 14-1 0,1-2-6 16,2 5 4-16,-7 9 3 0,3 5-2 0,-2-1 4 15,-2 5-1-15,0-1 1 0,-3 11-2 0,3-10 0 16,3 0 0-16,0-1-3 0,-1-2 1 0,0 0 5 16,3-3-4-16,1-4 4 0,-1-7-4 0,3-1-2 15,0-5 4-15,-1-2 0 0,2-3 3 0,-1-1-6 16,0 0 12-16,1-3 23 0,-1 2 35 0,1-5 28 15,-2 4 33-15,2-4 1 0,0 0-15 0,0 0-11 16,11-11-15-16,-5 1-5 0,5-2-9 0,0-5-12 16,0 0-16-16,3 2-10 0,-4 1-5 0,1-1-16 15,-2 6 0-15,-3 0 9 0,-1 1-5 0,0 3-5 16,-1 1-1-16,1-1-21 0,-1 2-24 0,-3 1-30 16,3 1-20-16,-4 1 9 0,0 0 3 0,9 6-3 15,-8 0-6-15,3 0-9 0,1 4-18 0,-1-1-16 16,-3 3-26-16,3 0-31 0,-1 0-35 0,3 2-46 15,-2-1-51-15,4-6-252 0,-6 2-606 0,2-6 269 16</inkml:trace>
  <inkml:trace contextRef="#ctx0" brushRef="#br0" timeOffset="89902.4">17779 13132 183 0,'8'-2'199'0,"0"-1"-16"0,-2 2-18 0,4 1-20 16,-1 0-15-16,1 1-13 0,2 2-13 0,-3 0-10 15,1 4-7-15,0 0-12 0,-2 2-6 0,1 6-5 16,-3-5-7-16,-1 7-6 0,-1-2-3 0,-4 4-6 16,-1-1-7-16,-2 0-2 0,-3 7-1 0,-2-2-6 15,-1-5-2-15,-1 6 3 0,-3-7-9 0,2-1 4 16,-1-2-3-16,0 2-1 0,-5-4-7 0,8 0 4 16,0-6 3-16,4 2 14 0,-3-5 18 0,3 0 15 15,4 1 30-15,-3 0 32 0,2-1 41 0,2-3 22 16,0 0-21-16,0 0-19 0,0 0-15 0,10-17-12 15,-3 5 3-15,6-2-28 0,5-6-14 0,-1-4-3 16,3 2-24-16,2-4-16 0,-2-1-18 0,6 2-17 16,-5-3 0-16,0 6 0 0,-2 1-4 0,-6 8 1 15,-3 1 2-15,-2 3 5 0,-3 4-4 0,0-1-1 16,0 0-3-16,0 3-14 0,-2 0-17 0,-3 3 2 16,0 0 1-16,0 0 1 0,-8 15 2 0,2-4 3 15,-2 3-2-15,2 3 3 0,-2 2-1 0,-2 5 17 16,2-1-13-16,3 4-2 0,1-2 9 0,2-6-2 15,5-2 6-15,4 3 4 0,3 2-1 0,9-3-39 16,2-2-72-16,4-2-112 0,10-4-327 0,1-8-597 16,3-3 264-16</inkml:trace>
  <inkml:trace contextRef="#ctx0" brushRef="#br0" timeOffset="94036.2">18008 12593 28 0,'0'-5'129'0,"0"5"-6"0,0-6-1 0,0 6-4 16,0-4 1-16,0 4 1 0,0-7-7 0,0 7-11 15,0 0-7-15,0 0-14 0,3-4-13 0,-3 4-1 16,0 0-10-16,0 0-10 0,23 9 0 0,-12-2-10 16,12 6-7-16,4 6-1 0,2 5-5 0,10 9 5 15,4 7-1-15,-2 3 5 0,19 17 1 0,-20-13 3 16,17 21 5-16,-8 6 2 0,-19-23-6 0,9 24-3 16,-16-19-5-16,2 21-3 0,-15-21 6 0,-2 0-12 15,-7-1 2-15,-2-2-7 0,-8-2-2 0,-4-2-1 16,-7-5-3-16,-4-1 2 0,-7-5 0 0,-6 1-1 15,-9-3 2-15,1-3-3 0,-8 1 0 0,-5-6 1 16,-23 11 2-16,23-15-31 0,-28 6-67 0,-1-2-85 16,-2-9-144-16,22-8-340 0,-30-7 150 0</inkml:trace>
  <inkml:trace contextRef="#ctx0" brushRef="#br0" timeOffset="95167.78">11375 12693 61 0,'0'0'124'0,"0"-4"-11"15,0 4-9-15,0 0-10 0,0 0-20 0,0 0 9 16,0 0-10-16,0 0-8 0,0 0-8 0,0 0-5 16,0 0-6-16,0 0-8 0,0 0-1 0,-13 11-17 15,7 0 6-15,-5 4-2 0,-3 7-3 0,-1 5-2 16,-3 8-1-16,-5 14-3 0,-6 26-1 0,4 6 13 16,2 0 1-16,2 4-11 0,3 2 17 0,0 2 6 15,1-4-2-15,10-27-10 0,-2 25 2 0,7-25-9 16,4 0 1-16,2 2 1 0,5-9 1 0,6 5 2 15,2-5 9-15,7-2-7 0,8-2 4 0,7-8-7 16,9 0-3-16,6-5-18 0,32 4-36 0,2-12-53 16,3-3-177-16,2-12-282 0,6-8 125 0</inkml:trace>
  <inkml:trace contextRef="#ctx0" brushRef="#br0" timeOffset="96567.54">19676 12861 169 0,'0'0'174'0,"0"0"-5"16,0 0-4-16,-2-4-13 0,2 4-13 0,0 0-12 16,0 0-12-16,0 0-10 0,-4-2-10 0,4 2-15 15,0 0-7-15,0 0-9 0,0 0-7 0,0 0-7 16,0 0-1-16,0 0-12 0,0 0-5 0,0 0 2 16,0 0-6-16,0 0-5 0,0 0 2 0,0 0-2 15,0 0-3-15,0 0-1 0,0 0 0 0,6 9-2 16,-6-9-2-16,12 0 2 0,-1 0 1 0,0-2-4 15,3 1 1-15,-1-1-4 0,1-2 2 0,3-3-3 16,-4 4 1-16,0 0-4 0,-2-2 1 0,1 1 8 16,-3-1 10-16,-1 0 5 0,0 3 5 0,-3-1 17 15,0-1 1-15,-3 1 2 0,2 1-5 0,-4 2-6 16,3-5-5-16,-3 5-6 0,0 0-6 0,-14-4-3 0,1 8-6 16,-5-2-1-16,-4 3-5 0,-11 6-2 0,1 2-2 15,-15 7-3-15,11-5 5 0,-11 9-11 16,1 4 2-16,2 0-3 0,6 2-2 0,9-3-1 15,6-2 0-15,1 4 0 0,2 2-1 0,5-2 2 16,4 0-1-16,6 2 7 0,5-2-3 0,4-5-1 0,8 2 3 16,5-6 4-16,11 0 2 0,18 2 1 0,9-6-27 15,4-6-38-15,5-4-55 0,30-2-71 16,-30 0-221-16,0-8-436 0,0 1 193 0</inkml:trace>
  <inkml:trace contextRef="#ctx0" brushRef="#br0" timeOffset="97184.39">19995 13234 144 0,'0'0'174'16,"9"-5"-14"-16,-3 4-23 0,1 0-15 0,4 1-11 15,1 0-9-15,2 0-16 0,-1 2-7 0,4 1-5 16,-4-1-9-16,6 3-9 0,-6-1-4 0,1 0-2 16,-5 3-10-16,0-1-10 0,0 0-8 0,0 3-3 15,-4-4-11-15,-1 7 5 0,-3-4-6 0,-2 3 5 16,-3-1-1-16,-2 0-2 0,-6 2 1 0,-1 0-5 15,0-1 4-15,-2-2-2 0,0 0-1 0,2 1-4 16,0-4 0-16,3-2 0 0,1 4-2 0,3-6-1 16,1 2 3-16,0-1 1 0,2 2 0 0,2-1 3 15,5-1-3-15,1 1-5 0,5 1 4 0,2-2-2 16,7 2-1-16,7 0 7 0,-4 1 0 0,5 0 7 16,1 1-17-16,-1 1 5 0,-1 1-6 0,-5-1 5 15,-3 0 0-15,-1 0 0 0,-2 2-1 0,-3-1-4 16,-3-1 2-16,-3 1 4 0,0-1-1 0,-6-1 6 15,-5 0 10-15,-4 3 1 0,-5 0 6 0,-4-3 0 16,-7 2-2-16,-6-1-1 0,-1-1-6 0,0-2 1 16,-4 1 0-16,3-2-7 0,-1-2-32 0,0-2-44 15,6-2-61-15,-1-2-140 0,10-2-289 0,5-1 129 16</inkml:trace>
  <inkml:trace contextRef="#ctx0" brushRef="#br0" timeOffset="98433.53">20972 13222 79 0,'-3'3'112'0,"3"-3"-8"0,0 0-16 16,0 0-7-16,-3 2 1 0,3-2-7 0,0 0-4 15,0 0-3-15,0 0-6 0,0 0-5 0,0 0-4 0,0 0 6 16,0 0 0-16,0 0-2 0,0 0 4 0,0 0-11 15,0 0 2-15,0 0 1 0,18-11-6 16,-4 7-9-16,0-3-4 0,4 0-1 0,6-2-3 16,3-1-2-16,3-3-3 0,0 1-4 0,0 0-1 0,0-5 0 15,-2 1-1-15,-1-1 4 0,0 0 3 0,-1 2 1 16,-3-1 1-16,-8 3 1 0,1 1 3 0,-1 0 0 16,-1-1 4-16,-7 3 1 0,0 1 3 15,-1-1-6-15,-1 3-1 0,-2-1-1 0,-1 1-5 0,-4 3-1 16,0-1-1-16,-4 0-8 0,0 1-1 0,-6 1-1 15,-6 3-3-15,-5 3-6 0,-6 2 4 0,-3 4 0 16,-1 3-9-16,1 2 2 0,-3 5-1 0,3 1-6 16,0 2 1-16,4 1 0 0,2 3 2 0,1 0-3 15,6 0-1-15,1 2 0 0,7-4 1 0,4 2 15 16,5-1 1-16,4-5 3 0,3-4-3 0,8 1 15 16,6 4 10-16,4-8 7 0,9-1-6 0,5-5-4 15,18-3 2-15,0-1-6 0,8-7-3 0,-2-2-2 16,0-1-2-16,2 0-2 0,-8-1-2 0,-1-3 2 15,-18 5-8-15,-1-3-10 0,-8 2-10 0,-6 1-17 16,-5 0-15-16,-3 3-12 0,-5-1-29 0,-2-1-33 16,-4 0-34-16,-2-1-32 0,-3 2-154 0,-5-2-361 15,-1-2 160-15</inkml:trace>
  <inkml:trace contextRef="#ctx0" brushRef="#br0" timeOffset="99268.08">21813 12593 175 0,'2'-4'217'0,"-1"1"-9"16,1-2-6-16,0 2-11 0,0 0-14 0,-2-1-15 15,0 4-16-15,3-6-14 0,-3 6-16 0,1-1-17 16,-1 1-10-16,0 0-15 0,0 0-6 0,0 0-9 15,0 0-9-15,5 11-7 0,-3-2 9 0,0 3-17 16,-1 0-4-16,-1 5-4 0,2 0-4 0,-2 0-2 16,0 1-3-16,2 2-1 0,-2-3-1 0,0 1-4 15,0-1 0-15,0-1 1 0,-2-5-3 0,2 0 2 16,0-5-2-16,0 1 2 0,2-2 1 0,-4 0-1 16,4-1 16-16,-2 0 43 0,0-4 26 0,0 0 10 15,5 3-9-15,-5-3-9 0,9-11-11 0,0 5 5 16,1-6-15-16,2-3 4 0,2 0-18 0,1-8-4 15,4 0-2-15,-2 0-11 0,3 1 0 0,-4-2-1 16,-1 8-8-16,-3 2 1 0,-1 2-4 0,-4 5-6 16,0-2-5-16,-3 4-3 0,1 1-7 0,-1 0 1 0,-3 2-23 15,4 0 1-15,-5 2-2 0,0 0 1 16,9 8-1-16,-7-4 2 0,-2 5 3 0,3 3 0 16,0-2 4-16,-3 1-2 0,0 6 3 0,1 0 3 15,1-1 0-15,0-3-2 0,-2-2 2 0,2 1-2 16,-2-4 1-16,-2 0 1 0,2-3 0 0,0 1 5 0,2-2-1 15,-2-1 14-15,2 1 16 0,-2-4-6 16,0 0 3-16,0 0-3 0,19-9-2 0,-11 0 3 16,3 3-7-16,-3-5-3 0,5-1-2 0,1-1-1 15,-1 1-1-15,1-1 0 0,-3 2-1 0,-1 1 5 0,-1 5-9 16,-1-3-3-16,0 2-1 0,-2 3 1 0,0 1-3 16,-1-3-1-16,1 3 0 0,-1 1-18 0,-5 1-8 15,14 3-9-15,-8 2-10 0,3-3-13 16,0 5-15-16,0 1-27 0,-3-1-28 0,2 4-40 15,6 0-37-15,-6-1-41 0,-2-1-189 0,2 0-473 0,-2-1 209 16</inkml:trace>
  <inkml:trace contextRef="#ctx0" brushRef="#br0" timeOffset="99634.39">22540 12609 234 0,'0'-4'285'0,"3"2"-30"16,-3-2-26-16,0 4-24 0,5-3-24 0,-5 3-16 16,5-3-21-16,-5 3-15 0,8 0-11 0,-8 0-16 0,11 5-12 15,-3-2-5-15,-4 1-18 0,2 3-11 0,-3 1-9 16,1-3-6-16,1 4-7 0,-3-1-5 0,0 4-5 16,-2-3-5-16,0 1-2 0,-3 0-5 0,-2-1-1 15,1-3 2-15,0 3-4 0,-1-2 0 16,1-2-4-16,2 0-1 0,-1 0-2 0,2-2-3 0,-2 2-2 15,3-1 0-15,-1-1 1 0,1-3 2 0,0 6 2 16,1-2-1-16,6 0 0 0,-3-2-2 0,3 3 7 16,1-2 2-16,5 1 1 0,-4 1-1 0,2 2 0 15,-1-2 2-15,-1 0-4 0,0 5 1 0,1-4-1 16,-1 2 0-16,-1-1-4 0,0 1 3 0,-2-1-3 16,-1 3-3-16,-1 1 1 0,-4-2-1 0,0-1-1 15,-2 0-4-15,0 0-12 0,-4 1-8 0,-3-1-22 16,-1-1-25-16,-4 2-40 0,1-2-40 0,-1 1-59 15,-5-3-130-15,7-3-369 0,-1 0 165 0</inkml:trace>
  <inkml:trace contextRef="#ctx0" brushRef="#br0" timeOffset="100084.43">22914 12545 75 0,'2'-3'222'0,"3"-2"-27"15,-1 3-17-15,1-1-16 0,1 1-20 0,0 2-13 16,-6 0-10-16,12 0-18 0,-4 5-12 0,2-2-11 16,-6 3-7-16,1 2-5 0,2 1-8 0,-5 1-10 15,2 2-2-15,-4 1-4 0,0 1-5 0,0 2-4 16,-5 0-3-16,0 1-6 0,-2-3 3 0,2 3-7 15,-5-4 2-15,5-2-3 0,-1-4 0 0,-1 2-5 16,3-2 3-16,-1-3-3 0,2 1 2 0,-1-2 16 16,1 1 25-16,3-2 30 0,0-2 23 0,0 0-11 15,0 0-7-15,0 0-14 0,15-11-4 0,-2 0-9 16,1 0-6-16,0 0-5 0,3-3-5 0,2-5-7 16,1 0 2-16,2 1-9 0,-6 2-3 0,-1 3 1 15,-4 2-1-15,-2 3 2 0,0 1-2 0,-4 2-8 16,-1 0-4-16,1 3-9 0,-1-1-17 0,-4 3 1 15,0 0 1-15,5 10-3 0,-5-3 1 0,2 4-3 16,-4 2 2-16,2 4 0 0,-1 3 0 0,1-1 3 16,0 1 1-16,0 4 0 0,6 0 1 0,-1-6-7 15,3 0-6-15,1 1-24 0,5-2-37 0,7 1-54 16,4-1-72-16,-1-4-260 0,3-3-499 0,3-6 221 16</inkml:trace>
  <inkml:trace contextRef="#ctx0" brushRef="#br0" timeOffset="100633.83">23545 13210 39 0,'0'0'200'16,"0"0"-3"-16,0 0-7 0,-6-2-3 0,6 2-9 16,0 0-12-16,0 0-3 0,0 0-10 0,0 0-7 15,0 0-6-15,0 0-21 0,0 0-12 0,0 0-5 16,17-7-16-16,-8 5-9 0,10-3-9 0,3 2-4 16,6-2-7-16,3 1-4 0,2 1-6 0,2 0-4 15,2-1-6-15,1-2-8 0,0 2-18 0,-2-3-18 16,0 2-26-16,-4 2-27 0,-3 0-36 0,-1-2-42 15,-10 3-38-15,-4-2-183 0,-1 1-388 0,-3 1 172 16</inkml:trace>
  <inkml:trace contextRef="#ctx0" brushRef="#br0" timeOffset="100883.37">23823 13049 130 0,'0'0'267'0,"-4"-3"-12"16,4 3-14-16,-3-3-16 0,3 3-23 0,-3-5-24 16,3 5-18-16,0 0-18 0,0 0-17 0,0 0-18 15,0 0-8-15,0 0-13 0,0 0-10 0,0 0-10 16,-1 11-5-16,2-2-9 0,-1 1-2 0,0 1-8 16,0 2-2-16,5 4-4 0,-5 1-2 0,0 0-6 15,0 1 1-15,4-4-25 0,-3 6-17 0,3-3-20 16,0-2-29-16,0 1-21 0,-1 0-36 0,3-2-24 15,0-1-56-15,-1-2-149 0,3-7-376 0,1 2 167 16</inkml:trace>
  <inkml:trace contextRef="#ctx0" brushRef="#br0" timeOffset="101058.4">24270 13167 33 0,'4'-2'259'0,"-1"1"-17"16,-3 1-23-16,4-5-24 0,-3 2-20 0,-1 3-17 0,9-4-27 16,-4 4-34-16,4-2-35 0,0 2-48 0,0-2-46 15,6 2-48-15,-2 0-166 0,6-1-266 16,1-2 118-16</inkml:trace>
  <inkml:trace contextRef="#ctx0" brushRef="#br0" timeOffset="101202.65">24860 13139 28 0,'0'0'211'0,"0"0"-23"15,5-2-19-15,-5 2-17 0,4-4-16 0,2 1-48 0,0 3-34 16,3-4-42-16,4 3-51 0,5-2-128 0,1 3-180 16,3-4 80-16</inkml:trace>
  <inkml:trace contextRef="#ctx0" brushRef="#br0" timeOffset="101342.4">25408 13111 228 0,'0'0'215'0,"6"0"-10"0,-6 0-20 0,5-2-17 16,-5 2-19-16,8-3-15 0,-5 1-26 0,2-1-37 0,2 3-45 16,7-1-46-16,3-3-54 0,2 1-159 0,-1 2-252 15,5-2 112-15</inkml:trace>
  <inkml:trace contextRef="#ctx0" brushRef="#br0" timeOffset="101478.43">25975 13089 132 0,'0'0'219'16,"5"-2"-20"-16,-1-1-17 0,-4 3-23 0,5-4-15 16,-1 0-30-16,5 6-36 0,-3-5-45 0,6 0-44 15,6 1-57-15,0-1-130 0,3-1-213 0,1 1 96 16</inkml:trace>
  <inkml:trace contextRef="#ctx0" brushRef="#br0" timeOffset="101602.04">26475 13075 244 0,'0'0'251'16,"5"0"-10"-16,-5 0-9 0,6 3-18 0,-6-3-17 16,0 0-22-16,0 0-27 0,0 0-46 0,0 0-56 15,7 0-99-15,-7 0-247 0,0 0-324 0,0 0 143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4-25T04:20:50.4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5542 3111 123 0,'0'0'127'0,"0"0"-10"0,0 0-3 0,0 0-10 16,0 0-17-16,0 0-12 0,0 0-12 0,0 0-1 0,0 0-20 0,0 0 2 16,0 0-17-16,0 0-11 0,0 0-9 0,0 0-4 15,0 0-9-15,0 0-8 0,0 0-3 0,0 0-7 16,0 0-4-16,0 0 1 0,0 0-4 0,0 0 11 16,0 0-5-16,0 0 9 0,0 0 1 15,0 0 2-15,0 0-5 0,0 0 15 0,0 0-5 16,0 0 0-16,0 0 2 15,0 0 11-15,0 0-2 0,0 0 8 0,0 0 9 16,0 0 3-16,0 0 8 0,0 0 11 0,0 0 3 16,0 0 3-16,0 0 12 0,0 0 8 0,0 0 4 15,0 0 12-15,0 0 6 0,0 0 12 0,0 0-1 16,0 0 2-16,0 0-1 0,0 0-8 0,0 0-7 16,0 0-7-16,0 0-7 0,0 0-10 0,0 0-5 15,0 0-6-15,0 0-7 0,0 0-4 0,0 0-5 0,0 0-4 16,0 0-3-16,0 0-3 0,0 0-1 0,0 0 4 15,0 0 7-15,0 0-1 0,-11-18 6 0,11 18 2 16,0 0 3-16,0 0 2 0,0 0-2 0,0 0-2 16,0 0-1-16,-6-3 0 0,6 3 1 0,0 0-5 15,0 0-2-15,0 0-6 0,0 0 3 0,0 0-6 16,0 0-2-16,0 0-4 0,-2-6-4 0,2 6-6 0,0 0-8 0,0 0-3 16,0 0-27-16,0 0-25 0,0 0-19 0,0 0 5 15,5 26 3-15,-5-9 10 0,-3 5 5 0,1 13 5 16,4 6 2-16,-4 11 5 0,-2 2 7 0,1 0 4 15,-2 6 3-15,2 0 0 0,0-5 2 0,2 1 4 16,-2-5 3-16,4 0 2 0,-1-3 2 16,-1-17-1-16,1 2 0 15,-5-6 7-15,5-3-4 0,0-6 2 0,0-2 3 16,0-6 5-16,0 6-6 0,0-7 3 0,0 0-2 16,0-1 1-16,0-2 9 0,0-6 10 0,0 8 13 15,0-8 11-15,-4 3 3 0,4-3 8 0,0 0 4 16,0 9-1-16,0-9-4 0,0 0-7 0,0 0-14 15,0 0-10-15,-9-25-8 0,9 16-12 0,-5-5-4 16,4-7-14-16,-4 2-8 0,0-13-8 0,1 4-11 0,-1-4-6 16,2-3-15-16,-3-7-1 0,5-5-8 0,-4 1 2 15,5-1 1-15,0 6 5 0,-7-9 10 0,5 6 3 16,-2 2 12-16,2-5 17 0,-2 14 13 0,4-3 18 16,-3 1 15-16,3-11 1 0,-5 15 4 0,5-4-4 15,-1 3 4-15,1-3 5 0,0 1-1 0,1 3 4 16,5-6-5-16,-4 7-4 15,4 0 1-15,0-1-5 0,7 4-3 0,-1-2-3 16,2 5 0-16,6 1-8 0,-1-3 5 0,0 7-7 16,9-1 0-16,-4 0-4 0,7 5 2 0,-3 0-4 15,0 1 1-15,5 2-5 0,-6 7-6 0,0 1-13 16,2 4-1-16,-5 5-7 0,5 2-1 0,-2 1-7 16,-8 3 3-16,2 8 6 0,-8-2-4 0,-2 6 3 15,-2 7 5-15,-8 4 2 0,-2 13 3 0,-11-2 3 0,-3 5 8 16,-8 2-5-16,-7-6 6 0,-3 3-1 0,-2-8 3 0,1 2-5 15,0-10 2-15,-4 2 10 0,3-10 7 0,8-6 4 16,0-2 5-16,1 3 11 0,3-14 11 16,5 3 5-16,4 3 15 0,5-6 10 0,-3-3 13 15,-1 0 18-15,7-1 8 0,0-2 12 0,-2 3 10 16,8-3 2-16,-8 5-17 0,8-5-10 0,-6 3-6 0,6-3-14 0,0 0-7 16,0 0-18-16,0 0-2 0,0 0-12 0,-7 1-9 15,7-1-16-15,0 0 5 0,6 17-15 0,1-9 3 16,1 5-3-16,4 4-2 0,3 6-1 15,3 6-2-15,2-3-2 0,4 12 4 0,0 4 0 16,-1-6-5-16,3 6 4 0,-5-4 0 0,5 0 4 0,-5-2-3 16,5-3-1-1,-8-7 2-15,-3-3-1 0,-2 6-2 0,1-12 1 16,-2-4 4-16,-4 3-4 0,1-7-4 0,-5 1 3 16,4-2-1-16,-4 0-1 0,-4-8-2 0,8 9-3 15,-2-4 4-15,-6-5-1 0,3 7 3 0,-3-7-4 16,0 0-2-16,6 10 4 0,-6-10-3 0,0 0 6 15,6 5 3-15,-6-5-2 0,0 0 3 0,0 0-2 16,0 0-5-16,0 0-14 0,5 7-13 0,-5-7-12 0,0 0-23 16,0 0-19-16,0 0-55 0,0 0-59 0,0 0-47 15,21-22-58-15,-15 14-230 0,2 0-570 0,-1-9 253 0</inkml:trace>
  <inkml:trace contextRef="#ctx0" brushRef="#br0" timeOffset="786.45">6333 3498 98 0,'0'0'183'16,"0"0"-21"-16,-15 0-14 0,15 0-21 0,0 0-9 16,-14 9-14-16,2-3-14 0,4 3-6 0,-4 0-13 15,2 8-3-15,-2 1-10 0,1 4-1 0,-4 2-13 16,6 0-2-16,-3 4-5 16,0 1-4-16,2-3-3 0,4-1-5 0,-1 0 3 15,2-3-4-15,4 5-1 0,-1-6 15 0,4-3-7 16,1 3 8-16,1-5 9 0,1-2 6 15,-1 2 6-15,3-5 6 0,-1-3 13 0,4 0 8 16,-2 0 9-16,4-7 5 0,4-2-2 0,-2-3 0 0,6-1-7 16,-7-4 1-16,7-2-2 0,-5-3-5 0,3 1-2 15,-4-4-1-15,-2-4 11 0,-3 7-5 0,-3-11-10 0,2 4-5 16,-2 0-2-16,-2-2-4 0,-8 1 0 0,4 1-4 16,-6 0-9-16,3 2-3 0,-8-1-8 0,2 5-9 15,-3-4-8-15,-2 8-6 0,-5-3-7 0,0 5-6 16,4 4 1-16,-12-11-4 0,7 11-5 0,5 2 0 15,3 0-16-15,0 1-15 0,3 2-11 0,1-6-18 16,8 6-16-16,-13-2-18 0,13 2-8 0,0 0 5 0,0 0 18 16,0 0 3-16,0 0 7 0,0 0 10 0,33 8-1 15,-6-8-3-15,16-6-2 0,-1 3-2 0,8-5-6 16,3 3-4-16,1-1-3 0,4-5-2 0,1 1 3 16,15-6 6-16,-16 8 6 0,-7 0 7 0,-1-6 1 15,-3 10 10-15,-9-8 5 0,-11 6 13 0,-1-3 8 16,-7 7 21-16,-5 1 19 15,-1-4 24-15,-2 5 15 0,-8-2 16 0,-3 2 7 16,12-1-1-16,-12 1-13 0,0 0-7 0,0 0-8 16,0 0-5-16,-39 8-5 0,12 2-4 0,1 3-2 15,-1 2-4-15,-10 3-6 0,1 6-4 16,9-5-3-16,-3 11 6 0,-1 2-11 0,9-7 0 16,-4-2-1-16,11 4-5 0,-3-1-1 0,2 0 1 15,9-2-1-15,1-1 1 0,1-2 2 0,10-4-3 0,-4 1 1 0,11 1 5 16,2 0 2-16,7-11 3 0,5 6 9 0,1-9-14 15,13-7 2-15,0-2 1 0,-8-4 3 0,6-5-4 16,-6 2-6-16,3-7 0 0,-10 3 7 0,-4-5-5 16,-2-2 0-16,2 1-5 0,-8-2 11 0,1-2-9 15,-5 5 1-15,0-2-3 0,-4-8-2 0,-2 14-10 16,-6-7-9 0,0-1-12-16,-2 13-4 0,-4-8-7 0,-2 5-7 15,-4 2-9-15,0 0-8 0,2 5-22 0,-6-1-20 16,6 5-21-16,-1-2-29 0,7 1-32 0,-5-1-184 15,12 5-403-15,0 0 178 0</inkml:trace>
  <inkml:trace contextRef="#ctx0" brushRef="#br0" timeOffset="1557.25">7467 2907 217 0,'-4'-8'303'0,"4"5"-20"0,0 3-29 16,-6-8-23-16,6 8-30 0,0 0-27 0,0 0-22 15,0 0-20-15,0 0-15 0,0 0-9 0,4 31-4 16,1-5-19-16,-5 20-6 0,3-2-6 0,-3 10-7 16,1 0 2-16,4 3-14 0,-5 3-2 0,1 0-9 15,-1-3 4-15,0-3-10 0,3-2-4 0,0-4 1 16,-4-1-5-16,2-12-3 15,-1-7-1-15,0-6-1 0,0-5-4 0,3-3 4 16,-6-1-8-16,3-2 3 0,0-3 13 0,-1-2 32 16,1-6 32-16,0 12 20 0,0-12-15 15,0 0-8-15,0 0-8 0,0 0-16 0,-29-18-1 16,17 10-10-16,0-3-7 0,-2-3-2 0,-1 1-7 0,-3-1-8 0,-3-1 1 16,6 3-4-16,-3-3-7 0,3 4-1 0,-4-4-6 15,1 5 3-15,3 4-5 0,1-8 0 0,7 7 1 16,-5 2-4-16,4-3-3 0,-5 7 0 0,7-7-2 15,-4 3 1-15,10 5-16 0,-12-6-8 0,6 3 6 16,6 3-5-16,0 0 0 0,-7-7 7 0,7 7-20 16,0 0 5-16,19-18-11 0,-2 13 7 0,7-8-12 15,5-1 4-15,16 3 1 0,8-5 5 0,0-2-6 16,18-3 0 0,8 3 2-16,-5-3 5 0,0 5-5 0,0-3 5 15,-19 10 3-15,-1-7 3 0,-1 5 1 0,2 5 3 16,-10-7-2-16,-4 5 4 0,-12 3 6 0,-2 4-3 15,-7 1 2-15,-4-7 3 0,-5 6-1 0,1 1 9 16,-4-4 9-16,-8 4 3 0,13-4 6 0,-13 4-1 16,0 0 0-16,0 0-5 0,12 3-3 0,-12-3-2 15,0 8 2-15,0-8-6 0,-18 15 3 0,9-3 2 0,-3-1-3 0,-2 1 2 16,1 4 0-16,-1-3 2 0,0 1-9 0,2-1 13 16,2 4-12-16,-2-1 10 0,1 1-10 0,0-4 10 15,4 3-14-15,1 3-2 0,-3-3 2 16,4 0 2-16,1-3-4 0,-1 4-1 0,4-3 0 15,2 2 1-15,5 0 5 0,0 3-3 0,8-10 3 16,-2 4-1-16,6 1 5 16,0 4-1-16,8-6-3 0,1 4 2 0,-1-2-1 15,0 1 0-15,-5-2 3 0,-1-4-7 0,-7 0 3 16,-5 0-3-16,2-5 1 0,-2 5 2 0,-2-2-7 16,-5 1 4-16,-1-8 7 0,-6 14 5 0,-7-1-1 15,-13-4-3-15,-1 4 4 0,-14 0-6 0,-4-2 5 16,-2 3-21-16,0-3-30 0,1-1-45 0,3-1-62 15,-4-3-80-15,6-1-323 0,14-3-599 0,-1-4 265 0</inkml:trace>
  <inkml:trace contextRef="#ctx0" brushRef="#br0" timeOffset="2545.42">9743 3314 61 0,'-7'-11'155'0,"7"11"-6"0,0-4-10 15,0 4-1-15,-6-5 2 0,6 5-5 0,0 0-4 16,-1-5-11-16,1 5-6 16,0 0-7-16,-5-7-8 0,5 7-8 15,0 0 1-15,0 0-6 0,0 0-5 0,0 0-12 16,-7-8-7-16,7 8-4 0,-8-1-7 0,8 1-4 15,-15 4-13-15,5 1 3 0,-1-1-6 0,-3 2 0 0,-2 1-5 16,1 6 0-16,-1-3 0 0,-2 1-9 0,-1 8-2 16,-3 1 0-16,7 5-21 0,-3-2-15 0,-2 2 8 15,7 1 4-15,1-1 0 0,4-4 1 0,1 1-1 0,1 3 3 16,6-3-2-16,0-1 6 0,6-2 2 0,-2-2 0 16,7-1 18-16,2-3 11 0,13 1 16 0,1-6-8 15,4-8 0-15,9 0-4 0,3-6-1 0,-1-4-5 16,-3-9-3-16,1 3 6 0,1-7-8 0,-8-3 1 15,0-4 1-15,-10 9 2 0,-6-5-3 0,2-4 2 16,-4 0-7 0,-3-5 1-16,-6 2-2 0,-4-2-5 0,-2 1-6 15,-8 6-6-15,-2-4 5 0,-10 7-14 0,0 3 4 16,-2 0-4-16,-4 5 1 0,-1 6-4 0,0 2-2 16,-1-1-8-16,-5 7-12 0,7 2-11 0,-1 1-17 15,12 1-27-15,-5-1-22 0,5 3-40 0,5 1-20 16,2 2-22-16,5-2-123 0,3-4-340 15,0 0 151-15</inkml:trace>
  <inkml:trace contextRef="#ctx0" brushRef="#br0" timeOffset="2961.27">10334 2793 50 0,'0'0'311'0,"2"-8"-18"0,-2 8-27 0,0-7-27 16,0 7-30-16,0 0-20 0,0 0-29 0,-8-9-21 16,8 9-14-16,0 0-15 0,-3 24-10 0,0 6-12 15,-3 13-5-15,-2 3-10 0,1 9-5 0,-5 7-6 16,1 23 2-16,-3-4-10 0,5-24-8 0,2 10-2 16,4-9-6-16,-2 1-3 0,5-5-1 0,0-5-3 0,6-3-2 0,-4-13 1 15,4-5-6-15,0-3-6 0,-2-8-1 0,-1 1 0 16,-1-8 0-16,2 0 1 0,-2-4 8 0,1 1 18 15,-1-2 12-15,-2-5-5 0,0 0-4 0,0 0-5 16,15-20-7-16,-14 6 2 0,2-2-4 16,-3-3-10-16,-6-8-9 0,-4-3-14 0,-4 0-8 15,-6 0-7-15,2 2-7 0,-15-4 4 0,-5 5-4 0,5 6 3 0,-2-2 2 16,3 10 1-16,3-3 3 0,2 7-1 0,0 0 13 16,9 0 10-16,3 6-1 0,0-7 1 0,4 7-2 15,3 2 3-15,2-3 1 0,6 4-2 0,0 0 0 16,26-16-6-16,6 10-14 0,18-2-19 0,30-4-23 15,15-4-36-15,1-3-47 0,43-11-56 0,-9 8-61 16,-44 4-187-16,8-7-476 16,4 5 211-16</inkml:trace>
  <inkml:trace contextRef="#ctx0" brushRef="#br0" timeOffset="3625.35">12251 2544 129 0,'0'0'260'0,"6"-3"-18"16,-6 3-20-16,0 0-26 0,3-7-24 0,-3 7-19 0,0 0-21 15,0 0-16-15,0 0-13 0,-12 23-12 0,4-1-6 0,-1 3-14 16,-3 5-5-16,-5 14-7 0,-2 7-2 15,-1 9-8-15,-12 17 0 0,9-21-6 0,-7 24-1 16,9-23-6-16,-12 17-4 0,12-21-2 0,1-4-2 16,0-3-1-16,4-7-1 0,3-9-6 0,6-9-3 15,1-3 3-15,0-5-2 0,6 0 39 0,-6-5 30 0,1 0 41 0,4 0 48 16,-1-3 54-16,2-5 34 0,0 0-19 0,0 0-21 16,-4-22-26-16,7 1-21 0,1-9-16 0,5-16-15 15,0 7-19-15,2-12-11 0,3-5-20 0,2-4-6 16,-1 1-8-16,4 1-10 0,0 1-6 0,1 8-7 15,-7 6-7-15,-6 11-4 0,-4 2-1 0,7 8-4 16,-4 6 3 0,-3 2-7-16,2 3-5 0,-4 4-8 0,5-4-7 15,-6 2-7-15,5 6-13 0,-5 3-14 0,3-5-10 16,-3 5 1-16,13 8-7 0,-2 4-4 0,4 14-4 0,-1 4 1 16,5 16 4-16,1 0 0 0,-5 1 5 15,0 5 5-15,-3-1 0 0,4 3 2 0,-7 0 0 16,1-2 7-16,2-7 3 0,-4-1 2 0,0-10-1 15,1-4 3-15,-5 0 5 0,1-8 0 0,-4-5-5 0,2 2-1 0,0-8 6 16,0-3-10-16,-3 5-7 0,3-5-3 0,-3-2-9 16,0-6-6-16,0 8-12 0,0-8-14 0,0 8-23 15,0-8-33-15,0 0-51 0,-9 6-56 0,9-6-72 16,-22-6-64-16,11 0-266 0,-3-2-682 0,4-3 303 16</inkml:trace>
  <inkml:trace contextRef="#ctx0" brushRef="#br0" timeOffset="3894.86">11874 3239 157 0,'-11'0'235'16,"11"0"-6"-16,-9 2-12 0,9-2-8 0,-10 2-15 0,10-2-13 15,0 0-9-15,0 0 2 0,33-8-24 0,-3-2-9 0,19 1-14 16,5-2-9-16,-1-1-12 0,6-2-11 0,15 0-7 15,-24 2-14-15,-6 0-4 0,-2 3-9 0,-1 4-4 16,-14-3-5-16,1 7-6 0,-10-3-6 0,-3 0-5 16,-4 0 0-16,-2 3-12 0,-2 1 2 0,1-2-18 15,-8 2-6 1,10-5-9-16,-10 5-4 0,0 0-12 0,0 0-12 16,0 0-22-16,-30 16-10 0,21-12-30 0,-5 5-20 15,4-3-32-15,1 1-25 0,0-3-27 0,-2 5-160 16,3-4-392-16,2 0 173 0</inkml:trace>
  <inkml:trace contextRef="#ctx0" brushRef="#br0" timeOffset="4102.01">12910 3231 27 0,'0'0'353'0,"0"0"-32"15,0 0-19-15,-1 8-18 0,1-8-34 0,0 0-21 0,1 7-22 0,-1-7-28 16,0 0-37-16,0 0-57 0,0 0-77 0,0 0-75 16,20-13-77-16,-11 10-219 0,5-6-393 0,-1 1 174 31</inkml:trace>
  <inkml:trace contextRef="#ctx0" brushRef="#br0" timeOffset="4565.38">13529 2764 335 0,'1'-3'337'16,"-1"0"-12"-16,0 3-30 0,2-10-17 0,-2 1-34 0,0 9-28 0,0 0-27 15,0 0-23-15,0-8-26 0,0 8-19 0,0 0-14 16,0 0-14-16,0 30-8 0,3-11-11 0,-6 8-6 15,1 5-9-15,1 13-4 0,-2 1-6 0,3 1-6 16,-3 5 9-16,-3-5-18 0,0 5 2 0,0-2-5 16,3-6-6-16,-2-1 12 0,2-7-15 0,-3-4 1 15,2-2 2 1,1-1-9-16,-1-9 1 0,3-4 5 0,-1-3-9 16,-2-2 3-16,-1-3 10 0,5 0 19 0,0-8 45 15,0 11 53-15,0-11 44 0,0 4 41 0,0-4-22 16,0 0-18-16,-7-23-21 0,4 4-16 0,-3 0-16 15,1-11-13-15,-2-12-18 0,5-7-15 0,-5-11-12 16,-4 2-13-16,8-1-9 0,-2-6-5 0,4 1-5 16,1 8-3-16,1 6-5 0,-1 0-1 0,5 5 4 0,-5 14 1 15,0 4-2-15,1 7-7 0,1 2 1 0,3 2-6 0,-2 3-4 16,1-4-4-16,1 7-15 0,-1 1-8 0,8-1-18 16,3 0-12-16,11 2-20 0,4 3-25 0,13 0-20 15,4 10-30-15,-5-4-37 0,8 10-37 0,-6 0-27 16,1 5-29-16,-3 5-39 0,-1-3-54 15,-1 2-38-15,-15 3-256 0,1-8-699 0,-3 7 308 0</inkml:trace>
  <inkml:trace contextRef="#ctx0" brushRef="#br0" timeOffset="4750.22">13697 3656 84 0,'-5'7'325'0,"4"-3"-3"16,-4 1-6-16,5-5-34 0,0 0-27 0,0 0-25 16,38-9-25-16,-11 1-23 0,4-1-16 0,12-9-39 15,6 6-47-15,-7-6-55 0,8 8-66 0,-8-10-77 16,1 7-82-16,-14-8-174 0,-2 5-404 0,-3-2 179 16</inkml:trace>
  <inkml:trace contextRef="#ctx0" brushRef="#br0" timeOffset="4950.75">13523 3203 298 0,'-8'-3'273'0,"8"3"-20"0,-12 0-24 0,12 0-21 16,0 0-19-16,0 0-19 0,0 0-15 0,46 1-17 15,-18-1-11-15,19 0-17 0,2 2-52 0,2-2-69 16,-1-3-95-16,1-1-243 0,-5-1-378 0,-2-2 168 16</inkml:trace>
  <inkml:trace contextRef="#ctx0" brushRef="#br0" timeOffset="5216.32">14527 3341 2631 0,'-6'6'403'0,"2"-3"-90"16,4-3-31-16,-3 8-57 0,3-8-48 0,-6 2-32 0,6-2-33 0,0 0-19 15,0 0-21-15,-6 9-12 0,6-9-9 0,0 0-30 16,0 0-37-16,0 0-88 16,0 0-110-16,0 0-144 0,0 0-292 0,0 0-702 0,24-28 311 0</inkml:trace>
  <inkml:trace contextRef="#ctx0" brushRef="#br0" timeOffset="9323.7">16235 1978 15 0,'0'-9'135'0,"0"9"-2"0,0 0-1 15,0 0 3-15,0-8-1 0,0 8 0 0,0 0 2 16,0 0 5-16,-6-3-15 0,6 3-2 0,0 0-8 16,0 0-4-16,0 0-9 0,0 0-8 0,0 0-11 15,0 0-12-15,0 0-3 0,0 0-11 16,0 0-9-16,0 0-8 15,0 0-22-15,0 0-19 0,0 0-4 0,0 0-1 16,-3 23 5-16,3-7-15 0,3 17 15 0,-3 1-8 16,5 18 5-16,-4 4 2 0,-1 8 2 0,5-2-1 15,-4 16 0-15,2-18 3 0,2 27-6 0,2-5 7 16,-1-24 0-16,10 27-1 0,-4-2 3 0,0 4 2 16,-3-32-5-16,1 2-6 0,0 3 8 0,2-2 3 15,1-3-5-15,-4 1 5 0,2-3-5 0,-5-5-4 0,3 6 6 16,-4-8-2-16,1-3-7 0,-5 2 6 0,1-8 0 15,1-2 4-15,0 0 7 0,-6-4 4 0,6 1-4 16,-3-2 3-16,4-3-5 0,-4-5 1 0,3 2-1 16,-3 6 2-16,0-9 0 0,6 2 2 0,-6-2-1 15,2 0 0-15,2-5-4 0,-2 6 1 0,-2-5-1 16,3 1 2-16,0-1 5 0,-3-1-10 0,1-2 0 0,-1-1 0 0,5-2 2 16,-5-3-2-16,0 6 2 0,0-6-2 0,2 2-5 15,-2 2 2-15,0-1-1 0,4-3 2 0,-4 0 0 16,2 5-1-16,-2-13-1 0,0 14 2 0,0-7-4 15,0-7 2-15,0 18 1 0,0-10-1 0,0-8 0 16,0 18-1-16,0-9-2 0,0-1 2 0,0 6-2 16,0-3 0-1,0 7 2-15,0-2 2 0,-2-5-2 0,2 9 3 16,0-8 4-16,2 8 3 0,-2-1-1 0,-2 0-2 16,2-4 0-16,-4 0 2 0,4 0-3 0,-2 0-1 15,-3-4 1-15,5 1-1 0,5 2 0 0,-5-5 0 16,0 4-1-16,0-2-2 0,0-1 1 0,0-1 5 15,0-9-8-15,0 19-1 0,0-9 2 0,2-1-3 16,-2-1 4-16,0-8-2 0,4 21 0 0,-2-16 1 0,-2 4 0 0,0 0-2 16,0-9 2-16,0 18-1 0,3-10-1 0,0 4 3 15,-3-4-1-15,0 4-2 0,1-3 1 0,-1-9 3 16,5 18-1-16,-4-10 1 0,-1-8 4 16,3 13 10-16,0-3-5 0,-3-10-2 0,0 11-1 15,2-5-1-15,-2-6 0 0,4 15 1 0,-4-15-1 16,0 9-1-16,0-9 0 15,0 9-4-15,0-9 2 0,0 10-4 0,0-10 1 16,0 0-5-16,2 10 5 0,-2-10-1 0,0 0 3 16,0 8-1-16,0-8-3 0,0 0 2 0,4 11-1 15,-4-11 2-15,0 0-1 0,0 0 7 0,0 0-8 16,0 0-1-16,0 0 1 0,0 0 2 0,0 0 1 16,0 0 0-16,0 0 0 0,0 0-1 0,0 0 2 15,0 0-1-15,0 0-1 0,0 0 4 0,0 0-6 0,0 0 7 16,0 0-5-16,0 0 6 0,0 0-2 0,0 0 7 15,0 0-7-15,0 0-7 0,0 0-18 0,0 0-50 16,0 0-84-16,0 0-101 0,0-34-174 0,0 12-459 0,0-8 204 16</inkml:trace>
  <inkml:trace contextRef="#ctx0" brushRef="#br0" timeOffset="12161.92">5428 4970 19 0,'0'0'121'0,"0"0"-8"0,0 0-20 0,0 0-2 15,0 0-9-15,0 0-12 0,12-8-4 0,-12 8-7 16,9-6-13-16,3 3 2 0,-2-4-8 0,2 5-3 16,1-2-8-16,5 0-6 0,-2 0 6 0,3 0 3 15,1-1-13-15,-1 0-3 0,10 3 5 0,-2-3-4 0,1 4-1 0,0-1-3 16,4 2-1-16,9-2-12 0,4-2 12 0,-1-5-3 16,8 5 7-16,-1-1-11 0,5-1 1 15,18 0-1-15,-15 1-7 0,21-2 10 0,-8-8-4 16,6 7 3-16,2 3 0 0,-4-7-4 0,0 3 1 15,2 1-1-15,-2 5 0 0,-2-10-3 0,5 6 3 16,2-1 2-16,0-4-5 0,3-1 5 0,0 6 5 0,3-9-2 0,1 5 6 16,-3-2-1-16,-1 1-2 0,3 2-3 0,-9-2-6 15,6 7 6-15,-10-5-3 0,-14 3 1 0,19-1-2 16,1-5-5-16,3 2 4 0,-9 3 1 0,13 1 0 16,0-7 1-16,1 6-4 0,4 4 2 0,-4-4 0 15,1-4 3-15,-1 2-5 0,-3 3 2 0,-7 1-1 16,1-1-5-1,-5-2 0-15,-15 4 2 0,17 5 7 0,-1-4-9 16,12-1 12-16,-12 3-7 0,9-4 0 0,-1 2-4 16,3 1 18-16,0-2-17 0,5 0-1 0,3-7 0 15,-3 7-6-15,-7 4 3 0,2-9 5 0,2-1 2 16,-8 0-2-16,-1 5-2 0,1-4 0 0,-3 1 1 16,4-2 1-16,-6-1-6 0,2 3 9 0,-1-4 0 15,-2 5 4-15,5-2-6 0,-2-2 0 0,-3 4-6 0,6 0 9 0,-24 3-3 16,23-4-3-16,-5 5 3 0,-15 0-5 0,-5-2 3 15,28 6-11-15,-2 0 12 0,-19-2 3 0,17-3-2 16,-2 4 11-16,0-2-15 0,4 4 6 16,-6-8-1-16,6 8-3 0,-4-6-2 0,-2 4 11 15,-15-1-7-15,1 4-1 0,21-5 4 0,-25 4-6 16,3-1 3-16,19-6-2 16,-4 4 1-16,-19-3-2 0,17 5 8 0,-14-3-3 15,22-3-2-15,-21 0 3 0,21 4-1 0,-4-4-17 16,3 3 12-16,-23-2 11 0,24 2-11 0,-2-1 5 15,-2 3-1-15,-21-7-1 0,5 7-6 0,14-4 8 16,5 5-5-16,-23-3-1 0,18-2 7 0,-18 3-6 16,0 4 6-16,23-4-2 0,-20 2 0 0,-2-5 1 15,0 0-6-15,1 4 4 0,19-2-5 0,-18 6 4 0,-4-11 8 16,2 8-10-16,19-3 5 0,-1 5-3 0,-20-4-6 16,5 2 0-16,13-1 7 0,-17-3 0 0,0 3-2 0,0-3-2 15,-2 4 5-15,1-3-5 0,2 3-1 0,1-3 0 16,-4 1 10-16,4 2 6 0,-10-4-10 0,7 4-4 15,2-2 2-15,-1 4-1 0,0-7 1 16,3 8 0-16,0-3 1 16,-5-3-1-16,2 0-1 0,3-2 6 0,-3 5-6 15,3 0 3-15,-1-1-1 0,-2-1-3 0,0-3 8 16,3 12 2-16,-5-9-10 0,-1 2 6 0,2 2 9 16,-2-2-16-16,1 0 3 0,-1 1 5 0,-5-1-11 15,5 3 7-15,-6-6-2 0,5 8 4 0,-8-7-4 16,2 2 5-16,1-3-16 0,-1 6 13 0,-4-7-4 15,2 4 3-15,-2 0-2 0,1 0 6 0,1-2-5 0,-1 2 2 0,-3-6-9 16,4 2 9-16,-14 3-4 0,14-4 7 16,-14 5-5-16,15-5-1 0,-2 3 6 0,-10 2-5 15,8-5 2-15,4 1-8 0,-4 3 10 0,1-4-16 16,4 7 2-16,1-4-17 0,0 2 17 0,-5-2-7 16,8 1-5-16,-3-2-12 0,0 1 1 0,-3 2 0 0,2-2 8 15,-2 2 2-15,-13 0-5 0,9-1 11 0,-8 1-11 0,0-7 10 16,-2 6 15-16,2-1-13 0,0-1 0 0,-2 3-1 15,3-4 0-15,-4 2 1 0,3 0-10 0,0 1 8 16,-4-4-1-16,6 3-2 0,-3 1 6 0,10-4 5 16,-11 2 0-16,4-1 10 0,7 3 0 0,-2-5 1 15,-6-1 0-15,-6 4 4 0,17-3 3 0,-3 3 0 16,-11-2 7 0,14 1-12-16,0-1 16 0,1 5-10 0,-4-7 16 15,5 6-11-15,-5-4-4 0,1 3-7 0,2-3 7 16,0 4-7-16,3 1 6 0,-1-4-3 0,1 4-2 15,2-3-2-15,1 3 5 0,0 0 5 0,3 2-12 16,1-2 4-16,5 0 2 0,14 1-2 0,-17-1-10 16,3 5 12-16,16 0-2 0,10-2-4 0,-31 2-5 0,2-5 8 0,0 2 19 15,23-1-19-15,-20 3-4 0,15 0 4 0,-19 1 3 16,23 1-1-16,-20-3 0 0,19 1-6 0,-20 0 10 16,22 0 2-16,-3-1-3 0,-16 4-2 15,14-3-4-15,-21 0 1 0,3-4 3 0,18 7-8 16,-16-6 18-16,-4 4-17 0,25-5 5 0,-25 0-1 15,2-1 1-15,-1 4 1 0,5-3-8 0,14-8 7 0,-19 8 5 16,-1-3-6 0,5-1-4-16,-1 4 6 0,-1-1 5 0,1-4-5 15,-2 2 2-15,-2-3-4 0,25 3 10 0,-23-2-6 16,1 2-2-16,21-4 3 0,-19 6-2 0,16-3 0 16,4 3 1-16,-5 2-1 0,2-2 7 0,-22 1-6 15,25 5-1-15,1-2-4 0,-4-2 16 0,4-2-19 16,-2 1 4-16,1 1-6 0,4-1 10 0,0-1-9 15,-1 2-2-15,1 3-3 0,2-4 13 0,-11 0-1 0,11 1 1 0,-5 2-2 16,3-3 5-16,2 7-2 0,-2 0 10 0,2-5-11 16,0 4-2-16,7-1 3 0,0-2-8 0,0 4 5 15,7-5-9-15,-5 2 2 0,-2-1 0 0,-1 7 8 16,1-9-2-16,-4-1-1 0,1 4 7 16,-1-1-4-16,2 0 2 0,-2-1-4 0,-3 1-3 15,7-2-3-15,0 1 1 0,5 5 4 0,-9-5-2 0,7 5 2 0,-3-7-1 16,2 3-1-16,-1-2 3 0,0-1-4 0,-2 0 5 15,3 2 3-15,-2-4-4 0,2 1 3 0,-3 1 10 16,3 0-3-16,-2-5 1 0,3 3 4 0,-7-1-8 16,7 3 4-16,-7-2-6 0,4-2 4 0,-4 1-3 15,-3 1-2-15,-1 1 4 0,7-4-1 0,-3 2 0 16,3-9 4 0,-7 6 3-16,0-1-5 0,3 5 8 0,-5-9-2 15,4 3 3-15,0 3-1 0,-4-3 1 0,-2 0-6 16,0 2 5-16,-4-1-1 0,-17 2-6 0,0 0-5 15,23-2 13-15,-7-1-6 0,1 2-1 0,0-2-5 0,-19 2-3 16,23-1 6-16,-4 2-13 0,-2 1 7 0,-15-1 0 16,0-2 1-16,15 4 5 0,-18 2 10 15,2-5-9-15,-2 2 3 0,-2 4-6 0,-1-3 4 0,0 3 2 0,-5-1-4 16,4 1-5-16,-5-4 0 0,-3 4-2 0,1 2 0 16,-4 0 5-16,0-4-9 0,-8 2 5 0,6 3-1 15,2-3 5-15,-6 0-4 0,3 0 2 0,-8 3-2 16,2-3-5-16,-5-3 6 0,-1 8 5 0,2-7 1 15,-9 4 6-15,-3-4 5 0,1-1 1 0,-2 6 3 16,-3-3 3-16,2-3 8 16,-5 3-1-16,-9 0 2 0,16 0-1 0,-16 0 0 15,14 0 4-15,-9-1-2 0,-5 1 5 16,0 0-8-16,0 0 3 0,12 0-3 0,-12 0 0 16,0 0-8-16,0 0-3 0,10-2-4 0,-10 2-16 15,0 0-22-15,0 0-33 0,9 3-40 0,-9-3-47 16,0 0-67-16,0 0-143 0,0 0-373 0,-39-17 166 15</inkml:trace>
  <inkml:trace contextRef="#ctx0" brushRef="#br0" timeOffset="14389.65">17877 2157 105 0,'1'-7'153'0,"-1"7"-5"0,0 0-8 16,0 0-6-16,0 0-7 0,5-5-11 0,-5 5-6 15,0 0-14-15,0 0-9 0,0 0-13 0,3-5-7 16,-3 5-13-16,0 0-7 0,0 0-6 0,0 0-12 16,0 0-5-16,-35 17-5 0,14-6-1 0,-8 2 3 0,-9 6-10 0,-3 0 3 15,5 3 3-15,-3-1-13 0,-2 0 8 0,3-3-5 16,2 3 2-16,8-4-7 0,-8 12 5 0,9-15-8 16,6 8 4-16,1-1 5 0,-3-5-7 0,13 1 4 15,-4-4-5-15,7 1 5 0,1 2-6 16,3-3 0-16,-1 0 7 0,11 9-5 0,3-8 6 15,-1 3-6-15,15-1 3 0,5 5 4 0,6-4-1 0,10 4-5 0,2-2-2 16,2 1 6-16,-1-1-3 0,-1-1 1 0,0 9-6 16,-2-10 5-16,-5 9 0 0,-13-6-4 0,8 3 1 15,-4 7 2-15,-14-12 3 0,0 8-4 0,-4-5-2 16,-5-1-3-16,-5-2 6 0,-5 4 4 0,-2 3 9 16,-5-11-6-16,-9 20 3 0,-16-13 1 0,-1 5-3 15,-5-2 0-15,-1-4 0 16,-6 1 3-16,5-5 0 0,-5-2-5 0,0 2-3 15,3-7 7-15,2-2-3 0,13-1-1 0,-3 1 4 16,12-6 2-16,1-1 8 0,7 5 15 0,2-5 5 16,10 0 11-16,-19 0-8 0,10 3-7 0,9-3-10 15,0 0-14-15,0 0-19 0,0 0-20 16,0 0-24-16,0 0-38 0,28-25-44 0,0 20-60 16,-13-8-100-16,11 5-313 0,-1-4 139 0</inkml:trace>
  <inkml:trace contextRef="#ctx0" brushRef="#br0" timeOffset="14806.4">18516 2699 117 0,'-13'7'108'0,"-2"0"-1"0,-3 8-22 0,-2 5 2 0,0-4-20 0,7 13-1 15,-3-3-25-15,3 1 15 0,-5 2-8 0,7 0-2 16,2-4-2-16,0 2-5 0,3-2-12 0,6-4 1 16,-3 6-3-16,3-6 14 0,0-3 1 15,4 0 7-15,1-2-1 0,9-4 16 0,-5-1 7 16,9-1 4-16,1-4-4 0,3 1 4 0,9-11-6 15,-3 4 7-15,-1-8-6 0,2 0 9 0,-2-6 4 0,-1-7 1 0,1 1 5 16,-9-5-1-16,-1-2 2 0,1-3-11 0,-5-2-4 16,-5 0-13-16,-2-4-3 0,-6 4-9 0,-5-3-13 15,-2 4-9-15,-7-1-10 0,1 7-2 0,-7 1-12 16,-1 6 3-16,-8 1-11 0,3 1-7 0,-2 2-15 16,-3 1-8-16,1 10-13 0,-9-5-18 0,7 10-7 15,5-4-27 1,10 1-26-16,0 1-31 0,4 0-26 0,5 3-115 0,2-2-323 15,6-1 144-15</inkml:trace>
  <inkml:trace contextRef="#ctx0" brushRef="#br0" timeOffset="15175.97">18972 2330 73 0,'-3'-8'296'0,"1"0"-12"16,2 0-21-16,0 8-18 0,-6-10-21 0,6 6-24 15,0 4-25-15,-6-6-18 16,6 6-19-16,0 0-22 0,0 0-19 16,0 0-8-16,0 0-14 0,6 28-8 0,-3-7-8 15,0 9-4-15,-1 3-6 0,1 19-3 0,-6-1-6 16,3 5-2-16,-2-1-6 0,-4-4 5 0,3 7-11 15,-6-4 3-15,12 0-5 0,-6-6-3 0,3 1-2 0,-1-16-1 16,5-1-6-16,-4-15 4 0,2 5-3 16,-2-2 1-16,1-11-1 0,-1 4 1 0,3-4 2 0,-3 0 3 0,0-9-1 15,0 13 0-15,0-13 4 0,0 8 15 0,0-8 4 16,0 0-1-16,3 8 3 0,-3-8-1 0,0 0 3 16,0 0-11-16,0 0-12 0,0 0-37 0,0 0-35 15,0 0-39-15,0 0-44 0,0 0-57 0,11-33-64 16,-8 22-203-16,3-1-495 0,0-3 219 15</inkml:trace>
  <inkml:trace contextRef="#ctx0" brushRef="#br0" timeOffset="15824.53">19344 2723 52 0,'0'0'222'16,"0"0"-27"-16,0 0-16 0,0 0-27 0,0 0-14 16,0 0-18-16,0 0-13 0,1 19-9 0,-2-6-13 15,1 4-4-15,0 4-8 0,-5 9-8 0,4-2-4 16,1 5-6-16,0-5 0 0,0-1-9 0,-2 3-3 16,-2-2-10-16,8-4-1 0,-4-8-1 0,0 6-3 0,2-9-4 0,-2-1 0 15,0-3 1-15,0 1-14 0,0-10 26 0,0 13 22 16,0-13 32-16,0 0 23 0,0 0-4 0,0 0-11 15,0 0-15-15,18-26-8 0,-9 9-5 0,3-11-9 16,2 4 0-16,-1-20-24 0,12 6-5 0,-12 7-9 16,4 0-7-16,0 5-2 0,-2 2-1 0,-6 6-3 15,1 2 2 1,-4 4-4-16,3-2-1 0,-4 6-3 0,-2 2-5 16,8 1-5-16,-11 5-5 0,16-5 2 0,-16 5-6 15,27 12 6-15,-10-4-6 0,0 4 4 0,-4 4-1 16,13 0 0-16,0 4 3 0,-4-1-1 0,15 10-4 15,-5 0-3-15,1-4 0 0,-7-7-4 0,-1 0-1 16,-2-5 0-16,0 4-5 0,-7-9 1 0,-2-3 2 16,3 3 6-16,-2-13 1 0,-6-1 0 0,4-2 4 0,-1-3 5 0,1-6 1 15,-7-5 6-15,3-3 10 0,-3-8 6 0,0 2 3 16,-5-3 0-16,-1-15 2 0,-1 3 1 0,-1-3 9 16,-2 0-2-16,2-2-3 0,-2-2 10 0,-2 3 1 15,4 1 11-15,2 5 7 0,-1 11 16 16,-4 3-3-16,5 9 12 0,-6 0-1 0,6 8-7 15,0 0-6-15,0 1-12 16,-1 3-13-16,1 9-5 0,1-14-33 0,-1 14-21 16,0 0-3-16,0 0 4 0,0 0 2 0,0 35 1 15,0-17-1-15,6 17 6 0,-6 6 2 0,0 10-1 16,-1-3 11-16,1 1-9 0,1 5 0 0,-1-8-1 16,0 6 4-16,0-6-1 0,5-11 4 0,-4 6-2 15,-1-4 1-15,0-7-1 0,0-8 2 0,2-10-9 16,-4 7-15-16,2-8-6 0,0 1 0 0,0-2 2 0,0-2 3 15,2 1-2-15,-2-9-5 0,0 0-17 0,0 0-72 16,0 0-88-16,0 0-58 0,0 0-177 0,-14-34-480 0,13 17 213 16</inkml:trace>
  <inkml:trace contextRef="#ctx0" brushRef="#br0" timeOffset="16241.16">19943 2579 119 0,'0'0'145'0,"0"0"-15"0,0 0-4 16,0 0 1-16,27 1 0 0,0-1-15 0,13-5-10 15,16 4-12-15,18-8-8 16,5-1-6-16,1 0-11 0,-6 2-6 0,-18 5 0 16,18-8-10-16,-21 3-6 0,-6 3-9 0,4-3 6 15,-10 1-9-15,0 4-4 0,-12-5-1 16,-4 4-3-16,-3 4 5 0,-9-6 4 0,-2 4 22 15,-11 2 9-15,16-1 20 0,-8-2 8 0,-8 3 1 16,0 0 3-16,12-2-4 0,-12 2 1 0,0 0-7 16,0 0-8-16,14-3-14 0,-14 3-7 0,0 0-5 0,0 0-11 0,0 0-12 15,0 0-5-15,0 0-6 0,7 19 4 0,-8-8-7 16,1 3-2-16,-3 4 1 0,0 2-1 0,3 9-3 16,-6-2-1-16,6 2 1 0,0-3 2 0,-2 8-5 15,2-3 2-15,0 1-1 0,-6-5-2 0,6 3 2 16,3-3-1-16,0 2 3 0,-3-12 1 0,2-1-1 15,2-7-1 1,-2 5-4-16,-2-6-4 0,0-8 2 0,3 13-4 16,-3-13 4-16,0 14 1 0,0-14-10 0,0 0-71 15,0 0-50-15,9-31-37 0,-9 10-41 0,0 0-205 16,0-10-445-16,-6-6 198 0</inkml:trace>
  <inkml:trace contextRef="#ctx0" brushRef="#br0" timeOffset="16379.11">20757 2157 193 0,'-5'-9'246'16,"4"2"-16"-16,-1 3-15 0,-4-3-27 0,6 7-17 16,-4-6-21-16,4 6-14 0,-3-5-16 0,3 5-18 15,0 0-10-15,0 0-22 0,0 0-29 0,0 0-24 16,41 6-55-16,-23 1-45 0,4 2-51 0,4 0-152 16,-6-2-311-1,4-1 138-15</inkml:trace>
  <inkml:trace contextRef="#ctx0" brushRef="#br0" timeOffset="16758">21445 2398 68 0,'-13'13'123'0,"3"3"-10"0,-2-1-4 15,0 5-15-15,-3 3-7 0,0 2-9 0,1 1-5 16,2-1-10-16,-1 1-5 0,7-8-7 16,-2 2-1-16,7-2-2 0,-4 2-10 0,5 2 17 0,-2-6-17 0,4-1 21 15,3-2 4-15,1-3 5 0,3 6-2 0,3-10-1 16,4 0 2-16,7-4-8 0,4-2-6 0,4-6-3 16,9 1-7-16,0-14-3 0,-1 8-3 0,-12-7-5 15,1 2-1-15,-4-4-7 0,-2-4-4 0,0 0-3 16,-4-1 0-16,-5-1 5 0,-4 0 2 0,-4 4-1 15,-5-8 7-15,-2 10 4 16,-4 0-9-16,-4-1 2 0,-5-1-4 16,-3 2-4-16,-2 2-7 0,-4 3 5 0,-2 1-6 15,-1 5 1-15,1 2-3 0,-1 2-4 0,7 1 3 16,3-1-17-16,1 5-19 0,-1 4-27 0,1-3-25 16,2 7-29-16,5-3-27 0,-2 3-30 0,5 0-114 15,6-8-302-15,3 14 134 0</inkml:trace>
  <inkml:trace contextRef="#ctx0" brushRef="#br0" timeOffset="17127.86">21959 2396 22 0,'0'0'234'16,"0"0"-23"-16,7 2-22 0,-7-2-23 0,0 0-22 15,1 8-12-15,-1-8-16 0,3 14-16 0,-3-1-9 16,0 0-5-16,-1 4-11 0,-1 9-3 0,1-5-7 16,-4 6-4-16,-3 2-9 0,4 0-4 0,1-7-5 15,-2-5-2-15,5 1-4 0,-6-6-4 0,6-2-2 16,-1-2 0-16,-1 3 6 0,-2-3 38 0,4-8 40 0,0 0 35 0,-2 9 22 16,2-9-14-16,0 0-24 0,0 0-12 0,21-36-17 15,-2 12-8-15,-3 4-4 0,4-6-13 0,4 2-12 16,-6 2 4-16,0 1-9 0,-4 7-5 0,0-2-5 15,-1 4-6-15,-2 6-12 0,-4 1 5 0,2 1-13 16,-9 4-17-16,28 4-10 0,-9 5-3 0,2 8-7 16,5 0 3-16,0 11-12 0,0 8-27 0,-2 3-42 0,2-1-55 15,-2-3-79-15,-9-5-338 0,0-2-604 0,-1-11 267 16</inkml:trace>
  <inkml:trace contextRef="#ctx0" brushRef="#br0" timeOffset="18747.59">23279 1821 30 0,'-13'3'80'0,"13"-3"-5"0,-13 12-7 0,4-2 2 16,-5 10-9-16,-2 7-4 0,-7 9-3 0,-3 13 2 15,-1 3 5-15,-5 20-15 0,-4 1 0 0,9 6-16 16,1-3 15-16,5-17-8 0,7 2 0 0,4-4 2 16,3 8 23-1,4-6 3-15,5-4 7 0,6-5-6 0,2 5 9 16,7-7-1-16,1-3 0 0,8-2 2 0,-2-5 5 16,8-8-3-16,2-1-1 0,6-10-2 0,-1-2-4 15,0 3-7-15,-10-10-5 0,0-3-5 0,-2-1-6 16,-1 1-1-16,-8-3-9 0,-3 0-4 0,-4-3-7 15,-2 5 0-15,-2-4 0 0,-7-2-3 0,14 1-1 16,-14-1 0-16,0 0 0 0,12 5 0 0,-12-5-4 0,0 0-6 0,14 3-7 16,-14-3-20-16,0 0-15 0,0 0-14 0,0 0-26 15,0 0-62-15,6-12-225 0,-6 12-385 0,-6-19 171 16</inkml:trace>
  <inkml:trace contextRef="#ctx0" brushRef="#br0" timeOffset="19633.79">24041 2089 143 0,'0'-8'239'0,"2"0"3"16,-2 4-12-16,0 4-9 0,-2-12-8 0,2 12-18 16,0-8-16-16,0 8-21 0,0 0-17 0,0-7-19 15,0 7-20-15,0 0-21 0,0 0-15 0,0 0-3 16,0 23-12-16,6-2-4 15,-4 3-9-15,4 11-4 0,0 17 2 0,-2-8-9 16,5 8 1-16,-7-1-7 0,4-1 2 0,0 2-1 16,-5-1-2-16,5-3 0 0,1-13-1 0,-6-2-4 15,5 2 0-15,0-5-4 0,-1 0 2 16,-4-9-3-16,1-2 0 0,-2-6-2 0,6 1 2 16,-2-1-4-16,-2-8 3 0,-2 3 3 0,4-2-1 15,-4 2 8-15,0-8 23 0,0 0 10 0,0 0 17 0,2 12 3 0,-2-12 15 16,0 0-7-16,0 0-1 0,0 0-9 0,0 0-3 15,0 10-5-15,0-10-9 0,0 0 1 0,0 0-7 16,0 0-5-16,0 0-2 0,0 0-3 0,0 0-9 16,0 0 15-16,0 0-7 0,0 0-11 0,0 0-3 15,0 0 3-15,0 0-7 0,0 0 0 0,0 0-2 16,0 0 0-16,0 0 0 0,0 0-1 0,0 0 4 0,0 0-18 16,0 0 7-16,0 0 4 0,0 0-4 0,0 0 3 15,0 0-2-15,0 0-4 0,0 0 5 0,0 0-1 16,0 0-1-16,0 0-3 0,0 0-4 0,0 0 3 15,0 0-2-15,0 0 4 0,0 0-4 0,0 0-1 16,0 0 4-16,0 0-4 0,0 0-2 0,0 0-4 16,0 0 8-16,0 0-10 15,0 0-3-15,0 0-1 0,0 0-17 0,0 0-8 16,0 0-21-16,0 0-28 0,0 0-56 0,0 0-44 16,0 0-55-16,0 0-55 0,0 0-237 0,-20-22-576 15,14 13 255-15</inkml:trace>
  <inkml:trace contextRef="#ctx0" brushRef="#br0" timeOffset="20466.89">24331 2010 118 0,'0'0'114'16,"0"0"-6"-16,0 0-17 0,-10 2-2 0,10-2-15 15,-5 9-2-15,5-9-15 0,-1 11 1 0,-1-4-12 16,2-3 2-16,0-4-8 0,2 16 10 0,-1-10-18 16,4 1 3-16,-2-1 10 0,3 2 4 0,5-5-2 15,-2-1-1-15,4 2-1 0,2 0-6 0,5-4-8 0,0-4 0 16,-2-2-1-16,3-2 0 0,-6-1-11 0,5 1 10 16,-1-9-5-16,1 4 15 0,-6-2-4 0,5-7 5 15,-6 9 7-15,-4-1 6 0,-2-5 15 0,1 0-3 16,-2 6 21-16,-3-9-6 0,-3 6-4 0,-3 1-3 15,-3 2-2-15,1 5-16 0,-5-4-8 0,1 7-2 16,-10 0-9-16,-6 3 0 0,-4 5-10 0,-12 10-2 0,2 9-5 0,-8 0-4 16,1 15 1-16,-14 9-9 0,5 11 4 0,1 8-5 15,6-1-3-15,2 11 3 0,5-4-1 16,7 1-2-16,8-15 0 0,6 2 2 0,5-2 3 16,8-3 10-16,5-1 2 0,4-3 8 0,10 5 8 15,3-2 8-15,10-8 11 0,12-5-1 0,10-5-1 0,27 3 0 16,7-15-8-1,10-7-1-15,-1 0-3 0,-3-10-3 0,-5-4-2 16,-3-5 4-16,-4-2-9 0,-26-6-5 0,4 5 0 0,-7-2 0 16,-14 1 6-16,-3-3 4 0,-8 6 9 0,-4 3 13 15,-4-2 9-15,1 1 20 0,-5-1 6 16,-9 3 0-16,14-4 1 0,-14 4 9 0,13-4-4 16,-13 4-4-16,12-4-9 0,-12 4 2 0,5-7-16 15,-5 7-16-15,0 0-6 0,0 0-17 0,0 0-20 0,0 0-15 0,0 0-20 16,0 0-21-16,0 0-18 0,0 0-15 0,15-2-11 15,-15 2-3-15,0 0-5 0,0 0-6 16,0 0-8-16,0 0-15 0,0 0-23 0,0 0-31 16,0 0-48-16,20-4-54 0,-19 0-217 0,5-2-538 15,0-1 238-15</inkml:trace>
  <inkml:trace contextRef="#ctx0" brushRef="#br0" timeOffset="21137.39">25502 2706 186 0,'0'0'269'0,"0"0"-13"16,6-13-20-16,-6 13-24 0,0 0-20 0,0 0-26 15,0 0-17-15,0 0-16 0,0 0-15 16,0 0-12-16,0 0-14 15,0 0-14-15,0 0-5 0,0 0-8 0,0 0 2 16,0 0-16-16,-6 30-6 0,6-24 0 0,0 4-5 16,0 4-8-16,0-4-2 0,0 2-5 0,0-2 0 15,3-6-7-15,-7 1 1 0,4-5 4 0,1 12-5 16,-1-12-2-16,0 4 4 0,0-4 1 0,0 0 27 16,0 0 0-16,0 0-3 0,0 0-5 0,0 0-1 15,3-19-4-15,-1 9 3 0,-1-4 2 0,2 6-1 0,-1-8-5 0,-1 4-3 16,-1 4-2-16,2-7 5 0,-2 5 0 15,3 5 0-15,-2-6-3 0,1 6-7 0,-2-3-5 0,0 8-5 16,0 0-3-16,0-8-16 0,0 8-7 0,0 0-1 16,0 0 4-16,0 0-2 0,-6 25 1 0,3-12 0 15,1 1 1-15,-1 6 2 0,0 0 4 0,0-4 3 16,3 4-3 0,-1-2 3-16,1-4 1 0,1-4-16 0,-1-2 4 15,0 4 0-15,0-12 4 0,-1 11 8 0,1-3 21 16,0-8 18-16,0 0-4 0,0 0-2 0,0 0 5 15,0 0-14-15,13-19 1 0,-8 5-6 0,-2 1 5 16,2-2-9-16,-4-1 4 0,1-5-7 0,2 4 3 16,-2-2-6-16,1-1 2 0,-6 3-1 0,3 0-5 15,0 4 0-15,0 0-17 0,0 5-14 0,-2-1-23 0,4 0-20 0,-5 2-33 16,0 1-40-16,0-1-42 0,-2 1-42 0,5 6-30 16,-6-9-192-16,1 2-483 0,5 7 213 15</inkml:trace>
  <inkml:trace contextRef="#ctx0" brushRef="#br0" timeOffset="21637.79">26020 2298 216 0,'0'0'316'16,"-2"-14"-20"-16,2 8-9 0,0 6-17 0,-4-10-20 16,4 10-22-16,0-6-22 0,0 6-24 15,0 0-15-15,-2-8-20 0,2 8-18 16,0 0-7-16,0 0-26 0,0 0-9 0,0 0-14 0,0 0-14 0,0 0-4 16,8 22-7-16,-4-12-12 0,-2 9-1 0,-2 2-7 15,6 4 1-15,0 5-6 0,0 1-5 0,-5-1-2 0,1 5 0 16,4-5 1-16,0 15-4 0,0-10-2 0,-4-5 1 15,-2 0-3-15,0-9-1 0,4 1 6 0,-4-4 4 16,0 2-9-16,2-6-2 0,-2-1 3 0,0-7 2 16,4 2 17-16,-4-8 27 0,0 12 42 0,0-12 46 15,0 0 1-15,0 0-15 0,0 0-24 0,-19-23 3 16,8 4-13 0,2-7-8-16,-3-1-2 0,-2-3-3 0,7-14 0 0,-7-5-3 15,2-4-2-15,4-7 6 0,-1-24-6 0,6 1-2 0,-3 0 1 16,9 21 0-16,0 5-6 15,0 6 3-15,0-1-3 0,-1 19 2 0,2 3-5 0,1 6-7 0,-2-4-5 16,3 8-6-16,-5 1-8 0,5 7-7 16,1-6-8-16,0 6-2 0,5-2-14 0,3 6-23 15,11 0-28-15,1 3-26 0,7 6-29 0,6 3-38 0,7 0-31 16,0 9-24-16,0 4-36 0,-6 5-28 0,0 3-32 16,-2-3-29-16,-1-1-42 0,-11-3-298 0,-7 1-708 15,-5-8 314-15</inkml:trace>
  <inkml:trace contextRef="#ctx0" brushRef="#br0" timeOffset="21907.32">26106 2587 256 0,'0'0'270'0,"-5"4"-7"16,5-4-4-16,0 0-9 0,0 0-11 0,0 0-15 15,0 0-18-15,0 0-22 0,0 0-21 0,32-17-18 16,-8 6-15-16,4-2-27 0,12-1-29 0,3 1-41 16,1 4-34-16,6-8-45 0,-2 9-51 0,2-4-44 15,-2 1-66-15,-4 3-178 0,-4-4-417 0,-7 7 186 0</inkml:trace>
  <inkml:trace contextRef="#ctx0" brushRef="#br0" timeOffset="22092.22">26818 2660 246 0,'0'0'307'0,"0"0"-30"0,0 0-24 16,0 0-26-16,0 0-30 0,0 0-44 0,0 0-43 16,14-18-54-16,-6 9-52 0,5 6-69 0,2-4-76 15,-3-6-130-15,5-1-293 0,-3 5 129 0</inkml:trace>
  <inkml:trace contextRef="#ctx0" brushRef="#br0" timeOffset="22571.77">27015 1292 114 0,'-3'-3'184'0,"3"3"-25"15,0 0-16-15,0 0-14 0,23 13-17 0,-10 3-12 0,13 4-11 16,7 16-8-16,-2 4-10 0,16 33-1 0,-2 4-14 15,-4 12 6-15,4 3-12 0,-3 54 2 0,-11-46-12 16,4 41 3-16,-20-43-5 0,-2 8-3 0,-8-6 0 16,-8 1-2-16,-6-4-9 0,-5 6 7 15,-1-9-4-15,-9-7-2 0,4-30-4 0,-10 22 4 16,4-30 9-16,-6-4 9 16,-1-2 11-16,6-10 5 0,0 2 10 0,-1-13 9 15,7-4 3-15,0 2 4 0,4-11-4 0,4 2-4 16,4-3-4-16,1-1-10 0,2-3-6 0,0-2-4 15,-2 6-2-15,4-7-37 0,4-1-41 0,0 0-78 16,0 0-344-16,0 0-485 0,0 0 215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4-25T05:26:05.4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4396 1267 15 0,'0'0'241'16,"0"0"-5"-16,0 0-17 16,2-4-10-16,-2 4-7 0,0 0-15 0,0 0-11 15,0 0-6-15,0 0-14 0,0 0-9 16,0 0-5-16,0 0-9 0,0 0-10 0,0 0-12 15,0 0 4-15,0 0-10 0,0 0-5 0,0 0-7 16,0 0-9-16,0 0-5 0,0 0-11 0,0 0 3 16,0 0-11-16,0 0-5 0,0 0-6 0,0 0-14 15,0 0-17-15,0 0 13 0,-18 6-4 0,8-1 1 0,-8 2-8 0,1 1 2 16,-10 4-4-16,1 1-7 0,0 0 3 0,-3-1-1 16,2 1-4-16,2 2-3 0,0-1 2 0,1 0-2 15,1 5 6-15,-2-3-5 0,6 2 1 0,1-4-2 16,5-2-5-16,1 0 3 0,1 1-6 0,4-4-3 15,2 0 5-15,1 0-3 0,1 0 6 0,6 3-6 16,2-2 6 0,6 2-1-16,1 0 2 0,12 1 1 0,3-1-2 15,5 0 3-15,0 0-6 0,1 0 2 0,-1-2 1 16,4 4-2-16,-2-4 1 0,-2 2-19 0,-6 0 23 0,1-3-6 16,0 4 3-16,-10-4-3 0,-4 0-7 0,-3-1 7 15,-2 1-2-15,-3-2 1 0,-3 4 0 0,-6-1 3 16,-7 2 3-16,-5 0-4 0,-8 3-12 0,-7-1 7 15,-1-1 11-15,0-4 10 0,-2 2 8 0,-2-1-3 16,0-5 6-16,-1 3 5 0,8-6 2 0,-5 0 1 0,15 2-2 16,-3-4 1-16,5 1-4 0,4 1-3 15,2-1 1-15,1-2-2 0,3 2 1 0,7-1-8 16,0 0 0-16,-11-3-12 0,11 3-3 0,0 0-8 16,16-7-17-16,-6 2-35 0,7 0-7 0,-5 0-26 15,-1 4-27-15,4-4-37 0,2-1-45 0,3-1-60 0,-2 0-271 0,-3 2-571 16,2-2 253-16</inkml:trace>
  <inkml:trace contextRef="#ctx0" brushRef="#br0" timeOffset="369.7">4766 1697 9 0,'-3'-7'331'15,"3"7"-19"-15,0 0-22 0,-5-5-23 0,5 5-12 16,-5-5-22-16,5 5-24 0,0 0-32 16,-14 1-9-16,14-1-18 0,-12 4-15 0,6-1-19 15,-3 4-14-15,0-1-7 0,0 1-11 0,-1 4-10 0,1-3-4 0,-1 4-12 16,2 4 0-16,1-3-5 0,0-1-19 0,2 3 11 16,1-4-3-16,3 2-5 0,1-2 2 0,1 0-8 15,3 0 9-15,0-1-4 0,1-5 4 0,1 3-6 16,7-3 1-16,-1-4-7 0,-1 2 2 0,7-3-1 15,1 0 1-15,-2-5-6 0,1-3 5 0,-3 1 1 16,-1-2 4 0,2-5 3-16,-5 2 6 0,-3-3-7 0,-1-2-2 15,1 1 10-15,-4-2-6 0,-3 1 1 0,-1 0-1 16,-4 0 0-16,2 5 7 0,-5-4-7 0,1 2 0 16,-7 2 1-16,6 3-9 0,-5 2-5 0,-6-5-18 15,4 9-12-15,-4-6-29 0,4 6-29 0,-4 2-45 16,5 1-48-16,-1 3-54 0,2-1-55 0,2 3-80 15,0-1-201-15,5-2-592 0,5-2 262 0</inkml:trace>
  <inkml:trace contextRef="#ctx0" brushRef="#br0" timeOffset="770.74">4997 1823 21 0,'0'0'361'0,"-1"3"-23"0,1-3-19 0,0 0-22 16,0 0-23-16,0 0-17 0,0 0-24 0,0 0-28 16,0 0-14-16,0 0-25 0,9-10-10 0,-2 3-18 15,0 0-18-15,3-1-9 0,4-5-11 0,-1 0-25 16,-2 0 9 0,1-3-14-16,6-6-3 0,-4 2-7 0,1-4-4 15,-1-2-9-15,-1 1-3 0,-3-3-5 0,-1 1-4 16,0-5 4-16,-1 3-5 0,-3 0 18 0,-5-4-7 15,1 6 6-15,-2-1 5 0,-3 5 4 0,0 3 1 16,-1 2 3-16,-5 3-6 0,1 0-10 0,-4 2 2 16,3 5-2-16,-3-2-11 0,1 6-5 0,0-2 2 15,-1 6-13-15,0 0-5 0,0 3-6 0,-6 4-2 0,4 3 0 0,-2 6-8 16,1 4 8-16,-3 6-6 0,2 2 1 16,7 6-5-16,0-1 7 0,2 0-3 0,5 0-21 15,8 1 7-15,3 12 0 0,1-14-12 0,5 0-9 16,3-3-15-16,2-5-22 0,3 1-17 0,2-6-44 15,2-2-42-15,-2-2-51 0,5-4-70 0,-11-6-305 16,9-2-646-16,-5-3 285 16</inkml:trace>
  <inkml:trace contextRef="#ctx0" brushRef="#br0" timeOffset="1165.06">5407 1608 298 0,'0'0'404'16,"0"0"-26"-16,0 0-25 0,0 0-27 0,0 0-41 15,0 0-32-15,0 0-28 0,0 0-22 0,0 0-20 16,8 9-28-16,-8-9-11 0,6 7-16 0,-2-1-11 16,0 1-16-16,1 5-6 0,-1 0-11 0,4 0-7 15,-1 3-2 1,-2 2-15-16,1-3 2 0,-3 3-17 0,4-1-5 15,-3 1-1-15,1-2-2 0,-2-4-8 0,1-2 6 16,-1 0-1-16,-1-2 1 0,0-3-5 0,-1 1-1 16,0-1 29-16,-1-4 37 0,3 5 38 0,-3-5 48 15,0 0 20-15,0 0-22 0,0 0-18 0,13-19-11 16,-6 3-16-16,1 0-18 0,6-8-12 0,-4-1-12 0,3-1-10 16,-3-1-8-16,3 3-13 0,-3 0-6 0,0 6-2 15,-2 1-10-15,1 1-4 0,-4 6-5 0,-1-2-7 16,0 5-11-16,0 2-31 0,-3 0-37 0,-1 5-52 0,5-6-37 15,-5 6-54-15,13 1-35 0,-13-1-38 0,14 9-50 16,4 0-57-16,-5 0-78 0,-4-1-263 16,1 0-776-16,0 0 343 0</inkml:trace>
  <inkml:trace contextRef="#ctx0" brushRef="#br0" timeOffset="1588">5866 1791 36 0,'0'4'342'0,"0"-4"-8"16,0 6-12-16,0-6 3 0,0 0-13 0,4 8-13 31,-4-8-15-31,0 0-24 0,3 4-25 0,-3-4-27 16,0 0-17-16,0 0-17 0,0 0-9 0,16-4-26 0,-4 3-15 15,-1-4-12-15,2 1-8 0,5-3-19 0,1 0-2 16,-1 2-16-16,2-6-1 0,-2 2-3 0,5-5-21 16,-4 2-4-16,-2 1-5 0,2-2 0 0,-5 0-1 15,0 1-7-15,-1 0-6 0,0-2-2 0,-6-1-8 16,-2 1 11-16,1 4 15 0,-5 2 4 0,0-3-2 15,-3 0 2-15,-4 2-1 0,0 2 2 0,-4 2-4 0,-3 0-7 16,-2 3 6-16,-7-1 3 0,3 1-2 0,-3 7-5 16,3-3-8-16,-4 5-2 0,4 1-3 0,2 1-5 15,1 4-1-15,0 1 0 0,4 1 0 0,1 4 1 16,1 5-1-16,5 0 1 0,5-4 2 0,4-2 4 16,6 5 2-16,5-1-2 0,5-3-1 0,2-5 5 15,7-1-2-15,0-1-2 16,4-3 13-16,6-4 7 0,-4 2 0 0,1-4 10 15,-3-1 6-15,-1-2 10 0,-10 0 17 16,-3 0 15-16,-6-1 19 0,1 1 9 0,-5-1 14 16,1-1 17-16,-4 1 16 0,-6 1-4 0,11 1-6 0,-11-1-4 15,0 0-17-15,10-1-21 0,-10 1-15 0,6-2-38 16,-6 2-63-16,0 0-55 0,0 0-74 0,0 0-92 16,0 0-151-16,0 0-128 0,0 0-533 0,0 0-1113 0,0 0 492 15</inkml:trace>
  <inkml:trace contextRef="#ctx0" brushRef="#br0" timeOffset="4056.89">7487 1367 175 0,'0'-4'259'0,"0"4"0"0,-1-7-9 0,1 7-5 15,0-6-11-15,-6 2-15 0,6 0-11 0,0 4-5 16,-1-5-12-16,1 0-5 0,0 5-16 0,0-4-16 16,0 4-18-16,0 0-13 0,0-4-13 0,0 4-20 15,0 0-5-15,0 0-18 0,0 0-9 0,0 0-13 16,0 0-31-16,0 0-18 0,0 0-9 0,0 0-5 15,-2 13 5-15,4-4-3 16,-2 4 3-16,1 7 5 0,0 6 0 0,-1 0 7 16,5 0 4-16,-5 2-9 0,3 0 4 15,-2-1-4-15,2-3 6 0,-1-4-3 0,1 8 2 16,-2-10 2-16,2 5 1 0,-1-3-2 0,2-5-1 16,-4 2 5-16,0-5-5 0,0-2 2 0,0 1 0 15,1-3 3-15,-1-2 0 0,0 0-1 0,0 0-2 0,2-1 0 16,-2 0 2-16,0 1 2 0,0-6-4 0,-2 6 3 0,2-6 5 15,0 3-1-15,0-3 5 0,0 6-4 0,0-6-5 16,0 0 5-16,0 0-17 0,0 0-17 0,0 0-8 16,0 0-22-16,-5 2-46 0,5-2-55 0,-11-5-59 15,2 2-61-15,-5 0-156 0,-2-3-467 0,1-2 207 16</inkml:trace>
  <inkml:trace contextRef="#ctx0" brushRef="#br0" timeOffset="4379.85">7150 1617 36 0,'0'0'250'0,"0"0"-10"0,0 0-13 0,-2 3-21 15,2-3-15-15,0 0-23 0,0 0-16 0,0 0-16 16,0 0-14-16,20-3-9 0,-2-1-14 0,1-1-12 15,17-1-3-15,0 0-16 0,2 1 2 16,3 2-13-16,-4-4-6 0,-1 5-1 0,-3-3-5 16,-2 0-6-16,-2 3-2 0,-1-2-7 0,-10 4-1 0,0-1-3 0,-5-1-4 15,-2 2-2-15,-4-1-2 0,0-1 2 0,-1 1-4 16,0 0 1-16,-6 1 2 0,7 0 3 0,-7 0 1 16,6-3-5-16,-6 3-6 0,0 0-10 0,0 0-12 15,0 0-16-15,0 0-21 0,0 0-23 0,0 0-32 16,0 0-32-16,0 0-40 0,-12-9-51 0,12 9-114 15,-6-5-368-15,6 5 163 16</inkml:trace>
  <inkml:trace contextRef="#ctx0" brushRef="#br0" timeOffset="5246.64">7836 1378 171 0,'-2'-4'307'0,"2"4"-10"0,0 0-15 0,-1-5-13 16,1 5-20-16,-3-3-28 0,3 3-17 0,0 0-22 15,0 0-21-15,-1-4-25 0,1 4-12 0,0 0-19 16,0 0-18-16,0 0-11 0,0 0-10 0,0 0-8 16,1 17-5-16,-1-11-10 0,3 7-4 0,-2 3 3 15,4 9-9-15,-5 3 0 0,3-1-7 0,-3 0-2 16,0-1 1-16,1 1-3 0,-1 1-5 0,0-8 4 0,0-1-3 16,3-2-5-16,-3-5-2 0,2 1 3 0,-1-4-3 15,-1-1 1-15,0-3 2 0,0 0 0 0,0 2 10 16,1-5 3-16,-1-2 17 0,0 0 14 0,0 5 21 15,2-2 21-15,-2-3 15 0,0 0 1 0,0 0-10 16,0 0-10-16,7-14-17 0,0 6-16 0,1-1-37 16,0-2-24-16,1 2-22 0,0 1-16 0,1-1-18 0,-2 2-9 0,-1 1-18 15,-1 2 1-15,4-1-14 0,-5 2-6 0,3 3-6 16,1-2 3-16,-2 4 1 0,3 0 7 0,0 1 2 16,1 2 3-16,-3 1 2 0,1 0 0 15,0 2 10-15,0 1 0 0,-3-3 5 0,2 3 9 16,0-2 0-16,-1 0 10 0,-3 0 2 0,2-2 1 15,-2 0 5-15,1 0 9 16,-1 1 3-16,0-2 1 0,0 0 4 0,-3-1 3 16,2-1 6-16,-3-2 4 0,6 3 0 0,-2-1 5 15,0 1 5-15,1-3 0 0,2 0 2 0,-7 0-4 16,13 0 6-16,0 0 1 0,-3-3 0 0,3 1-1 16,5-5 2-16,-3 2 0 0,3 0 1 0,1-2-1 15,2-1 6-15,-2 3-8 0,0-2 3 0,-1-2 0 16,-1 1 19-16,-2 1 19 0,-4 2 23 0,-2-4 20 0,-1 4 26 15,-1 0 10-15,-4 1 19 0,2 0 6 0,-1 2 4 16,0-3-7-16,-4 5-15 0,0 0-18 0,0-9-15 16,0 9-10-16,0 0-18 0,-16-2-2 0,7 4-13 15,-9 2-4-15,-2-1-7 0,1 4-2 0,1 1-6 16,1 2-10-16,-3 1 0 0,4 1 1 0,-1 1-6 16,3 2 0-16,5 1-13 15,-1-2-13-15,2 0-4 0,7-2-7 0,-2 1 3 16,6-1 1-16,2 0 7 0,0-1 4 0,12 1 3 15,1-3-1-15,11 0 7 0,9-1 4 0,1-6-8 16,0 0 6-16,15-2-3 0,0-2 0 0,-3-3 0 16,-16 4-1-16,1-3 5 0,-1 0 3 0,-15 2-1 15,1-1 16-15,-6 2 7 0,-2-2 11 16,-4 2 5-16,0 1 10 0,-3-2 4 0,-1 2 2 0,-5 0 9 0,9-1-5 16,-9 1-7-16,8-1-5 0,-8 1-5 0,0 0-28 15,0 0-42-15,9-3-42 0,-9 3-46 0,0 0-55 16,0 0-68-16,0 0-65 0,0 0-339 0,0 0-687 15,0 0 305-15</inkml:trace>
  <inkml:trace contextRef="#ctx0" brushRef="#br0" timeOffset="7249.25">10230 1598 168 0,'-5'-2'174'0,"-8"-4"-27"16,3 4-14-16,-7-2-17 0,-1 1-5 0,-10 2-15 15,0 1-9-15,0 1-9 0,-3-1-7 0,2 4-9 16,-2-4-10-16,12 4-5 0,-8 1-2 0,5-1-3 16,2 4-4-16,2 0-9 15,-2 0-6-15,2 0 3 0,0 4-9 16,3-1 6-16,0 2-5 0,4 0 6 0,6-2-13 16,0 0 2-16,2 1 1 0,3 1 0 0,4-3 7 15,4 5-7-15,1-3 0 0,2-1 3 0,6 0 6 16,1-4-1-16,2 0 1 0,8-3-1 0,-10-1-5 15,9-1 4-15,1-2-2 0,-6-4 11 0,-2 1 13 16,-1-6 17-16,0 1 11 0,-2-3 17 0,0-4 11 0,3-3 5 0,-8 1 16 16,-1-6-3-16,3-4-5 0,-5-2-9 0,-1-2-7 15,-2-3-12-15,-2-2-8 0,-3-10 2 0,-1 12-2 16,3 2 16-16,-6 2 15 0,3 2 14 0,-1 2 1 16,1 7 19-16,-3 3 4 0,2 2-1 0,-4 4 3 15,5-1-7-15,-4 3-15 0,4 2-13 0,-1-1-12 16,1 3-11-1,0-1-12-15,0 1-18 0,0 4-13 0,-2-5-34 16,2 5-45-16,-3-3-35 0,3 3-2 0,0 0 8 16,0 15 14-16,0-5-6 0,0 8 7 0,0 7 11 15,0 4-2-15,0 3 3 0,-4 4 11 0,4 8-1 16,0-11 0-16,0 2 7 0,0-2 0 0,4-1-2 0,-4 1 11 0,0-2 0 16,1-4 1-16,1-2-1 0,0-4 4 0,2-1 2 15,-3-3 0-15,3-3 0 0,-3 1 5 0,-1-8 3 16,4 5 2-16,-4-7 1 0,1 2 7 0,2-2-1 15,-2-1 3-15,-1-1 9 0,0 0 13 16,0-3 6-16,0 7 8 0,0-7 6 0,0 5 3 16,0-5 6-16,3 0 2 0,-3 0-5 0,0 0-9 15,0 0-3-15,0 0-4 0,0 0-2 0,0 0-4 0,5 2-6 16,-5-2-6-16,14-3-11 0,-4 0-29 0,3 0-38 0,5 0-32 16,1-1-54-16,0 0-50 0,0 0-59 0,8-3-65 15,-1-1-76-15,-7-1-262 0,0 2-698 0,-5 0 309 16</inkml:trace>
  <inkml:trace contextRef="#ctx0" brushRef="#br0" timeOffset="7465.07">10479 1691 199 0,'0'0'440'16,"0"0"-26"-16,0 0-6 0,0 0-26 0,3 2-32 0,-3-2-33 0,0 0-40 16,0 0-18-16,0 0-28 0,0 0-24 0,0 0-42 15,0 0-44-15,0 0-56 0,0 0-70 0,0 0-71 16,3 4-73-16,-3-4-72 0,0 0-94 16,16-4-197-16,-11 3-554 0,0-3 245 0</inkml:trace>
  <inkml:trace contextRef="#ctx0" brushRef="#br0" timeOffset="8088.82">10878 1702 58 0,'0'0'274'0,"0"0"-25"16,0 0-22-16,0 0-23 0,0 0-17 0,0 0-17 15,0 0-20-15,0 3-3 0,0-3-11 0,0 0-10 16,0 0-9-16,0 0-10 0,0 0-4 0,0 0-20 15,15-9-4-15,-3 3-10 0,0 1-6 0,4-2-9 16,-1-3-5-16,2 1-1 0,-1-3-6 0,2 1-4 16,-3-3 0-1,2 4-5-15,2-4-4 0,-6 1-7 0,1 0 3 0,-1-2 1 16,-4 6 8-16,1-5 11 0,-4 4 2 16,0 0 16-16,-3 2-4 0,2-2 6 0,-3 0-3 15,-2 4-12-15,-2 1-8 0,0-2-9 0,-6 2-7 16,1 2-6-16,-5-1 2 0,-6 3-9 0,-1 6-2 15,-3-2 3-15,-6 8-11 0,-1 1 5 0,-1 2-3 16,2 3-2-16,4 1-2 0,0 2 4 0,3 1-6 0,2 1-3 0,5-2 6 16,4-2-4-16,2 0 3 0,3 1 0 15,1-1 0-15,4 0 1 0,5 0 1 0,7-2 7 16,2-2-3-16,0-1-1 0,10 1 10 0,3-3-2 0,2-3 3 16,2-2-5-16,2-1 2 0,-1 0-4 0,0-4 4 15,-1-1-2-15,-2 0-1 0,-7 0 1 0,-4-1 2 16,0-1 34-1,-9-1 2-15,2 3 23 0,-1-1 10 0,-2-1 21 16,-4 0 10-16,1 2-1 0,0-1 3 0,-5 1-4 16,5-2-7-16,-5 2-7 0,0 0-11 0,9-2-11 15,-9 2-9-15,4-1-30 0,-4 1-17 0,0 0-31 16,0 0-36-16,0 0-34 0,0 0-31 0,4-1-34 16,-4 1-36-16,0 0-44 0,0 0-129 0,0 0-296 15,-6-10-703-15,6 7 311 0</inkml:trace>
  <inkml:trace contextRef="#ctx0" brushRef="#br0" timeOffset="8267.23">11565 1712 108 0,'4'1'593'0,"-4"-1"-1"0,0 0-21 0,0 0-44 31,0 0-50-31,10-3-49 0,-10 3-40 0,0 0-43 15,0 0-56-15,0 0-75 0,0 0-95 0,0 0-110 0,6 4-130 0,-6-4-162 0,0 0-427 0,0 0-768 16,0 0 340-16</inkml:trace>
  <inkml:trace contextRef="#ctx0" brushRef="#br0" timeOffset="10842.65">14186 1668 217 0,'0'0'251'16,"-1"-6"-7"-1,1 6-5-15,0-6-13 0,0 6-16 0,1-4-15 16,-1 4-20-16,0 0-12 0,-1-5-20 0,1 5-15 0,0 0-13 0,0 0-17 16,0 0-10-16,0 0-14 0,1-3-9 0,-1 3-25 15,0 0-7-15,0 0-5 0,3 10-1 0,-2-3-2 0,3 2 1 16,-2 2-4-16,3 0-5 0,7 6 3 0,-6 1-1 16,3-2-7-16,1 1-7 0,2 0-10 0,3-3 2 15,-2 1-10-15,2-2 3 0,1-3-7 0,-1-1-2 16,-1-1 2-16,4-3-4 0,-5-1-3 0,-1-4 3 15,1-3 5-15,3 1 1 0,-1-5 2 0,-4 2 7 16,3-7 11 0,-1 2 14-16,-3-5 1 0,-2 0 11 0,-3-1 16 15,3-1 5-15,-6 7 11 0,5-6 5 0,-2 1 7 16,-4 4 10-16,2 0 5 0,-2 2 5 0,-1 2-1 16,1 1-7-16,2 1-5 0,-3 1-12 0,1 1-12 15,2-1-29-15,-3 4-33 0,0 0-30 0,0 0 2 16,0 0 1-16,0 12 0 0,-3 0 6 0,2 5-1 15,1 9 3-15,-3 3 1 0,1 4 5 0,2 2 6 0,0 1-6 0,1 10-1 16,0-12 2-16,2 15 7 0,-3-13 0 0,5-1 1 16,0 12-1-16,0 0 2 0,-1 0 6 0,-4-13-3 15,4 0 4-15,-4 1 2 0,1-4-1 16,2 2 1-16,-6-4-3 0,3 0 4 0,-1-5-5 16,-3-3 4-16,3-3 0 0,-3-1 7 0,-5-2-7 15,5-2-3-15,-1-3 7 0,-4 0 2 0,5-1 0 0,-6 0 3 0,1-2-1 16,0 2 6-16,-5-2 1 0,1-4 3 0,1-1 12 15,-2 1 2-15,1 0-1 0,-5-2 4 0,-1-2-5 16,6-2-5-16,-6-2 12 0,2 2 6 0,-2-8 5 16,2 3 1-16,2-5 14 0,0 0-1 0,-2-4-4 15,5 0-3-15,-4-7-2 0,3-3 6 0,0-4-19 16,7-1-15 0,2-4-4-16,3-12 0 0,10 4 1 0,5-2-6 15,1 15-2-15,12-10-10 0,2 2 5 0,-3 11-2 16,7-5-4-16,-3 10-3 0,-5 1-3 0,2 2 7 0,-5 1-2 15,2 1-3-15,-7 6 1 0,-2 2 5 0,0 0 0 16,-6 4-1-16,0-1 2 0,0 2-5 0,-1 2 10 16,-4 0-1-16,1-1-9 0,-1 3 7 15,0 0-1-15,-2-2-5 0,2 1-1 0,-4 2-23 0,4-3-28 0,-4 3-35 16,0 0-28-16,0 0-38 0,0 0-20 0,0 0-23 16,0 0-25-16,0 0-36 0,0 0-60 0,-12 8-192 15,7-8-546-15,5 0 242 0</inkml:trace>
  <inkml:trace contextRef="#ctx0" brushRef="#br0" timeOffset="11296.78">14793 1589 98 0,'3'-5'326'0,"-3"0"-9"0,1-1 3 0,-1 6-8 16,-1-9-3-16,2 5-20 0,-1 4-8 0,0-8-25 15,0 8-21 1,2-4-25-16,-2 4-25 0,0 0-18 0,0 0-20 15,0 0-24-15,0 0-13 0,1-5-17 0,-1 5-17 0,0 0-20 16,0 0-2-16,0 0-10 0,0 12-3 16,0-4-12-16,-1 1 2 0,1 7-4 0,-2-3 0 15,2 4-4-15,0 1-3 0,0 2 0 0,-1-2-2 16,-2 0-16-16,3 0 17 0,0-2-3 0,0-1-2 16,0-4-3-16,0 0 0 0,0-2 5 0,0 0-7 0,0-3 0 0,0-2 5 15,0 2-1-15,0-2 18 0,0-4-20 0,0 5 6 16,-1-2 0-16,1-3 8 0,0 0-2 0,0 0 5 15,0 4-5-15,0-4 2 0,0 0-35 0,0 0-70 16,-5-17-72-16,1 6-68 0,0-7-90 0,-1-6-325 16,2-6-687-16,-2-2 304 0</inkml:trace>
  <inkml:trace contextRef="#ctx0" brushRef="#br0" timeOffset="11443.93">14748 1293 156 0,'0'-7'285'0,"0"2"-17"0,0 0-12 0,3 0-23 15,-2 1-21-15,-1 1-26 0,0 3-12 0,0-4-33 16,0 4-11-16,5-4-17 16,-5 4-14-16,12 3-46 0,-6 1-36 0,-1 0-43 15,4 0-47-15,1 2-59 0,-2 1-50 0,-2 3-137 16,1-3-345-16,-1 0 153 0</inkml:trace>
  <inkml:trace contextRef="#ctx0" brushRef="#br0" timeOffset="11914.03">15134 1470 105 0,'0'0'354'0,"0"0"-10"15,0 0-12-15,0 0-20 16,0 0-23-16,0 0-24 0,0 0-22 0,0 0-29 15,0 0-29-15,0 0-8 0,0 0-14 0,0 0-32 16,0 0-19-16,0 0-13 0,0 0-11 0,0 0-7 16,0 0-2-16,0 0-22 0,3 4-4 0,-3-4-9 15,2 8-1-15,2-3-8 0,1 3-2 0,-4 3 0 16,2 0-10-16,1 0 5 0,0 2-9 16,-3-2-2-16,5 6 0 0,-2-2 3 0,0 2-9 0,-3-5 6 0,6 2-1 15,-6-4-9-15,4 3 3 0,-2-4 2 0,-1 2 1 16,-2-5-6-16,4-1 4 0,-3 2-4 0,3-3 1 15,-4 0 3-15,0-4 25 0,4 6 54 0,-5-3 51 16,1-3 52-16,0 0 46 0,0 0 30 0,0 0 28 16,0 0 20-16,0 0-26 0,0 0-26 0,14-17-33 15,-8 5-17-15,2-3-28 0,1-1-14 0,0-2-21 0,5-7-3 0,-4 8-30 16,0 1-12-16,2-7-11 0,-5 7-11 0,-1 4-8 16,1 2-7-16,-2-2-7 0,-2 8-4 0,-1-5-6 15,2 4 2-15,-2 2-19 0,0-2-40 0,1 0-48 16,-3 5-47-16,0 0-69 0,0 0-84 0,0 0-85 15,0 0-35-15,0 0 11 0,12 12-36 0,-10-4-41 16,0 1-70 0,-6-3-360-16,4 6-939 0,-1-6 416 0</inkml:trace>
  <inkml:trace contextRef="#ctx0" brushRef="#br0" timeOffset="14351.53">15599 2151 223 0,'0'0'204'0,"0"0"-10"16,-8 1-16-16,8-1-14 0,0 0-11 0,0 0-12 16,0 0-6-16,0 0-11 0,0 0-5 0,0 0-12 15,0 0-4-15,0 0-13 0,0 0-4 0,0 0-10 16,0 0-2-16,-6-2-10 0,6 2-5 0,0 0-4 16,0 0-8-16,0 0-2 0,0 0-9 0,0 0 1 15,0 0-3-15,0 0-2 0,0 0-2 0,0 0-3 16,0 0-2-16,0 0-6 0,0 0-3 0,0 0 2 0,0 0-4 0,0 0 2 15,0 0-8-15,0 0 4 0,0 0-3 16,0 0 0-16,0 0-3 0,0 0 3 0,0 0-3 16,0 0 4-16,0 0-3 0,0 0-1 0,0 0 5 15,0 0 2-15,0 0 1 0,0 0-5 0,0 0 1 16,0 0 2-16,0 0-1 0,0 0-5 0,0 0 1 0,0 0 1 16,0 0-5-16,0 0 5 0,0 0 0 0,23 1-5 0,-6-2 3 15,1-1-1-15,12 0 1 0,1 1-3 0,5-2 3 16,2 1-5-16,-2 0 4 0,4 1 0 0,-1 1-3 15,-2-4 2-15,-4 0 1 0,1 1 3 0,-5 0-6 16,-1 1 2-16,-10 1-6 0,1 1 8 0,-5 0-4 16,-4 0 2-16,-2-1-16 0,0 1-6 0,-1 0-5 15,-1-1-18-15,-6 1-32 16,0 0-39-16,0 0-18 0,0 0-17 0,0 0-11 16,-23-3 0-16,10 1-11 0,-1 1-10 0,4 1-122 15,-8-3-325-15,6 3 144 0</inkml:trace>
  <inkml:trace contextRef="#ctx0" brushRef="#br0" timeOffset="14605.41">15860 2063 132 0,'-1'-6'329'16,"-2"2"-13"-16,3 4-4 0,-5-5 1 0,4 3-7 15,1 2-24-15,-3-4-18 0,3 4-29 0,-2-4-16 16,2 4-25-16,-3-3-32 0,3 3-34 0,0 0 1 15,0 0-17-15,0 0-15 16,0 0-12-16,0 0-11 0,-4 13-1 0,4-6-19 16,0 2 1-16,0 4-6 0,0-1-4 0,0 5 1 15,0 1-8-15,3 3-7 0,-3-2-1 0,0 1-15 16,1-3-32-16,-1 1-20 0,-1 0-23 0,2 1-26 16,-1-4-28-16,0 2-30 0,0-5-46 15,0-2-57-15,4 0-60 0,-4-4-181 0,1-1-528 0,-1-5 234 16</inkml:trace>
  <inkml:trace contextRef="#ctx0" brushRef="#br0" timeOffset="15222.71">16569 1851 134 0,'5'-5'137'0,"0"1"-9"15,3 0-5-15,0 0-5 0,3-1-1 0,1 0-3 16,-1 2-6-16,2 1-6 0,6 0-14 0,-1-1 0 15,-4 3-8-15,0 2-4 0,4-1-11 0,-3 3 4 16,3 1-14-16,-6 0-1 0,4 4 1 0,-3 1-10 16,-3 0-3-16,-1 4-1 0,-1 0-2 0,-3 3-5 0,-1 1-1 0,-5 1-5 15,-4 9 0-15,-6-3-1 0,-2-1 6 0,-4 3-8 16,2 1-2-16,-5 1-3 0,-2-1-4 16,1 3 2-16,0-5 0 0,2 0-1 0,1-3-6 15,2-3-1-15,5-4 0 0,-1-1 2 0,3 2-3 16,2-8-2-16,3 2 4 0,-1-2-7 0,4-1 3 15,0-2 4-15,0-1 5 16,2 1 33-16,4-2 20 0,1 0 7 0,4-1 6 16,2 0-9-16,3-3 3 0,4 0-6 0,2-1-4 15,-2-2-5-15,0 2-2 0,0-3-4 16,1 0-2-16,-8 2 0 0,1-5 13 0,-1 2 3 0,-3-3-5 16,1 1-10-16,-4-3-1 0,-2-2-9 0,-1-6-26 15,-5-5-26-15,-5 2-9 0,-9-3 0 0,-3-5-5 16,-13-7 2-16,-5 2 3 0,9 9 0 0,2-1 1 0,-12-5 6 15,10 8 14-15,2 0 15 0,2 3 6 0,2-2 11 16,10 7 13-16,-2 1 10 0,3 4 14 0,5 1 13 16,-3 1-1-16,5 0-15 0,7 2-30 0,2-2-24 15,6 1-20-15,11 2-27 0,5-2-34 0,6 2-35 16,0 3-37-16,3 3-42 0,1 0-65 0,2-1-48 16,-10 3-189-16,6-1-520 15,-6 0 231-15</inkml:trace>
  <inkml:trace contextRef="#ctx0" brushRef="#br0" timeOffset="15998.25">17222 1917 210 0,'0'-4'294'0,"1"-4"-21"0,1 4-3 0,-2-3-10 0,1 2-24 16,-1 1-25-16,0 4-18 0,2-5-23 0,0 2-18 16,-2 3-18-16,0 0-14 0,1-6-19 0,-1 6-9 15,3-2-7-15,-3 2-17 0,0 0-1 16,0 0-21-16,9 10-11 0,-6-5-14 0,3 1-11 15,1 2-6-15,-1 2-20 16,2-1 1-16,1 5-12 0,-1-6-7 0,-1 4 3 16,5-6-4-16,-2 5 3 0,-1-6 0 0,0 3 2 15,4-2 2-15,-4-2 3 0,0-2 3 0,1 1 2 16,1-3 1-16,-2 1 3 0,1-5-1 0,0 1 8 16,-1-4-5-16,0 0 11 0,-2 1 3 0,0-3 15 15,-1-1 5-15,-1 1 10 0,0-1 7 0,0 2 19 16,-2-1 0-16,-1 2 9 0,2 1 2 0,-3 2 4 0,2-1-7 15,-2 1-10-15,1-1-3 0,0 2-6 0,-2 1-13 16,0 2-12-16,1-4-27 0,-1 4-14 0,0 0-4 0,0 0 4 16,2 10 0-16,-1 1 4 0,-1-1-2 0,1 4 7 15,-1 5-2-15,2 6 0 0,0 2-1 0,-2 1 5 16,0 1-3-16,0 5 1 0,3 4 6 16,-1-3 2-16,-2-1-1 15,1 12 2-15,-2-13-2 0,1-3 3 0,1 2 1 16,-2-4-2-16,1-2 1 0,-5-1 2 0,5-6 0 15,-5 0-3-15,1-3 3 0,0-3 4 0,0-2 0 16,-2 0 10-16,-1-1-2 0,0-3 13 0,-3 0 1 16,-1-2 11-16,-4-2 6 0,0-2-5 0,-4-1 9 15,0-1 7-15,-1-2 16 0,4-4 17 0,0 0 8 16,1-1 13-16,2-3 1 0,1-2-4 0,0-1-7 0,3-2-11 0,4-4-27 16,4-8-5-16,2-3-18 0,9 0 6 0,-1-3-20 15,10 1-9-15,8-5-9 0,-5 10 3 16,2 0-4-16,7 3 2 0,0 3-3 0,1-2 0 15,10-1-2-15,-14 8 0 0,0 1-5 0,-1 3-1 16,-3 1 10-16,-7 3-3 0,-2 2-2 0,-5 2-1 0,-1-2-7 16,0 4 8-1,-2-1 4-15,-4 1-3 0,2 2 5 0,0-2-2 16,-5 3-8-16,6-4-6 0,-6 4-17 0,5-2-13 16,-5 2-21-16,2-5-12 0,-2 5-26 0,0 0-23 0,0 0-28 0,0 0-6 0,-13 0-13 15,13 0-17-15,0 0-19 0,-15-2-29 0,10 2-33 16,-1-1-164-16,-1 0-466 0,7 1 206 0</inkml:trace>
  <inkml:trace contextRef="#ctx0" brushRef="#br0" timeOffset="16356.16">17963 1667 166 0,'1'-3'292'0,"-1"3"-20"0,0 0-25 16,0 0-26-16,3-5-22 0,-3 5-24 0,0 0-21 0,0 0-17 0,0 0-23 0,0 0-8 0,0 0-14 16,0 0-7-16,-9 15-10 0,4-5-6 0,1-1-6 15,-5 5-12-15,0 0-17 0,-1 1-19 16,-3 0-23-16,-1 1-19 0,3 1-24 0,-1 0-13 16,0-4-16-16,-1 2-20 0,6-4-19 0,-4 1-34 15,3-2-23-15,3-3-123 0,-1-2-323 0,3-3 144 16</inkml:trace>
  <inkml:trace contextRef="#ctx0" brushRef="#br0" timeOffset="16525.4">18110 1685 45 0,'1'-4'315'0,"-1"4"-26"15,4-3-29-15,-4 3-28 0,5-2-29 0,-5 2-25 16,0 0-22-16,0 0-17 0,0 9-11 0,-2 2-15 15,-2 1-9-15,0 3-10 0,-3 5-8 0,0 6-14 16,1 0-47-16,-1 0-55 0,2 0-80 0,-2-1-98 0,0-8-141 0,1-5-378 16,1-5 168-16</inkml:trace>
  <inkml:trace contextRef="#ctx0" brushRef="#br0" timeOffset="18361.16">18445 2206 125 0,'0'0'116'0,"0"0"-12"0,-9-3-1 0,9 3-7 16,0 0 1-16,0 0-5 0,0 0 5 0,0 0 1 15,0 0-1-15,0 0 0 0,0 0-3 0,0 0-4 0,0 0-3 0,0 0-1 16,0 0-1-16,0 0 1 0,0 0 1 15,19-2-1-15,-6 2-4 0,11-3-2 0,7-2-8 16,2 0-4-16,18-2-6 0,8-2-3 0,-3 4-8 16,-2 2 0-16,-2-2-9 0,3 1-4 0,-15-1-5 15,-2 2 3-15,1 1-6 0,-5-1-4 0,-2 1-9 0,-4 0-22 16,-9 4-20 0,-6-4-29-16,-1 2-21 0,-4 0-25 0,-2 0-42 15,-6 0-31-15,0 0-23 0,0 0-104 0,0 0-325 16,-27-1 143-16</inkml:trace>
  <inkml:trace contextRef="#ctx0" brushRef="#br0" timeOffset="18645.84">18855 2060 24 0,'-1'-4'311'0,"-2"-1"-6"0,-1 2-21 0,3 1-16 16,-3-2-23-16,4 4-24 0,0 0-27 0,-1-6-21 0,-2 4-25 0,3 2-20 16,0 0-25-16,0 0-11 0,0 0-13 0,-4 12-7 15,4-6-9-15,-2 6-5 0,4 5-8 0,-2 4-6 16,3-2-3 0,-2 11 4-16,2-1-8 0,-2-1-4 0,-1-2-3 15,4-1 1-15,0 4-2 0,-3-5-5 0,3-6 0 0,-1-2-9 0,-2-3-10 0,0-2-9 16,3 0-17-1,1 0-14-15,-5-2-18 0,4-3-20 0,-3 0-20 16,-1 1-20-16,3-6-16 0,-3-1-31 0,0 0-257 16,0 0-450-16,0 0 200 0</inkml:trace>
  <inkml:trace contextRef="#ctx0" brushRef="#br0" timeOffset="19062.48">19433 1906 263 0,'0'-8'325'15,"1"1"-5"-15,0 1-3 0,-2 1-22 0,1-1-19 16,0 6-34-16,1-7-22 0,-1 7-28 0,2-7-22 15,-2 7-28-15,2-2-18 0,-2 2-17 0,0 0-11 16,0 0-9-16,0 13-18 0,0-3-2 0,0 2-5 16,0 5-7-16,2 4 0 0,-1 4-16 0,-4 0-1 15,3 3-8-15,0 1 0 0,2-3 0 0,-2 2 1 0,1 0-6 16,1-1 10-16,-1-3-16 0,-1-6-1 0,2-1 1 16,-2-4 0-16,0-1-6 0,2-4 0 0,-2 0 0 15,0-1 2-15,2-2-3 0,-2 2 1 0,0-7 1 16,2 5 15-16,-2-5-9 0,0 0-2 0,0 0 3 15,0 9-1-15,0-9-6 0,0 0 16 0,0 0-10 16,0 0-9-16,0 5-20 0,0-5-42 0,0 0-46 0,0 0-50 0,0 0-47 16,0 0-51-16,-6-20-50 0,0 12-215 0,4 0-551 15,-2-2 244-15</inkml:trace>
  <inkml:trace contextRef="#ctx0" brushRef="#br0" timeOffset="19516.39">19936 1881 42 0,'0'-2'289'15,"0"2"-9"-15,1-5-15 0,-1 0-14 0,0 5-16 0,3-2-26 0,-3 2-19 16,0 0-21-1,0-5-21-15,0 5-19 0,0 0-12 0,0 0-15 0,0 0-12 0,0 0-13 0,0 0-7 16,-18 7-8-16,9-1-4 0,-2 0-8 0,-1 4-5 16,-3 2-6-16,0 0-5 0,-1 3-6 0,-3 3-3 15,0 3 4-15,2-2-7 0,1 1-6 0,3 3-1 16,-5-3-1 0,8 3 1-16,2-5-2 0,-2 8-1 0,4-9-3 15,0 6 3-15,5-4 2 0,1 0-4 0,1-2 0 16,2-3 1-16,2-2 4 0,0 0 9 0,8 5-4 15,1-6 2-15,3-2 2 0,3-2-2 0,6 1 1 16,-6-4-1-16,8-2-4 0,-9-2 1 0,-1 0 4 16,0-2 14-16,-2-3 1 0,-3 0 5 0,4-4-10 15,-3 1-2-15,-5-1-4 0,0-1-6 0,1-4-4 0,-3-2 1 0,-3 4 0 16,-3 1-3-16,0-1-3 0,-3 0-8 16,-5 3-3-16,2-2-5 0,-5 2-4 0,-3 1-5 15,-5-1 1-15,4 4-8 0,-4 1-2 0,1-1-14 16,0 4-14-16,4-1-19 0,0 2-25 0,0 3-32 15,-1-3-34-15,4 5-35 0,1 1-34 16,3-3-42-16,-1-1-137 0,7-2-441 0,-1 7 195 0</inkml:trace>
  <inkml:trace contextRef="#ctx0" brushRef="#br0" timeOffset="20296.25">20272 1963 230 0,'-1'-6'289'0,"1"6"-18"0,-1-4-34 16,1 4-20-16,0-4-26 0,0 4-21 0,0 0-19 16,0 0-19-16,0 0-13 0,0 0-13 0,0 0-15 15,9 7-22-15,-4-1-17 0,1 2-8 0,-1-2-19 16,4 5-13-16,-2-3-13 0,0 0-4 0,3 1-3 15,-2-2-2-15,1 1-2 0,1-1-10 0,-2 0 6 16,2-2-5-16,-2 0 0 0,1-4 3 0,-3 0 3 16,2 1-1-16,0-2 8 0,-1-3 5 0,0-1 2 15,-1-1 2-15,6-3 11 0,-4 0 8 0,-1 0 3 16,1-2 12 0,-2-1 13-16,3-3-1 0,-4 3 13 0,1 0 1 15,0 0 10-15,-1-1 6 0,0 3 9 0,-3-2 1 16,-1 5 5-16,3 0-4 0,-4 1-1 0,2 1-10 15,-1-1-8-15,0 1-12 0,-1 4-6 0,1-5-13 16,1 2-28-16,-2 3-13 0,0 0 0 0,0 0-4 16,0 0 0-16,-2 15 2 0,1-5-1 0,-1 2 3 15,0 6-1-15,-3 0 0 0,1 8 1 0,4 1 1 0,-6 1-1 0,4 1 1 16,2 1 1-16,-2 4 2 0,4 1 3 0,1 11-3 16,2-14 1-16,-2 1-2 0,3 0 4 0,-2-1 0 15,1-1 3-15,-1 0-5 0,-1-6 4 0,-2-5-2 16,3 1-1-16,-2-4-2 0,-2 0 5 15,0-5-3-15,-2 0 1 0,-1-5-1 0,1 2 1 0,-1-2 3 16,-2-1 2-16,0 1 3 16,-2 0-2-16,-3-4 3 0,0 0 1 15,0-1 3-15,-2 2 6 0,1-3 9 0,2-1-4 16,-4-3 0-16,3 1 2 0,-4 0 3 0,4-1-7 16,-2 1 7-16,1-6 5 0,-1 2 19 0,3-1 2 15,0-2 4-15,0 1 7 0,0 0-2 0,4-2 15 16,-4-2 2-16,4 2 4 0,-4-5 7 0,7 3-8 15,-1-3-8-15,3-1-5 0,1 1-9 0,3-5-10 0,1 2-10 16,2 1-10-16,9-5-11 0,-3-2-7 0,9 3-9 0,-2-4-9 16,6 5-1-16,-2-1-5 0,3 1-17 0,-3 3 4 15,2 3 2-15,-1-2-3 0,-8 5 7 0,-2-3-5 16,-1 6 14-16,-1-1-5 0,-5 4 4 0,-2-2 2 16,-2 4 1-16,1-1-5 0,-1 1 6 0,2-2-2 15,-6 5 6-15,8-5-9 0,-8 5-1 0,3-3 3 0,-3 3 3 16,0 0-9-16,6-4-18 0,-6 4-9 0,0 0-20 15,1-1-17-15,-1 1-16 0,4-1-30 0,-4 1-23 16,0 0-31-16,0 0-38 0,0 0-18 0,0 0-15 16,0 0-21-16,0 0-251 0,15 1-561 0,-15-1 248 15</inkml:trace>
  <inkml:trace contextRef="#ctx0" brushRef="#br0" timeOffset="20619.2">21091 2013 244 0,'0'0'256'0,"0"0"-10"0,0 0-7 0,0 0-11 16,0 0-12-16,0 0-10 16,0 0-17-16,0 0-10 0,0 0-17 0,0 0-6 15,0 0-22-15,0 0-18 0,9-5-13 0,-3 4-7 16,-6 1-13-16,16-2-5 0,-6-1-14 0,5 2-2 16,-2 0-10-16,10-1-14 0,-6 1-33 15,2 0-21-15,0-2-34 0,2 3-35 0,-1 0-35 16,2-2-45-16,-4-1-51 0,2 3-201 0,-2-3-452 0,-5-1 200 15</inkml:trace>
  <inkml:trace contextRef="#ctx0" brushRef="#br0" timeOffset="20835.38">21141 2181 33 0,'0'0'268'0,"-5"0"-10"16,5 0-10-16,0 0-19 0,0 0-21 0,0 0-25 16,0 0-14-16,0 0-20 0,26-2-14 0,-5-1-20 15,2-1-34-15,3 1-43 0,8-2-40 16,5 0-63-16,0 1-50 16,14-4-55-16,-14 4-124 0,15-4-318 0,-3-3 141 15</inkml:trace>
  <inkml:trace contextRef="#ctx0" brushRef="#br0" timeOffset="21399.1">22265 1913 73 0,'0'0'180'0,"-2"-5"-5"16,2 5-22-16,-2-2-12 0,2 2-8 0,-3-5-9 16,3 5-14-16,-2-3-11 0,2 3-10 0,-7-2-9 15,2 2-7-15,5 0-14 0,-11-2-1 0,4 1-8 16,-1-1-3-16,-3 4 1 0,1-1-6 0,2 1 1 15,-2 0-7-15,-3 1-3 0,3-2-9 0,-3 3 6 0,0 0-6 0,-1 0-6 16,1 2-3-16,4-1 2 0,-2 2-6 0,-1 0-2 16,3 0 1-16,-1 0 0 0,1 2-1 0,-1-1-11 15,2 0 9-15,0 1-3 0,1-1 1 16,1 0-3-16,1 1 0 0,1 0 11 0,0-1 4 16,2 1 6-16,0-1 1 0,2 1 1 0,0-1 6 15,2 1 5-15,0-4-1 16,3 5 9-16,-1 0 4 0,0-3 1 0,2 1 11 15,-2-1-2-15,1-3 8 0,3 2 2 0,-2 0 8 16,2-3 3-16,2 4 1 0,1-4-2 0,1 2 5 0,-1 0 0 16,2-3 6-16,-4 1 7 0,4-2 9 15,-3 2 1-15,2-3 2 0,-1 0 14 0,2 0-14 16,1-3 4-16,-1 1 8 0,1-2-9 0,3-2 3 16,0-1-1-16,-1-1-9 0,4-3-6 0,-4 1-5 0,0-3 0 0,1-1-12 15,-2 2-12-15,3-2 6 0,-8-1 1 0,2 1-7 16,-2 1-3-16,-4 2-12 0,-1 1-9 0,-2-2-24 15,-2 3-34-15,-5-1-44 0,-3-2-57 16,-9 3-75-16,-9-2-68 0,-11 5-80 0,-4 0-396 16,-16-1-795-16,5-1 352 0</inkml:trace>
  <inkml:trace contextRef="#ctx0" brushRef="#br0" timeOffset="25030.14">6258 4307 192 0,'3'-8'219'0,"-3"8"-3"0,0-3-8 15,0 3 5-15,0-5-8 0,0 5-11 0,0-5-11 16,0 5-1-16,0 0-24 0,-3-4-16 0,3 4-12 16,0 0-18-16,0 0-12 0,0 0-12 0,0 0-21 0,0 0-15 0,0 0-5 15,0 0-5-15,-6 17-8 0,-1 0-4 0,1 0-3 16,-4 7 1-16,-2 4-7 0,1 0 6 0,-2 4-12 16,0 11 5-16,-3 4-3 0,5-15-1 0,1 2-2 15,1-2 2-15,-1 3-6 0,0-5 1 0,1-3-3 16,4 0 4-16,-3-1-7 0,3-9 5 0,0-3-4 15,4 1 0 1,-3-5-3-16,4-2 3 0,-1 0 0 0,-2-5 3 16,3 1 2-16,0 2 9 0,-1-2 15 0,1 0 7 15,0-4 14-15,-3 3 13 0,3-3 6 0,0 0 15 0,0 0-6 16,-2 3-4-16,2-3-7 0,0 0-20 0,0 0-49 16,-3-10-29-16,-1 3-26 0,4-3-28 15,-5-1-30-15,4-4-30 0,-3-4-24 0,4 1-13 16,0-3-4-16,3-4 4 0,-3 1-1 0,1-5 12 0,5 4 6 0,-2-4 23 15,1 1 14-15,-2 0 19 0,1 3 26 0,1 1 17 16,-1-1 25-16,1 5 32 0,-3 2 27 0,2 1 16 16,0 0 19-16,0 2 12 0,0 3 21 0,-2 1 10 15,2 2 8-15,-3 2 1 0,3 0 9 0,-4 2-13 16,2 1-9-16,1-2-11 0,-3 2-13 0,1 2-10 16,-1 2-5-16,3-4-12 0,-3 4-9 0,0 0-1 0,8 6-6 15,-3 1-8-15,0 5 2 0,4 1-8 0,0 3 3 16,1 8-3-16,3 1 1 0,-4 4 3 0,2 4-3 0,1-2 0 15,-1-1-5-15,-1 1 6 0,2-1-4 0,-3-4 0 16,0 3-2-16,-3-3 0 0,-2-6-2 0,1-3-2 16,-1 1 2-16,0-3 0 0,-3-3-4 15,2-1 2-15,-2-1-2 16,-1-3 2-16,4-1 1 0,-4 0 2 0,0-3 3 16,0 3 8-16,0-3 9 0,0-3-1 0,0 4-1 15,0-4 4-15,0 0 0 0,-4 3-3 0,4-3-21 16,-5 1-22-16,5-1-22 0,-9 0-34 0,9 0-35 15,-14-1-44-15,2-2-47 0,3-1-55 0,0 1-223 16,1-4-511-16,1 0 226 0</inkml:trace>
  <inkml:trace contextRef="#ctx0" brushRef="#br0" timeOffset="25311.31">5990 4729 33 0,'-6'2'224'15,"3"-1"-8"1,3-1-11-16,-6 2-16 0,6-2-15 0,-6 2-12 16,6-2-8-16,-2 1-16 0,2-1-3 0,0 0-20 15,0 0-9-15,0 0-1 0,10 4-1 0,-1-4-2 16,10-2-7-16,4-1-2 0,9 1-17 0,0-1-9 16,1-1-3-16,-2 0-3 0,-2-1-7 0,-8 4-8 15,-2-2-5-15,-5 0-2 0,-1 3-6 0,-3-3-1 16,-1 2-5-16,-1 1-4 0,-2 0 3 0,-2-1 3 0,-4 1 4 0,8 1 0 15,-8-1-3-15,0 0-4 0,0 0-4 0,0 0-6 16,0 0-13-16,0 0-15 0,0 0-13 0,-16 8-23 0,11-6-28 16,-1-2-20-16,-3 3-46 0,5-2-45 0,-1 0-36 15,-2 0-164-15,7-1-420 0,0 0 186 16</inkml:trace>
  <inkml:trace contextRef="#ctx0" brushRef="#br0" timeOffset="25509.44">6505 4740 394 0,'0'0'392'0,"0"9"4"16,0-9-14-16,3 1-25 0,-3-1-26 0,0 0-30 15,1 3-30-15,-1-3-35 0,0 0-19 0,0 0-28 16,0 0-62-16,0 0-57 0,0 0-69 0,0 0-60 15,15-7-71-15,-8 4-65 0,-1 0-84 0,0-1-222 16,-2 2-541-16,2-4 239 0</inkml:trace>
  <inkml:trace contextRef="#ctx0" brushRef="#br0" timeOffset="26015.29">6792 4489 319 0,'-2'-6'402'0,"2"6"-17"0,0 0-30 0,-1-8-26 16,1 8-35-16,-2-1-35 0,2 1-20 0,0 0-26 16,0 0-31-16,0 0-27 0,0 0-22 0,0 0-17 15,0 0-8-15,0 0-10 0,0 0-10 0,0 15-10 16,2-3-9-16,-1 0-5 0,0 4-11 0,-1 1-3 0,1 1-6 15,1 2-3-15,-1-2 1 0,-1 1-8 0,0 1 0 16,0-2-7-16,-1 3-5 0,2-4 5 0,0 0-5 16,-1-4 0-16,0-1-7 0,0-1-1 0,-1-2 4 15,2-2 8-15,-1 1-15 0,-1-2 7 0,1-3-8 0,0 1 7 16,0-4 18-16,-1 5 38 0,1-5 44 0,0 5 45 16,0-5 38-1,0 0 28-15,0 0-8 0,0 0-26 0,0 0-15 16,-8-22-19-16,3 6-21 0,1-2-14 0,-1-6-20 15,-1-4-13-15,0 0-23 0,3-5-9 0,-5 1-8 16,3 0-2-16,5 1-11 0,-4-1-3 0,1 2-2 16,2 5-4-16,1 7-3 0,-1 0 0 0,1 6-3 15,-1-1-2-15,-2 3-2 0,3-1 2 0,0 4-7 16,0 1-2-16,0 1 1 0,0 0-7 0,0 1-8 0,0 4-17 0,3-5-18 16,-1 3-12-16,5-3-14 0,3 5-18 0,3-1-28 0,3 2-20 15,5-1-30-15,-1 5-30 0,3-2-25 0,-2-1-21 16,0 4-26-16,7 3-29 0,-1-3-33 0,-5 1-42 15,-2-4-51-15,-2-1-269 0,0 1-740 0,0 0 328 16</inkml:trace>
  <inkml:trace contextRef="#ctx0" brushRef="#br0" timeOffset="26264.68">6892 4792 115 0,'0'4'234'0,"-4"0"-1"0,3-2-9 0,1-2-11 16,-3 3-8-16,3-3-9 0,0 0-14 0,-1 4-5 16,1-4-8-16,0 0-11 0,0 0-10 0,13 0-8 15,-4 0-13-15,5-2-13 0,5-3-9 0,3 3-13 16,9-3-7-16,-1-2-12 0,2 1-29 0,0-1-40 0,0 0-44 15,-5-2-43-15,-4 4-47 0,-4 1-59 0,2-4-244 16,-5 2-469-16,-6-1 208 0</inkml:trace>
  <inkml:trace contextRef="#ctx0" brushRef="#br0" timeOffset="26512.07">6933 4613 311 0,'0'0'315'0,"0"0"-18"0,-6 0-21 0,6 0-23 0,0 0-19 16,0 0-20-16,0 0-25 0,0 0-20 15,11-7-18-15,-2 4-15 0,9-1-7 0,2 0-19 16,2 1-27-16,7 0-42 0,-2-1-49 0,0-1-60 15,-5 3-59-15,5-3-81 0,-8 3-209 0,0-2-450 16,-1-1 199-16</inkml:trace>
  <inkml:trace contextRef="#ctx0" brushRef="#br0" timeOffset="26712.59">7540 4633 480 0,'0'0'473'0,"0"0"-20"16,0 0-32-16,0 0-32 0,0 0-38 0,0 0-33 15,0 4-36-15,0-4-37 0,0 0-49 16,0 0-54-16,0 0-66 0,0 0-68 0,0 0-81 16,0 0-90-16,0 0-82 0,6 1-315 0,-6-1-604 0,0 0 267 15</inkml:trace>
  <inkml:trace contextRef="#ctx0" brushRef="#br0" timeOffset="27269.55">6092 5131 224 0,'-5'3'215'0,"5"-3"-17"16,0 0-19-16,0 0-20 0,-5 2-17 0,5-2-15 16,0 0-12-16,0 0-13 0,0 0-9 0,0 5-14 15,0-5-1-15,0 0-8 0,0 0-2 0,10 0 5 0,-2 1 3 16,1-1-2-16,10 0 5 0,8-1-6 0,5-2-2 15,7 1 5-15,20-6-1 0,33 1 1 16,-27 0 3-16,39-3 3 0,-2 2-3 0,-1 0-4 0,-1-2-30 0,-2 7-5 16,-33-1-2-16,27-1-3 0,-30 2-2 0,-9 1-6 15,-3-1-1-15,-10 2-5 0,-6-3 2 0,-3 4-6 16,-10-1 3-16,-1 1 3 0,-6-1 3 0,-7 1 8 16,1 0 5-16,1-2 10 0,-4 2 8 0,0-1 2 15,0-1 11-15,-5 2-19 0,0 0-16 0,6-2-21 16,-6 2-33-16,0 0-28 15,0 0-33-15,0 0-42 0,-18-2-52 0,18 2-64 16,-13 2-253-16,13-2-529 0,-9-2 234 0</inkml:trace>
  <inkml:trace contextRef="#ctx0" brushRef="#br0" timeOffset="28617.09">9964 4328 115 0,'0'0'212'0,"0"-5"8"0,0 5 1 16,4-5-3-16,-4 5 3 0,1-2-7 0,-1 2-6 15,0-5-10-15,0 5-4 0,0 0-6 0,0 0-10 0,4-5-17 16,-4 5-11-16,0 0-17 0,0 0-11 0,0 0-12 16,0 0-4-1,0 0-23-15,0 0-14 0,0 0-6 0,0 0-19 16,0 0-2-16,0 0-7 0,0 0-3 16,4 11 0-16,-3-3-11 0,2 2-7 0,-2 4-3 0,0 3 6 15,-1 1 0-15,3 1-5 0,-2-1 3 16,-1 2-2-16,3 0-3 0,-3 4-1 0,1-5 0 15,-2-2 1-15,3 0 11 0,1-5-4 0,-2-1-9 16,-1 0-5-16,0-4 3 0,3-2-1 0,-6 2 3 0,6-2 3 0,-3-2 3 0,0 1 40 16,0-4 38-16,1 5 45 0,-1-5 45 15,0 0 32-15,0 0-4 16,0 0-26-16,0 0-16 0,9-16-19 0,-5 6-15 0,2-1-13 16,0-4-11-16,4 0-15 0,-1-3-10 0,3-4-9 15,-2 5-10-15,0 1-7 0,-1 1-3 0,2 1-9 16,-5 4-1-16,2 1-8 0,-2-1-4 15,-1 3-5-15,1 2-4 0,-2-1-6 0,0 2-2 0,0 1-8 16,0 1-5-16,-4 2-6 0,0-4-10 0,0 4-9 16,0 0-10-16,14 1-7 0,-9 3-4 0,0 1-2 15,-1 0 2-15,5 4 2 0,0 0-1 0,1 3 3 16,-3 3 2-16,-1-1 4 0,3 3 1 16,-1-3 5-16,-2 3 2 0,-1-1 4 0,-1-4 2 0,1-3-6 15,-1 1 13-15,-2-3-3 0,0-2 3 0,0 2 10 0,1-3-4 16,-3-1 6-16,2 0 8 0,-2 0 15 0,3 1 37 15,-3-4 30-15,0 0 33 0,0 0 21 0,0 0 11 16,0 0-25-16,6-11-5 0,-1 0-12 0,-1 1-19 16,4-7-2-16,1 0-14 0,2 0-10 0,0-6-10 15,-2 4-7-15,1 3 3 0,-3 3-16 0,1 4 1 16,-4-1-4-16,1 4 3 0,0 1-18 0,-4-1-5 0,2 1-9 0,-2 2-12 16,3 1-31-16,-3-1-34 0,-1 3-11 0,0 0 9 15,12 5 5-15,-7 0-7 0,5 1 1 0,-1 2 3 16,0 1 4-16,1 1 5 0,1 2 0 0,0 4 8 15,-1-5 1-15,-1 4 8 0,-2-6 6 0,0-1 5 16,-2 1 0-16,0-4-7 0,-1 0 3 0,-1-1-2 16,-1-1 5-1,1 0 2-15,0 1 7 0,-3-4 6 0,3 3 1 0,-3-3 6 16,3 3 1-16,-3-3 0 0,0 0 4 0,2 2-6 16,-2-2-14-16,0 0-23 0,0 0-20 0,0 0-40 15,0 0-79-15,0 0-72 0,0 0-57 16,0 0-59-16,-1-13-65 0,1 8-263 0,0-1-763 15,5-5 337-15</inkml:trace>
  <inkml:trace contextRef="#ctx0" brushRef="#br0" timeOffset="29187.49">10682 3918 150 0,'0'-1'265'0,"0"1"-10"0,0 0-13 16,4-4-3-16,-4 4-16 0,0 0-15 0,1-4-20 15,-1 4-19-15,0 0-22 0,0 0-11 0,0 0-16 16,0 0-16-16,0 0-9 0,0 0-17 0,0 0-8 16,0 0-12-16,3 9-4 0,-4 1-3 0,-1 1-6 15,0 5 1-15,-6 2-8 0,4 0-1 0,-3 3-6 0,-1 1-1 0,1 3-4 16,1-8-1-16,0 7-3 0,1-7 0 0,1-2-2 16,0-4-3-16,0 2-2 0,4-3-1 15,-4-4-2-15,4 2-1 0,-1-4 3 0,-2 1 1 16,3 1-3-16,-1-4 1 0,1-2 5 0,0 5 6 15,0-5 1-15,4 5 12 0,1-5 0 0,0 2-1 0,9-4-1 16,-1 0-6-16,6-1-2 0,-2 2-15 0,3-1-25 0,-3-2-38 16,-1-2-38-16,1 2-36 0,-3 2-39 0,6-3-59 15,-4-5-50-15,-7 5-171 0,5-2-480 0,-5-3 213 16</inkml:trace>
  <inkml:trace contextRef="#ctx0" brushRef="#br0" timeOffset="29441.27">10842 4084 129 0,'-1'-5'304'15,"1"5"-3"-15,0 0-2 0,0 0-20 0,0 0-16 16,0 0-24-16,-3-3-18 0,3 3-26 0,0 0-21 16,0 0-10-16,0 0-27 0,0 0-17 0,0 0-16 15,0 0-17-15,0 0-12 0,0 0-9 0,5 9 6 0,-5-2-16 16,3 3-4-16,-2 0-8 0,-1 2 1 0,3 4-4 15,2 2-1-15,-4 2 3 0,3-3-11 0,0 0 0 16,-2 6-3-16,1-5-1 0,-2-1-19 0,2-1-25 16,-3-3-42-16,0 1-47 0,0-2-69 0,1 5-101 15,-2-8-234-15,1-3-552 0,0-6 245 0</inkml:trace>
  <inkml:trace contextRef="#ctx0" brushRef="#br0" timeOffset="30374.98">11477 4475 56 0,'-8'3'181'0,"3"-3"-5"16,1 2-11-16,4-2-8 0,-9 0-12 0,9 0-10 15,0 0-5-15,-9 0-5 0,9 0-2 0,0 0-9 16,0 0-3 0,0 0-5-16,0 0-6 0,-6-2-4 0,6 2-3 0,0 0-3 15,0 0-8-15,0 0-4 0,0 0-3 0,0 0-8 16,-4 5-5-16,4-5-4 0,0 0-7 0,0 0-4 16,0 0-1-16,0 0-6 0,0 0-2 0,0 0-5 15,0 0-3-15,0 0-3 0,0 0-4 16,0 0-1-16,0 0-2 0,0 0-3 0,0 0-1 0,0 0-2 15,0 0-1-15,0 0-1 0,0 0-3 0,0 0 1 0,0 0 1 16,0 0 3-16,0 0-4 0,0 0 4 0,0 0 7 16,0 0 4-16,28-5 3 0,-11 5-9 0,5-4 1 15,-3 0-3-15,14 0 1 0,0 1-1 0,0 1-7 0,5-3 2 16,-4-1-1-16,1 2 1 0,-1 3-7 0,-4-2-2 16,-4 1-20-16,-7 1-23 0,-1 1-28 15,-5-2-25-15,-4 1-33 0,-4 1-25 0,4-1-21 0,-9 1-25 0,5 0-30 16,-5 0-135-16,0 0-392 0,-19-3 174 0</inkml:trace>
  <inkml:trace contextRef="#ctx0" brushRef="#br0" timeOffset="30606.7">11636 4406 116 0,'0'-3'277'15,"0"3"7"-15,-2-6 10 0,2 1 3 0,0 5-9 0,0-6-16 16,0 6-20-16,0 0-20 0,0 0-27 0,0-5-26 15,0 5-18-15,0 0-23 0,0 0-16 0,0 0-21 16,0 0-16-16,0 0-2 0,0 0-11 0,0 22-5 16,-2-11-11-16,2 7-1 0,-2-1-8 0,1 2-5 15,1 2-3-15,5 4 1 0,-5-4-7 0,2-1-1 0,0-2 9 0,-2 0-13 16,1-1-27-16,2-5-24 0,-2 1-30 0,2-1-31 16,-1 0-33-16,-2-1-50 0,4 0-53 15,-1-5-60-15,3-3-220 0,-1 0-541 0,-5-3 240 16</inkml:trace>
  <inkml:trace contextRef="#ctx0" brushRef="#br0" timeOffset="31161.45">12292 4159 140 0,'9'-1'149'16,"0"0"-21"-16,1 2-10 0,2 0-12 0,-1 3-7 0,1-1-20 15,-3 2-4-15,1 4-6 0,-1-2-5 0,0 3-7 0,0 2-4 16,-3 2-7-16,1 1 4 0,-4 0-2 0,0 0-4 15,-2 2-4-15,-1 2-3 0,-2-2-2 0,-2 4 7 16,-3-2-5-16,0 5 0 0,-6-2-1 0,4 3-4 16,-1-11-3-16,1 6-7 0,0 2 6 0,1-4-3 15,2-3-2-15,1 2-2 0,1-5-5 0,0-1 1 16,3-2-4-16,-3 0 0 16,4-1 0-16,0 0 16 0,0-4 20 0,4 3 19 0,-2-2 2 0,6-3 3 15,2 4-4-15,3-2-5 0,0-2-9 0,6 1-4 16,1-3-10-16,-4 0 3 0,2 0-4 0,-4-3-6 15,-2 2 0-15,0-3-2 0,-3 0-2 0,2-1 10 16,-5-2 2-16,0 4-6 0,-1-7-5 0,-5 1-11 16,-4-6-8-16,-5-2-4 0,-1 0-6 0,-8-2-1 15,-6-3 0-15,0 3-3 0,-3-2 0 16,-1 1 0-16,-2-2 1 0,3 1 3 0,1 3 10 16,1-1 1-16,2 5 7 0,3-1 14 0,5 3 18 15,4 5 20-15,0 2 15 0,5-2 13 0,-1 3-15 0,6-2-13 16,0 2-29-16,3-2-22 0,6 0-20 0,6 1-25 15,3-1-35-15,4 1-36 0,7-1-43 16,2 3-42-16,4 0-57 16,-7-1-212-16,1 3-486 0,3-4 215 0</inkml:trace>
  <inkml:trace contextRef="#ctx0" brushRef="#br0" timeOffset="31809.46">12801 4351 58 0,'0'0'328'0,"0"0"-8"0,6-9 5 0,-6 9-25 15,0-4 2-15,0 4-35 0,4-4-16 0,-4 4-29 16,0 0-24-16,3-2-16 0,-3 2-23 0,0 0-19 16,0 0-19-16,0 0-13 0,0 0-16 0,0 0-16 15,0 0-8-15,6 6-6 0,-6 1-12 0,3-2-10 16,-2 1-3-16,3 4-4 0,-4 0-5 0,1 0 0 16,-1 2-5-16,0 0 0 0,1 0-1 0,-2 0-5 0,1-1-1 0,1-3-1 15,-1 2-3-15,-1-2 2 0,1-1 1 0,-1-2-6 16,2-1 6-16,-1 0 2 0,0 0 1 15,0-4 20-15,1 5 23 0,-1-5 39 0,0 0 23 0,0 0-13 16,0 0-9-16,12-11-12 0,-6 6-9 0,3-4-7 16,-1 1-9-16,1-1-8 0,0 0-7 0,-1 0-4 15,3 1-3-15,-1 0-7 0,-1 1-3 0,-3 2-11 0,1 0 1 16,-3 3 0-16,2-3-9 0,-2 3-5 0,-1-1-7 16,1 2-2-16,-4 1-1 0,9 1-6 0,-5 2-2 15,1 1-5-15,0 0-3 0,0 4 2 0,2 0-5 16,-3 2-4-16,-2-2 5 0,2 5-6 0,0 1 4 15,0 3-5-15,-2 0 0 0,-2-6-15 0,0-5 3 16,3 2-4-16,-2-1 3 16,-1-2 10-16,0-1 0 0,3 0 27 0,-2 0 20 15,-1-1 38-15,0-3 30 0,0 0 27 0,0 0-7 16,0 0-14-16,13-12-7 0,-8 6-11 0,5-5-7 16,2 0-12-16,2-1-4 0,-2-1-6 0,4 0-5 15,-2 1-6-15,2 1-8 0,-3 0 2 0,1 2-2 16,2-1-5-16,-6 2-1 0,0 4-5 0,-4-1-5 15,2 0-3-15,1 3-20 0,0 1-11 0,0-2-15 0,0 3-7 0,1 1-29 16,4 1-17-16,-2 1-31 0,-1 0-38 0,-2 0-31 16,0 1-41-16,1 3-44 0,-2-3-56 0,0 2-63 15,-3-4-232-15,0 1-679 0,-5-3 301 16</inkml:trace>
  <inkml:trace contextRef="#ctx0" brushRef="#br0" timeOffset="32241.66">13413 4012 174 0,'0'-5'357'16,"0"1"-27"-16,0 4-28 0,-3-7-34 0,3 7-27 0,4-1-32 0,0-2-19 15,-4 3-21-15,0 0-22 0,9 4-12 0,-3-1-12 16,2 2-20-16,0 4-10 0,-2-2-7 0,4 5-6 15,-1 2-14-15,0 0-6 0,-1 4-4 0,1-1-10 16,-5 0-4-16,-2 3-11 0,-1-3 0 0,-1 0-6 16,-1 2 0-16,-4 0-2 0,4-2-2 0,-4-4-1 15,-3 3-1-15,-1-3-1 0,4-3-3 0,0-1-1 0,-4-2 1 16,8-1 5-16,-2-2 0 0,-1-2-6 0,2 4 0 16,2-6 21-16,-3 6 26 0,3-6 19 0,0 0 27 15,0 0 9-15,-4 5 5 0,4-5-1 0,0 0-16 16,13-1-8-16,1 0-11 0,3-4-8 0,3 1-9 0,7-3-7 15,0 3-10-15,2 0-1 0,-1 1-11 16,-1-1-2-16,3 1-6 16,-2-1-3-16,-8 1 0 0,10 0-2 0,-13 2-5 15,-6 0 0-15,-2 1 1 0,-2-2 7 0,2 2 12 16,-4-2 8-16,0 2-3 0,-5 0 1 0,8-2-5 16,-8 2-3-16,5-1-13 0,-5 1-24 0,0 0-37 15,0 0-48-15,0 0-59 0,0 0-72 0,0 0-75 16,0 0-91-16,-19-1-332 0,9 1-769 0,2-2 341 15</inkml:trace>
  <inkml:trace contextRef="#ctx0" brushRef="#br0" timeOffset="32865.44">14149 4410 110 0,'0'0'190'0,"-9"1"-11"0,4-1-3 0,-4 1-3 0,9-1-5 0,-9 1-5 15,5-1-8-15,4 0-9 0,0 0-7 0,-10 0-9 16,10 0-10-16,-6 1-10 0,6-1-6 0,0 0-7 16,0 0-5-16,0 0-5 0,-7-2 4 0,7 2 0 15,0 0-2-15,0 0 3 0,0 0-1 0,0 0-7 0,0 0 3 16,0 0-3-16,0 0 9 0,0 0-3 15,0 0-5-15,0 0-2 0,0 0-6 0,0 0-5 0,0 0-7 0,0 0-7 16,19-4-10-16,-2 2-3 0,12-1-1 0,3-2-5 16,5 1-9-16,0-2-1 0,18-1-1 0,-2 2-5 15,-14 0-5-15,2 2 0 0,-5-1-2 0,0 1-5 16,-7-1-17-16,-6 2-10 0,-5-1-13 0,-5 3-21 16,-2-1-26-16,-3 0-23 0,-2 0-31 0,-2-1-55 15,-4 2-46-15,0 0-36 16,0 0-222-16,-24-5-529 0,11 4 234 15</inkml:trace>
  <inkml:trace contextRef="#ctx0" brushRef="#br0" timeOffset="33112.78">14381 4311 29 0,'-2'-5'367'15,"1"-2"12"-15,-1 0 10 0,1 3-2 0,0-2-8 16,-3 1 2-16,4 1-11 0,-1 1-25 0,1 3-34 15,-1-7-27-15,1 7-33 0,-2-5-25 0,2 5-28 16,0 0-27-16,-2-2-22 0,2 2-34 0,0 0-53 16,0 0-24-16,0 0-7 0,2 16-3 0,1-6 3 15,-1 0-9-15,2 6 2 16,0 1-8-16,1 3-18 0,-1-1-20 0,1 0-15 16,1-2-31-16,-3 1-17 0,2 0-34 0,-1 2-32 15,-2-2-29-15,2 0-43 0,0-6-58 0,0 0-85 16,-1-7-210-16,0-2-622 0,-3-3 276 0</inkml:trace>
  <inkml:trace contextRef="#ctx0" brushRef="#br0" timeOffset="33482.78">14964 4139 3023 0,'4'-7'212'0,"-1"0"37"15,-1-1 7-15,-2 1-19 0,3 2-27 0,-2-4-28 0,-1 4-9 16,3-1-18-16,-3 4-10 16,2-3-10-16,-1 2-16 0,-1 3-20 0,0 0-9 0,0-7-14 0,0 7-17 15,0 0-20-15,0 0-32 0,0 0-28 0,0 0-2 0,0 0 4 16,4 20 1-16,-1-3 0 0,-2 1 3 0,2 5 4 16,-2 2 3-16,0 5-1 0,-1 2-1 15,3-7 0-15,-6 3 2 16,6 2 1-16,-2-4 3 0,-1-6 4 0,4 6-1 15,-2-9 1-15,1-2 1 0,-3-3-1 0,5-2 2 16,-5 0-3-16,1-1 3 0,0-3 2 0,-1 0 3 16,2-4-3-16,-1 5 9 0,-1-7 4 0,0 3 0 15,1 0 0-15,-1-3 9 0,0 4 4 0,0-4 4 16,0 0-1-16,0 0 0 0,2 4-4 0,-2-4-53 16,0 0-45-16,0 0-49 0,0-13-52 0,1 8-51 0,-2-3-64 15,2-1-66-15,0-3-62 0,-1 0-238 0,3-3-704 0,-2-2 312 16</inkml:trace>
  <inkml:trace contextRef="#ctx0" brushRef="#br0" timeOffset="33915.06">15622 4032 216 0,'4'-2'346'0,"-4"2"-17"16,3-5-15-16,-3 5-29 0,0 0-34 0,1-4-22 16,-1 4-27-16,0 0-20 0,0 0-25 0,0 0-18 0,0 0-14 0,0 0-17 15,-14 11-13-15,6-4-11 0,-5 5-7 0,-1 1-10 16,0 1-2-16,-5 7-6 0,1 1-11 0,-1-1 0 16,0 0-8-16,1 4-9 0,-1-1 12 0,3-1-14 15,1 0-6-15,1 1 3 0,0-3-7 0,5-3 3 16,0-2-4-16,3 1-4 0,2-3 0 15,0 3 3-15,3-7-1 16,1 1-1-16,1 0 3 0,-1-4-2 0,4-1 4 0,0-1 8 16,6 1-2-16,0-1 4 0,8 2 0 15,0-6-3-15,1 1-2 0,2-2-2 0,-2-4 3 16,2 1 1-16,-4-4-9 0,0 0 6 0,-1-1 18 16,-7 1-22-16,0-2 5 0,0 1 5 0,-3-2-7 15,1 1 4-15,-6-1-10 0,-1 0-5 0,-4 0-5 16,-1 2-15-16,-6-1-4 0,-6 0-6 0,-1-1-9 0,-1 3-13 0,-8 0-5 15,6 3-22-15,-1 3-14 0,4-2-17 0,-1 3-25 16,0 0-40-16,6 0-43 0,0 0-44 0,3 3-276 16,2-3-571-16,3 0 253 0</inkml:trace>
  <inkml:trace contextRef="#ctx0" brushRef="#br0" timeOffset="34200.25">16154 4244 192 0,'0'0'333'0,"0"0"-12"0,0 0-13 16,0 0-14-16,0 0-25 0,0 0-26 0,0 0-27 16,0 0-20-16,0 0-23 0,0 0-18 0,9-9-20 0,2 9-31 0,5-5-32 15,4 1-33-15,-1 1-40 0,9-3-38 0,4 2-52 16,-2 0-61-16,2-1-50 0,-2 2-226 0,-9-2-463 16,8-2 205-16</inkml:trace>
  <inkml:trace contextRef="#ctx0" brushRef="#br0" timeOffset="34385.15">16234 4333 129 0,'-5'1'250'16,"0"2"-2"-16,0-2-2 0,3 2-7 0,2-3-20 15,0 0-22-15,0 0-20 0,21 0-17 16,-4-2-16-16,3 1-16 0,12 0-30 0,4-2-38 0,15-1-34 0,-10-1-42 15,13 1-52-15,3 0-75 0,-6 0-206 0,-14-1-379 16,4-3 168-16</inkml:trace>
  <inkml:trace contextRef="#ctx0" brushRef="#br0" timeOffset="34770.64">17148 4118 152 0,'0'0'231'0,"-4"-1"-15"0,4 1-14 16,0 0-21-16,0 0-20 0,0 0-15 0,-5-1-19 15,5 1-16 1,0 0-12-16,0 0-11 0,0 0-11 0,0 0-7 16,-13 6-8-16,11-3-10 0,-5 2 0 0,2-1-9 0,0 4-6 15,-4 0-1-15,1 5-7 0,-2-4-2 16,0 4-2-16,1-1 0 0,0 2-6 0,3-4 2 15,-1 3-4-15,1-3-3 0,2 2 1 0,0 0-1 16,3-1 1-16,0 1 3 0,-1-3 23 0,2 4 24 16,3-3 23-16,1-1 18 0,1-2 21 0,1 1 9 0,6-4 21 0,1 0 6 15,4 0 2-15,2-4 3 0,2-3 1 0,2 1-9 16,4-5-10-16,-8-1-16 0,7-1-15 0,-5-8-12 16,0 0-13-16,-4-1-20 0,-2-4-17 0,-5 4-20 15,-5 1-18-15,-1-4-26 0,-3 1-36 0,-2 2-28 16,-8-1-45-16,-9-1-43 0,-6 6-50 0,-11 1-67 15,0 6-73-15,-4 1-233 16,1 0-630-16,-14 0 279 0</inkml:trace>
  <inkml:trace contextRef="#ctx0" brushRef="#br0" timeOffset="35518.94">9335 6021 256 0,'0'0'295'0,"-6"0"-19"16,6 0-21-16,0 0-24 15,0 0-21-15,0 0-20 0,-4 3-16 0,4-3-20 16,0 0-17-16,0 0-13 0,26-4-12 0,-10 1-12 15,2 0-33-15,3-1-33 0,0 1-48 0,1-2-54 16,5 1-64-16,1-1-72 0,-5 3-163 0,-1-2-396 16,-3-1 175-16</inkml:trace>
  <inkml:trace contextRef="#ctx0" brushRef="#br0" timeOffset="35688.18">9400 6229 11 0,'-6'5'172'0,"2"-2"1"0,1 2 0 0,-1-1-2 16,1-4-10-16,0 3-9 0,3-3-15 0,0 0-10 16,0 0-11-16,20-2-9 0,-9 1-20 0,2 1-29 0,6-2-50 15,0-4-65-15,-1 2-89 0,1-3-96 0,3 0-262 16,-4-1 116-16</inkml:trace>
  <inkml:trace contextRef="#ctx0" brushRef="#br0" timeOffset="36004.61">9597 5865 75 0,'-5'-3'302'0,"0"0"-23"0,5 3-29 16,-5-2-29-16,5 2-24 0,-6 0-24 0,6 0-20 15,0 0-16-15,0 0-14 0,-2 9-13 0,6-4-7 16,0 7-12-16,1-2-9 0,7 6-10 0,-1 2-8 0,4 4-5 0,4 0-1 15,1 2-6-15,0 1-7 0,-2 0-5 0,0 0-4 16,1-2-3-16,-6-2-3 0,2 5-2 0,-5-4-3 16,-4-3-3-16,-2 0 0 0,-2-2-4 0,-2 0-3 15,0 0 0-15,-5-2 0 0,-2 2 1 0,-3 0 0 16,-1-2 0-16,-5 1 1 0,-4-1-2 0,2-3-2 16,-5 4-1-16,-1-1 1 15,1-1-3-15,4-4-9 0,-1-2-20 16,3-1-29-16,0-2-31 0,3 2-47 0,5-4-45 15,0-1-58-15,5-2-172 0,4 0-433 0,0 0 191 0</inkml:trace>
  <inkml:trace contextRef="#ctx0" brushRef="#br0" timeOffset="36621.93">10323 6045 158 0,'0'-4'329'0,"0"4"-24"0,0-7-27 16,0 7-30-16,0 0-29 0,0-5-23 0,0 5-23 16,0 0-17-16,0 0-25 0,0 0-14 0,0 0-12 15,7 12-12-15,-5-5-10 0,3 2-6 0,-4 1-13 16,3 2-2-16,-4 5-8 0,1-2-3 0,-1 1-6 15,-1 0-5-15,1-2-3 0,0 0-7 0,-4 3-3 16,1-5-2-16,1 0 20 0,1-4-4 0,1 1-4 0,0 0 1 0,-2-1-5 16,0-7 4-16,2 3-7 0,-1 3 9 0,2-4 34 15,-1-3 37-15,0 0 33 0,0 3 27 0,0-3-20 16,0 0-17-16,10-15-16 0,-2 5-6 0,1-2-15 16,0-2-9-16,5 1-12 0,-5-1 0 0,0 6-10 15,5-5 0-15,-6 5-19 0,-2-2-1 0,4 3-1 16,-3 0-10-16,-2 4-5 0,-1 0 2 0,0-1-16 0,-2-1-2 0,2 3-8 15,-3 0-2-15,-1 2-9 0,0 0-2 0,0 0-5 16,13 4-1-16,-9 1-4 0,-2 0 0 0,2 0-3 16,2 5-1-16,0-1 9 0,-4 1-2 0,3 5 3 15,0 0 3-15,-2 1 3 0,0-2 0 0,-2 0 0 16,4-4-8-16,-4 3-3 0,-1-8 3 0,1 4-18 16,3-4 25-16,-4 0 8 15,0-1 3-15,0 0 25 0,0-4 30 0,1 4 38 16,-1-4 16-16,0 0-4 0,0 0-16 0,8-12-6 15,-5 4-10-15,1-3-10 0,2 0-6 0,4-3-7 16,-5 4-4-16,3-2-9 0,-1 2-3 0,0-2-12 16,-2 3 4-16,4 0-2 0,-5 1-7 0,1 3-4 15,1 0-6-15,-2 0-3 0,0 1-6 0,0 2-2 16,1-1-6-16,-1 3-18 0,6 0-9 0,-2 2-13 0,2-1-17 16,3 3-20-16,-3-2-33 0,2 3-41 0,0 0-38 0,0 0-52 15,-1 0-60-15,-2-5-79 0,0 1-336 0,-4-1-781 16,4-1 346-16</inkml:trace>
  <inkml:trace contextRef="#ctx0" brushRef="#br0" timeOffset="36938.39">10763 5754 140 0,'0'-9'440'0,"0"2"-14"0,0 1-21 0,0-1-36 0,0 3-30 15,0 0-38-15,2 1-38 0,-2-2-29 0,4 3-24 16,-4 2-20-16,10 0-39 0,-1 0-4 0,4 2-14 0,-4 4-11 16,1 0-15-16,3 1-19 0,0 3-12 0,-2 2-11 15,2 1-17-15,-4 1-4 0,0 3-9 0,-4 0-7 16,0-3-1-16,-1 3-3 0,-4-2-4 0,1-1-2 16,-2-3-4-16,0-1 7 0,-1 1-8 0,1-5 4 15,-1 0-1-15,2-1-5 0,-3 1 8 0,3-3-6 16,-1 0 9-16,1-3 16 0,-2 4 24 0,2-4 12 0,0 0 8 0,2 6 1 15,-2-6-4-15,0 0-9 0,9 0 0 0,-9 0-24 16,20-4-15-16,-2-2-33 0,4 3-55 0,7 1-82 16,1-1-80-16,4-1-73 0,6-1-110 0,9-1-285 15,-13 5-744-15,-2-7 329 0</inkml:trace>
  <inkml:trace contextRef="#ctx0" brushRef="#br0" timeOffset="37223.28">11554 6045 290 0,'0'0'296'15,"-3"3"-8"-15,3-3-7 0,0 0-12 0,-5 2-20 16,5-2-9-16,0 0-19 0,-1 3-25 0,1-3-18 16,0 0-16-16,0 0-17 0,18-3-24 0,-7 1-3 15,7-4-16-15,2 5-9 0,2-4-9 0,6 0-9 16,3-1-6-16,2 1-18 0,-3 0-32 0,0-1-30 16,-3 0-45-16,-8 2-40 0,-1 2-58 0,-4-2-57 15,-4-1-293-15,-2-1-545 0,-3 2 242 0</inkml:trace>
  <inkml:trace contextRef="#ctx0" brushRef="#br0" timeOffset="37439.42">11708 5870 215 0,'-5'-4'426'0,"3"2"16"16,-1-3-5-16,3 5-10 0,-1-2-23 0,1 2-45 15,-4-4-37-15,4 4-34 0,0 0-44 0,0 0-33 0,0 0-62 16,0 0-54-1,0 0-8-15,-4 12-8 0,5-2-9 0,2 6-4 16,-3 3-6-16,4 5-1 0,0 5-8 0,-2-1-23 16,2 1-20-16,1-1-29 0,-1 0-30 0,-3-5-33 15,3 3-36-15,-1-8-37 0,-2-1-41 0,0-2-49 0,-1-4-64 16,0-1-246-16,0-3-602 0,0-5 266 0</inkml:trace>
  <inkml:trace contextRef="#ctx0" brushRef="#br0" timeOffset="37909.42">12052 5736 239 0,'5'-3'291'0,"-4"-1"-17"16,3 0-17-16,2 3-22 0,0-3-24 0,0 1-22 15,3 0-18-15,2-2-17 0,1 3-14 0,-2 2-21 16,4 0-9-16,3 2-16 0,2 0-9 0,-6 2-7 16,5 1-10-16,-7 0-5 15,5 3-6-15,-6 0-5 0,3 1-8 0,-2 4-5 16,-2 1-5-16,-1 3-4 0,-2 0-1 16,-3 0 3-16,-3 4-7 0,-3 4-2 0,-3-2 1 15,-6 5-4-15,-3-4-3 0,-3 5-1 0,-2-3 1 0,-4 2-2 16,0-3-1-16,-1-3-1 0,3-2-3 0,1-1 2 15,5-5-2-15,3-1 0 0,3-6 7 0,2 0 1 16,2-4 38-16,1 1 81 0,1-1 44 0,-1-1 44 0,1 1 37 16,4-3-18-16,0 0-31 0,0 0-18 0,-3-13-26 15,7 6-16-15,0-2-17 0,2 1-15 0,2 1-12 16,-1 0-12-16,0-2-11 0,2 4-10 0,-4-1-10 16,4 0-7-16,-1 5-10 0,-2-2-9 0,3 1-11 15,0 2-2-15,-1 1-6 0,3 1-24 0,2 0-17 16,0 3-16-16,1 4-9 15,2-3-29-15,-3 6-24 0,4-2-43 0,-3-1-52 16,1 1-48-16,-2 3-48 0,-3-5-76 0,3-2-402 16,-4-2-832-16,1-1 369 0</inkml:trace>
  <inkml:trace contextRef="#ctx0" brushRef="#br0" timeOffset="38094.4">12554 6048 3167 0,'0'0'408'0,"0"0"-39"0,0 0-57 0,0 0-44 16,0 0-33-16,0 0-44 0,0 0-38 0,0 0-28 15,-6 5-26-15,6-5-12 0,0 0-15 0,0 0-28 0,0 0-38 16,0 0-41-16,0 0-52 0,0 0-82 0,0 0-100 0,0 0-127 16,0 0-368-16,0 0-826 0,15-12 365 0</inkml:trace>
  <inkml:trace contextRef="#ctx0" brushRef="#br0" timeOffset="38727.3">12761 5892 177 0,'0'-4'400'0,"0"4"-10"0,0 0-18 0,-1-4-25 0,1 4-27 16,0 0-31-16,0 0-31 0,0 0-34 0,0 0-31 15,0 0-27-15,0 0-34 0,0 0-16 0,0 0-17 16,0 0-1-16,1 16-23 0,2-8-5 0,-1-1-8 16,-2 5-7-16,0-1-10 0,-2 0-7 0,2 1 2 15,-4 5-11-15,0 0-3 0,4-2 0 0,-1-4-2 16,-3 2-3-16,4-2-2 15,-3-2-3-15,2-3 5 0,1-1-4 16,0 0 2-16,0 1-1 0,-2-5 20 0,2-1 27 16,0 5 32-16,0-5 0 0,0 0-7 0,0 0-10 0,10-12-6 15,-5 7-8-15,2-3-7 0,1 0-11 0,0-3 0 16,1-1-7-16,6 0-1 0,-5 2-10 0,1 1-1 16,-5 2-6-16,2 0 1 0,-3 3-10 0,0 0 4 15,1 0-5-15,-2-1-9 0,0 4-3 0,-1-1-5 0,-3 2-3 0,6-1-4 16,-6 1 1-16,8 3-1 0,-2 0-2 15,-1 2 5-15,-1 1-10 0,0 2 1 0,1 0-7 16,-2 2 8-16,0 1 9 0,2-1-11 0,-3 2 0 16,-1 1 0-16,1-3 0 0,-2 1-11 0,2-2-1 0,-1-4-3 15,-1 2 7-15,0-2-3 0,1-2 27 0,1 1-6 16,-2-4 30 0,2 6 33-16,-2-4 33 0,0-2 17 0,0 0-12 15,0 0-9-15,10-12-12 0,-6 6 2 0,5-3-16 16,-2 2-4-16,2-3-8 0,-1 1-4 0,1 1-5 15,3-1-3-15,-2 2-8 0,-1-2 0 0,0 4-7 16,0-1-3-16,0 1-4 0,0 0-7 0,-4 3-2 16,3-1-3-16,3 2-8 0,-3 1-6 0,1 1-9 15,3 0-8-15,0 3-3 0,-1-1-14 0,-2 2-9 0,3 2-26 0,-1-2-37 16,-2-1-35-16,0 4-38 0,-1-3-42 0,1-3-53 16,-4 1-49-16,-1 0-359 0,-4-3-753 0,0 0 334 15</inkml:trace>
  <inkml:trace contextRef="#ctx0" brushRef="#br0" timeOffset="39065.75">13226 5642 280 0,'0'-6'391'0,"0"1"1"0,3 1-17 15,-3 1-40-15,1-4-35 0,3 5-22 0,1-1-37 16,4-1-44-1,4 4-6-15,-3-3-19 0,1 2-15 0,2 0-22 16,-1 2-16-16,1 3-30 0,-1-2 6 0,1 5 5 16,3 1-39-16,-1 1-8 0,-4 3 1 0,-2 2-2 0,1-1-20 15,-3 2-1-15,-6 1 7 0,0 4-8 0,-1-2-9 16,-2 2 2-16,-6 4-7 0,-2-6 3 16,2-1-8-16,1 0 6 0,-5-1-14 0,3-1-1 15,0-5 10-15,4-1-4 0,-1-1 12 0,1-1-14 0,2-2 7 0,1-1 2 16,-1-2 29-16,0 1 33 0,1 0 27 0,2-3 19 15,0 0 10-15,0 0-6 0,0 0-13 0,0 0-11 16,0 0-18-16,21-10-28 0,-10 5-45 0,2 0-45 16,7 0-48-16,-3-2-69 0,-1 2-62 0,2-2-67 15,-1 2-100-15,-3 0-327 0,0-2-763 0,-1 2 338 16</inkml:trace>
  <inkml:trace contextRef="#ctx0" brushRef="#br0" timeOffset="39240.18">13580 6020 98 0,'-2'1'501'15,"2"2"3"-15,0-3 6 0,-3 4-14 16,3-4-28-16,-2 4-32 0,2-4-44 0,0 0-44 16,0 0-46-16,0 0-55 0,0 0-72 0,0 0-67 15,14-11-73-15,-8 10-97 0,0-3-107 0,2 0-116 0,2-1-399 16,2-2-741-16,-2 2 327 15</inkml:trace>
  <inkml:trace contextRef="#ctx0" brushRef="#br0" timeOffset="39682.89">13997 5656 1 0,'0'0'440'0,"0"-5"-5"0,0 5-11 0,1-3-11 15,-1 3-15-15,0 0-34 0,0-4-38 0,0 4-32 16,0 0-36-16,0 0-26 0,0 0-30 0,0 0-34 16,0 0-23-16,0 0-22 0,0 0-12 0,-1 17-16 15,0-7-23-15,-1 4 5 0,0 4-10 0,-2 0-4 0,0 4-11 0,-2 5 0 16,-2-1-5-16,3-2-4 0,-2 1-1 0,4-6-8 15,-5 5-2-15,6-8 0 0,-1 1-3 0,0 1-4 16,2-8-11-16,1 2 12 0,1 2-1 16,1-7-7-16,2 3-10 0,2-3 5 0,-1 1 2 15,5-4-1-15,1 1-3 0,6-4 3 0,2-2-5 0,-1 0 5 16,1-3-6 0,-2 0 0-16,2-3 2 0,3 2-3 0,-5-2-1 15,-6 2 2-15,-1 0 3 0,-1 2 12 0,-1-1 5 16,-3 2-5-16,1-1-8 0,-2 1-14 0,0 1 5 15,-4 1-10-15,0 0-3 0,10 6-6 0,-6 2-3 16,-3 3 5-16,-1 5-3 0,-1 4 5 0,2 5 1 16,-4 1 5-16,-4-2 3 0,2 7-2 0,0-4-33 15,4 2-56-15,-3-5-70 0,-1 2-85 0,0-8-119 0,-3-3-376 0,3-4-803 16,4-6 355-16</inkml:trace>
  <inkml:trace contextRef="#ctx0" brushRef="#br0" timeOffset="40747.61">14629 5961 109 0,'0'0'197'0,"0"0"-24"16,-6 0-6-16,6 0-13 0,0 0-17 0,-5 2-15 15,5-2-12-15,0 0-10 0,-8 1-10 0,8-1-8 16,-5 0-4-16,5 0-6 0,0 0-6 0,0 0 2 15,-8 2-3-15,8-2-5 0,0 0-2 0,0 0-1 0,0 0 1 16,-5 2 5-16,5-2 8 0,0 0 2 16,0 0 9-16,0 0 5 0,0 0 5 0,0 0 7 15,0 0-2-15,0 0-7 0,0 0-8 0,0 0-7 0,20-9-10 0,0 3-5 16,9-1-7-16,7 0-6 0,1-3 21 0,19 1-10 16,-2-2-3-16,-2 2-22 0,-15 4-28 0,2-2-25 15,-3 2-24-15,-7-2-27 0,-7 5-33 0,-2-2-41 16,-1 0-41-16,-5 0-55 0,-6-1-188 0,-1 1-463 15,-5 0 206-15</inkml:trace>
  <inkml:trace contextRef="#ctx0" brushRef="#br0" timeOffset="40970.06">14866 5777 190 0,'-2'-2'368'0,"0"-2"-20"16,2 4-16-16,0-6-27 0,0 6-42 16,-1-5-20-16,1 5-34 0,0 0-27 0,0 0-21 15,0 0-23-15,-4 16-14 0,4-4-17 0,-3 6-4 16,3 3-11-16,-3 5-8 0,-3 5-1 0,4-1-19 0,-2 2-34 16,4 2-48-1,-3-2-46-15,-1 1-62 0,3-2-70 0,0-8-308 0,1-4-546 0,0-7 242 0</inkml:trace>
  <inkml:trace contextRef="#ctx0" brushRef="#br0" timeOffset="41571.64">15676 5579 132 0,'0'0'363'16,"0"0"-5"-16,-1-5-35 0,1 5-32 0,-2-3-30 15,2 3-32-15,0 0-26 0,0 0-29 0,0 0-19 16,0 0-17-16,-1 12-17 0,-1 0-11 0,-2 2-4 0,0 4-17 16,-1 1-10-16,-2 5-5 0,1-4-11 15,4 5-6-15,-2 1-14 0,0-7 8 0,0 5-7 16,3 3 0-16,-2-10-5 0,3 2-3 0,0-1 1 15,3-2-6-15,-1-1-20 0,-2-3-12 0,4 0-13 0,0-3-10 0,0 0 3 16,2-1-10-16,2-3-6 0,-1 2-5 0,4-4-5 16,1-3-11-16,0 0-4 0,-1-1 2 0,1-3 1 15,1-3 3-15,1 0 7 0,1-3 4 0,-1 2 4 16,-5 1 10-16,0-2 15 0,1 1 20 0,-2 1 30 16,-2 2 20-16,1 1 8 0,-2-1 4 0,-3 2-5 15,2 1-13-15,-1-1-7 16,-3 3-10-16,0 0-5 0,0 0-3 0,0 0 2 15,0 15-3-15,-3-5-2 0,2 2-4 0,-3 6 6 16,-5 5-2-16,4 3-1 0,-3 3-3 0,3 0 1 16,-5-3 3-16,5 3 13 0,-3-1-18 0,3-1-20 15,3-8-35-15,-2 0-33 0,0-4-47 0,1-2-53 16,3-2-69-16,-3-2-260 0,3-4-543 0,0-1 239 16</inkml:trace>
  <inkml:trace contextRef="#ctx0" brushRef="#br0" timeOffset="42066.46">16017 5370 245 0,'1'-4'315'0,"3"1"-12"16,0-1-12-16,0 2-27 0,-3-1-22 0,-1 3-22 15,8-2-31-15,-3-1-17 0,-5 3-18 0,10 2-20 16,-10-2-16-16,9 3-12 0,-1 1-16 0,-2 4-6 16,3 0-9-16,-4 3-7 0,3 3-7 0,-2 4-6 15,1-1-6-15,-5 3-4 0,-1 5 0 0,-2-1-1 16,-1 1-9-16,-7 0 0 0,1 1-2 0,-2-1-7 15,-3-2 1-15,4-4-5 0,-4-4 0 0,2-1 1 0,-1 1-6 0,6-7-2 16,-3-2 0-16,5 2-4 0,-1-1 5 0,1-5 3 16,0 3 14-16,3-2 38 0,-2 0 12 0,3-3 35 15,-3 4 6-15,3-4 2 0,0 0-12 0,0 0-19 16,0 0-3-16,29-7-17 0,-11 3-5 0,4 0-6 16,-2-1-11-16,11 0-2 0,-3 1-3 0,-1-1-3 15,-5 1 21-15,-1 1-3 16,2 0-7-16,-2 1-8 0,-5-1 0 0,-3 2-8 15,0 0-5-15,-6-1 0 0,1 1-2 0,-1 0-8 16,-1 0 4-16,-1-1-1 0,-5 2-6 0,6-1-17 16,-6 1-23-16,6 0-38 0,-6 0-54 15,0 0-37-15,0 0-42 0,0 0-47 0,0 0-46 0,0 0-64 16,0 0-337-16,0 0-740 0,0 0 328 0</inkml:trace>
  <inkml:trace contextRef="#ctx0" brushRef="#br0" timeOffset="42336.01">16724 5774 400 0,'-4'3'403'0,"4"-3"-1"0,0 0-12 0,0 0-12 16,0 0-23-16,-5 0-22 16,5 0-27-16,0 0-38 0,0 0-26 0,0 0-23 15,0 0-24-15,19-6-28 0,-6 2-40 0,6 1-50 16,1-1-53-16,10 2-60 0,0-3-64 0,2 0-62 16,-1 2-82-16,2-1-88 0,-6-1-237 0,2-2-617 15,-8 2 274-15</inkml:trace>
  <inkml:trace contextRef="#ctx0" brushRef="#br0" timeOffset="42505.28">16756 5921 13 0,'-8'6'206'16,"3"-4"5"-16,-4 1 13 0,6-1 0 0,3 2 4 16,0-4-17-16,12 3-22 0,1-3-16 0,13 0-17 15,8-2-34 1,4 1-43-16,17-5-45 0,1 3-68 0,0-5-59 0,3 2-84 15,-5-1-118-15,-3-1-319 0,4-1 142 16</inkml:trace>
  <inkml:trace contextRef="#ctx0" brushRef="#br0" timeOffset="42906.39">17887 5607 286 0,'0'0'333'0,"0"0"-11"0,0 0-16 16,0 0-23-16,0 0-26 0,0 0-31 0,0 0-25 15,0 0-22-15,0 0-22 0,-8 1-21 16,4 3-16-16,-1 1-12 0,-4 5-9 0,1-2-12 0,-3 5-11 15,-2 3-9-15,2-2-6 0,0 3-2 0,0-1-10 16,-1-2-5-16,7 2 1 0,-4 0-5 0,8-6-6 16,-3 2 0-16,0-2-1 0,3-2-1 0,5 3 29 0,-3-5 12 15,8 1 15-15,0 0 14 0,3-4-4 0,4-1-5 0,3 0-5 16,2-5 4-16,-1 2 0 0,0-3 0 16,0-4 6-16,0-1-3 0,-2 0-4 0,0-3 1 15,-4-1-1-15,0-3-4 0,-1 1-3 0,-3-2-12 16,-6 1-12-16,0-1-7 0,-4 2-22 0,-3 3-32 15,-2 0-43-15,-5 2-47 0,-4-1-72 0,-16 3-49 0,-2 5-70 0,-1-4-95 16,-6 7-330-16,-11 3-765 0,9-2 339 0</inkml:trace>
  <inkml:trace contextRef="#ctx0" brushRef="#br0" timeOffset="44009.11">9969 7565 202 0,'0'0'277'16,"-2"-4"-13"-16,2 4-13 0,0 0-21 0,0 0-26 15,0 0-20-15,-3-4-23 0,3 4-15 16,14-4-18-16,-5 0-28 0,9-1-28 0,0 4-38 0,3-2-49 0,1-1-55 15,6 1-57-15,-8-2-56 0,1 4-127 0,1-2-335 16,-7 1 147-16</inkml:trace>
  <inkml:trace contextRef="#ctx0" brushRef="#br0" timeOffset="44178.37">10015 7724 203 0,'-5'4'233'0,"1"-3"-17"16,3 2-5-16,-3 0-13 0,4-3-10 0,0 0-21 15,0 0-16-15,0 0-18 0,0 0-10 0,24-7-19 16,-7 4-28-16,2 0-43 0,3-1-44 0,0 1-52 16,8-6-44-16,-3 5-79 0,-9-3-93 0,1 2-301 15,-2 1 134-15</inkml:trace>
  <inkml:trace contextRef="#ctx0" brushRef="#br0" timeOffset="44510.46">10238 7417 116 0,'-3'-4'259'0,"2"-1"-13"0,-3 3-21 15,4 2-27-15,-4-4-20 0,4 4-22 0,-1-3-20 16,1 3-13-16,0 0-15 0,0 0-10 0,0 0-11 16,9 9-7-16,-4-2-12 0,4 0-4 0,3 6-7 15,0 1-7-15,1 0-7 0,2 6-4 0,2-1-1 16,-2 3-4-16,-1 2-8 0,-1 2 4 0,-3-1-6 15,0 1-2-15,-1-1-1 16,-1-1 0-16,-3-4-1 0,-4 1-5 0,-1-3 4 16,0 1 1-16,-4 0 6 0,1-1 7 0,-4-1 5 15,1-2 4-15,-2 3 0 0,-2-4 1 0,1 1-4 16,-4-1-1-16,3-2-5 0,1-3-5 0,0 1 0 16,-1-2-4-16,4 0 6 0,-1-1-9 0,1 0-10 15,2-3-19-15,0 1-27 0,-1-3-31 0,4 4-22 16,0-3-19-16,1-3-29 0,0 0-75 0,7 2-197 0,3-3-442 15,6-3 196-15</inkml:trace>
  <inkml:trace contextRef="#ctx0" brushRef="#br0" timeOffset="45096.46">11165 7500 52 0,'1'-3'369'0,"1"-2"-16"16,-2 5-27-16,1-4-37 0,-1 4-23 15,3-3-33-15,-3 3-24 16,0 0-28-16,1-3-18 0,-1 3-23 0,0 0-17 16,0 0-12-16,0 0-14 0,5 8-3 0,-4-1-17 15,3-1-8-15,-4 4-11 0,1 1 1 0,2 1-6 16,-2 0-6-16,-1 3-12 0,-1 4 5 0,-2-1-7 15,2 3 2-15,-1-3 4 0,-1-1-17 0,0 1-1 16,1-6-3-16,1 0 2 0,-1-2-2 0,2-3 0 0,-1 0-3 16,1-2 3-16,-1 0 6 0,1-2 12 0,0-3 44 0,0 5 58 15,0-5 12-15,0 0-9 0,0 0-15 0,0 0-7 16,10-18-16-16,-4 3-7 0,3-2-12 0,-1 1-11 16,1-1-4-16,1 0-9 0,-1 5-9 0,-2 0-2 15,-1 3-8-15,0-2-2 0,-2 6-6 0,1 0-7 16,-2 1-4-16,-1 1-6 0,2-1-4 0,-4 1-8 15,0 3 4-15,4-2-17 16,-4 2-5-16,9-2 0 0,-9 2-3 0,5 7 6 16,-1-3-5-16,1 6 0 0,-1 0 1 0,1 6 3 15,4 0-4-15,-5-1 3 0,-1 2-11 0,1 0 9 16,-1-4 2-16,1 0-6 0,-2-4-3 0,2 0-7 16,-2 0 8-16,0-2-3 0,0-3 13 0,0 1 6 15,-1-2 23-15,0-1 33 0,-1-2 31 0,4 3 5 16,-4-3-3-16,0 0 0 0,12-11-2 0,-6 4-3 0,2 0-5 0,-2-5 2 15,1 0-17-15,5-1-5 0,-7 4-6 0,4-6-5 16,-1 5-6-16,0 1-5 0,-2 2-4 0,-3 1-3 16,0 0-9-16,1 2-1 0,0 0-6 0,-3 2-20 15,2 0-24-15,-3 2-22 0,11-1-20 0,-3 3-21 16,1 1-24-16,1 4-34 0,7 0-37 0,1 0-35 16,0 3-55-16,0-2-66 15,3-1-53-15,7-1-272 0,-2-3-728 0,2 2 323 16</inkml:trace>
  <inkml:trace contextRef="#ctx0" brushRef="#br0" timeOffset="45381.4">12090 7594 195 0,'-5'2'213'0,"3"-2"-22"0,-3 3-19 0,5-3-20 15,-6 3-14-15,6-3-10 0,-4 1-14 0,4-1-9 0,0 0-6 16,0 0-5 0,0 0 1-16,-1 4 11 0,1-4 9 0,0 0 14 15,9 1 5-15,-9-1-3 0,18 0-6 0,1-1-12 0,11-3-7 16,2 1-16-16,2-2 3 0,3-1-16 0,16-1-11 0,-15 2-3 0,0 1-7 16,-2 1-4-1,-3-2-9-15,-3 3-3 0,-2-3-5 0,-9 4-34 16,-5 0-20-16,-4 1-32 0,3-3-27 0,-8 3-30 0,0 0-31 15,-1-1-56-15,-4 1-60 0,0 0-150 16,0 0-438-16,-23-7 194 0</inkml:trace>
  <inkml:trace contextRef="#ctx0" brushRef="#br0" timeOffset="45682.23">12269 7440 284 0,'-1'-7'384'0,"0"2"9"0,-1-1 4 16,2-1-2-16,0 0-12 0,0 5-30 0,-1-2-26 16,2-2-33-16,-1 6-30 15,0-7-30-15,0 4-24 0,0 3-29 0,0 0-31 16,0 0-24-16,0 0-48 0,0 0-12 0,0 0-11 15,4 16-16-15,0-5-9 0,-1 5-13 0,-1 11 1 16,4 3 1-16,-3 4-5 0,2 11 3 0,-5-11-5 16,4-1-11-16,-3-2-30 0,1 1-44 0,0-2-30 15,-2-1-42-15,0-4-49 0,-4-5-75 0,1-5-109 16,-3-5-214-16,1-2-641 0,-2-4 284 0</inkml:trace>
  <inkml:trace contextRef="#ctx0" brushRef="#br0" timeOffset="46330.62">11712 7193 170 0,'0'0'328'0,"-1"-3"-24"0,1 3-24 0,0 0-24 16,0 0-31-16,1-6-24 0,-1 6-11 0,5 0-27 16,-5 0-22-16,12 0-15 0,-3 0-10 0,1 4-7 15,1-2-20-15,0 3-11 0,-1 2-12 0,1-2-4 16,-1 5-4-16,1-5-8 0,-3 6-6 0,0-3-6 16,-1 4 0-16,-1 0-5 15,-2 0 1-15,-1 1-6 0,-1-3 0 0,-2 3-3 16,-5-3 0-16,1 2-5 0,-1 0 1 0,-1-2-4 15,-2 3 2-15,2-5-2 0,-1 3-4 0,1-6 1 16,1 3-1-16,-3-3-2 0,3 0-1 0,2 0 10 16,-2-2-8-16,3 0 15 0,2-3 8 0,-7 5 15 15,6-4 17-15,1-1 15 0,0 0 25 0,-5 4 11 16,5-4 7-16,-3 3 1 0,3-3-2 0,0 0-8 0,0 0-5 16,0 0-9-16,0 0-14 0,30-9-4 0,-10 2-11 0,12-2-11 15,0 0-6-15,4-2-8 0,2 5-3 0,-1-5-7 16,-2 6-3-16,-3-4-3 0,-3 3 1 0,-6 4-11 15,-5-3-2-15,1 3 0 0,-6-3 0 0,-3 5-2 16,-1-2-2-16,-1 0 1 0,-3 1-2 0,4 0 0 16,-7 0-4-16,-2 1-13 15,0 0-22-15,11-1-29 0,-9 0-39 16,-2 1-53-16,0 0-36 0,0 0-56 0,0 0-43 16,0 0-34-16,2 5-59 0,-2-5-253 0,0 0-676 0,-12 3 300 15</inkml:trace>
  <inkml:trace contextRef="#ctx0" brushRef="#br0" timeOffset="48088.23">12807 7369 47 0,'9'-3'182'16,"3"-2"-12"-16,0 4-17 0,7-2-10 0,-2 2-17 15,2 2-13-15,-1-1-9 0,3 3-21 0,-1-1 5 0,-2 4-19 0,-3-2-4 16,-2 1 1-16,0 4-10 0,-3-5-7 0,-1 6-1 15,1-2-4-15,-2 1-6 0,-3 2 4 0,-2 0 0 16,-2 0-3-16,-1 2 2 0,-4 2 1 0,-1 2 2 16,-3-2 2-16,-3 2 4 15,1-4-5-15,-7 7 1 0,4-5-9 0,0-1 10 0,-2 0 1 16,2-1-2-16,-1-1-5 0,3-5-1 0,1 3-1 16,1-3-8-16,2-2 0 0,1 1-3 0,1-1-1 0,0-1-8 0,0 1 2 15,2-4 5-15,0 3 22 0,1 0 2 0,2-4 10 16,-5 3 4-16,5-3 5 0,-3 2 12 0,3-2-5 15,-4 2 2-15,4-2 2 0,0 0-5 0,-6 3-7 16,6-3-5-16,0 0-2 0,0 0-12 0,0 0 2 16,-1 4-6-16,1-4 1 15,0 0-8-15,0 0-2 0,0 0-7 0,0 0-2 0,0 0 6 16,0 0-10-16,0 0 0 0,0 0-4 0,0 0 2 16,0 0-8-16,0 0 4 0,0 0-3 0,0 0-3 15,0 0 10-15,0 0 6 0,-2 6-3 0,2-6 4 16,0 0-3-16,0 0 7 0,0 0 2 15,0 0-8-15,0 0-2 0,0 0-11 0,0 0 9 0,0 0-3 16,0 0-5-16,0 0 4 0,0 0-6 0,0 0-1 0,0 0 1 16,0 0-1-16,0 0 7 0,0 0-10 0,0 0 11 15,0 0 10-15,0 0-1 0,0 0-5 0,0 0 3 0,0 0 1 16,0 0-3-16,17-12 8 0,-5 9-14 0,5 1 5 16,1-2-9-16,9-4-8 0,0 2 0 0,1 3 4 15,-5 0-7-15,-5 1 2 0,4 1 7 16,-3-1-9-16,-5-1 2 15,-1 2 3-15,-4-1-5 0,-2 1-3 0,0 1-3 0,0-1 20 16,-3 0-15-16,-4 1 0 0,0 0-2 16,10-1-6-16,-10 1 9 0,6-1-3 0,-6 1-23 15,3-4-5-15,-3 4-18 0,5 0-9 0,-5 0-16 0,0 0-19 16,0 0-14-16,0 0-30 0,0 0-39 0,0 0-52 16,0 0-70-16,-19-7-276 0,14 4-618 15,-1-1 273-15</inkml:trace>
  <inkml:trace contextRef="#ctx0" brushRef="#br0" timeOffset="48389.03">13242 7103 214 0,'1'-4'327'0,"-1"4"-41"0,3-4-30 16,-3 4-30-16,0 0-27 0,0 0-21 0,13 5-20 16,-3 5-20-16,5 3-17 15,3 10-9-15,2 3-10 0,0 4-7 0,5 16-7 16,-5-2-9-16,-1 4-1 0,-6 2-4 0,-1-1-9 16,-7 2-5-16,-4 7-4 0,-7-3-2 0,-6-1-5 15,-2 1-1-15,-13-2-7 0,-5-4 2 0,-21 19-3 16,7-25-6-16,-22 12-31 0,-5-7-56 0,-7-7-77 15,-2-3-59-15,23-19-287 0,-28 1-514 0,27-13 227 16</inkml:trace>
  <inkml:trace contextRef="#ctx0" brushRef="#br0" timeOffset="48968.56">11096 7215 235 0,'0'-8'309'0,"0"4"-7"15,0 0-13-15,0-2-15 0,0 6-28 0,0-6-30 16,-2 3-30-16,2 3-26 0,0 0-29 0,0 0-15 15,-9 16-7-15,-3 1-21 0,-2 11-10 0,0 6-10 16,-9 12-7-16,1 6-6 0,3 3-5 0,-1 2-3 0,7 2 0 0,0-1-3 16,6-2-8-16,3 0-1 0,2-3-3 0,5-3 0 15,7-3-1-15,0-12 3 0,6-4-4 16,5 0 7-16,14 4-11 0,2-6-15 0,10-1-53 0,1-7-84 16,10-6-114-16,1-6-262 0,-5-3-542 0,-3-7 240 15</inkml:trace>
  <inkml:trace contextRef="#ctx0" brushRef="#br0" timeOffset="50240.54">13685 6888 150 0,'0'0'268'0,"0"-5"-21"0,0 5-23 15,0 0-24-15,0-8-20 0,0 8-19 0,3-2-19 16,-3 2-18-16,0 0-8 0,0 0-14 0,0 0-19 16,11 7-5-16,-8-2-8 0,2 0-9 0,-1 4-6 15,-1 2-7-15,0 0-4 0,0 6-2 0,-2-5-5 16,0 8-6-16,0-3-1 0,-1 1-3 0,-1 0-2 15,-4-1-2-15,2 0-3 0,-2 3-2 0,-2-4 2 0,-2-1 0 0,1 0-1 16,-1-2 2-16,3-3-3 0,-2 0 0 0,3-3-1 16,0 1-3-16,1-4 0 0,-1 2-2 0,1-2 3 15,4-1 16-15,-4-1 20 0,3 1 17 0,1-3 17 16,-4 2 13-16,4-2 10 0,0 0 13 0,-4 6 7 16,4-6-2-16,0 0-2 0,0 0-5 0,0 0-27 15,0 0-8-15,23-11-15 0,-10 8 2 0,6-3-11 0,9-4-1 16,2 2-19-16,3 0-1 0,1-1-6 0,6 2-5 15,-3 2-2-15,0-2 5 0,0 0-3 0,-5 4-11 0,-4-1 5 16,-10 2-8-16,1-1 1 0,-2 2 1 0,-7 0-8 16,-1 1-1-16,-5 0 5 0,5-3-2 15,-9 3-1-15,9 0 8 0,-4-3 3 0,-5 3 4 16,0 0-6-16,8 0 1 16,-8 0-10-16,0 0-30 0,0 0-12 0,7 0-28 15,-7 0-34-15,0 0-39 0,0 0-44 0,0 0-44 16,-2 6-40-16,2-6-56 0,-5 6-253 0,2-3-620 15,3-3 275-15</inkml:trace>
  <inkml:trace contextRef="#ctx0" brushRef="#br0" timeOffset="50625.97">14672 7381 163 0,'0'0'291'0,"0"0"-8"0,-4 1-10 16,4-1-15-16,0 0-13 0,0 0-17 0,0 0-12 15,0 0-17-15,0 0-13 0,0 0-14 0,0 0-22 16,0 0-12-16,0 0-19 0,12-8-32 0,1 4-23 16,5 0-29-16,4-2-30 0,6-2-30 0,1 1-36 15,3 1-27-15,-1 0-35 0,4 1-37 0,-2-1-35 0,-8 1-50 0,-3 3-125 16,-3 0-399-16,-6 2 177 0</inkml:trace>
  <inkml:trace contextRef="#ctx0" brushRef="#br0" timeOffset="50795.23">14733 7528 106 0,'-9'5'179'15,"0"1"3"-15,0-5 6 0,4 2 0 0,1-1-9 16,0 3-10-16,4-5-6 0,0 3-12 0,0-3-16 15,22 0-11-15,-4-4-16 0,13-1-8 0,4 1-36 16,0 0-28-16,3-1-33 0,13-2-48 16,6-4-58-16,-4 2-51 0,2 0-142 0,-3-2-320 0,-12 5 142 15</inkml:trace>
  <inkml:trace contextRef="#ctx0" brushRef="#br0" timeOffset="51189.68">15700 7240 10 0,'0'0'274'0,"0"0"-21"0,-5-2-18 0,5 2-25 15,-5-2-25-15,5 2-21 0,0 0-19 0,0 0-19 0,-10 5-8 16,3 0-17-16,-2 2-11 0,2 1-11 0,-6 4-8 15,0 0-7-15,-2 2-9 0,6-2-3 0,-4 2-9 0,3 1-5 16,1 2 0-16,1-2-5 0,3 2-4 0,-2-3-1 16,4 3 14-16,3-5 3 0,0-2 10 0,1 1 10 15,4-3 12-15,3 2 9 0,1-3 7 0,1 0 3 16,8 3 9-16,10-6-2 0,2-4-4 0,0-2 4 16,3-3-20-16,-2 1-1 0,-3-5 3 0,-1 0 16 15,-3-3-1-15,-4 0 1 16,-4 1-2-16,0-4-4 0,-1 1-11 15,-5-3-6-15,0-1-10 0,-1-1-6 0,-4 0-11 16,-3 2-15-16,-1 0-21 0,-1 0-21 0,-3 5-33 0,-1-1-33 16,1 4-45-16,-7 0-43 0,-1 2-48 0,-4-1-46 15,1 8-58-15,-4-3-252 0,5 2-611 0,3 1 270 16</inkml:trace>
  <inkml:trace contextRef="#ctx0" brushRef="#br0" timeOffset="52214.24">17455 7207 183 0,'1'-5'306'16,"0"2"-10"-16,1-3-8 0,-2 2-29 0,0 4-21 15,2-4-25-15,-2 4-28 0,0-3-19 0,0 3-25 16,0 0-29-16,0 0-18 0,0 0-8 0,0 0-18 16,5 8 0-16,-5 1-2 0,0-1-17 0,2 5-2 15,-4 3-8-15,2 1-1 0,-2 0-4 0,2 1-4 0,-2 1-2 16,1-1-2-16,-3 3-4 0,2 0 2 0,-1-3-5 0,3-1-3 16,-1-6 2-16,-2 0-1 0,3-2 0 0,-1-2-2 15,1-1 3-15,-1-2 11 0,1 1 27 0,0-2 28 16,0-3 39-16,0 0 13 0,0 0-12 0,0 0-14 15,11-6-8-15,-2-2-10 0,0-3-7 16,3-2-9-16,-1-1-10 0,3-3-13 16,-1 2 2-16,6-3-20 0,-5 4 4 0,-1 3 1 15,-4 1-13-15,-1 2 3 0,-1 1-3 16,0 1-8-16,-2 2 0 0,-1 0-8 0,-1 2-8 16,0-1 3-16,-3 3-13 0,9-2-8 0,-9 2-3 15,8 3-6-15,-3 1 4 0,-1 0 2 0,-1 3 0 0,4 1-1 16,-4 2-3-16,4 1 13 0,-5-1 3 0,2 2 1 15,-1 2-2-15,1-4-1 0,-2 3 2 0,3-1-3 0,-5 0-1 16,3-3 9-16,-2-1 2 0,0-4 1 0,1 2 18 16,0-2-12-16,-2 0 3 0,2-1 23 0,-2-3 24 15,1 3 36-15,-1-3 25 0,0 0-7 0,0 0-14 16,10-10-13-16,-5 4-9 0,2-2-5 0,0-4-8 16,6-2-7-16,1-3-5 0,3-2-10 0,-3 3-5 15,-1 1-6-15,1 0-1 16,-3 4-3-16,-2 2-5 0,-1 1 1 0,-3 4-9 15,-1-1-4-15,0 1-18 0,-1 0-4 0,3 3-8 16,0 1-10-16,-6 0 1 0,11 4-10 0,-4-1 14 16,1 3-12-16,2 2-2 0,-1-2 1 0,0 2 3 15,4 3-8-15,-3-1-17 0,2-1-16 0,1 0-27 16,0 1-17-16,-3-1-25 0,0-3-26 0,-2 2-28 16,-3-4-34-16,0-3-19 0,0 2-42 0,-1-3-307 0,-4 0-651 0,0 0 289 15</inkml:trace>
  <inkml:trace contextRef="#ctx0" brushRef="#br0" timeOffset="52546.18">18055 6858 285 0,'1'-8'328'0,"1"2"-19"0,0 0-23 0,0 0-28 15,2 2-29-15,1-2-23 0,0 4-23 0,2-3-16 16,2 3-20-16,2 1-21 0,1 0-7 0,0 2-18 16,-2 2-12-16,4-1-9 0,-5 5-6 0,2 1-11 0,1 2-5 0,-2 2-2 15,0 1-8-15,-2 5-3 0,-3-1-2 0,-1 2-6 16,-4 0 0-16,0 1-2 0,0-1-6 0,-4 1-5 16,3-3-1-16,-3 0 0 0,0-8-5 0,0 2 0 15,3-3 0-15,1-1 1 0,0-1-6 0,-1-1 2 16,1 0 0-16,-4-1 7 0,4-4 4 0,0 6 11 15,5-5 10-15,-5-1-16 0,14-2 1 0,4-2-10 0,4-2-37 0,6-3-47 16,1 3-61-16,3-5-75 0,0 2-83 0,-1 0-246 16,3-2-572-16,-2 0 254 0</inkml:trace>
  <inkml:trace contextRef="#ctx0" brushRef="#br0" timeOffset="52815.73">18694 7218 72 0,'-4'3'297'16,"2"-2"-17"-16,-1 1-9 0,0 2-12 0,3-4-11 0,-4 4-10 0,4-4-2 15,-3 4-31-15,3-4-17 0,0 0-16 16,0 0-12-16,22-3-14 0,-2 1-1 0,1-5-27 15,9 2-16-15,6 0-7 0,2-3-17 0,3 4-2 0,-5-5-5 16,1 1-16-16,0 2-37 0,-5-1-24 0,-13 2-29 16,3-1-30-16,-3 1-29 0,-6 2-33 15,-4-1-33-15,1 0-46 16,-5-2-67-16,-3 3-155 0,-4-1-462 0,2 4 204 16</inkml:trace>
  <inkml:trace contextRef="#ctx0" brushRef="#br0" timeOffset="53047.41">18937 7074 101 0,'0'0'368'0,"-4"-4"-8"16,1 2 7-16,3 2-1 0,-4-4-29 0,4 4-26 16,0 0-32-16,0 0-32 0,-3-5-27 0,3 5-28 15,0 0-18-15,0 0-28 0,0 0-31 0,0 0-10 16,-4 13-23-16,4-2-6 0,-4 6 8 0,3 0-17 15,-3 10-4-15,3 1-14 0,-3 1-7 0,0-2-14 0,3 2-16 0,-1-1-24 16,-1-2-24-16,2 1-27 0,1-8-30 0,0 1-32 16,-3-1-40-16,3 0-50 0,0-7-63 0,0 1-256 15,-1-7-579-15,2 1 256 0</inkml:trace>
  <inkml:trace contextRef="#ctx0" brushRef="#br0" timeOffset="53564.18">19467 6922 228 0,'4'-1'328'0,"-4"-3"-32"0,5-1-18 0,-4 0-23 16,2 4-26-16,-3 1-16 0,5-7-33 0,0 7-17 15,-1-2-19-15,5 0-17 0,1 2-13 0,2 2-9 16,-1 3-13-16,2-4-11 0,-4 3-7 0,4 4-15 16,-4-2-7-16,0 5-7 0,1 1-7 0,-3 2 5 15,-1 3-16 1,-4 2-3-16,0 0 7 0,-5 1-8 0,-2 4-6 16,-2 3 0-16,-1 0 0 0,-4-2 3 0,-1 0-9 15,-2-2 0-15,1 0-1 0,-3-2-4 0,-2-3 0 0,6-3 2 16,4-1-2-16,-6-2 3 0,7-3 0 15,-1-1 3-15,-1-1-2 0,5-5-2 0,1 3-1 16,-1 0 11-16,0-3 27 0,2 2 1 0,1-1 18 16,-1-1 18-16,3-2 4 0,-2 2 16 0,2-2 0 0,0 0-6 0,0 0-2 15,0 0-8-15,18 0-10 0,-5-1-6 0,8-2-10 16,7-1-2-16,4 1-9 0,1 1-9 0,3 1-3 16,0-1-2-16,-2 2-7 0,1 0 5 0,-6-2-6 0,1 4 0 15,-11-2 1-15,1 0-8 0,-6 0-4 16,-3-2 2-16,-2 2-4 0,-2 0-5 0,1 0 5 15,-8 0 8-15,9-2 1 16,-9 2 1-16,6 0-6 0,-6 0-1 0,7 0-4 16,-7 0-14-16,0 0-10 0,7-1-20 0,-7 1-16 15,0 0-33-15,0 0-32 0,0 0-33 0,5-2-31 16,-5 2-31-16,0 0-62 0,0 0-99 0,4-5-230 16,-2 1-646-16,0 0 286 0</inkml:trace>
  <inkml:trace contextRef="#ctx0" brushRef="#br0" timeOffset="53833.62">20423 7089 312 0,'0'0'352'0,"0"0"-14"0,0 0-17 15,0 0-10-15,0 0-31 0,0 0-22 0,0 0-28 16,0 0-25-16,0-6-28 0,6 5-17 0,5-2-17 16,3-2-26-16,4 3-33 0,2 0-35 0,2-3-39 15,7-1-38-15,-1 1-47 16,3 1-54-16,0-3-68 0,-2 3-81 0,-1-2-162 16,-7 0-477-16,-2 0 210 0</inkml:trace>
  <inkml:trace contextRef="#ctx0" brushRef="#br0" timeOffset="54002.92">20461 7221 129 0,'-6'3'205'0,"0"4"10"0,3-3 7 16,-2-1 4-16,4-1-7 0,1-2-14 0,10 1-16 16,0 2-12-16,4-3-23 0,13 1-18 15,2-1-12-15,6-4-8 0,6 2-37 0,9-1-35 16,1 0-38-16,1-2-37 0,-1 1-39 0,6 0-38 0,-3-6-49 15,0 4-190 1,-3-3-376-16,2-2 167 0</inkml:trace>
  <inkml:trace contextRef="#ctx0" brushRef="#br0" timeOffset="54404.02">21577 6949 250 0,'0'0'262'0,"-3"-5"-17"0,3 5-20 16,-1-5-23-16,1 5-24 0,0 0-23 0,0 0-14 16,-6-1-14-16,6 1-15 0,0 0-14 0,0 0-7 15,0 0-11-15,-13 3-8 0,9-1-9 0,0 0-8 16,-2-1-10-16,-2 3 0 0,-1 2-6 0,0-1 1 16,-1-1-2-16,0 3-1 0,-2 3-7 0,2-3-1 0,-3 4-1 0,3 2-9 15,-4-1 2-15,5 2-3 0,-3-1-2 0,2 1-2 16,5-3 1-16,0 1-4 0,-1-1 2 0,2 2 8 15,2 1 8-15,2-3 15 0,0 1 15 0,2-1 12 16,4 0 23-16,1 1 19 0,2-4 24 0,7 2 9 16,11-2 3-16,0 1-3 0,6-6-4 0,2-1-8 15,-1-2-7-15,3-3 6 16,-6-1-4-16,-3-7 0 0,0 0-7 16,0 0-4-16,-5-3-6 0,-5-4-13 0,0 0-15 15,-6 1 0-15,-6 0-15 0,3-9-7 0,-7 9-20 0,-2 0-12 16,-3 0-32-16,-8 2-32 0,-3 1-43 0,-10-1-65 15,-10 3-56-15,-19 6-55 0,2 3-69 0,-4 1-414 16,3 3-796-16,16 2 352 0</inkml:trace>
  <inkml:trace contextRef="#ctx0" brushRef="#br0" timeOffset="55738.11">17765 8439 125 0,'-1'-4'285'15,"2"-2"-2"-15,-1 1-8 0,0 0-12 0,0 1-9 16,0 0-13-16,0 0-16 0,0 4-8 0,0-5-19 0,0 5-25 16,-1-6-16-16,1 6-20 0,0-3-13 0,0 3-19 15,0 0-12-15,0 0-13 0,0 0-23 0,0 0-23 16,0 0-9-16,0 0-1 0,0 0-7 0,0 0-4 0,-3 14 2 0,6-4-3 16,-2 2-2-16,-2 5-1 0,-2 1 0 15,3 0-1-15,-1 2-2 0,1 1-12 0,-2-1 1 16,-1 4-2-16,-1-5 3 0,1 1-1 0,2-2 0 15,-4-1 2-15,4-1 2 0,1-7-2 0,-3 3 3 0,3-5-1 16,0-2 3-16,-1 0 2 0,1-2-1 0,0 4 22 16,0-5 21-16,0-2 24 0,0 5 43 0,0-5 27 0,0 0-7 15,0 0-23-15,0 0-7 0,14-17-12 0,-7 7-8 16,4-6-5-16,-1 4-13 0,-1-3-4 0,0 1-10 16,3 0-3-16,-3 3-6 0,-3 4-6 0,0 0-6 15,1 0 0-15,-4 2-11 0,1 2 0 0,-1-2-7 16,1 3-15-16,-2-1-17 0,-2 3-16 0,0 0 5 0,9 0 1 15,-4 4-5 1,-2 0 3-16,1 1 2 0,0 3-3 0,-1 1 6 16,1 3-3-16,0 0 11 0,0 5-4 0,0-5 10 15,1 5 1-15,-3-3-5 0,0-2 14 0,2 0-8 16,-3-2-20-16,3 0 4 0,-2-2 1 0,0 0-1 16,0-4 4-16,-2 1 8 0,3-1 18 0,-1-2 30 15,-2-2 33-15,0 0 2 0,0 0-2 0,14-6-14 16,-6-1-7-16,2-3 4 0,-1-5-12 0,5 0 0 0,-1 0-8 0,1-5 1 15,4-1-9-15,-5 5 5 0,-2 2-8 0,1 1-2 16,-5 4-1-16,2 1-3 0,-2 1-4 0,-4 4-3 16,1-3-14-16,0 2-7 0,0 2-13 0,1 2-1 15,-5 0-16-15,17 3 2 0,-10 4-7 0,3 1-6 16,-1 1-9-16,3 3-14 0,-2 1-20 0,3 1-28 16,-4 0-33-16,2 1-38 15,2 1-50-15,-1-2-83 0,-1-3-224 0,1-2-602 16,-2-5 266-16</inkml:trace>
  <inkml:trace contextRef="#ctx0" brushRef="#br0" timeOffset="57373.65">17912 8630 139 0,'0'0'186'0,"0"0"-18"16,0 0-20-16,0 0-21 0,0 0-17 0,0 0-7 0,0 0-17 16,-10 7-5-16,6 0-5 0,-2-2-11 0,-2 4-4 15,0-1-4-15,-2 2-9 0,1 4 0 0,-1 0-11 16,2-1-6-16,-3 1 0 0,3 1 0 0,2-5-6 16,1 2-1-16,1-2-3 0,0-1-2 0,0 1-1 15,7-3 11-15,-2 0 6 0,8-3 9 0,4-1 0 0,6-5-2 16,10 0-4-16,4-6-5 0,3-1 1 0,0-3-3 0,1-1-5 15,-5-1-3-15,-1-1 4 0,-4-2 3 0,-2 4 8 16,-8 0 8-16,-2 1 7 0,-4 2-1 0,1-3 0 16,-7 2 1-16,-1 6 2 0,1 0-1 0,-1-3-4 15,-3 3-5-15,-1 2-9 0,0 3-7 0,-13-1 0 16,3 2-4-16,-8 6 0 0,-6 5-8 0,0 2-6 16,-4 1-2-16,1 4 3 15,0-2 4-15,0 2-7 0,3 1-1 0,2-3-1 16,8 0-2-16,1-5 1 0,1 2-13 0,5-4-4 15,3 1-3-15,4 0-2 0,2-5 0 0,4-1 9 0,7-4 1 16,9-1-1-16,12-6 0 0,15-8 0 0,-2-3 2 16,-11 1 2-16,-2-1 2 0,-5-4 8 15,1 1 16-15,-7 1 16 0,-5-1 2 0,-7 3 8 0,-3 2 0 16,-4 0 9-16,-4 2-16 0,-2 0-9 0,-4 4-10 0,-5 1-5 16,-6 2-14-16,-5 3-21 0,-7 0-17 0,-7 6-33 15,0 4-37-15,-1 2-42 0,0 1-39 0,0 5-74 16,1-3-139-16,8-5-431 0,1 3 191 0</inkml:trace>
  <inkml:trace contextRef="#ctx0" brushRef="#br0" timeOffset="59015.53">24480 6837 73 0,'0'-3'237'0,"0"3"-1"0,0-5-5 0,0 5-12 0,0-5 4 16,0 5-11-16,4-3-5 0,-4 3-7 0,1-4-11 15,-1 4-10-15,0-2-12 0,0 2-18 0,0 0-15 16,0 0-17-16,0 0-10 0,0 0-14 0,0 0-17 16,0 0-23-16,0 0-21 0,0-5-12 0,0 5-4 15,0 0-2-15,0 11-6 0,1-3 0 0,-1 4-1 16,3 0-1-16,-2 3-1 15,-1 2 0-15,0 2 0 0,-1 1 5 0,1-1-4 16,0-1-1-16,0 0 1 0,0-2-1 0,0-1-2 16,0-4 2-16,0 0-1 0,0-3 4 15,-3-1-3-15,6-3 2 0,-6-1 17 0,6 0 21 0,-2 2 36 16,-1-5 40-16,0 0 8 0,0 0-19 0,0 0-8 16,13-17-18-16,0 4-2 0,0-4-9 0,2-3-10 15,2-3-5-15,-1 1-5 0,1-1-9 0,2 0-4 0,-6 8 0 0,1 1-10 16,-3 4 4-16,-3-1-8 0,-2 6-2 0,-1-1-1 15,3 1-12-15,-4 1-5 0,0 2-23 16,-1-1-21-16,0 3-1 0,-3 0 1 0,8 5-2 16,-3-1 1-16,-1 4 4 0,1 2-2 0,-4 4 9 0,3 1 2 15,0 2-1-15,-3 1 11 0,3 1-2 0,-3-2 4 16,-1 1-2 0,3 0 5-16,-2-2-1 0,2-4-2 0,-2-4 5 15,-1 3-11-15,1-3 7 0,-2-3-12 0,2 0 22 16,-1 0 11-16,0-2 38 0,0-3 36 0,3 5 31 0,-3-5-6 15,0 0-16-15,9-13-10 0,0 4-5 16,1-5-12-16,4-7 3 0,1-1-20 0,0 1-1 16,2 0-6-16,0-1 1 0,-6 5-10 0,2 4-2 15,-1 0-11-15,-5 1 7 0,1 5-9 0,-3 0-3 0,0 2-4 0,-1 1-18 16,-1 1-24-16,0 0-18 0,-3 3-8 0,9 1-4 16,-2 1-4-16,-2 5 1 0,1 1 6 0,1 3 11 15,2 5-7-15,-3-2 0 0,4 4-3 0,-2-2-16 0,0 1-13 16,0 0-25-16,0-3-28 0,-3-3-34 15,-1 0-31-15,0-2-32 0,0 0-18 0,0-1-42 16,-8-6-184-16,4-2-523 0,0 0 232 0</inkml:trace>
  <inkml:trace contextRef="#ctx0" brushRef="#br0" timeOffset="59331.71">25074 6500 7 0,'4'-6'330'16,"-1"-2"-22"-16,1 3-27 0,-2-2-22 0,3 4-25 16,0-1-27-16,-1 1-17 0,1 0-26 0,3 2-18 15,0 1-13-15,3 1-17 0,-1 2-15 0,4 0-1 16,-3 4-14-16,-1 2-7 0,3 3-9 0,-2 1-9 16,-1 1-6-16,-3 3-3 0,0 0-1 0,-3 1-6 15,-1 3-6-15,-2-2-2 0,-3 0-5 0,-2-2 0 0,-1 3-7 0,-3-4-1 16,-1 0 1-16,3-3-2 0,-1-4-5 15,2 1 3-15,1-4-2 0,-1 2 0 0,4-4-1 0,-3 1 4 16,4-2 12-16,-1 1 23 0,1-4 8 0,0 0-1 16,0 0-11-16,14 0-20 0,1-7-29 0,11-1-34 15,3-1-39-15,6 1-43 0,-3-2-44 0,2 3-56 16,4 0-63 0,1-1-207-16,-3 2-520 0,-1 0 231 0</inkml:trace>
  <inkml:trace contextRef="#ctx0" brushRef="#br0" timeOffset="59610.38">25602 6928 123 0,'-4'3'257'0,"2"-2"-29"0,-1 1-19 15,3-2-14-15,-4 4-12 0,4-4-11 0,-4 3-8 16,3 0-9-16,1-3-3 0,0 0-8 0,0 0-9 0,9 1-6 0,0-2-8 16,9-3-12-16,2 0-9 0,8-4-15 0,3 1-7 15,4 0-6-15,4-3-8 0,15-2-5 0,-5 4-8 16,-10-2-6-16,-2 4-20 0,-1-1-30 0,-7 2-30 16,-6 2-46-16,-7-1-45 0,-2 1-46 0,-4 1-42 15,-3 0-190-15,-5-1-438 0,-2 1 195 0</inkml:trace>
  <inkml:trace contextRef="#ctx0" brushRef="#br0" timeOffset="59832.89">25864 6770 193 0,'0'-8'339'0,"0"3"-1"0,-1 0 5 15,1-2-19-15,0 7-23 0,0-6-28 0,0 6-14 0,-2-5-39 0,2 5-34 16,-1-3-25-16,1 3-29 0,0 0-23 0,0 0-20 15,0 0-5-15,0 0-9 0,-1 14-16 0,0-2-1 16,-1 1-7-16,1 3-1 0,-3 13-9 0,2-1-3 16,2 3-2-16,0-2-16 0,-3 1-28 0,6 0-30 15,-2-2-28 1,0-3-34-16,4 1-42 0,-1-6-57 0,3-1-53 16,-3-7-244-16,-1-2-537 0,4-5 238 0</inkml:trace>
  <inkml:trace contextRef="#ctx0" brushRef="#br0" timeOffset="60233.88">26320 6694 38 0,'0'0'321'0,"4"-2"-29"0,-4 2-28 0,3-3-27 15,-3 3-18-15,8-1-31 0,-1 1-21 16,3 0-15-16,1 0-16 0,1 1-14 16,2 2-13-16,4 0-12 0,-5 1-11 15,-2-1-8-15,2 4-11 0,0-1-9 0,-4 2-6 16,0 3-10-16,-1 0-4 0,-2-2-5 0,-2 8-5 16,-3 0-2-16,-5 0 1 0,0 3-3 0,-6-2-1 0,0 6-2 15,-4-1-2-15,-3-1-2 0,2 0 0 0,2-7 0 16,-1-2-3-16,3-5-1 0,3 1-2 15,3-4-1-15,-1-1 7 0,0 2-6 0,3-4 20 0,-1 2 21 0,1 0 18 16,2-2 20-16,1-2 6 0,0 0-12 0,0 0 13 16,0 0-24-16,25-4-7 0,-7-2-9 0,0 4-6 15,2-4-10-15,1 2-7 0,6-3 0 0,-5 1-7 16,-1 2-38-16,-1 0-22 0,1-2-29 0,0 2-30 16,-5 0-39-16,-2 0-48 0,-3-2-62 0,0 3-82 0,-3-5-164 15,-1 1-529-15,-4-2 234 0</inkml:trace>
  <inkml:trace contextRef="#ctx0" brushRef="#br0" timeOffset="60465.71">26912 6511 13 0,'0'0'327'16,"6"-2"-40"-16,-6 2-34 0,5 4-30 0,-1 0-28 15,3 3-18-15,-1 3-8 0,2 5-17 0,-2 1-10 16,0 11-10-16,1 2-9 0,-2 0-7 0,-3 7-3 16,-4 12-15-16,-4 0-8 0,-3 2-4 0,-3-2-10 15,-7 1-1-15,-3 1-6 0,-6-4-5 0,-2 0-9 0,-11-2-27 0,0-3-44 16,-3-7-42-16,-2 0-47 0,-4-8-74 0,-3-6-273 16,1-3-487-16,-5-8 215 0</inkml:trace>
  <inkml:trace contextRef="#ctx0" brushRef="#br0" timeOffset="60851.17">24631 6590 61 0,'-8'2'215'16,"1"1"-16"-16,-4 4-16 0,-5 3-21 0,-3 10-7 15,-2 2-14-15,-2 6-12 0,-9 14-11 0,4 8-6 16,-3 0-13-16,-6 25-4 0,14-21 9 0,2-1 4 16,0 3 1-16,7-1-2 0,5-6-2 0,5-4-4 15,7 2-5-15,2-15-8 0,4-4-4 0,13-1-6 16,5-2-5-16,16-2-5 16,13-3-20-16,8-8-43 0,36-1-47 0,1-10-65 15,10-6-73-15,0-3-239 0,1-1-455 0,-5-7 202 16</inkml:trace>
  <inkml:trace contextRef="#ctx0" brushRef="#br0" timeOffset="61252.5">27387 6715 74 0,'0'0'363'0,"0"0"-25"0,0 0-22 0,0 0-20 16,0 0-30-16,0 0-22 0,0 0-24 0,0 0-30 16,12-7-19-16,-2 5-14 0,9 1-18 0,2-1-27 15,11-1-22-15,2 2-51 0,-2-4-45 0,5 5-57 0,-1-2-65 16,1-2-61-16,-4 2-250 0,-1-2-474 0,-4-3 210 15</inkml:trace>
  <inkml:trace contextRef="#ctx0" brushRef="#br0" timeOffset="61416.41">27516 6853 118 0,'-5'6'167'0,"1"0"8"0,3-1 23 16,1-2 9-16,4 2-3 15,1 0-14-15,9-3-19 0,6 3-19 0,15 0-12 0,1-1-31 0,17-2-47 16,3-1-61-16,2 0-54 0,4-5-71 0,-6-3-163 16,5 2-310-16,-6-5 138 0</inkml:trace>
  <inkml:trace contextRef="#ctx0" brushRef="#br0" timeOffset="61698.52">28556 6703 175 0,'-2'-7'287'15,"2"7"-19"-15,-6-3-21 0,2 2-23 0,-1 0-23 16,5 1-20-16,-12 1-22 16,1 0-17-16,0 5-15 0,0 1-15 0,-6 3-14 15,4 2-1-15,-2-1-16 0,2 2-11 0,3 4-3 0,4-3 1 0,-1 1 1 0,1 2 5 16,3 2 9-16,7-3 11 16,1 0 13-16,4 1 16 0,5-3 8 0,12-1 13 0,3-3-5 0,6-3-5 15,1-6-8-15,2-1-16 0,-1-1 0 0,-4-4 11 16,-1 0 11-16,-13-1 7 15,2-2 0-15,-3-3-8 0,-4-1-8 0,-1-3-12 16,-5-4-27-16,-3 1-14 0,-6-3-18 0,-3-3-19 0,-8 1-18 16,-4 0-31-16,-7 3-39 0,-2 2-47 15,-8 1-50-15,-20 0-24 0,-7 6-60 0,-2 6-84 16,0-1-371-16,0 4-747 0,5-1 331 0</inkml:trace>
  <inkml:trace contextRef="#ctx0" brushRef="#br0" timeOffset="63139.75">18744 9019 260 0,'-1'-5'255'15,"1"5"-17"-15,0 0-25 16,0 0-19-16,-1-4-17 0,1 4-22 0,0 0-20 15,0 0-15-15,0 0-21 0,0 0-15 0,0 0-7 16,0 0-6-16,0 0-10 0,-2 15-6 0,1-6-5 16,0 3-3-16,-2-2-11 0,3 3-2 0,-2 3-3 15,0 2-5-15,1 2 0 0,-2-1-1 0,1-1-3 16,-2 2-6-16,3-2 2 0,-6-1-1 0,4-1-3 16,1-5-1-16,0-2-4 0,-1 0 3 0,3-4 4 0,-1 1 24 0,0-1 25 15,1 0 34-15,-2-3 29 0,2-2 30 0,0 4 30 16,0-4-21-16,0 0-20 0,12-13-12 0,-1 0-9 15,1 1-11-15,3-2-4 0,2-7-18 0,1-1-17 16,-2 2-3-16,3 0-14 0,-4 4 3 0,1 3-11 16,-3 0-4-16,-3 4-5 0,-1 1-8 0,-4 1-5 15,2 3-4 1,-3-1-10-16,-1 1-6 0,2 2-6 0,-1 0-18 0,-4 2-9 16,0 0 1-16,13 6 3 0,-7 0-7 0,-1-1 1 15,-1 3-1-15,3 7 5 0,-2 0 8 0,-1 3-6 16,1-2 10-16,-2 1 2 0,1-1 1 0,-1-1-1 15,-2-3 3-15,2 1-1 0,-2-4-4 16,2 0 7-16,-3-4 4 0,2 2 2 0,-1-3 13 0,2 0 14 16,-2-2 32-16,-1-2 23 0,0 0-19 0,14-3 0 0,-5-5-8 15,3-5-5-15,0 1-2 0,6-3-1 0,-1-2-7 0,5 0-7 16,-9 3-5-16,-1 6-1 0,0-1-7 0,-3 2-1 16,1 3-11-16,0-2-6 0,0 4-15 0,1 2-25 15,0 2-14-15,-1 3-26 0,4 4-13 0,-1 6-22 16,1 1-37-16,-1 5-35 0,-4 2-75 0,5 1-85 15,-13-6-305-15,-1-2-698 0,0-3 308 0</inkml:trace>
  <inkml:trace contextRef="#ctx0" brushRef="#br0" timeOffset="63525.07">17278 9381 50 0,'-7'0'309'0,"7"0"-27"0,-7 0-27 16,7 0-22-16,0 0-25 0,0 0-22 15,0 0-20-15,13-6-17 0,6 3-31 0,9-4-33 0,3 2-30 16,5 1-45-16,0-2-47 0,1-1-79 0,2 3-210 16,-10-1-353-16,2 0 157 0</inkml:trace>
  <inkml:trace contextRef="#ctx0" brushRef="#br0" timeOffset="63687.88">17340 9610 177 0,'-7'6'207'0,"2"-3"-3"0,1 0-1 0,0-3-4 0,3 3-9 0,1-3-18 16,0 0-19-16,0 0-14 0,0 0-15 0,27-4-14 16,-8-2-34-16,-1 1-39 0,-1-2-59 0,1-1-43 15,1 1-50-15,-1 0-184 0,-2-2-323 0,0-2 144 16</inkml:trace>
  <inkml:trace contextRef="#ctx0" brushRef="#br0" timeOffset="63988.65">17496 9264 90 0,'-3'-4'306'0,"2"0"-18"0,-1 0-27 16,2 4-29-16,-1-5-22 0,1 5-26 0,0-4-22 16,0 4-19-16,0 0-13 0,0 0-19 0,0 0-8 0,7 10-15 0,0-2-8 15,6 5-5-15,-3 1-2 0,7 8-15 0,3-1-6 16,-2 1-4-16,3 1-7 0,-3 2-6 0,2 2-4 15,0-1-1-15,-3 3-4 0,0-2 9 0,-5 1-9 16,2 0-1-16,-6 0-1 0,1 0-3 0,-5 0 0 16,-3-5 1-16,-2 3-4 0,-7-7-1 0,-3 3 0 15,-2-5 0-15,-4 4 1 16,-4 0-2-16,0-3 0 0,-1 0-1 16,-2-3-14-16,5-4-28 0,-4 1-31 0,1-3-46 15,3-2-51-15,8-3-64 0,-3-2-216 0,7 0-469 0,2-4 208 16</inkml:trace>
  <inkml:trace contextRef="#ctx0" brushRef="#br0" timeOffset="64474.34">19752 9118 349 0,'-4'-3'343'0,"4"3"-17"0,0 0-27 0,0-6-26 15,0 6-20-15,4-6-44 16,3 4-19-16,0-2-16 0,5 0-28 16,3-2-48-16,5 4-36 0,0-2-36 0,3 0-52 15,6 2-55-15,-6-1-71 0,5-1-60 0,-10 0-168 0,1 1-411 16,-1 1 182-16</inkml:trace>
  <inkml:trace contextRef="#ctx0" brushRef="#br0" timeOffset="64643.62">19830 9257 178 0,'-4'4'247'0,"2"0"14"16,-2 0 21-16,3-2-5 0,1-2 0 0,-3 5-13 15,3-5-22-15,0 0-18 0,8 2-26 0,5-4-16 0,7 0-17 16,13-4-41-16,4 2-55 0,4-1-76 0,9-3-94 15,1-1-112 1,-19 2-233-16,0 0-481 0,-4 1 214 0</inkml:trace>
  <inkml:trace contextRef="#ctx0" brushRef="#br0" timeOffset="67867.56">13125 7146 86 0,'-1'-7'256'16,"1"7"-19"-16,0 0-17 0,-1-3-23 0,1 3-22 15,0 0-17-15,0 0-18 0,0 0-13 0,0 0-17 16,0 0-11-16,-1-4-11 0,1 4-13 0,0 0-8 16,0 0-10-16,0 0-2 0,0 0-6 0,0 0-8 15,0 0-6-15,0 0-1 0,-6 12-9 0,5-7-1 16,-1 2-1-16,-2 3-1 0,-3 1-5 0,0 2 1 0,-1 4-3 0,0 0 1 16,1 0-1-16,-6 9-3 0,3-5 0 0,-3 4-5 15,3-3 1-15,-2 4-2 0,2 2 1 0,1-5-1 16,0 4-3-16,1-3 2 0,0-1-3 0,-1 1 2 15,-1 2-1-15,4-6-3 0,1-2 3 0,0 0 1 16,-1 1 5-16,0-2 10 0,1 0-1 0,-1-5 5 16,2 2-3-16,0-4-4 15,0-1 3-15,1 3-2 0,-1-6 1 16,2 4-2-16,0-5-2 0,-2 0 0 0,2 0 1 16,-1 2-7-16,1-2 3 0,0 0-1 0,1-1 1 0,1-4-3 15,-1 4 2-15,-1-1 0 0,2-3-3 0,-1 5 2 16,1-5-3-16,-1 3 3 0,1-3 1 0,0 0-3 15,0 0 16-15,-1 5 2 0,1-5 3 16,0 0 4-16,-2 4-1 0,2-4 0 0,0 0-2 0,0 0-4 0,0 0 2 16,0 0-8-16,-1 3 2 0,1-3-5 0,0 0-2 15,0 0-3-15,0 0 3 0,0 0-3 0,0 0-4 16,0 0 2-16,0 0-1 0,0 0-3 0,0 0 2 16,0 0-2-16,0 0 0 0,0 0 4 0,0 0-4 15,0 0-3-15,0 0 0 0,0 0-1 0,0 0 2 0,0 0 7 16,0 0 3-1,0 0 0-15,0 0 4 0,6 1 6 0,-6-1 8 16,18-1 5-16,-5-2-3 0,7 0-1 0,8 2-6 16,2-2 0-16,-1 0-5 0,1-2 7 0,-3 3-9 15,0-2-4-15,-7 1-2 0,0 1 0 0,0-1-6 16,-3 0-8-16,-4 3-27 0,1-2-20 0,-5-1-15 16,3 1-23-16,-5 0-19 0,1 0-18 0,0 2-19 15,-3-2-27-15,-5 2-28 0,9-4-35 0,-7 3-186 0,-2 1-452 0,1-3 201 16</inkml:trace>
  <inkml:trace contextRef="#ctx0" brushRef="#br0" timeOffset="68183.97">13289 7621 56 0,'-1'-4'338'16,"1"4"-14"-16,1-3-16 0,-1 3-24 0,0 0-29 15,-1-6-24-15,1 6-27 0,0 0-22 0,0 0-24 16,0 0-18-16,0 0-22 0,0 0-17 15,0 0-13-15,-2 17-9 0,2-8-4 0,-2 7-14 0,0 4-7 16,-1 3-3-16,-1 2-7 0,3 1-3 0,-3-2 5 16,1 3-13-1,2-1-4-15,0-7-1 0,1 9-4 0,0-9-3 16,0-2 0-16,0 0-6 0,1-4 3 0,0-2-1 16,-1-2 1-16,0 1-2 0,3-2-3 0,-2-3 0 0,-1 0 2 15,0 2-1-15,1-6-1 0,-1 3 5 16,0-4 22-16,0 5 10 0,0-5 30 0,2 4-11 15,-2-4 5-15,0 0-10 0,0 0-3 0,0 0-8 16,0 0-3-16,0 0-1 0,0 0-22 0,0 0-33 0,0 4-36 0,0-4-38 16,0 0-69-16,0 0-103 0,0 0-109 0,0 0-188 15,4-16-594-15,-3 11 262 0</inkml:trace>
  <inkml:trace contextRef="#ctx0" brushRef="#br0" timeOffset="70057.77">19705 6844 241 0,'-3'-3'236'0,"3"3"-7"0,-1-5-18 15,1 5-11-15,-4-4-17 0,4 4-17 0,0-4-19 16,0 4-13-16,0 0-15 0,0 0-17 0,0 0-11 16,-4-3-10-16,4 3-9 0,0 0-9 0,0 0-4 15,0 0-11-15,0 0-7 0,0 0-5 0,-1 14-5 16,-3-4-1-1,-2 2 1-15,2 7-1 0,-7 5-4 0,0 5-1 16,-4-1-4-16,1 2 0 0,-1 1-1 0,-1 1-7 0,2 4 1 16,0-3 2-16,-1-1-4 0,2 1 3 0,-5-2-6 15,5-5 0-15,3 1-1 0,1-3-3 0,4-5 3 16,-4-1-4-16,4 0 2 0,1-8 0 16,0 1 2-16,1 2-6 0,1-5 1 0,0 1 4 0,0-4 3 15,1 1 9-15,1-2 7 0,-2 1 4 0,2-2 5 0,0-3 10 16,0 4 2-16,0-4 8 0,0 0 3 0,0 7 4 15,0-7-4-15,-2 4-6 0,2-4-3 0,0 0-2 16,0 0-5-16,2 4-8 0,-2-4 0 0,0 0-3 0,0 0-3 16,0 0-3-16,0 0 0 0,-2 2-1 0,2-2 9 15,0 0 5-15,0 0 3 0,0 0-6 16,0 0 12-16,0 0-1 16,0 0 0-16,0 0-6 0,0 0 5 0,0 0-5 15,0 0-1-15,0 0 8 0,9 0-16 0,2-2 2 16,3-1-7-16,6-1-3 0,7-1 9 0,5 2-16 15,-1-2 1-15,3 1-1 0,-1-1-12 0,-1-2-9 16,0 5-30-16,0-2-22 0,-4-2-13 0,-7 0-26 16,0 5-28-16,0-3-24 0,-8 0-19 0,1 0-19 0,-3 1-13 15,-1 0-24-15,-1 1 2 0,-5-5-23 0,-1 5-189 0,-1-4-469 16,-2 3 209-16</inkml:trace>
  <inkml:trace contextRef="#ctx0" brushRef="#br0" timeOffset="70258.28">19890 7290 227 0,'0'0'241'0,"-2"-4"3"0,2 4-1 0,0 0-1 16,0-4-2-16,0 4-6 16,0 0-5-16,0 0-8 0,-3-4-17 0,3 4-17 15,0 0-13-15,0 0-22 0,0 0-20 0,0 0-21 16,0 0-17-16,0 0-14 0,0 0-15 0,0 17-13 16,0-7-1-16,-4 7-1 0,4 1-7 0,-5 11 8 15,4 0-10-15,-2 2-7 0,1 4-4 0,-3 0 1 16,3 10-27-16,1-7-48 0,-3-4-55 0,-1 13-74 15,0-15-128-15,0-2-214 0,-3-6-559 0,3-12 248 0</inkml:trace>
  <inkml:trace contextRef="#ctx0" brushRef="#br0" timeOffset="71692.89">26525 6529 132 0,'0'0'202'0,"1"-4"-7"0,-1 4-7 15,0 0-5-15,0-5-8 0,0 5-8 0,0 0-4 16,0 0-10-16,-1-5 0 0,1 5-13 0,0 0-6 16,0 0-5-16,2-3-5 0,-2 3-8 0,0 0-9 15,0 0-8-15,0 0-7 0,0 0-10 0,0 0-9 0,0 0-10 16,0 0-6-16,2-4-10 0,-2 4-9 0,0 0-6 15,0 0 2-15,0 0-14 0,0 0-5 0,-4 13-3 16,2-5-6-16,-2 4 3 0,0 3-1 0,-3 3 0 16,-2 6-2-16,-1 0 2 0,0 4-3 0,-2-2-1 15,3 1 0-15,-2 1 0 0,-1-5 2 0,3 5-1 16,-1-5 0-16,2 4-1 16,3-4 1-16,-1-7-5 0,0 1 3 0,0-3-1 15,5-1 2-15,-1-1-1 0,-2-5-1 0,1 3 4 16,1-4-3-16,0 1 1 0,-2-2-3 0,3 0 1 15,0-1 1-15,-3-1 6 0,4-3-6 0,-1 5 2 16,1-5-3-16,-3 5 2 0,3-5 0 0,0 3 1 16,0-3-1-16,0 0-1 0,0 0 1 0,-1 4-5 15,1-4 2-15,0 0 2 0,0 0 1 0,-2 4 0 0,2-4 5 0,0 0 5 16,0 0 1-16,0 0 10 0,0 0-1 0,0 0 5 16,0 0 0-16,0 0 9 0,0 0-1 0,0 0 5 15,0 0 3-15,13 0 9 0,-6 0-13 0,4 0 11 16,3-3-8-16,4 0-12 0,12 0 2 0,-5-1-7 15,5 1 0-15,-2 1-5 0,-1-3-22 0,1 3-26 16,-8-1-24-16,3-1-23 16,-4 2-20-16,-2-1-17 0,-2 1-25 15,-3 0-9-15,-1 1-25 0,-3 1-1 0,-3-3-31 16,0 1-8-16,-2-1-9 0,-3 3-173 0,0 0-422 0,-1-5 187 16</inkml:trace>
  <inkml:trace contextRef="#ctx0" brushRef="#br0" timeOffset="71893.39">26695 6919 137 0,'-3'-9'144'0,"3"6"5"15,0 3-1-15,0-5 22 0,0 5 2 0,0-5-3 0,0-2 12 0,0 7 2 16,0 0 8-16,0-2-5 0,0 2 2 0,0 0-6 16,0-4 0-16,0 4-13 0,0 0-12 15,0 0-11-15,0 0-23 0,0 0-10 0,0 0-17 16,0 0-14-16,0 0-14 0,0 0-11 0,0 0-4 0,3 15-13 16,-6-4 4-16,3 7-1 0,0 8-2 0,-4 4-7 15,-1 3 0 1,1 2-5-16,-1 13 16 0,1-12-9 0,-2 12-6 15,2-15-50-15,-4 0-55 0,3 2-79 0,0-4-117 16,-5-4-280-16,1-8-596 0,5-4 264 0</inkml:trace>
  <inkml:trace contextRef="#ctx0" brushRef="#br0" timeOffset="74331.11">20602 9128 70 0,'0'0'203'16,"0"0"-12"-16,0 0-12 0,0 0-12 0,0 0-11 15,0 0-10-15,0 0-8 0,0 0-4 0,-9-9-9 16,9 9-12-16,0 0-8 0,0 0-5 0,0 0-16 16,0 0-7-16,0 0-3 0,0 0-8 0,0 0-7 0,0 0-6 0,0 0-6 15,0 0-6-15,0 0 0 0,0 0-5 0,0 0 0 16,0 0-5-16,0 0 0 0,0 0-1 0,0 0 4 16,0 0-6-16,0 0-1 0,0 0-5 0,0 0 1 15,0 0-2-15,0 0-1 0,0 0-3 0,0 0-3 16,0 0 4-16,0 0 2 0,0 0-7 0,0 0 1 15,0 0-1-15,0 0 1 16,0 0-4-16,0 0 2 0,23 0 1 0,-4-3 3 16,0 3-3-16,4-2-3 0,5-1-3 0,2 2 0 15,-1-3 2-15,-2 1-12 0,-7 2-6 0,0-2-10 16,-6 1-14-16,-1 2-20 0,-4 0-24 0,-2-3-27 16,1 2-37-16,-3 0-30 0,-1-1-216 0,-4 2-419 15,0 0 187-15</inkml:trace>
  <inkml:trace contextRef="#ctx0" brushRef="#br0" timeOffset="74600.62">20764 8994 247 0,'-4'-6'330'0,"3"3"-9"0,-3-1-14 0,2 1-14 16,0-2-8-16,0 2-37 0,2 3-30 0,-4-5-29 15,4 5-20-15,-2-1-25 0,2 1-15 0,0 0-22 16,0 0-4-16,0 0-43 0,0 0-4 0,0 0-16 16,-8 9 2-16,5 1-5 0,-1 1-5 0,2 3-1 15,-1 4-7-15,1 0 4 16,-2 6-7-16,2 2 0 0,-1 1-9 16,0 0-22-16,-1-1-21 0,2 1-24 0,-1-1-31 15,-2 1-33-15,1 1-53 0,-1 0-46 0,-2-11-250 0,2 2-506 16,-1-4 225-16</inkml:trace>
  <inkml:trace contextRef="#ctx0" brushRef="#br0" timeOffset="74854.59">20633 9622 2297 0,'-9'7'200'16,"1"-3"-135"-16,3-1-29 0,0 0-21 0,-2-1 17 16,2 1-7-16,4 1-2 0,1-4 1 0,-9 3 4 15,8-1 2-15,1-2 2 0,-4 1 4 16,4-1-5-16,0 0 0 0,0 0-5 0,19-3-6 0,-1-2-13 16,10 0-26-16,3-2-29 0,6-2-41 0,1 3-47 15,12-6-52-15,-13 4-225 0,-1-5-448 0,-2 3 198 16</inkml:trace>
  <inkml:trace contextRef="#ctx0" brushRef="#br0" timeOffset="75433.92">21168 9005 92 0,'1'-5'288'0,"-1"0"-18"15,5 0-17-15,-5 0-25 0,2 2-15 16,0-3-24-16,3 0-19 0,3 1-19 0,1-2-16 16,-1 1-22-16,3 1-7 0,-2 1-17 0,5 0-9 0,0 1-8 0,3-1-9 15,0 3-9-15,-5 1 1 0,1 0-7 0,1 1-7 16,-1-1-8-16,-3 4-4 0,3 0-3 0,-3 3-7 16,-2 0-4-16,1 3-2 0,-2 2-3 0,-2 2 0 0,-1 4-3 15,-2 1-2-15,-2 2 1 0,-7 6-1 16,-2 1 4-16,-5 5 2 0,0 0-1 0,-5-3-3 15,-10 10-2-15,3-13 0 16,4 1 0-16,-2-3 1 0,-3-2-3 0,4-2 1 16,1-3-1-16,7-5-2 0,3-1 4 0,2-4 0 15,3-3 7-15,0 0 35 0,2-1 37 0,1 0 46 16,1-3 50-16,-1 1 40 0,4-2 13 0,0 0-25 16,0 0-26-16,-1-11-17 0,4 5-17 0,5-2-16 15,-2-1-15-15,3 1-13 0,-2-3-13 0,3 4-11 16,0 0-11-16,0-1-7 0,2 4-7 0,-2 1-9 0,5-2-12 0,-6 1-22 15,4 2-26-15,0 2-10 0,1 1-17 0,4 2-21 16,-1-1-63-16,2 3-37 0,0 0-37 0,-1 1-35 16,1 1-40-16,-1 0-40 0,0 0-342 0,-1-2-708 15,-4-1 313-15</inkml:trace>
  <inkml:trace contextRef="#ctx0" brushRef="#br0" timeOffset="75718.98">21734 9162 89 0,'0'-8'406'0,"3"3"7"16,-2-1-9-16,-1 0-32 0,1 4-30 0,1-2-41 0,-2 4-28 0,1-6-39 16,-1 6-26-16,1-4-21 0,-1 4-27 0,0 0-30 15,1-2-34-15,-1 2-17 0,0 0-14 0,0 0-1 16,2 17-19-16,-1-8 6 0,-2 6-5 0,1 4-13 15,0-5 3-15,-2 2-5 0,1 1-2 0,0-1-6 16,1 1 7-16,0-6-5 0,0 2-4 0,-1-2-4 16,1-2 5-16,-2 2-4 0,2-4-11 0,0-1-29 0,0 1-24 0,-1-3-22 15,1 0-22-15,-1 1-22 0,1-1-12 0,0-4-16 16,-3 3-11-16,3-3-56 0,-10-1-107 16,1-5-184-16,0-3-538 0,-1-5 238 0</inkml:trace>
  <inkml:trace contextRef="#ctx0" brushRef="#br0" timeOffset="75872.67">21710 8874 137 0,'1'-7'445'15,"-1"0"17"-15,3 1-1 0,-2 0-10 0,2 2-34 16,-2 0-40-16,-1 0-39 0,0 4-35 16,4-5-33-16,-4 2-44 0,0 3-57 0,0 0-70 15,0 0-79-15,1-7-88 0,-1 7-86 0,0 0-40 0,0 0-36 16,1 14-70-16,-1-9-239 0,0 0-583 0,-1-1 259 0</inkml:trace>
  <inkml:trace contextRef="#ctx0" brushRef="#br0" timeOffset="77106.98">25157 8782 194 0,'0'-4'310'0,"0"-1"-6"15,0 2-12-15,0 3-4 0,3-5-35 0,-3 5-24 16,1-5-29-16,-1 5-23 0,3-4-15 0,-3 4-28 16,0 0-11-16,0 0-22 15,0 0-17-15,0 0-13 0,0 0-12 0,1 12-5 16,-1-2-6-16,0 1-5 0,0 1-2 0,-1 6-4 16,-2-2-6-16,2 3-3 0,-2 1-7 0,2-3 1 15,-3 2-3-15,3-1-2 0,-3 1-1 0,-1-1 1 16,1-2-6-16,4-4 1 0,-5-2 7 0,3 0-10 15,0-2 2-15,2-2-2 0,0 1-1 0,-1-3 7 16,1-1 8-16,0-3 37 0,0 7 32 0,0-7 45 0,0 0 29 0,0 0-11 16,0 0-16-16,0 0-14 0,10-14-10 0,-2 4-12 15,2-4-23-15,2 1 3 0,-1-3-14 0,3 0-3 16,-1 2-10-16,1 0-12 0,-5 5 0 0,0 0-4 16,0 3-2-16,-3-1-5 0,-1 2-9 0,1 2-5 15,-4-1-6-15,1 2-3 0,2-1-11 0,-5 3-25 16,3-1-12-16,-3 1-4 0,0 0 3 0,8 5 0 0,-5 0 10 0,-1 0-2 15,2 5 2-15,-1-1 0 0,-1 1 2 0,3 2 1 16,-1 0-1-16,-4 0 14 0,3 2 0 0,-3-2-4 16,2 1 1-16,-2-4-2 0,0 0 2 0,0-3 2 15,0-1-3-15,0-2 9 0,2 1 5 0,-2 1 6 16,0-5 11-16,0 5 31 0,2-2 26 0,-2-3 24 16,0 0-3-16,0 0-7 15,0 0-11-15,10-13-7 0,-1 6-6 0,4-5-5 16,-3 0-9-16,7-1-4 0,-4-1-4 0,2-3-5 15,-2 3-4-15,2 2 3 0,-5 2-7 0,-2 3-11 16,2 0 4-16,-5 3-11 0,1-1-10 0,-3 2-5 16,1 0-25-16,0 1-6 0,-4 2-15 0,11 3-8 15,-5 1 16-15,1 1-18 0,-3 1 7 0,4 5-3 16,-1-2 11-16,1 1-3 0,1-1-2 0,1 6-12 0,1-2-27 16,0 1-16-16,-1-2-26 0,-2 0-22 0,1-4-24 0,0 2-46 15,-3-1-47-15,3-2-45 0,-5-2-269 0,3-3-637 16,-3 1 282-16</inkml:trace>
  <inkml:trace contextRef="#ctx0" brushRef="#br0" timeOffset="77423.28">26181 8858 280 0,'0'0'331'16,"0"0"-27"-16,0 0-16 0,0 0-16 0,0 0-15 15,0 0-16-15,0 0-17 0,0 0-17 0,0 0-24 0,0 0-5 16,0 0-17-16,0-3-18 0,0 3-13 0,8-2-17 0,-3-1-8 15,6 1-17-15,3 0-15 0,4-2-21 0,5 2-28 16,8-5-25-16,-3 2-32 0,1 1-40 0,-2-1-46 16,-5 2-47-16,-2 1-50 0,2-1-52 0,-3 0-195 15,-2-2-503-15,-3 3 223 0</inkml:trace>
  <inkml:trace contextRef="#ctx0" brushRef="#br0" timeOffset="77608.14">26286 9065 140 0,'-3'4'321'15,"-1"-1"-2"-15,3 0-4 0,1-3-9 0,-4 5-23 16,4-5-28-16,0 0-24 0,0 0-28 0,18-4-18 0,0 0-29 0,3 0-40 16,9 1-35-16,2-3-50 0,2 1-57 0,1 0-55 15,-2-1-73-15,2-1-72 0,-5 0-184 0,2-1-443 16,-1-3 197-16</inkml:trace>
  <inkml:trace contextRef="#ctx0" brushRef="#br0" timeOffset="77908.73">27111 8869 91 0,'0'0'246'0,"-4"0"-15"0,4 0-13 16,0 0-14-16,0 0-10 0,0 0-10 0,0 0-13 16,-1 5-4-16,1-5-9 0,0 0-2 0,0 0-9 15,0 0-14-15,0 0-7 0,0 0-12 0,23-5-13 16,-6 3-6-16,3-1-13 0,3 1-6 0,5-3-7 15,2 2-8-15,0-1-6 0,1 0-18 16,1 0-24-16,-1-2-34 0,-1 2-43 0,-3-2-44 16,-8 1-35-16,0 2-57 0,-2-1-233 0,-2-1-467 15,-7-1 207-15</inkml:trace>
  <inkml:trace contextRef="#ctx0" brushRef="#br0" timeOffset="78156.03">27340 8685 212 0,'0'0'362'0,"-4"-3"-16"0,4 3-12 15,-2-4-23-15,2 4-29 0,0 0-29 0,0 0-28 0,-3-3-25 16,3 3-25-16,0 0-19 0,0 0-21 0,0 0-14 0,0 0-26 16,0 0-12-16,-1 12-7 0,1-6-8 0,-3 6-8 15,2 4-7-15,-2 1 1 0,3 1-12 0,-1 2-24 16,0 5-11-16,-2 2-29 0,2 0-26 0,1 0-24 15,-3 0-28-15,3-1-33 0,-4 0-36 0,4-6-61 16,-2-3-253-16,-2-2-523 0,4-4 233 0</inkml:trace>
  <inkml:trace contextRef="#ctx0" brushRef="#br0" timeOffset="78378.47">27182 9270 176 0,'-4'4'238'15,"4"-2"-4"-15,0-2-4 0,-5 5-6 0,5-5-9 16,-2 1 2-16,2-1-12 0,0 0-9 0,0 0-18 16,0 0-16-16,11 3-13 0,0-5-14 0,6 0-17 15,4-3-13-15,6 0-45 0,5-1-41 0,4 0-45 16,1-1-55-1,14-3-69-15,-2-1-70 0,-14 3-178 0,1-1-430 16,0 1 190-16</inkml:trace>
  <inkml:trace contextRef="#ctx0" brushRef="#br0" timeOffset="78911.09">27914 8665 200 0,'0'-1'289'15,"0"1"-13"-15,2-7-31 0,1 2-26 0,-1 2-22 16,6 1-21-16,-3 2-15 0,5-2-18 16,3 1-15-16,0-1-19 15,6 1-8-15,0 2-9 0,-1 2-9 0,3-1-13 16,-2 2-8-16,-1 3-9 0,-2-1-5 0,-2 3-11 16,2 0-14-16,-7 1-7 0,2 2-2 0,-1 4-4 15,-5-1-1-15,-1 1-8 0,-4 3 5 0,-5 8 0 16,-3-4 1-16,-7 2-1 0,-4 1 0 0,-4-3-2 15,-6 1 0-15,-2 0 0 0,-2-2 0 0,-11 1 0 16,12-3 0-16,0-3 1 0,3-5-4 0,5-2 5 0,6-3 1 0,5-1 6 16,3-1 4-16,-2-1 19 0,6-1 23 0,1-2 29 15,0 0 37-15,2 1 33 0,-1 0 24 0,4-2-1 16,0 0-11-16,0 0-26 0,0 0-18 0,13-13-12 16,0 9-12-16,0 0-16 0,3-1-8 0,1 0-7 15,2 1-8-15,-1 0-8 0,2 2-9 0,3-2-7 0,4 3-4 16,-8 1-15-1,8 0-18-15,3 1-22 0,-4 3-30 0,4-2-35 16,-9-1-42-16,8 7-61 0,-9-4-74 0,1-1-79 16,0 1-289-16,-3-3-681 0,-4 0 303 0</inkml:trace>
  <inkml:trace contextRef="#ctx0" brushRef="#br0" timeOffset="79311.89">28689 8789 183 0,'3'-3'321'16,"-2"-1"-8"-16,-1 4-10 0,3-4-11 0,-2 2-16 15,-1 2-27-15,3-3-27 0,-3 3-18 0,0 0-26 16,0 0-15-16,3-3-26 0,-3 3-14 0,0 0-16 16,0 0-14-16,0 0-14 0,0 0-14 15,0 0-9-15,0 0-5 0,-1 11-10 0,1-6-3 16,-2 6-4-16,-1-4-3 0,2 4-4 0,0 0-2 16,-2 1-1-16,2 2-2 0,-2-3-3 0,2 2-2 15,0 0 6-15,1-1-11 0,0 0 4 0,-2-2-5 16,4-1 5-16,-4 1-3 0,2-3-3 0,0-2 1 15,0 2-1-15,2-3 15 0,-2-1-16 0,0 2-3 16,0-5-7-16,-2 5-9 0,2-5-10 0,0 5-3 0,0-5-7 16,0 0-8-16,0 3-12 0,0-3-34 0,0 0-76 0,0 0-97 15,-6-15-274-15,3 8-575 0,3-8 256 0</inkml:trace>
  <inkml:trace contextRef="#ctx0" brushRef="#br0" timeOffset="79481.2">28835 8494 315 0,'0'0'475'0,"-4"-4"-8"0,4 4-18 16,0-5-38-16,0 5-39 0,0 0-40 0,0-5-32 16,0 5-51-16,-4-2-63 0,4 2-66 15,0 0-95-15,0 0-114 0,0 0-116 0,0 0-364 0,17 0-614 0,-17 0 272 16</inkml:trace>
  <inkml:trace contextRef="#ctx0" brushRef="#br0" timeOffset="82572.98">10369 11212 158 0,'-10'0'164'0,"10"0"-18"15,0 0-16-15,0 0-13 0,0 0-16 0,0 0-2 16,0 0-15-16,0 0-8 0,0 0-3 0,0 0-11 16,0 0-11-16,-3 2 0 0,3-2-8 0,0 0-2 15,0 0 2-15,0 0-2 0,0 0-4 0,0 0 0 0,0 0-1 0,0 0-7 16,0 0 2-16,0 0-6 0,0 0-5 16,18-6 5-16,-14 4 0 0,1-2-2 0,3 2 4 15,-3-1-4-15,1 3 6 0,2-3 4 0,0 1 1 0,2-5 8 16,-1 2 3-16,0 0 8 0,-4 2 7 0,4-1 9 15,-4-1 9-15,0 2 9 0,-1-1 2 0,0 1 3 16,0 1 5 0,-1-2-3-16,1 2 0 0,-4 2-3 0,4-2-10 15,-1-1-10-15,-3 3-4 0,0-4-13 0,0 4-15 16,-9-2-13-16,1 0-9 0,-4 2 11 0,-5 2-19 16,-4 0 4-16,-6 2-4 0,-6 3-2 0,1 3-2 15,-5 1-3-15,0 0 1 0,1 3-2 0,-12 4-3 16,2 1 1-16,12-2 0 0,1 3-4 0,1-1 8 0,3 2-9 15,1 1-3-15,1-1 1 0,1 0 1 0,6 1 3 0,7-5-4 16,4-2 1-16,-1 2-1 0,4-3 2 0,2-1-1 16,1-2 2-16,2 0 2 0,2 0 2 0,2 1 4 15,3-5 3-15,5 1 3 0,1-2 8 0,6 1-2 16,1-3 2-16,4-2 2 0,0 1 1 0,4-1-4 16,0-3 1-16,1 1-3 0,-6-2 2 0,1-1-2 15,-4 3-6-15,-2-1 1 16,-5 1 1-16,1 0 8 0,-4 0 15 0,-4 0 7 15,4 0 7-15,-9 0 8 0,9 0 3 0,-9 0-9 16,9 0 3-16,-9 0-6 0,5-3-6 0,-5 3-4 16,0 0-4-16,8 3-27 0,-8-3-16 0,0 0-19 15,0 0-30-15,0 0-36 0,0 0-41 0,0 0-50 16,0 0-58-16,6 1-33 0,-6-1-211 0,-1 5-528 16,1-5 233-16</inkml:trace>
  <inkml:trace contextRef="#ctx0" brushRef="#br0" timeOffset="82751.38">10578 11558 358 0,'0'0'358'0,"0"0"-19"0,0 0-15 16,0 0-27-16,0 0-23 0,4 2-32 0,-4-2-26 15,0 0-37-15,0 0-41 0,0 0-60 0,0 0-52 16,0 0-67-16,12-2-64 0,-12 2-55 15,10 0-261-15,-2-3-456 0,-2 3 203 0</inkml:trace>
  <inkml:trace contextRef="#ctx0" brushRef="#br0" timeOffset="83270.56">11108 11306 267 0,'1'-3'359'16,"-1"3"-14"-16,1-5-22 0,-1 5-15 0,3-4-23 16,-3 4-28-16,2-2-25 0,-2 2-29 0,0 0-20 0,0 0-20 15,0 0-33 1,0 0-22-16,0-6-24 0,0 6-35 0,0 0-14 15,0 0-9-15,0 0-2 0,3 15 2 0,-2-6-7 16,-1 0-1-16,0 2-3 0,2 6-6 0,-2 3 5 16,0-6-1-16,0 5-2 0,-3-1-7 0,2 0 4 15,1 2 0-15,-2 4 0 0,0-7 1 0,-1 3-2 16,2-8-1-16,0 1-2 0,-2-4 0 0,2 0 2 16,1 0-3-16,0-3 5 0,-2-1 0 0,1 0 2 0,1-1 41 0,-1-1 15 15,1-3 36-15,-1 5 38 0,1-5 46 0,0 0 34 16,0 0-3-16,0 0-25 0,0 0-11 0,-10-17-23 15,6 5-15-15,0-5-9 0,-1-8-11 0,2 4-11 16,-1-5-7-16,3-5-17 0,0 1-1 0,1-3-16 16,1-2-9-16,-1 3-6 0,1 0-9 0,3 1-3 15,3 5-6-15,-5-2-4 16,5 9-3-16,-2 2-6 0,1 0-2 0,0 4-7 16,0 0-4-16,3 1-13 0,3-1-22 0,1 2-18 15,5 1-16-15,1 5-17 0,2 1-15 0,8 1-31 16,-1 3-28-16,-1 3-41 0,-6-2-28 0,-1 6-31 15,0 1-32-15,4 5-24 0,-3 1-33 0,-5-1-39 16,-4 0-268-16,2-1-697 0,-9 0 309 0</inkml:trace>
  <inkml:trace contextRef="#ctx0" brushRef="#br0" timeOffset="83675.7">11037 11471 246 0,'0'0'314'0,"-7"1"-12"0,7-1-9 0,0 0-10 15,0 0-12-15,-7 0-15 0,7 0-14 0,0 0-19 16,0 0-18-16,0 0-11 0,0 0-16 0,0 0-9 0,0 0-21 16,0 0-18-16,4-8-4 0,5 5-26 0,0-1-5 15,5-2-19-15,8 1-3 0,6-2-11 16,3-1-14-16,2 0 1 0,0 4-5 0,-1-1-8 16,0 1-1-16,-4-1-16 0,2 3-13 0,-10 0-7 0,-1-1-6 0,-1 1-12 15,-3 2-7-15,-5-3 0 0,2 3-8 0,-7-1-1 16,5 1-1-16,-6 0 5 0,-4 0-15 0,9-2-8 15,-9 2-9-15,5-1-14 0,-5 1-15 0,0 0-24 0,0 0-17 16,0 0-22-16,-14 4-18 0,6-1-23 0,1-2-19 16,1 3-44-16,0-2-147 0,1-2-438 15,0 2 194-15</inkml:trace>
  <inkml:trace contextRef="#ctx0" brushRef="#br0" timeOffset="83854.09">11630 11533 367 0,'0'0'393'0,"0"0"11"0,0 0-20 0,0 0-31 16,0 0-32-16,0 0-35 0,2 2-48 0,-2-2-66 15,0 0-107-15,0 0-148 0,0 0-401 0,0 0-523 16,0 0 231-16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4-25T05:27:36.8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2954 1939 5 0,'0'0'208'16,"5"-3"1"-16,-3 1 10 0,-2 2-2 0,3-3-2 15,-3 3 1-15,0 0-1 0,3-4-9 0,-3 4-2 16,0 0-13-1,2-4-20-15,-2 4-9 0,0 0-16 0,0 0-13 16,0 0-11-16,0 0-15 0,0 0-13 0,0 0-13 16,0 0-13-16,0 0-13 0,4-3-27 0,-4 3-14 15,0 0-8-15,0 0-10 0,-14 7 10 0,5 0 1 16,-9 1-4-16,-1 2 1 0,-7 1-3 0,0 2 6 16,-2 1-4-16,1-1-15 0,1 1 15 0,-1 0-6 15,2-1 1-15,6-2 2 0,2-1-1 0,-1 2 0 0,4-2-1 0,-1 4 0 16,6-6-1-16,-4 2-2 0,7 0 3 15,-2-1-3-15,4 0 1 0,0 1 1 0,3 0-4 16,-2-1 2-16,7-1 1 0,0 6 0 0,5 1 5 16,5-1-14-16,1-4 13 0,7 6 3 0,5-4 1 15,-3-1 2-15,3 1-1 0,0 2-2 0,-3-3-1 16,3 0-1-16,-9-1 1 0,-4-2 0 0,0 1-1 0,-4-4-1 0,-1 2-6 16,-1-2 1-16,-2 0 3 0,-2-1-4 0,0 1 6 15,-4-5 2-15,-3 12 3 0,-2-5 1 0,-5 1 0 16,-5 2 0-16,-5-3 2 0,-5 5 1 15,2-8-7-15,-4 6 4 0,0-2-5 0,-4-1 2 16,10-2-1-16,-7 0 2 0,6-2 0 0,4-2 0 0,3 2 1 16,2-1-3-1,5-1 1-15,8-1 0 0,-15 2-5 0,15-2-8 16,-8 2-7-16,8-2-10 0,0 0-23 16,0 0-16-16,0 0-13 0,0 0-8 0,40-17-11 0,-9 6-12 15,6 3 6-15,13-7 7 0,2-1 3 0,-1 5 2 16,3-1 0-16,-1-4 13 0,-3 7-10 0,0-4 4 15,-12 1 14-15,14 0 10 0,-15 3 1 0,-2-2 4 16,-3 1 14-16,3 2 14 0,-11-5 20 0,-6 10 35 0,-4-3 47 16,-4 1 31-16,-1 1 9 0,-5 2 12 0,2-2-2 15,-2-3-2-15,-4 7-7 0,3-6-10 0,-3 6-10 16,0 0-10-16,-8-9-10 0,8 9-6 0,-17-3-11 16,7 0-8-16,10 3-4 0,-25 5 0 0,11-4-12 15,-3 3-1-15,-1 1-5 0,3 0-4 0,-6 4 0 16,5-4-6-1,-1 4 3-15,1 0-7 0,3 1-2 0,-4-3-5 16,7 2-11-16,-2 3 13 0,2-4-4 0,4 2-2 0,-1-3-5 16,1 2-11-16,2 0-4 0,0 2-2 15,2-4-2-15,2 0-3 0,5 2 10 0,-1-3 2 16,-2 3 4-16,9-6 8 0,5 2-6 0,1 0 8 0,3-4-1 16,1 0 5-16,-1-3-3 0,3-3 1 0,-1 0 1 15,-4 4 0-15,-4-5 11 0,2 1 22 0,-3 0 9 0,-3-2 13 16,1-1 5-16,-1-1 0 0,-3-2-22 0,0-3 6 15,-1-2 1-15,-2-1-16 0,-3 0 0 0,1-1-21 16,-5 1 11-16,-2-1-8 0,0 2-16 0,0 0-8 16,-2 2-15-16,1 4-17 0,-3 0-24 15,0 4-35-15,0 0-41 0,-4-1-57 0,4 4-68 16,9 3-236-16,-16-5-543 16,16 5 240-16</inkml:trace>
  <inkml:trace contextRef="#ctx0" brushRef="#br0" timeOffset="447.86">3470 2356 76 0,'0'0'226'0,"-1"4"-7"0,1-4-9 16,0 0-14-16,0 0-5 0,0 0-14 0,0 0-9 0,0 0-19 0,0 0-10 16,19-7-15-16,-10 5-3 0,1-3-14 15,0 0-6-15,2-2 1 0,-2 0-4 0,2 0 3 16,-2-6 4-16,4 2-1 0,-1-3-3 0,-1 1-7 16,5-9 5-16,-2 0-12 0,-3 6-11 0,1-9-9 0,-2-1-7 15,2-3-6-15,-3 3-2 0,2-4-9 0,-5 3 3 16,0-2-7-1,-2 4 16-15,-4 6-4 0,-1-1-1 0,0 3 3 16,-1 0-5-16,-3 6 3 0,3-1 3 0,-3 2-12 16,1 3 2-16,0-3-15 0,-4 8-5 0,2-2-17 15,1 3-3-15,-6 1-2 0,1 5 4 0,-3 2-10 16,-4 3-1-16,3 7-1 0,-7 5-2 0,1 1 5 16,2 4-3-16,2 2 5 0,2 0-17 0,5 0 4 15,1 0-16-15,3 2-1 0,4-3-5 0,4 3-4 0,3-2-7 0,3-2-16 16,2-5 1-16,6 1-18 0,2-5-30 0,-2-6-47 15,1-3-43-15,4-3-108 0,4-4-163 16,-6-3-509-16,-2-1 225 0</inkml:trace>
  <inkml:trace contextRef="#ctx0" brushRef="#br0" timeOffset="917.73">3827 2201 7 0,'0'0'377'0,"0"0"-23"0,0 0-31 0,0 0-17 0,0 0-21 16,0 0-28-16,0 0-31 0,0 0-21 0,-9 0-24 16,9 0-21-16,0 0-20 0,0 0-22 0,0 0-4 15,0 0-19-15,2 12-5 0,-2-12-15 0,5 10-3 16,-2-3-7-16,2 0-15 0,0 5 2 0,1-4-9 15,0 5-6-15,-4-4 3 0,2 0-7 0,1 3-5 16,-1-3 0-16,0 1-4 0,-2 0 0 0,2-3-1 0,0 1-3 16,-3-1 4-16,3-3-9 0,-4 0-2 0,3 0 4 15,-3-4 1-15,1 6 38 0,-1-6 32 0,4 4 41 16,-4-4 26-16,0 0 39 0,0 0 33 0,0 0 27 16,0 0-12-16,11-10-18 0,-11 10-14 0,8-15-24 15,0-2-18-15,1 0-21 0,5-7-14 0,-2 2-12 16,0-4-15-16,1 2-9 15,1 2-12-15,-7 7-7 0,1 1 8 0,-1 4-3 16,-4 0-8-16,4 1-4 0,-5 4-5 0,1-2-9 16,-2 2-7-16,-1 5-5 0,6-8-8 0,-6 8-6 15,3-4-18-15,-3 4-10 0,1-5-26 0,-1 5-30 16,0 0-40-16,3-3-39 0,-3 3-43 0,0 0-42 16,0 0-50-16,0 0-56 0,0 0 37 15,0 0-13-15,5 12-33 0,-5-12-49 0,5 10-61 0,-4-4-298 0,-1-6-799 16,4 8 353-16</inkml:trace>
  <inkml:trace contextRef="#ctx0" brushRef="#br0" timeOffset="1381.29">4233 2302 92 0,'0'0'301'0,"-1"3"3"16,1-3-7-16,0 0-13 0,0 0-5 0,0 0-27 15,0 0 3-15,0 0-22 0,0 0-24 0,0 0-22 0,0 0-20 0,14-15-17 16,-5 10-14-16,2-7-12 0,-2 7-12 0,4-9-18 16,2 2 0-16,-2 0-18 0,1-1 0 0,0-1-23 15,0 2 1-15,-1-3-1 0,0 2-7 0,-3 0 4 16,0 1 2-16,-3 3 0 0,-2 0 9 0,2-2-11 15,-3 6 13-15,-1 0-9 0,-1-2 2 0,0 4 1 16,-2 3-15 0,0-8-8-16,0 8-8 0,-4-4 0 0,4 4-15 15,-11-2 2-15,11 2-7 0,-21 6-4 0,6 0-4 16,-2 1 5-16,-1 5-5 0,5 1 4 0,-2-1-11 16,2 4-2-16,-6 4 3 0,10-3 4 0,0 0 1 15,1-8-9-15,3 5-8 0,1-2 11 0,3 1-11 16,1-3 9-16,3 2 11 0,3 0 7 0,5 0 5 15,1-5-3-15,7 0 6 0,7 1 2 0,2-3-7 0,4-1 5 0,2-1 1 16,2-1-2-16,-4 1-2 0,0-3-4 0,-4-3 0 16,-5 6 1-16,-5-3-4 0,-7-3-5 15,1 3-23-15,-3 0-24 0,0 0-32 0,-9 0-36 16,10 0-52-16,-10 0-41 0,0 0-66 0,0 0-347 16,0 0-671-16,-32 5 297 0</inkml:trace>
  <inkml:trace contextRef="#ctx0" brushRef="#br0" timeOffset="2020.39">2587 2827 52 0,'0'0'155'0,"0"0"-16"0,0 0-13 0,0 0-19 16,-5 0-10-16,5 0 1 0,0 0-17 0,0 0-3 15,0 0-15-15,0 0-4 0,0 0 3 0,0 0-1 16,-1 4-8-16,1-4 1 0,0 0-4 0,0 0 3 15,0 0-3-15,0 0 1 0,0 0 0 0,0 0-1 0,0 0 21 0,0 0 15 16,15 0 21-16,-2 1 7 0,10-3 5 0,13-1 1 16,18-4-3-16,41-3 5 0,0-2 2 0,12-4 3 15,8 1 10-15,12 0-4 0,11-2-5 0,2 0 0 16,2 2 6-16,1-2-25 0,-4 3-11 16,-10 5-8-16,-2-6-8 0,-12 4-9 0,-14-2-7 0,-5 3-5 15,-35 3-8-15,-6 1 1 0,1-4-9 0,-19 7 9 0,-1-2 7 16,-4 0 1-16,-12 3 1 0,-7-1 5 0,0 0 17 15,-1 3 25-15,-4-1 12 0,-1 0 5 0,-2-3-1 16,-1 3-4-16,-4 1-15 0,8 0-17 0,-8 0-22 16,0 0-23-16,0 0-32 0,0 0-43 0,0 0-55 15,0 0-81-15,0 0-74 0,0 0-92 16,-27 8-428-16,14-8-823 16,0 0 364-16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4-25T05:28:17.7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7192 2438 14 0,'0'-5'135'0,"0"0"-17"0,0 5-11 16,0-5-14-16,0 2 9 0,0 3-3 0,2-9 1 0,-2 5 3 15,0 4-6-15,1-6 8 0,-1 2-1 16,0-1 8-16,0 5-5 0,-1-7 14 0,1 2 3 16,-2 1-2-16,2 4 8 0,-2-8 12 0,2 3-4 15,0 2-5-15,-1-4 1 0,1 7 10 0,0-7-2 16,0 3-5-16,-3-2 7 0,3 4-3 0,0 2-8 0,0-7 0 0,0 7-9 15,3-3-14-15,-3 3-9 0,0-4-9 0,0 4-10 16,0 0-10-16,0 0-15 0,0-6-10 0,0 6-32 16,0 0-36-16,0 0-24 0,0 0-4 0,3 11 3 15,0-5 8-15,1 2-4 0,0 4 9 0,1-3 6 16,4 11 5-16,-2-6 3 0,6 10 1 0,-3-7 2 16,1 0 1-1,3 5-6-15,-3-7-1 0,8 6 1 0,-6-8-4 16,0 0 0-16,-3-5 3 0,3 3 2 0,-4-3 1 15,1-2 7-15,-1-4 5 0,0-2 8 0,1 0 11 0,0-1 3 0,-1-6 12 16,1-2 4-16,2-3 0 0,2 0 10 0,-2-4 0 16,2-5 4-16,-4 4-6 0,-1-2 11 0,-3 3 3 15,1 1 17-15,0-2 12 0,-2 2 10 0,-1 6 5 16,-3-3 4-16,2 6 2 0,-2-1-4 0,2 3-5 16,0-1-10-16,-1 0-11 0,-2 1-7 0,0 4-15 15,0-7-25-15,0 7-35 0,5-4-33 0,-5 4-43 16,0 0-10-16,0 0 2 0,0 12 14 15,0-2 6-15,0 7 0 0,0 9 7 0,0 2 16 16,0 5-3-16,-4 2 3 0,4 10 6 0,-3-11 10 16,5 15 3-16,-4-14 6 15,2 11 3-15,-2-10 10 0,4-3-7 0,0 1 5 16,3-3 1-16,-5 4 5 0,5-3 3 0,-5 0-3 16,0-3 1-16,4 0 4 0,-4-6 0 0,5 0 0 15,-5-4-1-15,0-1 4 0,-4 0-3 0,3-5-4 16,-2-1 9-16,2 1-3 0,-3 0 1 0,-1-1-5 15,0-2 6-15,1 2 4 0,-1-2-1 0,-3 1 6 16,1-3-4-16,1 1 1 0,-1 0-2 0,-2-2 3 0,-1 2 1 16,0-4 1-16,-2 4-7 0,1-1 4 0,-2-4 10 15,-4 4-10-15,2-2 3 0,-3 1-4 0,4-3 6 16,-4-2-6-16,4 0 8 0,-4 0 0 0,0-3 4 0,0 0 3 16,-1-3 6-16,4 1 2 0,-3-4 18 0,0 0 2 15,2-1 13-15,-1-3-1 0,-2-6-1 16,2 3-1-16,3-11 1 0,0 1 0 0,1-6-8 0,3-3-8 0,6 1-6 15,4 1-4-15,0-4-1 0,5 2-2 0,4 1-8 16,6-1-9-16,10-8 0 0,6 4-1 0,2 1-4 16,-6 9 2-16,15-4-3 0,-3 1-2 0,-12 9 2 15,5 0-9-15,0 2 11 0,-4 1 5 0,0 2 0 16,-4 1 3-16,-7 3 2 0,1 4 4 0,-9-1 5 16,5 3-2-16,-9 4 1 15,3-3-3-15,-3 1 5 0,-1 0-9 0,0 3-2 16,-2-1-7-16,2-1 0 0,-4 3-2 15,5-2-5-15,-5 2-21 0,4-3-21 0,-4 3-22 16,0 0-31-16,0 0-25 0,0 0-4 0,0 0-19 16,0 0-23-16,0 0-30 0,-14 12-35 0,9-8-43 15,-3 0-36-15,4 1-289 0,0-3-643 0,-1 0 285 16</inkml:trace>
  <inkml:trace contextRef="#ctx0" brushRef="#br0" timeOffset="548.21">7830 2123 39 0,'0'-3'263'0,"0"-1"-4"0,3 0-5 0,-3 4-6 16,1-6-16-16,-1 6-23 0,0-5-22 0,0 5-20 16,0 0-15-16,1-4-20 0,-1 4-18 0,0 0-20 15,0 0-20-15,0 0-7 0,0 0-12 0,0 0-5 0,-14 9-4 16,9 1-8-16,-4-2-1 0,0 3-6 0,0 4-4 15,-4-1-4-15,3 3 0 0,1 5-1 0,-4-5 0 16,4 0-6-16,-1-1-2 0,1 1-4 0,0-2 2 16,3-3 0-16,2-2 0 0,-1-3 2 0,0 0-5 15,1-1-1-15,2-2 3 0,-1 1-2 0,2 2 2 16,-2-4 0-16,2-1 2 0,1-2 1 0,0 0 1 0,-1 4 1 0,1-4-2 16,0 0-3-16,0 0-26 0,0 0-41 0,0 0-51 15,0 0-31-15,0 0-46 0,15-10-46 0,-11 6-165 16,-2 0-427-16,3 0 189 0</inkml:trace>
  <inkml:trace contextRef="#ctx0" brushRef="#br0" timeOffset="880.17">8023 2160 14 0,'3'-3'253'15,"-3"3"-25"-15,0 0-22 0,1-4-16 0,-1 4-26 16,0 0-19-16,0 0-16 0,0 0-20 0,0 0-7 16,0 0-13-16,0 0-10 0,0 0-8 0,-9 11-9 15,5-5-5-15,-1-1-6 0,0 4-6 0,-4-1-2 16,1-2 0-16,1 4-12 15,0 0 3-15,-2-3-7 0,4 4 2 0,-3-3-2 16,3 2-6-16,0 0-2 0,-4-3 0 0,4 1-2 16,-1 0-4-16,2-5-7 0,1 3-15 0,-1 0-17 15,1-3-32-15,0 1-17 0,1 0-20 0,2-4-26 16,-2 4-31-16,2-4-16 0,-3 4-103 0,3-4-291 16,0 0 129-16</inkml:trace>
  <inkml:trace contextRef="#ctx0" brushRef="#br0" timeOffset="1281.08">8150 2205 194 0,'0'0'325'0,"2"-3"-19"15,-2 3-17-15,0 0-28 0,0 0-29 0,0-4-9 16,0 4-37-16,0 0-18 0,0 0-18 0,0 0-22 16,0 0-20-16,0 0-16 15,0 0-10-15,-4 15-8 0,2-10-7 0,-1 4-8 16,-3 1-6-16,1 4-6 0,-2-1-3 0,-3-1-5 16,4 5-8-16,-2-3-2 0,1 1-4 0,0-1 5 15,1 2-9-15,-1-4-3 0,2-1-2 0,1-2 1 16,-1 1-6-16,0-2 3 0,2-3-6 0,1 1 3 15,-2 0-2-15,3-4 5 0,-2 1-3 0,2 1 6 16,1-4 12-16,-1 5 15 0,1-5 16 0,-3 4 15 0,3-4 0 16,0 0 3-16,0 0 5 0,0 0 5 0,0 0-9 15,0 0-8-15,-4 1-7 0,4-1-2 0,0 0-5 16,0 0-12-16,0 0-30 0,0 0-38 0,0 0-51 0,0 0-64 16,0 0-134-16,0 0-367 0,0 0-690 15,0 0 305-15</inkml:trace>
  <inkml:trace contextRef="#ctx0" brushRef="#br0" timeOffset="3054.7">8537 2903 40 0,'0'0'179'0,"0"0"-4"0,-5 0-5 0,5 0-2 16,0 0-4-16,0 0-6 0,0 0-5 0,0 0-5 15,0 0 0-15,-7 0-6 0,7 0-4 0,0 0 31 16,0 0-4-16,0 0-9 16,0 0-11-16,0 0-8 0,0 0-9 15,0 0-11-15,0 0-14 0,0 0-15 0,0 0-2 16,0 0-4-16,0 0-17 0,0 0-5 0,0 0-21 16,0 0 14-16,0 0-6 0,0 0-7 0,0 0-1 0,0 0 0 15,0 0-7-15,0 0-1 0,0 0 4 0,0 0-5 16,0 0 9-16,0 0 6 0,0 0-14 15,0 0-8-15,0 0 1 0,0 0 1 0,0 0-1 0,0 0-2 0,0 0 0 16,0 0-8-16,0 0 4 0,0 0-7 0,-6 2 8 16,6-2-7-16,0 0-4 0,0 0 0 0,0 0-1 15,0 0-2-15,0 0 3 0,0 0 1 0,0 0-6 16,0 0 0-16,0 0-3 0,0 0 6 0,0 0-3 16,0 0 0-16,0 0 1 0,0 0 8 0,0 0-12 15,0 0-3-15,0 0 3 0,0 0 0 0,0 0 3 0,0 0 3 0,32-6-18 16,-12 4 15-16,17-1 0 0,3-1-7 15,16-4 6 1,1 2 0-16,2 1-2 0,-5 3 0 0,-3-1-2 16,-12 0 3-16,-4 0-3 0,2 2 2 0,-5-2 4 15,-1 0 5-15,-12 2-5 0,3 1-3 0,-8-1-15 16,-4 1 13-16,0-2 3 0,-4 1-2 0,1 1-2 16,-1-1-8-16,-6 1-9 0,8 0-23 0,-8 0-5 0,0 0-16 15,0 0-4-15,0 0-25 0,-14 6-16 0,7-5-26 16,-4 1-28-16,2 2-32 0,-1-1-48 0,2-1-242 15,1-1-522-15,-1 1 231 0</inkml:trace>
  <inkml:trace contextRef="#ctx0" brushRef="#br0" timeOffset="3797.31">10120 2491 253 0,'-6'-10'235'0,"2"5"-19"0,-8-4-20 0,-2-1-22 15,-1 4-11-15,-4-2-18 0,-2 5-17 0,-7 1-11 16,10 1-13-16,-10 1-8 0,5 1-11 0,1-1-12 16,-5 8-6-16,7-2-10 0,1 0-29 0,-7 7-7 15,2 0 1-15,7-1-1 0,2 2-5 0,0-1-1 0,2 3-3 0,3-2-1 16,-2 3 3-16,7-2-3 0,1 1 6 0,3 0-8 15,2 1 0-15,3-3 1 0,5-2 2 0,1 0 0 16,3 0-1-16,4-4-1 0,1-2 2 0,2-2 4 16,1-1-4-16,-1-3 2 0,2-1 3 15,0-1 15-15,4-4 17 0,-8-1 9 0,-1-1 17 0,-2 0 9 16,-2-2 16 0,2-2 14-16,-2 0 8 0,-3 0 10 0,-1 2 7 15,-5-2 4-15,4 2 4 0,-3 0 1 0,1 1 1 16,-3 3 6-16,-1-1-14 0,2 1-10 0,-3 3-17 15,2 0-11-15,0-1-19 0,-3 4-9 0,1-5-35 16,-1 5-33-16,0-3-44 0,0 3 1 0,0 0-7 16,2 16 13-16,-2-2-2 0,2 4 6 0,-5 4 5 15,1 7-1-15,2 2 5 0,-3 3 1 0,-1 1 4 0,1-2-7 0,2 2 7 16,0-2 1-16,0 1 5 0,1-2 0 0,1-3 7 16,-1-3-8-16,1-6 4 0,-1-2-2 0,0-2 3 15,1-4 6-15,1-3-3 0,-1-1 2 0,0-1-1 16,1 0 11-16,-2-3 20 0,0-4 14 0,2 8 16 15,-2-5 13-15,0-3 6 0,-2 5 10 16,2-5 5-16,0 0-2 16,0 0-1-16,0 0-6 0,1 7-11 0,-1-7-4 15,0 0-9-15,0 0-7 0,0 0-4 0,0 0-7 16,0 0-19-16,0 0-18 0,0 0-27 0,0 0-29 0,0 0-57 0,0 0-79 0,0 0-73 16,0 0-70-16,8-14-90 0,-6 7-296 0,2 1-770 15,2-2 341-15</inkml:trace>
  <inkml:trace contextRef="#ctx0" brushRef="#br0" timeOffset="4627.64">10603 2546 127 0,'0'-7'307'0,"0"3"-15"0,0-1 0 15,0 1-12-15,0 4-10 0,0-7-12 0,0 7-30 16,0-5-25-16,0 5-19 0,0-4-24 0,0 4-16 15,0 0-16-15,0 0-18 0,0 0-12 0,0 0-18 16,0 0-2-16,0 0-12 0,14 12-11 0,-9-4-9 16,3 1-9-16,1 5-12 0,3-2-10 0,0 1-10 15,2 1-13-15,1 1-11 0,1-1-8 0,3 3-4 0,3-1-12 0,-6-6-2 16,-2 1-5-16,4-2 0 0,-8-4 5 0,3 2 0 16,-3-4 9-16,2 0 2 0,-3-3 13 0,1 0 9 15,-1-3 15-15,-3 1 7 0,0-3 12 16,4-3 12-16,-5-1 8 0,0-1 11 0,-2 1 10 15,0-1 7-15,-3 0-1 0,2-1 2 0,-1 0 1 0,-1 0 1 16,0 0 0 0,0 6-3-16,0-2 4 0,1 0 10 0,2 4-22 15,-3 3-6-15,1-9-9 0,-1 7-6 0,0 2-16 16,0-5-20-16,0 5-7 0,0 0-10 0,0 0-13 16,0 0 5-16,0 0-1 0,0 0-2 0,1 17 5 15,-1-5 1-15,3-3 2 0,-1 8 0 0,0 4 3 16,-1-3-2-16,2 9 4 0,-1 1-1 0,3 4 18 15,-2-1-19-15,3-1 4 0,-2 1 2 0,-2 4 0 0,1-5 4 0,0 4 8 16,-1 0-8-16,-1-2 3 0,-1-4-6 0,-1 1 5 16,-1-3 3-16,-1-7 0 0,0 0-2 0,1-1-3 15,-2-3 3-15,-1 1 0 0,1-5-2 0,-1 0 2 16,0-1 4-16,0-1-3 0,-3 1 7 16,2-2 3-16,-3-1 1 0,0 2-4 0,0-5 5 15,0 1 1-15,4-1 2 16,-3 0 2-16,2 0 14 0,-2-3 4 0,3 0 12 15,5-1 15-15,-13 0 7 0,4 0 18 0,9 0 7 16,-10-4 7-16,5 1 8 0,-3-2-7 0,2-1 2 16,0-5 7-16,-1-3-10 0,1-3-8 0,3-1-25 15,1-8-22-15,5-3-22 0,1-4-21 0,5 0-12 16,5-1-9-16,3 1 1 0,2 2-4 0,9-8 4 16,-10 9 4-16,5 4-5 0,0 0 4 0,0 2-2 0,-5 2 1 0,5 1 5 15,-8 5 10-15,-1 4 9 0,-1 0 5 16,0 2 11-16,-8 3 7 0,3-1 2 0,-3 3 1 0,0 1-2 15,0 1 0-15,-4-1-7 0,3 2-7 0,0-1-11 16,-1 1-27-16,-3 2-29 0,0 0-37 0,1-3-42 16,-1 3-35-16,0 0-34 0,0 0-34 0,-14-2-29 15,14 2-32-15,-17 2-45 0,7-1-293 0,-3-2-678 0,8-2 301 16</inkml:trace>
  <inkml:trace contextRef="#ctx0" brushRef="#br0" timeOffset="5012.92">11337 2336 86 0,'0'0'317'0,"0"-5"-14"16,0 5-21-16,0 0-24 0,3-2-26 0,-3 2-26 15,0 0-22 1,0 0-21-16,0 0-21 0,0 0-17 0,0 0-11 15,0 0-16-15,0 0-7 0,-9 14-7 0,6-4-10 16,-4 1-9-16,1 1-6 0,-3 1-6 0,0 4-1 0,-3-2-8 16,2 1-16-16,1-1-9 0,0 0-27 15,0-1-15-15,3-1-30 0,-2-2-18 0,3-1-32 16,1 2-23-16,-1-3-32 0,2-1-29 0,1-4-35 16,2 1-133-16,0-5-384 0,0 0 169 0</inkml:trace>
  <inkml:trace contextRef="#ctx0" brushRef="#br0" timeOffset="5307.22">11518 2359 127 0,'5'-6'407'0,"-4"1"-17"0,2 3-8 16,-2-2-22-16,-1 0-26 0,5 1-44 0,-5 3-32 15,0-4-29-15,0 4-30 0,0 0-38 0,0 0-34 16,0 0-9-16,0 0-19 0,-1 15-6 0,-3-6-7 15,0 5-7-15,-6 2-14 0,5 1-3 0,-3 1-8 16,-1 4-8-16,-1-2 2 0,2-2-7 0,-1-2 2 16,2 1-10-16,-1 0-2 0,-1-5-5 0,4 0 3 0,1-2-9 0,-2-3-6 15,5 0 3-15,-2 0 2 0,1-4-1 16,0 1 2-16,2 2-1 0,-2-4 6 0,2-2 6 16,-3 3-5-16,3-3 8 0,0 0-3 0,-1 4-9 15,1-4-29-15,0 0-59 0,0 0-66 0,0 0-82 16,18-6-106-16,-16 4-309 0,5-4-682 0,-4 1 301 0</inkml:trace>
  <inkml:trace contextRef="#ctx0" brushRef="#br0" timeOffset="7312.1">11991 2927 14 0,'-8'0'243'0,"8"0"-5"0,-7-1-11 0,7 1-14 0,0 0-10 16,0 0-13-16,-7 0-17 0,7 0-6 0,0 0-11 16,0 0-8-16,0 0-8 0,0 0 0 0,-6 1-19 15,6-1 0-15,0 0-4 0,0 0-3 0,0 0-7 16,0 0-3-16,0 0-5 0,0 0-4 0,0 0-7 16,0 0-5-16,0 0-3 0,0 0-7 0,0 0-8 0,-7-1 0 15,7 1-11-15,0 0 2 0,0 0-7 0,0 0 2 16,0 0-8-16,0 0-5 0,0 0 6 0,0 0-15 15,0 0 1-15,0 0-6 0,0 0-3 0,0 0-1 16,0 0-3-16,0 0 4 0,0 0-6 0,0 0 3 16,0 0-2-16,0 0-2 0,0 0-1 0,0 0-7 15,0 0 2-15,0 0-3 16,0 0 4-16,0 0-2 0,0 0-4 0,0 0 5 16,0 0-3-16,0 0 1 0,0 0 0 0,0 0 0 15,0 0 7-15,0 0-5 0,0 0-4 16,27-2 2-16,-8-1-2 0,13-4 2 0,6 2-1 0,16-2 2 15,2-1-1-15,-2 1-3 0,-2 0-2 0,-2-2 3 16,-9 6-3-16,-6-1 9 0,-1-1-8 0,-3 1-3 16,-2 1 1-16,-2 0 0 0,-8 2 0 0,-9-1-6 0,2 2 1 15,-3-2-21-15,-3 2-13 0,1 0-9 0,-7 0-17 16,9-2-20-16,-9 2-21 0,0 0-21 0,0 0-10 16,0 0-5-16,-32 2-13 0,16 3-8 0,1-3-5 15,-2 1-17-15,-2 2-17 0,-1-2-17 0,0 1-21 16,0 0-125-16,1-3-395 0,1 1 175 0</inkml:trace>
  <inkml:trace contextRef="#ctx0" brushRef="#br0" timeOffset="7534.48">12305 2814 105 0,'0'-9'320'0,"-2"0"8"0,0-1-3 0,2 0 4 0,0 1-2 15,-2 1-11-15,-1 4-6 0,3-1-20 16,0 0-21-16,0 5-23 0,0-7-28 0,0 4-24 15,0 3-27-15,-2-4-22 0,2 4-20 0,0 0-40 16,0 0-34-16,0 0 8 0,0 0-5 0,-4 19-8 16,2-10-10-16,0 8 1 0,-1 1-3 0,1 2 0 15,-1 8 1-15,3 0-10 0,3-1-36 0,0 0-32 16,0-1-34-16,0 1-40 0,3-3-49 0,-3 1-53 16,3-8-68-16,-5-5-312 0,3-1-648 0,1-3 287 0</inkml:trace>
  <inkml:trace contextRef="#ctx0" brushRef="#br0" timeOffset="8151.75">12963 2547 192 0,'0'0'263'0,"0"0"-22"15,0 0-24-15,1-3-25 0,3 1-19 0,-4 2-17 16,14-1-16-16,-2-1-14 0,2 2-13 0,0 0-13 15,5 2-9-15,-1 1-9 16,4 0-12-16,-1 2-5 0,-1-2-11 0,-1 5 2 16,-3-1-11-16,2 1-5 0,-5 2-8 15,1 2-5-15,-1 1-1 0,-4 0-6 0,1 3 0 16,-9 0-5-16,-1 1 2 0,-1 0-2 0,-3 1-4 16,-2 0 1-16,-7-1-1 0,-5 5 2 0,-4-1-4 15,-1 0 0-15,-2-3 8 0,-2 1 2 16,0-5-7-16,0 3 6 0,-1-4-2 0,4 2 7 15,4-6-3-15,4 1 0 0,0-4-6 0,4 1 2 0,4-1-3 0,0-1 2 0,1-2-3 16,2 1 2-16,1-1 9 0,-1-1 13 0,5-2 10 16,0 0 7-16,-10 3 6 15,10-3 4-15,0 0 7 0,0 0 10 0,0 0 0 0,0 0 2 16,28 4-3-16,-8-6-9 0,11 1-4 0,1 0-8 16,1 1-10-16,3 0 11 15,-3 0-20-15,-1 0-1 0,-2 0-8 0,-9 0-3 16,1-3 0-16,-3 3-2 0,-2 3-6 0,-7-3 3 15,4 0-4-15,-9 0-4 0,-5 0 9 0,10 0 5 16,-10 0 6-16,12 0 4 0,-12 0-1 0,0 0-2 16,9-3-5-16,-9 3-10 0,0 0-14 0,0 0-16 15,0 0-26-15,7 3-25 0,-7-3-21 0,0 0-25 16,0 0-35-16,0 0-46 0,0 0-39 0,0 0-50 0,0 0-262 0,0 0-585 16,-28-4 259-16</inkml:trace>
  <inkml:trace contextRef="#ctx0" brushRef="#br0" timeOffset="8822.4">13599 2539 50 0,'0'0'176'15,"8"-2"-10"-15,-3 2-15 0,4-1-8 0,0 0-12 16,4 2-4-16,1-1-7 0,5 1-4 0,-2 1-12 16,3-2-6-16,-1 5-7 0,2-2-3 0,-1 2-14 15,0-1-2-15,-3 3-14 0,1-1-4 0,-8-2-6 16,2 3-10-16,-2 0-2 0,-5-3-5 0,3 5-11 16,-4-2 4-1,-3 3-4-15,-1-1-3 0,-4 2 2 0,-1-2-5 0,-4 0 2 16,-1 0 1-16,-7 2-2 0,2-1 5 15,-2 1-3-15,-2-2 2 0,-1-1-5 0,4 0 1 16,0-1-2-16,6 0 1 0,-2-2-2 0,2 0-4 16,2 0 3-16,2 0-9 0,-2-3 7 0,3 1-4 15,1 3 2-15,3-5-1 0,0 3 6 0,1-4 9 16,2 5 14-16,5 0 7 0,0-2 4 0,10 4-1 0,-4-2-1 0,5-1-5 16,1 2-5-16,2 1 2 0,4 1-7 15,-4-2-2-15,6 2-1 0,-8-1-1 0,1-1-3 0,-4 1-7 16,0 1 1-16,-4-2-4 0,-3-1-3 0,-1 1-4 15,-3-2-2-15,1 0 0 0,-3 0 0 0,-2 2 3 16,-3-2 8-16,-5 1-3 0,0 2 6 0,-5-2 2 16,-4 2 1-16,-4-1 5 0,0 0-8 0,-9 0 4 0,-1-1-1 15,3 0-6-15,-1 0-1 0,9-1 1 0,-9-3-3 16,9 3 0-16,0-1-2 0,6-1 2 0,1 0-3 16,3-2 1-16,9 0-3 0,-14 2-6 0,14-2-10 15,-9 0-6-15,9 0-4 0,0 0-19 0,0 0-17 16,0 0-29-16,0 0-27 0,0 0-44 0,0 0-62 15,17-12-186-15,-7 10-437 16,4-5 194-16</inkml:trace>
  <inkml:trace contextRef="#ctx0" brushRef="#br0" timeOffset="9702.6">14284 2660 92 0,'0'0'302'15,"0"-5"-15"-15,0 5-9 0,3-4-20 0,-3 4-25 16,0-5-25-16,0 5-18 0,0 0-22 0,1-3-21 0,-1 3-15 16,0 0-17-16,0 0-8 0,0 0-14 15,13 5-12-15,-8 0-21 0,0 0-10 0,4 0-13 16,0 4-9-16,-2-1-11 0,3 1-14 0,-1 0-14 0,4 3-8 0,-1-1-12 16,2 0-1-16,-1-5-12 0,-3 3-2 0,1-3 6 15,-1-1-2-15,-1 1 5 0,2-3 5 0,-6 0 5 16,4-2 6-16,-4-1 11 0,-5 0 6 0,13-2 16 15,-9-1 9-15,2-4 9 0,-2 3 15 16,-3-3 9-16,3 0 9 0,0-2 9 0,-3 1-1 0,3 0 12 16,0-1 0-16,0 1 4 15,-3 1 6-15,-1 1 6 0,1 1-1 16,2-1 20-16,-3 3-5 0,1-1-12 0,-1 0-4 16,0 4-12-16,4-4-8 0,-4 2-12 0,0 2-14 15,0 0-20-15,0-5-29 0,0 5-22 0,0 0-3 16,0 0 7-16,0 0-3 0,5 14 6 0,-2-6-8 15,1 1 4-15,1 6-3 0,0 2 3 0,0 2 0 16,0 3 11-16,1-3-7 0,1 10-4 0,-1-3 3 0,-1 3 0 0,-1 2 5 16,0 0-2-16,-1 0 5 0,0-2 0 0,-1 1 0 15,-2-4 0-15,-2 0 1 0,0-6-1 0,-3 5-1 16,-2-9 4-16,3 1-3 0,-3 1 9 0,0-5-7 16,-2 2 2-16,2-5-2 0,-2 0 3 0,-1 2 7 15,-2-4-7-15,2 1 5 0,-3 0 1 0,-1 0-7 16,5-1 0-16,-4-1 6 0,-3 0 0 0,4-3-1 0,0 3 5 15,0-3-5-15,-1 0 5 0,3-1 2 0,-2 2-3 16,6-3 8-16,-1 1 10 0,-1-2 11 0,8-1 14 16,-9 2 16-16,9-2 19 0,-10 0 3 0,10 0 1 15,-9-3 19-15,9 3 11 0,-9-7 13 0,5 1 3 16,0-3-5-16,-1-5-9 0,1-3-20 0,4-2-19 16,0-11-20-16,5-2-22 15,9-13-18-15,-1 11-10 0,6 4-2 0,8-9-4 16,-3 10-5-16,3 6 0 0,0-1 2 0,5 2-4 15,1 0 0-15,-6 3 1 0,4 2 6 0,-6 5 6 16,-6 1 1-16,0 5 18 0,-4-2 11 0,-4 1 6 16,-1 3 6-16,-1-1 1 0,-4 2-1 0,3 1-8 15,-3-1-5-15,0 2 2 0,-5 1-10 0,4-3-3 16,0 2-6-16,-4 1-2 0,4-2-7 0,-4 2-7 0,0 0-8 16,2-3-23-16,-2 3-15 0,0 0-28 0,0 0-28 15,0 0-30-15,0 0-30 0,0 0-23 0,0 0-31 16,0 0-33-16,0 0-32 0,0 0-21 0,0 0-51 15,0 0-314-15,0 0-713 0,0 0 316 0</inkml:trace>
  <inkml:trace contextRef="#ctx0" brushRef="#br0" timeOffset="11429.02">15033 2324 59 0,'0'0'234'16,"2"-5"-12"-16,-1 0-7 0,0 3-7 0,-1 2-6 16,1-5-13-1,-1 5-12-15,5-2-17 0,-5 2-22 0,0 0-3 16,-1-5-17-16,1 5-12 0,0 0-11 0,0 0-11 16,0 0-17-16,0 0-5 0,0 0-9 0,-10 9-7 15,4-1-6-15,-6 5-3 0,-2 1-7 0,4 2 1 16,-7 4-8-16,3 2 3 0,-1-1-7 0,-2 2-2 15,3-7 0-15,3 1-2 0,0-3-3 0,-1 1-2 16,5-5-2-16,1-1 0 0,1-1 2 0,0-1-3 0,1-2 3 0,0-1 28 16,1-1 13-16,2 2 14 0,-2-1 13 0,3-4 6 15,-1 5 30-15,1-5 6 0,-2 2-4 0,2-2-23 16,0 0 14-16,0 0-3 0,0 0-24 0,-3 1-17 16,3-1-66-16,0 0-58 0,0 0-67 15,0 0-60-15,0 0-84 0,14-3-287 0,-14 3-605 16,0 0 268-16</inkml:trace>
  <inkml:trace contextRef="#ctx0" brushRef="#br0" timeOffset="12046">15343 2880 195 0,'0'0'192'0,"0"0"-8"16,-7-2-16-16,7 2-18 0,0 0-17 0,-4-2-14 0,4 2-8 15,0 0-12-15,0 0-6 0,0 0-3 0,0 0-9 0,0 0-2 16,0 0-8-16,0 0-1 0,0 0-6 0,0 0 2 16,0 0-1-16,0 0 6 0,0 0-4 0,0 0 3 15,0 0 3-15,0 0-4 16,0 0 3-16,0 0 1 0,0 0-2 0,0 0-3 0,0 0 2 15,0 0-1-15,0 0-4 0,0 0-4 0,0 0-3 0,0 0-3 16,0 0 0-16,0 0-2 0,0 0-7 0,0 0-1 0,0 0 6 0,0 0-7 16,0 0 3-16,0 0-5 0,0 0 1 15,0 0 0-15,0 0-1 0,0 0-8 0,0 0 3 16,0 0-2-16,0 0-3 0,0 0-2 0,0 0-3 16,0 0-2-16,0 0-1 0,0 0 5 0,0 0-12 0,0 0 9 15,0 0-7-15,19-5 0 0,-1 5-4 0,13-2-7 16,1 1 3-1,1-2 35-15,5 2-1 0,-1-3-12 0,-1 0 4 16,-1 2 5-16,-3 1-8 0,-4 1-14 0,-9-1 5 16,-1-2-8-16,-5 2 2 0,-2 1-2 0,-3 0 3 15,-2 0-2-15,-1-1-9 0,-5 1-17 0,11-1-27 16,-11 1-29-16,6-2-44 0,-6 2-46 0,0 0-38 16,0 0-34-16,0 0-43 0,-37-2-53 0,21 2-170 15,3 0-531-15,2-3 236 0</inkml:trace>
  <inkml:trace contextRef="#ctx0" brushRef="#br0" timeOffset="12408.89">15994 2656 2141 0,'1'-8'193'0,"3"3"-41"0,-2-2 5 15,0 1 5-15,-1-2-22 0,3 3-16 0,-4 1-17 16,2-1 15-16,-4 2-2 0,6 0-27 0,-4 3 12 16,0-4-12-16,0 4-32 0,2-6 15 0,-2 6-19 15,0 0-13-15,0 0-16 0,0 0-9 0,0 0-6 16,7 15-2-16,-7-5 3 0,-3 2-3 0,6 5-3 16,-6 0-5-16,3 2 1 0,0 5 5 0,0 2-2 15,0-6-18-15,3 5 19 0,-6 1-2 0,2-7-1 0,2-2 5 0,2 3 0 16,-2-6-25-16,-1 1 27 0,1-1-9 0,-1-6 0 15,3 3 4-15,-3-5-3 0,1 1-17 0,-1-2 26 16,0-5-7-16,0 9 10 0,0-9 0 0,0 0 5 0,0 0 27 16,-1 7 0-16,1-7-6 0,0 0 2 0,0 0-3 15,0 0 5-15,0 0-13 0,0 0 1 0,1 5-45 16,-1-5-77-16,0 0-71 0,0 0-64 0,0 0-71 16,12-19-329-16,-7 8-675 0,0 2 299 0</inkml:trace>
  <inkml:trace contextRef="#ctx0" brushRef="#br0" timeOffset="13111.19">16435 2603 19 0,'0'0'280'0,"0"0"-16"0,-6-2-17 0,6 2-8 16,0 0-30-16,0 0-16 0,0 0-17 0,0 0-16 15,0 0-19-15,0 0-13 0,17-2-13 16,-4 1-13-16,6-2-10 16,11 1-8-16,-1 0-9 0,2-1-11 0,1 3-9 15,-2-3-11-15,2 1-14 0,-1-1-7 0,-9-1-11 16,-3 4-6-16,-1-2-5 0,-5-1 2 0,-5 3-2 15,1-1-3-15,-2 1-9 0,-1-1-12 0,-6 1-18 16,3-4-7-16,-3 4-2 0,0 0 2 0,-27-2-7 16,9 3-1-16,-4-1 2 0,-4 1-2 0,-4 2 8 15,3-1 4-15,0-2 4 0,-1 3 5 0,7 0-4 0,-1 1 10 0,0-1-1 16,3 1 8-16,1-3 6 0,0 2-6 16,4-1 7-16,1 3 3 0,2-2 2 0,2-2 3 15,1 2 3-15,1-3 3 0,0 2 3 0,2-1-3 16,0 1 14-16,5-2-1 0,-4 3 3 0,-1-2 3 15,5-1 5-15,-4 3 2 0,4-3 3 0,0 0 1 0,0 0 2 16,-6 2-2 0,6-2-2-16,0 0-4 0,0 0-1 0,-4 2-2 15,4-2-5-15,0 0 1 0,0 0-5 0,0 5 9 16,0-5 27-16,8 5 5 0,-3-2 15 0,3 4 1 16,3-2 2-16,8 4-5 0,0-1-3 0,3 6 1 15,4-2-1-15,0 2-9 0,3 1-10 0,-1-1 6 16,-3 1-13-16,-1 0-2 0,-3-1-3 0,-2 1-3 15,-6-1-2-15,2 1-2 0,-6-1-19 0,-1 0-1 0,-2 2-7 0,-3-4 0 16,-6 0 1-16,-3 5 5 0,-6-2-1 0,-4 4-3 0,-1-8 5 16,-6 3 5-16,-5-6 4 0,3 1-1 0,0 2 11 15,-2-7-1-15,7-1 7 0,1 1 21 0,6-1 15 16,4-3 38-16,-4 3 16 0,7-2 22 0,6-1 20 16,-12 0 13-16,12 0 12 0,0 0 2 0,-10-1-7 15,10 1-18-15,0 0-33 0,-4-6-32 0,4 6-25 16,13-7-14-16,-3 3-25 0,-1-1-25 0,9-2-27 15,0 2-43-15,2 1-43 0,1-3-51 0,-2 3-51 16,2 0-56-16,-2 2-65 0,1-3-361 0,-1 0-743 16,-1 0 329-16</inkml:trace>
  <inkml:trace contextRef="#ctx0" brushRef="#br0" timeOffset="13950.99">17220 2639 175 0,'0'0'371'0,"-2"-5"-19"16,1 2-26-16,1 3-5 0,0 0-26 0,0-6-21 15,0 6-26-15,0 0-28 0,0 0-29 0,0 0-22 16,0-5-22-16,0 5-43 0,0 0-27 16,0 0-11-16,0 0-8 0,0 0-12 0,5 17 0 15,-1-11-10-15,2 4-14 0,-1 0-18 0,3 0 1 16,0-1-21-16,-1 3-10 0,1-2-5 0,2-1-2 15,-1-1-6-15,4 2 3 0,-4-3 0 0,1-2 3 0,-1 0 4 0,0-1 7 16,-4-1 2-16,8-3 14 0,-5 0 15 0,-2-5 11 16,1 0 10-16,-1 0 13 0,0-3 14 0,-2-1 10 15,1 0 9-15,-1-2 9 0,0 0 1 0,-3-1 14 16,3 1-5-16,-2 1 6 0,-2-1 5 0,3 0 6 16,-3 1-6-16,1 2 12 0,-1 2-2 0,2 0-4 15,-2 1-8-15,1 2-13 0,-1-3-10 0,0 6-7 0,1-3-16 0,0 1-23 16,-1 2-19-16,0 0-28 0,0 0-32 0,0 0 2 15,0 0 2-15,0 0 9 0,-3 17 0 16,1-6-12-16,0 0 20 0,0 6-1 0,2 2 2 16,-2 7 6-16,2 1-5 0,-2 2 8 0,5 2 3 15,-2-1 6-15,3 3-5 0,-1 2 0 0,2 11 3 16,-2-12 7-16,0 0-29 16,-1-3 8-16,0 0 0 0,0-1 5 0,-4-4-4 15,2-1 2-15,0-7-2 0,-2-1 11 0,0-5-4 16,-1 2 11-16,-1-6-10 0,-1 3-1 0,-2-1 11 15,-2-2-3-15,2 0 8 0,-4-2-5 0,0-1 3 16,-2 1 13-16,-1-2-6 0,-3 1-1 0,-2-5 3 16,3 4 1-16,-1-1-5 0,-1-2-1 0,-1-1-5 15,0 0 6-15,2 0-4 0,-2-3 1 0,7 1 7 0,-1-1-5 16,1 0 27-16,4 3 21 0,-2-4 14 0,5 2 19 16,-3-2 5-16,4-2 4 15,2 0-1-15,-1-6-12 0,2-1-1 16,2-2-18-16,4-3-18 0,8-7-14 0,5-5-17 15,5 1-6-15,12-5-6 0,4 0-1 0,4 2-2 16,1 4-1-16,0 1-4 0,2 3-7 0,-14 5 2 16,-1 1 1-16,-2 1 1 0,1 0 0 0,-4 2 7 0,-11 5-3 15,4-1 3-15,-5 1 11 0,-3 3 3 0,-4 1 3 16,0 3 4-16,-2-5 6 0,-1 6-2 0,2-1-1 16,-2-1-8-16,0 3-13 0,-1-3-14 0,-3 4-20 15,0 0-25-15,6-4-36 0,-6 4-34 0,2-1-30 16,-2 1-27-16,0 0-35 0,0 0-40 0,-14 9-33 15,14-9-53-15,-9 5-292 0,9-5-688 0,-5 3 304 0</inkml:trace>
  <inkml:trace contextRef="#ctx0" brushRef="#br0" timeOffset="14298.77">18055 2723 16 0,'0'0'307'15,"0"0"-8"-15,0 0-12 0,0 0-11 0,0 0-9 16,0 0-13-16,0 0-9 0,0 0-12 0,0 0-20 16,0 0-8-16,0 0-19 0,0 0-8 0,0 0-23 15,0 0-9-15,0 0-20 0,0 0-31 0,11-8-23 0,-1 6-26 0,4-1-27 16,6-1-30-16,-1 3-29 0,3-2-24 0,6-2-33 16,-6 2-29-16,-3 1-35 0,4-1-34 15,-1 0-35-15,-2-1-36 0,-6 2-141 0,3-1-438 0,-6 1 193 16</inkml:trace>
  <inkml:trace contextRef="#ctx0" brushRef="#br0" timeOffset="14499.24">18043 2855 87 0,'-4'4'343'0,"1"-3"-4"0,3-1-2 15,0 0-26-15,-1 4-33 0,1-4-29 0,0 0-23 0,25-5-24 0,-4 5-17 16,9-4-29-16,6 1-33 0,1 3-37 0,18-3-36 16,0 0-38-16,3 1-46 0,-6 0-68 0,-1-3-60 15,0-1-97-15,-14 0-146 0,-1-2-438 0,0-1 193 16</inkml:trace>
  <inkml:trace contextRef="#ctx0" brushRef="#br0" timeOffset="15031.84">19364 2535 61 0,'0'0'176'0,"2"-5"0"16,-2 5-13-16,0-4-14 0,0 4-12 0,0 0-12 15,-4-7-12-15,2 5-9 0,2 2-10 0,-4-4-10 0,-2 4-8 0,-2-3-6 16,2 2-2-16,-6-2-7 0,-2 2 1 16,4-1-7-16,-3 2-5 0,-1 0-2 0,0 2-6 0,-4 1 0 15,0-1-10-15,5 1 1 0,-6 2-4 0,3 3-1 16,-1 0 2-16,0 0-2 0,1 2-9 0,-2-1-1 15,1 4 3-15,1 1-7 0,-1-2-1 0,1 2-9 16,3-1 7 0,1 2-1-16,1-1-4 0,2 0 3 0,0 0-4 15,4-2 15-15,1-2 13 0,0 4 3 0,4-2 16 16,1-2 11-16,1 3 16 0,1-1 13 0,4 3 17 16,6-1 12-16,-1-2 13 0,6 0 6 0,6 0 6 15,7 0 1-15,1-3-3 0,5 0-2 0,14-3-1 16,-10-3 2-16,10-1 4 0,-11-1 6 0,-4-4 1 15,0-4-1-15,-1-2-6 0,-3-2-7 0,-3-2-8 0,2-1-11 0,-5-5-10 16,-3-2-13-16,-3 1-12 0,-6-2-13 16,-2-6-13-16,-8 10-19 0,-1-8-25 0,-5-1-21 15,-6 4-26-15,-10-2-40 0,-3 7-65 0,-11 0-72 16,-22 0-72-16,-4-1-108 0,-34 7-366 0,-1 2-817 16,31-2 363-16</inkml:trace>
  <inkml:trace contextRef="#ctx0" brushRef="#br0" timeOffset="23274.21">5443 4723 267 0,'-1'-5'291'0,"0"1"-12"0,-2-2-13 16,3 3-12-16,4 0-12 0,-4 3-19 0,-1-6-23 16,1 6-19-16,-3-7-21 0,3 7-17 0,0 0-18 15,-1-1-17-15,1 1-24 0,0 0-30 0,0 0-3 0,0 0-6 0,-3 19-5 16,2-3 6-16,-7 10-20 0,3 0 5 16,-4 6-5-16,0 2-1 0,-6 0-2 0,-2 11-4 0,2-11-2 15,-4 9 0-15,3-11 0 0,2-4-3 0,0 0 0 16,0-2-6-16,4 1 5 0,-4-7-1 0,5 6-4 15,2-12 0-15,0-4 2 0,3 0-4 0,-1-3 5 16,4-1-1 0,-3-1 1-16,3 0-1 0,-2-1 6 0,3-2 22 0,0-2 15 15,-4 7 18-15,4-7 19 0,0 0 14 16,0 0-15-16,0 0-40 0,0-14-25 0,3 2-22 16,2-5-8-16,4-7-12 0,0-1-9 0,5 1-10 15,-3-5-1-15,3-2 2 0,1 3-6 0,-2-5 9 16,2 4 2-16,-3 0 10 0,1-2 20 0,-3 6 17 0,0 0 17 15,-2 4 19-15,0 5 21 0,-3 0 16 0,-1 7 10 0,2-2 14 16,-6 3-1-16,4 3-4 0,-3 0-16 0,2-2-7 16,-2 5-16-16,-1-1-13 0,3-2-5 0,-3 5-19 15,1-2-36-15,-1 2 0 0,0 0-5 0,9 12 8 16,-4 0-12-16,0 3 1 0,3 2 0 0,0 1-11 16,-2 8 7-16,5-2 2 0,0 2 2 0,-4-2 6 15,3 1-5-15,-1-1 8 0,-2-8-3 0,2 4 10 0,-4-3-9 0,1-2 7 16,-3-3-4-16,2-1 11 0,-2-1-3 0,0 0 1 15,-1-5-6-15,1 1-5 0,0 1 4 0,-2-6-4 16,0 3-4-16,1-1 5 0,-2-3-14 0,1 6-9 16,-1-6-3-16,0 0-18 0,0 0-10 0,0 0-47 15,-5 2-66-15,5-2-60 0,-14-2-70 0,5-2-300 16,-1 0-650 0,0-1 288-16</inkml:trace>
  <inkml:trace contextRef="#ctx0" brushRef="#br0" timeOffset="23559.32">5283 5088 245 0,'-4'3'247'16,"-1"-2"-7"-16,3 2-13 0,2-3-10 0,-4 1-11 15,4-1-11-15,0 0-9 0,0 0-15 0,-5 4-6 16,5-4-11-16,0 0-2 0,20-1-11 0,-1-2-4 15,9-1-16-15,7 0-8 0,-2-2-15 0,3 2-5 16,-1-1-11 0,-6 0-12-16,-2-2-9 0,-7 4 0 0,-4 2-4 0,-2-2-11 15,-4 1-1-15,-1 1-5 0,-3 1-6 0,2-1-1 16,-3 0-7-16,0 0 4 0,-5 1-10 0,0 0-4 16,9 0-12-16,-9 0-15 0,0 0-12 0,0 0-19 15,0 0-13-15,0 0-26 0,0 0-30 0,0 0-33 16,-17 8-41-16,11-5-38 0,0-1-42 15,-6-2-168-15,7 3-467 0,-3-1 207 0</inkml:trace>
  <inkml:trace contextRef="#ctx0" brushRef="#br0" timeOffset="23759.87">5876 5064 3036 0,'0'2'399'16,"0"-2"-147"-16,0 4-36 0,0-4-28 0,3 3-4 15,-3-3-25-15,0 0-23 0,0 0-19 0,0 0-19 16,1 2-11-16,-1-2-7 0,0 0-22 0,0 0-24 16,0 0-38-16,0 0-49 0,0 0-60 0,4 3-59 15,-4-3-73-15,0 0-78 0,9-4-66 0,-9 4-236 16,9-5-675-16,-4 0 299 16</inkml:trace>
  <inkml:trace contextRef="#ctx0" brushRef="#br0" timeOffset="24238.79">6179 4819 15 0,'0'-3'403'0,"-1"-2"-4"0,1 5-11 15,1-6-16-15,-1 6-32 0,0-4-42 0,0 4-23 16,0 0-20-16,0 0-40 0,-1-5-27 0,1 5-17 15,0 0-36-15,0 0-40 0,0 0-20 0,0 0-5 16,1 20 17-16,0-12-28 16,1 6-5-16,-2 3-6 0,1 0-5 0,-1 1-10 15,0 1 12-15,0 2 0 0,0-2-28 0,0 3 7 16,-1 0-7-16,1-5 1 0,0 2 1 16,-2-3-3-16,1-2 2 0,0-2-5 0,-2-1 2 0,3-1 1 15,-1-2-4-15,1-1 7 0,0-2-6 0,-1 1 7 16,1-3 2-16,1 0 25 0,-1-3 24 0,0 6 33 15,0-6 34-15,-2 4 36 0,2-4 26 0,0 0 1 0,0 0-20 16,0 0-17-16,-12-13-17 0,7-1-15 0,0-1-13 0,-2-3-16 16,2-11-13-16,-2 1-10 0,1-6-18 0,4-2-6 15,-2 2-4-15,0 2-7 0,2 1-7 16,2 2 1-16,-2 3-1 0,4 6 3 0,-4 6-1 16,4 2-3-16,-2 2 1 0,0-1 1 0,0 5-3 15,1 1-7-15,-2-2-2 16,2 2-10-16,-1 2-18 0,1-1-22 0,3 1-23 15,2 1-17-15,5-2-21 0,3 4-19 0,6 2-21 16,10 3-24-16,-1-1-39 0,-1 3-39 0,3 3-37 16,-3-2-35-16,-1 3-43 0,1-1-56 0,-3 5-67 15,-9-3-234-15,0-3-755 0,-3 1 334 0</inkml:trace>
  <inkml:trace contextRef="#ctx0" brushRef="#br0" timeOffset="24461.39">6159 5176 111 0,'-3'3'300'16,"2"-1"-10"-16,1-2-4 0,-5 3-8 0,5-3-15 16,0 0-12-16,-4 2-21 0,4-2-19 0,0 0-24 15,0 0-13-15,0 0-22 0,26-7-15 0,-9 5-14 16,4-5-10-16,4 2-21 0,6-2-20 0,0-1-31 0,-1 1-41 15,2 2-43-15,-2-3-64 0,-1 2-67 16,-2 0-63-16,-8-1-222 16,-5 0-497-16,0 2 221 0</inkml:trace>
  <inkml:trace contextRef="#ctx0" brushRef="#br0" timeOffset="24693.23">6261 4991 153 0,'0'0'312'0,"0"0"-23"0,0 0-22 16,0 0-22-16,0 0-31 0,0 0-19 0,0 0-23 15,0 0-23 1,0 0-30-16,18-6-30 0,-8 5-50 0,4-2-62 15,-1 0-78-15,6 0-101 0,-1-1-118 0,-4 2-346 16,3-6 153-16</inkml:trace>
  <inkml:trace contextRef="#ctx0" brushRef="#br0" timeOffset="24893.58">6675 4991 399 0,'0'0'442'0,"0"0"-19"0,0 0-31 16,0 0-30-16,0 0-37 0,0 0-33 0,-3 2-34 15,3-2-47-15,0 0-53 0,0 0-61 0,0 0-61 0,0 0-72 16,0 0-98-16,0 0-114 0,0 0-249 0,0 0-537 0,0 0 238 16</inkml:trace>
  <inkml:trace contextRef="#ctx0" brushRef="#br0" timeOffset="25441.57">5167 5550 159 0,'-9'2'194'0,"5"-1"-1"0,-1-1-3 0,5 0-8 15,-10 0-13-15,10 0-14 0,0 0-11 0,-9 0-13 16,9 0-10-16,0 0-9 0,-4 1-6 0,4-1-5 16,0 0-3-16,0 0-3 0,0 0 1 0,-6 0-3 15,6 0-5-15,0 0-4 0,0 0 3 0,0 0-11 16,0 0-14-16,0 0-8 0,0 0-6 0,0 0-4 16,0 0-2-16,0 0-6 0,0 0-3 0,0 0 4 0,0 0 5 0,0 0 0 15,33 0 6-15,0-1-6 0,16-5-3 0,12-1 0 16,35-5-6-16,2-3-2 0,6 3 1 0,2 0 2 15,1-3-8-15,4 3-1 0,-2 3 4 0,-9-1-5 16,-4 3-1-16,-34-1-1 0,1 4 4 0,-4-4-2 16,-2 4 3-16,-6-1 19 0,-15 1-3 0,-3 0 9 15,-2 0 14-15,-11 1 13 16,-3-1 12-16,-4 1 13 0,-2 1 25 16,-6 1 12-16,3 0 9 0,-3 0 2 0,1-1-5 15,-6 2-10-15,8 0-10 0,-8 0-23 0,5-3-25 0,-5 3-41 16,0 0-45-16,0 0-58 0,7-1-65 0,-7 1-96 15,0 0-102-15,0 0-104 0,0 0-258 0,0 0-746 16,0 0 330-16</inkml:trace>
  <inkml:trace contextRef="#ctx0" brushRef="#br0" timeOffset="26660.37">8946 4997 205 0,'1'-5'265'0,"0"4"-7"0,-1 1-4 0,1-6 4 15,-1 6-6-15,3-6-13 0,-2 3-2 0,-1 3-4 0,0 0-19 0,0 0-13 16,2-5-13-16,-2 5-25 0,0 0-8 0,0 0-12 16,1-2-30-16,-1 2-11 0,0 0-21 0,0 0-18 15,0 0-10-15,0 0-15 0,8 14-7 0,-6-6-7 16,-1 3-2-16,4 1 0 0,-2 3-9 0,-1 5 3 16,1-3 5-16,0 3-8 0,-2-2 1 0,1 2 11 15,0 6-13-15,2-8-4 16,-3 1 3-16,-1-2 0 0,3 2 1 0,-3-2 10 15,1-7-16-15,1 1 2 0,-2-1-7 0,3-5-1 16,-2 0 2-16,-1 2 21 0,1-4 31 0,-1-1 40 16,0 2 39-16,0-4 49 0,0 6 46 0,0-6 27 15,0 0-25-15,0 0-23 0,9-20-22 0,-4 8-23 16,4-2-12-16,0-3-24 0,5-7-12 0,3 0-7 16,-7 0-11-16,7 1-14 0,1 2-7 0,-9 4-7 0,1 2-8 0,-2 1-2 15,-2 4-5-15,0 1-6 0,1 2-11 16,-4 1-3-16,1 1-9 0,0 1-4 0,0 1-8 15,1 0-13-15,-5 3-34 0,0-4-28 0,0 4-4 16,0 0 1-16,0 0-1 0,12 7-5 0,-9-1 0 16,4 2 3-16,-1 1 1 0,2 2 6 0,-4 0 6 0,0 5 5 15,-1 0 4 1,5 1 7-16,-3 0 2 0,1-2 3 0,-2 2 4 16,0-2 5-16,0-3 4 0,-4 0-1 0,1-3 2 15,1-2 4-15,-1-2 3 0,0 0 3 0,-1-1 5 16,2 0 11-16,-2 0 30 0,2 1 33 0,-2-5 46 15,0 3 32-15,0-3 36 0,0 0-1 0,0 0-20 16,7-8-17-16,-4 0-9 0,2-2-18 0,0-7-12 16,3 0-18-16,6-6-2 0,-2 1-15 0,-3 6-6 0,1-4-5 0,-1 6-7 15,-1-1-6-15,-2 5 0 0,1 2-18 0,-4 2-1 16,1-1-10-16,-2 3 4 0,2-1-6 0,-2 2-21 16,0-1-25-16,-2 4-40 0,5-3-26 0,-5 3 4 15,0 0 8-15,13 7 3 0,-5 0 0 0,-2 0 4 16,4 1 5-16,-2 1 6 0,2 6 4 0,2-3 1 15,-3 2 2 1,1-1-1-16,-1-1 5 0,1 0-8 0,-4-3-15 0,5 0-12 16,-4-1-16-16,-3-2-18 0,0 0-12 0,0 0-24 15,-3-1-11-15,3-1-11 0,-4-1-4 0,1-1 0 16,2 2-10-16,-3-4-11 0,0 0-22 16,1 5-26-16,-1-5-38 0,0 0-89 0,0 0-239 15,0 0-672-15,0 0 298 0</inkml:trace>
  <inkml:trace contextRef="#ctx0" brushRef="#br0" timeOffset="27362.1">9601 4521 24 0,'3'-3'248'0,"-2"1"-11"0,3-1-9 15,-2-1-14-15,1-1-14 0,1 2-16 0,1 1-12 16,1-2-11-16,4-2-18 0,1 2-12 0,0 1-10 15,3-1-12 1,-4 0-9-16,2 1-13 0,2 3-8 0,-4-1-10 16,3 2-6-16,-3 1-9 0,-1-1-2 0,4 3-5 15,-8-2-3-15,4 2-6 0,-1 3-5 0,-3-1-8 16,0 2 2-16,-1-1-6 0,-3 2-3 0,-1 0 1 16,0 2-3-16,-3-2-2 0,-3 1 1 0,1 0-3 15,0-1 0-15,-2-1 1 0,1 1-2 0,0-1 2 16,-2 1-5-16,3-5-2 0,1 4-3 0,0-3 0 0,3 0 2 0,-2 0-1 15,2-3-1-15,1 5-1 0,1-5 3 0,2 4-1 16,2-4 3-16,0 5-3 0,4-5 4 0,3 3-3 16,1 2-1-16,3-2 2 0,-2 1-3 0,0 1 0 15,0 1-1-15,-2 0 3 0,-1-2 7 0,0 3-4 16,-1-3 2-16,-4 2 0 0,3 1-1 0,-4 0 2 16,0-1 0-16,-5-2 1 0,0 1 4 0,0 1-1 0,-9-2 1 0,0 5 4 15,-1-4-25-15,-8 0-1 0,-1 2 3 0,-4 0 1 16,-3 2 1-16,0-4-12 0,4 3-15 15,-5-4-22-15,5-2-40 0,3 3-33 0,-1-2-52 0,8-3-42 16,-3 2-214-16,5-3-466 0,6 1 207 0</inkml:trace>
  <inkml:trace contextRef="#ctx0" brushRef="#br0" timeOffset="27769.69">10107 5044 230 0,'-2'2'290'0,"2"-2"-18"0,-6 3-13 0,6-3-15 16,0 0-16-16,-2 2-17 0,2-2-16 0,0 0-16 15,-6 3-21-15,6-3-16 16,0 0-15-16,-2 3-11 0,2-3-12 0,0 0-11 16,0 0-13-16,0 0-7 0,0 0-4 0,0 0-3 15,0 0 5-15,0 0 2 0,0 0-2 0,0 0 3 16,0 0 1-16,0 0 18 0,0 0-20 0,0 0 8 16,0 0 0-16,0 0-3 0,0 0 0 0,18-1-5 15,-5-2-3-15,6 0-11 0,13-1 5 0,0-1-14 16,3 1 3-16,3 1-12 0,-4 0-4 0,-1-1 2 0,-2 0-10 15,-4 1 0-15,-9 0-2 0,1 3 10 0,-6-3 8 16,-3 3 0-16,-1-1-1 0,-1-3 5 0,-2 4-7 0,0-2-1 16,0 2-9-16,-6 0 3 0,6-1-13 0,-6 1-13 15,5-1-21-15,-5 1-34 0,0 0-40 0,0 0-39 16,0 0-54-16,0 0-60 0,0 0-55 16,0 0-55-16,0 0-256 15,0 0-654-15,0 0 289 0</inkml:trace>
  <inkml:trace contextRef="#ctx0" brushRef="#br0" timeOffset="28386.88">11301 4797 80 0,'0'-5'311'0,"-3"-3"-7"16,3 2-11-16,-1-2-12 0,0 1-20 0,-3 2-22 0,0 0-21 0,-1-3-21 15,-3 0-21-15,2 5-19 0,-3-4-13 0,-5 2-17 16,2 3-20-16,1-1-9 0,-3 3-11 16,0 0 3-16,-4 1-19 0,1 3-10 0,-1-1-7 15,5 3-7-15,-3-2-8 0,4 3-1 0,-3 3-5 16,2 1-4-16,3-4-4 0,5 1-14 0,-3 2-9 0,3 3-5 15,1-3-8 1,4 3-5-16,0-1 3 0,3 0-2 0,2-4 0 16,0 1 1-16,3-1 4 0,2-1 1 0,0-3 2 15,4-1 10-15,-1 0-7 0,0-3 1 0,6-3-2 16,-3 3 11-16,-3-3 7 0,5-3 15 0,-2-2 5 16,0 0 13-16,-3-2 10 0,0-1 12 0,-2 0 16 15,-2 2 12-15,0 0 13 0,0 2 12 0,-5 2 9 16,1 0 1-16,0 1-5 0,-5 1-14 0,3-1-11 0,1 2-18 0,-4 2-13 15,6-4-13-15,-6 4-26 0,0 0-20 0,0 0-6 16,6 8-2-16,-5-2-4 0,1 4-4 0,-1 9 4 16,-1-1 13-16,-1 10-17 0,1 1 8 0,0 3-3 15,-2-1 8-15,2 2-6 0,-1 2-4 0,2-3 4 16,1 0 2-16,-1-2-2 0,2 1 8 0,-1-6-11 16,0-6 1-1,0-4 3-15,-1-1-4 0,2-2 4 0,-2-4 7 16,-1 1-3-16,2-4 2 0,0 2 2 0,-1-2 1 0,-1-2 15 15,1-1 13-15,1 2 16 0,-2-4 11 0,0 0 3 16,1 6 6-16,-1-6-4 0,0 0-5 0,0 0-2 16,0 5-9-16,0-5-3 0,0 0-7 15,0 0-21-15,0 0-27 0,0 0-34 0,0 0-74 16,0 0-82-16,0 0-60 0,0 0-67 0,4-12-77 0,-3 7-350 0,0 2-808 16,3-6 358-16</inkml:trace>
  <inkml:trace contextRef="#ctx0" brushRef="#br0" timeOffset="29050.82">11694 4992 16 0,'0'0'377'16,"3"-1"-13"-16,-3 1-24 0,1-5-12 0,-1 5-27 15,0 0-22-15,5-2-27 16,-5 2-27-16,0 0-30 0,0 0-18 0,0 0-18 16,0 0-25-16,0 0-15 0,0 0-15 15,0 0-12-15,4 7-9 0,-3-1-10 0,-1 1-11 16,3-1-4-16,-3 4-7 0,0 1-7 0,0 0 0 16,-3 0-2-16,3 2-1 0,-1-4-10 0,-2 4 2 0,2-2-8 15,-1 1 3-15,-1-2-5 0,3 3-1 0,-1-6-3 16,-2-1-1-16,2 1-5 0,1-3 6 0,0 2 1 0,0-3 14 15,0-3 20-15,-3 5 50 0,3-5 34 0,0 0 43 16,3 4 15-16,-3-4-15 0,0 0-21 0,8-11-14 16,-6 4-13-16,3 1-13 0,4-5-12 0,-1 0-10 15,2 1-12-15,-1-6-11 0,0 7-8 0,0 1-8 16,0-1-6-16,-3 1-5 0,-1 4-4 0,-1-1-7 16,0 2-7-16,0-1-8 15,-2 1-6-15,-2 3-1 0,5-3-21 0,-5 3-19 0,4 0-14 0,-4 0-2 16,0 0 1-16,8 9 1 0,-5-5-1 0,2 5 6 15,-3-1-5-15,2 4 6 0,0-2 3 0,0 2 0 16,-6 0 4-16,5 5 1 0,0-5 2 0,-1 5 2 16,-1-5 1-16,-1-2 5 0,2-1 3 0,-2-2 2 15,0-2 1-15,-2 1 5 0,4-2 6 16,-2-2 20-16,1 1 26 0,-1-3 36 0,0 0 20 0,5 1-10 16,-5-1-16-16,8-8-8 0,-2 3-7 0,-1-3-5 15,3-2-7-15,6-4-5 0,-4-2-4 0,7-5-9 16,1-1-9-16,-3 4-3 0,-1 2-9 15,0 3-4-15,-5-1 0 0,-1 6-3 0,0 0-3 0,-2 2 2 16,-1 1-6-16,0 2-11 0,-1-2-28 0,-2 5-12 16,-2 0-9-1,13 0-3-15,-8 3-2 0,4 1-1 0,-1 2-5 16,2 2 0-16,-3 0-3 0,2 0-12 0,0 1-18 16,3 4-28-16,-4-4-32 0,-3 1-32 0,4-4-30 15,-5 2-33-15,-3-4-26 0,3 1-27 0,0 1-42 16,-3-4-312-16,-1-2-723 0,0 0 321 0</inkml:trace>
  <inkml:trace contextRef="#ctx0" brushRef="#br0" timeOffset="29505.2">12159 4642 211 0,'0'-5'376'0,"3"1"-23"0,-2-1-18 15,2 1-29-15,-1-1-20 0,2 2-36 0,0 0-22 16,4 1-28-16,0 2-23 0,0-2-13 0,0 4-22 0,1-2-15 16,2 5-6-16,-2-1-16 0,0 1-3 0,3 3-19 15,-3 0-3-15,1 1-11 0,-4 0-6 0,1 3 6 16,-3 1-22-16,-2 3-5 0,1-3-3 16,-5 2 1-16,1 0-7 15,-1 1-2-15,-4-4-13 0,2 0 9 0,-2 0-4 16,1-3-9-16,-1 1 4 0,1-3 3 0,1 0-3 15,1-1-1-15,1-1-3 0,-1-3 2 0,1 4-1 16,-1-3 4-16,2-1 33 0,1-2 28 0,-3 4 25 16,3-4 16-16,0 0 23 0,0 0 19 0,0 0 9 15,0 0-17-15,0 0-16 0,24-6-16 0,-6-2-11 16,12 1-17-16,0-2-8 0,6 2-12 0,1 0-4 0,0 2-10 0,0-1-6 16,2 1-11-16,-5 1 0 0,-2 0-5 0,-1 0 2 15,-10 3-6-15,-4-2 3 0,-3 3 7 0,-2 0 12 16,-3 0 5-16,-2-2 5 0,-2 2 5 0,0 0-3 15,-5 0-3-15,8-3-5 0,-4 3-12 0,-4 0-12 16,0 0-30-16,0 0-42 0,8-1-61 0,-8 1-74 16,0 0-97-16,0 0-69 15,0 0-64-15,-11 8-91 0,4-6-368 0,-2 1-928 16,9-3 411-16</inkml:trace>
  <inkml:trace contextRef="#ctx0" brushRef="#br0" timeOffset="30275.94">12955 4991 212 0,'-7'0'237'0,"-1"1"-12"0,0 0-14 15,5 1-12-15,-3 0-12 0,6-2-8 0,-5 3-11 16,-1-3-3-16,6 0-6 0,0 0-3 0,-8 2-3 16,8-2-5-16,0 0-5 15,0 0-10-15,0 0-5 0,-5 1-7 0,5-1-6 16,0 0-9-16,0 0-7 0,0 0-9 0,0 0-3 16,0 0-8-16,0 0 0 0,0 0 10 0,0 0-21 15,0 0-3-15,-6 0-3 0,6 0 0 0,0 0-16 16,0 0 10-16,0 0-18 0,0 0 2 0,0 0 4 15,0 0-18-15,0 0-3 0,0 0 3 0,0 0-7 16,0 0 2-16,-2 3-6 0,2-3 10 0,0 0-11 0,0 0 8 16,0 0-4-16,0 0-4 0,0 0 5 0,0 0-7 15,0 0 13-15,0 0 7 0,0 0-1 0,0 0 3 16,0 0-9-16,27-6-1 0,-5 3-3 0,8-3 4 0,9 1-2 16,11-2-4-16,5 2 1 0,4-2-6 0,2-1 7 15,-1 0-13-15,0 2 0 0,-5 2-4 16,-5-1 4-16,-13 2 0 15,-4 0 8-15,-6-2-10 0,-8 4 2 0,-5 0-3 16,-1-1-1-16,-4 1 3 0,-1 0-5 0,-1 1-11 16,-3-1-5-16,-4 1-21 0,5-2-41 0,-5 2-22 15,0 0-19-15,0 0-9 0,-23-5-13 0,10 5-7 16,-4 0-16-16,1 0-20 0,-3 2-16 0,2-2-20 16,2 0-20-16,1 0-17 0,-5 3-210 0,1-6-504 15,0 3 223-15</inkml:trace>
  <inkml:trace contextRef="#ctx0" brushRef="#br0" timeOffset="30492.16">13279 4853 188 0,'-4'-12'271'16,"0"4"10"-16,2-4 1 0,0 3 0 0,0-2 7 15,2 5 6-15,-3-1 4 0,3 1 3 0,0-1-17 16,-1 3-16-16,1-1-24 0,0 2-26 0,0 3-29 0,-2-5-23 0,2 5-22 16,0 0-22-16,0 0-39 0,0 0-18 0,0 0-3 15,0 0-14-15,6 22-10 0,-4-5-2 16,0 10 1-16,-2 1-9 0,3 1-2 0,-1 1 4 15,-1-1-3-15,3 0 3 0,1 0-2 0,-1-2-7 16,1-2-34-16,-3-5-38 0,3-2-32 0,-1 1-41 0,0-5-43 16,-2 0-53-1,1 1-73-15,-2-7-336 0,2-1-678 0,0-5 300 16</inkml:trace>
  <inkml:trace contextRef="#ctx0" brushRef="#br0" timeOffset="31039.75">13971 4734 2206 0,'2'-5'140'0,"0"0"-45"0,0 2-8 0,-1-1-1 16,1 1-6-1,1-1-22-15,-1 0-13 0,0 1-7 0,0 0-8 0,2 1-7 16,1 0-3-16,2-1-2 0,0 3 3 0,3-2-4 16,2 4-5-16,-2 0-5 0,0 0 1 0,3 1 1 15,0 2-5-15,0-2 0 0,-2 6-1 0,-2-3-1 16,0 3-2-16,-2-1-3 0,-1 4-1 0,0 2 1 0,-3 2 2 0,-3 3-3 0,-2-1-21 16,-5 8 11-16,-3-4 2 15,-6 2-3-15,-3-2 6 0,1 1-1 0,-7 0-1 16,0-4 4-16,-1 1 1 0,1-3 11 0,-1 0 2 15,1-3 5-15,6-4 1 0,1 0 3 0,5-2 3 16,3-3-4-16,1-2 2 0,4 1-2 0,-3-2 11 16,3 1 7-16,1 1 13 0,3-3 17 0,1-1 10 15,-7 3 13-15,7-3 6 0,-6 1 9 0,6-1 3 16,0 0-10-16,0 0-6 0,14 3-10 0,-1-4 1 0,6-1-6 0,13-2-16 16,2 3-9-16,0-2 1 0,3 1-4 0,-1-1-11 15,1 2 13-15,-4-2-4 0,3 2-12 0,-4 1-9 16,-3-2 6-16,-6 4-8 0,-7-4-2 0,-2 2-5 15,-5-1 1-15,-2 1-5 0,1 0 16 0,-2 0 8 16,-1 1 8-16,-5-1 6 0,8-1 8 0,-8 1-11 16,8-1-10-16,-8 1-12 15,0 0-30-15,4 0-13 0,-4 0-26 16,0 0-45-16,0 0-22 0,0 0-35 0,0 0-28 0,-21 0-28 16,21 0-38-16,-10 0-41 0,10 0-63 0,-9-3-176 15,5 1-566-15,2-1 250 0</inkml:trace>
  <inkml:trace contextRef="#ctx0" brushRef="#br0" timeOffset="31656.97">14521 4702 42 0,'-3'-4'297'0,"3"4"-24"0,0 0-25 15,0 0-22-15,9-7-24 0,-8 4-22 16,7 3-18-16,0 0-18 0,1 0-18 0,3 0-8 16,-1 1-14-16,7 3-11 0,-7 0-10 0,2 1-2 15,-2-2-14-15,2 2-6 0,-3 0-9 0,1 2-8 16,-2-1-21-16,-1 0-12 0,-2 0-8 0,-3-1-2 0,1 2-2 0,-4 2-2 16,0-2 0-16,-4 3 6 0,-3-1-1 0,-5 4 0 15,-2-1-2-15,-2 0-5 0,0-2 9 0,-2 1-4 16,2-3 1-16,-1 1 0 0,2-1 0 0,2-3 2 15,4 1-1-15,1-2-1 0,2 0 5 0,1-1 2 16,0 3-6-16,2-3-1 0,2 2 0 0,1 0 4 16,0-5 6-16,5 8 3 15,4-2 2-15,4 1-4 0,2 1 5 0,3-2-2 16,1 1 0-16,7 1-5 0,-6 0-2 0,1-2 0 16,-1 4 1-16,4-2-3 0,-2 2-1 0,-5-3 2 15,-2 3-3-15,2-1 0 0,-7-3 1 16,-1 0-1-16,-4 2 2 0,1-3-1 0,-3 0 4 0,-2 2 3 15,-2 0 4-15,-4-1 2 0,-3 1 8 0,-2-2 1 16,-3 0-1-16,-1 1 3 0,-5-1-4 0,-2 1-3 0,1 1 2 16,-2-6-7-16,2 3 1 0,-7 0-4 0,5 1 5 15,3-3-4-15,1 0-1 0,4 1 0 0,0-3-11 16,4 0-23-16,-3 1-26 0,5-1-35 0,3 1-50 0,5-1-75 16,-10-2-248-16,10 2-490 0,0-6 217 15</inkml:trace>
  <inkml:trace contextRef="#ctx0" brushRef="#br0" timeOffset="32374.46">15120 4855 256 0,'0'0'330'0,"1"-5"-7"0,-1 5-8 16,4-3-10-16,-4 3-31 0,0 0-10 0,4-5-30 16,-4 5-22-16,0 0-22 0,0 0-29 0,0 0-13 15,0 0-24-15,0 0-17 0,0 0-19 0,0 0-12 0,0 0-12 0,0 11-5 16,1-7-13-16,3 4-1 0,-4 2-5 0,1 1 4 16,-2 1 0-16,1-1-9 0,0 1-1 0,-4 2-12 15,3-3-7-15,1 2 4 0,0-1-5 0,0-2 0 16,0 0 0-16,0-4 0 0,0 0 0 0,-2-2 0 15,2-1 4-15,2 4 6 0,-2-7 6 0,0 3 23 16,0-3 9-16,0 0-16 0,10-2 5 0,-10 2-2 0,13-11-3 0,-3 6-6 16,2-5 1-16,-1 1 9 0,3-3-5 0,2 0-3 15,0-2-5-15,-2 2-3 0,0 0 0 16,-5 4 4-16,0-1-15 0,3 3 3 0,-1-2-17 16,-7 3-9-16,5 1 8 0,-3 0-5 0,1 2-4 0,-1 1-2 15,1 1 3-15,0 1 4 0,-2 4-8 0,0-1-3 16,2 1-1-1,-5 1 1-15,2 2-3 0,4 2-16 0,-7 2 6 16,3-1-6-16,-3-1-3 0,2 3-1 0,-3-1-7 16,0-4-4-16,-3 4 2 0,3-6-1 0,0 0 7 0,0-2 7 15,0 2 6-15,0-2 23 0,0-4 28 16,0 3 54-16,0-3 11 0,0 0-18 0,0 0-2 16,13-11-11-16,0 5-9 0,-4-4-2 0,1 2-8 15,4-3 0-15,-1-1 1 0,1 1-5 0,-4 2-7 0,0 3-5 0,2 0-3 16,-3-1-2-16,1 2-5 0,0 0 2 0,0 3-13 15,2 2-13-15,2 0-1 0,-4 2-9 0,5 1-23 16,-2 2-27-16,5 2-54 0,-1 1-52 0,-4-2-55 16,-3 3-79-16,1-3-95 0,-1-1-255 0,1 1-707 15,-6-5 314-15</inkml:trace>
  <inkml:trace contextRef="#ctx0" brushRef="#br0" timeOffset="33076.04">16279 4918 116 0,'-4'1'194'0,"4"-1"-9"0,0 0-16 15,-9 2-12-15,9-2-5 0,-5 0-14 0,5 0-6 0,0 0 1 0,0 0-3 16,-6 2 0-16,6-2-3 0,0 0 0 0,0 0-5 15,-4 2-3-15,4-2-1 0,0 0-10 16,0 0 0-16,0 0-6 0,0 0 0 0,0 0-2 16,0 0-12-16,0 0-3 0,0 0-4 0,0 0-9 15,0 0-7-15,0 0-8 0,0 0-1 0,0 0-4 0,0 0 1 16,0 0 0 0,0 0-1-16,0 0 7 0,0 0 0 0,0 0 3 15,0 0-1-15,0 0-2 0,0 0-6 0,0 0 2 16,0 0-10-16,0 0-5 0,-8 0 3 0,8 0-2 15,0 0 7-15,0 0 3 0,0 0-4 0,0 0-2 16,0 0-7-16,23-5-7 0,-10 3-7 0,7-3 12 0,12 0-12 16,2 0-3-16,3 1 0 0,2-1-6 0,1 1-2 15,-3 0 0-15,0 2 5 0,-4-2-10 0,-2 1-6 0,-3 0 7 16,-6 2 0-16,-6-1-7 0,-3 2 1 0,-4-1-13 16,1 1-17-16,-6-2-24 0,5 1-21 0,-5 1-23 15,-4 0-28-15,6-2-61 0,-6 2-46 0,0 0-39 16,0 0-37-16,0 0-223 0,-23-3-573 0,13 1 255 15</inkml:trace>
  <inkml:trace contextRef="#ctx0" brushRef="#br0" timeOffset="33445.83">17097 4743 2577 0,'0'-7'189'0,"0"2"-52"16,0-3 3-16,1 2 1 0,-2-1 8 0,1 2 16 16,0 0-2-16,1-2-16 0,1 2-3 0,-2 3-11 15,0 2-12-15,0-5-12 0,0 5-15 0,0-6-6 16,0 6-17-16,0 0-22 0,0 0-7 0,0 0-27 16,0 0-12-16,0 0 5 0,0 0-2 0,2 20-1 15,-2-9-4-15,1 4-2 0,3 1 15 0,-4 4-11 0,0 3-4 16,1 4 1-16,-1-10 1 0,0 4 1 0,0-2-1 0,0-1 4 15,0-1 5-15,0-3-9 0,0-2 1 0,3 0 0 16,-2-3-1-16,-1-1-5 0,0-3 4 0,0 3 3 16,1-4-5-16,-1-1 9 0,3 1-1 15,-3 1-1-15,0-5 6 0,0 5-4 0,0-5 2 16,0 3 1-16,0-3-3 0,0 0-11 16,0 0-19-16,0 4-21 0,0-4-24 15,0 0-24-15,0 0-24 0,0 0-30 0,0 0-33 16,0 0-74-16,0 0-114 0,0 0-217 0,5-11-633 15,0 1 279-15</inkml:trace>
  <inkml:trace contextRef="#ctx0" brushRef="#br0" timeOffset="34016.18">17535 4668 199 0,'0'0'267'16,"10"-4"-29"-16,2 1-16 0,2 1-32 0,3 0-20 15,6-4-15-15,-2 6-17 0,11-1-14 16,-1-2-25-16,-2 1-29 0,-7-1-25 0,-3 2-27 16,-1 0-12-16,-5 1-19 0,-2 1-3 0,-3-1-21 0,-3-1-2 15,0 2-1-15,-5-1 6 0,0 0-1 0,0 0 12 16,0 0 1-16,-30 4-5 0,9 0 6 0,-2-2 5 15,-4 2 3-15,-1 2 15 0,1 0 1 0,-1-2 7 0,1 3 11 16,7-2 7-16,-2-2-3 0,3 0 12 0,2 4 2 16,2-3-2-16,4-1 3 0,2 0 7 0,0-1 0 15,2 0 5-15,2-2 10 0,0 1 7 0,-1 1 6 16,6-2 6-16,-7 1 4 0,7-1 3 0,-6 1 0 16,6-1-4-16,0 0-5 0,0 0-4 0,-5 2-6 15,5-2-10-15,0 0-4 0,0 0-9 0,0 0-2 0,0 0-5 0,-5 3-7 16,5-3-5-16,0 0-4 0,0 0-3 0,1 4-1 15,3 0-4-15,1 0-1 0,-1 1 9 0,2 4-10 16,3 1 0-16,3 3-1 0,-1 1 6 0,7 5-7 16,1 3 0-16,-1 0-6 0,0-1 6 0,-1 1 0 15,-1 0-7-15,-6-5 6 0,6 6-3 0,-6-6 1 16,-5-1 5 0,0 0-3-16,-2 1-4 0,-1-5 0 0,-4-1 1 0,-3 0 0 15,-2-1 5-15,0-1 6 0,-2-1 5 0,-4-3 2 16,3 0 16-16,-3 2 10 0,0-5 14 0,4 1 13 15,-4-1 19-15,7-2 18 0,-2 1 18 16,8-1 13-16,-11-1-2 0,7-1-3 0,4 2-12 16,-6-5-20-16,3 2-18 0,4-1-35 0,1-1-33 0,1 0-40 15,5-3-33-15,5 1-42 0,1-2-48 0,1 3-49 0,2-2-52 16,10-1-75-16,-7 1-335 0,6-2-703 0,-5 2 311 16</inkml:trace>
  <inkml:trace contextRef="#ctx0" brushRef="#br0" timeOffset="34317.01">18361 4804 110 0,'0'0'396'0,"0"0"-11"15,0 0-3-15,0 0-11 0,0 0-31 0,0 0-33 16,0 0-35-16,0 0-29 0,16-9-25 0,-3 6-21 16,1-1-25-16,5 0-26 0,8-2-19 0,4 2-60 15,-1-1-36-15,0-1-43 16,-1 4-52-16,-1-5-50 0,-6 3-55 0,5-3-64 15,-8 3-69-15,-2 0-177 0,1 0-518 16,-8 0 229-16</inkml:trace>
  <inkml:trace contextRef="#ctx0" brushRef="#br0" timeOffset="34501.92">18382 4889 51 0,'-6'3'212'16,"2"0"16"-16,2 0 16 0,0 0 8 0,2-3-3 15,8 3-18-15,2-3-23 0,3 2-23 0,10-1-15 16,9-2-18-16,-3-1-16 0,10 1-31 0,0 0-32 16,12-1-45-16,3-2-46 0,-14 2-59 0,13-6-69 15,0 3-57-15,-14-2-144 0,14 0-376 0,-3-4 167 0</inkml:trace>
  <inkml:trace contextRef="#ctx0" brushRef="#br0" timeOffset="34887.25">19558 4617 152 0,'-1'-1'236'16,"1"1"-13"-16,-3-5-7 0,3 5-13 0,-5-4-14 15,5 4-18-15,-1-4-15 0,1 4-13 0,0 0-16 16,0 0-13-16,-5-1-3 0,5 1-13 0,0 0-5 15,-12 1-5-15,12-1-7 0,-10 6-2 0,1-2-8 0,-4 2-4 0,-1 0-6 16,-2 3 2-16,3 2-17 0,-4 1-2 0,-6 2-5 16,4 3-4-16,-3 1-5 0,3 0-2 0,1 1-3 15,7-1-2-15,-1-4-2 0,3 3-4 0,0-2-1 16,4-1 3-16,0 1 9 0,5-3 14 0,0 3 7 16,0-4 19-16,5 0 23 0,3 2 25 0,2 0 10 15,7-4 18 1,1-1 4-16,10-3-2 0,2 0-3 0,1-5-4 0,2-1-4 15,-1-6-3-15,4 0-8 0,-5-5-2 0,-4 0-2 16,-1-3-5-16,-1-4-5 0,-4-4-11 0,-4 2-13 16,-7 4-12-16,-5-3-20 0,-1 2-15 0,-8-8-39 15,-1 8-44-15,-13-4-56 0,-10 1-66 16,-15-1-70-16,-17 7-90 0,-34-4-131 0,-4 4-244 0,4-1-760 16,3-1 336-16</inkml:trace>
  <inkml:trace contextRef="#ctx0" brushRef="#br0">6648 6940 74 0,'-3'-2'235'0,"3"-3"-6"0,0 5 1 0,-1-9-13 0,-1 6-2 15,2-2 4-15,0-1-17 0,0 0-2 0,0 3-3 16,0-6-5-16,-2 5 4 0,2-1-6 0,0-3 15 16,0 4-4-16,0-2-5 0,0 2-5 0,4-1-16 15,-4 2-3-15,0 3-15 0,0-4-9 0,0 4-14 16,0-6-14-16,0 6-15 0,0 0-11 0,0 0-13 16,1-4-14-16,-1 4-24 15,0 0-18-15,0 0-30 0,0 0-27 0,0 0 10 16,0 0 0-16,-1 21-2 0,1-9 5 0,0 5 0 15,-2 1 2-15,2 9 1 0,2 1 1 0,-4-3-2 16,2 1 5-16,-2 1-4 0,0 1 13 0,2-5-6 16,-2-3 5-16,2-2 14 0,-1-1-12 0,1-4-6 15,0-1 4-15,0-2-4 0,-3-3 23 0,3-3-15 16,-2 4 6-16,1-5 23 0,2 1 31 0,-1-4 33 0,0 4 43 0,0-4 37 16,0 0 38-16,0 0-2 0,0 0-29 0,0 0-23 15,9-21-13-15,-3 8-17 0,4-3-13 0,2-9-9 16,1 4-14-16,-3-4-12 0,3 4-4 0,-4 4-16 15,0 2-4-15,0 3-4 0,-3 2-7 0,-2 1-8 16,0 3-2-16,1 2-10 0,-2-1-6 0,-2 1-23 16,5 1-29-16,-6 3-34 15,4-2 2-15,-4 2 6 0,9 5-1 0,-3 0 4 16,3 2-6-16,-2 0-5 0,0 3 3 0,2 2 3 16,-1-1 5-16,1 3 0 0,-3 2 1 0,2-2 6 15,0 2 5-15,-3 0 5 0,-1-4 3 0,2-2 4 16,-1 2 4-16,-4-4 5 0,2-2 0 0,2-1 1 15,-4 1 9-15,3-1 3 0,-3 0 17 0,2-4 36 16,-2 2 20-16,-1-3 33 0,0 0-8 0,0 0-8 0,8-14-10 0,-4 6-10 16,1-3-3-16,4-7-6 0,-3 1-8 0,6-8-6 15,-1 0-2-15,-2 2-8 0,-1 4-1 0,2 4-1 16,-4 5-4-16,0 1-4 0,-3 2-2 16,0 2-6-16,0 1-6 0,-2 0-29 0,1 0-27 0,0 1-28 15,-2 3-1-15,0 0 17 0,12 7-2 0</inkml:trace>
  <inkml:trace contextRef="#ctx0" brushRef="#br0" timeOffset="41017.9">7474 7062 22 0,'-13'4'229'15,"1"-1"-4"-15,1-2-9 0,3 0-10 0,2-1-17 16,-2 1-18-16,3 1-16 0,1-2-17 0,4 0 0 15,0 0-3-15,-9 3-10 0,9-3-7 0,-4 1-6 16,4-1-1-16,0 0-4 0,-6 3-8 0,6-3-1 0,0 0-6 0,0 0-2 16,0 0 0-16,0 0-2 0,0 0-3 15,-4 1-2-15,4-1-2 0,0 0-2 0,0 0-8 0,0 0-6 16,0 0 0-16,0 0-2 0,0 0-3 0,0 0-5 16,0 0 4-16,0 0-3 0,0 0-3 0,0 0-8 15,0 0 3-15,0 0 0 0,0 0 12 0,0 0-16 16,0 0 4-16,0 0-2 15,0 0 0-15,0 0-3 0,0 0-6 0,0 0-3 16,0 0 4-16,0 0-8 0,0 0 7 0,0 0-16 16,0 0 8-16,0 0 0 0,0 0-4 15,0 0-7-15,0 0-2 0,0 0-1 0,0 0 2 0,0 0-5 16,0 0 4-16,26-3-7 0,-6 2-2 0,9-3 2 16,3 1 2-16,5 0-1 0,3-3-2 0,12 1 12 15,-14 1-13-15,1 3-1 0,-1-3 1 0,1 1-5 0,-6 0-3 0,-1 1 5 16,-10 1-3-16,-2 0 7 0,-3 0-7 0,-6 1 1 15,-3-2 2-15,0 4 5 0,-2-2-3 0,-1-2-1 16,-5 2-2-16,9 0 3 0,-9 0-3 0,6-1-9 16,-6 1-14-16,8 0-16 0,-8 0-20 0,0 0-23 15,0 0-23-15,0 0-39 0,0 0-29 0,0 0-32 16,0 0-27-16,0 0-25 0,-18 3-21 0,18-3-260 0,-7 1-579 16,7-1 255-16</inkml:trace>
  <inkml:trace contextRef="#ctx0" brushRef="#br0" timeOffset="41365.35">8194 6888 230 0,'4'-4'367'0,"-4"4"3"0,4-4 13 16,-4-1 1-16,0 5-7 0,4-2-21 0,-4 2-25 15,0 0-29-15,0 0-32 0,1-3-31 0,-1 3-27 16,0 0-27-16,0 0-24 0,0 0-20 0,5-3-16 15,-5 3-37-15,0 0-13 0,0 0 0 0,0 16-23 16,0-7-9-16,4 2-11 0,-3 2-8 0,2 3 11 0,-6 2-10 0,3-1-8 16,3 2-1-16,-2 0 2 0,0-1-8 0,-1-1-3 15,3-5 11-15,-3 2-5 0,1-2 1 0,-1-2-8 16,4 0 5-16,-4-5-3 0,0 2 3 0,0-2 2 16,0 0 8-16,0-4-7 0,0 3 0 0,0-4 6 15,0 7-1-15,0-7-2 0,0 0 3 0,0 2 6 16,0-2-7-16,0 0 1 15,0 0-1-15,0 0 1 0,0 4-3 0,0-4-3 16,0 0-11-16,3 3-16 0,-3-3-30 0,0 0-33 16,0 0-51-16,0 0-82 0,-7-9-77 0,2 4-80 15,0-2-333-15,1-3-755 0,-1-2 334 0</inkml:trace>
  <inkml:trace contextRef="#ctx0" brushRef="#br0" timeOffset="41603.55">8438 6655 335 0,'0'0'306'15,"0"0"-30"-15,4-2-36 0,-4 2-26 0,0 0-21 16,0 0-24-16,9 10-17 0,0-2-8 0,-4 5-14 0,8 8-7 0,1 4-4 16,-4 2-20-16,2 4 3 0,-1 1-7 0,-2 1-8 15,0 12-2-15,-4-10-13 0,-5-1 10 0,-4 14-11 16,-1-11-10-16,-9 6-3 0,-5 0-2 0,0-11-7 15,-13 8-6-15,-5-4 0 0,-3-3-40 0,-6-5-41 0,-2-1-58 16,-6-1-80-16,-5-4-114 0,-3-6-179 16,-29-3-506-16,27-9 224 15</inkml:trace>
  <inkml:trace contextRef="#ctx0" brushRef="#br0" timeOffset="42966.99">7025 7061 109 0,'0'0'187'0,"0"0"-7"16,0 0 2-16,0 0-2 0,0 0-2 15,0 0 0-15,0 0 8 0,0 0-1 0,0 0-5 0,0 0-2 16,0 0-13-16,0 0-5 0,0 0-5 0,0 0-9 16,0 0-15-16,1-9-7 0,-1 9-9 0,5-9-10 15,-2 6-7-15,-1 0-14 0,2-1-10 0,0-2 1 16,1 1-12 0,2-4-7-16,2 2-3 0,0 3-10 0,-2-2-1 0,3 1-7 15,-2 0-7-15,1 1-3 0,-1 1 0 0,-2-1-8 16,2 3-4-16,-3-1-1 0,0 0-7 15,-5 2 0-15,14 4-4 0,-9 0 1 0,-1 2-3 16,1-1 0-16,3 5-3 0,-2-1 4 0,-2 0 1 16,1 2-1-16,-1 1-1 0,1 4 1 0,-1-1-4 15,-3-2 3-15,2 1 3 0,0-2-4 0,0-1 3 16,-2 2-3-16,1-2 6 0,-1-1-3 0,-1-2 0 16,1-3 0-16,0 0 5 0,-1 0-3 0,2 1 0 15,-2-3 4-15,0-3 0 0,0 5-7 0,1-2 11 16,-1-3 3-16,0 5-1 0,0-5 12 0,0 0 7 15,0 3 0-15,0-3 9 0,0 0-3 0,0 0 9 16,0 4 7-16,0-4-10 0,0 0 8 0,0 0-6 0,0 0 0 16,0 0-3-16,0 0-1 0,0 0-3 15,0 0-4-15,0 0 9 0,0 0-15 0,0 0-4 16,0 0 1-16,0 0-2 0,0 0-6 0,0 0-2 16,0 0 9-16,0 0-11 0,0 0-6 0,0 0-5 0,0 0 4 15,0 0 6-15,0 0-6 0,0 0 3 0,0 0-7 16,0 0 5-16,0 0-10 0,0 0 7 0,0 0 5 15,0 0-3-15,0 0-5 0,0 0 5 16,0 0-6-16,0 0 3 0,0 0 3 0,0 0-2 0,0 0 9 16,0 0-14-16,0 0 4 0,0 0 0 0,0 0-4 15,0 0 5-15,0 0-1 0,0 0 5 16,0 0-7-16,0 0 7 0,0 0 2 0,0 0-10 16,0 0 5-16,0 0-8 0,0 0 5 0,0 0 0 0,0 0 0 15,0 0-1-15,0 0 2 0,0 0-4 0,0 0-6 16,0 0-4-16,0 0-13 0,0 0-22 0,0 0-26 15,0 0-20-15,0 0-28 0,0 0-26 0,0 0-30 16,0 0-45-16,0 0-95 0,0 0-293 0,-10-8-658 16,6 1 292-16</inkml:trace>
  <inkml:trace contextRef="#ctx0" brushRef="#br0" timeOffset="43585.11">6477 6645 159 0,'0'0'251'16,"0"-7"-9"-16,0 5-13 0,0 2-15 0,0 0-20 15,0 0-21-15,0-5-19 0,0 5-19 0,0 0-20 16,0 0-13-16,0 0-14 0,-3 13-13 16,1-2-10-16,-5 8-8 0,1 10-4 0,-3 6-4 0,-2 17 0 15,1 4 1-15,-3 1-5 0,-3 26 1 0,8-26-8 16,2 3 17-16,1-2-2 0,5-4-8 0,3-6-1 15,0-12-5-15,4-1 30 0,0-2 9 0,4-4 16 16,3-2 1-16,1-1 14 0,-1-5 1 0,0-6-1 16,0-1 12-16,-1-3 5 0,-1-2-10 0,-2-1 1 15,-1-2 4-15,-3-3 6 0,-2 1 2 0,3-1 10 16,-4 3 9-16,2-2 3 0,-1-1 2 0,-1-3-2 16,-3 0 4-16,5 2-6 0,-5-2-4 0,0 0-9 15,2 3-14-15,-2-3-12 0,0 0-12 0,3 4-7 16,-3-4-7-16,0 0-8 0,0 0-16 0,0 0-27 0,4 2-38 15,-4-2-40-15,0 0-47 0,0 0-56 16,0 0-64-16,0 0-100 0,0 0-139 0,10-9-395 16,-5 7-917-16,1-6 405 0</inkml:trace>
  <inkml:trace contextRef="#ctx0" brushRef="#br0" timeOffset="45147.73">5396 7045 196 0,'0'0'300'0,"0"0"-13"0,0-5 0 15,0 5-14-15,0 0-23 16,0-5-25-16,0 5-15 0,0 0-21 0,0 0-17 16,0 0-27-16,0-3-19 0,0 3-10 0,0 0-9 15,0 0-20-15,0 0-11 0,0 0-16 0,0 0-7 16,1 16-9-16,3-7-6 0,-3 4-3 0,2 3-5 15,-2 1-8-15,0 0 28 0,2 4-5 0,-2 3-3 16,2-4-5-16,-3-1-3 0,0 8-6 0,-3-2 3 16,2-8-8-16,-2 1 1 0,2-3-5 0,1-3 0 0,0-1-4 0,-1-1 1 15,1-2-2-15,0-2 4 0,0 1-1 0,0-1 0 16,0-3 26-16,0-3 47 0,0 3 34 0,0-3 49 16,0 0 35-16,0 5 29 0,0-5 4 0,0 0-27 15,0 0-18-15,5-24-26 0,0 9-16 0,4-5-19 16,0-4-17-16,2-3-20 0,1 0-18 0,-1 2-9 15,2 0-9-15,-5 10-4 0,1 1-6 0,-4 2-4 0,0 1-9 0,0 5-6 16,-1-1-4-16,-2 2-11 0,2 0-21 16,-1 2-25-16,1 2-9 0,-4 1-7 0,9 1-8 15,-3 4 1-15,2 1 1 0,-2 3-4 0,4 4 3 0,-1 1 1 16,0-1-1-16,-4 4 4 0,3 0 8 0,1 1-2 16,-4-1-7-16,0 3 15 0,-1-2 3 0,1-1 4 15,-2-2 3 1,-1-4 3-16,2 1 3 0,-4-3 1 0,4 1 10 15,-3-3-5-15,-1-1-5 0,0-2 18 0,0-2 3 0,3 3 34 16,-3-5 41-16,0 4 37 0,0-4 27 0,0 0 19 16,0 0-19-16,0 0-3 0,0 0-24 0,4-21 0 15,1 10-11-15,0-7-17 0,5-7-11 0,-1-2-20 16,4-2-12-16,-2 3-22 0,-2 3 11 16,-2 6 1-16,-1 5-7 0,-1 3-6 0,-1-1 1 0,-2 3-6 0,0 3-6 15,0-1-14-15,0 2-43 0,-1 1-27 0,-1 2-11 16,6 0 5-16,-6 0-4 0,14 10 1 0,-7-2 0 15,0 3 6-15,6 2 1 0,-3 2-2 0,-1 0 13 16,1 2 5-16,2-2 0 0,-3 2 5 0,1-3-3 16,-5-4-21-16,3 0-7 0,-3-1-26 0,-2-2-23 15,3-3-31-15,-5 2-24 16,3-2-14-16,-1 0-12 0,-1-1-4 0,-1 1-9 16,-1-4-35-16,0 0-92 0,0 0-314 0,0 0-721 15,-17-7 319-15</inkml:trace>
  <inkml:trace contextRef="#ctx0" brushRef="#br0" timeOffset="45718.11">5830 6662 42 0,'4'-5'326'0,"-1"1"-25"0,-2 0-29 0,3 0-25 15,-2 2-27-15,-2 2-26 0,9-5-20 0,-2 5-19 16,-1 3-17-16,3 0-6 0,1 2-15 0,-1 0-11 16,-1 4-8-16,2 0-13 0,2 5-4 0,-3-1-10 15,-2 5-6-15,-1 0-3 0,0-3-9 0,-2 5-2 16,-2-2-4-16,1-2-2 0,-3 1-9 0,0 0-3 0,0-5 0 0,-2 3-2 15,0-7-6-15,1 3 4 0,1-5-5 0,0 2-1 16,0-4 6-16,-2 1 16 0,2 0 25 0,-1-1 28 16,1-4 20-16,-1 4 20 0,1-4 0 0,0 0 8 15,0 4 4-15,0-4-3 0,0 0-6 0,0 0-8 16,-4 3-15-16,4-3-6 0,0 0-7 0,0 0-14 16,0 0-8-16,0 0-6 0,0 0-6 0,0 0 0 0,0 0-8 0,0 0 1 15,0 0-8-15,1 6 3 0,-1-6-2 0,0 0 0 16,0 0 4-16,0 0 3 0,0 0 4 0,0 0 6 15,0 0 4-15,0 0-12 0,0 0 26 0,0 0 1 16,0 0 3-16,0 0-10 0,8-11-10 0,3 6-2 16,6-5-12-16,11-5-9 0,1 3-3 0,7-2-7 15,13-3-9-15,-1 0-4 16,-11 5 2-16,-1 0-6 0,-4 2 2 0,-1 1-9 16,-11 3-3-16,-3 1 2 0,-7 1-1 15,1 1 0-15,-3 2-2 0,-1 0-2 0,0-2-1 16,-3 2 4-16,-4 1-10 0,8-3-14 0,-4 2-17 15,-4 1-38-15,0 0-55 0,0 0-81 0,7 4-94 0,-7-4-44 16,-4 6-44-16,1 1-107 0,-5 1-392 0,-4 0-952 16,1-2 421-16</inkml:trace>
  <inkml:trace contextRef="#ctx0" brushRef="#br0" timeOffset="48416.45">9364 7112 78 0,'0'0'183'0,"-8"1"-8"0,8-1 4 0,-5 2-10 0,5-2-15 15,0 0-3-15,0 0-12 0,-8 0-7 0,8 0-6 16,0 0-6-16,0 0-6 0,-5 0-4 16,5 0-5-16,0 0-1 0,0 0-2 0,0 0-2 0,0 0-1 0,0 0 1 15,0 0-3-15,0 0-5 0,0 0 4 0,0 0-3 16,-9 0-7-16,9 0 1 0,0 0-4 0,0 0 5 15,0 0-15-15,0 0 3 0,0 0-4 0,0 0 3 16,0 0-3-16,0 0-10 0,0 5 1 0,0-5 2 16,0 0-9-16,0 0-3 0,0 0-5 0,0 0-4 0,0 0 0 15,0 0-3 1,0 0-7-16,0 0 1 0,0 0 0 0,0 0-12 16,0 0 7-16,0 0-3 0,0 0-7 0,0 0-4 15,17-5 4-15,-17 5-4 0,6 0-3 0,-6 0-1 16,6-2-2-16,-6 2 1 0,9-1 0 0,-9 1-2 15,0 0-4-15,0 0-4 0,7-1 18 0,-7 1-12 16,0 0-1-16,0 0-2 0,5-3 10 0,-5 3-12 16,0 0 1-16,0 0-4 0,0 0 0 0,8 0 4 0,-8 0-2 0,0 0-2 15,0 0-11-15,10 0 13 0,-10 0 7 0,9-1-6 16,-4 1-3-16,0-1 0 0,-5 1 3 0,16 0 1 16,-5-3 0-16,-2 0-4 0,2 2 0 0,1 0 4 15,0-2-7-15,0 2 6 0,-2 0 1 0,4-1-5 16,-2 0 3-16,-2 2 1 0,5-1-2 0,-3-1 1 15,3 0-7-15,-3 1 3 0,7 0 5 0,-1-2 0 0,1 2-4 0,2 0-3 16,0-2 9-16,8 0-3 0,1 0-2 0,-3-3 1 16,-4 3 4-16,-3 1-7 0,-1-1 6 0,0 2-2 15,-7 0-4-15,-1 0-15 0,-3 0 6 0,-2 1-18 16,0-2-22-16,-6 2-23 0,11-3-29 0,-11 3-34 16,0 0-45-16,0 0-48 0,0 0-64 0,0 0-248 15,-29 7-587 1,13-7 259-16</inkml:trace>
  <inkml:trace contextRef="#ctx0" brushRef="#br0" timeOffset="49133.28">10589 6705 174 0,'5'-3'167'0,"4"0"-17"16,1-1-7-16,-1 1-18 0,4 0-11 0,6-2-16 15,0 5-4-15,-1-2-11 0,3 2-6 16,-3 0-6-16,3 2-7 0,-2 0-11 0,3 1-2 0,-4 3 2 0,1 3-5 31,-2-2 3-31,-6 4-3 0,2-1-1 0,-1 3-1 16,-5 3-6-16,-6 1 2 0,-3 1 0 0,-7 10 5 15,-4 0-4-15,-6 0-3 0,1 3-3 0,-5-2-3 16,-9 9-4-16,-1-3-1 0,6-8 1 0,2-1-2 16,-2-1-5-16,3 1-4 0,0-4-2 0,4 2 2 15,2-3-5-15,9-6 3 0,-2 0-2 0,-1-2-4 16,7-2-3-16,1 1 14 0,2-1 11 0,2-2 16 0,2 3 17 0,2-4 12 15,3 1 10-15,3-4 6 0,2-1-4 0,9 1-4 16,-2-2-7-16,8-1-4 0,1 0-12 0,0-4 0 16,-5 1-8-16,5-3 0 0,-5-1 5 0,-5 1 2 15,0-1 6-15,-5 1 28 0,2-4 11 0,-7 0-9 0,-2-1-8 16,2-4-17-16,-3-4-19 0,-6-2-20 16,-4-7-15-16,-7-1-7 0,-2 3-2 0,-8-3-4 0,-2-1 0 15,-11-8 5-15,7 10 3 0,-10-5 4 0,10 9 9 16,-3 1 11-16,2-3 6 0,-1 2 4 0,6 4-1 0,1 1 11 15,9 6 16-15,0 2 22 0,5 1 11 0,1 2-2 16,2 2-15-16,2-2-23 0,3-1-42 0,6 1-38 16,7 1-19-16,5-5-23 0,15 3-35 15,4 0-37-15,1 0-31 0,18-1-43 16,-4 6-48-16,1-3-64 0,-17 1-315 16,2 1-679-16,-1 0 300 0</inkml:trace>
  <inkml:trace contextRef="#ctx0" brushRef="#br0" timeOffset="49834.77">11225 6949 157 0,'0'-6'358'0,"0"2"-2"16,0 4-5-16,0-7-4 0,0 2-13 0,0 5-26 16,1-6-1-16,-1 6-28 0,-1-4-24 0,1 4-28 0,1-3-26 15,-1 3-23-15,0 0-21 0,0 0-19 16,0 0-18-16,0 0-25 0,0 0-28 0,0 0-29 0,0 0-8 0,0 0-3 15,4 14-2-15,-1-6-4 0,-2 5 1 0,-1 3-13 16,0 1 23-16,2 1-21 0,-4 2-3 0,1 5 2 16,-3 0-4-16,4-6 4 0,-4 0 1 0,0-3-5 15,3-3-6-15,1-4 13 0,0 1-11 0,-3 0 10 16,3-5 0-16,-2-1 8 0,2 3 17 0,0-4 23 16,0 1 33-16,0-4 38 0,0 3 16 0,0-3-12 0,0 0-8 0,14-13-5 15,-7 4 1-15,3-5-12 0,1 2-11 0,1-4-9 16,7-2-12-16,-5-3-6 0,1 6-10 0,-3 0-7 15,2 4-5-15,-5 2-7 0,-2 2-8 0,-1 2-2 16,0 0-9-16,-1 1-5 0,-1 1-9 0,0-1-9 16,-2 3-28-16,-2 1-20 0,4-4-11 0,-4 4-1 15,0 0 1-15,11 7 0 16,-7-2 1-16,0 1 0 0,-1 2 4 0,3 0 5 16,-2 4 0-16,-3-2-1 0,3 2 4 0,1 0 3 15,-1 0-1-15,-3-2 4 0,1-1-9 0,0-1-3 16,-1-1 1-16,2-2 5 0,-2 0 8 0,-1-1-1 15,3-1 22-15,-3-3 25 0,1 4 20 0,-1-4 0 16,0 0-3-16,14-7-1 0,-6-1-1 0,2-1-3 16,0-3-3-16,3-2-2 0,0-1-4 0,2-2 3 0,4-2-8 0,-1 1 0 15,-4 4 2-15,-2 2-1 0,-3 3-1 0,1 2-4 16,-2-1 2-16,-3 3-6 0,1 3-4 0,-2-3-5 16,2 4-3-16,-1 0-13 0,3 1-4 0,-3 2-5 15,3 3-8-15,2 0-13 0,-1 1-14 0,3 2-23 16,-2 2-33-16,0 1-41 0,-1-1-45 0,-1 0-50 15,-2 0-45 1,0-1-62-16,-3-4-260 0,0-1-678 0,-2-3 300 16</inkml:trace>
  <inkml:trace contextRef="#ctx0" brushRef="#br0" timeOffset="50235.67">11775 6667 87 0,'2'-10'426'0,"1"3"-12"0,-1 1-12 16,1 0-30-16,-2 0-34 0,-1 2-33 0,3 2-34 16,-2-2-30-16,3 2-30 0,-4 2-23 0,6-1-24 15,-6 1-21-15,0 0-8 0,13 5-12 0,-8-1-21 0,3 1-9 16,-3 2-12-16,1 1-14 0,1-1-5 16,-1 3-16-16,-1 0-1 15,-2-1-14-15,-1 3 1 0,2 0-8 0,-4 0 1 16,0-1-8-16,-2-2-2 0,0 3-1 0,0-4 3 15,-1-1 1-15,3 0-6 0,-5-2 0 0,5 0 10 0,-2-1-10 16,0-1 1-16,2 1 2 0,0-4 7 0,-2 5 20 16,2-5 12-16,-2 3 17 0,2-3 12 15,0 0 2-15,8 2 3 0,2-2 0 0,8-2-7 16,5-1-9-16,9-2-9 0,4-1-6 0,18-2-7 0,-3 1-7 0,-13 3 0 16,2-2-8-16,-7 2-4 0,1 1-4 0,-5 0-2 15,-10 1-1-15,-5 0 2 0,-3 1-1 0,0 1 2 16,-4-1-1-16,-1 1 4 0,1-1-1 0,-7 1-3 15,6 0-10-15,-6 0-12 0,8-2-37 0,-8 2-41 16,0 0-77-16,0 0-70 0,0 0-71 0,-18 4-78 16,0-1-422-16,0-1-857 0,0-2 380 0</inkml:trace>
  <inkml:trace contextRef="#ctx0" brushRef="#br0" timeOffset="53527.95">12715 7025 14 0,'-5'2'146'16,"1"-1"-2"-16,4-1-8 0,-9 0-5 0,9 0-4 0,0 0-8 16,-7 0-1-16,7 0-1 0,0 0-7 15,-7 0-4-15,7 0-9 16,0 0-5-16,0 0-12 0,-4 5-10 0,4-5-1 0,0 0-1 15,0 0 1-15,0 0-2 0,0 0 1 16,0 0-4-16,0 0-4 0,0 0 5 0,0 0-1 16,-4 1 0-16,4-1-2 0,0 0 3 0,0 0 0 0,0 0-5 15,0 0-2-15,0 0-4 0,0 0-3 0,0 0-6 16,0 0-1-16,0 0-5 0,0 0 0 0,0 0-3 16,0 0-2-16,0 0-5 0,0 0 0 0,0 0-5 15,0 0-1-15,0 0-2 0,-2 4-2 0,2-4-3 0,0 0-1 16,0 0 0-16,0 0-3 0,0 0-1 0,0 0 0 15,0 0-1-15,0 0-1 0,0 0-5 16,0 0 2-16,0 0-1 0,0 0 3 0,0 0-2 0,0 0 0 0,0 0-1 16,0 0-2-16,0 0 2 0,0 0 2 0,0 0 5 15,0 0-2-15,0 0 1 0,0 0-7 0,0 0 11 16,0 0-7-16,0 0-2 0,0 0 0 0,0 0 8 16,0 0-10-16,0 0 1 0,0 0 0 0,0 0 0 15,0 0 2-15,15 1 9 0,-4-2-2 0,9 1 4 0,9-4-7 16,6 4 3-1,2-6 0-15,4 3-1 0,10-2 0 0,0 0-2 16,-15 1-4-16,0 2 0 0,-6-1 0 0,1 1 0 16,-11 1-9-16,1 0-1 0,-10 1-29 0,2-2-18 15,-7 2-29-15,2-1-26 0,-4 1-27 0,-4 0-39 16,0 0-31-16,0 0-42 0,0 0-166 0,-40-3-445 16,14 3 197-16</inkml:trace>
  <inkml:trace contextRef="#ctx0" brushRef="#br0" timeOffset="53759.68">12846 6953 180 0,'0'-4'309'0,"0"-4"-7"0,0 3 7 0,0-2-2 16,0 0 4-16,0 7-7 0,1-5-17 0,-2 2-12 0,1 3-26 0,1-7-32 16,-1 3-24-16,0 4-23 0,0 0-24 0,0 0-21 15,0 0-34-15,0 0-33 0,0 0-16 0,0 0-4 16,2 12-6-16,-2-3 0 0,2 5 0 0,-1 2-6 15,2 4 1-15,1 5-4 0,-1-1 5 0,2 4-13 16,-1-5 21-16,1 3-50 0,0-2-25 0,-2-4-35 16,3-3-36-1,-2 1-39-15,0-2-42 0,-2-1-53 0,4-1-54 16,-4-3-210-16,2-7-550 0,2-3 243 0</inkml:trace>
  <inkml:trace contextRef="#ctx0" brushRef="#br0" timeOffset="54260.96">13391 6754 163 0,'1'-4'278'0,"2"1"-17"16,2-4-17-16,0 4-18 15,-1 0-16-15,0-3-21 0,2 3-18 0,2 0-21 16,1-1-12-16,1 2-16 0,3 1-13 0,0-1-11 16,1 0-11-16,4 4-13 0,-7 0-7 0,4-2-5 15,-2 2-6-15,-1 1-2 0,0 1-6 0,0 3-3 16,1 0-5-16,-3 2-2 0,-1 1-9 0,-1 2 0 16,-2-2-3-16,-1 9-4 0,-5 0-1 0,-4 7-3 15,-1 1 1-15,-8 0-1 0,-5-2-2 0,3 2 0 0,-9-2-1 0,1-3 1 16,-1 2-2-16,-2-4-5 0,2-3 5 0,-2 0 1 15,8-5-4-15,3 1 0 0,-2-4-1 0,6-2 1 16,3-1 2-16,1 0-5 0,0-4 1 0,2 3 7 16,0-2 31-16,2 1 18 0,1-1 15 0,2-3 12 15,-5 2-2-15,5-2 11 0,0 0-11 0,11 0-4 16,3-1-17-16,4-2-1 16,9-1-8-16,5 0-9 0,6-1 1 0,-3 0-5 15,-1 1-1-15,2 1 11 0,-4 3-24 0,0-2-3 16,-5-2-5-16,-9 3-6 0,-6-1 2 0,0 2 11 15,-3-1-17-15,-4 0 0 0,3 1 5 0,-3 0-4 16,-5 0 0-16,9-3-10 0,-6 3-19 0,-3 0-8 16,0 0-20-16,0 0-16 0,0 0-17 0,4-3-36 15,-4 3-36-15,0 0-37 0,-20-1-36 0,11 1-39 0,-1-1-39 0,-3-2-244 16,9-1-587-16,2 1 260 0</inkml:trace>
  <inkml:trace contextRef="#ctx0" brushRef="#br0" timeOffset="54846.85">13993 6643 251 0,'10'-7'238'0,"-5"5"-18"15,4 1-18-15,0-1-21 0,4 0-20 0,6 0-14 0,-1 2-16 0,3 0-9 16,-1 2-13-16,3 0-13 0,-4 0-6 0,0 1-6 15,0 1-8-15,1 1-6 0,-2 0-10 0,-3 2-4 16,-2-2-8-16,-3 3-8 0,0-2-8 0,-5 2-1 16,0 1-1-16,-1 1-6 0,-4 2-1 0,-4-3-6 15,-2 5 2-15,-7 0-2 0,-1 1-1 0,-2-3-4 16,-1 2 2-16,0-4-4 16,1 2-1-16,-2-2 1 0,1-1 0 0,3 0-5 15,4-2 0-15,1-1 1 0,3-1-2 0,-1 2 1 16,3-2-3-16,-1-1 3 0,5 3 5 0,-1-4-1 15,1 0 4-15,1 5 7 0,4-4 4 0,6 1 0 16,1 3-1-16,4-3 1 0,3 3-4 0,8 0-2 16,-9 0-1-16,7 2-2 0,-5-1 5 0,1-1-3 15,2 3-7-15,-8-1-4 0,3-2 2 0,-3 1-4 0,-6-2 2 0,1-1-2 16,-3 4 0-16,-2-5 2 0,-1-2 1 0,-3 7 3 16,-3-6 1-16,-1 3 0 0,-3 2 5 0,-7-5 0 15,-1 4-3-15,-5 0 1 0,-8 0-2 0,0 0-2 16,4-3-5-16,-9 4 5 0,0-2-11 15,2-2-18-15,-2-1-20 0,0 2-29 0,1-2-38 0,3-1-33 16,7-3-50-16,2 1-239 0,6-2-462 0,2-2 204 0</inkml:trace>
  <inkml:trace contextRef="#ctx0" brushRef="#br0" timeOffset="55448.49">14642 6825 283 0,'0'-4'408'0,"0"4"-20"0,0 0-14 0,0-6-15 15,0 6-25-15,0 0-25 0,0-3-35 0,0 3-27 0,0 0-30 16,0 0-23-16,0 0-24 0,0 0-22 0,0 0-21 15,0 0-12-15,0 0-8 0,0 0-19 0,0 0-9 16,4 9-11-16,-2-3-17 0,1-1-2 0,0 5-11 16,-2 0-5-16,0-1 2 0,0 3 0 0,1 0-12 15,-1 1 2-15,0-4-7 0,1 5 3 0,-2-3-1 16,0-2-5-16,0 0 0 16,0-2 3-16,2-1-5 0,-2-2 3 0,0 1-2 15,0 0 5-15,0-5 2 0,0 2 17 0,0-2 18 16,0 0 29-16,0 5 31 0,0-5-2 0,0 0-8 15,0 0-9-15,14-12-13 0,-5 5-5 0,-2-1-11 16,3-1-7-16,1-3-7 0,2-3-5 0,1 1-7 16,-5 6-5-16,-1-1-3 0,1 4-6 0,-4 2-6 15,0-4-5-15,-1 4-8 0,0-2 1 0,-2 3-10 0,2 2-14 0,-4 0-12 16,0 0-4-16,11 5-8 0,-8-2 2 0,2 2-7 16,-1 1 1-16,0 2-3 0,-2 4 3 0,2-1-9 15,1 1 20-15,-2-1-10 0,-2 1-3 0,0 0-5 16,-1-2 2-16,2 0-4 0,-1-3 10 0,-1 0 6 15,0-1 3-15,1-2 11 0,-1 0 22 0,1-1 20 16,-1-3 33 0,2 4 19-16,-2-4-6 0,0 0-3 0,15-12-10 0,-6 3-2 15,3-1-2-15,0-4 1 0,2 2-4 0,2-2-3 16,-1 0-9-16,0 2-2 0,2-2-6 0,-3 3-2 16,-1-1-3-16,-4 3-1 0,2 3-8 15,0-1-5-15,-4 4-10 0,5 1-13 0,-1 1-13 0,1 4-8 16,0 4-11-16,5 1-16 0,0 2-20 0,-2-1-40 15,3 2-58-15,-4 1-57 0,0 1-80 0,3-1-104 0,-7-4-316 16,0-3-798-16,-1-1 354 0</inkml:trace>
  <inkml:trace contextRef="#ctx0" brushRef="#br0" timeOffset="56012.32">15722 6890 90 0,'0'0'281'15,"0"0"-2"-15,0 0-17 0,0 0-13 0,0 0-9 0,0 0-14 16,0 0-14-16,0 0-10 0,-4 2-14 16,4-2-11-16,0 0-10 0,0 0-4 0,0 0-17 15,0 0-2-15,0 0-14 0,0 0-18 0,22-3-6 16,-9-1-9-16,8 3-17 0,10-8 0 0,1 6-13 0,1-4-1 15,3 3-7-15,1-2-14 0,-2 1 0 0,-1 1 10 0,-2 2-19 16,-13-1 5-16,4 0-17 0,-6 1-8 0,-3 0-16 16,-4 2-22-16,0-2-23 0,-3 2-16 0,-2 0-23 15,0-3-25-15,-5 3-31 0,0 0-47 0,0 0-32 16,0 0-41-16,0 0-233 0,0 0-535 0,-27 0 237 16</inkml:trace>
  <inkml:trace contextRef="#ctx0" brushRef="#br0" timeOffset="56350.88">16467 6745 374 0,'0'-5'413'15,"0"5"-9"-15,2-3-3 0,-2 0-22 0,0 3-25 16,0-6-36-16,3 3-27 0,-3 3-35 0,0 0-28 15,0 0-35-15,0 0-20 0,0 0-29 0,0 0-25 16,0 0-14-16,5 10-7 0,-5 0-10 0,1-1-16 16,2 6-8-16,-2-1-3 0,-1 11-6 0,0 3-8 15,0-3-1-15,-1 3-6 0,-3-1 5 0,3 1-14 0,-6-2-2 0,4-2 1 16,-1-8-6-16,0 2 1 0,0 1-2 0,0-4-9 16,3-5 1-16,-2 2 4 0,2-5-2 0,1 0 0 15,-2 1-1-15,0-4-1 0,2-1 8 0,0 1-9 16,0-4-13-16,-1 6 3 0,1-6-7 0,0 4-3 15,0-4-14-15,0 0-22 0,0 0-68 0,0 0-43 16,0 0-55-16,5-16-71 16,-1 5-74-16,0 0-300 0,1-6-705 15,4 1 313-15</inkml:trace>
  <inkml:trace contextRef="#ctx0" brushRef="#br0" timeOffset="56914.66">16841 6745 274 0,'0'0'348'0,"0"0"-22"0,0 0-32 16,0 0-32-16,0 0-25 0,0 0-25 0,9-10-24 0,9 9-10 16,1 1-39-16,12-4-28 0,0 2-14 0,1 2-20 15,0-3-36 1,-2 1-29-16,1 1-24 0,-5 1-22 0,-6 0-16 15,-6-1-21-15,-4 0 0 0,-1 1-9 0,-1 0-4 16,-8 0-4-16,4-2 9 0,-4 2 13 0,0 0-1 16,-21 3 3-16,7-3 6 0,-4 1 6 0,-5 0 8 15,-5 1 11-15,-1 3-9 0,-2-3 9 0,3 0 10 16,0 2 6-16,0-2 3 0,7 3 17 0,-1-2 6 16,6-1 1-16,3 0 7 0,2 0-2 0,0 0-3 0,1 1-1 0,5-2 5 15,0 1 6-15,0 0 13 0,5-2 8 0,-8 1 12 16,8-1 4-16,-5 0 6 0,5 0 0 0,0 0 5 15,-5 1 2-15,5-1 0 0,0 0-3 0,0 0-3 16,-4 3-5-16,4-3-1 0,0 0-1 0,0 0 5 16,0 0 7-16,6 5 0 0,0-1 4 0,-1 0-5 15,5 3-5-15,0 2 3 0,-1-3-8 0,5 5 1 0,0 3 1 0,8 3-5 16,-8-3 13-16,0 0-14 0,0 1-8 0,3-1 0 16,-2 7-6-16,2 0-11 0,-7-5 4 0,-2 2-7 15,0-1 1-15,0-3-11 0,-5-2-2 0,-1 1-12 16,-2 0 2-16,0-2 2 0,-5 0-2 0,-1 0 2 15,-3-2-2-15,0 0-1 0,-4-2 1 0,3-1 4 16,0-1 10-16,-2-2 10 16,2 1 9-16,5-1 21 0,0-2 12 0,-2 0 1 15,7-1 2-15,-10 0-5 0,10 0-4 0,-7-1-21 16,7 1-25-16,0-7-39 0,0 7-47 0,7-9-45 16,-1 3-49-16,6-4-65 0,6-2-82 15,4-1-288-15,2-2-644 0,0-1 286 0</inkml:trace>
  <inkml:trace contextRef="#ctx0" brushRef="#br0" timeOffset="57230.78">17801 6795 146 0,'-9'0'364'0,"9"0"-2"0,0 0-27 0,0 0 3 16,0 0-19-16,0 0-14 0,0 0-14 0,0 0-22 0,0 0-17 15,0 0-24-15,0 0-25 0,0 0-19 0,0 0-21 16,0 0-17-16,15-9-28 0,-4 6-18 0,3 1-28 0,5-2-36 15,2-2-33-15,9 2-34 0,-1-1-31 0,-1 0-46 16,-6 2-43-16,0 1-52 0,-2-2-41 0,-2 1-41 16,-4-2-240-16,-3 0-569 0,-2 2 251 15</inkml:trace>
  <inkml:trace contextRef="#ctx0" brushRef="#br0" timeOffset="57400.03">17761 6931 121 0,'-3'5'281'0,"-3"-2"15"0,5-1 11 16,-3 2 4-16,4-4-18 16,0 0-32-16,0 0-23 0,9 4-22 0,10-7-23 15,2 2-22-15,13-1-18 0,5-1-15 0,14 1-26 16,6 0-48-16,5-5-43 0,0 5-54 0,-2-1-67 16,5-2-74-16,-3 0-95 0,-5-3-165 0,-1-3-469 15,-3 6 207-15</inkml:trace>
  <inkml:trace contextRef="#ctx0" brushRef="#br0" timeOffset="57838.89">19075 6633 72 0,'0'0'268'15,"0"-5"-11"-15,0 5-10 0,0 0 6 0,0-6-16 16,0 6-17-16,0 0-22 0,0 0-18 16,0-3-17-16,0 3-15 0,0 0-15 0,0 0-15 0,0 0-11 15,-5-3-12-15,5 3-10 0,-9 0-9 0,9 0-5 16,-18 4-12-16,10-3-5 0,-2 2-2 0,-3 1-10 16,2 1-4-16,-1 2-2 0,-2-2-4 0,-1 4-6 0,-2 2-2 15,3 0-7-15,-2 0 3 0,1 1-3 0,-2 7-3 16,5-3-1-16,1-2-4 0,0 3 2 0,5-3 1 15,-1 3-1-15,4 2 0 0,-1-2 2 0,4 0 10 16,0-1 18-16,5 3 11 0,5-5 19 0,3 2 3 16,6-1 2-16,8-1 4 0,1-3 5 0,2-3 0 15,0-3-1-15,2-2 15 16,-2-6 11-16,0 1 10 0,0-5 10 0,-5-3 4 16,2-4-1-16,-3-1-10 0,-1-6-5 0,-2-2-7 15,-6 0-11-15,3-2-10 0,-8-2-11 0,-1 1-15 16,-2 1-8-16,-5 4-13 0,-2 4-19 0,-5-2-30 15,-3 2-44-15,-6-4-61 0,-11 5-74 0,-10 5-70 16,-16 0-90-16,-9 2-437 0,1 1-848 0,-2 1 376 16</inkml:trace>
  <inkml:trace contextRef="#ctx0" brushRef="#br0" timeOffset="60292.08">5502 8717 68 0,'0'-3'235'0,"0"3"-1"0,0 0-6 15,-3-6-14-15,3 6-11 0,0-3-20 0,0 3-14 16,0 0-18-16,0 0-11 0,0 0-15 0,0-5-20 16,0 5-12-16,0 0-16 0,0 0-9 0,0 0-16 0,0 0-7 0,4 11-3 15,-3-2-8-15,1 1-3 0,-1 2-4 0,0 4-5 16,2 1-1-16,-3 2-2 0,0 1-4 0,0 4-1 16,-3-5 1-16,2 0-2 0,0 1-1 0,-1-2 0 15,0 0-1-15,-1-1 0 0,2-2-3 0,0-3-1 16,-1-2 3-16,1-1-4 0,1-1 5 0,0-1-5 15,-1-3 3 1,1 1 22-16,0 0 44 0,-1-3 44 0,1-2 46 0,0 0 54 16,0 0 4-16,0 0-18 0,0 0-25 0,10-14-16 15,-4 5-17-15,2-1-18 0,1-7-11 16,2-1-12-16,2-5-11 0,3 1-12 0,0 0-9 16,-7 5-11-16,1 0-2 0,3 4-8 0,-4 0-7 0,-4 2-4 15,0 6-4-15,0 1-4 0,-1-3-13 0,0 4-3 16,-1 1-22-16,-1 0-24 0,-2 2-9 0,0 0 3 0,14 2-6 15,-9 3 0-15,-1 2-6 0,2 0-3 0,1 3 6 16,-2 2-1-16,1 1 2 0,-2 1 5 0,3 3 5 0,-2 0-1 16,-1 0 6-16,-3 0 4 0,4-1-4 15,-4-3-2-15,-1-2 19 0,1-1-5 0,-1-3-4 16,2 0 4-16,-2-3 15 0,0 1-1 0,1-1-1 16,0 0 54-16,-1-4 23 15,0 0 24-15,4 1-7 0,-4-1-8 0,5-10-9 16,2 2-10-16,3-6-4 0,-1-3-6 0,1 0-10 15,4-6-5-15,0-1-5 0,1 2-5 0,-3 5-6 16,1 2-5-16,-2 3-2 0,-4 2-6 0,-1 1 2 0,-2 4-4 16,2 0-9-16,-2-1-21 0,0 2-17 15,0 4-28-15,2-2-8 0,-6 2-1 0,12 4-2 16,-5-1-9-16,1 4-2 0,0 1-8 0,0 1-5 0,0 3-30 0,1 0-23 16,-1 1-32-16,-2-2-40 0,-2 2-45 0,1-3-68 15,-2-1-236-15,-2-2-624 0,-1-3 277 0</inkml:trace>
  <inkml:trace contextRef="#ctx0" brushRef="#br0" timeOffset="60724.44">5980 8427 151 0,'0'-3'314'0,"1"-4"-15"15,2 1-17-15,-2 2-25 16,1-1-27-16,1 3-16 0,-2-2-24 0,2 1-23 16,-3 3-20-16,10-3-15 0,-5 1-15 15,-1 2-16-15,-4 0-11 0,15 4-13 0,-7 1-3 16,-2 2-11-16,5 0-9 0,-4 1-3 0,1 2-12 0,1 4 6 16,-4-4-6-16,0 7-16 0,-1-1-1 0,-3 0-1 15,-1 2-5-15,0-1-2 0,-1 1 12 0,-3 1-13 16,-1-3 0-16,0 0-3 0,1-7 1 0,3 3-3 0,-3-4-4 15,0-1 1-15,4-2 1 0,-1 0 4 0,-2 1-3 16,3 0 5-16,-1-5 4 0,-3 2 4 0,4-3 16 16,0 5 14-16,0-5 16 0,0 0-1 0,8 1 9 15,-8-1 0-15,13-3-10 0,-2-2 2 0,-2 3-9 16,4 2-7-16,-1-5 0 0,0 0-8 0,-3 3-4 0,2-1-3 16,-2 1-4-1,1 2 3-15,-2-2-10 0,-1 1 7 0,-3-1-12 16,1 1-6-16,-5 1 5 0,7-2-2 0,-7 2-6 15,7-3-2-15,-7 3-14 0,0 0-25 0,0 0-36 16,4-1-44-16,-4 1-48 0,0 0-50 0,0 0-52 16,0 0-55-16,0 0-218 0,0 0-578 0,0 0 256 15</inkml:trace>
  <inkml:trace contextRef="#ctx0" brushRef="#br0" timeOffset="61040.53">6801 8275 53 0,'2'-5'298'0,"-2"5"-24"0,0 0-32 0,0 0-24 15,0-3-25-15,0 3-24 0,0 0-18 0,0 0-18 16,-12 14-18-16,2-1-15 0,-5 8-5 0,-3 9-16 31,-4 13-9-31,-4 4-11 0,6 3 1 0,-3 2-13 0,1 3-4 0,1 0-4 16,1-2-2-16,8-2-4 0,5-5 2 0,0 1-3 15,8-14-4-15,4 1 24 0,6-3 9 0,7-2 10 16,3 0 13-16,16 5-3 0,-8-14-11 16,21 3-10-16,1-6-23 0,5 0-51 0,-2-5-73 0,1-7-87 15,-15-2-300-15,-2-6-514 0,-5-4 227 0</inkml:trace>
  <inkml:trace contextRef="#ctx0" brushRef="#br0" timeOffset="61695.14">7100 8649 317 0,'3'-2'378'0,"-3"-4"-9"0,1 0 9 16,1 1-16-16,-2-1-10 0,2 2-22 0,-2 4-32 15,0-5-29-15,1 3-30 0,-1 2-23 0,3-5-26 16,-3 5-25-16,0 0-26 0,0 0-28 0,0 0-39 0,0 0-18 15,0 0-6-15,0 0-2 0,5 12-15 0,-5-1 2 16,0 0-3-16,2 0-11 0,-2 7 1 16,-2 1 2-16,1-2-8 0,1 2-8 0,0-2 5 0,-4-1 0 0,1-5-2 31,3 1 2-31,-1-3-6 0,1-3 2 0,-2 0 3 16,0 0 11-16,2-1 4 0,0-3-6 0,0-2 30 0,0 5 23 0,0-5 39 0,2 5 16 0,-2-5-8 15,0 0-11-15,10-11-10 0,-4 2-11 0,2 0-9 16,1-6-6-16,2 1-10 0,-2-1-7 0,3 1-3 0,-1-1-5 15,2 1-6 1,-7 1-5-16,2 4-5 0,1-1-4 0,-4 5-4 16,-1-2-3-16,1 5-4 0,-1-4-7 0,1 1-9 15,-3 1-20-15,1 2-19 0,-3 2-16 0,4 0-2 16,-4 0 0-16,6 2 2 0,-3 2 9 0,1 4 2 16,0-4 2-16,-2 7 7 0,2-2 3 0,-2 3-2 15,1 1 0-15,-2-2 2 0,1-1-10 0,1 0 2 16,-1 0-5-16,-2-5 8 0,1 3 0 0,-1-4 2 0,1 0 5 0,1 2 16 15,0-3 17-15,-2-2 28 0,0-1 29 0,3 4 18 16,-3-4-8-16,0 0-5 0,11-8-7 0,-6 2-6 16,0-3-4-16,4-1-5 0,1 3-7 0,1-3-7 15,-2 1-2-15,1 3-1 0,-4-3-5 0,2 4-2 16,0 0-8-16,2-1-4 0,-5 3-9 0,1 0-12 16,5 1-15-16,1 2-10 15,0 0-25-15,2 2-24 0,-3 3-35 0,8 0-44 16,-2 2-44-16,1-1-51 0,0 5-75 0,1-4-87 15,-1 1-250-15,0-4-729 0,-4 0 323 0</inkml:trace>
  <inkml:trace contextRef="#ctx0" brushRef="#br0" timeOffset="62180.8">8027 8695 90 0,'-4'2'319'0,"4"-2"-23"16,0 0-27-16,-4 3-19 0,4-3-19 0,0 0-23 16,0 0-24-1,-1 3-17-15,1-3-16 0,0 0-18 0,0 0-7 16,0 0-11-16,0 0-6 0,0 0-10 0,-4 4 9 0,4-4-17 16,0 0-5-16,0 0 0 0,0 0 1 0,0 0 8 15,0 0-6-15,0 0 2 0,0 0-2 0,0 0-6 16,0 0 8-16,0 0 1 0,0 0-8 15,0 0-9-15,0 0 5 0,0 0-7 0,0 0-12 0,0 0-4 16,0 0-6-16,0 0-9 0,0 0 4 0,0 0-2 0,0 0-11 16,0 0-1-16,0 0-7 0,0 0 2 0,0 0 1 15,0 0-1-15,0 0-4 0,0 0-5 0,0 0-5 0,0 0 5 16,0 0-4-16,0 0-11 0,0 0 12 0,0 0-1 16,0 0-5-16,0 0-1 0,0 0 1 0,0 0 2 15,0 0-6-15,0 0 2 0,0 0 3 16,0 0 2-16,0 0 0 0,0 0-2 0,0 0-4 0,19-3 1 0,-7 1 0 15,3-2 2-15,0 2-6 0,6 1 0 0,-1-1 15 16,1-1-15-16,0 1 2 0,0-1 3 0,-2 1-4 16,0 0-3-16,-6 0 5 0,1 1-3 0,-1-1-3 0,-3 1 6 15,-1 0-2-15,-1 1 2 0,-3-1-1 0,1-1 0 16,-6 2-5-16,10-2 1 0,-10 2-27 16,7-1-27-16,-3-1-40 15,-4 2-45-15,0 0-50 0,0 0-55 0,0 0-58 16,0 0-46-16,0 0-245 0,0 0-642 0,0 0 284 15</inkml:trace>
  <inkml:trace contextRef="#ctx0" brushRef="#br0" timeOffset="62528.39">8533 8558 91 0,'0'0'415'16,"2"-4"3"-16,-2 4-4 0,3-2-20 0,-3 2-18 15,1-4-31-15,-1 4-31 0,0 0-39 0,0 0-29 16,0 0-23-16,0 0-28 0,0 0-30 0,0 0-18 16,0 0-39-16,0 0-12 15,4 10-18-15,-4-4-4 0,1 4-11 0,2 1-6 16,-1 2-7-16,0 3-9 0,-2 2 0 0,1 1-10 16,2 1 1-16,-3-1-4 0,1-2 0 0,-1 1-2 15,1-1-5-15,-1-6-2 0,1 1 1 0,1 1-6 16,-2-5-8-16,0 0 12 0,0-3-4 0,-2 0-1 15,4 2 2-15,-2-4 4 0,0-2-2 0,0-1 2 16,0 6-1-16,0-2 4 0,0-4-3 0,0 0 0 0,0 6 3 0,0-6-6 16,1 1 6-16,-1-1-2 0,0 0-6 0,0 0-3 15,0 0-33-15,0 0-41 0,0 0-51 0,0 0-50 16,-4-12-78-16,3 6-79 0,-2-4-101 0,1 0-212 16,-2-8-687-16,4 1 305 0</inkml:trace>
  <inkml:trace contextRef="#ctx0" brushRef="#br0" timeOffset="62866.95">8708 8303 236 0,'2'-2'277'15,"4"0"-30"-15,0 2-26 0,5 2-14 0,1 0-31 16,7 5-15-16,-1 3-6 0,10 5-7 0,-4 3-17 15,2 10-10-15,-2 1-9 0,3 12-6 0,-6 5-11 0,-7 3-4 16,-7-1-5-16,-3 5-9 0,-10-5-7 0,-3 0-6 16,-7-2-8-16,-4 0-3 0,2-16-1 15,-14 11 3-15,1-5 3 0,7-10 2 0,-1 0 6 16,0-6 7-16,0 0 8 0,3-1 11 0,6-8 6 0,5-4 12 0,-4 3-3 16,6-5 5-16,1 1 7 0,3-4 5 0,-1 3 7 15,2-2 6-15,0-1 16 0,0 1 6 0,4-3 6 16,-4 3-2-16,4-3-4 0,-3 1-5 0,3-1-4 0,0 0-12 15,0 0-11-15,0 0-19 0,0 0-31 16,0 0-41-16,0 0-49 0,11-7-63 0,-3 2-79 16,-2 0-89-16,2 0-102 15,2-2-133-15,0-2-295 0,-2 0-838 0,0-6 371 16</inkml:trace>
  <inkml:trace contextRef="#ctx0" brushRef="#br0" timeOffset="66222.25">9885 8799 118 0,'0'0'161'0,"-6"2"-7"0,6-2-5 0,0 0 4 16,0 0-11-16,-6 1 3 0,6-1-2 0,0 0-6 16,0 0-6-16,0 0-2 0,0 0-8 0,0 0-8 15,0 0-6-15,0 0-5 0,0 0-7 0,0 0-3 16,0 0-13-16,-6 1-8 0,6-1-8 0,0 0-5 15,0 0-7-15,0 0-6 0,0 0-1 0,0 0-8 16,0 0-5-16,0 0-1 16,0 0-4-16,0 0-6 0,0 0 1 0,0 0 0 15,0 0-2-15,0 0 0 0,0 0-2 0,0 0 0 16,0 0-1-16,0 0 7 0,0 0-11 0,0 0 2 16,0 0 0-16,0 0 0 0,0 0-1 0,0 0-3 15,0 0-2-15,0 0 5 0,0 0-1 0,0 0 7 16,0 0-4-16,0 0-7 0,0 0 1 0,0 0-3 15,0 0-1-15,0 0 2 0,0 0-1 0,0 0-2 0,0 0-2 16,0 0 2-16,0 0 1 0,24 0-3 0,-11-2 9 0,7 0-9 16,16-3 3-16,0 0 0 0,19-3 1 0,1 0 3 15,4 0-2-15,0 2-3 0,-1 3 2 0,-2-4 10 16,-4 2-10-16,-16 2 0 0,-3 1-3 0,-3-1-3 16,-2 2 4-16,-8-2-2 0,-6 2-3 0,-2 0 2 15,-3 1 1-15,-2-1-4 0,-2 1 0 0,1 0-4 0,-7 0-4 0,10-2-5 16,-10 2-12-16,5-1-7 0,-5 1-19 15,0 0-26-15,0 0-19 0,0 0-40 0,0 0-35 0,0 0-50 16,-27 0-167-16,18-2-421 0,1 2 186 0</inkml:trace>
  <inkml:trace contextRef="#ctx0" brushRef="#br0" timeOffset="66940.78">11067 8435 85 0,'1'-4'193'15,"4"0"-15"-15,-1 1-6 0,1-2-15 0,5 0-18 0,2 1-8 0,-1 1-16 16,3-3-13-16,3 1-8 0,1 2-8 0,1 0-10 16,2 3-9-16,0 0-9 0,2 3-5 0,-2-3-10 15,-1 4 1-15,-2 1-2 0,1 3-7 0,-2 0-5 16,-6-2-2-16,0 2-3 0,-3 2-7 0,0 4-5 16,-4 2 3-16,-4 3-4 0,-3-2 4 0,-4 6 2 15,-6 3 2 1,-2-1-3-16,-4 1-5 0,-2 1 3 0,2-1-1 0,-3-2-5 15,4 1 0-15,-1-3 0 0,1 2-1 0,4-2-1 16,4-6-4-16,-2 1 6 0,3-3-11 0,2 1 8 16,2-5-2-16,1 0 3 0,1-1 0 0,3 1 3 15,0-3 5-15,3-1 18 0,1 1 18 0,5 0 15 16,-2-3 5-16,6 1 4 0,2-2-4 0,4-2-4 0,2 0-4 16,2-1-6-16,-1-1-7 0,7 0 1 0,-8-3-6 15,0 0-2-15,-2 0 4 0,-2-3 5 0,-4 2 5 0,-2 0-3 16,-2-4 0-16,0 0-9 0,-4-2-13 0,-1-5-14 15,-9 0-15-15,-4-3-11 0,-9-5-5 0,-6 2 3 16,-3-1-2-16,-11-9 7 0,7 9 0 0,-9-5-1 16,11 6 9-16,2 2 13 0,-1 3 8 0,3-1 4 15,2 2 6-15,8 6 13 0,-1 1 1 0,7 0 11 0,1 4 8 16,2 0 12-16,2 0-12 0,-1-1-16 0,5 2-36 16,4 0-34-16,5-4-20 0,6 3-25 0,13-4-33 15,5 4-38-15,3 0-42 0,5 2-49 0,9-1-74 0,-13 4-159 16,-4 0-497-16,-1-3 220 0</inkml:trace>
  <inkml:trace contextRef="#ctx0" brushRef="#br0" timeOffset="67656.73">11809 8574 302 0,'2'-5'339'0,"-2"1"-18"0,1 1-8 15,0-2-20-15,-1 5-26 0,3-4-30 0,-3 4-22 0,2-5-18 16,-2 5-28-16,0 0-20 0,2-2-17 0,-2 2-26 16,0 0-28-16,0 0-12 0,0 0-7 0,0 0-7 0,1 14-7 15,1-6-18-15,1 3-3 0,-2-1 0 0,0 2-4 0,-1 2-3 16,0 3 0-16,0 2-5 0,-1-1 0 15,0 3-3-15,-2-4 3 0,2-2 2 0,1-2-3 16,0-1 1-16,-1-3-7 0,1-2 2 0,-1-2 10 16,2 2-5-16,-2-4 14 0,1 1 24 0,0-1 29 0,0-3 43 15,0 0 12-15,0 0-1 0,0 0-16 0,0 0-13 0,19-15-13 16,-10 6-3-16,5-5-15 0,-2-1-8 0,7-4-1 16,1 1-10-16,0-2-5 0,-6 6-5 0,2 0-5 15,-3-1-5-15,0 5-11 0,-4 3 5 0,0 0-3 16,-1 0-5-16,-3 3-3 0,-1 1-6 0,1 1-10 15,-1 0-9-15,1 1-14 0,-5 1 0 0,9 3-9 16,-4 1-4-16,1-1 3 16,0 1-5-16,1 3 4 0,-2 3-4 0,-1 0 6 15,0 2-4-15,2 4 1 0,-2-5 21 0,1 5-11 16,-4 1-6-16,2-7 8 0,1 0-4 0,-3-3 2 16,-1-1-5-16,1 0 7 0,2-3 6 0,-3 1 17 15,1-1 16-15,-1-3 20 0,4 2-1 0,-4-2-12 16,13-7 4-16,-4-1 5 0,1-5 0 0,4 1 1 15,-1-4 6-15,6-3 8 0,-1 0-13 0,1-1-8 0,-1 1 1 0,-4 5-1 16,-2 4-2-16,-2 0-4 0,0 3 1 0,-3 2-7 16,1-2-8-16,0 4-8 0,-2 2 4 0,5 2-21 15,-1 3-17-15,0 3-6 0,7 4-6 0,-3 4-13 16,4 7-27-16,-3 2-51 0,-1 0-71 0,-4 0-80 16,-3-6-401-16,-2-2-747 0,-3-5 331 0</inkml:trace>
  <inkml:trace contextRef="#ctx0" brushRef="#br0" timeOffset="69445.83">12996 8245 95 0,'0'0'244'16,"-1"-5"-6"-16,1 5-24 0,-1-6-16 0,1 6-23 15,-4-1-18-15,4 1-19 0,0 0-17 0,0 0-8 16,0 0-21-16,-12 5-11 0,6 3-5 0,-5 4-12 0,-6 9-5 16,0 3-10-16,0 8-5 0,-8 11-2 0,2 4-3 15,1-2-1 1,2 3-4-16,6 2-6 0,0-3 1 0,2-1-2 16,10-10-1-16,-1 1-1 0,3-3-2 0,4 0-2 15,5-1 6-15,5-3-5 0,3-1 4 0,7-4-9 16,7-2-19-16,1-4-40 0,16 1-53 0,1-6-93 15,-10-6-189-15,-2-4-406 0,2-4 180 0</inkml:trace>
  <inkml:trace contextRef="#ctx0" brushRef="#br0" timeOffset="70131.39">13256 8535 40 0,'0'-6'317'16,"1"2"-13"-16,-1 0-8 0,0-1-14 0,0 5-17 16,0-5-32-16,0 5-16 0,-1-7-28 0,1 7-24 15,1-5-14-15,-1 5-23 0,0 0-21 0,0 0-23 16,0 0-13-16,0 0-8 0,0 0-6 0,0 16-11 16,0-7-2-16,0 3-6 0,1-1 1 0,-2 5 0 0,0 1-12 0,1 0 0 0,-3 1-4 15,3-1-3-15,-5 0-1 0,5 2-2 0,-1-2-1 16,-3-5-2-16,4-1-2 0,0 1 0 0,0-7 2 15,0 1-6-15,-1-1 9 0,-2 0 6 0,3 0 27 16,0-2 26-16,0-3 45 0,0 0 23 0,0 0-5 16,0 0-15-1,0 0-10-15,14-19-16 0,-5 3-10 0,1-1-7 16,7-5-10-16,-4-2-9 0,2 1-16 0,-1 1-2 0,-1 6-6 16,-3 2-6-16,-1 3-1 15,-2 3-6-15,0 1-4 0,-2 0 1 0,-1 4-11 0,-1-2 1 0,-1 1-25 0,2 1-17 0,-4 3-21 16,8 0 6-16,-8 0 2 0,7 7 5 0,-2-2-1 15,-1 1 0-15,4 5 4 0,-4 0 2 0,1 0-6 16,0 4 14-16,-4 1-2 16,-1-4 6-16,4 5 0 0,-1-7 4 15,-1 2 10-15,1-5-6 0,-2 1 2 0,2-2-4 16,-2-1 2-16,2-2 9 0,-1 2 10 0,-2-3 23 16,0-2 30-16,0 0 12 0,5 1-9 0,-5-1-3 15,12-8-6-15,-6 0-6 0,4 0-3 0,2-7-5 16,-1 3-5-16,3 0-3 0,-5 1-4 0,5 0-10 15,-5 1 1-15,0 4-2 0,1-2-4 0,-6 3-15 16,3 0 4-16,-1 1-21 0,-1 3-25 0,0-4-9 16,4 5-37-16,0-1-21 0,0 2-29 0,1 1-29 0,2 1-42 15,-2 0-40-15,4 4-52 0,-5-2-282 0,5-2-636 16,1 2 282-16</inkml:trace>
  <inkml:trace contextRef="#ctx0" brushRef="#br0" timeOffset="70570.25">14121 8606 163 0,'0'0'287'0,"0"0"-26"0,-5 2-26 0,5-2-16 0,0 0-20 0,0 0-20 31,-3 2-19-31,3-2-13 0,0 0-15 0,0 0-12 15,0 0-14-15,0 0-14 0,0 0-2 0,0 0-8 16,0 0-1-16,0 0-12 0,0 0 2 0,0 0-6 0,0 0-1 0,-4 3-3 0,4-3-5 0,0 0 12 16,0 0-23-16,0 0 0 0,0 0-4 0,0 0-8 0,0 0 0 15,0 0-1 1,0 0-4-16,0 0-4 0,0 0-6 0,0 0 4 16,0 0-5-16,0 0-1 0,0 0 2 0,0 0 3 15,0 0-8-15,0 0 2 0,0 0-1 0,0 0 4 16,0 0 0-16,0 0 1 0,0 0-5 0,24-5 0 15,-11 0-3-15,6 1 0 0,1 2 1 0,8-4-9 16,-1 0 7-16,3 1-4 0,2 1-1 0,2 0 0 16,-2 0-3-16,-3-1 4 0,-2 0-1 0,-7 2-2 0,-2 2 1 0,-4-1-1 15,-1 0 1-15,-2 0-1 0,-3 1 0 0,-3 0 0 16,-1 1-1-16,5-1-2 0,-9 1-6 0,0 0-12 16,10 0-9-16,-10 0-17 0,4-2-20 0,-4 2-30 15,0 0-34-15,0 0-34 0,0 0-38 0,0 0-59 16,0 0-179-16,0 0-474 0,-22 5 210 0</inkml:trace>
  <inkml:trace contextRef="#ctx0" brushRef="#br0" timeOffset="70934.92">14748 8432 374 0,'0'-3'358'15,"4"0"-22"-15,-1 1-19 0,-1-2-24 0,-2 1-27 0,0 3-26 16,4-5-35-16,-4 3-20 0,0 2-26 0,0 0-18 16,0 0-20-16,0 0-16 0,0 0-15 0,9 12-4 15,-8-7-21-15,2 4-7 0,-2 3-3 16,0 1-9-16,2 4-8 0,-2 2-3 0,2-1-4 0,-2 0-1 16,-1 9-2-1,3-8 1-15,-1-2-10 0,-1 2 1 0,1-3-3 16,-1 0 2-16,-1-2-7 0,0-4 5 0,3 1 0 15,-2-3-6-15,-1-3 0 0,0 2-2 0,2-2 2 16,1-1 3-16,-3-1 0 0,0 2 3 0,0-5-3 0,1 5 0 16,-1-5 40-16,0 2-1 0,0-2-15 15,0 0-4-15,0 0 1 0,1 5 11 0,-1-5-21 16,0 0 3-16,0 0 0 0,0 0-4 0,0 0-4 0,0 0-22 0,0 0-21 16,0 0-26-16,0 0-31 0,0 0-41 0,-4-11-52 15,1 4-90-15,2 1-35 0,-3-5-253 0,1 0-596 16,2-1 264-16</inkml:trace>
  <inkml:trace contextRef="#ctx0" brushRef="#br0" timeOffset="71202.98">14996 8082 65 0,'12'-1'220'0,"-1"-1"-18"0,3 5-11 0,7 0-9 0,5 7-11 16,6 2-9-16,3 1-11 0,-2 7-5 0,9 8-6 15,-1 3-12-15,-6 4-10 0,-10-7-9 0,5 13-12 16,-10 5-5-16,-5 1-7 0,-4 0-9 0,-9 2-7 16,-7-1-1-16,-4-3-10 0,-13 1-7 0,-4-1-7 15,-6-4-1-15,-7-2-4 0,-7-5 1 0,-1 1-6 16,-5-5-16-16,-3-6-35 0,-4 0-53 0,1-4-63 0,-2-3-112 0,-1-6-144 15,5-4-422-15,16-4 186 0</inkml:trace>
  <inkml:trace contextRef="#ctx0" brushRef="#br0" timeOffset="72437.38">16072 8511 68 0,'0'0'181'0,"-9"2"-15"15,9-2-10-15,-6 0-14 0,6 0-17 0,-7 1-9 0,7-1-8 16,-5 1-16-16,5-1-6 0,0 0-6 0,0 0-3 16,0 0-1-1,0 0-3-15,0 0 3 0,0 0 4 0,-10-1-3 16,10 1-1-16,0 0 2 0,0 0-7 0,0 0-6 0,0 0-4 15,0 0 2-15,0 0-1 0,0 0-1 0,0 0 2 16,-4-3-1-16,4 3-4 0,14-3 5 0,-1 1-7 16,9-2-7-16,8-1 0 0,4-5-9 15,5 5-2-15,15-5-14 0,7-2-4 0,1 0 2 0,27-3-2 16,-29 8-4-16,-3 0-1 0,-2 1-12 0,-5 3-10 0,-15-3-20 16,-4 3-24-16,-10 0-27 0,-2 3-21 0,-7-1-24 15,0 0-23-15,-5-2-40 0,-3 2-181 0,-3-3-396 0,-1 4 175 16</inkml:trace>
  <inkml:trace contextRef="#ctx0" brushRef="#br0" timeOffset="72669.22">16491 8298 234 0,'-1'-5'295'0,"-3"1"-7"0,4-2-9 0,-1 3-9 15,1 3-18-15,-3-6-19 0,3 2-24 16,0 4-27-16,0 0-20 0,-4-3-19 0,4 3-20 0,0 0-15 0,0 0-14 16,0 0-10-16,0 14-13 0,0-2-4 0,4 3-6 15,-4 12-7-15,4 3-6 0,-4 0 0 0,4 4-4 16,1 0-6-16,0 0-13 0,0-3-24 0,-1-1-26 16,2 1-27-16,1-2-27 0,-2 0-33 0,0-2-32 15,-2-6-47-15,-2-4-278 0,0-5-507 0,-1-1 225 16</inkml:trace>
  <inkml:trace contextRef="#ctx0" brushRef="#br0" timeOffset="72991.78">17116 8257 239 0,'0'0'328'15,"1"-6"-22"-15,-1 6-27 0,0 0-29 0,0 0-27 16,-1-5-30-16,1 5-26 0,0 0-14 0,0 0-14 0,0 0-18 0,1 14-10 16,3-7-13-16,-4 3-12 0,3 2-8 0,-2 7-8 15,0 1-8-15,2 5-4 0,-2 0-8 0,3 2-4 16,-4-3-3-16,0 0-4 0,0-3-3 0,-1 2-3 15,-2-5-6 1,3-2 2-16,0 1-26 0,-1-4-20 0,-2 0-17 16,2-5-21-16,0 2-20 0,-2-1-30 0,2-2-27 15,-2-1-13-15,3-2-18 0,0-2-38 0,0-2-189 0,0 0-423 16,0 0 187-16</inkml:trace>
  <inkml:trace contextRef="#ctx0" brushRef="#br0" timeOffset="73555.62">17508 8264 266 0,'0'0'288'0,"5"-3"-24"0,1-1-32 15,0 1-24-15,9 0-19 0,3-2-19 0,12-1-21 0,-1 3-25 16,10-1-24-1,-1 0-27-15,-3 3-23 0,1 1-29 0,0 0-25 16,-5-2-27-16,-11 4-20 0,-2-4-23 0,-7 4-17 16,-1-2 12-16,-4 1 3 0,-6 2 12 0,0-3 6 15,0 0 0-15,-22 5 10 0,2-2 6 0,-10 2 7 0,1-2 14 16,-2 0 12-16,1 0 16 0,0 3-6 16,1-4 16-16,1 1 1 0,7 1 13 0,-1-3 2 15,-2 3 4-15,6-1 8 0,-1 1 0 0,7-2-4 0,1 0 0 0,2-1 4 16,1-1-6-16,2 3-1 0,0-3 2 0,1 1 0 15,-1 1 7-15,6-2 0 0,-6 1 10 0,6-1 0 16,-6 3 5-16,6-3-2 0,0 0-2 0,0 0-1 16,-5 1-4-16,5-1-9 0,0 0-6 0,0 0-4 15,0 4-3-15,0-4-5 0,8 7 3 0,0-2 6 16,1 0-2-16,8 4-1 0,-1 3 1 0,7 3-1 0,3 1 3 0,2 2-3 16,-4 2-1-16,1 1-3 0,0 1-2 0,-3-3-4 15,0 5-3-15,-4-5 2 0,-6-3-1 0,-3 2-7 16,0-1 0-16,-5-1 3 0,2 0-8 0,-6-3 1 15,-1-2 0-15,-5 1 4 0,-1-2-4 0,-7 1 5 16,-1 0-4-16,-5-4 5 0,3 0 2 0,-1-4 12 16,1 1-2-16,2-4 9 15,2 0 7-15,-2 0 6 0,5-2 7 0,-2 1 2 16,2 0 10-16,1-4-3 0,5 2-1 0,-1-4-26 16,1 2-33-16,4-3-39 0,0 2-44 0,5-9-37 15,8 3-33-15,9-5-54 0,5 3-35 0,1-4-243 16,8 1-520-16,12-4 230 0</inkml:trace>
  <inkml:trace contextRef="#ctx0" brushRef="#br0" timeOffset="73793.92">18471 8052 87 0,'-7'-5'249'16,"1"2"-25"-1,-2-2-25-15,0 3-22 0,-3 4-15 0,-2 1-17 0,-6 7-22 16,-6 7-7-16,-4 6-13 0,3 0-15 0,-8 15-7 16,1 5-9-16,4 3-9 0,2 1-1 15,5 4 4-15,4-1-11 0,5-1-4 0,5 4 18 16,8-5 5-16,10-2 9 0,8-1 17 0,11-5-9 0,13-3 1 16,8-4-8-16,8-9-7 0,35 5-49 0,-6-9-83 15,7-18-135-15,-30-2-240 0,4-2-465 0,-4-9 206 0</inkml:trace>
  <inkml:trace contextRef="#ctx0" brushRef="#br0" timeOffset="75144.03">18795 8324 230 0,'1'-6'249'16,"-1"2"-11"-16,0 0-9 0,0 4-11 0,3-4-17 15,-3 4-17-15,3-5-6 0,-3 5-31 0,2-4-16 16,-2 4-16-16,0-4-11 0,0 4-17 0,0 0 2 16,0 0-24-16,0 0-6 0,8 8-7 0,-6-1-3 15,2 0-6-15,-4 5-6 0,1 5-4 0,2-3-2 0,-2 6-4 0,-2-3 1 16,1 1-6-16,-4 2-3 0,4 0-1 0,0 1-3 15,-4-3-1-15,4-2 1 0,-4 2-1 0,4-6-1 16,-1-2-1-16,-2 0 4 0,1-4-5 0,2 1 1 16,0-3 6-16,-2 1 31 0,2 0 32 0,0-5 51 15,0 4 4-15,0-4-12 0,0 0-13 0,14-17-14 16,-7 8-8 0,4-6-10-16,5-4 2 0,-2 3-21 0,4-7 1 15,1-2-17-15,2 2-9 0,-2 5-1 0,-6 1-8 0,2 5 0 16,-6 4-2-16,-1-1-4 0,0 4-11 0,-2-3 17 15,-3 6-23-15,1 0-18 0,0-1-16 0,-4 3 0 16,8-1-4-16,-8 1 1 0,6 6 5 0,-1-1-7 16,-1 1 12-16,-3 6 2 0,5 3 0 0,-4-1 3 15,2 2 0-15,-2 1-2 0,2 0 6 0,-4-1-1 0,1 0 7 16,3-5-6-16,-4 1 6 0,0-3 2 0,4-2-1 16,-4-1 2-16,0-2 1 0,1 2 11 0,2-3 30 15,-3-3 28-15,0 3 22 0,0-3-10 0,0 0-6 0,18-10-6 16,-9 2-9-16,1-4-5 0,4-1-8 15,0-3-7-15,8-1 3 0,-8 3-11 0,4-6-3 16,-4 7-8-16,1 2 1 0,-2-1-10 0,1 4-1 0,-4 0 2 0,3 2-7 16,-3 2-16-16,-1 1-15 0,0-1-11 0,0 4-11 15,0-1-9-15,5 4-17 0,-2 1-23 0,-1-1-31 16,6 5-35-16,-3 1-52 0,1-2-54 0,-3 0-311 16,-1 0-632-16,1-1 280 0</inkml:trace>
  <inkml:trace contextRef="#ctx0" brushRef="#br0" timeOffset="75444.83">19748 8447 44 0,'0'0'270'0,"0"0"-22"0,-10-1-18 15,10 1-18-15,-5-2-21 0,5 2-16 0,0 0-17 16,0 0-13-16,0 0-10 0,-5 3-11 0,5-3-7 16,0 0-7-16,0 0-11 0,0 0-9 0,0 0 6 15,0 0-12-15,17-8-10 0,-6 5-3 0,3 0-7 16,5 1-7-16,3-2-8 16,6 1-1-16,3-4-9 0,-1 3-2 0,5 2-6 15,-6-2-8-15,4 1-23 0,-3 0-23 0,-3 2-36 16,-7 1-32-16,-1-2-40 0,0 0-41 0,-2 1-48 15,-3-1-168-15,-5-1-420 0,-4 0 186 0</inkml:trace>
  <inkml:trace contextRef="#ctx0" brushRef="#br0" timeOffset="75793.37">20377 8270 238 0,'0'0'378'0,"0"-3"-17"0,0 3-26 15,0 0-28-15,0-5-29 0,0 5-27 0,0 0-32 0,0 0-24 16,0 0-32-16,0-4-16 0,0 4-15 0,0 0-16 16,0 0-17-16,0 0-16 0,0 0-8 0,3 18-14 15,-2-11-5-15,0 3-5 0,-1 3-7 0,0 3-7 16,0 3-5-16,0-2 1 0,5 3-4 0,-5-3-2 15,0 1-3-15,3 0-6 0,-2-1 5 0,-1-4-2 0,0-2-5 16,-1-1 1-16,1 2-3 0,1-5 2 0,-1 0 3 16,0-2-8-16,0-2-1 0,0 2 3 0,0-1 5 0,0-4 2 15,0 4-4-15,0-4-1 0,0 0 10 0,0 6 0 16,0-6-10-16,0 0 8 0,0 0-11 16,0 0-15-16,0 0-35 0,0 0-43 0,0 0-66 0,-4-12-98 15,4 0-76-15,-5 2-227 16,4-4-593-16,0 4 263 0</inkml:trace>
  <inkml:trace contextRef="#ctx0" brushRef="#br0" timeOffset="76114.8">20441 8069 192 0,'0'0'226'0,"3"-6"-24"0,2 6-25 16,-5 0-14-16,14 2-19 0,-3 2-12 0,7 5-8 15,6 3-17-15,3 5-12 0,1-2-10 0,0 6-10 16,-2 4 4-16,1 4-6 0,-4 0-8 16,4 12-3-16,-4 0-5 0,-7 7-1 0,-2-4-4 0,-10 3-4 15,-3 1-5-15,-2-14-4 0,-8 12-1 0,-4-11-4 0,1 0-4 0,-14 5-4 16,6-8 3-16,-5-6-6 0,0-1 1 0,-5-2 3 16,2 0-3-16,0-6-1 0,-1-2 4 0,2 1-4 15,1-4 5-15,-3-2-5 0,2-3 1 0,9-1-4 16,0-2-1-16,8 1 3 0,-3-3-6 0,8 0 0 15,-4 1 0-15,4-1 6 0,0-2-7 0,5 0-1 16,0 0-38-16,0 0-57 16,3-9-60-16,9 1-52 0,8-1-211 0,5-6-436 15,2-2 193-15</inkml:trace>
  <inkml:trace contextRef="#ctx0" brushRef="#br0" timeOffset="76362.25">21353 8328 153 0,'0'0'374'0,"0"0"-14"0,-1-3-20 16,1 3-24-16,0 0-34 0,0 0-27 0,5-7-24 15,0 4-32-15,6 2-38 0,1 0-34 0,10-2-47 16,7-1-42-16,3 1-51 0,4 3-66 0,1 0-68 16,1 0-88-16,-4-2-172 0,-4 2-442 0,-7-3 196 15</inkml:trace>
  <inkml:trace contextRef="#ctx0" brushRef="#br0" timeOffset="76531.48">21392 8562 138 0,'-7'3'267'0,"5"1"-8"0,1-1-14 15,1-3-20-15,0 0-25 0,22 2-19 0,0-4-19 0,10-1-24 0,5 2-48 16,17-5-46-16,-1 2-47 0,5 1-55 0,1-5-61 16,-2 3-177-16,2-1-318 0,-7-2 140 0</inkml:trace>
  <inkml:trace contextRef="#ctx0" brushRef="#br0" timeOffset="76847.89">22627 8218 208 0,'-5'-4'235'0,"0"1"-19"0,-1 0-24 0,-1 3-16 16,-2 0-21-16,-1 3-20 0,-3 4-14 0,-2 1-17 15,-2 4-9-15,0 1-10 0,0 5-11 0,0 2-6 0,0 1-8 0,6-4-5 16,2 1-7-16,0 1 1 0,6 5-6 0,1-4 10 16,4 1 27-16,3 3 21 0,3-7 24 0,4-1 18 15,7 4 15-15,4-8 2 0,4-1 12 0,4-3-2 0,-1-3-5 16,6-4 1-16,-3-4 6 0,2-2-2 16,-5-5 0-16,-3-1-2 0,-2-4-7 0,-5-2-17 15,-5 3-14-15,0-10-17 16,-8-2-16-16,-1 0-19 0,-6-1-20 0,-4 2-26 15,-5-1-35-15,-6 2-39 0,-5 2-48 0,-7 1-68 16,-9 6-51-16,-20 1-77 0,-4 4-97 0,-4 3-273 16,2 1-711-16,5 2 315 0</inkml:trace>
  <inkml:trace contextRef="#ctx0" brushRef="#br0" timeOffset="77687.53">6509 10617 122 0,'-4'-3'258'0,"4"3"-13"0,0 0-12 0,0 0-12 16,0 0-17-16,-4-2-15 0,4 2-19 0,0 0-21 16,7-6-16-16,0 4-11 0,2-2-15 0,10 1-16 15,0-2-19-15,13 0-29 0,2-2-34 0,3 4-38 16,1-2-46-16,-1 0-56 0,-2 2-24 0,-6 2-175 15,-9 2-357-15,-3-1 158 0</inkml:trace>
  <inkml:trace contextRef="#ctx0" brushRef="#br0" timeOffset="77850.27">6515 10914 6 0,'-7'5'142'0,"0"0"2"15,3-1 3-15,2-2 1 16,-1 1 5-16,2-1-11 0,1-2-8 0,0 0-12 15,0 0-7-15,18-1-12 0,-5-3-9 16,6 2-12-16,0-3-28 0,9-1-49 0,-8 1-56 0,7-2-79 16,-7-1-105-16,0 3-256 0,-1-4 114 0</inkml:trace>
  <inkml:trace contextRef="#ctx0" brushRef="#br0" timeOffset="78304.67">6700 10533 64 0,'-5'-6'268'15,"0"3"-9"1,4-2-11-16,-3 4-20 0,4 1-21 0,-4-6-23 16,3 4-21-16,1 2-17 0,-3-3-19 0,3 3-20 0,0 0-9 15,0 0-10-15,0 0-13 0,0 0-8 0,0 0-5 16,22 8 1-16,-10-4-13 0,4 3-2 15,1 2-4-15,2 0-5 0,0-2-4 0,8 5-5 16,4 0-6-16,-2-2-7 0,2 2-10 0,1-4-10 0,-1 1-6 16,0-2-4-16,0 0-2 0,-4-1-2 0,-5-2 0 0,1-2 3 15,-3 1 0-15,-2-1 5 0,-8-2-1 0,3 2-1 16,-5 1 1-16,-2-3 8 0,-1 1 10 0,-5-1 3 16,9 1-2-16,-9-1-2 0,6 1-6 0,-4 3-1 15,-2-1 0-15,-3 5 1 0,-3 1-3 0,-7 13 1 16,-1 3 1-16,-5 0 3 0,-3 4-3 0,-9 8 5 15,6 1-1-15,-2 2 0 0,4-10-2 0,-4 10 0 0,-1 0 0 0,10-13 1 16,0 2 0-16,3-2 0 0,0-1-3 0,-1-3 10 16,7-5-9-16,0-2-1 0,4-2 3 0,-2-1 1 15,3-7 2-15,-1 3 0 0,3-3 2 0,0-1-1 16,1-1 7-16,-2 0 17 0,2-1 3 0,-2-1 1 16,3-2-2-16,-3 5-5 0,3-5-1 0,0 0-17 15,0 0-23-15,-2 3-31 16,2-3-51-16,0 0-55 0,0 0-55 0,0 0-199 15,0 0-437-15,10-8 194 0</inkml:trace>
  <inkml:trace contextRef="#ctx0" brushRef="#br0" timeOffset="79052.89">8282 10582 51 0,'2'-3'367'0,"-1"-4"-18"15,-1 2-18-15,0 0-22 0,0 3-25 0,3-2-27 16,-3-1-29-16,0 5-23 0,0 0-28 16,2-6-22-16,-2 6-34 0,0 0-36 0,0 0-18 0,0 0-9 15,0 0-3-15,4 15-11 0,-4-5-2 0,1 0-6 16,1 7-4-16,-4 3-2 0,4 3-7 0,-5 6 3 15,2-3-1-15,-3 3-5 0,0-6-3 0,1 4-1 0,1-8-1 0,-1 0-1 16,-3 0-3-16,6-2-13 0,-1-5 5 0,-1-4-2 16,1 2 1-16,1-5 4 0,-1 3 2 15,0-5 9 1,1 0 24-16,-3 4 31 0,3-7 38 0,0 0 6 0,0 0-9 0,0 0-12 16,13-12-11-16,-6 0-13 0,0 3-1 0,4-9-2 15,6-4-10-15,-4-2-9 0,3 3-7 16,-2-1 0-16,0 0-9 0,-2 9-1 0,-2 2-9 15,-4 4 1-15,1 2-3 0,-2-1-13 0,-1 1-8 0,0 2-17 0,-3 0-15 0,4 0-6 16,-5 3 1-16,9 3-5 0,-9-3 3 0,9 4-1 16,-5 2 1-16,1 5 1 0,-4-3 16 0,2 4-9 15,-2 1-3-15,4 0 8 0,-5-1 4 0,4 1 0 16,-4 0 2-16,0 0 2 0,0-2-4 16,4-3-4-16,-5 1 0 0,2-5 0 0,0 1 7 15,-2 0 4-15,2-1 38 0,-1-4 40 0,0 3 16 16,0-3 7-16,0 0-10 0,0 0-6 0,14-13-10 15,-8 1-12-15,2-2 2 0,4-3-10 0,3-7-1 0,-3 8-7 16,0 0-2-16,-1 1-8 0,0 4 1 0,-1 3-7 16,-3-2 3-16,0 4-9 0,-1 4-7 0,1-4-20 15,-2 3-17 1,3 2-19-16,-2 2-12 0,4 2-2 0,2 3-10 16,-2 1-14-16,7 4-14 0,-3 1-36 0,4 1-34 15,3 6-55-15,0-5-63 0,-3-2-281 0,1-2-622 16,0-3 276-16</inkml:trace>
  <inkml:trace contextRef="#ctx0" brushRef="#br0" timeOffset="79338.09">9191 10700 50 0,'-4'1'236'16,"4"-1"-28"-16,-6 5-15 0,6-5-6 0,0 0-10 16,-4 2-9-16,4-2-13 0,0 0-3 0,-3 4-9 15,3-4-10-15,0 0-5 0,0 0 0 0,12 1-10 0,-3-2-4 16,2 1-6-16,3-1-8 0,4 0-8 0,3-3-10 16,3-1-8-16,4 4-6 0,-7 0-8 15,2-3-6-15,-3 1-7 16,-1 3-5-16,0-3-7 0,-4 3-10 0,-3-3-11 15,0 3-12-15,-4 0-14 0,0 0-13 0,-3-1-29 16,3-1-30-16,-4 1-53 0,2-2-69 0,-2 1-224 16,0-1-464-16,-3 1 205 0</inkml:trace>
  <inkml:trace contextRef="#ctx0" brushRef="#br0" timeOffset="79670.12">9794 10490 192 0,'0'0'359'0,"0"0"-21"0,-1-4-29 0,1 4-30 15,0 0-32 1,0 0-29-16,0 0-26 0,0 0-27 0,0 0-20 16,0 0-12-16,0 0-16 0,0 0-11 0,1 17-15 15,3-5-14-15,-3 1-5 0,2 4-9 0,-2 9-5 16,2-7-3-16,-1 8-8 0,1-1-6 0,-1 0 2 15,1-1-9-15,-1-6-4 0,1 0 2 0,-1 0-2 16,0-3-6-16,0-4 1 0,0-1 0 0,0-1-2 16,-1-3-3-16,2 0-5 0,-3-2 2 0,1 2 1 0,1-4 0 0,-2 0 0 15,1 1-1-15,0-1 4 0,-1-3 2 0,1 3 3 16,-1-3 0-16,0 0 3 0,0 0-4 0,0 0 0 16,0 0-53-16,0 0-64 0,0-13-88 0,2 2-111 15,-1-5-256-15,0-1-591 0,2-8 262 0</inkml:trace>
  <inkml:trace contextRef="#ctx0" brushRef="#br0" timeOffset="79886.3">10131 10321 145 0,'12'2'201'0,"-6"1"-18"0,3 1-5 0,3 5-5 16,1 3-5-16,6 6-9 0,-4 4-4 0,-1 5-8 0,-1 1-13 0,0 2-11 15,-6 4-7-15,-4 0-11 0,1 18-7 0,-7-1-6 16,-3 1-8-16,-7-4-11 0,-4-2-5 0,-7-3-1 16,-1 0-9-16,-9-5-5 0,1 0-13 15,-7-7-23-15,-4 0-36 0,-6-4-60 0,-5-4-82 0,-32 0-236 16,-1-10-429-16,21-6 190 0</inkml:trace>
  <inkml:trace contextRef="#ctx0" brushRef="#br0" timeOffset="80309.28">8226 10089 2 0,'-4'-3'278'0,"3"-2"-27"0,-3 0-26 15,4 3-25-15,-5 0-25 16,5 2-21-16,-13 2-15 0,3 6-19 0,-4 6-22 16,-9 13-14-16,-5 16-10 0,-3 3-2 0,3 9-3 15,-14 21-3-15,9-1-6 0,9-19-3 0,-1 25-6 16,11-24-2-16,1 3-2 0,5-2-4 0,8 2-4 16,4-5 2-16,5-3-9 0,4 1 5 0,12-8-6 15,1-1 2-15,13-5 10 0,5-4 0 0,8-8-8 16,6-4-30-16,37 4-48 0,-7-8-94 0,3-11-276 0,-25-7-446 15,-2-2 198-15</inkml:trace>
  <inkml:trace contextRef="#ctx0" brushRef="#br0" timeOffset="81095.75">11248 10078 208 0,'1'-6'243'0,"-1"3"-12"0,0-5-10 16,3 4-23-16,-3 2-22 0,0-3-20 0,0 5-21 15,0 0-22-15,0 0-12 0,0 0-14 0,-14 16-11 16,1 7-7-16,-5 5-8 0,-6 12-5 0,0 9-7 0,-3 1-7 16,3 3-5-16,-2-1 1 0,3 1-4 0,5 2-4 15,0-2-2-15,5 4 0 0,2-5 0 0,2 0-4 16,9-5-2-16,-2 3 0 0,5-16-4 0,5 0 7 15,2-2-1-15,7-1 1 0,3-3-6 0,10-4-25 0,13-1-61 16,11-6-92-16,3-8-240 0,2-7-432 16,-1-3 191-16</inkml:trace>
  <inkml:trace contextRef="#ctx0" brushRef="#br0" timeOffset="81797.53">11676 10418 116 0,'2'-5'294'0,"0"3"-19"0,-2 2-23 0,0-6-21 16,0 6-17-16,0-5-31 0,0 5-20 0,0 0-13 15,0 0-39-15,0 0-13 0,0 0-11 0,0 0-8 16,0 13-7-16,0-3-9 0,-2 2-7 0,-1 4-6 16,-2 1-7-16,1 1-3 15,0 3-4-15,3-2-2 0,-5 6-7 0,3-6 0 16,-1 0-4-16,4 1-3 0,-4-3 1 0,3-3-4 15,0 1 0-15,1-5-2 0,-3-1 2 0,3-1-4 16,-1-1 15-16,1-2 14 0,0 1 32 0,0-3 31 16,0-3 25-16,0 0-11 0,0 0-18 0,14-11-8 15,-5 0-3-15,6-2-8 0,3-5-20 0,4-3 3 16,-3 1-7-16,-1-2-5 0,4-1-7 0,-2 3-5 0,-2 0-8 0,0 1 3 16,-5 7-6-16,-2-1-6 0,-2 5-2 0,-2 0-2 15,-1 4-8-15,-3-1 3 0,4 2-11 0,-3 0-19 16,-3 1-12-16,3 2-4 0,-4 0-3 15,0 0-2-15,10 7 1 0,-6-2 7 0,0 3-2 0,1-1 2 16,-1 4 6-16,-3 1 3 0,2 1-3 0,-2 1 2 16,-1 4 5-16,3-5 0 0,-2 2 3 0,-1-5 2 0,1 2 10 15,-1-3-7-15,3-1-6 0,-3-3 11 0,0 0 2 0,1 0 0 16,-1-1 6-16,0-4 23 0,0 6 36 0,0-2 40 16,0-4 28-16,0 0-5 0,0 0-14 0,0 0-11 15,13-12-9-15,-7 3-11 0,1-2-10 16,-1 1-3-16,7-6-19 0,-3 4 0 0,2 1-7 0,-2 2-5 15,-3 1-1-15,0 0-9 16,-1 3-6-16,0 2-7 0,-2-2 1 16,0 2-20-16,0 2-15 0,1 0-12 0,-5 1-12 15,14 2-6-15,-7 1-5 0,0 0-13 0,4 3-8 0,0-1-13 16,-1 4-11-16,-1-3-36 0,0 2-22 0,-1-1-33 16,-2 4-37-16,2-5-43 0,-2 2-46 0,-1-2-238 15,-2-3-597-15,-2-3 265 0</inkml:trace>
  <inkml:trace contextRef="#ctx0" brushRef="#br0" timeOffset="82113.55">12333 9994 290 0,'3'-5'276'0,"-1"-1"-28"16,3 1-29-16,-1 0-24 0,-4 3-20 0,5 1-22 0,-5 1-14 15,12 2-17-15,-7 4-13 0,1 1-14 16,3 5-9-16,-2 2-14 0,-1 1-6 0,-1 4-5 16,-1 0-5-16,-3 8-9 0,-1-8-4 0,-2 9-3 15,-1-2-2-15,-3-1-3 0,-2-2-4 0,4-4-3 0,-1-2-3 16,-1 0-3-16,-2-5-1 0,7-2 5 0,-3 0-9 0,0-5-1 16,3 2 1-16,-3-2 2 0,4-1 6 0,0 0 23 15,0-4 15-15,-4 4 22 16,4-4 8-16,3 4-4 0,-3-4 3 0,10 1-13 15,3-1-6-15,2-3-9 0,14-1-5 0,1 1-7 16,2-2-4-16,2 0-7 0,2 0-36 0,1 0-38 16,-2 1-51-16,-1-4-59 0,1 6-71 0,-1 0-87 15,-1-4-187-15,-2 0-529 0,-2 0 233 16</inkml:trace>
  <inkml:trace contextRef="#ctx0" brushRef="#br0" timeOffset="82414.27">13113 10551 195 0,'-3'5'325'0,"3"-5"-10"0,-4 2-8 16,4-2-18-16,0 0-27 0,0 0-23 15,0 0-29-15,0 0-21 0,31-3-29 0,-4-2-36 16,7 1-26-16,3 2-59 0,19-2-55 0,-1-3-59 16,4 1-64-16,1 1-71 15,-3-3-176-15,-4-1-417 0,-17 1 184 0</inkml:trace>
  <inkml:trace contextRef="#ctx0" brushRef="#br0" timeOffset="83316.16">13980 10101 197 0,'7'-5'188'0,"3"0"-21"0,0 0-16 0,7-3-18 16,0 4-11-16,2 1-13 15,2-2-14-15,-3 4-14 0,5 2-5 0,-1 2-5 0,-2 0-6 0,-1 1-10 0,1 4-6 16,-4-1-6-16,2 3-9 0,-8 1-2 0,6 3-3 0,-9 0-7 16,1 1-5-16,-2 3-2 0,-3 2 0 15,-6-2 0-15,2 10 2 0,-8-4 0 0,-4 3 1 0,-2 0-4 16,-2-4 6-16,0 4-8 0,-1-3-2 0,-2-1 2 15,1 2 1-15,3-4 2 0,-3-1-10 0,3 0 2 16,2-6-1-16,4 0 2 0,1 0-3 0,-2 1 0 16,4-5 1-1,3 1 0-15,-1-2-3 0,5-2 3 0,-3 0 5 0,3 3 10 16,3-4 9-16,-2 0 12 0,3-1 11 0,4 0 3 16,1-2 0-16,1 1 0 0,3-1-2 15,1-2-6-15,3-1 2 0,-2 0-6 0,2-1 0 16,-4-2 3-16,0 1 2 0,1-2 4 0,-3 0 10 0,-4 0 8 15,4-1-5-15,-4-2-7 0,2-5-16 0,-6 0-23 16,-1-3-13-16,-4-2-19 0,-5-2-8 0,-7-9-11 0,-4 2-4 16,-2-3 0-16,-3 2 5 0,0-1 2 0,1 1 6 0,-1 4 19 15,0-2 13-15,3 3 11 0,3 3 9 16,4 4 15-16,3 5 3 0,2 1 8 0,3 1 3 16,0 2-9-16,3 0-9 0,0-1-24 0,5 2-26 15,6-3-21-15,2 2-29 0,9 0-38 0,9-3-46 0,0 4-53 16,2 1-247-16,4-1-480 0,-5 0 213 0</inkml:trace>
  <inkml:trace contextRef="#ctx0" brushRef="#br0" timeOffset="83862.47">14582 10288 142 0,'-5'1'222'0,"5"-1"-27"16,0 0-20-16,-1 5-23 0,-1-2-14 0,2-3-16 0,-1 12-13 0,1-5-10 16,0 3-7-16,0 2-12 0,0-2-8 0,1 6-5 15,-1-3-6-15,-1 1-4 0,1-1-5 0,-1-2-9 16,0 2-1-16,1-4-2 0,0 1-5 0,-3-5-3 15,3 2 0-15,0-2 1 0,0-2 9 0,0 1 23 16,0-4 28-16,3 5 0 0,-3-5-9 0,0 0-13 16,11-9 4-16,-1 1-16 15,-1-1-5-15,4-4-6 0,1-1-6 0,0 1-5 16,4-6-4-16,-4 4-5 0,0 3-1 0,-1-1-1 16,-3 5-2-16,-1 0-2 0,-1 1 0 0,-3 3-3 15,1-1-3-15,-2 2-5 0,1 1-3 0,-1-1-3 16,-4 3-4-16,9 3-1 0,-9-3-4 0,10 3 2 15,-5 2-2-15,-1 1 0 0,3 0-1 0,-4 0 1 16,3 5 1-16,0-2-1 0,-1 0 1 0,-2 3 2 0,-1-2-1 0,2 2 2 16,-1-3 0-16,0-1-1 0,0-1 2 0,-2-2 4 15,3 1 2-15,-4-2-3 0,2 0 3 0,0-1 15 16,-2-3 28-16,2 3 30 0,-2-3 3 0,0 0-8 16,13-5-7-16,-8 4-13 0,4-6-2 0,1 0-3 15,1 0-7-15,1-5-7 0,3 3 1 0,1-4-11 16,-2 4 0-16,3 1-3 15,-4 1 7-15,-1 1-17 0,4 0-1 0,-6 3-9 0,5-2-4 0,-2 2-16 0,1 2-8 16,4 1-10-16,-3 0-30 0,-2 1-32 0,1 3-43 16,4 0-47-16,1-1-54 0,-7-1-270 0,7 2-552 15,-6-1 244-15</inkml:trace>
  <inkml:trace contextRef="#ctx0" brushRef="#br0" timeOffset="84403.51">15681 10181 16 0,'-1'-5'273'16,"1"5"-9"-16,-3-4-8 15,3 4-7-15,3-5-13 0,-3 5-12 0,0 0-15 16,0 0-10-16,0 0-17 0,0-6-15 0,0 6-6 16,0 0-15-16,0 0-9 0,0 0-10 0,1-4-17 15,-1 4 1-15,0 0-11 0,0 0-11 0,0 0-5 16,0 0-10-16,0 0-5 0,0 0-10 0,0 0-6 15,0 0-8-15,0 0-4 0,0 0-5 0,0 0-4 16,0 0-5-16,0 0 1 0,0 0-2 0,0 0-3 0,0 0-5 0,0 0-1 16,0 0-1-16,0 0-5 0,0 0 1 0,0 0 0 15,0 0 0-15,0 0-2 0,0 0-8 0,0 0 6 16,0 0-7-16,0 0-6 0,0 0-7 0,0 0-2 16,0 0-9-16,0 0 1 0,0 0 1 0,0 0 4 15,0 0 3-15,0 0-1 0,0 0 1 0,0 0 2 16,0 0 1-16,0 0 3 15,0 0-6-15,0 0-12 0,0 0-2 0,0 0-9 16,0 0 2-16,0 0-12 0,0 0-5 0,0 0-2 16,0 0 2-16,0 0 0 0,0 0-2 0,0 0 3 15,0 0 4-15,0 0 4 0,0 0 3 0,0 0 5 16,0 0 7-16,0 0-1 0,0 0-5 0,0 0-13 16,0 0-21-16,0 0-28 0,0 0-25 0,-6-2-45 15,6 2-32-15,-8 0-191 0,8 0-420 0,-10 0 186 0</inkml:trace>
  <inkml:trace contextRef="#ctx0" brushRef="#br0" timeOffset="84820.28">15506 10339 206 0,'0'0'206'0,"0"0"-12"0,0 0-8 0,0 0-12 15,0 0-14-15,-10-1-11 0,10 1-11 0,0 0-8 16,0 0-6-16,0 0-4 0,0 0-8 0,0 0-2 0,0 0-2 15,0 0-9-15,0 0-2 0,-4-3 3 0,4 3-7 16,0 0 3-16,0 0-1 0,0 0-5 0,0 0-11 0,0 0-4 16,13-4-10-16,-2 3-10 0,6-3-9 0,2 1 3 15,13-1-7-15,0-1-7 0,6 1 1 0,2-2-5 16,15-1-4-16,-2 0 2 0,2 0-6 0,-5 1-7 16,-14 0-4-16,1 2-17 0,-9-2-17 0,-1 3-19 15,-8-1-26-15,-6 1-25 0,0 1-18 0,-8-2-39 16,-1 2-57-16,-4 0-24 15,0 2-185-15,-12-4-448 0,-4-1 198 0</inkml:trace>
  <inkml:trace contextRef="#ctx0" brushRef="#br0" timeOffset="85067.42">15753 10133 91 0,'0'-4'320'0,"2"0"-4"0,-2 0 4 0,0 0-16 16,0 4-11-16,0-6-31 0,0 6-26 0,1-5-30 0,-1 5-21 16,0 0-22-16,0-3-38 0,0 3-47 0,0 0-16 15,0 0 1-15,0 15-14 0,0-2-9 16,-1 5-2 0,-1 7-2-16,-2 4-5 0,1 0-4 0,1 4-2 15,-2-1-2-15,-2 1 6 0,3-1-10 0,0-1-23 0,-1-2-31 16,1-1-43-16,0-2-51 0,-3-1-51 0,4-7-65 15,-3-2-200-15,4-3-483 0,2-6 214 0</inkml:trace>
  <inkml:trace contextRef="#ctx0" brushRef="#br0" timeOffset="85405.9">16404 10091 122 0,'2'-5'329'0,"1"-2"-17"0,-3 2-15 16,0 0-20-16,2 1-13 0,0-1-29 0,-2 5-28 15,0-4-27-15,0 4-23 0,0-4-40 0,0 4-19 16,0 0-10-1,0 0-15-15,0 22-5 0,0-5-6 0,-2 2-8 0,0 8-5 16,-4-3-6-16,4 5-2 0,-4 0-4 16,3-2-11-16,-1 0 2 0,1 0-1 0,0-3-3 15,2-5-2-15,-1-1-3 0,-2-2 1 0,3 0-4 16,-2-5-28-16,2-1-19 0,-2 1-28 0,1-1-28 0,0-1-27 16,1-4-41-16,0 1-30 0,1-1-34 0,-1-3-186 15,1-2-439-15,0 0 194 0</inkml:trace>
  <inkml:trace contextRef="#ctx0" brushRef="#br0" timeOffset="85938.43">16751 10110 163 0,'9'-4'220'0,"2"-1"-18"0,7-2-24 0,0 2-21 16,2 2-12-16,8-4-14 0,-1 2-18 0,1 3-34 16,-5 1-36-16,-6 1-28 0,2-2-17 0,-7 2-21 15,0-3-8-15,-4 3-8 0,-3 0-5 0,0 3 9 0,-5-3-7 0,0 0 11 16,0 0 8-16,0 0 0 0,-18 2 8 0,4-2 17 16,-1 1 9-16,-7-1 0 0,2 2 7 0,-2 1-2 15,0 1 9-15,2 1 9 0,-2-4 2 0,2 3 1 16,3-1 1-16,4-1-5 0,2 2 1 0,1-3-2 15,2 1 3-15,0 1-10 0,2-3 2 0,0 2 7 16,2 0 4-16,4-2 15 0,-8 0 7 0,7 2 2 0,1-2 4 0,0 0 3 16,-5 3-2-16,5-3 1 0,-4 2-9 0,4-2-2 15,0 0-7-15,0 0 2 0,0 0 8 0,6 8 4 16,1-3 2-16,2 0-1 0,2 3 0 0,4 4 2 16,8 5 1-16,0 0-6 0,-1 1 0 0,1 2-4 15,0-1-3-15,-3 3 8 0,0-2-20 0,-2 1-2 16,-7-6-5-1,-1 1-11-15,-2 1-5 0,-2 0-8 0,0 0-9 0,-4-3-3 16,-2-1-4-16,-2-2-2 0,0-2 1 0,-2 0-1 16,-2-1 1-16,-1-1 2 0,-4-1 3 0,2-1-5 15,-1 0 4-15,-3 0 3 0,4-3 2 0,0 1 1 16,4-2 1-16,-2 0 0 0,1-1 4 0,6 0 1 16,-10 0-2-16,10 0 1 0,-9-4-5 0,8 2-25 15,1 2-15-15,-4-6-32 0,5 2-47 0,2-3-113 0,7-1-239 16,-1-2-504-16,1-1 224 0</inkml:trace>
  <inkml:trace contextRef="#ctx0" brushRef="#br0" timeOffset="87180.24">17025 9825 120 0,'0'0'219'0,"-2"-3"-24"0,2 3-22 15,0 0-12-15,0 0-23 0,0 0-15 0,0 0-14 0,0 0-13 16,0 0-6-16,19 8-14 0,-8-1-8 0,7 3-10 16,5 4-8-16,4 6-6 0,0 3-6 0,1 1 0 15,8 13 0-15,-4 0 0 0,-3 1-2 0,-2 4 4 16,-4 2-6-16,-9-1-3 16,0 4 0-16,-9-1-5 0,-2 2-3 0,-6-3-1 15,-3 0 1-15,-7-10-3 0,0 8-2 0,-5-10-3 16,-2 0-2-16,1-3-2 0,-11 6 3 15,7-8-2-15,1-4 2 0,-3 3-3 0,2-6 0 16,-1-1 2-16,1-3 1 0,0 3 7 0,6-11 4 16,2 3 5-16,1-3-6 0,4-1 3 0,1-3-1 0,2 0 0 0,2-1 17 15,-1 1 18-15,2-3 0 16,-1 0 2-16,2 1 0 0,3-3 5 0,-5 3-4 0,5-3-6 16,-2 2-4-16,2-2-6 0,0 0-22 0,0 0-21 15,0 0-32-15,19-5-45 0,-8 0-46 0,8-3-82 16,-1 0-247-16,9-5-484 0,0-1 214 0</inkml:trace>
  <inkml:trace contextRef="#ctx0" brushRef="#br0" timeOffset="87525.71">18041 10210 174 0,'0'0'250'0,"0"0"-13"0,0 0-11 0,0 0-10 15,0 0-15-15,0 0-13 0,0 0-11 0,0 0-13 16,0 0-19-16,0 0-12 0,0 0-7 0,0 0-21 16,0 0-19-16,15-4-18 0,-4 3-23 0,7-2-20 15,1 1-25-15,10 0-31 0,1-1-43 0,0 2-40 16,5-3-37-16,-1 4-215 16,-4-4-397-16,-3 2 175 0</inkml:trace>
  <inkml:trace contextRef="#ctx0" brushRef="#br0" timeOffset="87726.19">18147 10383 40 0,'-6'2'291'16,"0"2"-23"-16,2-3-16 0,0 0-13 0,4-1-12 15,-5 3-4-15,5-3-35 0,0 0-22 16,0 0-25-16,15 0-20 0,4-3-11 0,4 1-29 15,9-4-30-15,3 1-32 0,17-1-43 0,-1-1-41 0,3 2-43 16,2-6-46 0,0 5-191-16,-2-4-373 0,-3-1 165 0</inkml:trace>
  <inkml:trace contextRef="#ctx0" brushRef="#br0" timeOffset="88089.49">19454 10082 137 0,'-3'-1'162'0,"3"1"-17"0,-12-2-17 0,6 2-9 16,6 0-14-16,-16 2-8 0,6 3-6 0,1-2-6 15,-1 1-14-15,-5 4-1 16,1 1-4-16,0 1-9 0,1 1 1 0,-1 2-5 15,2-1-5-15,-1 3-4 0,2-1-5 0,3 1-4 16,-1 0 3-16,1-1-7 0,4 0 7 0,2-3 14 16,2 2 24-16,2-1 19 0,4-1 14 0,5 1 10 15,2 0 1-15,9-3-3 0,6-1-5 0,7-4-14 16,0-1-6-16,4-5 5 0,13-1 2 0,-17-2 6 16,-2-5 10-16,-5-1 5 0,0 0-4 0,-5-3 3 0,-1-3-4 0,-7 3-17 15,-4-1-9-15,-3-2-4 0,-4-4-12 0,-3 4-27 16,-2-3-22-16,-7 2-39 0,-6-5-36 0,-6 6-45 15,-10 3-54-15,-8 1-47 0,-17 3-63 0,-10 5-281 16,0 1-584-16,-26 2 259 0</inkml:trace>
  <inkml:trace contextRef="#ctx0" brushRef="#br0" timeOffset="89377.42">9682 12244 234 0,'0'0'261'0,"-2"-6"-25"0,2 6-19 15,-1-3-17 1,1 3-18-16,-1-5-20 0,1 5-17 0,0 0-20 15,0 0-12-15,0 0-17 0,0 0-19 0,0 0-14 16,0 0-12-16,0 0-5 0,0 0-10 0,0 0-9 0,0 17 6 16,0-7-7-16,1 0-3 0,-1 6 0 0,-1 0-3 15,-1 3-2-15,1-2-4 0,-1 2-2 0,-1 7 0 16,-2-2-1-16,1-4-1 0,0-1-1 0,-1 0 1 16,3 1-2-16,-2-4 0 0,1-4-5 0,1-3 3 0,0 2 1 15,-1-5 0-15,3 0 4 0,-3-1 20 0,3-2 28 16,0-3 33-16,-1 3 41 0,1-3-17 0,0 0-11 15,0 0-7-15,12-18-12 0,-6 8 4 0,1-5-24 16,2-3-6-16,3 3-2 0,-2 0-12 0,-1-1-1 16,5 0-3-16,-5 1-5 0,-3 5-2 0,6 0-10 15,-7 1 13-15,0 5-16 16,-1-1-6-16,1 1-4 0,0 0-7 0,-2 1-9 16,-1 2-5-16,-2 1-10 0,9 0 2 0,-9 0-1 15,8 6 1-15,-3 1-2 0,0 2 2 0,-1 1 0 16,1 7 0-16,-1-1 3 0,-2 3-1 0,2-2 5 15,-1 2 0-15,-1-3-4 0,2 1-2 0,-3-5-6 16,2-2 2-16,-2 0 0 0,1-3 1 0,-2-2 5 16,1 0 6-16,-1-1 32 0,1 0 14 0,0-1 37 0,-1-3 18 0,0 0-13 15,7-8 6-15,-1 0-21 0,2-4-13 0,2-2-2 16,0-1-5-16,4-7 2 0,-1-2-12 0,1 4-3 16,-4 2-12-16,2 2-3 0,-2-1 4 15,-2 7-4-15,-2 1-4 0,2 1-3 0,-3 2-6 0,0 0-13 16,-2 0-23-16,-1 3-20 0,2 1-9 0,0 1 1 15,-4 1 2-15,10 2-7 0,-2 3 2 0,-2 3-4 0,3 1-10 16,6 1-26-16,0 4-27 0,0-1-41 0,5 3-30 16,5 0-51-16,-8-4-239 0,10 2-533 0,-2-1 236 0</inkml:trace>
  <inkml:trace contextRef="#ctx0" brushRef="#br0" timeOffset="89562.28">10708 12364 327 0,'1'-5'354'0,"0"1"-35"0,1 0-41 0,1 1-16 16,1-2-40-16,1 3-20 0,7-2-20 0,-1-2-17 0,7 0-38 0,0 3-29 15,0-1-42-15,1 3-60 0,2-3-53 0,-1 1-60 16,-2 3-56-16,-4 0-201 0,0 0-405 0,-3 0 180 15</inkml:trace>
  <inkml:trace contextRef="#ctx0" brushRef="#br0" timeOffset="89731.51">10753 12479 100 0,'-2'3'156'0,"0"2"-21"0,2-5 5 0,-2 2 13 16,2-2 7-16,8 3-9 0,2-2-15 0,3 0-15 15,6-2-10-15,9 2-11 0,2-2-18 0,3 0-26 16,0-2-36-16,0 1-46 0,3-3-64 0,-3 0-162 16,1 3-271-16,-2-2 121 0</inkml:trace>
  <inkml:trace contextRef="#ctx0" brushRef="#br0" timeOffset="90079.21">11531 12197 66 0,'0'-8'334'0,"-3"3"-19"15,3 0-13-15,3-2-20 0,-3 5-22 0,0-4-26 16,0 6-23-16,0-6-23 0,0 6-23 0,0-3-20 0,0 3-18 16,0 0-28-16,0 0-29 0,0 0-22 0,0 0-15 15,0 0-7 1,0 0-2-16,-3 15-5 0,3-6-4 0,0 6 3 15,-1 2-5-15,-1 7-4 0,0 1 2 0,-3 2-3 0,5-1-3 16,-4 3 0-16,3-3 9 0,-3 1-10 0,3-7 1 16,-3 4 2-16,1-5-3 0,3-2 2 15,0-5-1-15,0 0-1 0,0-2 1 0,0-3 3 16,0-1-2-16,3 0 4 0,-6-2 2 0,3-1 6 0,0 0 20 16,0-3 16-16,0 6 5 0,0-6 6 0,0 3 0 0,0-3-4 15,0 0-2-15,0 0-11 0,0 0-8 0,0 0-28 16,0 0-43-16,0 0-56 0,0 0-63 0,0 0-77 15,0 0-298-15,-5-11-568 0,4 7 252 0</inkml:trace>
  <inkml:trace contextRef="#ctx0" brushRef="#br0" timeOffset="90279.71">12071 12430 177 0,'0'0'294'0,"3"2"-33"0,-1 0-31 15,-2 2-16-15,-2 1-28 0,-4 6-17 0,-2-2-17 16,-3 5-14-16,-4 8-14 0,1 0-39 0,-4 2-53 16,2-2-57-16,-6-1-84 0,-5 0-213 0,0-1-348 15,-3-6 155-15</inkml:trace>
  <inkml:trace contextRef="#ctx0" brushRef="#br0" timeOffset="91868.28">12468 12035 160 0,'6'-3'177'0,"0"0"-16"0,4-1-20 15,2 1-19-15,-1 3-10 0,7 0-14 0,0 0-13 16,0 3-5-16,1 1-1 0,-2 1-13 0,-2 2-4 16,-3 0-7-16,3 3-1 0,-4 1-10 0,-3 0-2 15,-3 0-7-15,-1 6 0 0,-2 0-2 0,-6 1 1 16,-4-1-14-16,-5 7 8 0,-6-3-10 0,0 1 2 0,-3-2 0 16,0-2-2-16,-2-1-2 0,9-6-4 0,-2 1 8 15,2-4-10-15,2 0 3 0,5-4-3 0,-2 3 0 0,1 0 0 16,3-4 1-16,1-2-2 0,-1 3 1 0,4-3 6 15,2-1 2-15,0 6 4 0,0-6 5 16,11 4-1-16,0-2 0 0,5 1-2 0,3-1-1 0,3 1 0 16,5 2-1-16,1 0-7 0,-5 0 2 0,4 0 5 0,-9 2 1 15,1-1-2-15,1 3 1 0,-4-2-4 0,0 2-1 16,-2 2 2-16,-3-5-5 0,-2 5 0 0,-3-5-4 16,-1 5-1-16,-1-6-3 0,-4 6 1 0,-4 0 3 0,0-1-1 15,-6 1 0-15,-7 2-1 0,-7 0-1 16,-6-1 3-16,-4-2 1 0,-3 2-2 0,0-4-6 15,0 1-3-15,-4-2-3 16,5-2-12-16,1 2-19 0,0-1-27 0,3-5-20 16,4 2-29-16,8-3-21 0,7 0-29 0,1 0-152 15,6-3-338-15,2 1 149 0</inkml:trace>
  <inkml:trace contextRef="#ctx0" brushRef="#br0" timeOffset="92115.62">13102 12513 2 0,'0'0'279'0,"0"0"-32"15,0 0-26-15,0 0-28 0,2 3-20 0,-2-3-13 0,-7 9-21 16,2-1-17-16,-3 2-11 0,-2 4-10 0,-5 0-30 16,1 6-40-16,-5-2-32 0,-3 3-46 0,1-2-62 15,-3 0-174-15,-3-3-305 0,2-3 135 0</inkml:trace>
  <inkml:trace contextRef="#ctx0" brushRef="#br0" timeOffset="92823.95">13446 12141 5 0,'-4'-2'258'0,"4"2"-9"0,0 0-26 15,0 0-10-15,0 0-24 0,0 0-20 0,0 0-16 16,13-5-15-16,0 1-17 0,0 3-10 0,7-2-20 16,-2 0-11-16,5 1-12 0,8-3-19 0,-2 3-15 15,3-2-6-15,-4 2-23 0,-5-1-19 0,-1 1-13 16,-6 0-8-16,-4 1-6 0,-1 1-1 0,-4-2 0 16,-3 2 5-16,-4 0-3 15,0 0 3-15,0 0 9 0,0 0 0 0,-40 4-6 16,17-2 15-16,-6 3 1 0,-1 2-1 0,0-3 9 15,0-1 2-15,-2 3 3 0,4-1 1 0,1-2 9 16,8 1 2-16,-1 1 0 0,-1 0 1 0,8-1-1 16,3-4-1-16,0 3 1 0,1-1 1 0,1 2-4 15,3-3-2-15,-1 1-1 0,6-2 5 0,-6 3 0 16,2-2 16-16,4-1 7 0,-2 1 12 0,2-1 19 0,0 0 5 16,4 7 0-16,1-6 1 0,1 3 0 0,4-2-7 0,1 1 5 15,4 0-1-15,5 6 1 0,0-5 1 0,11 5 1 16,-4 0 0-16,1 3-1 0,-2 1-5 0,1 3-3 15,-4-1-2-15,-1-1-8 0,-3 6-5 0,-6-4-3 16,1 6-6-16,-1 2-2 0,-8-1-5 0,-2 3-4 16,-6-1-1-16,-3-2-2 15,-6 3-3-15,-2-3-2 0,-5-2-1 0,2-3 0 16,-1-4-2-16,3-5 0 0,0 1 1 16,3-3 2-16,2-2 11 0,2-2 18 0,2 1 28 15,0-3 21-15,-1-1 2 0,7 0 3 0,-10-5 17 0,7 2-3 0,1-6-25 0,3-1-41 0,3-1-46 16,6-4-41-16,2 0-39 0,7-2-40 0,1-1-72 15,5 0-83-15,-5 6-277 16,4-2-599-16,-2 2 265 0</inkml:trace>
  <inkml:trace contextRef="#ctx0" brushRef="#br0" timeOffset="96399.9">16643 12043 101 0,'0'0'154'15,"4"-2"-10"-15,-4 2-10 0,0 0-9 0,1-4-13 16,-1 4-6-16,0 0-5 16,0 0-11-16,4-2-8 0,-4 2-1 0,0 0-5 0,0 0-13 0,0 0-11 15,0 0-4-15,0 0-8 0,-10 7-6 0,0-1-1 16,-5 4 0-16,-9 3-3 0,-3 1-3 0,-1-1-4 15,-2 3-6-15,-1 0 2 0,0 2-3 0,1 2-4 0,0-4-3 16,4 1 8-16,-1 0-18 0,3 1 14 0,2-1-5 0,-1 0 0 16,6-4-3-16,4 0 1 0,2 1 3 0,-1-2-8 15,7 1 3-15,-1-2-4 0,3-1 5 0,3 0-1 16,0 1-2-16,4-2 5 0,2 2-1 0,6 0 3 0,2 1 1 16,3-1 0-16,7 1-4 0,0 0 6 15,4-3-7-15,-1 3 3 0,-1 1-4 0,-6-8 0 16,3 6 1-16,-4-1-2 15,-5-3 2-15,-2-2-2 0,-2 3-4 0,-1-3-2 16,-4 2 2-16,-1-2 1 0,-4 2-4 0,0-1 8 16,-6 1 3-16,-2 2-3 0,-7-1 2 0,-5 1 1 15,-8 2-5-15,0 2 3 0,-1-4 0 0,-1 2-1 16,1-4 2-16,0 0 2 0,-2 0-1 0,4 1-1 16,-3-3-1-16,3-1-2 0,6 0 0 0,1-2 0 15,2 1 2-15,5-2 4 0,-1 1 0 0,9-2 16 0,0 0 9 0,5 0-15 16,-5-4-17-16,5 4-17 0,14-8-4 0,4 0 3 15,15-3-4-15,3 4 3 0,16-8-3 0,3 1-7 16,4-2 1-16,2 5-4 0,0-3 0 0,2 1 0 16,-3 3 12-16,0-4 1 0,-10 3 2 0,-12 3 4 15,-1 2 4-15,-3-2-9 0,-1 2 4 0,-4-1 9 16,-11 0 23-16,-2 5 29 16,-4-1 20-16,-3 1 19 0,-4-1 15 0,2-1 1 15,0 1 4-15,-4 2-20 0,-3 1-7 0,4-4-10 16,-4 4-9-16,0 0-10 0,0 0-5 0,-13-1-5 15,13 1-4-15,-18 1-4 0,4 3-8 0,1 2-1 16,-6 1-3-16,2-2-4 0,0 5-1 0,1 1-4 16,1-3-1-16,-1 4-1 0,3-2-3 0,2-2-1 15,2 1-3-15,0-1 0 0,3 2 0 0,2-6-4 0,0 3-7 0,2-2-2 16,-1 2 2-16,6-5 8 0,1 2 3 0,2-3 0 16,7 1 3-16,6-4 0 0,9-3-6 15,3 1 10-15,-2-4-5 0,0 3-3 0,2-2 4 0,-5-3-3 16,-11 3 1-16,3-2-2 0,-6 2 3 0,1-3-2 15,-4 2-5-15,-1-3-6 0,-4 0-11 0,2-5 1 16,-4 4-7 0,-2 0-3-16,-2-1-1 0,-3 4-7 0,0-1-2 0,-3 0-4 15,1 4-4-15,-2 1-5 0,-1 1-12 0,-2 1-9 16,-2 0-17-16,4 3-17 0,-2 3-24 0,-2-1-19 0,8 0-44 16,-3 0-129-16,1 0-347 0,3 1 154 0</inkml:trace>
  <inkml:trace contextRef="#ctx0" brushRef="#br0" timeOffset="96865.05">17223 12582 148 0,'0'0'175'15,"0"0"-6"-15,0 0-3 0,0 0-2 0,2 4-4 16,-2-4 6-16,0 0 3 0,0 0 14 0,0 0 10 16,0 0-3-16,0 0-7 0,7-8-21 0,-4 2-3 15,1 0-10-15,1-1 1 0,1-2-18 0,2-3-5 16,-1-4-11-16,3-2-15 16,-3 1-7-16,7-12-8 0,-5 3-10 0,0-4-9 15,1 1-3-15,-1-2-6 0,-1 1-12 0,1 4-2 16,-3-3-1-16,-2 2-2 0,1 1-10 0,-1 7 2 15,1 1 2-15,-3-1-7 0,0 3 4 0,2 4-7 16,-3 0 5-16,0 2 2 0,-2 0 0 0,2 5-6 16,-1-1 13-16,0 2-22 0,2 0-8 0,-2 0-2 15,0 4-20-15,0-5-9 0,0 5-17 0,0 0-4 0,0 0-1 16,-13 9 7-16,5 2 2 0,-1 6 2 0,-6 5 0 0,1 7 4 0,-4 3 1 16,-1 14 4-16,0-3 3 0,8-8 1 0,-4 9-1 31,9-12 8-31,-1 2-1 0,5-5 1 0,0 3 1 0,5-6 1 0,1-1 4 15,1-7-3-15,5 0 7 0,8 0-4 0,4-5-5 0,7-1-27 16,3-4-51-16,6-1-83 16,16-6-127-16,-16-7-203 0,0-1-542 0,-3-5 239 15</inkml:trace>
  <inkml:trace contextRef="#ctx0" brushRef="#br0" timeOffset="97535.4">17660 11971 61 0,'0'0'232'0,"0"0"-12"0,4-6-15 0,-4 3-21 15,0 3-22-15,0 0-19 0,4-2-18 0,-4 2-11 0,0 0-13 16,0 0-13 0,0 0-12-16,0 0-7 0,3 11-8 0,-3-6-6 15,0 3-6-15,-2-1-7 0,1 6-4 0,0-2-3 16,-1-1-7-16,0 2-2 0,-2-2-3 0,3 2-1 0,-1-2 3 16,-1 1-7-16,0-5-1 0,3 0 0 0,-1-1-1 15,1-1 1-15,-1-1 8 0,1-3 34 16,0 6 28-16,0-6 10 0,0 0 9 0,0 0-4 15,0 0-15-15,23-13-2 0,-11 6-11 0,4-5-5 0,2 0-1 0,-2 0-6 16,2-1-9-16,0 1-2 0,-4 1-5 0,0 1-6 16,-2 5-5-16,-5-1-7 0,0 0-1 0,-1 3-5 15,-2 1-9-15,5 0-15 0,-3 2-10 0,3 3-13 16,3 1-6-16,-3 6-13 0,5 2-27 0,0 2-49 16,4 7-65-16,2-4-88 0,-3-4-184 0,-1-1-496 15,2-1 220-15</inkml:trace>
  <inkml:trace contextRef="#ctx0" brushRef="#br0" timeOffset="98399.8">18648 12201 76 0,'0'-5'295'0,"0"-2"-22"0,0 2-15 0,3 0-21 15,-3 1-20-15,0 1-23 0,1-1-17 0,-1 4-24 16,0-6-16-16,0 6-15 0,0 0-15 0,4-4-12 16,-4 4-10-16,0 0-10 0,0 0-9 0,13 7-7 15,-8-1-6-15,1-2-6 0,3 3-6 0,-1 0-4 16,-1 2-13-16,0-1-5 0,4 1-2 0,-2-1-2 15,2 2-3-15,1-3 0 0,-2-2-1 0,0 1-4 0,1-2 2 0,-1 0 0 16,-1-3 0-16,1-1-3 0,-1-2 2 0,2-3 6 16,0 0 5-16,-1-2 15 0,-1 1-3 0,1-2 7 15,-1-1-5-15,3-3 6 0,-3-2 1 0,1 2-2 16,-1 0-3-16,1-1 1 0,-4 1-2 0,2 1 3 16,-1 1 0-16,-1 0-4 0,-2 3 8 0,1 3-14 15,-3 0 0 1,1-2-6-16,0 1-7 0,-2 4-17 0,1-2-19 0,-2 3-26 15,0 0 4-15,0 0 0 0,3 9 6 0,-2 1 0 16,-1 5 4-16,-1 10 2 0,-3 5 2 0,2 0 4 16,-4 19 5-16,3-3 0 0,-4 1 5 15,1 4 1-15,-4 1 3 0,2 1-1 0,-3 0 2 0,3 0 17 16,-1-3 4-16,1-2-2 0,1-2-2 0,-1-11 0 16,0 11 0-16,4-11 0 0,-1-2 0 0,0-2 0 0,0 1-2 15,0-1 11-15,-3-8-8 0,-1 1-4 0,4-10 3 16,0 1 1-16,0-5-1 0,-3-1 7 0,0 0 9 0,-2-4 10 15,1 2 19-15,-2-6 10 0,-3-2 6 16,2-3 10-16,-4-3 8 0,0-1 5 0,1-5 15 16,1 0 5-16,-1-4 3 0,-1-3-8 0,2-6-17 15,8-1-11-15,2-4-22 0,4 0-16 0,8-2-14 0,6-15-13 0,5 5-1 16,7-3-3-16,2 2-2 0,4 1-3 0,2 1-1 16,8 5 2-16,-1 4 10 0,1 2-7 0,2 4 6 15,-10 7-1-15,-1 2-6 0,2 1-8 0,-4 2 12 16,-4 1-4-16,-3 0 14 0,-5 6-16 0,-2-1 0 15,-6 4 6-15,2 1-7 0,-4-1-3 0,1 1 5 16,-4 1-7-16,-2-2 12 16,0 4-12-16,1 0 3 0,-4-1 3 0,5 0-16 15,-6 2-13-15,6-2-16 0,-6 2-16 0,1-3-21 16,-1 3-31-16,0 0-38 0,0 0-62 0,0 0-64 16,0 0-65-16,0 0-217 0,0 0-600 0,0 0 266 15</inkml:trace>
  <inkml:trace contextRef="#ctx0" brushRef="#br0" timeOffset="98653.34">19633 12301 127 0,'0'0'303'0,"0"0"-29"0,5-8-25 0,1 3-23 15,1 0-25-15,5 1-22 0,4 0-24 0,4-1-19 0,1 0-24 16,5 0-42-16,2 2-36 0,0-2-60 0,-6 4-60 16,-1-3-64-16,-4 1-151 0,-3 2-326 0,-2-2 145 0</inkml:trace>
  <inkml:trace contextRef="#ctx0" brushRef="#br0" timeOffset="98800.48">19636 12476 85 0,'-5'6'179'0,"1"-3"22"0,-1 1 12 0,5-4 2 0,0 3-8 0,7-1-21 16,5 0-14-16,8 0-20 0,11-2-16 0,2 1-39 16,3-2-66-16,3-4-81 0,-2 3-101 15,-2-4-129-15,-3-3-301 0,-4 4 134 0</inkml:trace>
  <inkml:trace contextRef="#ctx0" brushRef="#br0" timeOffset="99872.07">21022 12218 138 0,'0'0'167'0,"0"0"-26"0,-6 0-4 0,6 0-18 16,0 0-13-16,0 0-10 0,0 0-9 0,0 0-7 0,-4-4-8 0,4 4 4 15,0 0-1-15,0 0-5 0,0 0-2 0,0 0-3 16,23 0-7-16,-9-3-8 0,0 1-1 0,7-2-8 16,-1 0-5-16,7-1-4 0,1 0 2 0,-6 1-4 15,-2-2-5-15,7 0-2 0,-5 1 7 0,-6-5-8 16,1 5-7-16,1-2 0 0,-7 2 10 0,-2 1 12 0,0 1 18 15,-2-1 5-15,-2 1 6 0,-1 0-11 0,0-1-4 0,-4 4-14 16,0 0-10-16,0 0-5 0,-16-3-1 0,3 5-5 16,-6 3-3-16,-4-1 0 0,-9 7-2 0,4 2-6 15,-4 0 1-15,2 5-2 0,-5 1 1 0,3 2-1 16,-10 8 3-16,2 3-8 0,12-10-1 0,0 5-1 16,3-1 5-16,3 5-4 0,1-4 0 0,4 3 1 15,6 0-1-15,2-3 3 16,3 0-2-16,7-8 4 0,3 0 1 0,5-2 16 15,4-2 0-15,10 3 0 0,4-8 0 0,3 0-1 16,4-4 0-16,0 1-11 0,1-6-3 0,0 0-8 16,-3-3 0-16,-5-1-2 0,-8-2 5 0,8 0-1 15,-8-2-3-15,-5-2 7 0,-1 1 11 0,-3 0 21 16,-1 2 20-16,1-4 21 0,-3 4 10 0,-2-2 12 16,-1 3 10-16,-3 0 7 0,4 0 2 0,-3 1-3 0,0-1-18 0,-2 2-6 15,5 1-10-15,-5 2-16 0,3-3-15 0,-3 3-17 16,0 0-15-16,0 0-3 0,0 0-9 15,0 14-1-15,-3-5-4 0,-3 7-3 0,1 1 3 0,-2 6-6 16,1 5 3-16,-1-2 3 0,-3 1-3 0,5 0-2 16,1 2 6-16,-1 0-4 0,1-3 3 0,-1 0-4 15,4-8 2 1,-2-1 1-16,2 0 2 0,1-8-2 0,-1 3 1 16,1-4 4-16,-3 0 2 0,3-2 1 0,0-2 10 0,0 2 19 15,0-4 18-15,0-2 32 0,0 7 11 0,0-7 6 16,0 3-11-16,0-3 12 0,3 2-9 15,-3-2-7-15,0 0-18 0,0 0 1 0,0 0-4 16,0 0-8-16,0 0-4 0,0 0-7 0,0 0-3 0,0 0-10 16,0 0-19-16,0 0-19 0,0 0-24 0,0 0-79 0,0 0-77 15,0 0-66-15,10-12-58 0,-6 3-68 0,1 1-268 16,0-1-696-16,0-1 307 0</inkml:trace>
  <inkml:trace contextRef="#ctx0" brushRef="#br0" timeOffset="100341.65">21751 12601 173 0,'0'0'198'0,"0"0"-15"15,0 0-21-15,0 0-14 0,0 0-19 0,25-5-10 16,-9 2-12-16,0-3-16 0,5 1-2 0,4-3-14 16,-4-1-6-16,3-2-6 0,2 0-8 0,-3-2-7 0,1-3-2 0,-4-2-3 15,6 4-9-15,-4-6 0 0,-7 7 2 0,4-5-12 16,-8 2-1-16,1 1 6 0,-2 0-2 0,0-2 7 15,-2 3 2-15,-3-1 6 0,-1 3 6 0,-4 2 0 16,0-2 2-16,0 3-10 0,0 4-5 0,-4 0-5 16,2 1-3-1,-6 1-4-15,-2 0-6 0,-3 6-1 0,-3-1-4 16,0 5-1-16,-4 4-5 0,-3 5 1 0,2 3-5 16,-1 1-4-16,3 1 1 0,3 1-4 0,-1 1 7 15,8 0-2-15,0 6 1 0,5-5 1 0,4 2 0 0,4-1 3 16,1-8 4-16,6 0 5 0,9 2 3 0,5-2 0 15,6-7 1-15,4 2-21 0,3-9-48 0,16-2-80 16,2-2-99-16,-5-8-130 0,0-2-388 16,-1-3 173-16</inkml:trace>
  <inkml:trace contextRef="#ctx0" brushRef="#br0" timeOffset="101422.34">22417 11926 16 0,'3'-4'231'0,"0"0"-21"0,2-1-19 0,0 1-20 16,0 0-20-16,4 0-16 0,4 1-15 16,-1 1-7-16,1 0-18 0,4 2-8 0,-3 0-9 0,0 4-9 0,4 1-8 0,-4 1-7 15,3 1-7-15,-4 3-1 0,-1 1-3 16,-3 4-5-16,0-1-5 0,-2 4-4 0,-2-1 0 15,-4 3-1-15,-2-2-6 0,-6-1 2 0,0 7-5 0,-2-1-3 16,-5 0-6-16,-2-1 9 0,1-8-3 0,2 3 3 16,0-4-7-16,-2 0 2 0,6-4-2 0,-1-1-1 15,2 0 5 1,3-3 5-16,-1-2 17 0,2 0 22 0,1 0 29 16,0 0 32-16,3-3 36 0,0 0 22 0,0 0-17 15,0 0-14-15,0 0-16 0,12-17-13 0,-3 8-13 16,5-3-10-16,7-6-11 0,-1-1-11 0,-1 2-4 15,4-2-6-15,-2 0-8 0,-6 7-5 0,-2 1 0 16,-4 3-9-16,2 2-6 0,-2-1-5 0,-5 2-8 0,1 1 5 16,-1 0-13-16,0 2-15 0,0-1-17 0,-4 3-33 0,4-1-6 15,-4 1 0-15,0 0 4 0,2 9 2 0,-1-4 2 16,-2 4 13-16,1 2-6 0,1 4 0 0,1 3 2 16,0 0-15-16,2 3-21 0,3 4-32 0,1 0-54 15,4-7-53-15,3 5-77 0,7-7-201 0,5-1-533 16,-3-4 235-16</inkml:trace>
  <inkml:trace contextRef="#ctx0" brushRef="#br0" timeOffset="101776.65">23289 12455 177 0,'0'0'218'0,"0"0"-3"15,0 0-3-15,0 0 1 0,0 0 1 0,0 0-3 16,0 0-16-16,0 0-16 0,0 0-19 0,0 0-17 16,23-5-13-16,-4 1-10 0,1 1-19 0,9-1-15 15,0-1-20-15,5 2-30 0,-1-2-21 0,0 4-25 16,1-3-22-16,-4 2-32 0,-10 0-32 0,2 2-31 0,-3-3-28 0,-5 3-40 16,-3-2-141-16,-4 0-363 0,-3 0 161 0</inkml:trace>
  <inkml:trace contextRef="#ctx0" brushRef="#br0" timeOffset="101992.83">23482 12296 64 0,'0'-3'344'0,"0"-2"-9"0,0 3-23 0,0 2-33 15,-1-6-34-15,1 6-26 0,1-4-30 0,-1 4-19 16,0 0-21-16,0 0-14 0,-4 20-20 0,1-4-11 15,-1 3-10 1,0 9-10-16,0 0-7 0,-1 1-16 0,1 4-16 16,-1 0-50-16,4 1-53 0,-2-2-62 0,1 0-99 0,-5-4-218 15,3-11-473-15,-1-5 210 0</inkml:trace>
  <inkml:trace contextRef="#ctx0" brushRef="#br0" timeOffset="102734.98">24174 12171 216 0,'-4'-1'224'16,"4"1"-10"-16,-5-3-14 0,5 3-15 0,-4-3-17 15,4 3-13-15,-3-4-13 0,3 4-12 0,0 0-15 16,0 0-9-16,5-5-13 0,2 5-9 0,4-1-8 16,1-3-10-16,1 0-5 0,6-1-6 0,0 0-2 15,1-1-9-15,-1-1-5 0,8-1-2 0,-5 2-1 16,-3-1-7-16,0-1-1 0,-2 0-2 0,-1 0-1 0,-4 2-4 15,1 0 9-15,-4 0 1 0,-2 1 5 0,2 1-2 0,-4 1-1 16,-1 2-7-16,1 0-5 0,-5 1-7 0,4-3-7 16,-4 3 2-16,0 0-6 0,0 0-1 0,-23 12 3 15,9-2-9-15,-4 1 4 0,-2 4-1 0,-3 3-1 16,0-1 0-16,-1 3-1 0,3 4 2 16,-2-5-8-16,5 8 8 0,0-3 5 15,2 2-8-15,4-1 5 0,0 4-1 0,4-6 3 16,3 3 0-16,3-8 0 0,5 0 1 15,3 1 0-15,8-4-3 0,3 4 2 0,7-5-12 16,4 1-22-16,-1-4-45 0,3-1-57 0,2-3-58 0,-6-3-216 16,1-1-440-16,-8-3 195 0</inkml:trace>
  <inkml:trace contextRef="#ctx0" brushRef="#br0" timeOffset="103110.95">24554 12410 49 0,'0'0'194'0,"0"0"-15"0,0 0-22 0,0 0-15 16,0 0-11-16,0 0-17 0,0 0-11 0,17 5-13 15,-10-1-8-15,-1 1-5 0,-2 0-16 0,2 2-10 16,0 0 6-16,-1 3-15 0,0-3 1 0,-3 5-6 15,-2 0-2-15,0 0-6 0,-3 5-1 0,-4 0-1 16,-1 1-1-16,-4 4-1 0,-3-1-2 0,-3 1-1 0,2-2-9 0,0-6 3 16,1 0-1-16,-1-3 2 0,5-3-2 0,2 1-4 15,0-3 1-15,2-1 1 0,1-1-1 0,1 1 6 16,1-2 21-16,2-1 20 0,-1 0 14 0,3-2 11 16,-2 5-2-16,2-5-9 0,9 1-6 0,2-1-6 15,5 0-3-15,6-2-8 0,8-1-4 0,-1 0-7 16,6 0 0-16,-1-1-5 0,3-1-6 0,1 1-4 0,-4 3 0 0,2-2-3 15,-6 2-1-15,-8 0 14 0,-3-1-13 0,-6 1-27 16,0 1-25-16,-5 0-31 0,-1 0-28 0,1-1-34 16,-2-1-59-16,-6 2-225 0,-2-6-442 15,2 6 196-15</inkml:trace>
  <inkml:trace contextRef="#ctx0" brushRef="#br0" timeOffset="103596.61">25322 12436 61 0,'0'0'216'15,"0"0"-10"-15,0 0-13 0,-4-4-17 0,4 4-22 16,0 0-14-16,0 0-14 0,12-7-12 0,-6 4-12 16,5 1-11-16,6-4-7 0,-1 0-7 0,4-2-11 15,10-2-9-15,-4-3 0 0,0 1-9 0,2-2-7 0,0-2-4 16,-1-1-4-16,-3-2-9 0,2-1-9 0,-7 1 1 15,0 0-4-15,-1 0-2 0,-6 3-2 16,-2 1 4-16,-1-1 4 0,-3 1 6 0,-3 5-8 0,-1-2 3 0,-2 3-2 16,-2-1-5-16,-1 1 1 0,-3 2-6 0,-2 2-1 15,-2 0-1-15,-2 3 0 0,-3 1 1 0,-2 2-3 16,-2 1 1-16,0 5-4 0,0 0 1 0,-7 6-11 16,5 3 9-16,1 3 3 0,3 1-4 0,-2 3 0 15,4 2 7-15,5 0-3 0,0-2-3 0,6-3 4 16,5-1-2-16,3 0 5 0,4 0 2 0,6 2 3 0,8-2-1 0,1-2 3 15,6-3-8-15,5-7-34 0,19 4-56 0,-2-7-69 16,-14-4-185-16,15-2-370 0,-2-4 165 0</inkml:trace>
  <inkml:trace contextRef="#ctx0" brushRef="#br0" timeOffset="104213.54">25961 11664 96 0,'0'0'164'0,"0"0"-16"0,10 0-24 0,-10 0-14 0,11 0-2 16,-4 0-11-16,-2 3-12 0,8-1-15 0,-4 1 3 0,0 1-8 15,1 1-6-15,-1-1-3 0,-1 3 1 0,-3-1-13 16,3 1 2-16,-3 1-8 0,-1 1-4 16,-3-1-8-16,-1 4 4 0,-3-3-6 0,-2 4-2 15,0-3 1-15,-5 5-8 0,0-1 6 0,-1 1-7 0,0-3 1 16,-1 1-1-1,6-1 0-15,-3-3-3 0,5-1-2 0,-1 2-1 16,1-3-6-16,4 1 4 0,0-1 2 0,0-1 2 16,4 2-4-16,3-2 2 0,0 2-4 0,2-3 3 15,1 2-1-15,4-1-1 0,-2 1-3 0,1 1-1 0,-2-2-1 16,1-1 5-16,2 5 0 0,-5-5-1 16,-2 2 1-16,1 0 4 0,-2-2-2 0,0 0-1 15,-3 2 1-15,0-2-4 0,-2 3-3 0,-2-4 13 0,-2 1-14 0,-2-1 2 16,-4 2 1-16,-2-2 1 0,-6 1 1 0,-1-2-15 15,-1 0-16-15,1 0-35 0,-1-1-27 0,0-2-55 16,1-1-111-16,0-1-275 0,3-1 123 0</inkml:trace>
  <inkml:trace contextRef="#ctx0" brushRef="#br0" timeOffset="104630.2">26363 11776 29 0,'3'-2'188'0,"2"1"-20"0,-5 1-24 16,0 0-12-16,9 5-10 0,-4 0-15 16,-1-2-9-16,0 4-13 0,1 1-4 0,-2 1-11 0,1 2 0 15,-2 2-9-15,-1-1-10 0,-2 4-9 0,1-6 4 16,-4 4-3-16,0-2-4 0,1-1-8 0,-4-1-8 15,2 3 3-15,-1-4 1 0,-1 1 0 0,2-3-3 16,-2 1-3-16,3-3 6 0,0 0 15 0,1-2 17 0,1 2 22 0,-1-3 21 16,3-2 25-16,-1 5 14 0,1-5-9 0,0 0-11 15,0 0-10-15,15-4-11 0,-3-2-6 16,1 1-14-16,3-1-9 0,-4-2-3 0,4 0-6 16,-5 2-2-16,0 0-5 0,0-1 16 0,1 2-16 0,-4 0-1 15,-1 2-8-15,0-1-4 0,-2 2 3 0,-1 0-25 16,1 1-11-1,-5 1-21-15,5-2-7 0,-5 2 1 0,7 7 0 16,-4-3 0-16,0 4-3 0,-1 0 2 0,1 5-6 0,-1-2-9 16,4 6-32-16,1 1-27 0,1 0-47 15,-1-1-49-15,9 4-79 0,-3-6-181 0,-1-3-485 16,4-5 214-16</inkml:trace>
  <inkml:trace contextRef="#ctx0" brushRef="#br0" timeOffset="104915.42">27006 12182 46 0,'-6'2'238'0,"6"-2"-4"0,0 0-8 0,0 0-10 16,0 0-22-16,0 0-19 0,0 0-18 0,0 0-14 16,26-8-13-16,-14 8-16 15,8-4-11-15,1 4-5 0,11-5-16 0,0 0-14 16,3 1-14-16,2 1-18 0,-2 2-22 0,1-5-33 16,0 1-25-16,-3 3-34 0,-3-3-35 0,-9-1-32 15,-4 2-42-15,-4 1-104 0,-2 0-315 0,-5-1 141 16</inkml:trace>
  <inkml:trace contextRef="#ctx0" brushRef="#br0" timeOffset="105146.98">27231 12031 242 0,'0'0'339'15,"0"-6"-18"-15,0 6-16 0,0-3-17 0,0 3-43 16,2-4-28-16,-2 4-23 0,0 0-29 0,0 0-29 0,0 0-16 16,0 0-14-16,0 16-15 0,0-4-13 0,0 5-10 15,-2 2-9-15,2 9-11 0,-4 0-8 0,4 2-12 16,-2 3-28-16,-2 1-51 0,-1-3-75 0,0 2-69 16,-3-5-258-16,-3-1-491 0,4-12 217 0</inkml:trace>
  <inkml:trace contextRef="#ctx0" brushRef="#br0" timeOffset="106071.6">28028 11833 36 0,'0'0'189'16,"0"0"-19"-16,0 0-17 0,0 0-18 0,0 0-13 16,0 0-12-16,-2-4-11 0,2 4-14 0,0 0-6 15,0 0-10-15,0 0-1 0,0 0-12 0,0 0-9 0,0 0-1 16,0 0 4-16,0 0 6 0,0 0 2 0,10 9-2 0,-5-9-3 16,3 0-2-16,1-1-2 0,4 0-5 0,-2-2-5 15,3 0-2-15,-1-2-2 0,-1 0-6 0,4-3 2 16,1 1-4-16,-3-1 6 0,-1 2 11 0,1-3 1 15,-4 1 7-15,-1 2 4 0,1-3 7 0,-2 3 9 16,-4 1 0-16,1 1-6 0,-1 2-5 0,1-1-7 0,-4 0-12 16,-1 3-11-16,0 0-8 0,0 0-6 0,-19 3 0 15,1 4 2-15,-4 4-10 0,-6 4-1 0,-1 4-2 0,-1 2 0 16,0 3-4-16,3-2-1 0,0 2-1 0,4 3 0 16,5-1 1-16,-4 3-2 0,8 0-2 0,4 0 2 15,5 2 2-15,1-4 5 0,9 1-4 0,9 0-22 16,4-6-33-1,5-4-50-15,12 0-74 0,-1-8-245 0,5 0-457 0,14-5 202 16</inkml:trace>
  <inkml:trace contextRef="#ctx0" brushRef="#br0" timeOffset="106503.87">28346 12097 117 0,'7'0'179'0,"0"0"-18"0,5 0-17 0,0 0-8 15,-2 0-22-15,4 3-12 0,0 0-11 0,-1-1-8 16,-3 3-11-16,-1 2-15 0,0-2-14 0,-1 2 1 15,-4 0-12-15,-2 0-1 0,0 3-4 0,-5 1-7 16,-3 0 2-16,0-1-5 0,-9 3-4 0,2-1-3 16,-1 0 3-16,-4-1-3 0,-1 1 3 0,5-3-4 15,0 1 2-15,1-1-6 0,1-2 0 0,3 0-2 0,2-3-2 0,3 1 8 16,-2 0-4-16,4-1 5 0,0-1 1 0,2 1 7 16,3 2 5-16,6-2-9 0,-2 1 8 0,6 3-3 15,-1-4-4-15,4 4-5 0,0 0 0 0,-1 1 1 16,0-2 0-16,-1 2-2 0,0-2-6 0,-3 3 11 15,-2-3 1-15,-2 3-14 0,1-3 5 0,-3 2 0 16,-2 0-2 0,-3-2-2-16,-3 2 2 0,-2-2 0 0,-4 2 2 0,-4-4-14 15,-2 6-21-15,-2-6-39 0,-3 2-55 0,-1-5-148 16,-2 1-291-16,2-6 129 0</inkml:trace>
  <inkml:trace contextRef="#ctx0" brushRef="#br0" timeOffset="106989.39">29003 12148 165 0,'0'0'238'0,"0"0"-10"16,0 0-15-16,0 0-24 16,-2-5-17-16,2 5-20 0,0 0-16 0,19-5-11 15,-8 3-12-15,3 0-9 0,2-6-14 16,6 3-10-16,5-2-5 0,2-2-7 0,1 1-9 0,-1-3 4 15,2 1 2-15,-2-5-1 0,-1 1-2 0,-1-1 2 16,0-2-4-16,-3-2-1 0,0-1-3 0,-1 2 0 16,-2-3 0-16,-5 2 8 0,-2 2-9 0,-5 2-1 15,0 1 3-15,-2 2-2 0,-1 3 1 0,-2-2-4 0,-3 7-11 0,-1-6-9 16,0 4-4-16,-4 2-4 0,-2 0 0 0,-6 4-9 16,-3 0-3-16,-7 7-4 0,-4 5-7 15,-3 3 1-15,-1 3-2 0,-1 2-3 0,4 3 3 16,3 5-2-16,2-3-4 0,-1 4 3 0,7 3-2 0,3-2 2 15,0-1 0-15,8 0 4 0,5 1 1 0,4-1 4 16,9-3 2 0,3-1-11-16,9-4-23 0,8-2-49 0,15-2-66 15,6-4-91-15,-2-6-253 0,3-7-525 0,-1 0 233 16</inkml:trace>
  <inkml:trace contextRef="#ctx0" brushRef="#br0" timeOffset="107737.96">29889 11485 19 0,'0'0'234'15,"0"0"-19"-15,0 0-22 0,0 0-21 0,0 0-14 0,18-5-18 0,-3 5-18 16,-2-1-15-16,8 0-12 0,0-1-22 0,5 0-9 16,1 0-13-16,-5-1-14 0,-1 2-8 0,-3-2-3 15,-1 0-9-15,-6 3-1 0,-3-1-5 0,-2 2-13 16,2-2-9-16,-8 1 2 0,6-1-8 0,-6 1 11 15,0 0-7-15,0 0 0 0,-23-2 2 0,11 2 6 16,-8-1-9-16,1 1 0 16,-1 1 8-16,-1 1-2 0,3-1 2 0,-2 2 4 15,0-2-7-15,2 3 3 0,-3-2-4 0,5 3 9 16,0-1-6-16,6-1-4 0,-4-1 15 0,4 2-9 0,3-1 1 16,-1-2 0-16,1 3-3 0,2-4 6 0,5 0 7 15,-8 3 2-15,8-3 1 0,-4 1 4 0,4-1 14 16,0 0-6-16,-6 2 6 0,6-2 7 0,0 0 11 15,6 8 4-15,1-5 0 0,2 1-1 0,2 1-6 0,1 1-4 16,6 1 1-16,2 9 10 0,-1-4-9 0,-1-1 2 16,5 4-1-16,0 1-3 0,-4 3-5 0,-5-5-5 15,-1 1-7-15,0 0-4 0,-4 1-4 0,-1-3-6 16,-3-1-1-16,-3 0 2 0,-1 2-8 0,-3-2 5 16,-1-1 2-16,-3 1-2 0,0-1 0 0,-5-2 4 15,0 0-5-15,-4-1 0 0,-1 0 3 0,1-3 2 0,-2 0-5 0,3-1 6 16,5 0 0-16,-1-4-1 0,1 2 4 15,1-2-2-15,1 0 1 0,-1 1-1 0,8-1 3 0,-5-1-11 16,5 1-20-16,-4-5-33 0,4 5-43 0,5-6-32 16,3 1-32-16,0 1-192 0,3 0-376 0,2-1 166 15</inkml:trace>
  <inkml:trace contextRef="#ctx0" brushRef="#br0" timeOffset="108176.78">30427 11520 160 0,'8'-2'173'0,"-1"4"-18"0,1 0-20 16,0-3-11-16,3 6-19 0,-2-1-6 0,0 4-9 15,1 1-6-15,-3-1-12 0,-1 4-5 0,1-2-8 16,-3 2-3-16,-1 3-8 16,-2 2-6-16,-2-2 3 0,-2 1-8 0,-1 0 2 15,-3 1-3-15,-2-1-1 0,-5-2-1 0,3 1-6 16,-2-1 10-16,-1-1-4 0,1-2 5 0,3-4 7 16,0 1 8-16,3-2 2 0,2-2 9 0,-1 1 11 15,2-1 16-15,0-2 41 0,0 1 24 0,4-3 35 16,-2 2 35-16,2-2 13 0,0 0-20 0,0 0-27 15,10-11-17-15,4 3-19 0,0-4-15 0,9-3-27 0,0-1 1 0,0-1-13 16,0 0-10-16,1 1-11 0,-6 4 0 0,0 2-12 16,-3 2 7-16,-4 1-6 0,-2 2-5 0,-2 2-10 15,-2-2-9-15,2 4-10 0,-5-1-27 16,2 0-24-16,-4 2-22 0,8 1-2 0,-2 3-10 0,-1 4-10 16,2 4-15-16,1 2-22 0,4 10-40 0,2 2-67 15,3 0-112 1,2 2-365-16,5-6-735 0,4-4 324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4-25T05:35:03.3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3945 1555 208 0,'0'0'211'0,"0"0"-5"0,2-3-11 16,-2 3-11-16,0 0-10 0,0 0-7 0,0 0-5 15,0 0-3-15,1-5-4 0,-1 5 0 0,0 0-7 16,0 0-7-16,0 0-5 0,-3-5-11 0,3 5-11 15,0 0-7-15,0 0-16 0,0 0-3 0,0 0-10 16,0 0-8-16,0 0-5 0,0 0-14 16,0 0-1-16,0 0-5 0,0 0-5 0,0 0-10 0,0 0-4 0,-6-1 0 15,6 1-13-15,0 0-4 0,0 0-8 0,-5 6 0 16,-1-3 2-16,-3 3 3 0,-3 1-8 0,-6 2 4 16,3 0 1-16,-6 3-2 0,-3 1 0 0,0 0 0 15,2 2-2-15,6-4 31 0,-7 3-4 0,2 3 1 16,6-3-7-16,-2-2-1 0,-2 5 1 0,6-2-11 15,-9 2-6-15,11-5 5 0,0 0-23 0,-1 0 15 0,4-2 0 0,3 1 0 16,-1-3-17-16,3 2-7 0,2-3-4 16,2 0 6-16,1 0 0 0,3 3 6 0,5 0 0 15,0-2 4-15,3 2 5 0,6 1-4 0,0-4 3 16,6 5 5-16,-5-3-6 0,-1 1 7 0,6 0 1 16,-6-1-1-16,0 1 0 0,-1 0-1 0,-2 0-12 15,-3-1-7-15,-3 0-8 16,-1-2 1-16,-4-1 6 0,-1 5 1 0,-4-5 7 15,-5 4 0-15,-7-3 0 0,-8 5 1 16,-8-2 3-16,-3 1 3 0,-5-5-2 0,-13 8 5 16,0-9-3-16,8 2 5 0,-9 1 2 0,12-5 1 15,5-1 7-15,1 0 0 0,3-2 0 0,9 1 3 0,5 0-4 16,3-2 4-16,1 1 23 0,11 0 15 0,-15 0 4 16,15 0 0-16,-6-1-7 0,6 1-9 0,0 0-1 0,17-8-4 15,0 1-17-15,8 0-15 0,3 2-29 0,4-4-19 16,2 4-25-16,-1-1-26 0,3 0-41 0,1-1-40 15,1 2-42-15,0-3-45 0,-2 1-144 0,2-2-445 16,1 1 197-16</inkml:trace>
  <inkml:trace contextRef="#ctx0" brushRef="#br0" timeOffset="369.91">4368 1914 59 0,'0'0'298'15,"0"0"-25"-15,0 0-22 0,0 0-20 0,0 0-16 16,0 0-26-16,0 0-16 0,0 0-20 0,-20-6-28 16,20 6 0-16,-13 2-17 0,13-2-13 0,-15 4-5 0,2 0-12 15,4 0-7-15,-5 1-10 0,1 0-6 0,1 2-3 16,-1 5-8-16,-4-6-5 0,3 7-5 0,-1-2-7 16,3 0 3-16,-1 2-6 0,3-4 0 0,0 3-2 0,5-2-4 15,-4 0 2-15,6-1-4 0,-3 1 1 16,6 0 3-16,0-1 5 0,0-1 4 0,4 1 5 15,5-4 6-15,0 2 3 16,1 0 4-16,4-6-7 0,3 1 2 0,2-4 0 16,-1 2 11-16,3-1 4 0,-2-3 3 0,2-3-2 15,-6 1 29-15,2-3 14 0,1 0 0 0,-9 1 12 16,1-1-8-16,3-3-11 0,-7 2-3 0,2-2-1 16,-6 0 3-16,0 2-6 0,-1 0-3 0,-4-1-10 15,2 4-7-15,-2-1-10 0,-3-2-11 16,2 1-5-16,1 3-18 0,-3 1-12 0,3 0-17 0,-4-1-33 0,3 3-54 15,-2 2-61-15,6 1-61 0,-9-4-66 0,9 4-87 16,-8-3-268-16,8 3-689 0,0 0 304 0</inkml:trace>
  <inkml:trace contextRef="#ctx0" brushRef="#br0" timeOffset="840.11">4551 2102 168 0,'0'0'192'0,"-4"4"8"0,4-4 14 0,0 0 7 0,0 0 8 15,0 0 12-15,0 0-6 0,0 0-4 0,0 0-8 16,0 0-7-16,12-14-7 0,-7 7-19 0,4-1 5 16,0-1-11-16,1-1-12 0,1-2-8 0,7-8-22 0,-6 3-11 15,2-5-11-15,0-2-16 0,0-2-5 0,-1-1-12 16,0 1-8-16,-3-3-1 0,-5 0 3 0,5 2 10 16,-6 1 12-16,0 1 14 0,-3 6 11 0,-2 0-6 15,-2 2-4-15,2 0-7 0,-3 2-7 0,0 4-12 16,-1 2-10-16,0-2-11 0,0 5-15 0,1 1-11 15,-1 1-21-15,-1 3-12 16,-2 1-14-16,-2 4-11 0,1 5-11 0,-3 1-1 16,2 6 5-16,-6 9-5 0,3 2 2 0,1 3 1 15,1 3-19-15,2 0-14 0,1-1-24 0,5-1-14 16,2 3-2-16,1-5-4 0,4 0-2 16,6-1 1-16,-1-4-12 0,3-6-9 0,2 2-24 15,1-6-46-15,-1-4-63 0,5-3-93 0,-4-4-269 16,6-2-667-16,-2-5 295 0</inkml:trace>
  <inkml:trace contextRef="#ctx0" brushRef="#br0" timeOffset="1272.33">4977 1901 144 0,'0'0'409'0,"0"0"-14"16,0 0-27-16,0 0-15 0,0 0-26 0,-3 7-15 15,3-7-36-15,0 0-25 0,0 0-29 0,0 0-22 16,0 5-23-16,0-5-25 0,0 0-16 0,0 0-22 16,0 0-17-16,0 7-4 0,0-2-6 0,3 1-17 15,-2 2 0-15,0-1-13 16,3 3-1-16,-4 2-5 0,4-1-1 16,-1-2-12-16,-1 5-6 0,2-3 0 0,-3 0-1 15,-1 0-5-15,3 0-1 0,-1 0 3 0,-2-3-6 0,0 0-3 16,3-1 4-16,-3-2-3 0,0-1 1 0,0-4-1 15,0 9 38-15,0-9 32 0,1 4 40 0,-1-4 38 16,0 0 43-16,0 0 41 0,0 0 46 16,0 0 33-16,0 0-19 0,0 0-30 0,13-17-30 0,-7 7-27 0,1-5-20 15,3-4-17-15,4-3-24 0,-3-1-16 0,1-2-75 16,-1 8-73-16,-3 0 0 0,0 3 0 0,-2 4 0 16,0-2 0-16,0 1 0 0,-1 2 0 0,-3 3 0 15,2 3 0-15,0-2 0 0,-4 2 0 0,0 3 0 16,0 0 0-16,3-6 0 0,-3 6 0 0,2-1 0 15,-2 1 0-15,0 0 0 16,0 0-299-16,0 0-36 0,10 7-28 0,-5-2-43 16,-1 1-49-16,1 0-69 0,-1-1-445 15,4-1-1048-15,-3-1 463 0</inkml:trace>
  <inkml:trace contextRef="#ctx0" brushRef="#br0" timeOffset="1773.02">5334 2021 87 0,'0'0'220'0,"0"0"-14"0,0 0-27 16,9 0-10-1,-9 0-22-15,12-4-17 0,-2 1-9 0,-1 2-13 16,1-3-11-16,3 0-11 0,0-3-4 0,2-1-12 15,-2-1-7-15,5 1-4 0,-4-3-9 0,2 2-5 16,-1-2-3-16,-3 0 6 0,2 0 6 0,-2 1 4 16,-2 1 13-16,-1-1 17 0,0 0 11 0,-4 3-2 15,0-3 18-15,-1 1-10 0,1 0 6 0,-1 1 11 16,-4 1 1-16,0 0 7 0,0 2-14 0,0-2-2 0,0 7-14 16,-4-10-17-16,-1 9-7 0,1-4-11 0,4 5-5 15,-19 3-13-15,6 0-8 0,-3 4-5 0,-1 1-10 0,-2 3 0 16,-4 4 1-16,5 4-8 0,0 0-3 0,4-4 1 15,0 2-2-15,1 4-1 0,3-4-4 16,2 1 3-16,4-4 1 0,2-1 5 0,3 1 12 16,3-5 12-16,1 3-2 0,3-1 14 0,3-5 7 0,6 6 0 0,2-5-2 15,7 0 1-15,4 0-2 0,1-2 5 0,-3-2 16 16,1-1 9-16,2-1-4 0,-10-1 2 16,-7 0 8-16,0-1 11 0,-3 1 4 0,-3 0 2 15,1 0 3-15,0-2 2 0,-9 2-9 0,11 0-4 16,-11 0-12-16,0 0-12 0,0 0-21 0,0 0-30 0,9 0-47 15,-9 0-35 1,0 0-32-16,0 0-57 0,0 0-75 0,-22 12-78 16,10-9-86-16,-5 2-427 0,3-1-877 0,-4-1 389 15</inkml:trace>
  <inkml:trace contextRef="#ctx0" brushRef="#br0" timeOffset="2458.96">3474 2432 221 0,'0'0'224'16,"0"0"-15"-16,0 0-14 0,0 0-18 0,0 0-18 16,-5 1-14-16,5-1-14 0,0 0-16 0,0 0-10 0,0 0-6 0,0 0-11 15,0 0-4-15,0 0-9 0,0 0-3 0,0 0-6 16,0 0-10-16,0 0 0 0,0 0-3 0,0 0-3 16,0 0 13-16,0 0-5 0,0 0 3 0,0 0 1 15,18 5-3-15,-11-5-3 0,7 0-1 0,-2 0-1 16,7 0-2-16,2 0 4 0,7 0-11 0,5 0-4 15,-1 0-1 1,9 0-1-16,9-3 2 0,5 0-3 0,2-1 2 16,6 0-6-16,30 1 10 0,-27 2-1 0,35-6 4 15,-1 3 2-15,-2 1 0 0,7-2 12 0,0-2 1 16,7 2 3-16,-3-2 2 0,-2 5-9 0,-4-9-3 16,-4 5-8-16,-7-1 1 0,-29-1-8 15,-1 4 4-15,5-1-9 0,-11 0-7 0,-1 0-1 0,-17 0 6 16,2 1 3-16,-3 1 6 0,4 0 19 0,-9 1 2 0,1 0 15 0,-2-3 3 15,-4 1 5-15,-7 3 6 0,-1-1 3 16,-5 1 4-16,-5 0 0 0,-1 0-1 0,-3 1 2 16,4-2-4-16,-9 2-6 0,10 0-5 0,-10 0-7 0,7 0-8 15,-7 0-8-15,0 0-5 0,7 0-8 0,-7 0-5 16,0 0-6-16,0 0-5 0,9 0-14 0,-9 0-22 16,0 0-26-1,0 0-46-15,0 0-44 0,0 0-66 0,0 0-66 16,0 0-84-16,0 0-118 0,0 0-294 0,0 0-808 15,0 0 358-15</inkml:trace>
  <inkml:trace contextRef="#ctx0" brushRef="#br0" timeOffset="7920.09">8212 1867 36 0,'0'-4'137'0,"0"4"-4"16,0 0-5-16,0 0 2 0,0 0-5 0,4-4-7 15,-4 4-4-15,0 0 2 0,1-4 0 0,-1 4 3 16,0 0 6-16,-5-4 1 0,5 4 8 0,0-4 8 16,0 4-5-16,-4-4-2 0,4 4 6 0,0 0-1 15,0 0-6-15,-5-5 0 0,5 5-8 0,0 0 7 0,-1-5-3 16,1 5-15-16,0 0-4 0,0 0-3 0,0 0-10 16,0 0-9-16,-3-5-18 0,3 5 0 0,0 0-2 15,0 0-9-15,0 0-17 0,0 0-1 0,0 0-19 16,0 0-30-16,0 0-18 0,0 0 4 0,3 13 0 15,-3-2 2-15,-3 6 2 0,3 2 1 0,-1 6 0 16,-3 1 3-16,0 3-1 16,3-2 4-16,-5 0 2 0,-1 2 4 0,4-3-1 15,-1-1-1-15,1-1 4 0,-2 3 1 0,1-1-1 16,0-3 4-16,1-6-4 0,0-5-1 16,2-1 6-16,-2 1-1 0,3-1 1 0,0-5-2 15,0 2 1-15,0-2 1 0,-2-3 4 0,2-3-2 16,0 8 2-16,0-8 1 0,0 6 13 0,0-6 7 15,0 0 6-15,0 0 5 0,0 0-2 0,0 0-3 0,-4 5 3 0,4-5-2 16,0 0 3-16,0 0-30 0,0 0-31 0,0 0-35 16,0 0-31-16,0 0-44 0,0 0-45 0,1-22-45 15,-1 13-46-15,-1 2-244 0,-1-6-556 0,2-1 246 16</inkml:trace>
  <inkml:trace contextRef="#ctx0" brushRef="#br0" timeOffset="8443.49">8147 1797 193 0,'0'0'243'0,"0"0"-18"0,0 0-27 0,0 0-21 16,0 0-18-16,0 0-20 0,0 0-9 0,0 0-18 16,0 0-13-16,23 6-9 0,-10 0-4 0,6-2-5 15,0 4-3-15,8 2-6 0,1 4 0 0,4 0-14 16,-1 2 2-16,-1-1-6 0,-2 3-4 0,0 1-7 15,-2 0-1-15,0 3-6 0,-5-3 1 0,0 2-6 16,-7 1-5-16,2-1 4 16,-9-4-12-16,-1 1 2 0,-6 0 1 15,-1 1 6-15,-7 6-1 0,-3-6 7 0,-8-1-3 16,-6 0 6-16,-1 2 4 0,-5-6 6 0,-4 3 6 16,3-2 10-16,-2-5 3 0,4-1 14 0,5 1 2 15,5-5 0-15,0 1-4 0,9-2-3 0,-1 0-1 16,3-2-11-16,2 0-4 0,7-2-3 0,-12 4-7 15,12-4 16-15,0 0 9 0,-9 1 6 0,9-1-1 0,-6 1 1 0,6-1-3 16,0 0-6-16,0 0-2 0,0 0 6 0,0 0-12 16,-9 3-6-16,9-3-11 0,0 0 7 0,0 0-9 15,0 0-3-15,0 0-3 0,0 0 2 0,0 0-25 16,0 0-29-16,0 0-23 0,0 0-34 0,0 0-34 16,0 0-30-16,0 0-37 0,0 0-55 0,0 0-65 15,0 0-337 1,0 0-681-16,23-20 303 0</inkml:trace>
  <inkml:trace contextRef="#ctx0" brushRef="#br0" timeOffset="9593.31">8877 1434 224 0,'0'0'224'16,"0"-4"-8"-16,0 4-8 0,0 0-9 0,0 0-11 15,0 0-8-15,-3-6-10 0,3 6-9 0,0 0-17 16,0 0-8-16,0 0-11 0,-4-2-15 0,4 2-12 15,0 0-21-15,0 0-9 0,0 0-9 0,0 0-9 0,-9 9-4 16,5-6-7-16,-1 2-3 0,-1 2-4 0,-3-1-4 16,0 9-2-16,-5-2-4 0,1 8 0 0,-5 1-4 15,4-2-2-15,0 1-4 0,3-1-5 0,-1 1 7 16,2-3-5-16,1 3 2 0,5-3-2 0,-1 0-3 16,5 0 5-16,-3 1-2 0,5-2-3 0,2 0 5 15,-2-1 2-15,5-2 1 16,-1-3 5-16,4-1 0 0,4 1 8 0,-1-4-4 15,4 1 2-15,2-5-5 0,-2-1 2 0,0-1 1 16,-3-4-6-16,4 1 4 0,-5-1 8 16,0-2 6-16,-3 1 7 0,-1-4 0 0,-1 1-7 15,-6 1 0-15,2-4 4 0,-4 1-7 0,-4-1-1 16,-1 0-7-16,-9 4-2 0,-3-4-5 0,-3 3 1 16,-11-1-8-16,3 5-6 0,-5 2 6 0,2 1-5 0,-2 5-6 0,5-1-18 15,1 3-28-15,4-2-42 0,5 4-43 0,2-1-63 16,1 1-42-16,7 2-260 0,1-4-539 0,5 1 239 15</inkml:trace>
  <inkml:trace contextRef="#ctx0" brushRef="#br0" timeOffset="10326.28">9104 2089 8 0,'-9'0'256'0,"-1"0"-14"0,6 2-11 15,0-1-19-15,4-1-1 0,-9 0-3 0,5 2-16 16,4-2-12-16,0 0-12 0,0 0-23 0,-10 3-1 16,10-3-14-16,0 0-13 0,0 0-2 0,0 0-9 15,0 0-8-15,0 0-8 0,0 0-9 0,0 0-5 16,0 0 0-16,0 0 0 0,0 0 3 0,0 0-6 16,0 0 3-16,0 0-5 0,0 0-4 0,0 0 7 0,0 0-16 0,0 0 2 15,0 0-2-15,0 0-9 0,0 0 1 0,0 0-11 16,0 0-2-16,0 0-8 0,0 0 9 15,0 0-9-15,0 0 8 0,0 0-4 0,0 0 0 16,0 0-9-16,0 0 3 0,0 0 7 0,0 0-7 16,0 0 8-16,0 0-18 0,0 0 5 0,0 0-5 15,0 0 0-15,0 0-5 16,0 0 5-16,0 0-4 0,0 0 5 0,0 0-10 16,0 0 0-16,0 0 3 0,0 0-3 0,0 0-5 15,18 2 4-15,-9-3-14 0,5 1 17 0,4-6-2 16,17 6-2-16,-1-6-3 0,17 2 6 0,0-1 1 15,3-2 4-15,-4 2-4 0,3 0 0 0,-15 1-10 16,1 0 8-16,-3 0-3 0,-3-1 4 0,0 1-6 16,-11 0 2-16,-5 3-2 0,-1-2 8 0,-7 2-2 0,2-2-3 15,-3 2-1-15,0 0 4 0,-4-2-6 0,1 2 5 16,-4-1-30-16,-1 2-26 0,0 0-47 0,3-5-11 0,-3 5-6 16,0 0-12-16,-8-5-19 0,8 5-22 15,-5-2-35-15,5 2-38 0,-4-4-47 0,4 4-231 16,0 0-559-16,-2-3 247 0</inkml:trace>
  <inkml:trace contextRef="#ctx0" brushRef="#br0" timeOffset="10680.45">9946 1896 20 0,'0'0'381'0,"0"-6"-9"0,0 2-11 0,0 4-6 0,0-5-3 15,0 5-12-15,1-5-25 0,-1 5-37 0,0 0-30 16,0-4-27-16,0 4-31 0,0 0-28 0,0 0-25 16,0 0-27-16,0 0-17 0,0 0-12 0,0 0-10 15,-1 22 7-15,1-11-19 0,-5 1-4 0,5 6-5 16,-4-2-5-16,0 3-5 0,3-4-7 0,1 2 5 16,-2 0-14-16,0-5 5 0,1 1-2 0,-2-1-3 0,2-1-7 15,-1-1 7-15,0-1-1 0,2-3-12 0,0 3 1 16,0-4 1-16,0-5 3 0,-1 7-2 0,1-7 1 0,1 6 9 15,-1-6-8-15,0 0 13 0,0 2-10 0,0-2 10 16,0 0-9-16,0 0 0 0,0 0 0 0,-1 8 0 16,1-8-4-16,0 0-8 0,0 0 1 15,0 0-13-15,0 0-23 16,0 0-52-16,0 0-66 0,0 0-58 0,0 0-57 16,5-17-70-16,-5 11-323 0,1-1-708 0,3-5 314 15</inkml:trace>
  <inkml:trace contextRef="#ctx0" brushRef="#br0" timeOffset="10950.03">10218 1602 266 0,'4'-1'247'0,"3"1"-23"16,-7 0-4-16,15 4-18 0,-2 4-18 0,2 6-7 15,0 0-11-15,8 4-12 16,-3 8-8-16,-3 3-7 0,0 3-7 0,6 11-6 16,-12-9-8-16,1 1-7 0,-3 10-6 0,-6-9-12 15,-3 1-5-15,-7 8-6 0,-3-10-3 16,-4-2-9-16,-8 9-1 0,-1-13-6 0,-8 7-6 16,-4-2-1-16,4-10-7 0,-12 5-15 0,-11-5-49 0,1-1-63 15,-9-7-87-15,-29 2-123 0,0-6-198 0,24-8-525 16,-28-8 232-16</inkml:trace>
  <inkml:trace contextRef="#ctx0" brushRef="#br0" timeOffset="11513.73">7941 1598 171 0,'1'-5'203'0,"-1"5"5"16,0-4-3-16,0 4 1 0,0 0-5 0,0 0-8 15,0 0-12-15,0 0-13 0,-3-4-18 0,3 4-16 0,0 0-22 16,0 0-12-16,0 0-18 0,-14 17-7 0,2 8-10 16,-10 1-8-16,-8 23-3 0,-15 24-4 0,-1-1-3 15,1 0-4-15,18-21-8 0,2 4-2 16,2-5-1-16,6 5 1 0,7-1-5 0,4-7-1 0,6-2 9 0,5-8-2 15,4-4 5-15,6-2-4 0,8-2-3 0,15 2-10 16,12-8-33-16,9-6-74 0,37-7-123 0,-4-10-257 16,-30-3-503-16,30-7 222 0</inkml:trace>
  <inkml:trace contextRef="#ctx0" brushRef="#br0" timeOffset="12685.57">10768 1817 9 0,'-2'-5'284'15,"2"5"-9"-15,-1-8-14 0,1 6-9 0,0 2-23 16,-2-6-19-16,2 6-18 0,0 0-21 0,2-4-16 16,-2 4-21-16,0 0-14 0,-2-3-18 0,2 3-13 15,0 0-12-15,0 0-8 0,3 12-7 0,0-7-5 16,0 3-10-16,3 4-3 0,-3 0-5 0,3 2 5 15,4 1-10-15,-3 2-6 0,4-3-7 0,2 1-7 16,-3-1-8-16,3-2-10 0,-3-2-5 0,3 0 4 16,0-3-3-16,-4-2 6 0,2-3-4 15,3 1 5-15,-4-1 3 0,3-4-2 0,-1-3-1 16,-1 0 3-16,3-7 3 0,-1 0 8 0,0 1 8 16,-2-6 10-16,-3 1 11 0,2 2 9 0,-2-3-2 15,-2 1 5-15,-2-2 10 0,0 2 12 0,-3 5 13 16,3 0-2-16,1 1 8 0,-4 3-3 0,-1 1-5 15,3 1-15-15,-2 1-15 0,-1-1-3 0,0 0-30 16,0 5-20-16,4-2-28 0,-4 2-3 0,0 0 10 0,0 12-5 0,0 0 6 16,0 7 3-16,0 0-2 0,-1 11 4 15,-2-1 2-15,-2 5-1 0,0 1 1 0,1 12 4 16,2 0 0-16,-2-12 4 0,0 14 0 0,0-1 2 16,0-12 3-16,3 12 1 0,-3-14-2 0,4 0 0 15,-4-2 2-15,2-1-5 0,-2 0 5 0,-2-4-1 0,-1 0-2 16,1-2 2-16,-4-8-2 0,3 0 1 0,-2-2 2 0,-2-2 2 15,-2 2 1-15,-2-8-2 0,3 4-1 0,-6-6-3 16,-1 3 10-16,1-5 8 0,4-1-12 0,-4-2 15 16,3-2 5-16,-2 1 6 0,3-6 2 0,-2 0 5 15,5-1 21-15,1-2 2 0,1-6 12 0,3-3-9 16,1-6-3-16,5-4-4 0,3 1-15 0,8-4-6 16,3 0-9-1,5 3-5-15,1-1-1 0,15-10-7 0,-4 6 6 16,-2 9-2-16,8-5-3 0,-6 6-2 0,2 6-7 0,-5-1-2 15,0 0-11-15,-1 5 12 0,0 1 2 0,-11 6-11 16,1 1 9-16,-4-1-4 0,-2 2-2 16,-2 0 4-16,-1 1-2 0,-2 2 4 0,-1 1-9 15,-2-1 7-15,-3 2-13 0,6-4-30 0,-2 1-27 16,-4 3-26-16,4-2-18 0,-4 2-28 0,0 0-25 0,0 0-33 0,0 0-49 16,0 0-54-16,0 0-292 0,0 0-638 0,0 0 283 15</inkml:trace>
  <inkml:trace contextRef="#ctx0" brushRef="#br0" timeOffset="13387.28">11933 1908 106 0,'-2'-3'118'0,"2"3"-4"0,0 0-5 0,0 0-25 16,0 0 10-1,0 0-11-15,0 0 9 0,0 0-13 0,0 0-2 16,0 0-5-16,0 0 5 0,0 0 6 0,0 0-3 16,0 0 3-16,0 0 4 0,0 0-8 0,0 0 3 15,0 0-1-15,0 0-7 0,0 0-4 0,0 0-5 16,0 0 0-16,0 0-9 0,19-2-1 0,-9 0-7 15,12-1-4-15,-3 1-8 0,3 2-13 0,-1-2-21 16,7-1-28-16,-7 1-36 0,2 1-38 0,-3-1-38 0,3 1-42 0,-6 1-106 16,3-4-309-16,-8 3 137 0</inkml:trace>
  <inkml:trace contextRef="#ctx0" brushRef="#br0" timeOffset="13656.55">11944 2084 24 0,'0'0'242'16,"0"0"-6"-16,-4 3-15 0,4-3-26 0,0 0-18 15,0 0-19-15,0 0-11 0,0 0-21 0,20-7-5 16,-11 4-20-16,6 1-6 0,3-3-10 0,4 4-12 16,7-4-23-16,5 1-23 0,-1 0-30 0,0 1-28 0,4 1-42 15,0-3-45-15,-2 0-45 0,0-2-119 16,4 3-305-16,-6-4 135 0</inkml:trace>
  <inkml:trace contextRef="#ctx0" brushRef="#br0" timeOffset="14336.21">13291 1772 5 0,'0'0'184'0,"-1"-4"-18"16,1 4-6-16,0 0-7 15,0 0-14-15,0 0-1 0,0 0-10 0,0 0-8 16,0 0-7-16,-2-4-17 0,2 4-4 0,0 0-18 16,0 0-3-16,-10 0-4 0,10 0-16 0,-11 1-3 15,5 1-4-15,-2-1-2 0,1 0-8 0,-5 2 3 16,4-1-10-16,-2 5 4 0,1-4-7 0,-1 2 1 16,-3 1-5-16,4 0-1 0,-2 2-3 0,-1 3 2 15,3-5-7-15,-6 6 4 0,3-2-12 0,1 2 11 0,1-3-9 0,1 6 5 16,-2-3-5-16,3-2 2 0,0 1-6 15,3-1 6-15,0 2-3 0,1-2 2 0,-1-2-5 16,1 5 6-16,0-4-7 0,4 0 2 0,-2 0 2 16,-1-1 17-16,3 0 6 0,0-2 3 0,3 1-1 15,-3 1 8-15,2-3 4 0,1 2 8 0,-2-2-1 16,5 0 4-16,-2 2 4 0,0-5-1 0,1 3 1 0,-1 0-1 0,7 2 0 16,-2-4 4-16,0 1-1 0,3-1-4 0,-2 6 0 15,2-6 6-15,5-1 4 0,0 1 2 0,2 0-3 16,3 0-2-16,-3-5-1 0,11 2 8 0,-10-4 4 15,8 1 4-15,-1-2-2 0,2-5-7 0,-2 0 4 16,2-2 2-16,2-4-6 0,-3 1-4 0,-5-4-4 16,2-3-18-1,-5 1 8-15,-2-2 5 0,-2 2-1 0,-6 2-6 16,-5 2 7-16,2-2-18 0,-9 1 3 0,-3 1-27 16,-7-5-23-16,-2 5-32 0,-6 0-43 0,-11 5-55 0,-6 1-70 15,-17 0-96-15,-3 5-315 0,-1-2-673 16,6 1 297-16</inkml:trace>
  <inkml:trace contextRef="#ctx0" brushRef="#br0" timeOffset="15608.31">5750 3602 57 0,'3'-5'265'0,"-3"5"-2"0,-2-4-18 15,2 4-14-15,0 0-17 0,0 0-24 0,0 0-18 16,0-5-12-16,0 5-30 0,0 0-16 0,0 0-21 16,0 0-14-16,0 0-8 0,-8 9-15 0,6-2 1 15,-1 3-4-15,-2 4-3 0,-3 3-7 0,-2 8-2 0,-1 4-2 16,-3-1-4-16,1 1-5 0,-4 3-4 0,2-3 2 16,-3 0-5-16,1 0-2 0,6-4 0 0,-2-4-2 15,4-4-7-15,-1 0 4 0,1-5-3 0,1-1 3 16,3-2 4-16,1-5-1 0,-1 1 29 0,3 0 31 0,-2-1 38 15,3-1 59-15,-1 1 55 0,2-4 5 0,0 0-23 16,-5-13-22-16,7 4-23 0,-1-4-15 0,3-5-16 0,2-6-16 16,3-6-14-16,0-2-13 0,1-3-11 0,5-9-12 15,1 12-1-15,-5 2-8 0,2-1-6 0,-1 8-5 16,-5 5-8-16,4 1-3 0,-6 5-3 0,-1 2-4 16,2 1-7-16,-5 3-7 0,4 2-6 0,-4-1-10 15,2 3-7-15,0-1-23 0,-3 3-5 0,9 1 0 16,-3 5-3-16,3 0 9 15,0 4-4-15,2 3-1 0,5 9 0 16,-1 1 5-16,0 3 12 0,-3 5-13 0,3-2 4 16,-2 1-1-16,-3-3 12 0,0 0-1 0,-2 0 0 15,2-2 2-15,-3-7 5 0,-5-1-1 0,1-5-2 0,-2 1 6 16,3-5 7-16,-4 0-9 0,3 0 0 0,-2-3 4 16,0 1 2-16,-1-1-2 0,3-1-2 0,-3-3 1 15,0-1-3-15,0 0-10 0,0 0-44 0,0 0-50 0,0 0-54 16,0 0-47-16,0 0-35 0,-17-10-69 0,13 4-57 15,-5-1-240-15,7 1-661 0,-5-4 293 0</inkml:trace>
  <inkml:trace contextRef="#ctx0" brushRef="#br0" timeOffset="15909.17">5577 3904 199 0,'-10'2'256'16,"1"1"-19"-16,1-3-11 0,4 3-12 0,-3-2-16 16,3 0-10-16,4-1-3 0,-6 0-7 0,6 0-11 15,-5 3-11-15,5-3-14 0,0 0-13 0,0 0-8 0,22-1-12 16,7-3-16-16,4-2-6 0,3 4-10 0,16-5-4 16,-15 3-9-16,-1 0-7 0,-2 0-4 0,0 1-7 15,-5 1-4-15,-7-3-4 0,-2 5-4 0,-7 0-3 16,0-2-3-16,-2 2-12 0,-4-2-3 0,0 2-3 15,0-1-9-15,-2-1-5 0,-5 2-6 0,0 0 1 16,0 0-2-16,0 0-8 0,0 0-9 0,-12 12-14 0,5-10-16 0,0-1-22 16,1 1-33-16,-2 2-36 0,2-1-49 0,1-3-46 15,0 1-174-15,5-1-451 0,0 0 200 0</inkml:trace>
  <inkml:trace contextRef="#ctx0" brushRef="#br0" timeOffset="16094.1">6235 3901 2557 0,'-1'4'210'16,"-3"0"-94"-16,3-1-28 0,-3-2 11 0,4-1-3 16,-4 4-9-16,4-4-21 0,-4 1-9 0,4-1-13 15,0 0-6-15,-1 3-28 0,1-3-21 0,0 0-44 0,0 0-73 0,0 0-86 16,0 0-296-16,9-8-553 0,-8 4 244 0</inkml:trace>
  <inkml:trace contextRef="#ctx0" brushRef="#br0" timeOffset="16564.09">6514 3703 232 0,'0'0'353'0,"0"0"-11"16,0 0-32-16,-4-4-28 0,4 4-29 0,0 0-26 15,0 0-27-15,0 0-25 0,0 0-20 0,0 0-20 0,0 0-14 0,0 0-12 16,0 0-11-16,0 13-10 0,0-4-15 0,0 3-1 16,4 4-8-16,-8 3-6 0,3-2-2 0,0 4-10 15,-2 3-1-15,-1-5-5 0,0 2-6 0,3-2-6 16,-3 1 2-16,3-3-7 0,-3 0-4 0,0 0 3 15,-1-5-6-15,4-2 2 0,-2-1 7 0,1 0-11 16,-1-2 2-16,3-1-2 16,-4-2 5-16,3 0 30 0,-2 0 22 0,3-4 38 15,0 5 37-15,0-5 38 0,0 0 34 16,-1 2 5-16,1-2-25 0,-4-11-19 0,3 3-21 16,-2-2-16-16,1-6-13 0,0-1-13 0,0-9-14 15,-2-1-8-15,4-1-8 0,0 1-9 0,3-6-7 16,-3 3-8-16,1 5-5 0,1 1 1 0,0 6-2 15,-2 7 6-15,0 0-2 0,2 0-10 0,-4 4-1 0,2-1-6 0,2 2-5 16,1 1-4-16,-3-1-9 0,1 3-5 0,3-1-15 16,0-1-16-16,4 0-22 0,3 3-29 0,2-2-32 15,6 2-36-15,0 3-39 0,3-2-36 0,1 0-44 16,-2 3-37-16,-1 3-48 0,2-1-56 0,-3 3-48 16,-8-3-293-16,2 3-791 0,-3-3 351 0</inkml:trace>
  <inkml:trace contextRef="#ctx0" brushRef="#br0" timeOffset="16758.07">6564 4159 103 0,'-4'4'355'16,"3"-1"-18"-16,1-3-35 0,0 0-34 0,0 0-26 15,0 0-25-15,0 0-28 0,26-7-42 0,-8 5-41 16,2-4-53-16,5-2-52 0,3 2-64 0,0-3-88 16,-2-1-200-16,2-1-381 0,-5 0 168 0</inkml:trace>
  <inkml:trace contextRef="#ctx0" brushRef="#br0" timeOffset="16996.39">6588 3964 52 0,'-5'2'352'0,"1"-1"-22"15,-1-1-11-15,5 0-21 0,-6 3-27 0,6-3-24 16,0 0-25-16,0 0-25 0,0 0-20 0,36-8-27 15,-1 2-51-15,3 3-68 0,19-9-82 0,4 1-129 0,-1-1-239 16,-4 0-455-16,-2-5 202 0</inkml:trace>
  <inkml:trace contextRef="#ctx0" brushRef="#br0" timeOffset="18546.72">8341 3696 265 0,'0'-4'259'0,"0"4"-4"0,0 0-5 16,0 0-8-16,0-5-11 0,0 5-15 0,0 0-16 16,0 0-8-16,1-6-10 0,-1 6-18 0,0 0-18 15,0 0-14-15,0 0-14 0,0 0-12 0,0 0-16 0,0 0-10 16,0 0-13-16,0 0-10 0,0 0-16 0,0 0-3 15,0 0 1-15,0 0-14 0,0 19-1 0,2-6-4 0,-2-4-2 16,0 2-1-16,1 7 0 0,0 2-4 0,-1-2 2 16,0 7-1-16,0 1 0 0,-2-3-4 0,2 3 2 15,0-6-5-15,0 1 1 0,-2-3 1 0,2-2-6 16,-2 0 8-16,1-4-5 0,1-1 2 0,0-1-2 16,-2-1 1-16,2-1-1 0,-1-3 0 0,0 2 4 15,1-4-2-15,0 1 3 16,1-2 27-16,-1-2 24 0,-4 6 26 0,4-6 37 15,0 0 20-15,0 0 13 0,3 3 13 0,-3-3 8 16,0 0-16-16,0 0-15 0,4-10-16 0,-2-1-17 16,2 2-12-16,1-8-14 0,2 0-10 0,-2 0-15 15,5-7-10-15,3 3-5 0,-2 4-4 0,-2 0-6 16,4-3-4-16,-3 3-3 0,-1 0-5 0,1 3-3 0,-1 4-4 16,-1-1-3-16,-3 0-4 0,4 4 1 0,0 2-3 0,-4-1 0 15,-1-1-7-15,0 0 1 0,1 5-6 0,0-2-2 16,1 1-9-16,-2 0-15 0,1 3-8 15,-5 0-5-15,12 3-4 0,-5 1 0 0,2 1-1 16,-2 4-1-16,0-1 3 0,1 3 2 0,2 4 2 16,-5 2 4-16,1 0 4 0,0 1-3 0,0 1 12 0,-2 0 0 15,-1-2 4-15,-1 0 1 0,-2 0 5 0,0-2-1 0,0-3-1 16,0 0 5-16,-2-3-5 0,0 3 4 0,2-7 7 16,2 3 3-16,-4-3-4 0,2-2 8 0,2-1 3 15,-2-2 43-15,-3 7 33 0,3-7 34 0,0 0 36 16,0 0 14-16,0 0-13 0,0 0-16 0,0-14-19 15,1 2-2-15,7-4-25 0,1 0-10 0,1-9-6 16,3 1-8-16,0-2-7 16,1 2-7-16,0 2-10 0,-4 5-4 0,3 3-4 15,-4 2-5-15,-2 2-4 0,-1 0 4 0,-3 5-14 16,1 1-5-16,0 1-2 0,0-3-13 0,-1 2-30 16,0 3-33-16,-3 1 5 0,0 0 3 0,13 8 4 15,-8-1 5-15,0 1 0 0,2 4 1 0,-4 0 6 16,5 4 3-16,-4 2 3 0,1-1 7 0,-1 0 3 15,2-3 4-15,-2 4 3 0,0-3 1 0,-1-2 3 0,-1-3 3 16,2-1-9-16,-4-2-22 0,4-1-20 0,-3 0-11 0,-1-1-10 16,1-4-11-16,2 3-8 0,-3-4-20 0,5 3-36 15,-5-3-66-15,0 0-84 0,0 0-102 0,13-8-366 16,-7 2-840-16,2-2 371 0</inkml:trace>
  <inkml:trace contextRef="#ctx0" brushRef="#br0" timeOffset="19132.68">9171 3320 31 0,'-2'-4'278'15,"2"4"-10"-15,3-6-9 0,-3 6-9 0,0-4-19 16,0 4-21-16,0 0-17 0,1-2-21 0,-1 2-21 16,0 0-18-16,0 0-15 0,0 0-5 0,-5 9-19 15,-3 1-11-15,-3 2-7 0,1 3-6 0,-6 7-7 16,2-1-13-16,0-1-2 0,0 5-8 0,1-1-2 15,4-2-1-15,3-4-5 0,2 4-4 0,-1-4-3 0,1 0-2 0,4-3 1 16,0 2-3-16,1-3 4 0,2-2 6 0,0-3 0 16,0 2 7-16,3-4 7 0,1-2 12 0,-1 0 9 15,5-1 14-15,-2-2 6 0,2-1 18 0,-2-1 13 16,-2-1 9-16,0-1-3 0,0-4-8 0,-2 2-9 16,-1-1-14-16,-1-5-1 0,-1 2-9 0,-4-2-11 15,1 0-12 1,-1 3-18-16,-7-3-10 0,2 4-15 0,-7-2-4 15,1 4-26-15,-3-1-19 0,-6 5-19 0,4 1-27 0,-2 3-37 16,2 0-47-16,0 5-43 0,1 2-50 0,7 0-45 16,0 4-297-16,7-6-647 0,2 0 287 15</inkml:trace>
  <inkml:trace contextRef="#ctx0" brushRef="#br0" timeOffset="19602.57">9523 3885 99 0,'-4'3'259'15,"4"-3"-18"-15,-6 1-15 0,6-1-15 0,0 0-14 16,-4 3-14-16,4-3-11 0,0 0-11 0,-5 1-7 15,5-1-11-15,0 0-8 0,-3 3-4 0,3-3-5 16,0 0-8-16,0 0-8 0,0 0 0 0,0 0-6 16,0 0-9-16,0 0-1 0,0 0-11 0,0 0-3 0,0 0-10 15,0 0-11-15,0 0-7 0,0 0-5 0,0 0-5 16,0 0-2-16,0 0-10 0,0 0-1 0,0 0 2 16,0 0-2-16,0 0 4 0,0 0-4 0,-5 3 1 15,5-3 1-15,0 0-3 0,0 0-9 0,0 0 2 16,0 0 0-16,0 0-5 0,0 0 1 0,0 0-1 15,0 0 6-15,0 0 6 0,0 0 1 0,0 0 10 0,0 0 3 0,0 0 1 16,26-3-5-16,-12 2-1 0,8-2-5 0,7-1-1 16,-1 1 0-16,0 0 4 0,2 1-12 0,-10 0-7 15,3-1 4-15,-4-1-2 0,-2 1-8 0,-4 2 0 16,-2 0 0-16,-3-2 0 0,-3 3-3 0,3 0 7 16,-2 0-4-16,-6 0 4 0,8-1-15 15,-8 1-32-15,6 0-31 0,-6 0-38 16,0 0-60-16,0 0-58 0,0 0-57 0,0 0-50 15,0 0-225-15,-11-8-596 0,7 5 265 16</inkml:trace>
  <inkml:trace contextRef="#ctx0" brushRef="#br0" timeOffset="19987.93">10112 3700 2544 0,'4'-5'272'15,"-6"1"-45"-15,4-3-19 0,-2 3-10 0,-2 1 25 16,2-4-26-16,2 4-26 0,-4-2-13 0,2 5-21 16,2-5-12-16,-2 5-9 0,0-4-21 0,0 4-10 15,0 0-12-15,0 0-14 16,0 0-17-16,0 0-25 0,0 0-6 0,0 0 1 16,0 0-9-16,-5 18 10 0,4-2-1 0,-2 1 0 15,1 9-2-15,-2 0-1 0,0-1-1 16,1 3-8-16,-2-8 3 0,3 5 3 0,-1-4 2 15,2-4-3-15,0 3 0 0,-1-5 3 0,1-1-5 0,1-2 3 16,0-2 0-16,-1-3 2 0,1-2-4 0,-2 1-6 16,2-3 10-16,2 3 2 0,-4-1 4 0,2-1-2 0,0-4 20 15,2 4 6-15,-2-4 10 0,0 4-2 0,0-4 2 16,0 0-1-16,0 0-5 0,0 0-4 0,0 0-2 0,-2 6-5 16,2-6-5-16,0 0-14 0,0 0-53 15,0 0-66-15,0 0-52 0,4-14-49 0,0 11-56 16,0-2-71-16,5-2-79 0,-1-2-263 0,-1 0-732 15,1-1 324-15</inkml:trace>
  <inkml:trace contextRef="#ctx0" brushRef="#br0" timeOffset="20219.74">10671 3759 84 0,'0'0'417'15,"-5"3"-6"-15,5-3-20 0,0 0-14 0,0 0-17 16,0 0-16-16,0 0-21 0,0 0-32 0,0 0-31 16,0 0-23-16,11-7-27 0,-1 2-21 0,4 4-23 0,2-3-26 0,1 1-44 15,3 0-45-15,0 1-49 0,8-2-60 0,-6-2-52 16,0 6-73-16,5-5-85 0,-1 0-89 0,-5 1-206 15,-3 3-609-15,-4-3 270 0</inkml:trace>
  <inkml:trace contextRef="#ctx0" brushRef="#br0" timeOffset="20388.98">10768 3914 153 0,'-3'3'275'0,"-2"1"13"0,1-4 6 0,1 3-9 15,3-3-12-15,0 0-26 0,0 0-25 0,0 0-25 16,25-1-35-16,-6-4-53 0,12 0-66 0,-2-2-77 16,3 0-90-16,4 0-90 0,0-2-149 0,2-3-393 0,9-8 174 0</inkml:trace>
  <inkml:trace contextRef="#ctx0" brushRef="#br0" timeOffset="20767.91">11721 3634 201 0,'0'0'218'0,"0"0"-21"0,-9 1-21 0,9-1-20 15,-4 3-18-15,4-3-11 0,-5 5-11 0,0-3-13 16,0 3-2-16,0 2-7 0,-3 2 1 0,3-1-1 0,-4 2-4 0,1 1-8 15,-1 3-2-15,2 2-6 0,-1-2-2 0,0 1 3 16,1-1 5-16,0 6-4 0,1-9 0 16,2 4 10-16,0-1 3 0,3-2 19 0,0-1 8 15,2 4 3-15,0-3 11 0,5-2 20 0,0 1 6 16,3-4 0-16,6 4 5 0,3-3-3 0,0-6-7 16,2 4-6-16,11-5-11 0,-9-2-6 0,-1-4-4 0,0 0-10 0,5-9 3 15,-7 6-9-15,-4-5-10 0,4-9-9 0,-6 7-11 16,-2-7-7-16,1-1-9 0,-7 5-10 0,-4-7-14 15,-1 1-18-15,-2 6-16 0,-5 1-25 0,-3 1-27 16,-4 2-43-16,-9-1-52 0,4 6-66 0,-7 2-80 16,7 2-103-16,-1 1-323 0,-2 1-776 0,2 0 344 15</inkml:trace>
  <inkml:trace contextRef="#ctx0" brushRef="#br0" timeOffset="21623.54">13156 3749 43 0,'0'0'326'0,"0"0"-10"15,0 0-35-15,0 0-23 0,-2-4-28 0,2 4-20 16,8-3-23-16,0 0-20 0,2 1-20 0,4-2-13 0,4 1-18 15,5 0-24-15,7 1-32 0,-2 2-44 0,-8 0-55 16,7-3-62-16,-4 2-70 0,-4 1-208 0,-1-4-410 0,-4 4 181 16</inkml:trace>
  <inkml:trace contextRef="#ctx0" brushRef="#br0" timeOffset="21777.23">13197 3962 169 0,'-4'4'186'16,"-1"0"6"-16,5-2 4 0,-4 0 5 0,4-2 7 16,0 0-16-16,14 4-17 0,-1-5-16 0,6 1-16 15,3-2-46-15,5 0-53 0,2-4-59 0,2 1-92 16,-3-1-200-16,-3-4-332 0,1 2 146 0</inkml:trace>
  <inkml:trace contextRef="#ctx0" brushRef="#br0" timeOffset="22093.5">13459 3653 194 0,'-4'-3'373'0,"0"-2"-4"0,2 3-15 15,-2-3-32-15,4 5-27 0,-3-4-34 0,3 4-31 16,-5-2-29-16,5 2-22 0,0 0-22 0,0 0-30 16,0 0-11-16,0 0-11 0,0 0-10 0,8 18-7 15,-2-8-5-15,7 4-14 0,1 7-7 0,4 2 1 16,-1 1-13-16,-2 2-1 0,3 1-8 0,0 2 1 15,-5-2-8 1,-1 2-2-16,-2 1-4 0,-1-2 1 0,-5-2-4 0,3 1 0 16,-7 0-7-16,-2-7 5 0,-8 6 0 15,-1-2-3-15,-5-3-1 0,5-6 5 0,-10 4-1 0,1-3 0 16,-3 0 0-16,0-3 2 0,5-1-13 0,-8 0 10 16,11-6-9-16,-2 3 13 0,6-3-38 0,2-1-21 15,3-4-29-15,0 3-36 0,2-3-35 0,4-1-52 16,0 0-101-16,0 0-312 0,0 0-646 0,19-16 286 0</inkml:trace>
  <inkml:trace contextRef="#ctx0" brushRef="#br0" timeOffset="22826.46">14341 3645 172 0,'1'-6'339'0,"4"2"4"0,-4 1-2 0,-1-1-5 0,0 4-2 16,4-3-10-1,-4 3-20-15,3-4-20 0,-3 4-25 0,2-3-23 16,-2 3-29-16,1-3-23 0,-1 3-22 0,0 0-22 16,0 0-28-16,0 0-28 0,0 0-30 0,0 0-12 15,0 0-14-15,3 12 3 0,-3-5-8 0,-1 3-4 0,-1 2-2 16,2 5 11-16,-3 2-14 0,-3 5 2 15,3-7-3-15,-2 4 8 0,2-2-9 0,1-1-3 16,0-2-5-16,0 1 1 0,-1-4 2 0,2-4-7 0,-2-1-13 0,3 0 4 16,0-4-2-16,-1 0 8 0,2 1 16 0,-1-5 23 15,0 7 22-15,0-7 24 0,3 1-6 0,-3-1 1 16,0 0-10-16,18-13-8 0,-9 6-4 0,5-5-1 16,1 2-3-16,-3-4-2 0,2 1-2 0,0-1-13 15,2 2-2-15,-2-1-1 0,0 2-4 0,-5 3 1 16,0 2-9-16,-4 2-8 0,4 0 0 0,-5 0-4 0,1-1 0 0,-1 4-12 15,-4 1-17-15,5-2-1 0,-5 2-1 0,9 3 0 16,-8 1-4-16,3 1 13 0,-1 2-3 0,-2 3-3 16,-1-1 5-16,3 4-2 0,-3 0 4 0,0 3 3 15,-3-4-3-15,6 0 1 0,-3-1 6 0,0-3 4 16,0 1 3-16,1-5-5 0,-1 1 5 0,0 2 9 16,0-5 2-16,1 1 26 15,-1-3 34-15,0 0 39 0,0 0-12 0,0 0-6 16,11-5-14-16,-4-6-7 0,5 4-6 15,1-8-7-15,0 0-6 0,3 1-5 0,2 3 0 16,3-9-8-16,-5 8-1 0,0 1 1 0,-2-1-10 16,0 1 3-16,-5 5-8 0,0 0-3 0,0 1-6 0,-1 0-5 15,-3 4-9-15,3-2-11 0,-2 3-4 0,6 3-5 16,-2-1-7-16,1 3-4 0,0 2-7 0,-1 0-14 0,2-1-23 16,1 6-40-16,3-4-43 0,-2 4-43 0,-1-2-40 15,-1-1-49-15,1 2-67 0,-2-4-82 0,1-3-256 16,-4-3-750-16,-1-2 332 0</inkml:trace>
  <inkml:trace contextRef="#ctx0" brushRef="#br0" timeOffset="23296.33">15442 3263 92 0,'0'0'316'0,"0"-5"-22"0,0 5-22 16,-1-5-21-16,1 5-25 0,0 0-25 0,0 0-21 15,0 0-26-15,-8-2-17 0,8 2-13 0,-14 9-12 16,0-2-11-16,1 3-13 0,-7 7-10 0,-1-2-10 0,0 6-8 0,0-1-7 15,3 4-3-15,-1-2-9 0,2 2-3 0,3-2-5 16,-1 2-5 0,4-2-2-16,-1 1 4 0,7-5-6 0,1-1-1 0,2 0 19 0,-1 0 6 15,6-1 3-15,2-3 14 0,0-1 5 0,3-2 20 16,1-2 3-16,3 1-2 0,4-2 1 0,3-2-1 16,-6-1 6-16,-1-1 2 15,1-3 7-15,1 3 4 0,-4-6 3 0,-1 0-6 16,0 0-8-16,-2-3-10 0,-1-1-12 0,-1-2-13 15,-4 0-15-15,-1-3-21 0,-1 3-7 0,-4-3-8 16,-1 3-16-16,-8-2-8 0,-1 1-12 0,-2 5-9 16,-10-6-22-16,-1 6-2 0,1 4-26 0,5-1-32 15,-1 2-26-15,4 2-35 0,2-1-44 0,7 2-48 16,-3 2-31-16,8 0-275 0,3-1-619 0,2-4 275 0</inkml:trace>
  <inkml:trace contextRef="#ctx0" brushRef="#br0" timeOffset="23581.26">15834 3805 99 0,'0'0'480'0,"-6"0"-37"0,6 0-38 15,0 0-42-15,0 0-33 0,0 0-43 0,0 0-20 16,18-12-36-16,-7 8-22 0,7 0-38 0,0 1-49 16,1-3-56-16,2 3-36 0,7-2-59 0,-8 4-41 15,9-2-57-15,-9-1-64 0,0 3-54 0,-3-3-229 16,1-2-513-16,-7 3 228 0</inkml:trace>
  <inkml:trace contextRef="#ctx0" brushRef="#br0" timeOffset="23744.03">15944 3900 104 0,'-6'6'180'0,"1"-2"17"0,1 2 7 0,0-1 17 0,-1-2 4 16,3-1 6-16,0 2 6 15,2-4 1-15,0 0-5 0,9 5-16 0,1-5-25 16,3 0-13-16,10 3-15 0,5-6-20 0,-1 2-33 15,5 1-46-15,0-3-44 0,-3 2-61 16,2-2-67-16,-3-1-54 0,4-3-73 0,-4 0-204 16,0-2-473-16,-1-2 211 0</inkml:trace>
  <inkml:trace contextRef="#ctx0" brushRef="#br0" timeOffset="23944.51">16600 3618 213 0,'1'-5'454'15,"0"1"22"-15,1-3 22 0,-2 2-1 0,-2 1-17 16,4 0-42-16,-2 4-45 0,2-5-47 0,-2 5-43 16,0-4-40-16,0 4-39 15,0 0-50-15,0 0-17 0,0 13-17 0,-2 0-14 16,2 5-12-16,-2 8-12 0,0 5-15 0,2 4-30 16,2-1-51-16,0 14-60 0,1-19-68 0,1 2-98 15,0-4-116-15,-4-6-467 0,2-3-870 16,-1-8 386-16</inkml:trace>
  <inkml:trace contextRef="#ctx0" brushRef="#br0" timeOffset="24731.04">17842 3771 133 0,'-9'0'334'0,"9"0"-6"16,0 0-16-16,-5 2-21 0,5-2-35 0,0 0-26 15,0 0-23-15,0 0-21 0,0 0-19 0,0 0-26 0,14-6-21 16,-1 5-29-16,1-1-31 0,4 0-61 0,1-1-49 0,1 0-53 15,-1 2-62-15,3 0-83 0,-4-6-134 0,1 3-414 16,-5 0 184-16</inkml:trace>
  <inkml:trace contextRef="#ctx0" brushRef="#br0" timeOffset="24900.35">17899 3901 197 0,'-2'5'242'0,"-2"-2"-7"16,3 0-19-16,1-3-20 0,0 0-18 0,0 0-15 16,11 5-19-16,1-5-34 0,5-3-46 0,4 2-68 15,10-3-82-15,-2 4-191 0,7-5-298 0,-2-3 132 0</inkml:trace>
  <inkml:trace contextRef="#ctx0" brushRef="#br0" timeOffset="25702.37">19049 3593 5 0,'0'0'178'0,"0"0"-20"16,0 0-19-16,0 0-13 0,0 0-10 0,0 0-27 16,17-4 0-16,-8 4-13 0,4-2-6 0,-2 0-10 15,3 1 5-15,-1-1-17 0,5-3 2 0,-1 1-7 0,-3 1-18 0,4-4 15 16,-1 2-10-16,0-4-2 0,2 5-9 0,0-7 4 15,-5 4 5-15,4 0 9 0,-9-1 4 16,3 2 6-16,-1 0 7 0,-7 0 12 0,4 3 0 16,-3-3 1-16,-1 3 6 0,1-1-3 0,-3 1-1 15,-2 3-13-15,-1-7-5 0,1 7-7 0,-10-3-10 0,3 3-1 16,-5 0 0 0,-6 2 20-16,-4 4-7 0,-5-1-4 0,0 5-4 15,-1 1-5-15,-1 2-4 0,-2 2-5 0,-1 3-1 16,0 0-2-16,2 3-6 0,0 4-1 0,2-3-4 15,-5 10 4-15,11-8-2 0,3 1 0 0,1 1 0 16,4-4-2-16,9 3 10 0,1-5-1 0,7-2 3 16,3 0 1-16,13 4 5 0,9-5-3 0,8-4 0 15,20 0-5-15,6-2 0 0,28 0-9 0,-26-6-13 0,4-7-4 0,22-1-6 16,-28 0-10-16,1-4-3 0,-6-1-7 0,-1-1-1 16,-5-4-3-16,-15 3-8 0,0-5 0 15,-3-2 5-15,-7 3 8 0,-4-1 8 0,-10 3 18 16,-4 2 14-16,-4 0 2 0,-3 0 4 0,-3 3-1 15,-3-2 2-15,-4 0 1 0,-9 1 0 0,0-1 1 16,-10 6 0-16,-2 0-5 0,1 3-1 0,-2 5-2 0,-1 2-3 0,3 3 1 16,1 0-4-16,4 2 1 0,6-1 0 0,0 1 0 15,1-1-1-15,4 4 1 0,4-1 6 0,3 1 6 16,2-1 2-16,8 1 8 0,6-1-1 0,3-2 3 16,13 1-1-16,0-3-4 0,6-2-3 0,2-1-2 15,1-4 1-15,1 0-2 0,-3-5-1 0,-3 1-2 16,-5-5 1-1,-4 2-2-15,-1-4-3 0,-6 2 3 0,0-2-3 0,-5-1 0 16,0-6-4-16,0 6-3 0,-6-4-3 0,-1-3-3 16,-4-1-2-16,-1 7 0 0,-6-5-5 0,0 1-5 15,-2 1-3-15,-1 5 0 0,-3-2-7 0,2 2-1 16,-2-1-13-16,1 4-12 0,2 1-28 16,1 0-31-16,1 3-45 0,1 0-51 0,2-1-205 15,7 2-443-15,0 0 196 0</inkml:trace>
  <inkml:trace contextRef="#ctx0" brushRef="#br0" timeOffset="26103.41">20380 3624 191 0,'0'0'231'0,"0"0"-24"0,-7-3-24 0,7 3-13 16,-9 0-20-16,9 0-17 0,-14 4-11 0,9-4-10 16,-3 2-10-16,-1 2-12 0,-2 0-8 0,1 0-5 15,2 1-11-15,-3 1-8 0,2 0-7 0,0 1-2 16,0 0-6-16,4 2-4 0,0 0-6 0,-1-1-3 15,3 4 0-15,1-3-5 0,4 8 7 0,0 0 0 16,3 0 0-16,2 0-4 0,1-2-3 0,2 2-2 0,-1 3-2 0,3-6-2 31,-2 2 4-31,1 0-7 0,-2 0-1 0,2-3-3 0,-6-2-1 0,-1-1 0 0,-3-4-1 32,2 0 10-32,-2 2 8 0,-2 1 0 0,-3-4 1 15,-5 3-3-15,-5-4-2 0,-4 4 2 0,-9 0-11 0,1-3-25 0,-1 0-33 0,-1-2-49 0,7-1-63 0,-7 0-91 16,5-6-127-1,5 0-403-15,0-1 179 0</inkml:trace>
  <inkml:trace contextRef="#ctx0" brushRef="#br0" timeOffset="26582.49">20859 3630 59 0,'0'0'162'0,"0"0"-11"0,-3-4-22 15,3 4-5-15,-6 0-18 0,6 0-4 0,-8 4-16 16,8-4-6-16,-10 4-7 0,2 0-5 0,3-1-9 16,-4 1-2-16,-1 1-4 0,1 2-2 0,1 0-7 15,-7 3-2-15,2 3 4 0,-1-1 2 0,3 2 5 0,-2 0 0 0,0 4 4 16,-2 5-6-16,0-2 1 0,3 2 0 0,-2-1 0 16,6-6 12-16,3 1 1 0,1-1 7 0,2 1 7 15,-2-4-1-15,4-1 8 0,6 4 13 0,-2-4 8 16,6 1 21-16,3-1 3 0,1-3 6 0,12 4 7 15,-5-9-12-15,9 5-8 0,-2-9-3 0,3 0-6 16,-3-1 5 0,-1-6-2-16,0-2-7 0,-8 3-8 0,-3-5-9 15,1-1-6-15,-4-3-16 0,1-6-12 0,-8 3-28 0,-1-10-23 16,-5 3-24-16,-4-4-11 0,-6 5-20 0,-4 2-16 16,-1 1-18-16,-10 3-44 0,0 2-30 0,-6 3-32 15,-1 5-41-15,3-5-65 0,-2 8-240 0,3-4-575 16,13 6 255-16</inkml:trace>
  <inkml:trace contextRef="#ctx0" brushRef="#br0" timeOffset="27090.41">21548 3896 256 0,'0'0'278'0,"-7"3"-6"0,7-3-5 16,-6 0-8-16,6 0-9 16,0 0-15-16,0 0-12 0,0 0-14 0,0 0-26 15,0 0-19-15,16-6-20 0,5 2-11 0,9-2-13 16,8 3-14-16,15-6-10 0,-2 1-6 0,4 4-11 16,0-4-11-16,0 3-14 0,-4-3-18 15,-14 4-16-15,-7-1-26 0,-10 1-39 0,-1 2-31 0,-2-1-34 16,-6-3-41-16,-2 2-67 0,-5 0-75 0,-1 3-148 15,-3 1-477-15,-17-9 211 0</inkml:trace>
  <inkml:trace contextRef="#ctx0" brushRef="#br0" timeOffset="27387.33">21789 3742 109 0,'-1'-5'411'15,"1"-2"22"-15,0 2-7 0,-2-2-12 0,1 2-19 16,0 2-27-16,2-1-33 0,-1 4-36 0,-4-6-35 16,4 6-33-16,-2-1-31 0,2 1-39 0,0 0-43 15,0 0-17-15,0 0-6 0,0 14-15 0,0-4-2 16,-1 6-10-16,-1 1-9 0,1 2-8 0,0 6-8 16,0 0-2-16,-1 0-1 0,1 3-6 0,1-5 2 0,0-3-2 15,-1-2 0-15,1 0 2 0,0-1-10 0,0-1-49 16,0-5-21-16,1 1-38 0,0-4-16 0,-1 1-33 0,0-6-12 15,2 1-6-15,-2 1 0 0,0-2-13 0,0-3-69 16,0 0-84-16,0 0-268 0,0 0-630 0,-4-17 279 16</inkml:trace>
  <inkml:trace contextRef="#ctx0" brushRef="#br0" timeOffset="27707.8">22562 3592 290 0,'0'-4'463'16,"0"4"-29"-16,3-6-30 0,-3 6-36 0,0-5-36 15,0 5-35-15,0 0-39 0,1-2-30 0,-1 2-28 16,0 0-27-16,0 0-25 0,0 0-9 0,-4 10-19 15,4-3-16-15,-1 2-10 0,-3 4 0 0,3-1-20 0,-2 4 4 0,-1 1-13 16,3 1-3-16,-3-2-6 0,0 8-10 0,-1-4-1 16,4-5-5-16,-3 1-1 0,3-4-10 0,-2-1 1 15,2-2 3-15,-1 2-9 0,0-5 2 16,2 2-16-16,0-3-38 0,-1-1-21 0,-2-1-14 16,2 3-17-16,1-6-10 0,0 3-5 0,0-3-10 0,0 4-16 15,0-4-58 1,0 0-75-16,0 0-65 0,-4-19-251 0,5 8-618 15,2-4 273-15</inkml:trace>
  <inkml:trace contextRef="#ctx0" brushRef="#br0" timeOffset="27854.9">22640 3502 121 0,'0'-8'368'0,"0"1"21"0,1 0 3 0,-1 0 4 16,0 1-17-16,0 2-23 0,0 1-29 0,0 3-36 0,0-6-22 0,2 3-29 15,-2 3-31-15,0-5-38 0,0 5-45 0,0 0-58 16,0-4-55-16,0 4-57 0,0 0-57 0,1-4-58 15,-1 4-49-15,0 0-70 0,0 0-277 0,0 0-600 16,12 1 266-16</inkml:trace>
  <inkml:trace contextRef="#ctx0" brushRef="#br0" timeOffset="28509.87">23183 3310 106 0,'0'0'284'0,"0"0"-31"0,0 0-27 16,0-4-24-16,0 4-20 0,0 0-22 0,0 0-18 16,0 0-13-16,0 0-14 0,-16 9-10 0,7-1-10 15,-2-1-11-15,-4 2-8 0,-3 2-7 0,-1 5-5 16,1-4-3-16,-5 3-5 0,1-2-7 15,-2 2-3-15,6-4-6 0,4 2-3 0,0-3-8 0,3 2 2 0,0-2-6 16,1 2 0-16,-1 1-3 0,4-3-3 0,2 2-1 16,0-4-1-16,3 3 0 0,0 0 6 0,5-2 2 15,4 3 2-15,1 0 2 0,2 1-2 0,4 0 1 16,3 0-5-16,6 3 4 0,-1-1-8 0,0 1-1 16,2-2-1-16,-3 2 0 0,1 2-4 0,-1-2-1 15,-9-2-3-15,1-3-1 16,-3-2-3-16,-6-2 8 0,1 3-1 0,-1-2 5 15,-4 1 6-15,-4 3 7 0,-1-2-4 16,-5-3 3-16,-2 2-2 0,-5-2 1 0,-1 3-6 0,-4-4 1 16,2-1-3-16,-6 2-2 0,4-2-2 0,3-4 3 15,-1 0-4-15,4 3 0 0,6-4 4 0,-3 0-1 16,6 3 17-16,7-3 35 0,-12 0 26 0,12 0-13 16,-6-7-20-16,6 7-17 0,11-12-10 0,-2 2 1 0,9 2-4 15,-4-4-4-15,14-3 5 0,-5 0-13 0,5-2-4 16,0 3 2-16,-1 3-6 0,0-1 11 0,0 0 11 15,-8 4-4-15,0 1 14 0,2 0 9 0,-10 3 7 16,2-1 9-16,-4 2 2 0,1 0 6 0,-5 1-10 16,2-2-8-16,-3 1-20 0,-4 3 2 0,10-1-18 15,-10 1 10-15,0 0-5 16,9-1-10-16,-9 1-5 0,0 0 0 0,5 9-6 16,-5-4 0-16,1-2-4 0,-1 4 0 0,0 3 7 15,0 2-10-15,-2-1 5 0,0 1-5 16,1 0 8-16,0 3-1 0,-1-3-3 0,2-2-25 0,-1 0-22 15,0-3-37-15,1 0-8 0,-1-2-23 0,-1 2-22 16,1-1-12-16,1-6-11 0,-1 7-3 0,1-7-23 16,0 0-56-16,0 0-93 0,0 0-227 0,-22-20-602 0,18 11 267 15</inkml:trace>
  <inkml:trace contextRef="#ctx0" brushRef="#br0" timeOffset="28657.08">23289 3545 233 0,'2'-4'400'0,"-1"-3"-6"0,-1 3-11 15,0 1-30-15,2 0-44 0,-2 3-28 0,2-4-43 0,-2 4-9 16,3-4-48-16,-3 4-65 0,0-5-42 0,0 5-58 16,0 0-58-16,4-1-57 0,-4 1-59 0,0 0-76 15,12 4-212-15,-12-4-483 0,0 0 213 0</inkml:trace>
  <inkml:trace contextRef="#ctx0" brushRef="#br0" timeOffset="28995.62">23526 3605 2382 0,'1'1'243'0,"2"2"-106"0,-3-3-75 16,3 5-37-16,-1-3-17 0,-2-2-6 0,1 5-4 16,-1-1 11-16,-1 1-9 0,-1 0-2 0,0 4 0 0,-2 0 0 15,0 2 2-15,-1 2 1 0,0 2-1 0,-3 3 2 0,1-3 4 16,0 2-2-16,3-5-2 0,-1-4 0 0,1-2 6 15,2 1-2-15,1-1 31 0,-1-2 23 0,2-4 32 16,-2 6 36-16,2-6 47 0,0 0 34 0,0 0-21 16,0 0-19-16,0 0-20 0,16-18-16 15,-7 9-9-15,2-3-8 16,2-1-20-16,2 1-6 0,-1 1-9 0,-2 1-13 16,0 3-5-16,-2 0-2 0,-1-1-10 0,0 3-6 15,1-1-6-15,-1 3-8 0,5-3-11 0,-5 5-10 16,3 1-16-16,-1 3-14 0,2 1-13 0,-1 3-19 15,5-5-26-15,1 6-39 0,1 0-24 0,1 0-36 16,-2 2-45-16,-1-1-59 0,10 1-64 0,-13-3-264 16,8-4-660-16,-4 0 292 0</inkml:trace>
  <inkml:trace contextRef="#ctx0" brushRef="#br0" timeOffset="29312.03">24186 3648 2347 0,'7'-7'175'0,"-3"-1"-19"0,-3 2-10 15,1 0 7-15,2 0 14 0,-4 0-18 0,0 3-16 0,4-1-16 16,-2 1-25-16,-2 3-11 0,0-7-6 0,0 7-22 16,0 0-7-16,0 0-4 0,0 0-13 0,0 0 11 15,-12 9-20-15,3-1-2 0,0-1-23 0,-5 4 21 16,1 3-7-16,-1 2 7 0,2-2-3 0,-3 10 1 16,6-6-6-16,0 3 1 0,3-1 9 0,1-3 0 15,2 0-1-15,3 0 3 16,4 0 8-16,2-2 13 0,3-1 17 0,3-2 1 15,4 0 15-15,4-4 7 0,8 1-2 0,1-5 0 16,1-3-8-16,0-1 9 0,-3-5 12 0,-5-3 1 16,-3-1-2-16,-1-3-10 0,1-6-9 15,-6 1-4-15,2-6-4 0,-5-1-15 0,-6 5-12 0,-1-5-17 16,-6 3-20-16,-5 3-44 0,-8-2-69 0,-7 3-82 16,-9 3-90-16,-6 4-125 0,-18-5-334 0,2 4-806 0,3-1 357 15</inkml:trace>
  <inkml:trace contextRef="#ctx0" brushRef="#br0" timeOffset="30777.7">6790 5929 301 0,'0'0'329'0,"0"0"-22"0,0 0-17 0,-9 0-17 0,9 0-8 0,0 0-18 15,0 0-39-15,-4-2-20 0,4 2-26 0,0 0-14 16,0 0-3-16,12-7-31 0,-5 4-28 0,5 0-23 16,6-1-13-16,3 2-42 0,5-3-51 0,2 2-57 15,-5 2-66-15,8-2-66 0,-12 0-209 0,-1 2-477 16,-3 0 211-16</inkml:trace>
  <inkml:trace contextRef="#ctx0" brushRef="#br0" timeOffset="30946.95">6762 6236 52 0,'-4'6'198'0,"-1"-2"-6"16,1-3-9-16,3 3-9 0,1-4-4 0,-1 7-6 15,-2-5-10 1,3-2-7-16,0 0-13 0,14 1-13 0,-6-1-6 16,3 0-30-16,7-1-49 0,0-1-54 0,1-5-77 15,0 3-207-15,-3-1-328 0,1-3 146 0</inkml:trace>
  <inkml:trace contextRef="#ctx0" brushRef="#br0" timeOffset="31432.23">6963 5875 279 0,'-4'-8'365'15,"-3"0"-8"-15,6 3-22 0,-3 0-12 0,3 1-27 16,-2 0-37-16,2 0-29 0,1 4-31 0,-4-5-17 15,4 5-26 1,-1-2-34-16,1 2-28 0,0 0-11 0,0 0-6 16,0 0-11-16,0 0-7 0,5 13-7 0,-1-7-5 0,-3 2-2 15,4 1-5-15,-1 1-11 0,5 5-7 0,1-6-17 16,-1 6-6-16,0-1-10 0,4-1-8 0,-3-2-8 16,3 0-1-16,-4 0-4 0,0-3 1 15,-1-1 1-15,-1-2 1 0,-1 2 4 0,-2-5 0 0,0 3 6 16,0-4 0-16,1 3 2 0,-4-2 14 0,3 1 7 0,-4-3 7 15,3 2 14-15,-1 1 2 0,-2-3-1 0,2 2-11 16,-2-2 0-16,2 6 3 0,-6-2-9 0,-1 5 0 16,-2 6 4-16,-6 7-7 0,-4 4 0 0,2-2 1 15,-6 5 0-15,2 1-4 0,-3-1 1 0,-3 12 5 0,2-11-6 16,6 0 3-16,-2 2-4 0,0-3 4 16,2-1-7-16,2-5 2 15,4 1 2-15,0-7 0 0,2-3 3 0,4-2 1 0,1-3 5 0,1-3 30 0,0 0 25 16,-1-1 28-16,3-2 12 0,-2 0 16 0,2-1 9 0,1-2 6 31,-4 4 2-31,4-4-6 0,-2 3-6 0,2-3-13 16,0 0-19-16,0 0-19 0,0 0-24 0,0 0-24 15,0 0-32-15,0 0-45 0,0 0-45 0,6-15-62 16,-5 11-53-16,2-1-67 0,1 0-78 0,0-4-316 0,-1 2-723 16,3-3 320-16</inkml:trace>
  <inkml:trace contextRef="#ctx0" brushRef="#br0" timeOffset="32102.93">7788 6004 25 0,'0'0'374'0,"1"-5"-19"15,-1 5-14-15,0-4-29 0,0 4-24 0,0 0-41 16,0 0-27-16,0 0-9 0,0 0-37 0,0 0-24 16,0 0-15-16,0 0-14 0,0 0-16 0,0 0-13 0,1 14-9 15,-1-6-6-15,3 1-6 0,-6 8-7 0,3 2-9 16,0-2-5-16,-1 0-4 0,-4 3 0 0,1 0-6 0,0 4-9 15,2-5 22-15,-2 0-23 0,-2-2-7 0,4-5-2 16,-2-2 4-16,3-1-8 0,-3-1 3 0,3-1 0 16,0-2 1-16,-2 0 16 0,3-1 33 0,0-4 36 15,3 3-2-15,-3-3-18 0,0 0-6 0,10-17-1 16,-4 5-3-16,6-1 0 0,-1-3-8 0,6-5-13 16,-3 6-1-16,4-8-4 15,0 2-14-15,-1-1 5 0,-3 7-4 0,-2 3-2 16,1-2-8-16,-5 7-2 0,-1 0-6 0,-1 1-5 15,1 2-9-15,-3 0-1 0,1 1-4 0,-4 0-15 16,-1 3-8-16,8 0-2 0,-8 0-5 0,7 10-3 16,-3-1 15-16,0 1-5 0,0 0 10 0,0 7-4 15,0-5 2-15,0 7 6 0,-3-2 2 0,3 0-5 16,-3-2 5-16,4-2-2 0,-5-2 6 0,4 1 0 0,-4-6-3 0,1 4 0 16,2-5 4-16,-3 1 6 0,1-2 4 0,-1-3 10 15,0 3 33-15,0-4 33 0,0 0 9 0,0 0-7 16,0 0-7-16,9-8-9 0,-5-1-6 0,4-1-4 15,-2-1-8-15,3-4-5 0,7-8-6 0,-6 7-4 16,-1-1-3-16,1 0-6 0,-3 6-8 0,-2 2 3 16,1 1-4-16,-2 4-5 0,-1-1-8 0,2-1-9 0,-2 3-4 0,-1 1-20 15,2 2-8-15,-4 0-3 0,7 4-1 0,-1 7 2 16,-1-6-3-16,2 7 7 0,2-5 1 0,-4 5 5 16,1 0-19-16,4 1-40 0,-2 0-30 0,-3-2-39 15,0-2-33-15,0 0-33 0,0-1-37 0,-1-3-55 16,-1 2-76-16,-2-7-228 0,-1 0-668 0,0 0 296 15</inkml:trace>
  <inkml:trace contextRef="#ctx0" brushRef="#br0" timeOffset="32550.8">8730 5584 134 0,'1'-4'355'0,"0"0"-13"16,0 2-2-16,-1 2-10 0,2-7-42 0,-2 7-14 15,1-4-42-15,-1 4-13 0,0 0-28 0,0 0-32 16,0 0-20-16,0 0-13 0,0 0-17 0,-17 17-8 16,8-2-11-16,-7 4-11 0,-1 6-11 0,2-1-18 15,-3 3 4-15,-1 3-6 0,2-2-7 0,1 1-8 16,3 0-2-16,0-3-1 0,5 1 0 0,2-3 2 0,3-7 2 0,3 0 8 16,2-2 11-16,0 2 10 0,2-6 7 0,5-3 8 15,4-1 12-15,4-4 7 0,2 1 5 0,1-4 1 16,-1-1 5-16,2-3 3 0,-6-2 14 0,2-1 2 15,-7 2 6-15,-2-5-2 0,0 4-10 0,-4-6-6 16,-2 1-13-16,-5-1-16 0,-1 1-18 0,-6-2-31 16,-4 3-33-1,-6 1-49-15,-10 1-57 0,-3 3-86 0,-22 5-94 0,-2 2-113 16,-1 1-425-16,-1-1-886 0,3 1 392 0</inkml:trace>
  <inkml:trace contextRef="#ctx0" brushRef="#br0" timeOffset="34903.11">9397 6122 194 0,'0'0'195'0,"-8"-2"-6"0,8 2-5 0,0 0-3 16,0 0-5-16,0 0-9 0,-5 5-3 0,5-5-10 16,0 0-1-16,0 0-6 0,0 0-7 0,0 0-5 15,0 0-13-15,0 0-8 0,0 0-11 0,0 0-3 0,0 0-10 0,0 0 4 16,0 0-11-16,0 0-6 0,0 0-7 15,0 0 4-15,0 0-32 0,8-11-14 0,3 11-11 16,1-3-16-16,5 0-19 0,3-4-25 0,0 3-31 0,8 1-39 16,-6-3-35-16,6 4-42 0,-10-2-46 0,1 3-160 15,-2-3-428-15,-3 3 190 0</inkml:trace>
  <inkml:trace contextRef="#ctx0" brushRef="#br0" timeOffset="35056.78">9315 6360 121 0,'-8'6'257'0,"2"-2"-8"0,2-2-12 0,0 2-17 15,-1-1-13-15,2-3-19 0,3 0-16 0,0 0-18 0,21 3-14 0,-3-3 7 16,15-6-24-16,4 1-38 0,14 0-65 0,4-2-91 16,0 1-111-16,-15 1-163 0,11-5-373 0,-17 0 165 15</inkml:trace>
  <inkml:trace contextRef="#ctx0" brushRef="#br0" timeOffset="36351.11">10948 5900 180 0,'-4'-1'222'0,"4"1"-16"0,0 0-16 16,0 0-16-16,-4-4-19 0,4 4-18 0,0 0-5 15,0 0-14-15,0 0-12 0,0 0-10 0,-5-3-7 16,5 3-6-16,0 0-10 0,0 0-3 0,0 0-9 16,0 0-5-16,0 0-4 0,0 0-3 0,0 0-3 15,0 0 2-15,0 0-3 0,0 0-4 0,0 0-1 0,7-6-1 0,0 4-10 16,2-1-1-16,1 0-8 0,3-4-8 0,5 2 3 15,-3-2 16-15,2 0-5 0,1 0-1 0,-4-3-1 16,0 2-3-16,-2 0 4 0,-2 0 11 0,-1 1 18 16,-2-1 13-16,0 3 6 0,-1-2 2 0,-2 2 9 15,-2 1-1-15,1-4-4 0,-2 5 2 0,1-2-3 16,-4 0-12 0,1 1-5-16,-3 1-19 0,-1 1-16 0,-5 0 2 15,-3 2-3-15,-1 3-11 0,-4 1 0 0,-10 4-5 0,1 4-4 16,-5 2 18-16,3 4-21 0,-4 1 6 0,1 3-6 15,-9 9 6-15,4-1-4 0,7-5 0 16,-3 12-4-16,6-11-4 0,-2 13 13 0,8-11-10 16,4 4 2-16,1-3 3 0,2 1-18 0,5-2-12 15,8-2-5-15,1-1-1 0,8 0 9 0,8-1 0 0,5-7 4 0,12 2 5 16,17-4 4-16,7-6 1 0,7-1 4 0,33-8-1 16,-2-4-4-16,-30 0-5 0,27-7-5 0,-28 4-6 15,-9-6-3-15,-1 1-1 0,-5-5-1 0,-13 3 6 16,-4-1-3-16,-3-2 5 0,-3 1 5 0,-4-5 14 15,-7 1 19-15,-3 6 12 0,-4-2 17 0,-2 4 14 16,-4 2 11-16,-2-2 0 16,0 0-4-16,-5 5-6 0,0-4-12 0,-6 6-3 15,-1 0-7-15,-2 1-6 0,-4 4-2 0,-5 3-3 16,-5 4-7-16,1 0-4 0,3 5-2 0,2 3-3 0,4-3 4 0,3 1-15 16,-3 8-16-16,5-7-11 0,4 3-16 0,5-1-2 0,2 0-3 15,2-4 7-15,6 3 2 0,3-1 4 0,4-2 6 16,3-5 1-16,5 2 5 0,-1-7 0 15,11 0 8-15,-3-3 2 0,-1-2-1 16,4-3 1-16,-5 0 6 0,-9-5 6 0,1 6 17 16,-8-5 7-16,6 1 13 0,-5-6 1 0,-3 1-1 0,-2 0 13 15,-1 1-15-15,-1-3 18 0,-4 0-12 0,-2 0-11 16,0 5-1-16,-4-2-11 0,1 4-8 0,-3 0 0 16,0-1-10-16,2 1-12 15,-3 2-16-15,0 2-13 0,0 2-30 0,-1 0-35 16,0 1-37-16,1 0-36 0,0 2-54 0,9 0-45 0,-12 2-197 15,12-2-515-15,0 0 229 0</inkml:trace>
  <inkml:trace contextRef="#ctx0" brushRef="#br0" timeOffset="36845.99">12061 6016 274 0,'0'0'292'16,"0"0"-11"0,-1-5-24-16,1 5-18 0,0 0-28 0,0 0-23 15,0 0-16-15,0-4-21 0,0 4-17 0,0 0-19 16,-9 0-12-16,9 0-12 0,-13 3-9 0,5 1-9 16,-2-1-8-16,-2 1-7 0,-1 0-6 0,-4 3-7 15,-1 2-4-15,4 0-2 0,-4 3-8 0,3-2-4 16,-1 0 2-16,6 0-7 0,-3-1-5 0,1 4 1 15,5-2 1-15,2-3-8 0,1 4 0 0,3-3-1 0,2 1 0 0,3 1 0 16,2 2-1-16,6-1 2 0,0 1 3 0,4 1-5 16,2-4 2-16,5 2-3 0,-4 2-1 0,-1-2 0 15,5 0-1-15,-5-1-1 0,-3-2 1 0,-1 1-6 16,-3-3 5-16,-5 0-9 0,1 0 1 0,-1-3-3 16,-6 2-1-16,0-1 1 0,-3-1 1 0,-4 4 0 15,-5-3-9-15,-6 1-14 0,-1 0-11 0,-7-1-26 0,-3 0-34 16,0-2-58-16,-1-3-67 0,-3 0-212 0,6-3-472 0,0-1 209 15</inkml:trace>
  <inkml:trace contextRef="#ctx0" brushRef="#br0" timeOffset="37462.99">12509 5900 154 0,'0'0'237'0,"0"0"-25"16,0-4-19-16,0 4-28 0,0 0-10 0,12-5-20 15,-2 5-10-15,0 0-14 0,3 0-10 0,5 0-12 0,-4 0-12 16,-1 2-5-16,6 2-12 0,0 2-4 0,-1-1-5 0,0 4-6 16,0-1-8-16,-8-2 1 0,7 7-11 15,-7 1 1-15,0-4-9 0,-3 7-2 0,-4 0 0 16,-3 2-2-16,-1 8-2 0,-8-4-1 0,-7 2-1 16,1 2 3-16,-8-2-4 0,2-2 1 0,-6-1 0 15,0 1 1-15,-1-2 3 16,1 0 2-16,0-4 2 0,2-2 6 0,7-3-3 15,2-4-4-15,4-1 0 0,2 0-3 0,1-3-1 16,2 0 4-16,1 0 2 0,2 1 6 0,1-2 36 16,3 1 12-16,0-4 14 0,8 5 6 0,4-1-3 15,0-3-5-15,10 0-8 0,0 0-8 0,11 1-4 0,-4-2-5 16,2 1-7-16,0-1-7 0,-3-1-8 0,-2-1-2 16,-6 4-3-16,-1-4-21 0,-5 2-22 0,0 0-22 0,-5 0-23 15,1-1-21-15,-3 0-44 0,-1-3-64 0,-2 3-83 16,-4 1-203-16,0-9-509 0,-3 3 225 0</inkml:trace>
  <inkml:trace contextRef="#ctx0" brushRef="#br0" timeOffset="38095.87">13166 5892 118 0,'0'0'323'0,"0"-4"-27"16,0 4-23-16,-2-5-27 0,2 5-23 0,0-4-24 16,0 4-22-16,0 0-24 0,0 0-19 0,0 0-20 0,0 0-14 15,0 0-13-15,-8 14-10 0,4-4-7 0,3 2-7 16,-3 4-5-16,-2 2-8 0,-1 2-4 15,-3 3-3-15,0 4-5 0,1-3 0 0,-2 3-5 0,0-4-2 0,1 0-4 16,-1 2-3-16,2-9 3 0,1 1-4 0,-1-3-3 16,4 2 0-16,1-4-7 0,-1-4 0 0,1-1-1 15,3-2 0-15,-2 1 5 0,2-2 20 0,-2-1 13 16,3 2 24-16,0-5 30 0,-1 6 33 0,1-6 22 16,0 0 20-16,0 0-14 0,0 0-14 0,12-11-13 15,-3 5-12-15,5-8-15 16,0 2-11-16,6-9-8 0,-1-1-8 15,4 2-15-15,-1-1-1 0,2 1-10 0,-6 3-9 0,-4 0-1 16,0 5-6-16,3-1-2 0,-3 2-1 0,-4 4 6 16,-1-1 1-16,-2 1 3 0,-1 2 5 0,-1 1 6 15,0 1-6-15,0-2-6 0,-2 3-2 0,1-2-11 16,-4 4 0-16,2-3-9 0,-2 3-17 0,3-2-11 16,-3 2-10-16,0 0-23 0,0 0-2 0,0 0 5 0,0 0 4 0,-13 14-2 15,3-10 5-15,-4 6 8 0,1 1-1 16,-4 0 1-16,3-1 0 0,-1 2-8 0,2 2 13 15,-1-2 4-15,-3-2 2 0,3 3-1 0,2-2-5 0,1-5 0 16,4 3 3-16,0-4 2 0,2-2-13 0,1 2 17 16,2-4 1-16,-3 4-1 0,4-3 0 0,-2 2 0 15,3-4 2-15,-1 5 0 0,1-5 3 0,5 8 7 0,2-5 1 16,2 2 0-16,3 1-3 0,6 1 1 0,2-2 1 0,-2 4-3 16,1-2-20-16,-1 0-53 0,1 0-69 15,8 2-67-15,-7-3-68 0,-2 3-83 0,3-6-386 16,2 0-801-16,-3-1 355 0</inkml:trace>
  <inkml:trace contextRef="#ctx0" brushRef="#br0" timeOffset="38481.3">13703 6015 337 0,'4'-3'409'0,"-4"3"-60"0,1-5-20 0,-1 5-34 0,1-4-30 16,-1 4-29-16,2-3-33 0,-2 3-22 0,0 0-29 16,0 0-11-16,0 0-14 0,0 16-13 0,-2-7-12 15,-4 2-8-15,2 3-9 0,-5 6-6 0,3-2-10 16,-7 5-1-16,0 2-6 0,-2-4-7 0,-2 3-6 16,3-2-5-16,4-9 2 0,2-2 7 0,3-2-11 15,-4-1 0 1,6-3-21-16,-1 0 4 0,1 0 43 0,0-1 47 15,2-3 48-15,-1 1 32 0,2-2-1 0,0 0-23 16,0 0-19-16,0-15-12 0,2 7-12 0,2-3-12 0,3-1-14 16,1-1-12-16,1-2-9 0,0 1-7 0,0 1-10 15,0 5-6-15,-1 1-9 0,-3-1-3 16,0 2-10-16,-1 2-6 0,2 0-7 0,-2 3-6 16,0-1-19-16,-4 2-10 0,9 3-12 0,-4-1-10 0,3 1-12 0,-2 6 0 15,2 1-14-15,-1-2-23 0,2 3-40 0,-2 0-22 16,3 0-46-16,-4 0-43 0,2 1-51 0,-3-3-59 15,3 0-58-15,-6-5-291 0,4 1-750 0,1-2 331 16</inkml:trace>
  <inkml:trace contextRef="#ctx0" brushRef="#br0" timeOffset="38681.36">13621 6009 126 0,'-4'-2'352'15,"-5"-1"-5"-15,6 3 0 0,3 0 4 0,-7-2-14 16,7 2-8-16,-6-2-12 0,6 2-32 16,-2-3-43-16,2 3-10 0,12-4-24 15,3 1-21-15,12-1-50 0,9-1-49 0,16 1-68 0,3-2-76 16,0-1-73-16,4 4-82 0,-3-2-128 0,-1-5-190 16,-5 6-572-16,-14-6 254 0</inkml:trace>
  <inkml:trace contextRef="#ctx0" brushRef="#br0" timeOffset="38997.74">14206 6157 192 0,'0'0'278'0,"0"0"-4"0,-3 2-1 0,3-2-7 16,0 0-15-16,0 0-12 0,0 0-18 0,-3 2-22 16,3-2-19-16,0 0-17 0,0 0-18 0,24-4-15 0,-11 4-15 15,7-4-16-15,1 1-2 0,10 0-8 0,1 1-20 0,5-3-27 16,-3-2-28-16,3 5-40 0,-5-1-38 15,-1 0-46-15,-3-2-49 0,-9 1-44 0,-1 1-65 16,-3-1-150-16,-4-4-452 0,-4 3 199 0</inkml:trace>
  <inkml:trace contextRef="#ctx0" brushRef="#br0" timeOffset="39220.42">14385 6002 61 0,'-4'-4'408'0,"3"1"-1"16,-1-1 5-16,2 4-5 0,-4-5-10 0,1 2-26 0,3 3-29 0,-1-3-36 15,1 3-34-15,0 0-33 0,-1-3-31 0,1 3-25 16,0 0-50-16,0 0-36 0,0 0-11 0,-4 9-6 16,4 0-17-16,-1 7-2 0,1 4-10 0,-4 4-17 15,2 3-13-15,1 1-53 0,0-1-41 0,-3 2-40 16,3-2-37-16,-1 4-53 0,-5-4-59 0,6 0-75 15,-2-10-242-15,1-1-626 0,0-6 278 0</inkml:trace>
  <inkml:trace contextRef="#ctx0" brushRef="#br0" timeOffset="39621.25">14876 5960 335 0,'0'0'332'0,"-1"-4"-17"0,1 4-26 16,0 0-15-16,0-7-40 0,0 7-26 0,0 0-23 0,0 0-18 16,0 0-20-16,-18 7-15 0,9 0-18 0,0 1-10 0,0 2-17 15,-2-1-1-15,-1 5-12 0,2 1-4 0,0 0-14 16,2 1 1-16,0-2-10 0,2-1-4 0,2 3-4 15,0-6 1-15,4 1-7 0,0 2 9 0,3-3-2 0,1 1 8 16,2-5 6-16,0 4 2 0,2-4 3 16,1-2 7-16,4-1 8 0,-3-2 3 0,2-1 12 15,0 0 4-15,-1-3 0 16,2-1 6-16,-4 0-9 0,2-2-3 0,-3-2-9 16,2 0 1-16,-4-4-16 0,-1-5-9 0,3 2-9 15,-5 1-18-15,0-3-11 0,-3 1-9 0,0 4-21 16,-4 1-8-16,-1-1-15 0,0 0-20 0,0 0-8 15,-3 3-24-15,-1 1-28 0,0 0-26 0,2 1-23 16,-2 3-52-16,-3-2-60 0,7 2-76 0,0 1-204 16,2-2-604-16,3-2 268 0</inkml:trace>
  <inkml:trace contextRef="#ctx0" brushRef="#br0" timeOffset="39868.61">15180 5695 90 0,'4'0'357'16,"-4"0"-33"-16,1-4-41 16,-1 4-37-16,0 0-29 0,0 0-23 0,9 12-10 0,-6 0-18 15,-2 9-12-15,0 7-11 0,3 5-8 0,-4 15-5 16,-1 4-5-16,-3 0-8 0,-5 3-6 0,0-1-5 0,-5 1-5 16,-5-1-7-16,-5-1 6 0,-2 0-11 0,-7-5-3 15,-5-2-17 1,-5-3-2-16,-7-5-5 0,-1-5-5 0,-1-5-46 15,-4 0-49-15,-2-2-60 0,-4-6-90 0,0-4-117 16,-2-5-227-16,-2-7-576 0,-27-8 255 0</inkml:trace>
  <inkml:trace contextRef="#ctx0" brushRef="#br0" timeOffset="40401.18">12563 5593 246 0,'0'0'288'0,"0"-2"-20"16,0 2-29-16,-1-5-28 0,1 5-24 0,-9 10-2 15,-3 7-19-15,-3 9-15 0,-9 16-17 0,-2 6-10 16,-1 5-15-16,1 5-12 0,-5 27-7 0,8-6-2 0,10-19-9 0,13 1 15 15,3 22-1-15,6-25-5 0,9 0 3 0,19 14-7 16,-4-23-12-16,14-8-30 0,-1-1-57 0,29 7-98 16,-18-20-151-16,0-3-209 0,-3-12-511 0,0-7 226 15</inkml:trace>
  <inkml:trace contextRef="#ctx0" brushRef="#br0" timeOffset="41319.25">15685 6166 164 0,'-10'0'186'0,"10"0"-13"0,-4 1-5 16,4-1-12-16,0 0-9 0,0 0-3 0,-9 0-9 15,9 0-3-15,0 0-8 0,0 0-12 0,0 0-9 16,0 0-6-16,0 0-7 0,0 0-3 0,-5 2-2 15,5-2-2-15,0 0 9 0,0 0-7 0,0 0-4 16,0 0-3-16,0 0-6 0,0 0-9 0,0 0-6 16,0 0-2-16,0 0-8 0,0 0-3 0,0 0-5 0,0 0 0 0,0 0-4 15,0 0-3-15,0 0-5 0,0 0-1 0,0 0 4 16,0 0-5-16,0 0 4 0,0 0-7 0,-3 2-6 16,3-2-1-16,0 0 0 0,0 0 2 0,0 0 9 15,0 0 9-15,0 0 2 16,0 0 2-16,13-5 1 0,1 3-6 0,5-3 2 0,9-1-5 0,8 1-5 0,2-2-1 15,15 2-4 1,-2-4-2-16,1 4 0 0,2-4-2 0,-16 5-2 16,1-6 0-16,-5 3-15 0,-6 1-12 15,-7-1-17-15,-5 4-10 0,-2-2-10 0,-3 4-19 0,-4-2-30 16,2 0-34-16,-8 1-32 0,2-1-36 0,-3 3-26 16,-9-5-216-16,0 1-477 0,-4 4 212 0</inkml:trace>
  <inkml:trace contextRef="#ctx0" brushRef="#br0" timeOffset="41503.65">15986 6016 315 0,'-1'-5'317'0,"-3"1"6"0,3-1 5 16,-3 1 8-16,3 1-9 0,1 3-18 15,-3-7-26-15,3 7-41 0,-1-3-22 0,1 3-33 16,0 0-30-16,0 0-39 0,0 0-16 0,0 0-11 15,-4 22-7-15,4-8 0 0,-2 15-15 0,2 0-5 16,-2 5-5-16,2-2-30 0,-2 1-43 0,4 2-49 16,-3-1-44-16,-3 2-65 0,4-5-93 0,0-1-306 15,-5-4-618-15,-1-12 273 0</inkml:trace>
  <inkml:trace contextRef="#ctx0" brushRef="#br0" timeOffset="42290.04">16964 5998 267 0,'0'0'307'0,"-4"-5"-11"0,4 5-14 0,-1-3-17 31,1 3-26-31,0 0-29 0,0 0-19 0,-2-5-24 0,2 5-19 0,0 0-21 16,0 0-16-16,0 0-5 0,0 0-24 0,0 0-8 15,-1 18-3-15,0-9-15 0,1 3-5 0,-5 5-6 16,4 0 4-16,-2 1-6 0,1 2-7 0,2-2-6 15,-4 0-4-15,1 7-1 0,1-5-1 0,-1-1 1 16,-1-2-4-16,0 1-1 0,-2-3-2 0,5-1-7 16,-2-3-13-16,-2-1-10 0,4 0-10 15,-6-3-7-15,6-1-11 0,-3 0-10 0,-2-4-25 16,0 1-44-16,6-3-48 0,-10-6-60 0,5 0-220 0,4-6-484 16,-3-2 214-16</inkml:trace>
  <inkml:trace contextRef="#ctx0" brushRef="#br0" timeOffset="42459.31">16956 5771 56 0,'-1'-8'321'0,"-1"3"-7"15,-1-3-14-15,3 3-16 0,0 1-28 0,0-1-16 16,0 1-38-16,0 4-21 0,-1-6-35 0,-2 4-39 16,3 2-33-16,0 0-47 15,0 0-30-15,0 0-25 0,0 0-30 0,0 0-25 16,0 0-42-16,0 0-42 0,18 9-174 0,-15-6-370 15,0-1 165-15</inkml:trace>
  <inkml:trace contextRef="#ctx0" brushRef="#br0" timeOffset="43107.7">17536 5673 33 0,'4'-3'236'0,"-4"3"-21"16,4-2-26-1,-4 2-28-15,0 0-13 0,0 0-14 0,0 0-16 16,-9 10-11-16,-1-3-12 0,-7 0-10 0,1 5-4 16,-8 1-13-16,0 0-4 0,3 2-7 0,2-3-7 0,-7 2-3 15,8-3-7-15,0 1-6 0,3 0 0 0,-3-2-6 16,5 2-3-16,-1-2-2 0,3-1-3 15,0 1-1-15,3-2-1 0,1 1-3 0,2-1 0 16,1 1 0-16,2-1 0 0,0-2 0 0,4 2 0 0,0-1 10 0,5-1-7 16,3 0 5-16,6 3 0 0,5-4-4 0,5 2 1 15,4 3-5-15,0-4 0 0,-2 2 0 0,2-3-3 16,-2 4 1-16,-1-2-2 0,0 2-1 0,-8-2 1 16,-1 0 0-16,0 1-2 0,-4-1 0 0,-1 0 0 15,-3 0 2-15,-2 1-1 0,-1 1 0 0,-3 1 2 16,-3-1 3-16,1 1 3 0,-7 4 1 0,-4-1-1 0,-4 0 2 0,-6 4-2 15,2-4-4-15,-2-2 0 0,0 0-3 0,0 0 1 16,1-2 0-16,2 0 1 0,4-4-2 0,3 0-2 16,-2 0 1-16,4-1-1 0,2-3 3 0,1 1 18 15,1 2 11-15,3-4 4 0,0 0-8 0,0 0-6 16,0 0-5-16,19-19-2 0,-1 10 0 0,4-7-3 16,4 3-5-16,-1-3 1 15,3 3-6-15,4-3 0 0,-6 3-2 0,-1 1 0 16,2 5 2-16,-5-1 9 0,-2 3 2 15,-3-3 5-15,2 2 5 0,-10 5-5 0,0-1-2 0,-3 0-7 16,2 1 1-16,-8 1-4 0,9-4-1 0,-9 4 0 16,0 0-1-16,14 5 0 0,-11-3 3 0,-3-2-1 15,2 9 6-15,3-1-6 0,-5-3 4 16,2 5 1-16,-1-1-5 0,-1 2 1 0,-3-1-4 0,3-1 2 0,0 2 1 16,0-1 2-16,-1-3-5 0,0 1 0 0,-2-3-15 15,3 0-23-15,0 2-18 0,0-5-15 0,-1 3-3 16,1-5-5-16,-4 6-19 0,4-6-42 0,0 0-60 15,0 0-44-15,-24-13-221 0,12 3-489 0,7 0 218 16</inkml:trace>
  <inkml:trace contextRef="#ctx0" brushRef="#br0" timeOffset="43261.39">17783 5900 70 0,'1'-7'313'0,"2"2"-4"15,-2 3-10-15,2-1-17 0,-2-1-17 0,-1 0-24 16,0 4-24-16,3-4-25 0,-3 4-22 0,1-2-21 15,-1 2-20-15,0 0-40 0,0 0-42 0,0 0-26 16,0 0-36-16,0 0-33 0,0 0-48 0,0 0-49 0,13 12-52 0,-13-9-185 16,0-3-415-16,0 7 184 0</inkml:trace>
  <inkml:trace contextRef="#ctx0" brushRef="#br0" timeOffset="43562.13">18017 6053 16 0,'0'0'215'15,"1"6"-15"-15,-2-2-5 0,1 0-13 0,0 4-19 16,-4-4-15-16,3 5-16 0,0-1-10 0,-2 4-14 16,2-4-10-16,-2 1-8 0,-1-2-8 0,4 1-10 15,-1-3-7-15,0-1-5 0,1 0 4 0,0 0 12 0,1 0 8 16,-1 0 23-16,0-4 15 0,0 0-3 0,8 0-13 15,-8 0-9-15,16-8-6 0,-5 1-8 0,5-1-11 16,-4 2-6-16,4 0-6 0,-4 1-6 0,3-2-5 16,-1 2-9-16,4 0-2 0,-4 0-10 0,0 1-9 15,5 4 0-15,-6-2-26 0,6 2-21 0,-1 0-30 16,-5 2-33-16,5 2-67 0,-2-2-71 0,0-1-234 0,0-1-499 16,2 0 221-16</inkml:trace>
  <inkml:trace contextRef="#ctx0" brushRef="#br0" timeOffset="45498.21">18736 5779 90 0,'6'0'152'0,"-6"0"-12"0,13-2-18 16,-4 2-19-16,3 2-6 0,-2 1-7 0,0 3-14 0,3-1 4 16,1 3-6-16,0 4-11 0,-5-1-4 0,3 2-6 15,-6 4-8-15,3 0-4 0,-5 0 3 0,-3 8-5 16,-2 3-3-1,-4-3 1-15,-7 4-1 0,-2 0 0 0,-5 1-1 0,-4 0-6 16,-9 8 6-16,4-15-3 0,1 2-7 0,-1-4 8 16,0-4 5-16,2-1 15 0,10-6 12 0,0 0 8 15,5-5 10-15,1 4 9 0,3-7 13 0,1-1 18 16,-2 2 12-16,5-1 9 0,-1 0 1 0,4-2-12 16,0 0-11-16,0 0-16 0,0 0-16 0,0 0-9 15,23-7-10-15,-11 6-4 0,6-4-24 0,4 4-26 0,-4-4-25 16,1 5-34-16,4-2-29 0,-4 1-47 0,3 1-56 15,7 0-55-15,-6-4-246 0,4 0-514 0,-2 0 228 16</inkml:trace>
  <inkml:trace contextRef="#ctx0" brushRef="#br0" timeOffset="46052.84">19203 5864 160 0,'-2'-5'271'15,"2"5"-25"-15,-2-5-28 0,2 5-24 0,-1-2-23 0,1 2-20 0,0 0-17 16,0 0-7-16,0 0-20 0,-4 13-11 0,3-3-10 16,-2 3-10-16,0 4-7 0,-2 4-8 0,0-3-7 15,-1 7-4-15,-2-1-6 0,2-5-3 16,1 7-3-16,-2-7-5 0,2 1-7 0,-1-3 1 0,2-2-1 15,0-2-4-15,0-3 3 0,-1 1-8 0,4-4 3 16,-2 0 0-16,3-2 25 0,-1 0 20 0,0-1 27 0,-3-1 31 16,4-3 25-16,0 5 35 0,0-5 18 0,0 0 6 15,0 0-21-15,0 0-23 0,10-13-19 0,-1-1-11 0,0 5-9 16,5-4-21-16,3-6-14 0,2 1 0 0,0 0-8 16,-7 2-11-16,3 5-8 0,-2-3-6 15,-2 1-6-15,-1 6-4 0,-2 0-6 0,-2-1-3 16,-2 4 6-16,3-1-11 15,-4 1-6-15,1 1-6 0,0 0-5 0,-4 3-4 16,3-3-8-16,-3 3-9 0,2-2-10 0,-2 2-12 16,0 0-15-16,0 0-6 0,0 0-4 0,0 0 12 15,0 0 7-15,0 0 0 0,-14 16 0 0,4-8 5 16,-2 0 2-16,-3 2 9 0,-2-1-1 0,2 1 5 16,1-1 11-16,3-1-10 0,3-3-1 0,-2 0 1 15,1-1 1-15,2 0 1 0,2 1 5 0,1-4 4 0,1 1 3 0,3-2 2 16,-6 3 11-16,6-3 16 0,-5 4 2 0,5-4-2 15,0 0 2-15,0 0-5 0,0 0-1 0,-7 5-10 16,7-5 1-16,0 0-5 0,0 0 4 0,0 0-12 16,0 0-1-16,10 8 4 0,-5 3-1 0,1-5 4 15,1 5-5-15,6 2 2 0,1 0-29 0,3-1-26 16,4 5-47-16,-1-1-46 16,6-1-43-16,-3 1-57 0,-1-1-75 15,2-1-356-15,2-6-727 0,-9 3 321 0</inkml:trace>
  <inkml:trace contextRef="#ctx0" brushRef="#br0" timeOffset="46616.6">19724 5946 95 0,'1'-4'310'0,"3"-2"-23"0,0 2-17 0,0 1-25 0,-3 0-25 0,2 1-26 16,-3 2-24-16,4-4-17 0,-4 4-27 0,0 0-13 16,0 0-19-16,1 11-3 0,-2-3-11 0,-2 0-3 15,-1 6-10-15,-5 2-5 0,0 2-8 16,-3 3-6-16,1 4-1 0,-4-2-5 0,-2-1 3 0,1 1-13 16,0-2-1-16,4-6-6 0,1-3 1 0,4-3-4 15,0-1 1-15,0-1-1 0,3-2 4 0,1 0 27 0,-1-1 31 16,3-1 34-16,-1-1 47 0,2-2-5 0,0 0-18 15,0 0-14-15,1-14-15 0,3 3-12 0,1 1 1 0,4-5-15 16,0-2-10-16,0 4-11 0,1-1-5 0,1 0-5 16,-6 4-13-16,3 3-1 0,-1-3-11 15,-2 4 7-15,0 2-19 0,-1 2-2 0,-1-1-12 16,1 2-3-16,-4 1-11 16,11 1-14-16,-3 6-2 0,1 1 0 0,0 6-15 15,4 0-3-15,-5-1-29 0,2 1-27 0,0 2-27 16,-1-2-38-16,3 2-31 0,-4-1-51 0,0-5-52 15,-5-1-276-15,2 0-621 0,-4-3 274 0</inkml:trace>
  <inkml:trace contextRef="#ctx0" brushRef="#br0" timeOffset="46801.49">19600 5926 15 0,'-10'-6'305'0,"5"3"-17"0,1 1-12 15,0-1 0-15,2 0-11 0,2 3-7 0,-6-4-19 16,6 4-21-16,0 0-19 16,-1-2-25-16,1 2-15 0,12-4-15 0,7 1-26 15,13 0-28-15,6 1-41 0,18-3-42 0,0 2-35 16,5-1-69-16,-1 0-74 0,-8-1-91 0,2-1-159 16,-18-1-455-16,-4-1 202 0</inkml:trace>
  <inkml:trace contextRef="#ctx0" brushRef="#br0" timeOffset="47086.71">20197 6029 144 0,'-1'3'299'0,"1"-3"-7"0,0 0-10 0,0 0-13 16,-3 4-16-16,3-4-28 0,0 0-24 0,0 0-15 0,0 0-19 15,33-7-21-15,-17 4-15 0,10 1-21 0,-4-1-21 16,6-1-18 0,7-1-21-16,-1 0-21 0,-3 2-26 0,0-1-25 15,-12 2-30-15,3-1-35 0,-8 1-30 0,-2 0-42 0,1-2-34 16,-8 2-194-16,0-1-418 0,-1-1 186 15</inkml:trace>
  <inkml:trace contextRef="#ctx0" brushRef="#br0" timeOffset="47302.84">20360 5904 124 0,'-1'-4'342'0,"1"4"0"0,0-5-1 0,0 5 7 16,-2-4-17-16,2 4-25 0,-2-3-26 0,2 3-35 15,0 0-30-15,0 0-22 0,-2-4-23 0,2 4-36 16,0 0-43-16,0 0-14 16,0 0-11-16,0 0-8 0,0 19-7 0,-3-9-7 15,3 6 0-15,-1 1-6 0,-2 1-4 0,3 10-17 16,-1 0-23-16,-3-3-23 0,0 0-40 0,3 1-39 16,-1-8-49-16,-2 1-51 0,1 0-74 0,1-7-224 15,-1-2-547-15,3-2 242 0</inkml:trace>
  <inkml:trace contextRef="#ctx0" brushRef="#br0" timeOffset="47672.62">20907 5870 99 0,'-1'-5'323'15,"1"5"-28"-15,-3-4-32 0,3 4-24 0,0 0-25 0,0 0-26 16,0 0-15-16,0 0-16 0,-16 9-21 0,8-3-18 16,-2 4-11-16,1 0-10 0,-1 3-12 0,-3 4-6 15,7-4-10-15,-2 1-6 0,3-3-8 0,1 2-4 16,0-3-7-16,-1 2 1 0,5-2 3 16,-1 0 13-16,2-3 10 0,4 5 8 0,4-5 11 0,0 1 6 0,9-2-11 15,-1-2 5-15,2-4-6 0,0-1-9 0,0-1-8 16,-1 0-4-16,1-3 7 0,-5 1 6 0,-1 0 1 15,-3-5-13-15,0 2-4 0,-2-2-8 0,0-2-11 16,-2-5-25-16,-1-2-11 0,-5 2-17 0,0-1-11 0,-5 1-3 16,-1 0-10-16,-6 1-13 0,2 2-14 15,-8 2-14-15,1 2-20 0,-2 1-26 0,2 2-26 0,-1 0-39 0,0 1-38 16,7 1-50-16,0-1-212 0,5 1-528 0,3 0 234 16</inkml:trace>
  <inkml:trace contextRef="#ctx0" brushRef="#br0" timeOffset="47888.75">21167 5607 163 0,'1'-3'318'0,"5"2"-33"16,-6 1-35-16,0 0-29 0,9 5-26 0,-5 0-22 0,5 9-16 15,1 10-10-15,-2 5-12 0,1 5 4 0,0 16-15 16,-3 4-4-16,-2 2-4 0,-5 2-8 0,-3 1-8 15,-10 25-6-15,-1-28-7 0,-6-1-4 0,-4-3-8 0,-9 1-6 16,-5-6-4-16,-23 12-18 0,15-18-35 0,-8-5-38 0,-21 5-55 16,15-17-79-16,1-2-113 0,-26-3-185 15,23-11-495-15,-26-3 220 0</inkml:trace>
  <inkml:trace contextRef="#ctx0" brushRef="#br0" timeOffset="48421.35">18777 5646 185 0,'0'0'296'15,"1"-3"-12"-15,-1 3-22 0,0 0-27 0,0 0-30 16,0 0-23-16,-10 9-24 0,3 5-15 0,-2 11-13 15,-5 4-12-15,-6 15-13 0,0 3-9 0,1 3-8 0,-2 4-5 0,6 4-6 16,6 0-8-16,-5 22-6 0,14-27-6 16,5 0 1-16,9-1-4 0,9 0-4 0,12-3-1 15,7-8-20-15,31 9-47 0,-16-23-99 0,35 0-165 0,8-13-162 16,-6-9-480-16,-2-13 213 0</inkml:trace>
  <inkml:trace contextRef="#ctx0" brushRef="#br0" timeOffset="49608.75">23802 5764 129 0,'0'-4'259'0,"0"4"-20"16,0 0-20-16,0-3-25 0,0 3-14 0,2-4-24 15,-2 4-20-15,0 0-18 0,0 0-12 0,0 0-17 16,0 0-5-16,0 0-4 0,-4 21-11 0,3-11-4 16,-3 8-9-16,-2 0-3 0,-4 7-8 0,3 0-1 0,-3 2-5 0,4 0-7 15,-3-4-2-15,1 3-3 0,2-2-5 0,2-5 1 16,-1-1-5-16,0-2 0 0,0-1 0 16,1-3 2-16,2-3-5 0,-2 1 1 0,2-7-2 15,1 4 30-15,-1-2 20 0,2-2 22 0,0 3 25 0,0-1 28 16,0-5 25-16,0 0 32 0,0 0 12 0,0 0-8 15,0 0-22-15,0 0-20 0,17-14-21 0,-4-1-9 0,0 0-14 16,8-4-12-16,-3-1-6 0,0 3-20 0,-4 4-3 0,1 0-5 16,1 0-12-16,-5 2-3 0,2 0-4 15,0 3-6-15,-5-1 4 0,-2 5-10 0,-1-3-4 16,3 2-3-16,-5 1-5 0,1 3 2 0,0-4-7 16,-1 1-7-16,-1 2 3 0,-2 2-13 0,3-2-7 0,-3 2-15 15,0 0-10 1,0 0-22-16,0 0-1 0,0 0 8 0,0 0 2 15,-10 13 6-15,2-7-3 0,-6 8 8 0,-3 0 1 16,3-3 5-16,1 3 0 0,0-4 7 0,2 2-14 16,0-3 15-16,1 0 1 0,3 0-1 0,-2 0 8 15,5-2-1-15,-1-3-2 0,0 1 3 0,3 0 3 16,-2-2-12-16,1 0 11 0,1 2-2 0,2-5 2 16,-3 4 1-16,3-4 5 0,3 5-1 0,-1 2 5 0,1-2-9 0,2-4 4 15,1 5-12-15,3 1-28 0,0-3-28 0,0 2-36 16,2 2-34-16,6 0-41 0,1 1-52 0,0-1-63 15,1 0-321-15,10-3-667 0,-2-1 296 0</inkml:trace>
  <inkml:trace contextRef="#ctx0" brushRef="#br0" timeOffset="49793.4">24299 5987 71 0,'0'-6'316'0,"2"0"-24"0,-2 0-32 16,5 1-27-16,2 1-17 0,-1-3-39 0,8 0-31 0,-1 7-39 15,6-5-45-15,2 2-54 0,8-3-61 0,4 5-74 0,-1-3-158 16,-4 3-309-16,2-5 137 0</inkml:trace>
  <inkml:trace contextRef="#ctx0" brushRef="#br0" timeOffset="49962.75">24400 6125 5 0,'-4'3'240'15,"-2"-1"-2"-15,3 1-3 0,0 1-2 0,1-1-7 0,2-3-19 16,0 3-19-16,0-3-18 0,20 2-18 0,3-4-11 16,9 0-37-16,5-1-43 0,18 1-54 15,-2-2-60-15,2-1-79 16,-2 0-205-16,1-3-366 0,-5 2 162 0</inkml:trace>
  <inkml:trace contextRef="#ctx0" brushRef="#br0" timeOffset="50326.1">25440 5793 153 0,'-4'-5'266'0,"-1"-2"-20"0,0 3-22 16,-2 2-21-16,1-2-20 0,-2 3-22 0,-1 1-17 15,-2 2-15-15,-1 2-15 0,-7 2-15 0,1 6-9 16,-5 4-10-16,0 2-7 0,-1 1-11 0,5-1-6 16,0 0-2-16,1 3-9 0,1 2-1 0,3-1-6 15,5-5-3-15,3-1-4 16,-1 0 7-16,6-4-2 0,0-1 4 0,1 2 6 16,2-1 8-16,1-1 9 0,2-1 13 0,3-1 14 15,3-4 11-15,9 1 6 0,-1-1 0 0,9-3-12 16,0-3 10-16,-9-1 10 0,3-7 4 0,-2 4-2 15,-1-2-4-15,3-1 3 0,-7-4-21 0,1 0-7 16,-1-2-5-16,-2-1-14 0,-3-3-5 0,-2 0-15 16,-1-2-13-16,0-4-21 0,-5 4-9 0,0 2-6 0,-5 1-4 0,1 0-9 15,-4 1-12-15,1 5-18 0,-4 0-18 0,-1 2-16 16,0 1-27-16,-3 2-25 0,2 2-34 16,-2 1-33-16,0 3-40 0,3-1-43 0,-2 4-262 15,7-2-586-15,5-1 260 0</inkml:trace>
  <inkml:trace contextRef="#ctx0" brushRef="#br0" timeOffset="50510.96">25777 5975 34 0,'2'2'297'16,"-2"-2"-33"-16,6 1-26 0,-6-1-32 0,1 5-22 0,-5 0-16 0,3-1-16 15,-4 4-17-15,-3 3-13 0,-1 2-6 0,-3 4-15 16,-1-3-28-16,-6 7-29 0,-3-1-41 0,1 0-60 16,5-4-64-16,0-3-206 0,1-1-353 0,5-3 156 15</inkml:trace>
  <inkml:trace contextRef="#ctx0" brushRef="#br0" timeOffset="50849.35">26256 5698 267 0,'-1'-3'393'16,"2"-1"-8"-16,-1 4-17 0,3-5-30 0,-3 5-34 15,-3-5-31-15,6 2-34 0,-3 3-36 0,0 0-10 16,0 0-24-16,0 0-27 0,0 0-38 0,0 0-25 16,0 0-11-16,0 0-8 0,-3 14-8 0,3-3-9 0,-2 1 1 0,-1 5-1 15,2-2-18 1,-3 5 0-16,-1 5-6 0,1-3-6 0,0-3-14 16,2 2-11-16,-2-4-22 0,0 3-18 0,-4-2-22 15,2 2-20-15,1-3-24 0,-7 1-26 0,1 1-30 16,1-2-33-16,-2 0-65 0,2-3-173 0,2-7-482 15,3 0 214-15</inkml:trace>
  <inkml:trace contextRef="#ctx0" brushRef="#br0" timeOffset="51064.95">26600 6009 43 0,'0'0'382'0,"5"-2"-37"0,-5 2-34 0,0 0-38 0,0 0-29 16,0 0-28-16,6 3-30 0,-6-3-27 0,0 4-14 15,0-4-17-15,-6 11-13 0,2-2-11 0,-3 6-18 16,2 0-38-16,-4 0-25 0,0 2-40 0,-3 5-40 16,2-4-50-16,-3-1-36 0,6-1-55 0,-4-2-183 0,1-6-413 0,1 1 182 0</inkml:trace>
  <inkml:trace contextRef="#ctx0" brushRef="#br0" timeOffset="51280.91">27224 5909 259 0,'2'-1'323'16,"-2"1"-32"-16,0 0-20 0,0 0-34 0,5-3-26 0,-5 3-43 0,6-1-54 0,-6 1-69 0,12-1-57 15,0-2-50-15,8 2-57 0,-4-2-169 0,8 0-312 16,-4 1 138-16</inkml:trace>
  <inkml:trace contextRef="#ctx0" brushRef="#br0" timeOffset="51427.92">27713 5859 246 0,'0'0'271'0,"7"0"-28"0,-4-5-23 0,6 5-23 16,0-2-31-16,1-1-41 0,7-1-56 0,2 2-66 16,8 0-68-16,4-1-182 0,-2-2-265 0,-1 0 118 15</inkml:trace>
  <inkml:trace contextRef="#ctx0" brushRef="#br0" timeOffset="51550.28">28300 5808 128 0,'6'-4'193'0,"5"2"-47"0,-2-1-48 16,5 0-57-16,4-1-142 0,4-4-110 0,-2 3 48 16</inkml:trace>
  <inkml:trace contextRef="#ctx0" brushRef="#br0" timeOffset="51666.2">28848 5814 16 0,'6'2'341'0,"-5"1"-16"15,3-2-18-15,-4-1-12 0,8 3-14 0,-8-3-25 16,4 1-30-16,-4-1-26 0,0 0-55 0,0 0-116 0,0 0-175 0,0 0-234 16,-19-8-411-16,7 3 183 0</inkml:trace>
  <inkml:trace contextRef="#ctx0" brushRef="#br0" timeOffset="53085.48">6046 8095 30 0,'0'0'293'0,"0"0"-19"16,0 0-16-16,0 0-12 0,0 0-16 0,0 0-19 15,0 0-19-15,0 0-20 0,0 0-15 0,0 0-16 16,0 0-14-16,0 0-12 0,0 0-18 0,7 2-22 16,-7-2-19-1,20-2-31-15,2-1-38 0,8-3-40 0,6 2-56 16,3 0-45-16,0 0-54 0,-7 1-153 0,3-1-390 15,-7 3 173-15</inkml:trace>
  <inkml:trace contextRef="#ctx0" brushRef="#br0" timeOffset="53248.28">6225 8247 91 0,'-19'10'162'0,"4"-2"-8"16,4 1-9-16,1-3-5 0,0 0-17 0,2 0-16 15,2-1-7-15,1-1-19 0,2 2 5 0,-1-2-11 16,3 0-2-16,1-1-13 0,1 3-2 0,6-2 4 15,4 0-11-15,1-1-23 0,8-1-33 0,2 0-41 16,7-4-44-16,1 0-153 0,-3-2-262 0,-1 0 115 16</inkml:trace>
  <inkml:trace contextRef="#ctx0" brushRef="#br0" timeOffset="53686.75">6344 8006 315 0,'-3'-7'394'0,"-1"-1"20"0,1 3 10 16,0 0 6-16,-1 1-14 0,3-1-27 0,-4 1-39 15,5 1-38-15,0 3-30 0,-3-3-33 0,3 3-29 0,-2-4-34 16,2 4-42-16,0 0-41 0,0 0-54 0,0 0-18 16,0 0-2-16,0 0-4 0,10 10-1 0,0-4-10 15,4 3 1-15,0 1-13 0,3 0-5 16,1-1-19-16,-3 1-8 0,4-3 3 0,-2 1-1 0,-6-3 3 0,1 2-6 15,2-3 0-15,-5 1-4 0,-1-2 9 0,-2 0-5 16,2-1 5-16,-3 1 2 0,0-2 6 0,-1 0-2 16,-4-1-7-16,5 3 11 0,-5-3 14 0,6 1-4 15,-6-1-23-15,3 3-7 0,-3-3-2 0,1 7 1 0,-4 3 4 16,-4-1 6-16,1 7-8 0,-10 7 8 16,-2 4 3-16,-1 2 3 15,2 1-2-15,-9 10 0 0,0 2 5 0,-1 0 6 16,11-9-1-16,-3 8 1 0,3-8 1 0,1-2 2 15,2-1 3-15,3-1-2 0,-2-4-3 0,7-1 20 16,0-5-13-16,0-5 2 0,1-2-1 0,3-5 0 16,-2 1 3-16,2-2 1 0,0 0 3 0,-2-2 2 15,2 0 14-15,1-1 5 0,0-3 3 0,0 5 4 16,0-5-10-16,-4 3 6 0,4-3-19 0,0 0-26 0,0 5-39 0,0-5-49 16,0 0-71-16,0 0-89 0,0 0-317 0,0 0-630 15,0 0 279-15</inkml:trace>
  <inkml:trace contextRef="#ctx0" brushRef="#br0" timeOffset="55036.88">7641 8201 101 0,'0'-6'248'15,"0"6"-4"-15,0-5-7 0,0 1-6 0,0 4-8 0,0-4-8 0,0 4-14 16,0 0-12-16,0 0-20 0,-1-4-12 0,1 4-19 15,0 0-14-15,0 0-15 0,0 0-11 0,0 0-11 16,0 0-16-16,0 0-13 0,0 0-17 0,0 0-12 16,0 0-5-16,0 0-4 0,0 13-2 0,-3-5-3 15,3 4 0-15,-1 3-3 0,-2-1 1 0,2 4-3 16,-1 1-2-16,-1-2 1 0,2 3-1 0,-2 1-2 0,2-2 2 0,-1 0 1 16,2-2-6-16,0-9 2 0,0 2 1 0,0 0 1 15,-1-3 0-15,2-2 3 0,-1 0 5 16,2-1 8-16,-2 0 23 0,-2 1 41 0,2-2 48 0,0-3 5 15,0 0-6-15,0 0-19 0,13-16-3 0,-6 5-14 16,0-2-4-16,4-3-8 0,1-1-12 0,0-4-5 16,2 5-2-1,0-7-12-15,-4 8-1 0,4 1-15 0,-5 2 1 16,-1 4-9-16,-2 1-4 0,-1 2-11 0,-1 0 4 0,0 3-8 16,0-2-5-16,-3 1-13 0,3 2-30 0,-4 1-2 15,9 0-6-15,-9 0-5 0,6 6 14 16,-2 3-14-16,0-2 4 0,-3 3 5 0,3 2 4 15,-1 0 13-15,-2 8-12 0,-1 6 8 0,0-1 2 0,0-7 7 16,3 2 1-16,-6-9-5 0,6 1 10 0,-3-3-1 0,0-1 3 16,0-2 4-16,0 0 2 0,-3 0 11 0,6-3 34 15,-3 1 25-15,0-4 24 0,0 0-6 0,0 0 0 0,0 0-9 16,15-12-3-16,-8 3 6 0,5-6-5 0,-2 3-4 16,2-2-8-16,0-3-4 0,4-3-10 15,-2 3-7-15,-1 1 5 0,-2 1-11 0,3 4-11 16,-7 0-4-16,0 5 1 15,2-2-6-15,-5 4 0 0,-1 0-23 0,0 0-20 16,1 3-15-16,-4 1-7 0,9 0-9 0,-1 4-7 16,-3-1 1-16,0 3 0 0,3 3-2 0,-3 1-11 15,5 0-16-15,-2 2-28 0,-2 2-22 0,1 3-33 16,0 0-25-16,-3 1-52 0,5-1-46 0,-5-5-277 16,0-1-625-16,1 0 277 0</inkml:trace>
  <inkml:trace contextRef="#ctx0" brushRef="#br0" timeOffset="55290.85">8694 8279 323 0,'0'0'357'15,"-4"3"-15"-15,4-3-6 0,0 0-24 0,0 0-17 16,0 0-31-16,0 0-30 0,0 0-23 0,0 0-20 16,9 3-41-16,-9-3-42 15,17-4-42-15,3 3-58 0,-1-3-71 0,11 2-98 16,0-2-109-16,-3-2-181 0,-5 0-488 0,-2 1 216 16</inkml:trace>
  <inkml:trace contextRef="#ctx0" brushRef="#br0" timeOffset="55437.73">8742 8468 146 0,'-3'7'295'0,"0"-1"-12"15,-1-2-16-15,-2-2-17 0,6 3-22 0,0-5-19 16,14 3-24-16,5-4-21 0,12-1-43 0,3-3-83 0,3 0-105 16,16-7-287-16,-3 1-382 0,-12 3 169 0</inkml:trace>
  <inkml:trace contextRef="#ctx0" brushRef="#br0" timeOffset="57211.18">10479 8107 177 0,'-3'-3'247'0,"3"3"-15"16,-3-3-20-16,3 3-13 0,-4-4-11 0,4 4-19 15,-4-2-15-15,4 2-12 0,0 0-16 0,-5-2-13 16,5 2-12-16,0 0-11 0,0 0-10 0,0 0-7 16,-4-3-8-16,4 3-3 0,0 0-11 0,0 0-6 15,0 0-6-15,0 0-2 0,0 0-3 0,0 0-6 16,0 0-4-16,0 0-1 16,0 0-3-16,0 0-5 0,0 0 0 0,0 0 0 15,0 0-3-15,0 0 1 0,13-6-1 0,-7 4-1 16,4-2 0-16,2 0-3 0,3-3 1 0,2 1-3 15,-3-4 3-15,5 1 3 0,-5 2 3 0,1-1 5 16,2-4 3-16,-3 5 4 0,-5-1 10 0,1-1 2 16,-2 4 11-16,-3 1 2 0,3 0 4 0,-3 0-1 15,0 2 1-15,-3 0-4 0,1-1 0 0,1 0-5 0,-4 3-10 0,5-2-5 16,-5 2-13-16,0 0-8 0,0 0-1 0,0 0-7 16,-26 7-2-16,10 1 2 0,-3 1-1 0,-6 5-5 15,3 4 1-15,-3-1-1 0,-1 2-1 0,0 2 2 16,-2 1-1-16,2 3-3 0,1 2 4 0,-1 1 1 15,4 1 8-15,0-1-11 0,3 1 5 0,7 0-5 16,1 4-20-16,2-2-16 16,7-5-3-16,2 2 2 0,6-5 5 0,3-3 2 15,4-5 6-15,11 3 6 0,3-2 4 0,10-4 2 16,14-5 2-16,7-3 0 0,-1-1 4 0,3-5 3 16,-2-3-3-16,6-5 3 0,-8 0 8 0,-2 1-7 15,-5-2 1-15,-15 0-1 0,0-3 4 0,-2 1-1 16,-4-1-5-16,-2-1 0 0,-10 6 5 0,-2-1 10 15,-5 1 9-15,-1 1 4 0,1 1 13 0,-5 1-3 0,-2-1-4 0,-2 3-6 16,-2-1-1-16,-5 3-5 0,-4 2-4 0,-2 0 0 16,-7 2-5-16,-7 3 0 0,0 4 0 15,1 2-3-15,-2 2 3 0,1 0-2 0,5-1 1 0,4 1-4 16,4-2-9-16,0 1-12 0,2-1-10 0,3-2-6 16,5 1 4-16,-2-3 4 0,2 3 2 0,7-6 4 15,2 5 3-15,1-6 4 0,6-1 1 0,5-1 2 0,4-1 0 16,7-3 3-16,1-2 1 0,2-4 1 0,-4 3-3 0,-3-4 6 15,-6 3-1-15,-4-4 20 0,3 1 3 0,-4 0 14 16,-3-3-1-16,0 0 0 0,-4 1-2 16,-2-3 0-16,-1 3-6 0,-2-5 1 0,-1 5 0 15,-3 0 3-15,0 3-16 0,-3-1 1 0,0 0-8 0,-3 3-8 16,-1 0-4 0,0 2-10-16,-3 1-13 0,-1 2-17 0,-4 0-24 15,5 2-33-15,-6-1-49 0,6 3-41 0,-2 2-254 16,2-1-487-16,-1-2 215 0</inkml:trace>
  <inkml:trace contextRef="#ctx0" brushRef="#br0" timeOffset="57596.35">11638 8195 98 0,'0'0'293'15,"0"0"-18"-15,0 0-24 0,0-5-24 0,0 5-24 16,0 0-19-16,-6-1-20 0,6 1-18 0,-11 1-17 16,11-1-15-16,-14 2-10 0,5 3-10 0,2 0-11 15,-1 0-10-15,-3 1-5 0,3 0-13 0,0 1-3 16,1 0-5-16,2 0-12 0,1-1-4 0,1 1-1 15,2 1-5-15,1 1-5 0,0 1 1 0,2 0-2 0,1 1 0 0,3 1-6 16,1-1 0-16,2 4 0 0,1 0-2 0,1 2 7 16,0-1-11-16,0-1 2 0,0 1-2 0,-2-1-2 15,-1-4-1-15,-4 1 1 0,2 0 0 0,-2 0 1 16,0-1 4-16,-3-1 8 0,-2 2 2 0,-3-1 1 16,-6-2 0-16,-7 3-1 0,-7 3 1 0,-3-1-5 15,-2-6-4-15,-3 1-21 0,-4-2-34 0,4-2-56 0,0-2-81 16,0-3-288-16,5-5-506 0,7 1 224 0</inkml:trace>
  <inkml:trace contextRef="#ctx0" brushRef="#br0" timeOffset="58282.48">12278 8053 156 0,'0'0'229'0,"0"0"-15"0,0 0-17 0,0 0-20 16,0 0-20-16,5-7-18 0,0 6-13 0,3 0-14 15,1 1-14 1,5-2-8-16,-4 2-13 0,11 3-4 0,-10-2-9 15,10 2-8-15,-2 1-8 0,-4 1-5 0,-3 2-6 0,6 1-5 16,-6 2-5-16,2 2-6 0,-3 0-1 0,-4 0-5 16,-2 5 0-16,-1 3-3 0,-4-2-3 0,-9 5 5 15,-2 4-3-15,-5-3 3 0,-7 3-3 16,-1-1-6-16,-4 1 2 0,1-1 1 0,-1-2-2 0,1-2 4 16,2-3-3-16,2 1 0 0,0-6 0 0,9-3 4 0,2-5-1 15,2 2 5-15,3-1 6 0,0-2 12 0,3-1 13 16,-1-1 10-16,1-1 3 0,3 0 6 0,1-2 1 0,0 0-3 15,11 5-10-15,2-7-6 0,4-3-4 0,12 3-4 16,-1-3-5-16,4 0-21 0,-1 0-29 16,1 0-47-16,0-4-54 0,1 1-60 0,1 1-85 15,-4-2-137-15,-2 0-432 0,5-1 193 0</inkml:trace>
  <inkml:trace contextRef="#ctx0" brushRef="#br0" timeOffset="58961.95">12837 8120 51 0,'0'0'292'0,"-3"-6"-19"0,3 6-22 16,0 0-19-16,0-3-24 0,0 3-20 0,0 0-22 15,0 0-17-15,0 0-22 0,0 0-16 0,0 0-11 16,0 0-10-16,0 0-14 0,-4 11-4 0,2-5-12 15,-2 1-2-15,0 1-8 0,0 5-4 0,-1-4-3 0,1 3-3 0,-5 3-5 16,3-1-2-16,-2 0-4 0,-1 0-2 0,1 2-5 16,1-2-4-16,-2 2-1 0,1 0-1 0,-2-1 2 15,1 2-2-15,1 0-5 0,1-4-2 0,-1 4 1 16,4-6-1-16,-2-2 0 0,2 1-2 0,0-3 7 16,2-1-6-16,-1 0-1 0,0-1 7 0,1-2-8 15,1 1 2-15,1 1 10 16,-3-3 21-16,3-2 11 0,-1 5 9 0,1-5 2 15,0 0 11-15,-1 3 8 0,1-3 10 0,0 0 6 0,0 0 5 16,0 0 8-16,0 0 6 0,0 0-1 0,0 0-9 16,0 0-8-16,14-8-9 0,-5 0-9 0,2-5-10 15,4-2-2-15,7-6-14 0,0 0-4 0,2 0-2 16,2 0-7-16,-2 1-3 0,3-1-9 0,0 1-5 16,-3 1 5-16,0 2-6 0,-1 2-1 0,0 1 4 0,-9 4 11 15,3 1 14-15,-7 1-1 0,-1 1 12 16,1 2 0-16,-3 0-9 0,-2 0 3 0,0 3-6 0,1-3-4 15,-1 4-3-15,-1-3-10 0,0 3-3 0,-1-2-8 16,-3 3-6-16,0 0-10 0,3-2-25 0,-3 2-11 16,0 0-29-16,0 0-4 0,0 0-2 0,0 0 6 15,-7 10 11-15,-5-4 5 0,-3 5 1 0,-4 0 10 0,-8 2-2 0,4 2 5 16,-3-3 7-16,2 3-5 0,5-5 4 0,-3 3 6 16,3-2-5-16,3-1 9 0,0 0-8 15,7-4 10-15,-2 0 1 0,6-2 0 0,-2 0 4 0,2 0-5 16,0-2 6-16,-1 1 9 0,3-1 2 0,-1 1 11 15,4-3 2-15,-4 3 5 0,4-3-9 0,0 0-2 16,-2 4-2 0,2-4-6-16,-3 2 2 0,3-2 1 0,0 5-4 15,0-5 5-15,5 6-2 0,2-2-4 0,-1 2 3 0,3 0-11 16,3 3 11-16,3 0-2 0,-1 2 5 0,10 3-27 16,0 3-25-16,-2-7-52 0,5 3-54 15,0-1-59-15,0-1-84 0,0 1-99 0,2-2-228 16,-9-4-669-16,1-2 296 0</inkml:trace>
  <inkml:trace contextRef="#ctx0" brushRef="#br0" timeOffset="59462.92">13422 8174 226 0,'1'-2'351'0,"-1"2"-11"15,8-4-13-15,-8 4-18 0,2-3-29 0,-2 3-31 16,0 0-20-16,4-2-27 0,-4 2-25 0,0 0-24 15,0 0-24-15,0 0-25 0,0 0-18 0,0 0-13 16,0 11-7-16,1-6-8 0,-2 6-6 0,0 0-9 0,-4-1 2 16,1 3-4-16,0 3-7 0,-5 1-3 0,4 0-1 15,-4 1-3 1,0 0 9-16,0-1-14 0,3-7-3 0,3 0 2 16,-6 1-5-16,6 0 2 0,-1-5-3 0,2-2 2 15,-1 0 3-15,1 1 12 0,0-3 51 0,2-2 45 16,-4 2 29-16,4-2 7 0,0 0-16 0,0 0-19 15,0-11-9-15,1 5-11 0,4-4-13 0,-2 1-9 16,1 0-3-16,2 1-14 0,-2 0-11 0,2 2-8 0,-3 1-5 16,-1-1-7-16,2 2-6 0,0 1-7 0,-4-1-6 0,3 2-16 15,-3 2-20-15,0 0-9 0,7 0-6 0,-7 0-5 16,13 7 0-16,-9-1-4 0,2 2-9 0,2 0 5 16,2 1-22-16,-2-1-20 0,1 2-30 0,2 1-30 15,-1-1-36-15,-2-1-38 0,0-1-53 0,2-1-63 16,-2-2-303-16,1-2-691 0,-4-2 307 0</inkml:trace>
  <inkml:trace contextRef="#ctx0" brushRef="#br0" timeOffset="59647.86">13376 8158 311 0,'-8'-2'309'16,"3"2"-6"-16,1-3-4 0,2 1 5 0,2 2-14 15,0 0-3-15,-7-3-42 0,7 3-23 0,0 0-22 16,16-5-28-16,4 2-34 0,12-1-45 0,5 1-54 16,18-1-61-16,6 1-70 0,-2-1-62 0,4 4-93 15,-7-7-203-15,-2 2-487 0,-15-1 216 0</inkml:trace>
  <inkml:trace contextRef="#ctx0" brushRef="#br0" timeOffset="60149.14">12081 8804 199 0,'-5'2'257'0,"5"-2"-5"15,-8 0-5-15,8 0-6 0,0 0-17 0,-8 0-20 0,8 0-15 16,0 0-19-16,0 0-16 0,0 0-12 0,-8 0-14 16,8 0-6-16,0 0-11 0,0 0-10 0,0 0-4 15,0 0-9-15,0 0-2 0,-4 2-12 16,4-2 7-16,0 0-13 0,0 0-6 0,0 0-3 0,0 0-6 15,0 0 1-15,23-9-14 0,-5 7-3 0,13-5-3 0,20-1-5 16,6 4-4-16,9-4-4 0,32-6-5 0,5 5 0 16,2-4 0-16,5 3 7 0,0 0-1 0,4 3-5 0,-2-2 6 15,-6 1 1-15,-2 1-8 0,-12-1 13 0,-30 2-10 16,2 2 5-16,-8 0 1 0,-6 1-5 0,-13-1-4 16,-6 1 5-16,-12 1-1 0,2 2-1 15,-9-2 0-15,0 2 16 16,-2 0 4-16,-3-2 0 0,-2 2-1 0,0-1-10 15,-5 1-16-15,7-2-29 0,-7 2-35 0,0 0-34 16,0 0-38-16,0 0-46 0,-24 0-53 0,10 3-45 16,-6-1-280-16,-2-2-593 0,4 4 263 0</inkml:trace>
  <inkml:trace contextRef="#ctx0" brushRef="#br0" timeOffset="60534.34">13344 8831 244 0,'0'0'282'0,"0"0"-24"0,0 0-29 15,0 0-23-15,-5 2-18 0,5-2-21 0,0 0-20 16,-4 3-13-16,1 1-13 0,-2 2-11 0,-2 3-14 15,-5 3-1-15,2 2-16 0,-6 6-6 0,-4 2-10 16,5-1-4-16,-2 4-6 0,-2-1-7 0,5 2 1 16,0-1-2-16,1 0 9 0,4 3 2 0,-1-2 9 0,6-7 3 0,4-1-1 15,0-1 8-15,4-2-1 0,2-3 5 0,7-1 0 16,1 0-6-16,8-2-2 0,6-4-9 0,0-1-1 16,1-1-8-16,0-6-3 0,-10-1-6 0,1-1 3 15,-5-2-4-15,0-1 12 0,-4 1-2 0,-2-2 10 16,-4-3-15-16,0 0-5 0,-6 1-8 0,1-1-2 15,-8-3-8-15,-2 1 8 0,-1 1-20 0,-1 2 3 0,-6 1 1 0,-1 2-8 16,-8 3-3-16,-2-1 4 0,-2 2-5 0,3 1 2 16,0 0-2-16,6 6-25 0,1-3-22 15,4 0-47-15,3 3-51 0,2-2-63 0,7-1-72 0,5 0-320 16,0 0-646-16,0 0 286 0</inkml:trace>
  <inkml:trace contextRef="#ctx0" brushRef="#br0" timeOffset="60872.83">14368 8675 212 0,'0'0'275'0,"0"0"-18"16,0 0-10-16,0 0-16 0,0 0-19 0,0 0-22 15,0 0-15-15,19-6-18 0,-7 3-17 0,8 2-8 16,8-3-21-16,6 2-11 0,2 0-8 0,1-2-10 15,14 0-10-15,-14 2-11 0,1 0-26 0,-2 1-30 16,-4-7-34-16,0 4-37 0,-12 2-32 0,0-1-42 16,-4-4-38-16,-7 2-202 0,-3-1-411 0,-5 0 183 0</inkml:trace>
  <inkml:trace contextRef="#ctx0" brushRef="#br0" timeOffset="61073.31">14665 8490 108 0,'0'0'353'0,"-2"-5"-6"0,2 5-10 16,-2-5 10-16,2 5-42 0,0 0-30 0,0 0-28 15,-2-3-37-15,2 3-31 0,0 0-28 0,0 0-17 0,-4 10-17 16,3 2-9-16,-3 7-15 0,0 8-4 0,0 2-6 16,0 0-4-16,1 3-43 0,0 4-39 0,2-3-61 15,-2-1-69-15,4-3-107 0,-1-3-287 16,0-6-570-16,0-13 252 0</inkml:trace>
  <inkml:trace contextRef="#ctx0" brushRef="#br0" timeOffset="61896.38">15478 8364 81 0,'0'0'319'0,"0"-6"-7"15,0 6 4-15,0-7-5 0,0 3 0 0,0 4-20 16,0-3-16-16,0 3-12 0,0-5-28 0,0 5-16 16,0 0-32-16,-1-4-22 0,1 4-11 0,0 0-32 15,0 0-31-15,0 0-38 16,0 0-9-16,0 0-2 0,-3 12-2 0,3-3-14 16,0 4-3-16,0 3-2 0,0 1 3 0,-1 5-5 15,1-4-5-15,0 1 5 0,-2 1-4 0,1 0 1 16,1-1-3-16,0-2-4 0,-1 0 7 0,0-7-5 15,1 1-21-15,-3 0-19 0,2-3-22 0,1-1-24 16,0 1-20-16,-1-3-27 0,-1-1-14 0,1 0-5 16,1-4-65-16,0 0-103 0,0 0-172 0,-4-16-521 0,3 4 232 15</inkml:trace>
  <inkml:trace contextRef="#ctx0" brushRef="#br0" timeOffset="62037.99">15469 8173 85 0,'1'-8'323'0,"-1"1"-2"0,1 2-3 16,-1 0-18-16,-1 0-28 0,1 2-26 0,1-1-25 0,-1 4-28 16,0-6-37-16,0 6-42 0,2-5-45 0,-2 5-55 15,1-3-50-15,-1 3-42 0,0 0-39 16,0 0-47-16,0 0-210 0,12 7-403 0,-9-6 179 16</inkml:trace>
  <inkml:trace contextRef="#ctx0" brushRef="#br0" timeOffset="62677.28">16185 8081 45 0,'0'0'209'0,"2"-3"-19"0,-2 3-23 15,0 0-21-15,0 0-14 0,0 0-8 0,-8 8-17 16,3-2-12-16,-5-1-7 0,-1 2-12 0,-4 4-4 16,-1-1-3-16,-8 5-7 0,-2 1-4 0,4 0-5 15,-6-1-9-15,3 1-2 0,0-3-9 0,4 3 0 16,4-3-9-16,1-5 2 0,1 3-1 0,4 0-7 0,1-3 0 0,1 1-5 16,2 0 2-16,1-2 4 0,3 0-2 0,1 3 1 15,2-3 5-15,1 2-1 0,3-1 3 0,5 4 5 16,0-4-8-16,6 2 3 0,1 1-4 0,3-1-3 15,1 4-4-15,4-2 0 0,3 1-3 0,-3 1 4 16,2 1 0-16,-3-1-8 0,-1 1 3 0,-6-1-3 16,-2-2 1-16,2 0-4 0,-6-1 2 0,-2 1 1 0,-2-1-2 0,-2 1 4 15,-2 1 3-15,-3-1 9 0,-5 0-1 0,-1 5 2 16,-4-3 0-16,-6 1 0 0,-3-1-3 0,-7 1 1 16,0-3 2-16,4-3-2 0,2-1-3 0,1-3 0 15,1-1 2-15,6 0 3 0,1-1 17 0,0-2 36 16,4 0 21-16,1-2 13 0,3-2-7 0,0-2-9 15,3-1-17-15,3-2-9 16,4-2-2-16,6-5-14 0,6-4-3 0,5-1-8 16,1 2-4-16,4 1 0 0,3-2-9 0,0 4-1 15,-3 0-3-15,3 3-8 0,-1 0 3 0,-3 0-3 16,-1 3 5-16,-6 0-1 0,-2 5 8 0,-1 1 0 16,-6-1 1-16,-2 1 0 0,0 1-6 0,0 0-4 15,-4 2-2-15,1-2-7 0,-2 2 0 0,-4 0-4 16,0 0-3-16,11 2-2 0,-6-2-3 0,-3 2 1 0,-1 3 2 15,2-1 1-15,1 2 3 0,-3 1-6 0,0 0 2 0,2 2 5 16,-3 0-3-16,3 2 0 0,-3-3 3 0,1 2 1 16,0-1-12-16,-1-2-13 0,0-1-18 0,0 0-25 15,-1 0-23-15,0-1-24 0,-2 1-21 0,0-2-23 16,-2 0-50-16,0-1-95 0,-4-3-175 0,0-3-511 16,0-5 226-16</inkml:trace>
  <inkml:trace contextRef="#ctx0" brushRef="#br0" timeOffset="62824.4">16325 8314 138 0,'0'0'316'0,"1"-6"-25"0,-1 6-23 0,3-1-28 0,-3 1-24 0,0 0-27 0,1-6-20 16,-1 6-42-16,0 0-49 0,0 0-65 0,0 0-41 15,0 0-45-15,0 0-55 0,10 6-175 16,-10-6-328-16,6 1 145 0</inkml:trace>
  <inkml:trace contextRef="#ctx0" brushRef="#br0" timeOffset="63109.73">16490 8451 93 0,'0'5'185'0,"0"-1"-7"0,-1 4-14 0,-2-2-5 16,3 0-15-16,0 0-9 0,-4 3-14 0,4-3-12 15,-1 4-6-15,-2-5-12 16,2 2-5-16,1-2-10 0,-1-2-3 0,1 2-2 16,0-5 27-16,-3 7 26 0,3-5 25 0,0-2 27 15,0 0 11-15,4 2-15 0,-4-2-19 0,13-5-13 16,-3 0-12-16,2-1-6 0,-3 1-20 0,1-1-12 16,0 1-13-16,-2 4-10 0,1-2-5 0,2 0-9 15,-3 3-23-15,3 3-12 0,1-3-14 0,-2 4-24 16,1 2-23-16,4 2-35 0,-3 3-47 0,1 1-51 0,1-1-95 0,-4 0-234 15,-1-5-547-15,-1 0 243 0</inkml:trace>
  <inkml:trace contextRef="#ctx0" brushRef="#br0" timeOffset="64281.25">17053 8112 82 0,'2'-4'191'0,"0"3"-11"0,5-4-22 0,-1 3-14 0,2-1-22 0,1 2-8 16,2 0-9-16,3 1-6 0,3 0-5 15,2 2-7-15,0 2-4 0,-1 2-8 0,0 1-7 16,-1 1-6-16,-2 3-3 0,0 2-6 0,-1-1-11 0,-5 4 1 15,0 1-3-15,-1 0-4 0,-6 8 4 0,-2 0-7 16,-8 2-5-16,-5 1-2 0,-4 3 4 0,-2 0-3 16,-9 7-6-16,3-10-3 0,-1-4 2 15,3-2 0-15,-2 2-7 0,4-7-2 0,5-7 5 0,4-1-7 16,2-2 8-16,2 0 19 0,0-4 18 0,3 2 24 16,1 0 26-1,0-3 14-15,2 2 9 0,-1-3-10 0,3-1-8 16,0 0-13-16,0 0-13 0,0 0-8 0,23-6-7 15,-9 5-14-15,5-1-3 0,0 1-9 0,3-2-5 0,6 3-18 16,2-3-21-16,-2 2-22 0,-1 0-30 0,0 1-47 16,1 0-56-16,5-2-68 0,-5 1-271 15,0-5-536-15,-5 4 237 0</inkml:trace>
  <inkml:trace contextRef="#ctx0" brushRef="#br0" timeOffset="64813.84">17685 8192 177 0,'0'-3'270'0,"1"-1"-25"0,-1 4-33 0,1-6-18 0,-1 6-24 16,1-2-19-16,-1 2-18 0,0 0-15 15,0 0-13-15,0 0-11 0,4 12-12 0,-4-5-8 0,0 3-6 16,0 5-10-16,0-1-5 0,-2 3-4 0,0 0-2 15,-1 0-1-15,-2 0-11 0,-2 8 0 0,5-7-7 16,-4 0 1-16,4 0-5 0,-1-5-4 0,2-1 2 0,-2-1-3 16,1-2 0-16,1-1-4 0,-2-4 1 0,2 3 1 15,1-2 28-15,0 0 25 0,-1-2 23 0,1-3 25 16,0 6 37-16,0-6 29 0,0 5 31 0,0-5 20 16,0 0-9-16,0 0-25 0,0 0-18 0,11-14-24 15,-5 4-13-15,2 0-15 0,2-6-12 0,1 3-14 16,0-4-9-16,1 2-8 15,-1 1-12-15,-1-1-2 0,3 1-12 0,-4 6-8 16,0-2-1-16,-3 2-8 0,-2 1 2 0,0 2-11 16,0 0-1-16,-3 1-7 0,3 1 0 0,-1 1-8 15,-2-2 0-15,-1 4-6 0,1-2-16 0,-1 2-10 16,4-4-15-16,-4 4-23 0,4-2-15 0,-4 2-21 16,0 0-10-16,0 0 6 0,0 0 14 0,-9 8 11 15,1-2 2-15,-5 1 2 0,-2 2 9 0,2 1 3 0,-1-4 17 0,5 0-7 16,0 2 0-16,-1-1 0 0,2-1 4 0,1 0 0 15,2-2 1-15,-2 2 11 0,4 0-2 0,0-4 7 16,0 3-1-16,1-1 11 0,-1-2-12 0,3-2 11 16,0 5-7-16,0-1 15 0,3 1-7 0,-1 0 6 15,5-2-1-15,0 4-31 0,0-4-31 0,0 4-33 16,2-2-46-16,2 0-51 0,-2 1-68 0,6-1-76 0,2 0-237 0,-5-2-622 16,1-3 276-16</inkml:trace>
  <inkml:trace contextRef="#ctx0" brushRef="#br0" timeOffset="65183.59">18265 8253 151 0,'0'-5'361'0,"0"5"-37"15,1-3-35-15,-1 3-29 0,0 0-32 0,0 0-25 16,0 0-25-16,0 0-21 0,0 0-22 0,0 0-14 15,0 0-11-15,0 0-12 0,-4 17-12 0,-1-9-5 16,0 2-11-16,0 0-4 0,-4 3-7 0,1 4-7 0,-3-2-4 16,2-1-3-16,-4 2-10 0,4 0 2 0,4-7-5 15,-3 1-1-15,3-2-1 0,0-1-6 0,0 0 1 0,3-3-1 16,0 0 3-16,-2-1 23 0,3 0 31 0,1 2 35 16,-3-3 23-16,3-2 25 0,0 0 15 0,0 0-9 15,0 0-19-15,0 0-13 0,0 0-18 0,8-14-10 16,-3 9-15-16,1-4-8 15,1 5-20-15,-2 0 0 0,-1-2-6 0,1 2-12 16,0 2-6-16,-1-1-7 0,2-1-9 16,1 4-20-16,-7 0-14 0,10 2-14 0,-6-2-7 15,2 5-9-15,3 2-14 0,0-1 0 0,0 4-19 0,4 3-31 16,-4-5-15-16,0 1-37 0,1-1-33 0,-2 1-49 16,-1 3-52-16,3-4-41 0,-4-3-285 0,-1 2-662 15,1-7 293-15</inkml:trace>
  <inkml:trace contextRef="#ctx0" brushRef="#br0" timeOffset="65348.94">18230 8247 229 0,'-2'-2'322'0,"2"2"-26"0,-5-3-18 0,5 3-18 16,-3-2-30-16,3 2-22 0,0 0-19 0,0 0-22 15,22-3-16-15,1 3-16 0,9 1-21 0,6-1-58 16,18 2-56-16,3 0-82 0,2-4-98 0,-6 2-216 15,-15-5-428 1,-7 2 189-16</inkml:trace>
  <inkml:trace contextRef="#ctx0" brushRef="#br0" timeOffset="65885.08">17170 8857 234 0,'-9'0'266'15,"1"0"0"-15,4 0-1 0,4 0-4 0,-9 0-8 16,9 0-18-16,-6 1-15 15,6-1-22-15,0 0-16 0,0 0-17 0,-8 0-13 16,8 0-17-16,0 0-9 0,0 0-15 0,0 0-8 16,0 0-8-16,0 0-2 0,0 0-15 0,0 0-6 15,-9 0-1-15,9 0-9 0,0 0 7 0,0 0-14 16,0 0-2-16,0 0-6 0,0 0-2 0,0 0-1 16,0 0 0-16,0 0-1 0,0 0-6 0,0 0-3 15,0 0 5-15,0 0-5 0,0 0-11 0,0 0 6 0,0 0 1 0,0 0-2 16,0 0-2-16,0 0 1 0,0 0 1 0,0 0-2 15,0 0-4-15,27-6-7 0,-4 0 11 0,13 0-8 16,19-3-10-16,7-2 7 0,29-3 5 0,1 5-8 16,4-6 4-16,2 1-6 0,0 5-7 0,4-1-3 15,0 0 18-15,-4 2 10 0,-3 1 11 0,-30 2 5 16,-3-1 0 0,1 4-3-16,-26-1-1 0,-1 2 1 0,-1-1-4 0,-7 0-9 15,-9 1 4-15,-6-1-4 0,-4 2-3 0,0 0-2 16,-4-2-1-16,1 2 1 0,-6 0-5 0,13-1-3 15,-13 1-14-15,8 1-21 0,-8-1-44 0,6-1-45 16,-6 1-43-16,5 1-51 0,-5-1-31 0,-4 7-25 16,4-7-60-16,-15 6-307 0,3-3-679 0,-4 0 301 15</inkml:trace>
  <inkml:trace contextRef="#ctx0" brushRef="#br0" timeOffset="66316.98">18285 8869 227 0,'0'0'288'15,"0"0"-26"-15,0 0-20 0,0 0-26 0,0 0-22 0,0 0-23 16,-4 5-17-16,1-4-14 0,-4 4-14 0,-1 1-12 16,-5 2-14-16,-3 4-6 0,1 2-8 15,-7 5-5-15,0 0-6 0,1 1-4 0,0 2 0 16,2 0-4-16,-1 0 0 0,4 2-2 0,1 1 0 0,2-3 6 0,4 5 7 0,3-9 6 16,2-1 4-16,4 0 3 0,3 2 14 15,3-5 17-15,4-1 11 0,11 3-14 0,7-7-7 16,6-1 3-16,4-5-28 0,2-1-9 0,1-2 1 15,-1-4-10-15,-9-2-2 0,0 2 25 0,-11-6 9 16,-3 3 4-16,0-4-3 0,-8 2-6 0,-3-5-3 16,-1 2-10-16,-5-3-12 0,-5 1-15 0,-4-1-11 15,-14 1-5-15,-9 2-11 0,-6 1-13 0,-13 1-16 0,-8 6-36 16,0 2-54 0,-1 4-60-16,2 3-57 0,1 3-83 0,9 1-114 15,10-6-301-15,2-2-763 0,4-2 338 0</inkml:trace>
  <inkml:trace contextRef="#ctx0" brushRef="#br0" timeOffset="67752.23">21291 8245 71 0,'1'-7'278'0,"-1"0"-4"0,0 1-10 0,4 1-15 0,-8-1-20 0,4 3-26 0,0 3-17 16,4-7-18-16,-4 4-21 15,0 3-20-15,0 0-17 0,1-4-30 16,-1 4-28-16,0 0-4 0,0 0-14 0,0 0-9 0,-6 22-3 0,3-7-5 0,-2 3 3 16,-1 5-4-16,-2 3 1 0,-1 1-2 0,0 3 4 15,-1-2-4-15,-2 1-4 0,2 0-2 0,5-3 0 16,-3 1 0-16,0-10-2 0,1 0 1 0,3-1 3 16,0-3-8-16,0-1-2 0,3-4 4 0,-1-2 3 15,0 1 0-15,-1-1 18 0,0-2 21 0,2 2 19 16,2-2 30-16,-1-4 35 0,-1 5 37 0,1-5 27 15,0 0 17-15,1 2-3 0,-1-2-12 0,0 0-20 16,10-10-18-16,-3 1-20 16,4-2-11-16,1-2-12 0,-1-1-10 15,2-2-8-15,2 0-17 0,-2 1-7 0,0 0-6 0,-3-1-10 16,7 1-6-16,-5 1-2 0,-3 0-7 0,2 5-2 16,-4 1-2-16,-2 0-4 0,-1 2 0 0,1 2-5 15,0-3-2-15,-1 4-6 0,-1 1 0 0,-1-3-6 16,1 2-6-16,-3 3-3 0,3-2-5 0,-3 2-16 15,2-3-15-15,-2 3-22 0,0 0-24 0,0 0-13 0,0 0 3 0,0 0 5 16,0 0 20-16,-17 14 1 0,3-3 3 16,0 0 12-16,-1 0 0 0,0 1 3 0,1-2 9 0,5-2-5 15,-2-2 7-15,1 4-7 0,4-4 8 0,-1-2 5 16,2-2 0-16,0 3 3 0,4 0 0 0,-3-5 5 16,0 2-3-16,4-2 2 0,-5 5 5 0,5-5 1 15,0 4 5-15,0-4-9 0,0 3 5 0,0-3 2 0,0 5 8 0,1 2-1 16,3-2-10-16,4 2 0 0,-2-2-20 0,2 3-32 15,5 4-35-15,-2-1-34 0,5 0-47 16,1 0-62-16,9 5-80 0,-3-3-276 0,5 0-645 0,-1-3 287 16</inkml:trace>
  <inkml:trace contextRef="#ctx0" brushRef="#br0" timeOffset="68037.3">21863 8375 306 0,'0'0'321'0,"0"0"-2"16,-1-6-9-16,1 6-15 0,0-4-27 0,0 4-20 15,0 0-31-15,1-4-19 0,3 1-25 0,4 1-16 16,-1 0-19 0,2-1-28-16,5 1-30 0,-1 0-35 0,0 1-43 0,6-3-47 15,3 2-50-15,6-1-61 0,3-2-63 0,-11 3-227 16,-1 0-482-16,0 1 213 0</inkml:trace>
  <inkml:trace contextRef="#ctx0" brushRef="#br0" timeOffset="68206.53">21937 8537 213 0,'-1'3'262'0,"-2"-1"-2"15,3-2-11-15,-3 3-14 0,3-3-27 0,0 0-16 16,0 0-32-16,19 0-23 0,-5-3-35 16,6-1-37-16,8 2-36 0,2-5-49 0,4 4-46 0,7-3-40 15,-4 0-52-15,4 0-136 16,-4-3-318-16,0 2 141 0</inkml:trace>
  <inkml:trace contextRef="#ctx0" brushRef="#br0" timeOffset="68554.22">22723 8272 289 0,'0'0'287'15,"-4"-5"-20"-15,4 5-19 0,0 0-25 0,-1-6-23 16,1 6-23-16,0 0-21 0,-2-3-21 0,2 3-11 15,0 0-13-15,-15 7-11 0,10 0-14 0,-6 1-8 16,-1 4-10-16,-2-1-6 0,3 1-10 0,0 1-5 0,1-2-4 16,4-3-4-16,0 2-6 0,0-2 4 0,1 3-9 15,3-1-1-15,-2-1-7 0,4 1 5 0,4-2 0 0,-2-1 7 16,5 2 10-16,2-3 8 0,3 0 12 0,5-1 5 0,3-2 1 16,1-3 5-16,7-1 9 0,-7 0 2 15,0-3 8-15,0 0 8 0,-1-3-13 0,-2 0 14 16,-3-3-5-16,1 0-9 0,-2 0-8 0,0-3-10 15,-3 0-6-15,-2-5-14 0,0 2-6 0,-4 5-15 0,0-5-11 16,-1 5-13 0,-2 0-18-16,-2 0-14 0,-2 1-12 0,-3 3-22 15,1-1-24-15,-4 4-23 0,-3-2-16 0,-3 6-23 16,-4-2-32-16,1 4-31 0,-3 1-45 0,2 0-279 16,0 2-577-16,7 1 256 0</inkml:trace>
  <inkml:trace contextRef="#ctx0" brushRef="#br0" timeOffset="68754.33">23215 8426 259 0,'4'1'302'0,"-4"-1"-33"15,0 0-31 1,1 4-29-16,-1-4-20 0,0 5-21 0,-2 1-15 15,-2 0-17-15,0 5-12 0,-5-2-19 0,0 5-26 16,0 1-36-16,-5-1-44 0,3 3-52 0,-3 0-49 16,3-2-91-16,-3-1-129 0,0-4-347 0,4-3 154 15</inkml:trace>
  <inkml:trace contextRef="#ctx0" brushRef="#br0" timeOffset="69139.83">23623 8206 201 0,'1'-7'446'0,"-1"3"-3"0,0 0-12 0,0 4-18 15,1-5-23-15,-1 5-37 0,0-4-36 0,0 4-34 16,0 0-35-16,3-4-26 0,-3 4-28 0,0 0-27 15,0 0-32-15,0 0-47 0,0 0-53 0,0 0-26 16,0 0-3-16,0 0-1 16,0 17-5-16,-3-8-6 0,2 7-6 0,-3 1 3 15,0 0 5-15,-1 3 1 0,0 5-2 0,-4 1 0 16,4 5-2-16,1-6 5 0,-1-1 0 0,3-4 4 16,0-4 1-16,0-1-9 0,0-3 11 0,1-2 4 15,0-3-3-15,1 0 3 0,0-2-7 0,1-3 5 16,-2 3 10-16,1-5-7 0,1 7 10 0,-1-7 9 15,0 0-5-15,-1 3-4 0,1-3-23 0,0 0-43 0,0 0-49 16,0 0-64-16,4-15-70 0,-2 8-64 0,2 0-318 0,1-1-661 16,-1 1 293-16</inkml:trace>
  <inkml:trace contextRef="#ctx0" brushRef="#br0" timeOffset="69341.07">23924 8429 240 0,'3'2'255'0,"-3"-2"-29"0,4 2-24 15,-4-2-21-15,1 6-20 0,-1-3-9 0,-1 2-15 16,-2 4-11-16,-2 0-15 0,1 4-8 16,-1-1-8-16,-5 2-7 0,-3 0-6 0,3 4-13 15,-7 3-35-15,2-2-41 0,-2-3-44 0,-3 2-60 16,-6 0-239-16,8-9-377 0,1 1 168 0</inkml:trace>
  <inkml:trace contextRef="#ctx0" brushRef="#br0" timeOffset="69871.45">24296 8161 47 0,'3'-3'289'16,"2"-2"-14"-16,0 1-22 0,0 1-13 16,0-2-30-16,7 0-18 0,-3 2-24 0,2 1-13 0,2 0-16 15,0 1-17-15,-2-2-14 0,8 3-10 16,-6 0-12-16,1 3-10 0,-2-1-9 0,-1 1-1 0,-2 3-13 15,0-1-6-15,1 2-5 0,-5 2-6 16,-1 1 4-16,-4-1-7 0,0 4-6 0,-8 3 1 16,2 2 4-16,-8 4-11 0,-4 0-1 0,-2 2 0 15,-6 0-2-15,3-1-5 0,0 0 2 0,0-1-4 0,4-3 2 16,0 0-3-16,6-8-2 0,5-3-3 0,1 0 5 16,-1-3-1-16,4 2-1 0,0-5 13 0,1 1 1 0,1 3 7 15,0-3 4-15,2-3 2 0,2 4 0 0,6-3-4 16,2 2 3-16,12-1-7 0,-2 1-2 0,11-1-4 15,-2 3-18-15,-1-5-26 0,2 2-39 0,-1-2-51 16,-2 2-55-16,1-2-66 0,-6 0-237 0,-3-2-511 16,3 0 226-16</inkml:trace>
  <inkml:trace contextRef="#ctx0" brushRef="#br0" timeOffset="70056.31">24841 8518 165 0,'0'0'296'0,"0"0"-33"16,2 2-28-16,-2-2-29 0,0 4-22 0,0-4-24 15,0 4-8-15,0 1-22 0,-1 0-11 0,0 2-11 16,-3 2-11-16,1 0-30 0,-1 3-31 0,0-1-33 16,1 2-42-16,-3 2-40 0,0-2-45 0,0-4-207 15,-2 2-356-15,0-6 158 0</inkml:trace>
  <inkml:trace contextRef="#ctx0" brushRef="#br0" timeOffset="70510.67">25189 8156 2367 0,'11'-9'148'16,"-5"2"-42"-16,4-1 2 0,-5 4-11 0,2 0-4 16,-2 0-33-16,5-2-14 0,-5 4-2 0,2 1-24 15,-1-2-3-15,5 3 10 0,0 2-14 16,0 0-3-16,3 0-4 0,-4 4 0 0,2-1-9 0,-2 2-7 16,-3 0-3-16,0-2-7 0,-2 2-4 0,0 0-4 0,-5 0 0 15,-1 2 7-15,-5-1-6 0,-4 4 3 0,1-3 5 16,-5 1 4-16,3-3 1 0,-4 1-3 0,7-1 3 0,-3-2-1 15,1 0 2-15,5 0 2 0,-1-3 3 0,3 3-1 16,-1-4 3-16,1 2-2 0,0-1 2 0,2 2 3 16,1-4 2-1,1 7 0-15,3-4 6 0,0 2-2 0,3-1 0 16,0 4 3-16,3-1 0 0,-2 0-1 0,3 0-1 16,1 5 0-16,-5-4 2 0,2 3 2 0,-2 0 1 15,2 2 0-15,-2 3-1 0,-4-5 4 0,1 5-2 16,0 0 0-16,-5-4-1 0,-2 3 0 0,-2-3-5 15,1 0-3-15,-5 5-6 0,-5-7-6 0,0-1-16 16,-2 3-33-16,-9 0-53 0,7-6-67 0,-2 1-245 16,0-3-459-16,3-3 204 0</inkml:trace>
  <inkml:trace contextRef="#ctx0" brushRef="#br0" timeOffset="70695.5">25589 8557 13 0,'0'0'297'0,"4"3"-36"0,-1 0-29 0,-3-3-16 15,-3 9-16-15,-1-1-24 0,-2 1-17 0,-7 3-16 16,0 2-18-16,-6 3-43 0,-6 3-50 0,-1 1-76 16,0-4-120-16,0-2-124 0,0-3-312 0,6-5 138 15</inkml:trace>
  <inkml:trace contextRef="#ctx0" brushRef="#br0" timeOffset="71729.2">26062 8066 210 0,'3'-3'297'0,"-3"3"-18"0,2-5-18 0,-2 5-22 16,0 0-16-16,0-4-37 0,0 4-23 0,0 0-18 16,0 0-20-16,0 0-9 0,0 0-17 0,0 0-12 0,0 13-9 0,-1-5-3 15,-2 5-16-15,-3-1-5 0,2 3-5 0,-1 2-5 16,0 2-6-16,-3 5-2 0,-2-2-5 0,1 2-2 16,0 0-4-16,0 1-2 0,4-6-1 0,0-1-3 15,-1 0 4-15,3 1-5 0,-1-7 3 0,4-3-12 16,-2 2 2-16,4-2-5 0,-2-1 8 0,4-4-3 15,-1 1 10-15,4 0 1 16,1-4 8-16,-2 1-3 0,3 0 8 0,0-2 3 16,4-2 8-16,-3-1-6 0,-2 3-6 0,-3-2-1 15,1 1-6-15,-2-1-3 0,-4 2-5 0,0 0-5 16,13 3-9-16,-10-1-15 0,-3-2-4 0,4 4-4 16,-3 0-2-16,-1 1-4 0,2 5-4 0,-2-1-5 15,0 1-19-15,0 1-20 0,-2 1-27 0,-1 1-39 16,1-1-46-16,-1 4-46 0,-1-4-207 0,-1-2-472 0,1 0 209 0</inkml:trace>
  <inkml:trace contextRef="#ctx0" brushRef="#br0" timeOffset="71898.47">26376 8528 244 0,'4'0'290'0,"-4"0"-33"0,2 3-26 15,-2 2-26-15,-4-1-19 0,-1 3-18 16,-2 3-18-16,-5 4-15 0,1 1-11 0,0 0-15 16,-2 2-40-16,-5 1-48 0,3 5-45 0,-3-4-65 15,6-2-76-15,-3-5-154 16,6-4-345-16,-2-1 153 0</inkml:trace>
  <inkml:trace contextRef="#ctx0" brushRef="#br0" timeOffset="72477.73">26831 8168 301 0,'0'0'310'16,"4"-7"-22"-16,-4 4-30 0,4 1-30 0,1-3-27 15,5 1-16-15,3 0-24 0,6 1-32 0,-1-1-12 16,5 1-34-16,-1 2-26 0,1 0-19 0,-6-1-13 0,-2 2-17 0,-5-1-11 0,-1 1-6 16,-2 0-8-16,-1-2-6 0,-6 2 3 0,0 0 0 15,0 0 6-15,0 0-1 0,0 0 0 16,-23-6 5-16,9 5 0 0,-4-1 1 0,-3 0 5 15,1 1 3-15,2 0 4 0,0-1 4 0,-1 2 4 16,-1-1 6-16,3-1-5 0,4 2 4 0,0 0-1 16,-1 0 3-16,7 0-3 0,0 0 4 0,-2 2 4 15,4-2-1-15,5 0-2 0,-9 0 1 0,9 0 1 16,-5 1-4-16,5-1 1 0,0 0-3 0,0 0 2 16,-9 0-7-16,9 0-4 0,0 0 1 0,-2 3-3 0,2-3 0 0,0 0 1 15,1 8-9-15,0-2 8 0,4-1 3 0,0 5 7 16,1 0-1-16,3 5 6 0,-1-2 6 0,1 2-4 15,0 0 2-15,3 2-5 0,-1-2-3 0,-3 4 2 16,1-4-1-16,-1 2-1 0,-1 0-3 0,-3 0 5 16,0-1 2-16,-3-2 0 0,-1 4 0 0,0-7 0 15,-1-2 5-15,-3 2 2 16,0-4-2-16,-1 3 7 0,0-4-4 0,-4 0-3 16,2 1 0-16,-1-3-2 0,1 0 5 0,0-2-8 15,-1 1-3-15,4 0 0 0,-2-3-1 0,2 2 1 16,4-2-4-16,-8 2-14 0,8-2-22 0,0 0-27 15,-6 1-40-15,6-1-37 0,0 0-69 0,0 0-263 16,0 0-497-16,0 0 220 0</inkml:trace>
  <inkml:trace contextRef="#ctx0" brushRef="#br0" timeOffset="72693.85">27137 8477 27 0,'0'0'284'0,"0"0"-27"0,0 0-30 0,0 0-25 0,-3 4-22 15,3-4-15-15,-5 5-18 0,-4 3-15 0,3-3-3 16,-3 4-26-16,-2-2-6 0,0 7-14 16,-2-3-39-16,-1 2-52 0,0-3-57 0,5 1-59 15,-3-4-190-15,3-2-339 0,-1 1 150 0</inkml:trace>
  <inkml:trace contextRef="#ctx0" brushRef="#br0" timeOffset="73117.05">27896 8015 285 0,'0'0'263'16,"-1"-4"-25"-16,1 4-22 0,0 0-22 0,0 0-25 15,0 0-17-15,0 0-19 0,-20 9-10 0,9-1-13 16,-4 4-16-16,-6 2-10 0,-1 6-7 0,-2 1-9 0,-3-1-12 15,4 1-2-15,1 1-8 0,2 1-6 0,3-1-4 16,3 1-2-16,5-4-5 0,3-1 0 16,2 8 12-16,1-8 4 0,4 3 6 0,5 4 13 0,2 0 20 0,5-5 11 15,1-3 19-15,-2-3 16 0,6-4 21 0,-5-1 15 16,1-4 19-16,-4 2 19 0,-1-3 18 0,-1-3 18 16,-2 2 16-16,-2-3-3 0,-4 0-11 0,12-5-22 15,-8 1-17-15,-1 1-31 0,-3-5-33 0,-2 1-38 16,-2-5-56-16,-9 2-74 0,-11-2-98 0,-11 0-98 0,-20 2-116 15,-7 0-154 1,-2 0-295-16,1 3-855 0,-2-4 379 0</inkml:trace>
  <inkml:trace contextRef="#ctx0" brushRef="#br0" timeOffset="81095.32">5618 10853 47 0,'0'0'143'0,"0"-5"-1"0,3 2-7 16,-3 3-10-16,0 0-8 0,1-5 1 0,-1 5-16 15,-1-4-4-15,1 4 5 0,1-4 0 0,-1 4-2 16,0-5 4-16,0 5-5 0,0-3-1 0,0 3 3 0,0-5 3 0,0 5 1 15,0 0 1-15,1-4 1 0,-1 4-5 0,0 0-2 16,0 0-3-16,3-4-6 0,-3 4-8 0,0 0-7 16,0 0-10-16,0 0-7 0,0 0-6 0,0 0-9 15,0 0-3-15,0 0-5 0,0 0-9 0,0 0-12 16,0 0-6-16,0 0-10 0,0 0-12 0,0 0-14 16,0 0-5-16,0 0 1 0,0 0 1 0,0 15 4 0,0-5 1 0,0 3 6 15,-3 3-1-15,2 2-2 0,0 0 5 0,-2 3 1 16,-2 4 1-16,2 0 2 0,1 0 2 0,-1-5 2 15,2-2-3-15,-4-1 2 0,4 3 4 0,-2-4-3 16,2-4 5-16,-3 0 0 0,1-2-1 0,2-2 1 16,1-2 6-16,0 0-3 0,0-3 1 0,0 3 5 15,0-4 22-15,0-2 17 16,0 5 17-16,0-5 11 0,-1 4 16 0,1-4 33 16,0 0 19-16,0 0 23 0,0 0 13 0,0 0 6 15,0 0-18-15,0 0-18 0,1-11-20 0,4 0-12 16,2-1-13-16,0-3-15 0,1-1-5 0,1-1-14 15,4-1-8-15,-4 2-7 0,1-1-5 0,0-1-7 16,-1 2 1-16,3 2-5 0,-1 0-8 0,-3 2-1 16,-2 3-7-16,3 1 5 0,-3-1-6 0,1 1-3 0,-2 4-5 15,-1-3-3-15,0 3 0 0,0 2-6 0,-2-3 0 0,3 3-28 16,-2 1-17-16,-3 1-31 0,0 0 0 0,0 0 10 16,13 4-10-16,-8 4 1 0,2 1 9 0,-2 2 7 15,3 4 6-15,-3-1-5 0,0 3 12 0,4 1 2 16,-5-2 7-16,1 4 4 0,-1-2 0 0,1-2 5 15,-5 0 0-15,4-1 3 16,-4-3-1-16,4-2-1 0,-2-3 20 16,-2-1-10-16,0 2 4 0,0-5 6 0,4 2 12 15,-4-3-8-15,0-2 32 0,0 7 31 0,0-7 29 0,3 2 33 16,-3-2 31-16,0 0 13 0,0 0 4 0,0 0-21 16,6-9-16-16,-2 2-14 0,4-5-12 0,2-1-14 15,-1-4-12-15,1 0-1 0,0 1-15 0,0-1-8 16,-1 0-4-16,0 5-6 0,0-1-6 0,-2 4-5 0,-2 2-6 0,1-1-3 15,-1 3-6-15,0 1-10 0,-1 1-13 16,-3 1-24-16,-1 2-23 0,6-3-16 0,-6 3-6 16,9 4-1-16,-2 0 5 0,-3 0-13 0,5 5 12 15,-4-1-7-15,4 2 2 0,-4 1 1 0,4 4 9 0,-5-2-17 16,1-3-11-16,-1 5-19 0,1-4-30 0,0 4-21 16,-5-3-30-16,3 1-22 15,-2 0-32-15,-5 2-39 0,3-3-47 0,-8 1-281 0,5-4-660 0,-1 3 292 0</inkml:trace>
  <inkml:trace contextRef="#ctx0" brushRef="#br0" timeOffset="83371.13">5278 11131 67 0,'0'0'141'0,"0"0"-8"15,0 0 1-15,0 0-13 0,0 0 6 0,0 0-4 16,0 0-1-16,0 0-6 0,0 0-15 0,0 0 8 16,0 0-12-16,0 0-8 15,0 0-4-15,0 0-6 0,0 0-3 0,0 0-11 16,-6-1-4-16,6 1-4 0,0 0-8 0,0 0-4 15,0 0-2-15,0 0 0 0,0 0 1 0,0 0-4 16,0 0 1-16,0 0 3 0,0 0-7 0,0 0 8 16,0 0-6-16,0 0 3 0,0 0-2 0,0 0-2 15,0 0-6-15,0 0 2 0,0 0-6 0,0 0-1 16,0 0-6-16,0 0 1 0,0 0 1 0,0 0 0 0,0 0-2 0,0 0 3 16,0 0 1-16,0 0-4 0,0 0 0 0,0 0-1 15,0 0 2-15,0 0-2 0,0 0-1 0,0 0-1 16,0 0-4-16,0 0-1 0,0 0 0 0,0 0-3 15,0 0-1-15,0 0-1 0,28-5-1 0,0-2 0 16,5-1-1-16,21 0-3 0,1-4 0 0,5 5-2 16,4-3 3-16,28-4-1 15,-27 2-1-15,0 7 2 0,-2-4-1 0,-8 5 0 16,-16 0 1-16,-2-2-3 0,-5 4 2 0,-10-1-3 16,-4 2 4-16,-5 0 3 0,-3 0 10 0,-1 0 10 15,-2-1 8-15,0 2 12 0,-2-1-2 0,-5 1 2 16,8-1-6-16,-4 0-4 0,-4 1-5 0,0 0-16 15,7-2-18-15,-7 2-19 0,0 0-30 0,0 0-35 16,0 0-50-16,8 0-63 0,-8 0-72 0,0 0-167 0,1 4-474 0,-1-4 210 16</inkml:trace>
  <inkml:trace contextRef="#ctx0" brushRef="#br0" timeOffset="84213.34">6923 10699 22 0,'1'-5'283'0,"2"3"-18"0,-3-1-17 0,1-1-15 16,-1 4-24-16,1-4-22 0,-1 4-18 0,3-4-22 0,-3 4-15 16,0 0-26-1,0 0-29-15,0 0-10 0,0 0-12 0,0 0-3 16,-4 22-6-16,0-7-8 0,-1 3-4 0,-3 7-3 16,-2 1-5-16,5-2-1 0,-4 3-4 0,0-1-5 0,0-4 0 15,1 4 0-15,-1-3-3 0,1 1 1 0,1-7-2 16,2 0-4-16,0-3 0 0,0 2 0 15,1-5-1-15,0-2 0 0,0-1-1 0,3-3 0 16,0 3 1-16,0-4 0 0,-1-1 22 0,1 2 30 0,1-5 16 0,-1 6 27 16,1-6 24-16,-2 2 29 0,2-2 28 0,0 0 11 15,0 0 17-15,0 0-4 0,0 0-16 0,0 0-17 16,11-16-19-16,-3 9-23 0,2-4-8 0,2-5-12 16,2 3-10-16,-1-1-14 0,1 0-9 0,-1-1-1 15,2 1-13-15,-2 0-9 0,0 2-2 0,0 0-4 16,-4 4-8-16,1 0-3 15,-3-1-13-15,1 3 7 0,-1-3-6 0,1 5-4 16,-3-2 0-16,-2 2-6 0,1 1 2 0,-1 0-6 16,-1 1 3-16,-2 2-6 0,5-4-2 0,-5 4-2 15,3-3-3-15,-3 3-10 0,2-2-4 0,-2 2-8 16,0 0-15-16,0 0-6 0,5-2-17 0,-5 2-12 16,0 0-13-16,0 0-2 0,0 0 13 0,0 0-19 15,0 0 16-15,0 0 8 0,0 0 2 0,0 0 7 0,0 0 6 0,-7 11 7 16,7-11 17-16,-4 3-15 0,3 1 8 0,-3-3 1 15,4-1-5-15,-5 9 26 0,2-7-9 0,0-1-4 16,1 4-5-16,-1 1-1 0,0-3 10 0,0 0 4 16,1 5-2-16,-1-4 5 0,2 1 1 0,-1 0 3 15,1 2-4-15,-4-4 2 0,5 2-2 0,0 0 5 16,-1-1-1-16,1 0 1 16,-2 1 9-16,4-2-5 0,-1 2 13 0,3-1-1 0,-2 1-6 0,6 2 0 15,3-1-1-15,4 1 3 0,2 0-13 0,2 0-42 16,2-2-61-16,-2 2-79 0,2 3-93 0,-5-5-335 15,6 4-672-15,-4-4 298 0</inkml:trace>
  <inkml:trace contextRef="#ctx0" brushRef="#br0" timeOffset="84605.39">7560 10861 73 0,'0'0'308'0,"-1"-1"-14"0,1 1-9 0,0 0-10 16,0 0-18-16,0 0-18 0,0 0-21 0,0 0-19 15,0 0-25-15,0 0-19 0,0 0-12 0,0 0-22 0,8-5-26 0,-3 3-26 16,4 2-35-16,1 0-39 0,-1-2-27 0,5 4-73 15,-1-2-51-15,5-2-53 0,-5 1-197 0,1 0-439 16,-2 0 195-16</inkml:trace>
  <inkml:trace contextRef="#ctx0" brushRef="#br0" timeOffset="84774.7">7572 10972 140 0,'0'0'169'0,"-4"2"-1"0,4-2-12 15,0 0-8-15,3 4-5 0,-3-4-12 0,11 3-13 16,2-3-7-16,6 1-15 0,4-1-25 0,6 0-36 16,5 0-60-16,4-4-66 15,-5 3-138-15,7-4-247 0,-1 0 110 0</inkml:trace>
  <inkml:trace contextRef="#ctx0" brushRef="#br0" timeOffset="85122.31">8464 10783 50 0,'-5'0'132'0,"5"0"-21"0,-14 2 6 16,6 2-20-16,0 1-5 0,1 2-2 0,-1-1-22 15,0 4-14-15,-2-1 7 0,3 1-10 0,1-1 7 16,0 2 2-16,1-2-2 15,2 5 2-15,-1-3 9 0,1-1 6 0,5 2 10 16,-1 0 10-16,3-1 7 0,-1 0 11 0,3-2 13 16,3 1 6-16,5 1 3 0,0-3 8 15,4-2 7-15,-1-2 2 0,2-2 12 0,0-1 2 0,2-2 14 16,-4-3 2-16,0-2 2 0,0-1 0 0,-6 0-9 16,3-4-12-16,-5 3-15 0,-1-2-13 0,2-5-16 15,-5 4-11-15,-1-7-17 0,-3 8-14 0,-1-2-21 0,-1-2-18 0,-3 4-42 16,0 0-47-16,-4 1-50 0,-5-1-47 0,-5 4-56 15,-3 2-60-15,1 2-74 0,-8 2-262 16,5 2-649-16,2 1 287 0</inkml:trace>
  <inkml:trace contextRef="#ctx0" brushRef="#br0" timeOffset="86510.21">12319 10802 189 0,'0'-5'317'0,"-3"1"-16"0,3 4-10 0,3-7-27 16,-3 4-9-16,0 3-20 0,0-7-18 0,0 5-19 15,0 2-25-15,0 0-21 0,0 0-14 0,1-5-17 0,-1 5-15 0,0 0-12 16,0 0-24-16,0 0-22 0,0 0-21 0,0 0-7 15,0 0-10-15,0 0-1 0,-1 17-4 0,1-6-10 16,0 2-1-16,-4 3 0 0,0 2 1 0,3 0-1 16,-4-1 8-16,1 1-3 0,0-1 0 0,3 2-1 15,-3-2 0-15,0-3 1 0,2-2 3 0,-1-2-4 16,3-1 2-16,0-1 1 16,-5-3-1-16,4 1 4 0,1-2 2 0,-1 1 8 15,-1 0 34-15,2-5 35 0,0 2 39 0,0-2 38 16,0 0 16-16,0 0-17 0,0 0-13 0,10-8-12 15,-2-1-16-15,1-1-16 0,5-4-4 0,-1 0-13 16,5-6-10-16,-4 5-13 0,0 1 2 0,-1 2-6 16,-2-3-8-16,-2 8-9 0,-1 0-3 0,0 1-2 15,-2 1-9-15,-1-1-1 0,-1 2-8 0,0 1-12 0,-2 0-7 0,0 0-20 16,-2 3-21-16,0 0-21 0,9 0 11 0,-9 0-2 16,8 7 9-16,-5-2 2 0,-1 2-2 0,2-1 2 15,0 5-5-15,-1-3 3 0,-1 4 3 0,1-1 3 16,0 1-1-16,-2 0 9 0,0-5 3 0,0 1 14 15,2-1-12-15,-2-3 1 0,0 1 1 0,1 0 7 16,-2-1 7-16,2-1 9 16,-2-3 25-16,0 0 24 0,0 5 20 15,0-5 12-15,0 0-8 0,0 0-8 0,13-9-6 0,-6 1-4 16,3 0-5-16,1 0-7 0,-2 0-8 0,5-2-2 16,-1 0-5-16,-4 3 0 0,1 0-2 0,-1 2-6 15,-2 1-6-15,-1 2-4 0,-1-1-3 0,0 2-10 16,0-2-6-16,2 3-13 0,-7 0-11 0,14 3-17 15,-4-1-27-15,0 3-20 0,1 1-30 0,0 1-28 0,0 0-45 16,-2 2-56-16,5 2-67 0,-4-2-302 0,-1 0-677 16,-1-2 299-16</inkml:trace>
  <inkml:trace contextRef="#ctx0" brushRef="#br0" timeOffset="86958.15">13113 10989 201 0,'0'0'341'0,"2"-4"6"0,-2 4-9 16,0 0-5-16,3-4-16 0,-3 4-24 0,0-4-19 15,0 4-35-15,0 0-24 0,0 0-19 0,1-3-20 0,-1 3-30 0,0 0-17 16,0 0-22-16,0 0-37 0,0 0-33 0,0 0-5 16,0 0-13-16,1 12-3 0,-1-4-2 0,-1 1 0 15,1 2-2-15,-3 3-9 0,1 1 16 0,-1 1-11 16,1-2-2-16,-1 2 2 0,1-3-2 0,0-1-1 15,2 0-1-15,-1 1 1 0,0-1-5 0,1-3 8 16,0-1-2-16,-3-3-1 16,6 1-4-16,-6-2 5 0,3 2 11 0,0-2-10 15,-1 0 5-15,1-4 2 0,-1 3-2 0,1-3 5 16,0 4-1-16,0-4 8 0,-1 5-10 0,1-5-3 16,0 0-13-16,0 0-15 0,0 0-10 0,0 0-42 15,0 0-64-15,0 0-64 0,6-12-60 0,-2 9-56 16,-2-2-202-16,3-2-557 0,0-1 247 0</inkml:trace>
  <inkml:trace contextRef="#ctx0" brushRef="#br0" timeOffset="87243.12">13869 10917 160 0,'0'0'245'0,"0"0"-8"0,4-5-16 0,-4 5-20 16,5-2-17-16,0 0-19 0,4-1-18 15,0-1-13-15,4 0-15 0,5 4-12 0,1-3-12 16,1 0-9-16,11-3-10 0,-2 6-23 0,3-5-34 0,-1 4-37 15,-3 0-39-15,2 1-49 0,-2-1-52 0,-9-1-161 16,-3 1-345-16,-2-1 153 0</inkml:trace>
  <inkml:trace contextRef="#ctx0" brushRef="#br0" timeOffset="87427.82">14053 11003 36 0,'-4'0'158'15,"0"3"8"-15,3-1-3 0,1-2-2 0,-5 3-1 0,5-3 2 16,0 0-5 0,5 4-3-16,1-2-15 0,4-1-10 0,6-1-16 15,2 0-12-15,10 0-11 0,4 0-20 0,1 0-34 16,5-1-41-16,2 1-44 0,11-4-45 0,-10 3-35 16,-2-3-158-16,1 2-310 0,10-1 137 0</inkml:trace>
  <inkml:trace contextRef="#ctx0" brushRef="#br0" timeOffset="87913.58">15774 10790 100 0,'0'-5'187'0,"0"5"-2"0,-2-5-16 0,2 5-14 16,0 0-6-16,-3-4-16 0,3 4-16 0,-4-4-10 0,3 1-16 15,-4 1-8-15,5 2-12 0,-10 0-5 0,3 0-8 0,-3 1-2 16,4 0-9-16,-6 1-7 0,1 0-5 0,-2 3-1 15,3-2-8-15,-3 4 5 0,-1 2-7 16,0 1-4-16,0 1-3 0,0 0-2 0,1 0-4 16,-1 2 3-16,5-1-3 0,1 0-8 0,-1-4 6 0,3 4 2 15,2-1-8-15,0-1 9 0,2 0 1 0,3 1 23 0,2 0 19 16,0-1 20-16,8-1 12 0,1 1 15 0,10 0 6 16,6 0-2-16,4-4 0 0,5 0-4 0,2-5 8 0,-1-1 2 15,1-4 1-15,-4 1-3 0,1-6 8 16,-7 2 5-16,-2-5-16 0,-3-1-7 0,-2-3-12 15,-7 3 4-15,-2-3-12 0,-3 2-11 0,-5-2-15 16,-1-1-9-16,-4 0-10 16,-5 5-20-16,-5-4-29 0,-3 1-34 0,-12-1-29 15,-6 1-41-15,-7 7-47 0,-16 3-55 0,-1 5-104 16,3-1-224-16,12 2-593 0,2 0 263 0</inkml:trace>
  <inkml:trace contextRef="#ctx0" brushRef="#br0" timeOffset="90003.5">6763 12148 19 0,'0'-5'234'0,"3"3"-13"0,-3 2-11 16,1-5-11-16,0-1-14 0,-1 6-13 0,3-4-14 16,-3 4-16-16,0 0-18 0,0-4-13 0,0 4-14 15,0 0-18-15,0 0-23 16,0 0-26-16,0 0-5 0,0 0-1 0,0 16-5 15,-3-4-4-15,1 6 1 0,-2 6-2 0,-5 3 0 16,4 1-2-16,0 4-1 0,-2-3 1 0,1 2-6 16,-3-2 0-16,5-3-3 0,-2 0-1 0,-1-3 0 15,3-4 4-15,3-1-3 0,0-2 2 0,-3-4-2 16,0-2-1-16,4-2 5 0,-1-2-6 0,2-1 2 16,-2 2 4-16,1-3 12 0,0 0 20 0,0-4 27 0,0 5 27 0,0-5 21 15,0 5 24-15,0-5 17 0,0 0 1 16,0 0-11-16,0 0-19 0,11-14-13 0,-3 3-10 0,1-4-6 15,9-6-19-15,-4 0-3 0,5-4-10 0,0 1-3 16,-1 0-9-16,1-1-3 0,-1-2-8 0,1 3-2 16,-1 1 0-16,-5 6-8 0,2-4-1 0,-3 6-6 15,-2 3-1 1,2 1-6-16,-6 2 4 0,-1 2-2 0,-1 2 2 0,0 0-10 16,0 0-9-16,1 2 3 0,-4 1-1 0,3-2-8 15,-4 4-12-15,1-3-20 0,-1 3-17 16,3-3-6-16,-3 3 4 0,0 0 9 0,-13 12 1 15,4 1 6-15,-4 2 5 0,-2 0 1 0,1 4 5 0,-3-3 4 16,1 4-4-16,2-6 6 0,1 1 2 0,1 2-1 16,1-3 3-16,2-1 1 0,0-2 1 0,3-4-3 0,0 3 8 15,3-5 2-15,-1 0-3 0,1 0 5 0,1-2-3 16,-1-1 5-16,-1 2 0 0,4-4-1 0,-2 4 1 0,2-4 1 16,-2 4-6-16,2-4 4 0,0 0-1 15,2 5 2-15,2-1 3 0,1-1-2 0,1-1 5 16,2 5 2-16,3-2 6 0,-1 2-14 0,5 3 0 15,1 3-15-15,2-2-22 16,5 4-22-16,0 1-44 0,-1-1-45 0,-7-3-53 16,8 5-55-16,-11-5-208 0,1-2-505 0,-3 0 225 15</inkml:trace>
  <inkml:trace contextRef="#ctx0" brushRef="#br0" timeOffset="90388.54">7205 12498 199 0,'0'0'305'0,"0"-6"-13"0,-1 3-8 0,1 3-25 0,0 0-13 15,0-4-32 1,0 4-20-16,0 0-22 0,-1-5-17 0,1 5-19 0,0 0-16 0,0 0-17 15,0 0-19-15,0 0-20 0,0 0-28 0,0 0-7 16,0 0-2-16,0 14-4 0,-2-4-2 0,1 2-3 16,-1 4-6-16,-1 0 1 0,0 1 1 0,2 1 18 15,-1 0-7-15,-1 3-1 0,2-4-3 16,1 0-1-16,-3 0-3 0,3-1-3 0,0-5 0 0,0 1-1 16,-1-4-4-16,1 1 4 0,-3-4 0 0,3 2-2 15,0-2 2-15,0-1 0 0,0 0 0 0,0-4-1 0,-1 4 2 16,1-4 14-16,0 5-6 15,0-5 4-15,1 3-1 0,-1-3 2 0,0 0 0 0,0 0-7 0,0 0-13 16,0 0-15-16,0 6-36 0,0-6-36 16,0 0-78-16,0 0-123 0,0 0-206 0,-3-14-529 15,0 10 234-15</inkml:trace>
  <inkml:trace contextRef="#ctx0" brushRef="#br0" timeOffset="92255.69">7235 12576 65 0,'0'0'216'0,"0"-7"-12"15,0 2-12-15,1 2-6 0,-1-3-10 16,0 6-6-16,0-5-13 0,1 2-13 0,-1 3-18 16,0-4-11-16,0 4-18 0,0 0-15 0,0 0-21 0,0 0-15 0,0 0-17 15,0 0-2-15,0 0-6 0,-11 14-1 0,5-5-3 16,-3 6 2-16,1 0-4 0,-1 4-7 0,1-1 0 16,-1 0 1-16,0 6-3 0,4-7 2 0,0-2-7 15,0 2 6-15,2-4-3 0,1-1 1 0,2-2 3 0,2 1-1 16,1-5 3-16,-1 1-2 0,5-1 4 15,-1-1-1-15,4-1 9 16,2-1-3-16,-1-4 11 0,3-1 3 0,-1-2 6 16,4 1 2-16,-6-4 9 0,0-1 8 0,-1 0-10 15,-1-1-4-15,1-4-4 0,-3 4 2 0,-1-2-6 16,0 0 3-16,-2 0-4 0,-1 1 7 0,-1 2 3 16,-1 2-5-16,-1-1-8 0,0 2-6 0,-1-2-5 15,-3 6-3-15,4 1-5 0,-9-1-3 0,9 1-4 16,-21 9 2-16,9-2-5 0,-2 2 2 0,0 2-1 0,1 1 1 0,4-4-4 15,1 3-18-15,2-3-8 0,0 2-2 0,2 0 2 16,3 1 2-16,-1-4-1 0,5-2 5 0,2 2 5 16,4 0 3-16,0-5 3 0,3-1-1 0,3-1 0 15,-2-2 4-15,1 1 4 0,-3-3 3 0,0-3 18 16,1-1 7-16,-5 2 1 0,-1-5 6 0,-1 0 0 16,0-1 1-16,-5 0-5 15,0-1-1-15,-3-2-3 0,1 0-3 0,-6 3-7 16,2-2-9-16,-2 2-15 0,-1-1-13 15,-3 8-12-15,1-6-17 0,-1 6-25 0,0-2-22 0,-1 0-27 16,1 4-34-16,1-1-38 0,0 2-194 0,2 0-425 16,4 0 189-16</inkml:trace>
  <inkml:trace contextRef="#ctx0" brushRef="#br0" timeOffset="92578.69">7649 12393 43 0,'0'0'265'0,"-6"-3"-2"0,6 3-11 0,0 0-10 15,0 0-15-15,0 0-19 0,0 0-16 0,0 0-19 16,0 0-15-16,0 0-22 0,0 0-11 0,8-5-18 16,0 3-12-16,5-1-22 0,3-2-24 0,3-1-34 15,4 5-40-15,5-4-34 0,-7 2-48 0,10 1-45 16,-3-3-39-16,-9 5-158 0,0-2-376 0,-1 2 166 0</inkml:trace>
  <inkml:trace contextRef="#ctx0" brushRef="#br0" timeOffset="92772.67">7710 12538 226 0,'-3'4'243'0,"3"-4"2"0,-2 2-5 0,2-2-26 15,0 0-19-15,0 0-20 0,0 0-16 0,0 0-15 0,25-4-17 16,-7 0-15-16,4 1-24 0,6 0-33 0,-1-1-48 16,1 0-49-16,0 0-62 0,0 0-51 0,-10 1-167 15,5 0-349-15,-4-1 156 0</inkml:trace>
  <inkml:trace contextRef="#ctx0" brushRef="#br0" timeOffset="93026.56">8373 12351 2473 0,'1'-4'304'0,"1"-4"-105"0,0 3-45 0,-2-3-6 16,4 4 3-16,-4 0 0 0,0-4-6 0,0 8-14 15,3-5-45-15,-3 5 8 0,1-6-10 0,-1 6-15 16,0 0-15-16,1-6-12 0,-1 6-35 0,0 0-23 15,0 0-6-15,0 0-1 0,4 15 7 0,-4-2-2 16,1-2 3-16,3 8-7 0,-4 1-25 0,5 4-18 0,-1 1-30 0,1 1-43 16,-1 0-58-16,4-2-73 0,-7-5-290 0,4-1-605 15,-1-8 268-15</inkml:trace>
  <inkml:trace contextRef="#ctx0" brushRef="#br0" timeOffset="94345.72">12182 12063 136 0,'-1'-4'260'0,"1"4"-12"0,0 0-6 0,0 0-16 16,0 0-9-16,0 0-14 0,1-5-11 0,-1 5-15 0,0 0-15 16,0 0-20-16,0 0-10 0,0 0-20 0,0 0-8 15,0 0-13-15,0 0-15 0,0 0-12 16,0 0-12-16,0 0-24 0,0 0-20 0,0 0-6 15,0 0-2-15,-2 14-2 0,-2-9 2 0,3 7-3 0,-2-4 0 16,2 4 3-16,-3 5-2 0,0 0 1 0,0-1 0 0,-2 1 3 16,6-2-2-16,-4 1 0 0,2-4 2 0,2 0 0 15,-3-4-1-15,3 0 2 0,0-4 9 0,0 1-5 16,-1 0 6-16,1-2 21 0,0-3 23 0,0 0 27 16,4 4-1-16,-4-4-2 0,0 0-17 0,20-11-1 15,-11 3-5-15,9-2-6 0,-3-3-3 0,2-1-5 16,5-2-6-16,-2-4-9 15,4 3-3-15,-5-1-4 0,-5 4-1 0,4 0-2 16,-5 2-4-16,0 1-2 0,-3 5 1 0,-1-1-8 16,-5 2 5-16,2 2-6 0,-2-1-5 0,1 2-9 15,-2-1-17-15,-3 3-8 0,6 0 4 0,-6 0 4 16,5 5-4-16,-3 0 2 0,-1 1 3 0,-2 2 0 16,1 2 4-16,-2 1 10 0,1 2-5 0,-2 2-1 15,1-3 0-15,-1 2 6 0,1-1 2 0,-1-2-1 0,2-1 4 0,0-1-3 16,-2-3 10-16,3-1-3 0,0 1 5 0,-1-3 12 15,-2 1 21-15,3 0 18 0,0-4 32 0,0 0-7 16,0 0-3-16,0 0-14 0,19-12 2 0,-9 4-15 16,5-6-6-16,1 4-1 0,4-8-5 0,-4 5-1 15,7-1-8-15,-8 3-4 0,-2 1 0 0,0 2-6 16,-4 2-6-16,0 1 20 0,0 0-21 0,-3 0-9 0,-2 4-3 0,3 0-12 16,-5-2-6-16,6 3-11 0,-8 0-19 0,11 3-8 15,-4 0-12-15,-2 1-15 0,2 2-26 0,1 3-35 16,-2-1-41-16,1 0-50 0,1 3-47 0,-2-2-214 15,-1-1-539-15,0-1 238 0</inkml:trace>
  <inkml:trace contextRef="#ctx0" brushRef="#br0" timeOffset="94684.05">12872 12119 193 0,'0'0'254'15,"4"-4"-21"-15,-4 4-28 0,4-1-21 0,-4 1-23 16,9 0-16-16,-9 0-13 0,9 1-17 0,-4 1-15 0,0 4-7 0,2 0-13 16,0 2-8-16,-2 1-9 0,-1 0-5 0,1 8-6 15,-3-4-4-15,-2 3-4 0,-2 1-5 16,-2 2-4-16,-2-1-4 0,-2-1 0 0,-7 8-2 16,0 0-2-16,-3-4-2 0,-1 1-1 0,5-7 1 15,0-2-3-15,-2-1-3 0,7-3 4 0,2 1-6 0,-1-3 2 16,3-2 0-1,1-2-1-15,0 1 9 0,0-1 19 0,-1 0 11 16,4 1 4-16,1-4 7 0,-3 2 1 0,3-2-6 16,0 0-5-16,21 0 0 0,-2 0-10 0,0-1-6 15,8-3-1-15,4 3-9 0,-3-2-12 0,1 0-23 16,-2-1-33-16,-7 3-27 0,2-3-50 0,-1 3-52 16,-2-2-65-16,-4-2-223 0,-1 1-490 0,-5-2 216 15</inkml:trace>
  <inkml:trace contextRef="#ctx0" brushRef="#br0" timeOffset="94947.09">13551 12129 41 0,'0'0'333'0,"0"0"-11"15,-4-4-13-15,4 4-26 0,0 0-21 0,-1-4-28 16,1 4-22-16,5-5-25 0,-5 5-21 0,11-6-21 16,-2 3-31-16,5 0-39 0,-3 2-45 0,9-1-54 15,-2-1-60-15,1 2-69 0,-1-2-89 0,2 1-127 16,-2 0-399-16,-5-2 177 0</inkml:trace>
  <inkml:trace contextRef="#ctx0" brushRef="#br0" timeOffset="95100.67">13594 12235 123 0,'-1'2'179'0,"-2"1"0"0,3-3 3 0,0 0-7 15,9 7-19-15,3-6-11 0,8-1-52 0,11 5-88 16,1-7-125-16,4-2-67 15,1 0-201-15,-3-3 89 0</inkml:trace>
  <inkml:trace contextRef="#ctx0" brushRef="#br0" timeOffset="96635.79">14577 12051 153 0,'0'0'173'0,"0"0"-21"0,0 0-13 0,0 0-13 16,0 0-19-16,0 0-10 15,0 0-11-15,0 0-5 0,0 0-18 0,0 0 2 16,-4-3-3-16,4 3-6 0,0 0-9 0,0 0 4 16,0 0-2-16,0 0-11 0,19-1-6 0,-11-2-3 15,2 1 9-15,3-1-11 0,-1 0-6 0,5-2-1 16,-1-1-1-16,2 3 1 0,-2-2-4 0,2-4-5 16,1 5 3-16,-2-3-6 0,-2-1 1 0,-2 3 15 15,-1-3 4-15,-1 1 16 0,-1 2 2 0,-1-1 16 0,-3 1 3 0,0 0 8 16,-3 4 2-16,1-4-4 0,0 1 0 0,-2 2-12 15,0 1-8-15,-2 1-13 0,0 0-9 16,-8-5 0-16,1 1-4 0,-6 8-6 0,-4-2-3 0,-2 2-1 16,-1 2-5-16,-7 2-2 0,5 0 4 0,-5 3-5 15,0 1 0-15,3 4-5 0,0 0 3 0,0 2-3 16,2 2 1 0,2 0-3-16,0 1 0 0,5 3 3 0,2-1-2 15,5 2 1-15,1 0-10 0,7-4 2 0,1 4-5 0,9-2 1 16,4-5 5-16,11 2-2 0,3-6 5 0,19 2-2 15,8-3 1-15,5-6 3 0,3-5 0 16,-2-2-3-16,0 0 2 0,-2-5-12 0,-3 1-10 16,-17-3-1-16,0 0 0 0,1 0-3 0,-7-6 8 0,-1 1 2 15,-5-1 4-15,-8 3 11 0,-2-2 7 0,-3-1 10 0,-1 0 10 16,-6-1 13-16,1 4 8 0,-6 0-3 0,0 1 1 16,0 0-4-16,-6 1-7 0,-1 7-4 0,0-5-7 15,-2-1 5-15,-6 4-10 0,-1 3-5 0,-3 0-3 16,-1 3 5-16,-2 3-10 0,2 2 4 0,-1-1-3 15,3 1-2-15,1 1-6 0,6-1-3 0,0 1-10 16,0-1-7-16,4 1 3 16,3-4 0-16,2 3 4 0,2 0-1 0,3-5 8 15,5 2 3-15,7 0-2 0,2-3 1 0,4 1 1 16,4-5 2-16,-5 0 1 0,7-4 1 0,-8 0 0 16,-1 0 1-16,-3-3 2 0,0 1 0 0,0-1 5 15,-4-2 6-15,-4 2 2 0,-3-1 0 0,2 0 8 16,-3 1 4-16,0-3-2 0,-5 5 1 0,3-5-1 15,-3 3-3-15,-3 2-4 0,-2 1-8 0,0-1 0 0,0 2-11 0,-3-2-14 16,-2 4-19-16,-2-1-26 0,3 2-37 0,-4 2-36 16,2-3-46-16,2 3-230 0,-1 0-444 0,4 0 196 15</inkml:trace>
  <inkml:trace contextRef="#ctx0" brushRef="#br0" timeOffset="97306.35">15731 11976 188 0,'3'-3'245'0,"-3"3"-20"0,0 0-25 0,0 0-18 0,0 0-19 0,0 0-20 16,0 0-17-16,0 0-16 0,0 0-9 0,0 0-13 16,0 0-12-16,0 0-8 0,0 0-4 0,-15 8-11 15,11-5-5-15,-1 0-3 0,-1-1-4 0,1 2-6 16,0 1-5-16,2 1-6 0,-1-2-2 0,2 2-2 16,0 1-4-16,2-3-1 0,3 6 2 0,1-2-3 15,2 3-1-15,5 1-1 0,3 0 4 0,1 2-9 0,5 6 3 0,2-3-3 16,-8-5-2-16,8 5 1 0,-8-3 3 0,0 0-4 15,-2-2 0-15,-6-1-2 0,3-2-6 0,-5 1 1 16,0-1 3-16,-6-1 4 0,2-1 0 0,-2 0 0 16,-5 0 2-16,-3 2 4 0,-8 2-2 15,0-4 2-15,-8 5-14 0,-3-2-39 0,-1 0-65 0,2-1-94 16,-2-6-159 0,10-1-388-16,3-4 173 0</inkml:trace>
  <inkml:trace contextRef="#ctx0" brushRef="#br0" timeOffset="98471.43">16469 11864 91 0,'0'0'170'0,"0"0"-7"0,0 0-5 0,0 0-13 0,0 0-17 16,0 0-15-16,0 0-7 0,9-6-14 0,-1 6-5 15,5 0-8-15,0 0-10 0,3 2-9 16,5 0-6-16,0 1-6 0,1 1-5 0,5 2-5 15,-4 0-8-15,-4 0-1 0,-1 3-1 0,-3-2-2 0,3 4 2 0,-5-1-5 16,0 2-9-16,-2 0 7 0,-6 0-6 0,-1 0 2 16,-1 4-7-16,-3 1 4 0,-5 0-2 0,-4 3 1 15,-8-1-3-15,-1 3-1 0,-5-3 3 0,-4-2-8 16,3 1 6-16,-4-4-3 0,4-1 1 0,4-5 1 16,3 4-1-16,1-4-2 0,1-2 3 0,6-1 2 15,-1 0-1-15,0-2 0 16,3 2-6-16,2-3 1 0,0-1 7 0,0 2 17 15,5-3 5-15,-5 3 5 0,5-3 1 0,-7 3-1 16,7-3-2-16,-2 2-1 0,2-2-7 0,0 0-1 16,-7 0-5-16,7 0 2 0,0 0-3 0,0 0-5 15,0 0-1-15,-3 3-3 0,3-3 0 0,0 0-1 0,0 0-6 16,0 0 2-16,0 0 0 0,0 0-1 0,0 0 0 16,0 0 2-16,0 0 0 0,0 0-1 0,0 0 3 0,0 0 4 15,0 0 4-15,0 0 2 0,0 0 3 0,0 0 1 16,0 0 4-16,0 0 4 0,24 0 1 0,-5-1 3 15,9-3-4-15,2 1-4 0,4-1-2 0,3 1-2 16,0 1 7-16,-1 0-5 0,-3-1-4 0,0 3-2 16,-3-1-3-16,-9 1-2 0,-1-1-1 0,-2 1-3 15,-7-1-1-15,-1 2 3 0,-1-2-5 0,-1 1-1 0,-8 0 4 0,10 0-1 16,-4-2 6-16,-6 2-3 0,7 0 0 16,-7 0-4-16,0 0-12 0,6 2-14 0,-6-2-20 0,0 0-21 15,0 0-38-15,0 0-52 0,0 0-81 0,-19 3-214 16,19-3-477-16,-14 2 211 0</inkml:trace>
  <inkml:trace contextRef="#ctx0" brushRef="#br0" timeOffset="101365.27">17260 11950 16 0,'0'0'279'15,"4"-7"-5"-15,-3 6-16 0,-1 1-22 0,2-4-25 16,-2 4-19-16,0 0-24 0,4-3-23 0,-4 3-21 15,0 0-20-15,0 0-11 16,0 0-12-16,0 12-13 0,-2-6-6 0,0 3-6 16,-1 4-4-16,-6 3-8 0,4-2-5 0,-6 6-2 15,2 3-3-15,-4-2-5 0,3-3 0 0,-4 4-3 16,5-6-3-16,-3 0 0 0,2-2-2 0,1-1-4 16,4-6 1-16,1 0 1 0,0-2 2 0,2-1 0 15,-2 1-3-15,3-3 30 0,-2 1 28 16,3-3 40-16,0 0 36 0,-4 3-2 0,4-3-14 0,0 0-3 0,4-15-26 0,-4 6-12 15,4-3 6-15,2-1-30 0,1-1 4 0,-1-1-15 16,3 1-7-16,-4 3 1 0,1 0-11 16,0 3-7-16,-1 2 2 0,-3-1-9 0,2 3-8 15,-1 0-10-15,2 1-4 0,-3 0-9 0,-2 3 2 0,7-1-12 16,-7 1-12-16,9 6 4 0,-3-1-5 0,0 1-3 16,1 3-3-16,1-2 4 0,-1 4 9 0,2 1-15 0,1 3-8 15,-2-1-21-15,1-2-16 0,-1 2-29 0,-1 0-28 0,-2-4-26 31,2 2-31-31,-6-3-25 0,5-1-23 0,-2 0-26 16,-1-4-190-16,-2 1-493 0,-1-4 219 0</inkml:trace>
  <inkml:trace contextRef="#ctx0" brushRef="#br0" timeOffset="101547.12">17112 12012 2 0,'-4'-2'231'0,"-1"0"-5"0,5 2-1 16,-3-4-14-16,3 4-11 0,-3-4-14 0,3 4-19 16,0 0-20-16,5-7-12 0,6 5-16 0,6-3-10 0,13 0-12 0,4 0-11 15,17-1-23-15,4 1-19 0,1 0-27 0,4 3-43 16,-1-2-60-16,-4 3-63 0,-18-2-185 0,0 0-363 16,-5-2 161-16</inkml:trace>
  <inkml:trace contextRef="#ctx0" brushRef="#br0" timeOffset="102048.07">16495 12398 45 0,'0'0'154'15,"0"0"-5"-15,-9 0-5 0,9 0-13 0,0 0-4 16,0 0-10-16,0 0-16 0,0 0-6 0,-8 0-4 15,8 0 1-15,0 0-7 0,0 0-4 0,0 0-7 0,0 0 2 16,-2 3-4-16,2-3-3 0,0 0-4 0,0 0-5 16,0 0 0-16,0 0-3 0,0 0-1 0,0 0 2 15,0 0 0-15,0 0 4 0,0 0-2 16,0 0-1-16,0 0 2 0,0 0 0 0,0 0-3 0,29-4 3 0,2 0-7 16,6-1-4-16,22 0-6 0,3-2-5 0,37-6-3 15,-6 1-2-15,3 2 6 0,0 0-2 0,-3 1 5 16,-30 4-2-16,3-2-6 0,-1 1-3 0,-6-2-2 0,-21 5-1 15,1-1-3-15,-8 1-3 0,-9-1-2 0,-4 2 1 16,-5-2 0-16,0 0-4 0,-6 4 9 16,1 0 1-16,-1-2 3 0,-1 1 0 0,0-1-1 0,-3 0-9 0,-3 2-9 15,5-1-21-15,-5 1-25 0,0 0-36 0,0 0-41 16,0 0-23-16,-17 7-50 0,6-3-41 0,-1-3-214 16,0 3-474-16,0-2 210 0</inkml:trace>
  <inkml:trace contextRef="#ctx0" brushRef="#br0" timeOffset="102580.49">17172 12480 33 0,'0'0'266'16,"0"0"-18"-16,-5 2-18 0,5-2-22 0,0 0-19 16,0 0-20-16,0 0-17 15,0 0-17-15,0 0-11 0,25 3-14 0,-10-1-13 16,1 0-7-16,5 0-11 0,0 0-10 0,0 3-7 15,2 1-11-15,-4-1-1 0,-1 0-4 0,-1 0-8 16,-7 1-10-16,0-1-13 0,-1 0-7 0,-3 2-16 16,-2-2-2-16,0 1-4 0,-2 2-5 0,-4-3 6 15,-2 4 0-15,-1-2 1 0,-3 2-3 0,-3-2 8 16,5 0-2-16,-3-2 0 0,-2 5 2 0,5-8 4 0,1 2-4 16,0 0 4-16,1-1 0 0,0 1 0 0,0-2 0 0,3 1 1 15,1-3 0-15,-4 2 2 0,4-2 6 0,4 7 4 16,1-7-2-16,0 3 3 0,7 1 1 15,2-1-6-15,1 2 2 0,3 0-1 0,-2-1-1 16,0 1-6-16,-3 0-1 0,0 3 3 0,-3-3 1 0,1 2-3 16,-2 2 0-16,-4-2-6 0,2 1 1 0,-1-3-1 0,-6 2 0 15,0 0 9-15,0-1 2 0,-5-1-2 0,-3 2 9 16,-2-1 10-16,-6 4-2 0,-3-3 2 0,-2-4 3 16,-6 3-14-16,4 0-23 0,-5-5-41 0,7-1-61 15,1-1-74-15,0-3-170 0,4-3-387 0,6 3 170 16</inkml:trace>
  <inkml:trace contextRef="#ctx0" brushRef="#br0" timeOffset="102896.98">18151 12254 219 0,'0'0'246'16,"0"0"-12"-16,0 0-9 15,-8 1-18-15,8-1-10 0,0 0-19 0,0 0-18 16,0 0-17-16,0 0-13 0,28-4-14 0,-10 3-1 15,12-4-20-15,1 0-13 0,3 2-6 0,3 2-6 16,3-2-17-16,-2 0-26 0,-1 3-27 0,3-3-42 16,-5 2-19-16,-3-3-49 0,-5 1-32 0,-9 2-35 15,-4-1-164-15,-5 0-368 0,-4-2 163 0</inkml:trace>
  <inkml:trace contextRef="#ctx0" brushRef="#br0" timeOffset="103119.7">18349 12080 293 0,'0'-3'327'0,"0"3"-13"0,0-5-24 16,0 5-19-16,0-4-35 0,0 4-25 0,0 0-34 16,3-4-24-16,-3 4-31 0,0 0-19 15,2 10-9-15,-2 1-13 0,0-2-9 0,-2 11-6 16,2-2-10-16,-3 8-4 0,3 2-6 0,3-1 9 0,-1 0-15 15,-2 0 1-15,1-1 4 0,-1 2-42 0,2-8-28 16,-1-1-33-16,2-2-44 0,-3 0-49 0,2-7-51 0,-1 1-233 16,1-4-472-16,-1-3 209 0</inkml:trace>
  <inkml:trace contextRef="#ctx0" brushRef="#br0" timeOffset="103504.82">18977 11940 64 0,'0'-4'318'0,"0"4"-19"16,0 0-20-16,1-3-25 0,-1 3-25 0,0 0-27 15,0 0-22-15,0 0-22 0,0 0-18 0,0 0-19 16,0 0-13-16,0 0-14 0,0 11-7 0,0-3-15 0,0 2 6 16,-1 1-18-16,1 5-6 0,-2 0-8 0,1 1-3 15,0 0 5-15,-1 2-15 0,1 0-1 16,1 1-2-16,-1-3-7 0,0 1 1 0,1 1-1 0,-3-5-5 0,3 5 1 16,0-7 0-16,-1-3 3 0,-1 1-5 0,2-4-1 15,0 1-2-15,-1 0 2 0,1-5-3 0,0 4 5 16,-1-2 0-16,1-4 0 0,0 3 0 0,0-3 1 15,0 0-2-15,0 0-13 0,0 0-65 0,0 0-99 16,0 0-81-16,-6-17-244 0,3 6-523 0,2-6 232 16</inkml:trace>
  <inkml:trace contextRef="#ctx0" brushRef="#br0" timeOffset="103667.58">18980 11705 63 0,'-1'-5'329'0,"2"1"-6"0,-1-3-20 0,2 3-29 0,-2 4-23 0,0-6-30 16,1 2-26-16,-1 4-20 0,3-4-43 0,2 3-42 15,-5 1-40-15,12 1-54 0,-1 0-48 0,1 3-60 16,1-1-65-16,-1 1-167 0,-1-2-372 0,-3 0 165 16</inkml:trace>
  <inkml:trace contextRef="#ctx0" brushRef="#br0" timeOffset="104284.83">19606 11659 265 0,'4'-4'253'0,"-4"4"-25"16,4-1-23-16,-4 1-22 0,0 0-17 0,2-4-19 15,-2 4-22-15,0 0-25 0,0 0-9 0,0 0-8 16,0 0-10-16,-11 14-9 0,3-8-4 0,-5 4-9 16,-3 0-6-16,-3 3-5 0,-4 1-1 0,-1-1-6 15,2 1-1-15,4-2-4 0,-5 1-7 0,5 0 0 16,2-2 0-16,0 1-10 0,2 1 2 0,1-2-5 0,4-2 1 0,2 3 3 16,0-4-4-16,1 2-5 0,5-1 2 0,-3 0 2 15,3 1-2-15,1-1-2 0,2 1 6 0,5-1 4 16,-1 2-4-16,9 1 2 0,-2-1-3 0,4 1 0 15,6 4 1-15,1-2 1 0,-5-4-1 0,4 2-2 16,0 5 1-16,-9-5-6 0,2 1 2 0,-2-1-2 16,-3-1-2-16,-3-1 0 15,1 0 0-15,-3 0 1 0,-3 2 1 0,-1 0 0 16,-2-2 2-16,-1-1 4 0,-4 3 2 0,-3 0 2 16,-2 1 1-16,-4 3 4 0,0-6-2 0,-3 2-1 15,-2-4 1-15,5-1-6 0,0 0 4 0,2-2-3 16,3-1-1-16,-1 0 5 0,5-1-1 0,-1 0 8 15,2 1 30-15,0-3 34 0,4-1 28 0,-6 1 26 16,6-1-22-16,0 0-13 0,5-13-8 0,2 6-12 0,4-2-7 16,5-3-15-16,6-1-3 0,2-2 1 0,-1 3-8 0,4-2-7 15,-6 3-11-15,2 2 5 0,-4-3-10 0,-1 7-6 16,-6-2 10-16,0 3 6 0,-1 1 1 0,-3-1 9 16,-1 1-5-16,-1 0-8 0,0 0-4 15,-2 2-1-15,0-1-13 0,-4 2-4 0,5-1-4 0,-5 1-5 16,0 0-6-1,0 0-9-15,9 2 1 0,-9-2-5 0,4 5 1 16,-4 1-1-16,1 0 1 0,-1-1 2 0,0 3 2 16,0 1-5-16,-4 2-16 0,3-2-18 0,-1 0-26 15,0 0-22-15,-3 2-27 0,3-2-32 0,-4 1-29 0,2-3-36 16,0-1-34-16,-2-3-263 0,1-3-558 16,5 0 247-16</inkml:trace>
  <inkml:trace contextRef="#ctx0" brushRef="#br0" timeOffset="104438.48">19751 11919 102 0,'1'-5'332'0,"2"-3"-9"0,-1 5-19 0,-2-2-27 15,2 1-29-15,-1 1-28 0,-1 3-6 0,1-5-41 0,-1 5-44 16,0-4-50-16,0 4-30 0,0 0-40 0,0 0-47 0,5 12-64 16,-2-5-68-16,-2-3-189 0,2 2-388 0,-3 1 172 15</inkml:trace>
  <inkml:trace contextRef="#ctx0" brushRef="#br0" timeOffset="104723.58">19888 12053 28 0,'-3'5'234'0,"3"-5"-28"15,-2 3-19-15,2 1-17 0,0-4-16 0,-4 7-14 16,2-2-11-16,0 1-18 0,-1-1-9 0,1 1-10 15,-2 2-7-15,3-2-8 0,-2 0-8 0,2-3-2 16,1 1-7-16,-1 0 5 0,1-4 23 0,-3 5 21 0,3-5 13 0,0 0-3 16,10-1-5-16,-10 1-8 0,19-4-1 0,-5 0-19 15,-1-1-6-15,0 3-4 0,1-3-11 16,3 0-7-16,-3 3 2 0,-3-2-18 0,2 3-5 16,-3 2-12-16,1 1-19 0,0 0-20 0,-5 0-25 0,1 3-39 15,1 1-50 1,0 1-64-16,-1 1-279 0,-1 3-509 0,1-4 225 15</inkml:trace>
  <inkml:trace contextRef="#ctx0" brushRef="#br0" timeOffset="105741.75">20337 11710 78 0,'0'0'167'0,"0"0"-7"0,0-5-4 0,0 5-12 15,0 0-10-15,0 0-8 0,0 0-11 0,0 0-18 0,0 0-3 0,4-2-14 16,-4 2-11-16,12 0-6 0,-1 2-4 0,1-2-6 16,-1 5-8-16,7-3-14 0,1 1 6 0,1 1-6 15,5 7 1-15,-4-5-6 0,-1 2-5 0,-1 3 0 16,-4-1-4-16,2 1 0 0,-3 2-4 0,-4 2-12 15,-1 0 14-15,-1 0-10 0,-4 1 3 0,-7-3-1 16,-1 1-2-16,-3 2-1 0,-5-2 4 0,-1 2 1 0,-2-2 4 0,-7 1-1 16,8-3-3-16,-2-3 9 0,0 2 6 0,4-4 0 15,1 0-3-15,2-1 2 0,1-2-1 0,1 0-1 16,2-1-3-16,1 0-2 0,0-2-11 16,-1 2 12-16,5-3 9 0,-2 3 4 0,2-3 18 15,0 0 10-15,7 6-4 0,4-5-3 0,1 1-5 0,6-4-3 16,1 2-9-1,4 0-31-15,-1 0-42 0,-1-1-74 0,8-3-54 16,-9-1-211-16,2 4-409 0,-1-6 182 0</inkml:trace>
  <inkml:trace contextRef="#ctx0" brushRef="#br0" timeOffset="106127.12">21091 11796 76 0,'0'0'289'16,"3"-4"-32"-16,-3 4-24 0,0 0-27 0,0 0-26 16,6-1-22-16,-6 1-14 0,0 0-15 0,-4 11-16 15,2-4-9-15,-2 3-14 0,-1 1-8 0,-4 5-9 16,0-4-4-16,0 7-8 16,-5 2-8-16,-3 0-3 0,1-2-5 0,-1 2-4 15,3-5-8-15,0-3 4 0,1 0-6 0,4-4-4 16,2 0-1-16,-1-6-2 0,3 4 2 0,1-2 14 15,0-2 33-15,-1-1 29 0,4 1 44 0,1-3 38 16,0 0-23-16,0 0-20 0,0 0-8 0,-3-13-9 16,8 3-17-16,3-1 3 0,0-4-25 0,3 1-10 15,0-1-26-15,1 2 19 0,-3 3-13 0,0-1-8 0,-1 3-8 0,-2 1-1 16,1-1-6-16,-1 5-16 0,-1 0-8 0,0 0-10 16,4 3-6-16,-9 0-10 0,12 5-4 0,-3-1-8 15,-2 4 6-15,0 0-4 0,2 1-3 0,-3 1-2 16,4 0-16-16,-5 2-19 0,3 0-26 0,-1 5-25 15,-4-5-25-15,4-2-37 0,-5 0-24 0,1 0-34 16,-2-4-18-16,-2 0-233 0,-2-2-530 0,-1-2 234 0</inkml:trace>
  <inkml:trace contextRef="#ctx0" brushRef="#br0" timeOffset="106312.05">20847 11818 233 0,'0'0'272'0,"-6"-2"-4"16,6 2-14-16,-5-2-13 0,5 2-23 15,1-5-20-15,-1 5-26 0,22-5-11 0,5 2-19 16,7-2-17-16,17-1-32 0,4 1-29 0,3-2-35 16,-5 2-39-16,2 1-51 0,-15 3-60 0,-2-3-82 0,-2 1-144 15,-4-1-373-15,-5 1 165 0</inkml:trace>
  <inkml:trace contextRef="#ctx0" brushRef="#br0" timeOffset="106775.62">20468 12251 59 0,'-7'1'178'0,"7"-1"1"0,0 0 3 15,-5 1 3-15,5-1-6 0,0 0-5 0,0 0-6 0,0 0-3 0,0 0-13 16,0 0-6-16,0 0-9 0,0 0-5 0,0 0-5 16,0 0-14-16,0 0-10 0,0 0-7 0,0 0-12 15,0 0-5-15,0 0-11 0,0 0-6 0,0 0-6 16,0 0-10-16,0 0-2 0,0 0-2 0,0 0-5 15,0 0-3-15,0 0-5 0,0 0-2 0,0 0 1 16,0 0-2-16,0 0 4 16,0 0 1-16,0 0 9 0,0 0 14 15,0 0-17-15,0 0-5 0,0 0-2 0,21-8-2 0,-2 3-6 16,14-2 0-16,17-4-2 0,6 4-5 0,8-3 0 16,28-3-4-16,-27 5 0 0,30-4-1 0,-34 4 1 15,1-1-3-15,-1 5-2 0,-5-6 5 0,-19 7-6 16,1 2 4-16,-4-2-3 0,-6-2 2 0,-9 2-2 15,-5 3-5-15,-2-3-9 0,-2 2-10 0,-3 1-11 0,0-2-15 16,-1 2-10-16,-6 0-14 0,0 0-36 0,0 0-27 16,0 0-28-16,-23 0-39 0,9 2-39 0,-4-1-191 15,-1 2-464-15,1-3 206 0</inkml:trace>
  <inkml:trace contextRef="#ctx0" brushRef="#br0" timeOffset="107276.95">21054 12291 115 0,'0'0'140'0,"0"0"-6"0,8 6-10 0,-4-4-6 0,2 3-11 0,3-4-11 16,3 2-4-16,-3 1-8 0,3 1-9 0,-1 0-5 16,0-1-6-16,2 1-11 0,-3 1-7 0,-1-1-2 15,-1 1-4-15,-1 0-4 0,-2 0-10 0,-1 0-7 16,0-1-5-16,0 1 6 0,-4 0-13 0,0 1 1 15,-6 0 3-15,0 1-2 0,-1 1-2 0,2-3 2 16,-4 0 2-16,4 1-5 16,-4-1-1-16,3-2 1 0,-1 2 4 0,3-1-4 15,-1-4 1-15,1 2-5 0,0-1 3 0,0 1-1 16,3 2 6-16,1-5 4 0,-1 4 7 0,1-4 7 16,6 4 6-16,1-1-3 0,-2 0 0 0,4 2-9 15,0-3 3-15,-3 1-3 0,4 3-4 0,0 0 6 16,2-1-13-16,-5 2-6 0,1 0 8 0,-3 2-8 15,1-3 3-15,0 3-1 0,-5-3-3 0,-1 5 6 0,0-4 4 0,-4 1 1 16,-1 0-3-16,-4 1 1 0,-9 0 8 0,4-2-4 16,-5 3-4-16,-1-6-2 0,-1 4-7 0,1-1-34 15,-2-6-38-15,3 1-80 0,-3-3-161 0,2-1-333 16,1-5 149-16</inkml:trace>
  <inkml:trace contextRef="#ctx0" brushRef="#br0" timeOffset="107815.7">22091 11968 137 0,'0'0'309'0,"0"0"-1"0,0 0-13 0,0 0-18 16,-2-4-22-16,2 4-27 0,0 0-24 0,0 0-18 15,13-6-25-15,1 5-24 0,4-2-25 0,4-1-49 16,6 1-49-16,3-1-54 0,-2 2-59 0,2-3-55 16,-1 2-74-16,-12 2-134 0,0-1-390 0,-4 0 173 15</inkml:trace>
  <inkml:trace contextRef="#ctx0" brushRef="#br0" timeOffset="107931.6">22185 12069 12 0,'-4'3'185'16,"3"-1"0"-16,1-2-7 0,0 0-16 0,18 4-19 16,1-2-30-16,10-4-82 0,7 0-104 0,0-2-83 0,0-3-169 0,1-2 74 15</inkml:trace>
  <inkml:trace contextRef="#ctx0" brushRef="#br0" timeOffset="113245.78">17800 12380 81 0,'0'0'79'0,"0"0"-5"0,0 0-6 0,0 0-4 16,1-4-4-16,-1 4-3 0,0 0-11 0,0 0-15 15,0 0 5-15,0 0 1 0,0 0 0 0,0 0 6 16,0 0-1-16,0 0 5 0,0 0 5 15,0 0 1-15,0 0-8 0,0-5 11 0,0 5 0 0,0 0-1 16,0 0 2-16,0 0-5 0,4-3-6 0,-4 3-3 0,0 0 5 16,0 0-4-16,0 0-1 0,-4-4 0 0,4 4-5 15,0 0-2-15,0 0-9 0,0 0-1 0,0 0 2 0,-4-4-4 16,4 4-6-16,0 0 4 0,-2-2-3 0,2 2-4 16,0 0-2-16,-4-3 2 0,4 3-5 0,-7-2-3 15,7 2-8-15,0 0 8 0,0 0 4 16,-5-2-3-16,5 2-4 0,0 0 0 0,-10-3-2 0,10 3-3 0,-9 3 4 15,9-3-2-15,-9 0 3 0,-1 0-3 0,4 3 1 16,-1-2-3-16,-4 2 5 0,-1-1-3 0,2 1-2 16,2-2 3-16,-1 0 2 0,2 0-4 0,-2 1 0 0,1 1 3 15,-3-1 1-15,3 2-7 0,-1-1-1 0,-1 0-2 16,-1 1 3-16,0 2-2 0,-2-1-1 16,0 1 3-16,-2 2 2 15,1 0 3-15,-4 1 8 0,1 0-13 0,0-1 3 16,-1 1-6-16,1 2 5 0,2-1-7 0,1 1 7 15,1 0 0-15,-2 0-1 0,2-1 2 0,0 3-6 16,3-5 3-16,-4 6-1 0,2 1 1 0,2-2 2 16,-4 1-1-16,5-1-7 0,-4 0 11 0,4 4-8 15,0-2 4-15,2-3-1 0,-1 4-4 0,4-3 6 0,-2-3 10 16,2 4 3-16,1-2-4 0,0 0 1 0,0-1 1 0,3 1 1 16,0-3 2-16,0 3-3 0,0-2 3 0,3 1 0 15,0-1 7-15,1-2-10 0,1 1 17 0,2 0-1 16,4-3 5-16,-2 3-1 0,2-4 7 0,5 2-5 15,0 0-3-15,1-2 1 0,1 0-2 0,-4 0 0 16,5-2-3-16,-2-1 0 0,-2 0 1 0,-3-2 6 16,2 0 8-16,-3 0 11 15,2-1 6-15,-4 0 9 0,1-1 11 0,-1-1 4 16,0-1 5-16,0-3 1 0,-2 1-12 0,0-5-4 16,2 2-5-16,-5-2-7 0,0-2-3 0,-3 2-8 15,-1-6-2-15,-1 0-6 0,-6-2-10 0,-4 2-2 16,-1 2-6-16,-7-5-5 0,-1 4-3 0,-7 4 3 15,0 2-20-15,-2 3-11 0,-2 4-10 0,-2 0-14 16,0 4-25-16,-2 1-40 0,-1 3-45 0,6 0-62 0,-1 1-265 0,12 0-512 16,6-4 227-16</inkml:trace>
  <inkml:trace contextRef="#ctx0" brushRef="#br0" timeOffset="114965.34">21619 12286 66 0,'0'0'143'0,"1"-5"-15"0,-1 5-2 0,0 0-6 15,0 0-2-15,4-5 0 0,-4 5-8 0,0 0-6 16,0-3-6-16,0 3-12 0,0 0 3 16,2-3-5-16,-2 3-6 0,0 0-4 0,0 0-10 0,0-6-3 15,0 6-2-15,0 0-2 0,0 0-5 0,-2-5-4 0,2 5-8 16,0 0-2-16,-2-4 0 0,2 4-10 0,0 0-1 15,-3-2-3-15,3 2 0 0,-4-2-3 0,4 2-2 16,-7-4-7-16,3 2 6 0,0 0-8 0,4 2 4 0,-9-5-6 16,4 3 5-16,0-1-6 0,0 0 2 0,-1 3-1 15,2-3-3-15,4 3 0 0,-12-2-3 16,6-1 3-16,0 0-3 0,-1 2 1 0,2 1 1 0,-2-2-2 0,1 0 0 16,6 2 2-16,-14 0-4 0,6-1 1 0,3 1 2 15,-3 0 0-15,1-2-10 0,7 2 4 0,-16 2 5 16,10-4-5-16,-7 2 4 0,3 0-2 0,0 2 2 15,-3-1 2-15,1 0 0 0,0 0-2 0,-1 1-1 0,1 1-2 16,-2-1 0-16,3 1 1 0,-4 1-1 16,2-2-7-16,0 2 7 15,0 0-2-15,-3 3 0 0,4-2-3 0,-6 3 5 16,4 2-3-16,-2 1 3 0,1-1-2 0,3 4 1 16,-2-4 0-16,1 1-3 0,-1 2 7 0,2-1-7 15,5 0 0-15,-5 0 3 0,3-1-2 0,3 0 6 16,-4 3-3-16,5-4-3 0,-3 5 1 0,0-1-2 15,3 0 2-15,0-3 1 0,1 1-1 0,3 0 0 16,-3 0 6-16,3 0-5 0,-2 0 3 0,2-2 0 0,1 2-1 0,0-3 6 16,-3 3-4-16,6-3 3 0,-3 0-1 0,1 0-2 15,-1-1 3-15,3 1 2 0,-2 0 1 0,0-1 7 16,3-4-1-16,-1 4 8 0,-1-1 1 0,2-4 3 16,1 4 4-16,-1-3 3 0,1 2-1 0,4-1 5 15,-1 0 1-15,1-1 6 0,1 1-2 0,1-2 2 16,0-1 2-16,0 1 3 15,3 1 1-15,0-2 4 0,0-2 8 0,-4 1 1 16,3-2 6-16,1-1 7 0,-2 0 8 0,-1-2-9 16,1-1 1-16,-2 2-7 0,0-4 1 0,3-4-2 15,-4 2-1-15,1-5-8 0,-2-1-12 0,-2-2 5 16,-1 3-6-16,-3-3-11 0,-4 1 1 0,-1 1-11 16,-4-1-21-16,-3 2-6 0,-8-1-15 0,-6 1-14 15,-11 2-15-15,-2 3-16 0,-14 0-36 0,0 4-31 0,-3 3-58 0,3 4-57 16,0 3-259-16,15-1-545 0,3-3 241 0</inkml:trace>
  <inkml:trace contextRef="#ctx0" brushRef="#br0" timeOffset="116616.35">21549 12223 16 0,'0'0'90'0,"0"-4"-11"15,0 4 0-15,0 0-6 0,0 0-8 0,0 0-7 0,-3-4-3 0,3 4-13 16,-5-1-3-16,5 1 2 0,-7-1-11 0,7 1-4 15,-6-3 7-15,6 3 4 0,-6-2-14 0,6 2 11 16,-6-2-10-16,6 2-12 0,-7-2 9 0,7 2 4 16,-7 0-12-16,7 0 2 0,-8 0-7 0,8 0 11 15,-12 0-11-15,12 0 3 0,-10 0-2 0,5 1-6 16,5-1 4-16,-13 1 0 16,8-1 1-16,-1 2 4 0,-2 0-9 0,0-1 6 15,3 1 10-15,-5 0-19 0,2 1 5 0,3-2-6 16,-4 3 9-16,-1 0-1 0,0-1-7 0,1 0 1 15,0 0 1-15,3 1 3 0,-3 0-3 0,0-1-2 16,-1 2 2-16,1 1-5 0,0 0 3 0,-1-1 5 16,-1 2-7-16,2-1 1 0,-1 0 3 0,1 2-15 15,0 1 11-15,-4-4-1 0,3 6 7 0,1-6-3 0,-1 6 2 16,1-5 7-16,1 2-7 0,-1 1 7 0,-1-1-9 0,3 1 2 16,-1-1-2-16,0 0 2 0,1 0 2 0,0 1-4 15,2-4 1-15,1 1 4 0,-3 3-1 0,2-1 4 16,-1 0-6-16,0 1 8 0,1-4-6 0,0 6-8 15,-3-3 19-15,6 0-6 0,-5-1 0 0,3 3-14 16,-1-1 13-16,1-1 3 0,-1 1 2 0,0-1-7 0,1 1 4 0,-1-2-8 16,1 5-1-16,-1-2-2 0,1 0-4 15,-2 0 6-15,2-1 0 0,-1 2 5 0,-1-2-1 16,3 3 2-16,-1-3 9 0,-1 0-2 0,5 1 1 0,-4-2 0 16,3-1 1-16,1 1-9 0,-2-1 4 0,0 0-2 15,2 0 3-15,0 0-5 0,0-1-9 0,0 0 8 16,0-1 1-1,0 0 7-15,0 1-2 0,4-1 5 0,-4 1 7 16,1-2 1-16,3 3 1 0,1-1-4 0,0-3-5 0,-1 4 9 16,0-2-4-16,2 0 0 0,3-1-2 15,0 4-6-15,0-3 4 0,0-1-7 0,3 4 2 16,-3-6-1-16,0 3-1 0,1-1-4 0,1 1 8 16,-2-3-1-16,3 1 5 0,-5-1 0 0,2 1 2 0,-1-2-2 15,2 1 2-15,1 0 3 0,1-1 1 0,-5 1 1 0,0-2 7 16,1 0 1-16,-2 0-1 0,2 0 1 0,-8 0 1 15,13-3 7-15,-8 1 13 0,1 0-1 0,-1 1-2 16,2-2 2-16,-2 1 3 0,0-3-1 0,4 0-1 16,-4-2 1-16,3 0-2 0,-3-1-5 0,0-2-5 15,1 1-5-15,-1 0 3 0,1-1 1 0,-3-3 2 16,1 3-2-16,-2 0-5 16,-1 0 15-16,-2 0-19 0,-1 3-6 0,0-5 1 15,-3 2-11-15,-3 0-10 0,-7-2-17 0,-11 2-9 16,-6-1-20-16,-5 5-20 0,-17 2-24 0,1 0-29 15,-5 8-33-15,7-4-57 0,-4 4-228 0,17-3-463 16,5 1 205-16</inkml:trace>
  <inkml:trace contextRef="#ctx0" brushRef="#br0" timeOffset="125575.77">23531 11615 127 0,'1'-12'265'0,"2"5"-18"16,-2-3-2-16,2 0-8 0,0 3-13 15,-2 2-12-15,1 1-20 0,0-1-18 0,0 0-18 16,-2 5-20-16,1-4-14 0,0 1-17 0,-1 3-22 16,1-5-29-16,-1 5-29 0,0 0-25 0,0 0-7 0,0 0 4 15,2 12-4-15,-4 1 2 0,1 3-1 0,0 3 3 16,0 6-1-1,-1 3-1-15,2 0 0 0,0-2 4 0,-4 0-3 16,4-1 0-16,-1-5 3 0,1-3-3 0,-2 2 4 16,2-8-3-16,-1 3 1 0,-1-3 4 0,2-1-2 15,0-3 1-15,-1 0 2 0,1 0 2 0,-1-1 0 16,1-2-10-16,0 0-15 0,-2 0-16 0,2-4-9 16,0 6-15-16,0-6-33 0,-2 3-13 0,2-3-21 15,0 5-28-15,0-5-164 0,-5 3-344 0,5-3 152 0</inkml:trace>
  <inkml:trace contextRef="#ctx0" brushRef="#br0" timeOffset="125876.53">23276 12048 89 0,'0'0'246'0,"-2"3"-1"16,2-3-7-16,0 0-12 0,0 0-17 0,-4 2-24 16,4-2-15-16,0 0-19 0,24-2-16 0,6-1-13 15,3-1-14-15,9 1-8 0,13-4-11 0,4 0-9 0,-2 2-8 0,2 0-9 16,-3 0-7-16,-16-2-9 0,-2 6 2 0,-2-3-6 16,-8 0-5-16,0 1-3 0,-10 1-7 0,-5 0 3 15,-1 0-12-15,-4 1-5 0,-1 1-10 0,0 0-10 16,-3-3-14-16,-4 3-3 0,7 0-4 15,-7 0-6-15,0 0-11 0,0 0-9 0,0 0-22 0,-20 5-20 16,8-2-22-16,-1-1-26 0,-1 3-27 0,1 1-178 0,-5-5-377 16,0 2 167-16</inkml:trace>
  <inkml:trace contextRef="#ctx0" brushRef="#br0" timeOffset="126440.3">23661 12154 95 0,'0'0'215'0,"0"0"-16"16,0 0-8-16,0 0-16 0,0 0-12 0,0 0-18 15,0 0-14-15,0 0-12 0,0 0-15 0,0 0-11 16,19 1-9-16,-12-1-10 0,3 5-10 0,0-3-9 16,-1 1-3-16,4 2-4 0,-3-3-9 0,0 2-6 15,2 2-4-15,-3 1 2 0,0-2-8 0,-1-1-2 16,-2 6-1-16,0-3-4 16,-1 3-8-16,-3 0 8 0,0 0-5 0,-2 2-3 15,-4-2 4-15,-1 6-6 0,-5 0 6 0,-3 0-1 16,-1 0-3-16,-5 1 1 0,-3 0-4 0,8-4-2 15,-4-3 3-15,3 2 2 0,0-1-5 0,3-6 1 16,3 0 0-16,0 3-4 0,3-5 5 0,-2 2-1 16,4-1-1-16,0-2-3 0,-2 1 2 0,6-3 12 15,-4 3 12-15,4-3 11 0,-5 4 6 0,5-4 6 0,-2 2 0 0,2-2 10 16,0 0 0-16,0 0-2 0,0 0 20 0,0 0-18 16,0 0 6-16,0 0-1 0,0 0-3 0,0 0-3 15,17 3-3-15,0-6 1 0,5 3-6 0,6 0-8 16,-1 0-2-16,3 0-4 0,0 0-3 0,-8 0-1 15,-1 0-6-15,1 0-1 0,-4 0-6 0,-3 0-3 16,-3-1 2-16,-1 1-1 0,-2 0-1 0,-1 0-6 0,-1 0 4 0,-7 0-3 16,8 0 0-16,-8 0 12 0,8-1-16 0,-8 1 0 15,0 0-2-15,8 0-1 0,-8 0 3 0,0 0-16 16,0 0-18-16,8 0-26 0,-8 0-23 16,0 0-32-16,0 0-40 0,0 0-42 0,0 0-67 0,0 0-219 15,0 0-516-15,2-7 228 0</inkml:trace>
  <inkml:trace contextRef="#ctx0" brushRef="#br0" timeOffset="128282.72">24764 11897 76 0,'0'0'137'0,"0"0"-15"0,0 0 1 16,0 0-2-16,0 0-5 0,0 0-15 0,0 0 2 16,0 0-4-16,0 0-5 0,0 0-7 0,0 0-2 15,-7 1 1-15,7-1-2 0,0 0 5 16,0 0 2-16,0 0 1 0,0 0 0 0,0 0 3 0,0 0-1 16,0 0-3-16,0 0-3 0,0 0-8 0,0 0-6 0,0 0-10 15,17-7-7-15,-3 3-8 0,5 1-4 0,11-4-4 16,4 2-5-16,3 0-7 0,13-4 3 0,2 2-4 0,-1 2-6 15,-15-1-1-15,0 2-4 0,-4 2-10 0,-1-2-11 16,-10 0-13-16,-1 4-19 0,-8-3-19 16,1 1-17-16,-1 2-23 0,-7-1-26 0,-1 0-30 15,-4 1-13-15,0 0-32 0,0 0-114 0,-22-3-336 0,9 3 150 0</inkml:trace>
  <inkml:trace contextRef="#ctx0" brushRef="#br0" timeOffset="128567.86">25027 11710 287 0,'0'-12'285'0,"0"1"-7"16,-1 3-11-16,1 0-10 0,0 1-11 0,0 1-19 15,0 0-25-15,0 1-20 0,0 1-23 0,0 4-15 16,-1-4-18-16,1 4-24 0,0 0-33 0,-2-4-27 15,2 4-4-15,0 0-4 0,0 0-6 0,-2 22-3 0,-1-9-3 0,1 5-4 16,-2 7-1-16,1 1 2 0,1 0-5 0,0 1 3 16,0 1-3-16,2 0 2 0,1-4-8 0,-2-3-20 15,2-3-12-15,2 1-14 0,-2-2-16 0,1-2-29 16,-2-1-31-16,3 3-33 0,0-6-47 0,-1-2-220 16,-1-3-447-16,2-3 199 0</inkml:trace>
  <inkml:trace contextRef="#ctx0" brushRef="#br0" timeOffset="128984.48">25700 11715 219 0,'0'-5'282'15,"0"0"-18"-15,0 5-20 0,2-3-22 0,-2 3-21 0,0 0-24 0,1-5-20 16,-1 5-18-16,0 0-15 0,0 0-18 0,0 0-12 16,0 0-12-16,0 0-9 0,0 0-5 0,-3 17-10 15,2-6-6-15,0-2-7 0,0 3 0 0,-3-1-11 16,3 3 0-16,-1-2-4 0,1 3-4 0,-2 1-4 15,1 0-1-15,-1-5-1 0,2 0-1 0,0 0 1 16,-1-2-4 0,2 1-1-16,-1-3-2 0,0 0-3 0,1-2 3 15,-1 0-1-15,-1 2 0 0,1-2 0 0,0-4-2 16,1-1 1-16,-2 5 2 0,2-5-3 0,0 0-1 0,0 4 1 16,0-4-10-16,0 0-1 0,0 0-1 0,0 0 1 15,0 5 4-15,0-5-11 0,0 0-23 16,0 0-35-16,0 0-42 0,-10-12-34 0,8 6-52 15,-2-3-222-15,0 0-451 0,2-4 200 0</inkml:trace>
  <inkml:trace contextRef="#ctx0" brushRef="#br0" timeOffset="129156.62">25670 11474 246 0,'-2'-6'328'0,"2"-1"-10"15,-3 1-17-15,3-1-16 0,0 5-26 0,0-4-25 16,-1 2-26-16,1 4-19 0,1-5-26 0,-1 5-40 16,-1-4-38-16,1 4-41 0,0 0-34 0,0 0-30 15,0 0-35-15,0 0-40 0,19 8-43 0,-13-4-36 16,2 4-212-16,-3-1-417 0,0 1 185 0</inkml:trace>
  <inkml:trace contextRef="#ctx0" brushRef="#br0" timeOffset="129617.35">26024 11633 68 0,'1'-5'250'0,"-1"5"-15"0,0-6-11 0,0 6-15 16,6-3-19-16,-6 3-13 0,4-4-20 0,-1 2-16 0,-3 2-20 15,2-4-10-15,-2 4-13 0,0 0-9 0,0 0-11 16,0 0-11-16,12 4-5 0,-11-2-8 0,3 2-7 16,2 2-7-16,-2 2-2 0,1 1-5 0,0 1-1 15,1 2-5-15,-2-3-3 0,2 3-3 0,-2 1-1 16,-1 3-2-16,3 0-2 0,-3-6-5 0,0 1 2 15,1-4-1-15,-2 0-1 0,2 0-1 0,-1-3 6 0,-2 3-4 16,2-4 1-16,-2 1 26 0,0-2 36 0,-1-2 43 0,3 4 38 16,-3-4 11-16,0 0-26 0,5-11-6 0,-3 1-16 15,4 0-15-15,-3-4-15 0,4-3 2 16,0-2-10-16,0-8-14 0,3 3-15 0,0-1-31 16,-3-1-18-16,4-1-17 0,-2 3-11 0,1 0-20 0,-5 4-17 15,3 4-22 1,-2 0-27-16,-2 4-26 0,-1 2-35 0,2 0-39 15,-1 2-45-15,0 1-259 0,-2 2-557 0,3 1 246 16</inkml:trace>
  <inkml:trace contextRef="#ctx0" brushRef="#br0" timeOffset="129933.73">26264 11431 30 0,'0'0'213'16,"-4"-2"-18"-16,4 2-16 0,0 0-14 0,0 0-21 15,0 0-11-15,0 0-11 16,0 0-5-16,0 0-13 0,0 0-9 0,0 0-14 16,0 0-2-16,0 0-10 0,0 0-5 0,27-2-7 15,-8 2-6-15,0 0-2 0,11-2-7 0,2-1-1 16,4 0-1-16,4 2-7 0,16-3-1 0,1 0 2 15,3-1-2-15,-1 1 1 0,-3-1 1 0,-5 1-2 16,-14-2-1-16,-8 4 1 0,1-1 3 0,-10 1-9 16,-3-1-2-16,-4 3 0 0,-3-1-2 0,-4-3 2 0,3 4-11 15,-2 0-2-15,-7 0-12 0,7-2-15 0,-7 2-17 0,0 0-18 16,0 0-31-16,0 0-30 0,0 0-22 0,-27 7-45 16,7-4-144-16,9 2-349 0,-5-3 154 0</inkml:trace>
  <inkml:trace contextRef="#ctx0" brushRef="#br0" timeOffset="130504.2">26578 11607 67 0,'0'0'234'0,"0"0"-19"0,3-13-26 0,3 11-20 15,-1-1-17-15,2-1-15 0,2 3-14 0,0-2-12 16,2 2-14-16,3-2-9 0,-4 5-8 0,2-1-12 16,3 1-7-16,-3 2-9 0,-1-1-10 0,1-2-12 15,-2 5-5-15,0-4-11 16,-3 4-9-16,-2-3-5 0,-1 3-5 0,0-1-4 16,-2-1-8-16,-3 0-3 0,0 3 7 0,-3 0-9 15,-2 0 9-15,0 0 2 0,-3 1 1 0,0-2 8 16,-1-1-8-16,2 2 4 0,1-3 1 0,0 0-3 15,2 0 6-15,1 1-1 0,-1-2-5 0,1-1-1 16,-1 1 10-16,5-3-2 0,-1 5 3 0,1-5 3 16,6 5 5-16,-1-1 4 0,6 2-2 0,-2-1-3 0,5 0 1 0,-3 0 0 15,1 2-5-15,-1-1 0 0,3 0-4 0,2 4 2 16,-7-3-2-16,1 2 0 0,-3-3-4 0,0 1 5 16,-3 0-6-16,-2 0 1 0,0-1-4 0,-4 1 4 15,-2-1 4-15,-3 1-1 0,-4 1 2 0,-6-2-3 16,-2 0 2-16,-2 0 3 0,-7-1-3 0,-3-2-16 15,0 1-19 1,1-3-41-16,2-1-27 0,5 0-32 0,-7-1-117 0,9 1-272 16,-1 0 121-16</inkml:trace>
  <inkml:trace contextRef="#ctx0" brushRef="#br0" timeOffset="130967.72">26039 12048 46 0,'-8'0'123'0,"8"0"-6"0,0 0-4 15,0 0-9-15,-7 0-12 0,7 0 0 0,0 0-11 16,-7 3-8-16,7-3-1 0,0 0-2 0,0 0-6 16,0 0 1-16,0 0 0 0,0 0-1 0,0 0-6 0,0 0 3 15,0 0 9 1,0 0 9-16,0 0 8 0,0 0 6 0,0 0-2 16,0 0 1-16,0 0-5 0,0 0-6 0,0 0-10 15,26-3-2-15,-7 2-3 0,8-3-4 0,7 0-3 16,18 0-4-16,5 0 1 0,6-2-6 0,3 2-5 15,26-4-5-15,-27 3-5 0,27 1-3 0,-29 0-4 16,-1-3-2-16,1 5 0 0,-5-1-9 0,-2 1 4 16,-18-5-1-16,-3 4-4 0,-6-1-2 0,-7 2 1 0,-3 0 0 0,-8 0-1 15,1 0 0-15,-3 0 1 0,-2 2 4 0,1-2 5 16,-4 1 3-16,1-1-6 0,-5 2-7 0,4-2-14 16,0 0-22-16,-4 2-29 0,0 0-26 0,0 0-35 15,0 0-27-15,-17-1-50 0,7 3-217 0,1-1-441 16,-4 2 195-16</inkml:trace>
  <inkml:trace contextRef="#ctx0" brushRef="#br0" timeOffset="131553.4">26504 12222 153 0,'0'0'190'0,"0"0"-21"16,0 0-14-16,0 0-19 0,30-1-13 0,-20 3-9 15,4-2-14-15,-1 2-11 0,6 1-11 0,1 2-9 0,-6-1-9 16,4 4-2-16,-8-1-4 0,2-1-6 0,-2 0-9 16,-1 1-9-16,-1 1-6 0,-3 2 0 15,-1 0-13-15,-7-1 6 16,2 5-10-16,-3-5 2 0,-2 2-2 0,-5 3 2 16,-2-1-4-16,1 0-2 0,-5-3 2 0,3-1 4 15,0 1-6-15,1-4 3 0,3 2-1 0,-2-2-3 16,2 0 1-16,3-2 1 0,-2 1-2 0,4-2 0 15,0 2-1-15,1-4-3 0,-1 2 9 0,1-1-2 0,4-2-3 16,-6 0-4-16,6 0 10 0,-4 4 5 0,4-4 9 16,-2 4 6-16,2-4 7 0,0 0 5 0,-5 2 14 0,5-2 2 15,0 0 2-15,0 0 4 0,0 0 4 0,0 0-4 16,0 0 6-16,0 0 6 0,0 0 4 0,13 2 2 16,-1-2-6-16,7 0-7 0,8-1-4 0,3 1-8 15,5-1-6-15,0-3-4 0,5 2-3 0,12 0-4 16,-16 0-5-16,1 2-1 0,-1 0-3 0,-5-2-3 15,-3-1-2-15,-8 3-9 16,-7 0 3-16,0 0 10 0,-2 0 12 16,-3 0 0-16,0-1 17 0,-3 0 1 0,1 1-3 0,-6 0 0 15,9 0-4-15,-9 0 10 0,8-3-31 0,-8 3-30 16,0 0-33-16,6 0-38 0,-6 0-71 0,0 0-85 16,0 0-315-16,0 0-587 0,-27 0 260 0</inkml:trace>
  <inkml:trace contextRef="#ctx0" brushRef="#br0" timeOffset="134461">5644 13607 202 0,'1'-5'220'0,"-1"3"-10"0,0 2-13 16,0-7 1-16,0 2-18 0,0 5-16 0,3-4-16 16,-3 4-19-16,0 0-14 0,1-4-13 0,-1 4-17 15,0 0-25-15,0 0-26 0,0 0-27 0,0 0-11 16,0 0 1-16,0 0 2 0,-1 20-2 0,-2-9-1 15,-1 4 1-15,0 3-1 0,-1 5 3 0,-1 4-3 16,-2-3 0-16,3 4 0 0,0 0 6 0,-4-1-4 0,5-1 0 0,-1-2-3 16,-3 1 6-16,4-4-1 0,3-6-1 0,-4 2-3 15,1-5 4-15,3-1 1 0,-3-2-1 16,3-1 1-16,0-2-1 0,-1-2 3 0,1 1 0 16,1-2 6-16,-2 1 20 0,2 0 18 0,0-4 20 0,0 5 12 15,0-5 11-15,0 4 10 0,0-4 11 0,0 0 23 16,0 0-4-1,0 0-17-15,0 0-6 0,0 0-8 0,12-17-11 16,-2 5-12-16,2-2-7 0,-3-1-7 0,6-5-8 16,3-4-5-16,-1 2-7 0,1 1 0 0,0 2-9 15,1-3-2-15,-6 9 2 0,-1-1-5 0,0 0-7 16,-2 4 0-16,1-1-3 0,1 5-3 0,-5 0 1 16,0 0-9-16,-2 1 3 0,0 2-2 0,-1-1-3 15,0 0-5-15,0 0 1 0,-2 2 0 0,2 0-4 0,0 0-1 0,-4 2-17 16,1-3-7-16,-1 3-10 0,0 0-15 0,0 0-6 15,0 0 8-15,0 0 5 0,0 0 5 0,-5 12 5 16,-1-7 2-16,-1 2 2 0,1 3 5 0,-3-3 1 16,-2-3 5-16,3 6 0 0,0-6 5 0,3 2-1 15,-2-1 4-15,3-1 0 0,-1-1 1 0,2 1 0 16,-1-3 5-16,0 2 1 0,3 1 0 0,1-4 2 0,-3 4 3 0,3-4 2 16,-2 3 9-16,2-3 7 0,-4 3 2 0,4-3 3 15,0 0-7-15,0 0-3 0,0 0-3 0,-4 2-1 16,4-2 0-16,0 0-4 0,0 5-5 0,0-5-1 15,3 7 1-15,-2-2 1 0,3 1-3 0,2 2 0 16,-1 2 4-16,4 0-1 0,3 1-1 0,-2 2 0 16,3 2 2-1,2-1 3-15,-1 1 0 0,3-1 0 0,-3 0 0 16,1 0 2-16,1-1 0 0,-1-1-2 0,-1 0 0 0,-1-2-15 16,0 2-28-16,-6-5-36 0,2-1-44 0,-3 1-38 15,0-1-53-15,-4 2-47 0,0-4-159 0,-4 1-450 16,0-1 199-16</inkml:trace>
  <inkml:trace contextRef="#ctx0" brushRef="#br0" timeOffset="135247.29">6343 13810 190 0,'0'0'200'0,"0"0"-8"16,-2-5-7-16,2 5-6 0,0 0-15 0,0 0-12 0,0 0-10 16,0 0-12-16,0 0-16 0,0 0-11 0,0 0-14 15,0 0-6-15,0 0-7 0,13-2-7 0,-4 2-6 0,4-1-7 16,-2 0-6-16,11-2-11 0,-3 1-12 0,3 2-15 16,-3-2-25-16,3 1-24 0,-3 1-24 15,2 0-12-15,-5 1-15 0,2-1-22 0,-5 2-16 16,-4 0 13-16,-2-1-5 0,0 2-9 15,-4 0 9-15,0 2 16 0,-4-2 3 16,-2 4 10-16,-6 0 10 0,2 0 11 0,-5-1 7 16,-3 4 22-16,1-1 8 0,1-2 16 0,-1 2 15 15,3-1 14-15,-1-4 6 0,3 2 1 0,-4 1 10 16,8-5-4-16,-3 1 0 0,3 1 0 0,-1-1 12 0,1-1-5 0,1 0 2 0,4-2 25 16,-5 2-16-16,5-2 3 0,-4 1-7 15,4-1 5-15,0 0 10 0,0 0 1 0,9 7-6 16,-2-7-2-16,-7 0-9 0,21-4-3 0,-3 1-4 15,0 2-19-15,1 1-30 0,4-2-35 0,-2 0-41 16,-1 0-149-16,-1-3-261 0,-2 0 117 0</inkml:trace>
  <inkml:trace contextRef="#ctx0" brushRef="#br0" timeOffset="135917.62">7061 13655 13 0,'0'0'223'0,"0"0"-14"0,0 0-16 16,0 0-19-16,0 0-17 0,0 0-15 0,2-2-14 16,-2 2-17-16,0 0-12 0,11-2-8 0,-11 2-12 15,11 2-9-15,-5-2-8 0,2 2-7 0,-1-2-6 16,3 3-4-16,1-1-8 15,-3 1-3-15,2 1-4 0,0 1-4 0,2 1-5 16,-4 0 0-16,3 1-4 0,-2 2 1 0,-1-1-5 16,0 0-1-16,-4 5-4 0,0-4 2 0,-1 8-4 15,-5 0 0-15,0 2-1 0,-5-2-2 0,-1 0 1 16,-4 8-2-16,-3-3 4 0,2-6-2 0,0 0 0 16,-2-2 12-16,2 1-3 0,-1-4-2 0,0 0 0 15,3-3-2-15,2 1 0 0,0-2 0 0,-3 1 0 0,4-3-1 0,3 0-4 16,1-2 1-16,-1 1-1 0,3-2 4 0,-3 1 0 15,1-1 18-15,4-2 11 0,-4 5 13 16,4-5 11-16,-2 2 2 0,2-2 1 0,0 0-2 0,-2 3-2 16,2-3-7-16,0 0-1 0,0 0-6 0,-2 3-4 15,2-3-2-15,0 0-3 0,15 0-3 0,3-2 2 16,4-2-5 0,8 0-3-16,6 1-8 0,15-4 4 0,-11 3 2 15,15-2 0-15,-17-1-3 0,2 4-3 0,-4 2 3 0,-2-2-6 16,-2 1-1-16,-3 1-3 0,-11-1 5 0,1-1-7 15,-6 2-3-15,1 0 0 0,-9 2 1 16,3-1 0-16,-3-2-1 0,-5 2 1 0,13 0-1 16,-9-1 3-16,-4 1 5 0,0 0 2 0,9-2-1 0,-9 2-11 15,4-1-10-15,-4 1-21 0,0 0-36 0,0 0-51 0,0 0-68 16,0 0-88-16,0 0-207 0,0 0-514 0,0 0 227 16</inkml:trace>
  <inkml:trace contextRef="#ctx0" brushRef="#br0" timeOffset="138084.9">11927 13632 180 0,'0'0'213'16,"0"0"-19"-16,0 0-12 0,4-5-7 0,-4 5-12 15,0 0-10-15,1-3-4 0,-1 3-11 0,0 0-7 16,0 0-7-16,0 0-11 0,1-6-10 0,-1 6-7 15,0 0-13-15,0 0-6 0,0 0-13 0,3-1-9 0,-3 1-8 0,0 0-8 16,0 0-16-16,0 0-14 0,0 0-14 0,0 0 0 16,0 0-3-16,1 10 1 0,-1-6-6 15,3 3 3-15,-3-1-5 0,0 5 7 0,0-1-6 0,0 0 2 16,1 2-1-16,0 2 5 16,-2 1 2-16,1-2-2 0,-1-3 3 0,2 1-4 0,-2 1 3 0,2-3 1 15,-1-1 0-15,0-1 3 0,1 1 2 0,-2 0-3 0,1-2 1 0,1-2 1 16,-2 0 2-16,2 1 2 0,-1-1-1 0,0-4 6 15,0 4 30-15,0-4 18 0,0 5 26 0,0-5 37 16,0 0 10-16,0 0 17 0,2 3 0 0,-2-3-7 16,0 0-16-16,7-10-13 0,1 3-14 0,-1-2-9 15,1 0-2-15,2-2-10 0,2-1-9 0,-3 1-12 16,2-1-3 0,-1 6-5-16,1-5-7 0,-2 2-1 0,-2 2-8 15,2 2 3-15,-3 1-4 0,4-2-7 0,-5 3-4 16,1-1-7-16,-1 2-2 0,1-1 3 0,-2 1-23 0,-4 2-12 15,8-2-2-15,-8 2-3 0,9 3-10 0,-4-1 0 16,-1 5-3-16,1-3 1 0,-4 4 1 16,6-1 14-16,-6 3-12 0,3 1 1 0,-3 1 3 15,2 0 3-15,-3 1 7 0,0-1-4 0,0 0 4 0,0-1 1 0,0-2 2 16,0-1 2-16,0-1 14 0,0-2-11 0,0 1 5 16,0-2 7-16,0 0 18 0,0-4 34 0,0 4 25 15,0-4 33-15,0 0 14 0,0 0-12 0,0 0-7 16,11-9-11-16,-4 4-8 0,-1-5-12 0,3 0 2 0,4-3-14 15,-4 4-11-15,3-4-5 0,-1 2-4 16,-4 0-3-16,2 3-6 16,-1 0-1-16,-3 3-6 0,1 1 2 0,-2 1-11 15,1-2-2-15,-1 1-7 0,1 2-16 0,0-1-24 16,-5 3-20-16,13 0-15 0,-8 0-28 0,4 3-21 16,0-1-30-16,-1 3-35 0,-2 2-33 0,3 1-40 15,-4 1-49-15,-1-1-260 0,0 3-612 0,0-3 271 16</inkml:trace>
  <inkml:trace contextRef="#ctx0" brushRef="#br0" timeOffset="138492.37">12531 13791 122 0,'5'0'171'0,"3"0"-17"16,-3 0-10-16,8 0-17 0,-7 2-16 0,3-1-14 0,5 3-1 15,-6 0-19-15,0-1-4 0,0 2-12 0,-2-2-3 16,-3 5-9-16,3-2-11 0,-3 1-8 0,-1 3-4 16,-2-3-7-16,-2 4 0 0,0-2-7 0,-3 3-1 0,-4-3 8 15,-4 3-2-15,0 0-6 0,3-2 4 0,1-2-5 0,1-1 3 16,-1 0-4-16,3 0 4 0,1-4-4 15,-3 4-6-15,4-2 5 0,1 0 3 0,0-1-10 16,3 0 9-16,0 0-4 0,3 1 2 0,-1 0 5 16,2-1-6-16,5 3 0 0,1-1-3 15,-1-2-2-15,3 3 10 0,-1 1-7 0,2-2 0 0,-3 2-7 0,-1-3 0 0,0 5 3 16,1-4-7-16,-5 6 4 0,2-3 3 0,-3 2 7 16,-3-3 0-16,-1 2 1 0,0-3-4 0,-4 1 3 15,-5 1 3-15,-1-1 0 0,-4 0-3 0,-8 2 5 16,-2-2-4-16,-7 0 2 0,-1 1-11 0,-2-5-33 15,-5-1-55-15,2-3-193 0,0 0-304 0,4-8 135 16</inkml:trace>
  <inkml:trace contextRef="#ctx0" brushRef="#br0" timeOffset="138893.01">13119 13827 89 0,'0'0'260'0,"0"0"-12"0,0 0-12 0,0 0-16 16,0 0-18-16,0 0-10 0,0 0-22 0,0 0-21 15,0 0-13-15,0 0-19 0,26-5-13 0,-10 3-27 0,3-2-28 16,3 1-39-16,9 3-35 0,-2-2-47 0,0 2-39 16,2-3-46-16,-11 2-159 0,1-1-342 15,-4-1 152-15</inkml:trace>
  <inkml:trace contextRef="#ctx0" brushRef="#br0" timeOffset="139040.16">13154 13918 118 0,'-4'1'204'16,"4"-1"2"-16,-2 4-11 0,2-4-14 0,13 3-17 15,5-3-19-15,9 0-13 0,6-3-35 0,0 3-53 16,5 0-71-16,0-1-88 0,1 0-109 0,1-3-243 16,-8-1 107-16</inkml:trace>
  <inkml:trace contextRef="#ctx0" brushRef="#br0" timeOffset="141198.69">14325 13604 49 0,'0'0'194'0,"0"0"-6"0,0 0-4 0,0 0-11 16,0 0-15-16,-2-3-12 0,2 3-13 0,0 0-11 15,0 0-10-15,0 0-7 0,0 0-12 0,0 0-8 16,0 0-9-16,0 0-5 0,0 0-9 15,0 0 0-15,0 0-9 0,0 0-8 16,0 0-5-16,0 0-1 0,0 0-5 0,0 0 0 16,0 0-6-16,0 0-5 0,0 0 0 15,0 0-5-15,0 0-3 0,0 0-1 0,0 0-1 16,0 0-6-16,14-1-2 0,-5-2-2 0,0 3 0 16,1-3 0-16,3 2-4 0,-1-3-1 0,0 2-1 0,1-2 4 15,-4 1-1-15,3 2 2 0,-3-2 2 16,-1 0-3-16,1 1 3 0,-3-1 5 0,-2 1 7 0,3 0 7 0,-1 0 4 15,-6 2 3-15,6-3 2 0,-1 2 19 0,-5 1-3 16,4-2-2-16,-4 2 0 0,4-2-8 0,-4 2-8 16,0 0-7-16,0 0-3 0,0 0-5 0,0 0-10 15,0 0-2-15,0 0-6 0,-25 1 1 0,16 3 5 16,-5-1-6-16,1-1-2 0,-5 2 0 0,0 4-3 16,0-4 5-16,-1 5 0 0,1-1-3 0,0 1-1 0,3 1 3 0,-2 0-2 15,3 0-2-15,-1 0 2 0,-1 4-1 0,3-1 0 16,2 3-2-16,2 0 2 0,-1 0 3 0,1 9-2 15,5-7-4-15,-1-1-5 0,8 1-1 0,-1-1 1 16,5-1-2-16,2-2 2 0,3 1 0 0,5-3 3 16,7 2 2-16,7-1 9 0,2-2-11 0,3-5-1 15,0-1-7-15,2 0-5 16,-1-3-1-16,3-2-10 0,-2 0-1 0,0-3 3 16,0-4 2-16,-4 0 2 0,2-1 8 0,-7-3 0 15,1-2 3-15,-5-1 6 0,-1 2 2 0,-7 0 13 16,-4 2 28-16,-4 3 20 0,1-1 15 0,-4-1-2 15,1 3 2-15,-5 0-5 0,2 1-7 0,-3 0-7 16,1 2-7-16,-1-1 0 0,-2-1-9 0,1 5-8 16,-11-5-8-16,1 4-1 0,-4 1-4 0,-5 3-3 0,-1 3-2 0,-1 1-10 15,2-1-1-15,0 0-6 0,1 5-5 0,3-5-11 16,-1 3-5-16,7-3-9 0,2 0-1 0,0 2-6 16,2 0 1-16,1-4 6 0,3 4 6 15,6-2 7-15,0-3 4 0,8 2 5 0,6-1 2 16,3-4 0-16,10 0 4 0,-1 0 1 0,-1-5-3 0,1-2-2 15,-9 3 2 1,-1-3 3-16,-4 1 4 0,2-1-3 0,-10-3 9 16,4 3 4-16,-4-2 7 0,-3 1 15 0,1-1-11 15,-4-1-7-15,-3 2-1 0,-3-1-1 0,-1-1-5 16,-4 1-4-16,-1 4-3 0,-1-6-7 0,-3 6-2 0,-5 1-7 0,0-3-10 0,0 5-26 16,4-1-31-1,0 3-24-15,1 0-36 0,2 0-148 0,-2 0-325 0,4 0 144 16</inkml:trace>
  <inkml:trace contextRef="#ctx0" brushRef="#br0" timeOffset="141661.96">15293 13653 36 0,'0'0'149'15,"0"0"-10"-15,0 0-19 0,0 0-15 0,0 0-10 0,0 0-5 16,0 0-15-16,-16 10 8 0,10-5-21 16,-6 2-6-16,1-2-8 0,-5 5-2 0,1-1-7 0,1 0 0 0,0 1-9 15,4 1-3-15,1-5-5 0,-1 5-1 0,2-3 0 16,-1 6-6-16,5-5 4 0,2 0-2 0,2 3 0 16,2-2-3-16,2 0 3 0,5 0-2 0,6 2 8 15,-2-1-8-15,6 0-4 0,7 0 4 0,-8-1-4 16,1-3-5-16,-5 3 2 0,3-5-5 0,-8 1 3 15,0 0-2-15,-2-2-6 16,-1 1-1-16,-2-2-2 0,0 2 0 0,-6-3 4 16,-2 3-1-16,-8 2 1 0,-2 0-2 0,-7 0 3 15,-7 2-19-15,-2-5-55 0,-2 5-160 0,0-6-254 16,4-1 112-16</inkml:trace>
  <inkml:trace contextRef="#ctx0" brushRef="#br0" timeOffset="150716.06">15782 13583 15 0,'0'0'37'0,"0"0"2"16,0 0-1-16,-8 0 3 0,8 0-3 0,0 0 7 31,0 0 5-31,0 0 4 0,0 0 5 0,-6 0 0 0,6 0 3 0,0 0-4 16,0 0 5-16,0 0-6 0,0 0 2 0,0 0-2 0,0 0 0 15,0 0 11-15,0 0-2 0,0 0 2 16,-6-3 3-16,6 3 4 0,0 0 0 0,0 0-3 15,0 0-1-15,0 0-10 0,0 0-2 0,0 0-10 16,0 0-3-16,16 0-9 0,-9-1-4 16,0-1-3-16,3 2-3 0,3 0-1 0,-1 0-4 0,2 0-2 15,-1 2-8-15,-1-2-3 0,1 1 0 0,1 2-2 16,-2-1 3-16,-1 5-4 0,1-4-2 0,-2 2-2 16,0-1 3-16,0 4-5 0,-5-3-1 0,1 4 4 0,-1-1-3 15,-4 1 0-15,-2 3 2 0,-2-2 4 0,-6 4-2 0,-3 3-2 16,-8 1 4-16,-4-2 0 0,-3 4-1 15,-1-2-4-15,-3-1 4 0,2 0 0 0,0-4 1 16,1-1-4-16,1 1 1 16,2-2-4-16,6-3 6 0,3 1-3 15,0-2-3-15,2-2 3 0,5-2 2 0,3-1-5 16,-1 1 4-16,2-1 2 0,-1 0 22 0,2-1 17 0,4-1 7 16,-4 4 3-16,4-4 6 0,-4 3-8 0,4-3 1 15,0 0-4-15,0 0-1 0,17 0 2 0,-4 0-6 16,7 0-2-16,0 0 0 0,1 0-9 0,1-3-2 15,6 3-2-15,1 3-4 0,-11-6-4 0,5 6 1 16,-5-3-6-16,1 0 0 0,2 0-3 0,-3 0 2 16,-4 0-3-16,-1 0-2 0,-1-3 1 0,-4 3 1 0,0 3-1 0,-2-3-3 15,0-3 6-15,-6 3-1 0,9 0 2 0,-9 0-2 16,8 0-2-16,-8 0-9 0,0 0-11 0,0 0-13 16,8 0-14-16,-8 0-12 0,0 0-59 0,0-5-61 15,0 5-44-15,0 0-183 0,0 0-428 0,-14-4 190 16</inkml:trace>
  <inkml:trace contextRef="#ctx0" brushRef="#br0" timeOffset="151170.49">16362 13680 35 0,'0'0'204'0,"1"-2"-24"0,-1 2-14 15,0 0-22-15,0 0-20 0,0 0-12 0,0 0-15 16,0 0-5-16,0 0-11 0,0 0-11 0,7 9-7 16,-7-2-4-16,0-1-5 0,0 2-9 0,-1 5-5 0,-2-4-2 0,-1 11-5 15,0-8-1-15,-1 3-4 0,-2 1-2 0,0 1-2 16,-2-2-1-16,0-1 1 0,-1-2 1 0,4-1-3 15,-1-1 3-15,2 1 1 0,1-7 7 0,-2 1 8 16,2 0 12-16,3-2 19 0,-2-1 30 0,1 1 25 16,2-3 41-16,-4 4 36 0,4-4-3 0,0 0-18 15,-4-9-27-15,5-1-16 16,2 0-10-16,-2-4-21 0,4-1-7 0,3-2-13 16,1 1-14-16,-3 3-1 0,1 1-8 0,-1 2-9 15,0-2-6-15,-1 5-14 0,1 2 2 0,-4-2-11 16,2 5-1-16,-1-1 2 0,-1-1-22 0,2 1 0 15,-4 3 2-15,0 0-7 0,15 6-6 0,-8-2-14 16,-1 1 2-16,3 2-22 0,-1 2-9 0,-2 3-13 16,1-2-16-16,3 4-15 0,-3-1-20 0,1-4-24 0,-5 2-27 0,3 0-23 15,0 0-36-15,-2-2-31 0,-3 0-30 16,2-4-154-16,-3 0-471 0,0 2 208 0</inkml:trace>
  <inkml:trace contextRef="#ctx0" brushRef="#br0" timeOffset="151373.26">16293 13725 183 0,'0'0'256'0,"-4"-4"3"16,4 4 1-16,-6-3-2 0,6 3-9 0,0 0-14 15,0 0-24-15,-1-4-22 0,1 4-18 0,0 0-21 16,11-5-15-16,1 1-19 0,5 0-18 0,12-1-32 0,4-1-35 0,5 0-38 15,16 2-38-15,1 1-53 0,-5-1-66 0,-12 1-77 0,0-1-145 16,-6 1-417-16,-2 1 184 0</inkml:trace>
  <inkml:trace contextRef="#ctx0" brushRef="#br0" timeOffset="151972.34">15714 14067 45 0,'0'0'149'0,"0"0"-6"0,0 0-7 0,0 0-7 0,-6 1-5 0,6-1 3 15,0 0-9-15,0 0-5 0,0 0-4 0,0 0-10 16,0 0-10-16,0 0-9 0,0 0-8 0,0 0-10 16,-5 1-5-16,5-1 1 0,0 0-11 0,0 0-2 15,0 0-9-15,0 0 2 0,0 0-8 0,0 0 1 16,0 0-6-16,0 0-3 0,0 0-6 0,0 0-1 15,0 0 5-15,0 0 2 16,0 0-1-16,0 0-1 0,0 0 1 16,0 0 4-16,0 0 0 0,0 0-5 0,0 0 3 0,0 0-1 15,0 0-1-15,0 0-2 0,0 0-3 0,0 0 0 16,0 0-4-16,0 0 2 0,0 0-3 0,0 0 3 16,0 0 1-16,0 0-10 0,0 0 0 0,0 0 3 15,0 0 1-15,0 0 2 0,0 0 11 16,0 0 6-16,0 0 4 0,0 0 3 0,1 6-6 0,-1-6-1 0,0 0-4 0,28-6 0 15,0 4-3-15,8-1-2 0,14-7-1 16,9 1-5-16,7 1 3 0,26-5-2 0,-1 7-2 16,-28 1-4-16,-1 0 0 0,-1 1 1 0,0 4-1 15,-4-4-2-15,-6 1 0 0,-13 2-3 0,0 0 1 16,-2-2 1-16,-5 2 0 0,-4 0-3 0,-8 0 2 16,0-1 1-16,-7 2-1 15,-4-3 1-15,3 3 0 0,-6 0-1 0,-1 0 1 16,1-1-17-16,-5 1-19 0,5-1-22 0,-5 1-46 15,0 0-59-15,0 0-50 0,0 0-172 0,-20-3-412 16,6 2 182-16</inkml:trace>
  <inkml:trace contextRef="#ctx0" brushRef="#br0" timeOffset="152542.54">16365 14132 17 0,'0'0'178'15,"0"0"-27"-15,0 0-13 16,0 0-13-16,0 0-11 0,25-2-11 0,-14 4-12 16,4-2-8-16,1 2-8 0,5 1-13 0,-1-1-3 15,-2 1 0-15,5 0-15 0,-4-1 0 0,-2 2-8 16,-1 2-5-16,-3-1-1 0,-1-1-6 0,-3 0-10 16,-3 1-10-16,-1 0-11 0,1 0 1 0,-5 2-10 15,0 1 3-15,-2-2-6 0,-4 4 9 0,-3-2-1 16,-5 4-1-16,-2 0 6 0,-2-3 0 0,-2 2 2 0,1-2 0 0,0-2-1 15,3-1 1-15,2 0 1 0,2-1 1 0,3-2-2 16,0 1 2-16,3-1-6 0,1-2 11 0,-2 1-3 16,3 0 1-16,3-2 4 0,0 0 4 0,8 7 0 15,-3-5 9-15,5 1-1 0,2-1 0 0,3 1-4 16,3-1 0-16,-1 3-3 0,-3-2-4 0,-1-1-2 16,-3 3 0-1,2 0-1-15,-1-1-1 0,-1 3 2 0,-2-5-4 16,-3 4-4-16,-1-1-1 0,-1 0 6 0,-1-1-1 15,-2-1 8-15,-3 4 2 0,-2-3 2 0,-4-1 5 0,-7 3 3 16,-4-2 0-16,1 1-3 0,-9-2-1 0,1-1-3 16,-2 0 5-16,-4-2-7 0,5-2 0 15,-2 2 3-15,2-2-3 0,6-1-1 0,2 1 2 16,-2-1-19-16,9-1-39 0,-1 0-43 0,8 0-66 0,-2-2-78 0,6-2-251 16,2 2 112-16</inkml:trace>
  <inkml:trace contextRef="#ctx0" brushRef="#br0" timeOffset="152959.23">17236 13984 87 0,'-4'-2'237'0,"4"2"-13"0,0 0-15 15,0 0-17-15,0 0-16 0,0 0-12 0,0 0-17 16,0 0-19-16,0 0-9 0,14-7-15 16,-6 7-10-16,5-3-12 0,2 1-7 0,3 0-9 15,10-4-5-15,4 2-6 0,3 1-8 0,2 1-2 0,0-1-8 16,2-1 0-16,-3 2-8 0,-4 1 0 0,-3-1-10 16,-8 2-13-1,-2 0-20-15,-1 0-22 0,-8 0-31 0,0 0-24 16,-5-5-49-16,-1 4-52 0,-4 1-130 0,0 0-349 15,0 0 156-15</inkml:trace>
  <inkml:trace contextRef="#ctx0" brushRef="#br0" timeOffset="153202.47">17456 13837 162 0,'-1'-4'350'0,"-1"-1"-7"15,2 5-17-15,0-5-29 0,0 5-33 0,0-5-23 16,0 5-40-16,0 0-20 0,0-3-24 0,0 3-19 16,0 0-27-1,0 0-15-15,-2 10-9 0,1 2-12 0,-1 0-3 0,1 5-11 16,-2 0-5-16,2 2-7 0,0 2-5 0,1 4-2 0,0-1-4 0,1-5 1 0,-1 1-3 16,1-2-30-16,2 0-26 0,-2-6-45 15,1 0-44-15,-1 2-51 0,3-3-58 0,-3-2-266 16,4 1-523-16,0-5 231 0</inkml:trace>
  <inkml:trace contextRef="#ctx0" brushRef="#br0" timeOffset="153529.01">18082 13687 110 0,'0'0'368'16,"0"-5"-13"-16,0 5-11 0,1-4-20 0,-1 4-24 16,0 0-29-16,-1-5-27 0,1 5-30 0,0 0-28 15,0 0-20-15,0 0-29 0,0 0-15 0,0 0-17 0,0 0-13 16,0 0-4-16,4 11-9 0,-4-4-11 0,1 1-6 15,-1 1-3-15,3 1-11 0,-3 2-9 0,2 1-2 16,-2-4-18-16,0 5-21 0,0-3-10 0,0 2-21 16,-1-2-13-16,0-2-19 0,-1-1-20 0,0 1-28 15,-1 1-27-15,-2-2-34 0,0-2-40 0,1-2-53 16,-5 2-181-16,4-5-485 0,0-1 215 0</inkml:trace>
  <inkml:trace contextRef="#ctx0" brushRef="#br0" timeOffset="153691.74">18106 13542 2274 0,'4'-10'154'0,"-3"-1"5"16,2 0-3-16,-2 2 6 15,1 2-14-15,-1 2-20 0,-1-1-18 0,2 0-19 16,-2 3-20-16,4-2-11 0,-4 0-12 0,0 5-27 16,0-5-44-16,0 5-34 0,7 0-33 0,-7 0-47 15,11 2-48-15,-5-1-53 0,2 1-238 0,-3 1-514 16,4-3 227-16</inkml:trace>
  <inkml:trace contextRef="#ctx0" brushRef="#br0" timeOffset="154377.81">18739 13404 178 0,'0'0'255'0,"4"-3"-20"0,-4 3-18 0,0 0-18 16,5-2-19-16,-5 2-22 0,0 0-15 0,0 0-19 15,0 0-20-15,0 0-11 0,0 0-10 0,0 0-9 16,0 0-10-16,-12 13-6 0,3-7-7 0,-2 2-1 16,-6 1-8-1,1 3-5-15,-1-3 0 0,-10 6-5 0,9-5-4 0,-3 5-5 16,3-4 2-16,2 0-7 0,1 0-1 0,1-1 2 15,0 0-5-15,4-3-3 0,2 3 0 0,0 0 2 16,3-6-8-16,1 3 1 0,1 0 7 16,0-1-6-16,3-4 1 0,0 5 0 0,3 0-1 15,2 0 4-15,2-1 0 0,7 5-3 0,-1-3-2 0,5 2 0 16,1-2-1-16,0 1 2 0,8 3-3 0,-3 0-1 0,-4-3-3 16,-1 1 1-16,0 2 1 0,-4-3-2 0,2 2 0 15,-3-2-3-15,-5-1 3 0,0-1-4 0,-1-2 2 16,-3 5-3-16,0-3-1 0,-2 0 1 0,-5 0 5 15,2-1 3-15,-4 3 2 0,-5-1 3 0,-1-1-1 16,-5 2 1-16,-2-1 1 0,-8 3 0 0,-1-3 2 16,3-4-3-16,5 1-1 15,-4-1 0-15,3-1-1 0,6 1 2 0,1-3 0 16,3 2 0-16,1-3 1 0,2 0 8 0,-1 1-7 16,2 0 23-16,5-1 15 0,0 0-2 0,-7 0-3 15,7 0-4-15,0 0-5 0,16-5-1 0,-4 0-9 16,9-4 1-16,5 1-3 0,2-1-2 0,4 1-3 15,-1-1-1-15,-1-1-2 0,0 0-2 0,-3-3-2 16,1 4 0-16,-3-2-2 0,-3 5 3 0,-4-3 10 0,-3 4 15 0,-2-2 7 16,-3 5 21-16,-1-3 23 0,-1 2 12 0,-2 0 12 15,-1-1-10-15,0 2-4 0,-1 2-11 0,-1-3-11 16,-3 3 7-16,6-1-29 0,-6 1-9 0,5-2-12 16,-5 2-12-16,0 0-15 0,0 0-11 0,0 0-2 15,0 0 0-15,7 6-4 0,-10-4 4 0,3 2-3 16,0 2-6-16,-1 3-22 0,0-3-16 0,-2 1-29 0,1 0-28 15,-1 1-33-15,-1 1-31 0,0 0-45 0,0-3-45 0,-2 1-266 16,0-3-575-16,2 1 255 0</inkml:trace>
  <inkml:trace contextRef="#ctx0" brushRef="#br0" timeOffset="154531.12">18934 13595 232 0,'0'-6'364'0,"2"2"-18"0,-2-1-21 16,2 5-33-16,-2 0-31 0,0-8-27 0,0 8-26 16,1-4-45-16,-1 4-58 0,0 0-64 0,0 0-47 15,4 0-51-15,-4 0-67 0,0 0-52 0,7 9-192 16,-5-6-399-16,0 1 176 0</inkml:trace>
  <inkml:trace contextRef="#ctx0" brushRef="#br0" timeOffset="154831.87">19141 13679 154 0,'2'5'163'0,"-2"-2"-10"0,1 1-12 0,-2 2-10 0,2-2-4 15,-2 4-22-15,1-1-4 0,0 0-14 0,-2 0-7 16,1 0-5-16,-1 0-11 0,-1-1-7 0,2-2-3 15,0 3-1-15,-1-4 0 0,2 0 4 0,0-3 31 16,0 0 31-16,-1 4 24 0,1-4 17 0,0 0-14 0,0 0-18 0,0 0-14 16,15-7-7-16,-5-1-16 0,-2 4-7 15,4 2-9-15,-3-2-12 0,1-2-6 0,1 4-9 16,-2-1-1-16,2 2-12 0,1 1-8 0,-3 1-15 16,4 2-17-16,-3 2-33 0,4-1-47 0,-4 0-75 15,3 4-113-15,-1-3-167 0,-2-1-477 0,0 0 212 0</inkml:trace>
  <inkml:trace contextRef="#ctx0" brushRef="#br0" timeOffset="155680.76">19693 13515 1 0,'0'0'204'0,"-1"-3"-5"16,1 3-18-16,0 0-15 0,0 0-17 0,0 0-18 15,0 0-11-15,10-2-12 0,-2 0-10 0,2 4-2 0,3-1-17 16,2 1-10-16,3 1-6 0,3 1-9 15,-3-1-5-15,2 2-3 0,-2 0-4 0,-1-1-8 0,0 3 0 16,0 0 0-16,-3-2-14 0,-4 3 3 0,3 0-7 16,-3 0-2-16,-2 1-3 0,0 2-1 0,-2 1-2 15,-5 2 2-15,-1-1-1 0,-6 3-1 0,-3-1-2 16,-3 2 4-16,-4 1-4 0,-10 2 4 0,3-1 4 0,-4-4-4 0,-1-2 0 16,0 4 1-16,3-4-1 0,7-4 2 15,1-2-3-15,7-2-1 0,-3 0 0 0,4 0-1 16,1-1-1-16,2-2 9 0,2 1 13 0,1-1 6 15,3-2 5-15,-4 3 12 0,4-3 5 0,6 4 5 0,4-4 3 16,1 3-8-16,10-3-7 0,-3 0-8 0,13-3 3 16,-2 3-7-1,-1 0-6-15,0 0-13 0,-6 0-24 0,1 0-36 16,-1 0-47-16,-3 0-62 0,-1-4-68 0,-3 3-171 16,-2-1-423-16,0-1 187 0</inkml:trace>
  <inkml:trace contextRef="#ctx0" brushRef="#br0" timeOffset="156097.37">20436 13631 1963 0,'4'-5'205'0,"0"-2"-75"0,-1 4-24 15,0-1-3-15,-2 1-18 0,0-2-13 0,-1 5-16 16,3-4-9-16,-2 1-12 15,-1 3-8-15,3-3-5 0,-3 3-6 0,0 0-3 16,0 0-4-16,0 0-1 0,0 0 0 0,5 7-1 16,-5 1-2-16,0-5-1 0,-1 4 0 0,-2 3 1 15,-1 1-1-15,0-1-2 0,-4 5 3 0,-1 0-1 16,-2 0-2-16,2 1 3 0,-1-2 5 0,1-4-8 16,0-1 1-16,-1-1 1 0,2 1-1 0,3-4 1 15,1-2 1-15,-1 4 2 0,3-6 22 0,-2 1 15 0,4-2 32 16,-4 5 31-16,4-5 12 0,0 0-5 0,0 0-18 15,1-12 6-15,2 7-27 0,3-3-3 0,2-1-19 0,-2-1 5 16,2 3-12-16,2-1-5 0,-2 1-23 0,-3 5 13 16,3-3-6-16,-1 0-3 0,0 3-3 15,-1-2-14-15,2 3 7 0,-2-1 0 0,3 4-11 16,-1 0-3-16,1 1-12 16,1 4-19-16,-1-2-13 0,0 1-14 0,-1 2-23 15,2 0-26-15,-3 4-34 0,1-3-37 0,0-1-43 16,-1 2-46-16,1-2-233 0,-4-2-542 0,-3-3 240 15</inkml:trace>
  <inkml:trace contextRef="#ctx0" brushRef="#br0" timeOffset="156335.62">20298 13580 193 0,'0'0'222'16,"0"0"-9"-16,-8 0-11 0,8 0-18 0,0 0-16 0,0 0-13 0,0 0-17 16,18-3-9-16,1 3-10 0,9-5-11 0,4 1-15 15,7 2-11-15,14-2-3 0,7-3-10 0,0 3-2 16,3 0-8-16,-2 1-4 0,-1-2-9 0,-6 3-22 16,-17 2-22-16,-2 0-27 0,-9 0-31 0,-8 0-23 15,0 2-45-15,-7-2-35 0,-4 0-22 0,-2 0-117 16,-5 0-321-1,0 0 142-15</inkml:trace>
  <inkml:trace contextRef="#ctx0" brushRef="#br0" timeOffset="156814.81">19792 13995 92 0,'-4'1'113'0,"4"-1"-15"0,0 0-11 16,-4 3-4-16,4-3-12 0,0 0-3 0,0 0 9 15,0 0 9-15,0 0 11 0,0 0 10 0,0 0 12 0,0 0 2 0,0 0 8 16,0 0 4-16,0 0-4 0,0 0-10 0,0 0-7 16,22-5-7-16,6-2-10 0,10 3-7 0,16-2-5 15,11-2-2-15,28-3-6 0,3-1-5 0,1 2 6 16,2 5-6-16,-1-5 0 0,3 5-9 0,-2 0-6 15,-32-1-4-15,23-2-3 0,-35 4-6 0,0 1-5 16,-4 2-1-16,-16-3-3 0,-1 4-7 0,-5-2-4 0,-8 2-8 16,-4-3-10-16,-5 3-10 0,-1 0-7 0,-2 0-17 15,-3-2-12-15,-3-1-24 0,-3 3-53 0,0 0-39 0,0 0-25 16,-19-4-37-16,1 4-155 0,4-3-406 0,-4 6 181 16</inkml:trace>
  <inkml:trace contextRef="#ctx0" brushRef="#br0" timeOffset="157500.26">20598 14075 132 0,'0'0'138'0,"0"0"-20"16,0 0-2-16,0 0-17 0,23 5-7 0,-9-4-16 15,-1 1 8-15,3 1-20 0,3 1-9 0,-2 2 2 0,0-1-13 16,-2-1-2-16,-2-1-2 0,-1 1-15 0,-1 1 0 16,-2 0-1-16,-3-2-8 0,2 2-5 0,-4 1 0 15,-3-2-11-15,-1 2 2 0,-4 2-1 0,-1-1 3 16,-5 0 1-16,-1 1-3 0,-4-1 1 0,-1 2-4 15,-3-1-1-15,2-1 8 0,1 0-23 0,-1-3 23 16,4 1-7-16,3-2 5 0,0 1 2 0,1 0-7 0,4-3-2 0,-2 0-5 31,3 1 2-31,4-2-2 0,-5 3 11 0,5-3 2 16,8 7-3-16,-3-5 4 0,8 0-4 0,-2 1 5 0,2-1 1 0,4 3-8 0,-2 0 2 0,4-2-3 16,-1 2-8-16,-3 2 12 0,3-2-3 0,-5 2 0 15,1-1-2-15,-5 1 1 0,0-1-2 0,1 2 9 31,-2 1-3-31,-4-4-3 0,-2 3 0 0,1-1 0 0,-6-1 0 0,-2 4 6 16,-4-4-2-16,-5 5 2 0,0-3 6 0,-8 1-1 16,3-4 7-16,-10-2 9 0,10 4 10 0,-3-4 11 15,-1-2 4-15,-5-1 7 0,7 0 2 0,2-1-3 16,0 0 3-16,6 2-1 0,-1-2 6 0,5 1-2 16,0-2-7-16,3 2-4 0,-3-1-5 0,4 0-3 15,5 1 3-15,0 0 6 0,-12 1 0 0,12-1-4 0,0 0-5 16,-7-1-9-16,7 1-8 0,0 0-17 0,0 0-27 15,0 0-45-15,0 0-53 0,11-8-63 0,-3 4-174 16,5-1-379-16,-2-2 167 0</inkml:trace>
  <inkml:trace contextRef="#ctx0" brushRef="#br0" timeOffset="157938.87">21756 13796 159 0,'0'0'186'0,"0"0"-2"0,0 0-1 0,0 0-7 16,0 0-14-16,0 0-12 0,0 0-16 0,14-3-16 15,-3 1-10-15,1 1-10 0,2 0-14 0,5 1-8 16,9-3-20-16,0 3-35 0,-1 0-38 16,-5 0-31-16,7-1-45 0,2 1-56 0,-9-1-116 0,-1 0-287 15,0-1 127-15</inkml:trace>
  <inkml:trace contextRef="#ctx0" brushRef="#br0" timeOffset="158086">21808 13936 64 0,'-1'2'222'16,"1"-2"-2"-16,0 0-12 0,24 3-22 0,3-5-18 15,6 4-17-15,7-4-38 0,16-1-60 0,0 2-82 16,-5 2-197-16,-11-4-246 0,0-1 109 0</inkml:trace>
  <inkml:trace contextRef="#ctx0" brushRef="#br0" timeOffset="159975.4">23151 13692 81 0,'0'0'88'0,"0"0"2"0,-7 0-9 0,7 0-15 16,0 0-1-16,0 0-3 16,0 0 4-16,0 0-2 0,-7-1-8 0,7 1 6 15,0 0-5-15,0 0 0 0,0 0 0 0,0 0-9 16,0 0 0-16,-8 0 4 0,8 0-1 16,0 0-12-16,0 0 8 0,0 0-4 0,0 0 0 15,0 0-4-15,0 0-4 0,0 0 2 0,0 0 5 0,0 0-2 16,0 0 4-16,0 0 6 0,0 0 5 0,-3 3-7 15,3-3 3-15,0 0 1 0,0 0-2 0,0 0-2 0,34-4-7 16,-7 1 1-16,5 0-6 0,8-1-3 0,12-1-2 16,-14 2-8-16,3 1 0 0,-4-1-3 0,0 2-2 15,-2 0 2-15,-3-1-4 0,-4 2-5 0,-8 0 2 16,-2 2 0-16,-4-2-3 0,-2-2-2 0,-6 4-1 16,3-2-3-16,-4 0-2 0,-5 0 1 0,9-2-5 15,-5 1-13-15,-4 1-3 16,9 0-5-16,-9 0-24 0,0 0-11 0,0 0-20 15,0 0-44-15,0 0-18 0,0 0-35 0,0 0-94 16,-17-5-290-16,15 3 128 0</inkml:trace>
  <inkml:trace contextRef="#ctx0" brushRef="#br0" timeOffset="160291.64">23878 13459 14 0,'0'-4'233'15,"0"-1"-7"1,0 0-7-16,0 2-16 0,0 3-12 0,0-7-27 0,0 7-18 16,0-2-18-16,0 2-13 0,0 0-14 0,4-3-16 15,-4 3-16-15,0 0-14 0,0 0-7 0,0 0-4 16,0 0-10-16,0 20-1 0,0-11-6 0,0 4-3 15,0 1 0-15,3 3 0 0,-3 1-4 0,-3-2-1 16,3 2-1-16,0 0-1 0,-4 1-2 0,-1 0 3 16,0-4-26-16,1-2-20 0,2-2-28 0,-5 5-22 0,2-5-36 15,-1-1-10-15,-2-1-57 0,3-1-107 16,-3-4-311-16,4-1 137 0</inkml:trace>
  <inkml:trace contextRef="#ctx0" brushRef="#br0" timeOffset="160592.04">23619 13873 139 0,'-4'3'224'15,"4"-3"-26"-15,0 0-11 16,-5 4-10-16,2-4-17 0,3 0-8 0,0 0-15 15,0 0-14-15,0 0-15 0,21-2-7 0,-1-4-13 16,12 2-11-16,3-1-6 0,16-3-4 0,1 3-10 16,2-5-9-16,0 4 0 0,-2 2-7 0,-14-3-6 15,-2 4-1-15,2-1-2 0,-12 0-6 0,-4 2-4 16,-4 0-12-16,-7 1-3 0,-1-1-7 0,-1 2-10 16,-2 0-17-16,-2 0-8 0,-5 0 3 0,0 0-7 0,0 0-15 0,0 0-12 15,-22 6-22-15,9-1-13 0,-6-6-25 0,1 2-13 16,-1 0-137-16,2 2-298 0,-2 0 132 0</inkml:trace>
  <inkml:trace contextRef="#ctx0" brushRef="#br0" timeOffset="161024.29">23969 13946 73 0,'0'0'162'0,"0"0"-19"0,5 9-9 0,0-7-14 16,2-1-11-16,2 2-10 0,-2 1-8 0,2 1-10 15,2-2-11-15,-3 2-4 0,1 1 2 0,-1 0-6 16,-2 3-10-16,2-2-2 0,-3 1-10 0,-4 2-2 15,2-1-4-15,-6 3-3 0,-2 0-8 0,-4 2 2 0,-1 3 0 0,-3-2-2 16,-2 1-2-16,0-3 10 0,-2-1-5 0,2-2 5 16,-1 0 7-16,6-3-3 0,1 0 4 0,2-2 4 15,1-3 2-15,1 2 1 0,0-1 7 0,1 0 13 16,-2 2 11-16,6-5 3 0,-4 0 7 0,4 0 4 16,-2 4-1-16,2-4 2 0,0 0-2 0,12 1-6 15,0-1 0-15,1-3-14 16,8 1-5-16,8-1-6 0,1-1-7 0,0 2-21 15,-1-4-6-15,0 4-5 0,-2-1-2 0,-6 3 2 16,-1-4-16-16,0 2-9 0,-3-2-35 0,-3 2-32 16,-1 0-31-16,0-2-61 0,-2-1-64 0,-2-1-209 15,1 0-474-15,-2-3 211 0</inkml:trace>
  <inkml:trace contextRef="#ctx0" brushRef="#br0" timeOffset="161477.94">24751 13651 57 0,'0'0'114'0,"-4"2"-1"15,4-2-11-15,0 0-15 0,0 0 2 0,0 0-15 0,0 0-7 16,0 0 7-16,0 0 6 0,0 0 9 15,0 0 11-15,0 0 1 0,-9-3 0 16,9 3 5-16,0 0-6 0,0 0-2 0,0 0-5 0,0 0-9 16,0 0-2-16,0 0-10 0,30-4-6 0,-17 4-10 15,6-3 12-15,9 3-5 0,4-3-5 0,2 1-6 0,2-2-8 16,1 2-3-16,4-1-4 0,-4 0-5 0,0 1-7 16,-4-4-15-16,-2 4-15 0,-8-2-18 0,-4 3-22 15,-6-1-17-15,0-1-44 16,-6-2-33-16,-2 4-46 0,-2-2-127 0,-2-2-338 15,-1 5 150-15</inkml:trace>
  <inkml:trace contextRef="#ctx0" brushRef="#br0" timeOffset="161763.04">25000 13488 242 0,'0'-5'241'0,"0"5"-16"16,0-4-24-16,0 4-18 0,0-5-20 0,0 5-19 16,0 0-15-16,0 0-15 0,0 0-16 0,0-5-10 15,0 5-13-15,0 0-8 0,0 0-8 0,5 12-9 16,-3-4-6-16,-1 1-5 0,0 4-6 0,-1 4-3 15,0 4 0-15,0 2-8 0,-1 5 2 0,-2-2 1 16,1 3-1-16,-2 0-4 0,2 1 2 0,0-1-12 16,1-3-43-16,1 1-44 0,-1-8-59 0,2-1-224 0,-1-6-389 15,1-2 172-15</inkml:trace>
  <inkml:trace contextRef="#ctx0" brushRef="#br0" timeOffset="162349">25747 13435 241 0,'-2'-5'252'16,"2"5"-14"-16,2-3-17 0,-2 3-19 0,0 0-20 15,0-6-19-15,0 6-17 0,0 0-18 0,0 0-13 16,0 0-18-16,0 0-10 0,0 0-14 0,0 0-6 15,0 0-7-15,0 14-8 0,-2-2-3 0,0-3-7 16,0 2-5-16,-1 1-6 0,1 2-3 0,0-2-4 16,0 1-3-16,2 3-1 0,-4-1 0 0,2-2-4 0,1 2 1 15,1-5-5-15,-1 0 2 0,-1 2 0 0,2-5 0 16,-2 0-3-16,0-1 3 0,1-1-3 0,0 1-1 0,0-2-5 16,-1 0-18-16,2-1-8 0,0-3-5 0,0 6-13 15,0-6-3-15,-2 5 2 0,2-5-15 0,-5 0-70 16,5 0-49-16,-7-7-193 0,1 1-397 15,3-2 176-15</inkml:trace>
  <inkml:trace contextRef="#ctx0" brushRef="#br0" timeOffset="162511.78">25749 13297 1985 0,'1'-14'134'0,"-1"3"-21"15,0 0 30-15,2 1-4 0,-2 4-3 0,0 0-10 0,0 0-22 16,2 1-4-16,-2-1-18 0,0 2-10 0,0 4-5 0,0-6-14 15,0 4-4-15,0 2-25 0,2-5-26 0,-2 5-23 16,7 0-15-16,-7 0-30 0,0 0-32 0,14 3-39 16,-6 0-36-16,-1-1-46 0,1 2-202 0,0 0-460 15,1 0 204-15</inkml:trace>
  <inkml:trace contextRef="#ctx0" brushRef="#br0" timeOffset="162928.47">26093 13288 109 0,'0'0'257'0,"0"0"-19"0,4-5-22 0,-4 5-20 15,0 0-20-15,0 0-21 0,3 0-11 0,-3 0-20 16,0 0-13-16,12 5-15 0,-7-1-7 0,3 1-13 0,1 0-2 16,1 2-11-16,-1 3-4 0,2 3-4 0,0 1-7 0,-1 1-3 15,-1-1-5-15,-3 0-6 0,3 2 0 0,0 0-5 16,-4-7-4-16,-1 5-2 0,1-6-3 0,-1 2 0 16,-3-1 1-16,3-3 4 0,-4-1-6 0,4 1 9 15,-3-3 31-15,0 0 31 0,2 1 40 0,-3-4 33 16,0 0 31-16,0 0-16 0,0 0-20 0,5-8-13 15,-4-1-16-15,-1 0-15 16,3-4-7-16,-2-3-17 0,2-1-9 0,2-3-21 16,-1 1-12-16,3-5-20 0,-3 5-17 0,1 1-25 15,2-1-14-15,-3 1-20 0,-1 1-31 0,4 0-25 16,-5 5-36-16,1 3-38 0,1 0-59 0,1-1-58 16,-1 0-258-16,2 4-597 0,0-2 265 0</inkml:trace>
  <inkml:trace contextRef="#ctx0" brushRef="#br0" timeOffset="163244.84">26363 13162 156 0,'0'0'206'0,"-8"-1"-8"15,8 1-10-15,0 0-4 0,-4-2-18 0,4 2-7 16,0 0-15-16,0 0-14 0,0 0-14 0,0 0-9 0,12-4-13 16,-2 3-8-16,2-1-7 0,10 0-11 0,-2-1-4 15,11-1-7-15,4 0-10 0,1-2-1 16,17 1-5-16,3-1-3 0,-2 0 1 0,4 1 3 0,2 0-1 0,1-1-3 16,-5 0 0-16,-19 4-4 0,3-3 1 0,-6 1-3 15,-7 1-2-15,-8 1-2 0,-5-1-2 0,-2 3-3 16,-2 0-3-16,-2-3-12 0,-2 3-18 0,-6 0-35 15,9 0-36-15,-9 0-13 0,0 0-18 0,0 0-34 16,0 0-37-16,-23 12-174 0,10-7-385 0,-2 0 170 16</inkml:trace>
  <inkml:trace contextRef="#ctx0" brushRef="#br0" timeOffset="163830">26718 13309 209 0,'5'-2'196'0,"5"-3"-14"16,0 1-20-16,1 3-16 15,2 1-11-15,4-3-17 0,2 4-13 0,2 1-11 16,-1-1-8-16,1 3-8 0,0-1-9 0,-3 1-7 15,0-1-12-15,-1 1-9 0,-5 2-11 0,-1-2-9 16,-3-1-11-16,-2 2-5 0,-1 0-2 0,-1-1-6 16,-3-1 0-16,-1 4 2 0,-1-2-2 0,-3-1 0 15,-1 1 2-15,-3-1 0 0,-1 2 1 0,-2 1 1 16,-2-2 1-16,1 1 1 0,2-2-1 0,0 1-2 0,2-4-3 0,2 4-2 0,-1-3 5 16,1 0-1-16,2 0 5 0,4-2-3 0,-5 2 1 15,5-2 2-15,1 8 8 0,3-4 3 0,2-4-4 16,2 5 4-16,4 2-3 0,-2-2 3 0,7 0-2 15,-2 4 1-15,-2-3-2 0,1 3-1 0,1-1 1 16,-5 1-3-16,0-1-1 0,-2 2 0 0,0-1-1 16,-2-1-5-16,-2-2 4 0,-1 1 2 0,-3 1-2 0,-1-2 2 15,-3 1 1-15,-3-1-1 0,-4 2 0 16,-8-4-2-16,-3 3 1 0,-9-1 2 0,-1-2 0 16,0-1-8-16,-1-1-24 0,0 0-41 0,1-2-54 15,1-2-63-15,3 0-98 0,8-1-302 0,3-1 134 0</inkml:trace>
  <inkml:trace contextRef="#ctx0" brushRef="#br0" timeOffset="164253.1">26081 13776 53 0,'0'0'114'0,"0"0"2"0,-7 1-7 0,7-1 6 0,0 0-8 16,-7 2-1-16,7-2-1 0,0 0 0 0,0 0 9 15,0 0 8-15,0 0 4 0,0 0 0 0,0 0-7 16,26-5-6-16,-7 2-11 0,13 0-10 0,3 1-3 16,18-2 2-16,11-3 2 0,29-1 3 0,7 4 0 15,1-4-3-15,11 3 2 0,-2 1-5 0,1-1-5 16,-8 2-7-16,-5 3-4 0,-33 0-11 0,-2 0 0 0,-1-2-9 16,-3 2-6-16,-8-2-5 0,-14 0-5 0,-5 2-1 15,-4-3-4-15,-10 2-9 0,-4-1-5 0,-1 2-3 0,-4-1-15 16,-1 1-6-16,-7-1-17 0,-1 1-24 0,0 0-22 15,-15-7-21-15,-1 6-22 0,-3 0-27 0,0 0-38 16,1 1-35-16,-5 1-189 0,3 0-433 16,2 0 192-16</inkml:trace>
  <inkml:trace contextRef="#ctx0" brushRef="#br0" timeOffset="164870.34">26674 13990 73 0,'0'0'276'0,"-9"0"-20"0,9 0-20 16,0 0-24-16,0 0-24 0,0 0-21 0,0 0-16 15,27 1-18-15,-14-1-13 0,4 3-12 16,0 2-13-16,0 0-9 0,1-1-5 0,-5 0-11 16,1 0-8-16,-3 1-11 0,3-1-5 0,-5 1-8 0,-4-1-4 15,3 2-2-15,-2 1-9 0,-4-2-4 0,0 2 0 16,-2 1-15-16,-4 0 0 0,-2 3-12 0,-5 3-6 0,-4-4 6 16,-1 3-1-16,0 0 0 0,-1-2 1 0,-1 0-2 15,1-1 0-15,1 0 4 0,0-1 1 0,6-1 3 16,-3-2-5-16,4 0 5 0,5-1-1 0,-4-1 2 15,2-3 3-15,2 3-1 0,2-2 8 0,-1 1 10 16,-1 1 12-16,4-4 10 0,-3 4 14 0,3-4 13 16,0 0 2-16,0 0 1 15,15 1 1-15,4 0-7 0,12-2-4 0,3-1-6 16,6 0-3-16,14-3-3 0,3 2-4 0,-3 2-1 16,-16-2 0-16,-2 1-4 0,2-1-7 0,-11 1 1 15,-8 2 3-15,-6-3 1 0,1 1 0 0,-4 1 5 16,-2 1 10-16,-8 0 2 0,13-1 5 0,-13 1-3 15,6-1-4-15,-6 1-4 0,0 0-5 0,12 0-29 16,-8-2-55-16,-4 2-47 0,5-1-63 0,-5 1-79 0,0 0-73 0,0 0-228 16,0 0-574-16,0 0 254 0</inkml:trace>
  <inkml:trace contextRef="#ctx0" brushRef="#br0" timeOffset="168811.64">6036 14958 109 0,'1'-5'235'16,"-1"5"-21"-16,0-6-7 0,0 6-18 0,0-2-17 15,0 2-15-15,0 0-21 0,0 0-14 0,0-5-13 0,0 5-8 0,0 0-13 16,0 0-13-16,0 0-11 0,0 0-17 0,0 0-20 16,0 0-19-16,0 0-7 0,0 0 1 0,0 0-9 15,-5 18 6-15,2-5-5 0,-3 4 9 0,1 3-8 16,-4 6 4-16,0-1 7 0,-1 2 0 0,-2-1-3 15,1 0-3-15,2-1-8 0,1-1 4 0,1-4 0 16,1-2 3-16,-1 0 0 16,1 1 1-16,2-5 1 0,0-2-2 0,1-2 1 15,2 0-1-15,-2-2 2 0,2 2 2 16,-1-3-2-16,-2 0 1 0,4-5 1 0,-1 1 2 16,1-3-1-16,0 7 13 0,0-7 14 0,-2 5 8 15,2-5 5-15,0 0 8 0,0 0 7 0,-4 2 14 16,4-2 6-16,0 0 5 0,0 0-8 0,0 0-4 0,7-14-9 15,0 6-4-15,0-2-8 0,2-4-6 0,-1-3-2 0,4 3-7 16,0-2-3-16,6-3-6 0,-7 4-2 0,8-5-6 16,-5 6-1-16,3 2-2 0,1-6 2 0,-3 5-2 15,8-4-6-15,-7 5 11 0,0 1-12 0,-2-1-1 16,3 2-1-16,-4 3-3 0,-2 0 1 0,-2 1-1 16,0 2 1-16,0 1 5 0,-4-1-14 0,0 1 4 15,-1 1-1-15,1-1-3 0,-5 3-2 0,4 0-5 0,-4 0-4 0,5-3-11 16,-5 3-10-16,0 0 4 0,0 0 2 0,0 0 0 15,-5 11 6-15,-3-3 1 0,1 2 5 0,-5 1 0 16,-2 1 3-16,-1 0-1 0,1-1 4 16,0 0 6-16,3-3-6 0,2-2 2 0,-1 1 0 0,4-2 2 15,1-2 1-15,0 3-2 0,2-3 2 0,-1-1 12 16,2 1-7 0,-1-1-3-16,3-2 5 0,-5 5-2 0,5-5 3 15,-4 3 2-15,4-3-3 0,0 0-1 0,0 3 0 16,0-3 1-16,0 0-1 0,0 0-2 0,0 0-2 15,0 0 0-15,0 5 1 0,4-2 1 0,4 3 0 0,-3-2-1 16,2 1 0-16,5 3 1 0,2 4 0 16,1-6 4-16,3 4 0 0,0 1-2 0,3 5 3 15,0 0 3-15,3-2 3 0,-7 0-15 0,1-5-32 0,5 7-58 0,-6-4-46 16,0-2-67-16,-5-1-179 0,-2-2-420 0,0-3 186 16</inkml:trace>
  <inkml:trace contextRef="#ctx0" brushRef="#br0" timeOffset="169181.45">6804 15187 47 0,'0'0'279'0,"-5"-1"-14"15,5 1-19-15,0 0-16 0,0 0-21 0,0 0-16 16,0 0-16-16,0 0-18 0,0 0-16 0,0 0-14 16,0 0-13-16,0 0-15 0,13-9-15 0,-5 7-25 0,3-1-26 15,0 0-27-15,7-2-32 0,0 2-29 0,0 0-33 16,1-2-29 0,9 2-33-16,-7 0-35 0,-2 2-130 0,-1-1-339 15,-5 1 151-15</inkml:trace>
  <inkml:trace contextRef="#ctx0" brushRef="#br0" timeOffset="169366.19">6874 15318 103 0,'-4'5'170'0,"4"-5"1"0,0 0-2 0,0 0-5 0,0 0-12 15,13 2-12-15,-4-7-14 0,10 0-13 16,-1 2-11-16,13-4-15 0,0 2-29 0,3 0-30 0,3-2-55 15,1 1-48-15,2 0-173 0,-5-3-266 0,-3 1 117 16</inkml:trace>
  <inkml:trace contextRef="#ctx0" brushRef="#br0" timeOffset="169867.55">7863 14936 16 0,'0'0'251'0,"0"0"-19"15,0 0-20-15,0 0-24 0,0 0-19 0,0 0-18 16,0 0-19-16,3-6-16 0,-3 6-20 0,0 0-15 15,0 0-12-15,0 0-6 0,-1 15-7 0,-1-8-8 16,0 3-8-16,-1 3-2 0,1 3-3 0,-4 1-5 16,2 0-3-16,-3 2-4 0,3 2-3 0,-1-3 0 15,1-1-4-15,-1-1 1 0,4 0-7 0,-3-1 2 0,2-3-2 0,-1-2-4 16,3 0 5-16,0 1-3 0,0-7 3 16,0 4-4-16,-1-3 1 0,1 0 1 0,1 2-3 0,-1-6 5 15,0 3 1-15,3 0-2 0,3 0 7 0,-1-3-3 16,3-1-1-16,2 3 0 0,3-3-14 0,-2 0-24 15,2 0-43-15,-2 0-42 0,1-3-55 0,1 0-163 16,-2-1-355 0,-2 1 157-16</inkml:trace>
  <inkml:trace contextRef="#ctx0" brushRef="#br0" timeOffset="170045.94">8031 15137 270 0,'0'0'269'0,"2"-3"-23"0,-2 3-26 0,0 0-29 0,0 0-19 0,0 0-26 16,0 0-16-16,0 0-15 0,-6 16-14 16,2-4-9-16,3 5-11 0,-3 8-8 0,4 1-6 0,-4 3-5 15,3 3-3-15,-2 2-4 0,3 1-49 0,0-2-50 16,3 3-89-16,-2-2-230 0,2-4-394 0,-6-7 174 16</inkml:trace>
  <inkml:trace contextRef="#ctx0" brushRef="#br0" timeOffset="171370.73">12292 15314 11 0,'0'0'225'0,"0"-5"-17"0,0 5-16 0,0-4-22 16,0 4-16-16,0 0-14 0,0 0-20 0,0 0-17 15,0 0-12-15,0 0-8 0,0 0-9 0,0 0-14 0,9 10-8 0,-5 0-7 16,-4-3-1-16,5 10-14 0,-2 0 4 0,-1 3-4 16,-2 3-1-16,0 4-2 0,0-1-1 0,-4 3-8 15,3-5 3-15,-4 1-7 0,3-7 0 0,0 1 1 16,-2-5-1-16,3-1-6 0,1-4 4 0,-2 0 0 16,2-4-2-16,0 1 24 0,0-2 25 0,0 2 34 15,0-6 31 1,2 4 31-16,-2-4 17 0,0 0-3 0,0 0-17 0,7-14-20 15,1 4-15-15,1-5-9 0,4-2-12 0,4-3-13 16,-2-3-5-16,2-1-9 0,-1 0-8 0,2 5-9 16,-6 3-9-16,0 2-4 0,-1 1 3 15,-5 5-7-15,2 2-7 0,-5 1-6 0,1-1 0 16,2 2-14-16,-3 3-12 0,-3 1-9 0,9-3-4 0,-9 3-6 0,0 0-2 16,14 10 3-16,-9-5-3 15,3 4 2-15,-4 0 5 0,4 7 3 0,-2-5 7 0,-1 1-5 0,-1 2-6 16,1-3 7-16,0 3 2 0,-1-1-1 0,-3-4-1 15,2-2 3 1,-2 0 1-16,0-2 0 0,3 0 6 0,-4-1 4 0,0-1 2 16,3 0 30-16,-3-3 40 0,1 3 11 0,-1-3-10 15,0 0-4-15,14-10 1 0,-6-1-18 16,0 0-13-16,2-2 1 0,2-1-3 0,0 0-10 0,-1 2 1 16,0-2-7-16,-2 4 2 0,1 2 1 0,-4 1-10 15,1 2-4-15,-2 2-3 0,1-2-9 0,-1 4-8 16,-5 1-16-16,13-3-3 0,-7 3-16 0,2 4-3 15,1-1-20-15,0 2-11 0,-3 3-21 16,3 0-34-16,0 0-33 0,-4 3-50 0,3 1-54 0,-3-3-294 16,0 2-609-16,-1 0 270 0</inkml:trace>
  <inkml:trace contextRef="#ctx0" brushRef="#br0" timeOffset="171818.66">13101 15408 237 0,'0'0'227'15,"3"-3"-4"-15,-3 3-17 0,1-3-10 0,-1 3-18 16,0 0-17-16,1-4-22 0,-1 4-11 0,0 0-17 16,0 0-12-16,1-3-4 0,-1 3-19 0,0 0-10 15,0 0-7-15,0 0-8 0,0 0-6 0,3 9-3 16,-4-4-5-16,1 2-2 0,-2 2-5 0,2 3-1 16,-1-2-10-16,-3 2 0 0,-1 6 1 0,0-1-3 0,0 1-2 0,0-2 0 15,1-1-3-15,-1 0 2 0,1-2-3 16,0-1-3-16,1 0 1 0,0-2 0 0,2-1-4 0,-2-1-2 15,3-3 8-15,-1 0-4 0,1 0 3 0,-1 0-1 16,-1-2 10-16,2-3 10 0,0 5 12 0,2-3 4 16,-2-2 2-16,5 4 0 0,0-2-1 0,2-2-8 15,4 1 3 1,0-2-7-16,3-1-2 0,3 0-6 0,2 2-14 16,0-2-31-16,-1-2-33 0,0 3-41 0,-5-2-41 15,1 2-53-15,-3-2-38 0,1 0-180 0,-1-1-439 16,-3 2 194-16</inkml:trace>
  <inkml:trace contextRef="#ctx0" brushRef="#br0" timeOffset="172019.22">13304 15557 248 0,'0'-5'309'0,"0"5"-25"15,0 0-22-15,0 0-31 0,0-4-29 0,0 4-17 0,0 0-28 16,0 0-28-16,0 0-18 0,0 0-11 0,2 14-15 15,-4-2-7 1,1-2-8-16,-2 11-5 0,0 3-6 0,-1 5-5 16,0-4-12-16,1 7-40 0,2-6-46 0,-2 1-60 15,-1-2-81-15,0-7-205 0,0-1-423 0,1-7 187 16</inkml:trace>
  <inkml:trace contextRef="#ctx0" brushRef="#br0" timeOffset="172451.46">14090 15449 153 0,'0'0'217'0,"0"0"-7"15,0 0-11-15,0 0-7 0,0 0-23 16,0 0-13-16,0 0-19 0,14-5-11 0,-1 2-16 16,6 0-8-16,2 2-24 0,5-3-30 0,-3 1-31 15,8-1-49-15,-2 2-44 0,2-1-52 0,0 1-152 0,-10-1-303 16,-4-1 134-16</inkml:trace>
  <inkml:trace contextRef="#ctx0" brushRef="#br0" timeOffset="172605.07">14155 15562 126 0,'0'0'203'0,"0"0"-6"16,0 0-14-16,19 3-19 0,2-6-21 0,9 0-25 0,6-1-51 0,4-1-75 15,11 3-101-15,-13-8-72 0,-3 2-196 0,-2 1 87 16</inkml:trace>
  <inkml:trace contextRef="#ctx0" brushRef="#br0" timeOffset="186792.16">15261 15199 16 0,'0'0'189'16,"-3"-2"-16"-16,3 2-6 0,0 0-12 0,0-4-12 0,0 4-11 16,0 0-15-16,-1-6-4 0,1 6-18 0,0 0-7 15,0 0-12-15,0 0-9 0,-4-4-5 0,4 4-4 16,0 0-6-16,0 0-7 0,0 0-4 0,0 0-5 16,0 0-8-16,0 0-3 0,0 0-2 0,0 0 1 15,0 0-7-15,-5-1-3 0,5 1 3 0,0 0-5 16,0 0-1-16,0 0-5 15,0 0-4-15,0 0 0 0,0 0 6 0,0 0-10 16,0 0 8-16,0 0 0 0,0 0-6 0,0 0 3 16,0 0-6-16,0 0-10 0,0 0 2 0,0 0 6 15,0 0-3-15,0 0 0 0,0 0 8 0,0 0-6 16,0 0 9-16,0 0-3 0,0 0-3 0,0 0 1 16,0 0 3-16,0 0-2 0,0 0-1 0,13-1 1 15,-13 1 5-15,6-1 2 0,-6 1-1 16,5-4 4-16,-5 4-3 0,0 0 3 0,5-1 3 0,-5 1 1 0,4 0-1 0,-4 0 3 15,0 0-5-15,0 0 2 0,0 0 3 16,0 0-5-16,0-6 0 0,0 6-3 0,0 0-5 16,-18 1 4-16,6 4-6 0,0-5 9 0,-6 4-7 15,0-1 2-15,0 2-2 0,0 1-4 0,-1-1 1 16,0 4-8-16,-2 0 8 0,-5 3-2 0,-2 1 1 0,1 3 1 0,0 1 0 16,0 0-2-16,3 0 0 0,3 4 1 0,2 0 2 15,5 2-2-15,0-1-5 0,5-8 7 0,3 3-9 16,3 2-3-16,2-3 5 0,5 0 2 0,6 0-1 15,5 0 0-15,8-2 6 0,8-4-4 0,7 2 2 16,15-3 3-16,4-4-3 0,3-2-4 0,7-6 8 0,-2 3-6 16,-3-2-6-1,-4-3-13-15,0 1-19 0,-3-4-3 0,-18 4-14 16,-1-3 0-16,-2-2 3 0,-6 1 2 0,-8 0 4 16,-2 1 5-16,-2 1 13 15,-5-3 19-15,-5 2 1 0,-3 1 9 0,-2 1 5 0,-3-1 0 0,-3 1 17 0,-3-1-14 0,-5 3 5 16,-4-3 3-16,-2 5-2 0,-2 0 1 0,-6 2-1 15,1 0 2-15,-2 5-1 0,0-1-2 0,8 1-6 16,1-2 9-16,4 2-12 0,3-1 5 16,1 2-2-16,4-1 0 0,2 4 0 0,1-5 3 15,5 4-3-15,4-4 11 0,5 2-7 0,8 1-1 16,10-3 2-16,3-1-9 0,2-4 5 0,2 0-2 16,1 0-4-16,-4-6 0 0,1 4 3 0,-4-5-8 0,-2-1 1 15,-8 4 3-15,-3-5 3 0,0 2-2 0,-7-3 2 16,0 2 7-1,-3 1-1-15,-2-3 6 0,0-1 1 0,-4 2 5 16,0 3 2-16,-4-2-5 0,-1-1 4 0,-4 1-6 16,0 1 0-16,4 2-1 0,-9-2-6 15,5 5-12-15,-4-4-26 0,3 6-19 0,-3-1-20 0,4 2-38 16,-3-1-30-16,1 3-115 0,5 0-273 0,-2-3 121 16</inkml:trace>
  <inkml:trace contextRef="#ctx0" brushRef="#br0" timeOffset="187125.49">15880 15567 15 0,'0'0'91'16,"0"0"-12"-16,0 0-3 0,2 4 4 0,-2-4 6 16,0 0 2-16,0 0 16 0,0 0 17 0,0 0 6 15,0 0 16-15,0 0 1 0,0 0-13 0,0 0-9 0,14-9-12 0,-7 4-9 0,1-2-10 16,0 2-14-16,3 1-4 0,-3-1-9 0,1-1-7 16,-2 5-2-16,1-2-12 0,-1 0-4 0,0 1-6 15,2 0 1-15,-4-1-9 0,0 3-4 0,3 0-3 16,-3 0-4-16,1 3 6 0,2-2-10 0,0 2-16 15,2 0-29-15,-1-1-36 0,-1 0-48 0,2 0-64 16,-5-1-130-16,5-1-340 0,-6 0 151 0</inkml:trace>
  <inkml:trace contextRef="#ctx0" brushRef="#br0" timeOffset="187726.96">16639 15138 75 0,'0'0'173'15,"3"-4"-15"-15,-3 4-7 0,0 0-21 0,0 0-20 16,0 0-12-16,0 0-11 0,0 0-10 0,0 0-8 16,0 0-9-16,0 0-5 0,0 0-9 0,0 0-6 15,-6 16-4-15,2-8 2 0,-1 2-12 0,-4 4 1 0,1 2-2 16,-1 2-1-16,0-2-6 0,-4 0 4 0,-1 7-8 16,-1-1 0-16,2 1-2 0,3-7 0 0,0 0-2 15,1 1-2-15,0-2 5 0,0 0-1 0,1-5 0 0,3-2-3 16,-3 1-1-16,2-1-12 0,2-2 5 15,-1-1 2-15,5-1 8 0,-4-1-8 0,3 2 15 16,-2-3 7-16,3-2 0 0,-1 4 3 0,-3-2 5 0,4-2 0 0,0 0 2 16,0 0 1-16,0 4-3 0,0-4-4 0,0 0-3 15,0 0 1-15,0 0 1 0,0 0-2 0,0 0-1 16,5 5-1-16,-5-5-1 0,12-4 0 0,-1 4-4 16,2-1-3-16,0-1-18 0,7-2-21 0,1 3-33 15,-2-4-43-15,3-1-21 0,-1 4-59 0,-1-2-111 16,0-1-313-16,-1 1 138 15</inkml:trace>
  <inkml:trace contextRef="#ctx0" brushRef="#br0" timeOffset="187927.44">16748 15344 194 0,'0'0'208'0,"0"0"-25"0,0 0-12 0,-4-1-20 0,4 1-19 0,0 0-15 16,0 0-17-16,0 0-8 0,0 0-12 0,-1 14-6 15,1-9-6-15,-3 6-9 0,1 2-8 0,1-1-1 16,-2-1-10-16,2 6-1 0,-2 0-1 0,3 1-5 16,-1 0-2-16,0-2-3 0,-2 1 1 0,2 1-19 15,-2-6-31-15,2 1-22 0,0 2-19 0,-1-3-51 16,0-1-36-16,-3-1-116 16,1-4-288-16,0-1 128 0</inkml:trace>
  <inkml:trace contextRef="#ctx0" brushRef="#br0" timeOffset="188391.01">17078 15262 185 0,'0'0'231'16,"0"-5"-21"-16,0 5-22 0,0 0-23 0,0 0-13 15,0 0-22-15,2-4-13 0,-2 4-13 0,0 0-12 16,0 0-9-16,1 10-6 0,-1-4-9 0,0 0-8 16,-1 3-8-16,1 1-5 0,-6 0-8 0,3 1 4 15,2 5-6-15,-3 0-6 0,-3-1-1 0,0 1-2 16,1-2-3-1,-2 2-4-15,3-4-1 0,0-3-4 0,1 0 0 16,0-2 3-16,0-3-4 0,1 2 0 0,0-2 2 16,1 0 3-16,0-1 25 0,2-3 31 0,-4 4 26 15,4-4 19-15,0 0-7 0,0 0-8 0,0 0-13 0,0 0-17 16,6-17-2-16,-3 8-7 0,2 3-9 16,2-3-2-16,-2 1-12 0,0 0-6 0,0 0 1 15,-2 3 6-15,-1 0-20 0,3 2 3 0,-5 3-15 0,4-5-4 0,-4 5 1 16,5-1-11-16,-5 1-8 0,0 0-3 0,11 5-9 15,-8-1-6-15,2 1-10 0,0-1-12 0,1 4-14 16,0 0-22-16,-1-2-16 0,-1 4-18 0,2-2-27 16,-3 2-32-16,-2-5-29 0,3 1-27 0,-3 1-151 15,-1-3-415-15,0-4 184 0</inkml:trace>
  <inkml:trace contextRef="#ctx0" brushRef="#br0" timeOffset="188629.21">16973 15296 183 0,'0'0'225'0,"0"0"-14"0,-5 0-12 0,5 0-13 15,0 0-14-15,0 0-17 0,0 0-19 0,11-5-13 16,1 2-8-16,5-1-18 0,4 2-6 0,12-1-16 15,5-1-22-15,15-2-25 0,2 0-35 0,-3 2-52 16,1 3-65-16,-20-4-187 16,-2 2-334-16,-3-2 147 0</inkml:trace>
  <inkml:trace contextRef="#ctx0" brushRef="#br0" timeOffset="189187.49">16489 15680 96 0,'0'0'198'0,"0"0"-8"0,-7 1-17 15,7-1-14-15,0 0-15 0,0 0-15 0,0 0-14 16,0 0-12-16,-5 0-6 16,5 0-13-16,0 0-5 0,0 0-11 0,0 0-6 15,0 0-8-15,0 0-8 0,0 0 1 0,0 0-8 16,0 0-3-16,0 0-9 0,0 0 3 0,0 0-5 15,0 0-2-15,0 0-2 0,0 0-3 0,0 0-6 16,-1 5-1-16,1-5 3 0,0 0-3 0,0 0 3 16,0 0 8-16,0 0 1 0,0 0 5 0,0 0 3 15,0 0 3-15,0 0 8 0,0 0-1 0,0 0 3 0,0 0 0 0,0 0-3 16,0 0-1-16,0 0-4 0,15-5-3 0,-1 3-4 16,7 0-5-16,8-6-1 0,7 2-5 0,15-3 1 15,5 0-2-15,6 0-2 0,3-1-3 16,28-1 0-16,-2 1 0 0,-29 6-4 0,34-6 1 15,-35 5 1-15,3 2-3 0,-1-1 1 0,-10-3-4 16,-14 6 0-16,-5-1 2 16,-3 0-4-16,-13 1-1 0,1 1 2 0,-6 0-7 15,-3-1-5-15,-2 1-2 0,-3 0-5 0,3 0-13 16,-8 0-9-16,6 0-10 0,-6 0-25 0,0 0-20 0,0 0-23 0,0 0-27 0,-24 5-24 16,12-5-28-16,-2 1-120 0,4 0-340 0,-3 1 151 15</inkml:trace>
  <inkml:trace contextRef="#ctx0" brushRef="#br0" timeOffset="189778.08">17243 15750 70 0,'12'-1'140'15,"2"1"-18"-15,4 1-11 0,1-1-8 0,4 1 2 0,-1 2-23 16,5 1-10-16,-7-1-9 0,-2 1-11 0,-5 1-15 16,0 0-5-16,-2-3-13 0,-5 3-10 15,1 0-8-15,-5 1-13 0,-2 0 5 0,-2 1-4 0,-3 0 4 0,-3 3-2 16,-1-2 3-16,-2-3 3 0,-1 3-1 0,1-4-1 16,-2 1 11-16,0-1-1 0,-2 0 1 0,5 0 3 15,1 0 2-15,-1-3-1 0,3 1 3 0,2 0 5 16,1 0-1-16,0-1 4 0,4-1 1 0,0 0 6 15,0 0 2-15,0 0 0 0,9 6-6 0,3-3 5 16,-1-1-1-16,2-2-10 16,0 3 4-16,6 0-5 0,0 1 0 0,-6-2-12 15,4 3 0-15,-4-2 4 0,-1 2-1 16,-2 0 4-16,1 2 3 0,0-2-5 0,-2-1 3 16,-5 2-3-16,1-2 3 0,-4 1 4 0,2 0 2 15,-3 2 7-15,-6-3 3 0,-1 3 3 0,-4 0 0 0,-7-3 1 16,-3 3-6-16,1-2 3 0,-8 0-7 0,-2 2 13 15,1-4-13-15,-2-1 1 0,3 1-3 0,5-2 0 0,2-2-1 16,1 1 0-16,2 0-4 0,4 0 1 0,0-3-5 16,3 3-19-16,3 0-55 0,2-5-64 0,2 0-161 15,3 1-310-15,5-1 137 0</inkml:trace>
  <inkml:trace contextRef="#ctx0" brushRef="#br0" timeOffset="190179.12">18197 15565 116 0,'0'0'122'0,"0"0"-6"0,0 0-11 16,0 0-12-16,0 0-4 0,0 0-5 0,0 0 0 16,-5-3-5-16,5 3 14 0,0 0-5 0,0 0 7 0,0 0 5 15,0 0 10-15,0 0 6 0,0 0-2 0,0 0-3 16,0 0-9-16,0 0-11 0,0 0-9 15,19-4-9-15,-6 1-8 0,6 0-4 0,1-1-8 16,9-2-6-16,1 2-6 16,2-2-3-16,4 3-6 0,-3 0 4 0,3-3-13 15,-1 2-6-15,-6 0-13 0,-7 4-17 0,-3-3-19 16,-8 1-21-16,0-3-37 0,-5 2-52 0,0 1-49 16,-6 2-136-16,0 0-353 0,0 0 156 0</inkml:trace>
  <inkml:trace contextRef="#ctx0" brushRef="#br0" timeOffset="190410.87">18325 15426 278 0,'0'0'319'0,"0"0"-13"15,0-9-21-15,0 9-26 16,0 0-23-16,0 0-30 0,0 0-29 0,0 0-7 15,0-5-27-15,0 5-22 0,0 0-11 0,0 0-27 16,0 0 0-16,0 24-14 0,1-13-5 0,0 7-7 16,2 3-5-16,-2 5-6 0,1 2-4 0,-1-2-10 15,0 2-37-15,-2 0-52 0,0-2-64 0,-3-8-69 16,-4 8-272-16,2-9-499 0,2-6 222 0</inkml:trace>
  <inkml:trace contextRef="#ctx0" brushRef="#br0" timeOffset="191150.34">19166 15294 90 0,'0'0'240'0,"0"0"-10"16,0 0-8-16,0 0-17 0,2-3-13 0,-2 3-20 16,0 0-20-16,0 0-14 0,0 0-14 0,0 0-17 15,0 0-15-15,0 0-10 16,0 0-10-16,0 0-10 0,0 0-5 16,0 0-11-16,4 11-4 0,-4-4-3 0,1 0-3 15,-1 4-7-15,-1 3-2 0,1 2 1 0,-1 0-5 0,1-1-1 16,-3 2-2-16,2-6-3 0,1 5 1 0,-3-4-4 15,3-1 0-15,-1-1 3 0,0-2-5 0,-2-1-1 16,3 0 1-16,-1-1 1 0,0 0-7 16,-1-1-9-16,2 0-8 0,-1-2-11 0,1-3-10 0,-2 4-10 0,2 0-6 15,0-4-1-15,0 0-58 0,0 0-54 0,0 0-207 16,-17-11-399-16,15 0 176 0</inkml:trace>
  <inkml:trace contextRef="#ctx0" brushRef="#br0" timeOffset="191331.4">19131 15148 163 0,'0'-10'286'0,"0"5"-7"16,0-2-12-16,0 5-12 0,2-3-22 0,-2-1-16 15,0 2-21-15,0 4-23 0,0-4-22 0,-2 1-22 16,2 3-40-16,2-5-39 0,-2 5-41 0,0 0-45 16,0 0-32-16,0 0-27 15,0 0-32-15,0 0-36 16,0 0-172-16,0 0-363 0,0 0 161 0</inkml:trace>
  <inkml:trace contextRef="#ctx0" brushRef="#br0" timeOffset="192020.8">19773 15020 46 0,'0'0'165'0,"0"0"-12"0,0 0-22 0,0 0-13 16,0 0-10-16,0 0-11 0,0 0-12 0,-22 5-8 15,9 0-4-15,3 1-9 0,-8-1-5 0,5 4-8 16,-6-2-6-16,2 1 0 0,1 0-9 0,-1 1-1 15,-1-1-1-15,2-1-6 0,2 4-7 0,3-4 0 16,-4 2-4-16,2-1 2 0,3-2-2 0,1 3-5 16,3-1-1-16,-1-1-2 0,3-1 4 0,2 1 1 0,4-1-6 0,1 3 6 15,2-2 1-15,0 3 3 0,6-4 1 0,3 6-2 16,0-1-6-16,4 1-2 0,0-1 4 0,5 2-4 16,-1 2-1-16,5-4 0 0,-4 4-5 0,-3 1 6 15,-3-5 5-15,-4-2-10 0,1-1-4 0,-5 0-1 16,-1-3 2-16,-3 1-1 0,2 1 5 0,-4-2-7 15,-3 2 15-15,0 0 4 0,-4 0-1 0,-2 3 7 0,-3-3-1 0,-1 3-1 16,-8-2-2-16,0-1 0 0,-4 0-4 0,3-2-1 16,0 0 1-16,-3-1 1 0,4 0 1 15,3 0-11-15,1-2 2 0,5 0 3 0,1 0 3 16,1-2-3-16,-1 0 11 0,4 1 24 0,4-1 20 16,0 0-3-16,-10-3-6 0,11-1-12 0,-1 4-6 0,12-10-3 15,-1 3-2 1,6-2-6-16,8-7 0 0,0 2-4 0,5-1-3 15,1 1-6-15,-2 2 2 0,2-2 0 0,0 2-5 16,-1 0 2-16,0 3 5 0,-2 2 4 0,-3 1 0 16,-7 1 0-16,0 0 0 0,-5 3-2 0,0 0 2 15,-3 1-6-15,-5 1-3 0,3-3-4 0,-2 2 2 16,-1 1-7-16,-5 0 4 0,8-2-1 0,-8 2-3 16,0 0-3-16,8 3 2 0,-7 0 0 0,2-2 8 0,-3-1-6 0,1 7-3 15,-1-3 6-15,0 2-9 0,0 1-4 0,0 3 8 16,0 1 2-16,-1-4-3 0,-1 2-13 0,1-3-9 15,-2 1-11-15,2-2-13 0,-3 2-9 16,2 0-12-16,-1-2-14 0,-1 0-14 0,-1-2-21 0,4-2-32 16,1-1-57-16,-13 1-146 0,13-1-376 0,-5-8 167 15</inkml:trace>
  <inkml:trace contextRef="#ctx0" brushRef="#br0" timeOffset="192167.95">20035 15168 187 0,'-2'-5'236'16,"2"5"-17"-16,2-4-22 0,-2 4-21 0,0 0-20 0,0-4-18 0,0 4-31 15,0 0-41-15,0 0-39 0,0 0-31 0,0 0-35 16,0 0-50-16,0 0-141 0,0 0-249 0,0 0 111 16</inkml:trace>
  <inkml:trace contextRef="#ctx0" brushRef="#br0" timeOffset="192499.95">20290 15282 117 0,'0'4'135'0,"0"1"-7"0,0 1-25 15,-4 1 2-15,3 2-10 0,-1 3-13 0,0-4-1 16,-2 2-12-16,2-1-4 0,-1 1-9 0,2-3-7 16,1-2-5-16,-1 1 0 0,-2 0-8 0,3-2 12 15,0-1 23-15,-1 2 19 0,1-5 23 0,0 5 21 16,0-5 19-16,0 0-13 0,0 0-12 0,0 0-13 16,15-11-10-16,-6 5-11 0,-1 0-3 0,-1 0-12 0,3 1-8 0,-3-1-7 15,5 3-8-15,-3-3-7 0,-3 1-4 0,4 4-5 16,-2-2-1-16,-2 2-6 0,2 0-7 0,-2 1-8 15,3 0-16-15,0 0-20 0,4 2-35 0,-4 1-55 16,-1-2-61-16,3 2-69 0,-1-1-167 0,-2 1-438 16,-8-3 193-16</inkml:trace>
  <inkml:trace contextRef="#ctx0" brushRef="#br0" timeOffset="192900.96">20777 15054 198 0,'0'0'208'16,"0"0"-20"-16,0 0-17 0,0 0-19 0,0 0-17 16,0 0-17-16,0 0-19 0,0 0-8 0,0 0-7 0,0 0-8 15,-8 15-14-15,3-5-3 0,0-2-6 0,-1 2-5 16,-1 2-8-16,0 3-3 0,0 2 0 0,-3-3-5 16,0 1-7-16,2 2-1 0,0-3-4 15,2-3-2-15,-1 3-4 0,1-3 1 0,3-1 2 16,-1 0-4-16,1-4 3 0,0 2 0 0,1-3-7 0,1 2 5 0,-2-2-3 15,3 0 3-15,0-2-3 0,0-3 19 0,0 8 5 16,4-7 8-16,1 3 3 0,2-1-8 0,4-2 2 16,8 1-5-16,-1-2-6 0,3 1-32 0,0-1-39 15,2-1-34-15,5 1-48 0,-7-2-45 0,-1 0-166 16,-2-4-362-16,-1-1 160 0</inkml:trace>
  <inkml:trace contextRef="#ctx0" brushRef="#br0" timeOffset="193117.06">20962 15207 180 0,'0'0'247'0,"0"0"-23"0,0 0-26 0,0 0-19 15,0 0-25 1,0 0-19-16,0 0-12 0,0 0-15 0,0 0-12 0,-7 9-11 16,7-1-10-16,-2 1-1 0,1 0-12 15,-1 3-3-15,0 0-6 0,-2 4-11 0,2-1 4 16,-2 3-6-16,1 0-3 0,1 1-22 0,-3-1-21 15,4 0-27-15,-1-2-40 0,1-4-46 0,0 1-36 16,-1-1-153-16,1-5-334 0,1 0 149 0</inkml:trace>
  <inkml:trace contextRef="#ctx0" brushRef="#br0" timeOffset="193540.11">21307 15147 154 0,'0'0'273'0,"0"-6"-20"0,2 3-21 16,-2 3-27-16,0 0-25 0,0 0-22 0,0-3-15 15,0 3-18-15,0 0-13 0,0 0-12 0,0 0-11 16,0 15-7-16,-3-7-10 0,2-1-8 0,-1 4-9 0,-3 0 4 0,-1 4-13 15,0 2-2-15,-3-3-4 0,2 3-5 0,-3-4-4 0,1 3 0 16,4-7-2-16,-3 0-8 0,2-1-1 0,2 0 2 16,0-2-3-16,-1 0 1 0,3-4-1 0,2 1 5 15,-2 0 45-15,2-3 19 0,0 0 30 16,0 0 17-16,-5 3-10 0,5-3-19 0,0 0-7 0,9-11-14 16,-4 2-9-16,-1 2-14 0,5 0-1 0,-5 1-10 0,-2 1-8 15,2 0 7-15,0-1-4 0,1 2-14 0,-1 2-6 16,2-1-11-16,-2 1 1 0,0 0-2 0,-4 2-9 15,8-1-13-15,-8 1-15 0,10 3-13 16,-4-1-15-16,1 1-21 0,2-1-28 0,-4 2-27 16,5 2-35-16,-2-1-34 0,-1 0-42 0,1 0-63 0,0-1-161 15,-2-1-499 1,-1-3 222-16</inkml:trace>
  <inkml:trace contextRef="#ctx0" brushRef="#br0" timeOffset="193825.2">21103 15147 222 0,'0'0'214'0,"0"0"-8"16,-7-1-21-16,7 1-10 0,0 0-12 0,0 0-16 15,30-3-16-15,-9-2-12 0,11 4-10 0,4-2-12 16,3-1-10-16,17 0-4 0,3-1-5 0,3 0-6 15,1-3-5-15,0 4-6 16,-5 0-5-16,-3-1-6 0,-16 2-2 16,-6-2-8-16,-4 1-4 0,-10 1-2 0,-5 2-3 15,-2 0-3-15,-3-1-10 0,-1 2-11 0,-5-2-11 16,1 1-17-16,-4 1-18 0,0 0-15 0,0 0-7 16,-20-4-29-16,8 5-10 0,1 0-28 0,-2 2-30 0,-2-1-161 15,-2 2-344-15,3-1 152 0</inkml:trace>
  <inkml:trace contextRef="#ctx0" brushRef="#br0" timeOffset="194288.77">20768 15567 61 0,'-6'2'114'16,"6"-2"-5"-16,0 0 0 0,0 0 2 0,0 0-2 15,0 0-7-15,0 0-4 0,0 0 7 0,0 0 1 16,0 0 4-16,0 0 4 0,0 0 3 0,-5 1 1 16,5-1 6-16,0 0-4 0,0 0 4 0,0 0-6 0,0 0-13 0,16-5-7 15,3-1-9-15,13 2-8 0,4-1 1 0,22-4-17 16,4 1-1-16,38-2 7 0,-4-1 1 0,-3-1 4 16,0 4-3-16,-28-1-6 0,2 2-6 15,-4-1 4-15,-5-1-17 0,-3 5-6 0,-19 0-2 0,-3 1-6 16,-5 0 1-16,-7-1-14 0,-5 4-1 0,-2-3-7 15,-5 2-10 1,2 0-9-16,-4 1-13 0,-3-2-15 0,-4 2-25 16,0 0-22-16,1-4-31 0,-1 4-33 0,0 0-30 15,-19 0-28-15,8 2-35 0,-3-2-133 0,2-2-401 16,-1 4 177-16</inkml:trace>
  <inkml:trace contextRef="#ctx0" brushRef="#br0" timeOffset="194943.77">21472 15640 48 0,'13'3'101'0,"-3"-2"-16"0,3 2-9 0,-2-1-1 16,0 1-8-16,-1 4-15 0,-1-5-5 0,-1-1 7 16,-3 2-8-16,0-2-11 0,0 4 4 0,-1-2-10 0,-2 2 8 0,-2-3 3 15,-2 3-6-15,-4-1 2 0,-4 1-3 16,0 0-8-16,-2 2 14 0,-4-2-27 0,-2 3 3 16,0-3 3-16,0 1 2 0,3 0 0 0,2-2-8 15,3 0 4-15,-2 0-7 0,2 1-6 0,5-1-7 16,-1-1 10-16,1 0-4 0,1 1 10 0,0-2-1 15,3 1 4-15,1-3 11 16,2 5 11-16,7-1-8 0,-4 1-1 0,6-1-4 16,5 2 4-16,2-1-4 0,1 4-9 0,0-4 7 15,-2 5 19-15,2-5-8 0,-1 4-1 0,0-1-10 16,-2 1 5-16,-4-1-6 0,-3-1-4 0,0 3-2 16,-3-1 3-16,-2-2-2 0,1 3-6 0,-3-4 1 15,-2 2 1-15,-2-2 7 0,-3 3 1 0,-1-2 5 16,-6 1 3-16,1-3-1 0,-6 1 1 0,-1 0-4 0,-3 1 3 0,-6-2 2 15,5-3 4-15,0 1 5 0,1-2 7 0,0 2 2 16,3-3-1-16,0 1 4 0,5-1-5 16,6 2-7-16,-3-2-2 0,3 0-3 0,1 0-3 15,6 0 4-15,-9 1-2 0,9-1-1 0,-5 1-2 16,5-1-10-16,0 0-21 0,0 0-24 0,0 0-49 16,0 0-84-16,27-5-212 15,-15 1-402-15,0-1 179 0</inkml:trace>
  <inkml:trace contextRef="#ctx0" brushRef="#br0" timeOffset="195792.52">22534 15386 202 0,'0'0'205'0,"0"0"-18"0,0 0-14 0,0 0-15 16,0 0-12-16,0 0-21 0,0 0-5 0,0 0-17 15,23-7-10-15,-11 6-6 0,3-2-14 0,5 1-3 16,2 0-10-16,9-3-5 0,-2 1-6 0,3 4-5 15,-2-2-6-15,0-1-3 0,0 0-4 0,-7-2 0 16,-4 4-5-16,-3 0-1 0,0-2-4 0,-5 2-2 0,-2 0-3 0,3-1-1 16,-5 2 0-16,-7 0-6 0,9 0-11 0,-4-3-22 15,-5 3-16-15,0 0-20 0,0 0-36 0,0 0-24 16,0 0-37-16,-29 4-132 0,16-3-313 0,0 0 139 16</inkml:trace>
  <inkml:trace contextRef="#ctx0" brushRef="#br0" timeOffset="196093.26">22682 15530 179 0,'0'0'201'0,"0"0"-10"0,-4 6-12 0,4-6-8 16,0 0-14-16,0 0-14 0,21 0-10 0,-6 0-11 15,12-4-16-15,5 2-9 0,4 2-11 0,3-2-6 16,1 0-8-16,0-1-6 0,-3-1-11 0,-3 1-2 0,-6 2-7 16,-8 1-3-16,-7 0-3 0,0-2-7 0,-4 2-15 15,3 0-19-15,-6-1-25 0,-1 1-29 0,-5 0-36 0,0 0-51 16,0 0-184-16,0 0-354 0,-32-1 157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4-25T05:41:08.3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24011 15052 5 0,'1'-3'211'0,"2"-2"-8"16,-3 5 3-16,1-4-12 0,1 0-11 0,-2 4-9 16,2-9-4-16,-2 5-6 0,0 1-7 0,0-2-4 15,2 2-2-15,0-1 3 0,-2 1-14 0,1-1-18 16,-1 4 0-16,5-5-15 16,-5 5-1-16,0-3-13 0,0 3-11 0,2-5-7 15,-2 5-13-15,2-3-7 0,-2 3-15 0,0 0-25 16,0 0-24-16,0 0-9 0,0 0 3 0,0 13 0 15,-4-2 3-15,-2 3 2 0,-2 5-3 0,3 1 2 16,-3 4 2-16,0 2 1 0,4-1-1 0,-3 1-1 16,4-7 4-16,-1 0 5 0,-1-1 0 0,2-1-8 15,-2-5 5-15,4-1-4 0,-2 1 3 0,3-3 5 0,-2-1-4 16,2 0 4-16,0-3 3 0,-2-1 17 0,2-1 18 16,0-3 18-16,-1 5 10 0,1-5 9 0,0 0 8 15,0 0-8-15,0 0-6 0,0 0-10 0,0 0-4 0,0 0-7 16,0 0-3-16,0 0-21 0,0 0-25 0,0 0-30 15,0 0-36-15,0-13-40 0,0 13-45 0,0 0-55 16,-1-6-37 0,1 6-235-16,-2-6-520 0,2 6 231 0</inkml:trace>
  <inkml:trace contextRef="#ctx0" brushRef="#br0" timeOffset="316.33">23703 15369 64 0,'0'0'197'16,"0"0"-4"-16,0 0-17 0,0 0-6 0,0 0-16 16,0 0-16-16,0 0-11 0,-11-3-13 0,11 3-9 15,0 0-15-15,0 0 1 0,23-3-21 0,-9 3 3 0,8 0-4 16,10-1-8-16,7 1-8 0,15-5-2 0,-3 2-7 0,0 3-5 15,-13 0-4-15,2 0-4 0,-2 0-3 16,-1-2 0-16,-2 0-6 0,-4 0-1 0,-3 2-3 16,-11-3 0-16,-4 2-1 0,0 1-7 0,-3 0 1 15,-2-1-3-15,-3 1 0 0,0 0-3 0,-5 0-2 16,10 0-11-16,-10 0-9 16,0 0-6-16,0 0-4 0,0 0-18 0,0 0-18 15,-15 5-39-15,6-1-22 0,-5 3-42 0,3-4-129 16,-2 1-319-16,1 0 141 0</inkml:trace>
  <inkml:trace contextRef="#ctx0" brushRef="#br0" timeOffset="933.23">23959 15537 49 0,'0'0'222'0,"0"0"-20"0,0 0-18 0,0 0-19 16,0 0-16-16,18 4-11 0,-5-4-15 0,2 1-15 0,4 2-10 16,0 0-7-16,4-1-10 0,-1 2-9 0,-3 1-8 15,-1 1-7-15,-4 0-4 0,1 2-7 0,-3 0-5 16,-2-1-3-16,-1 2-9 0,-3 0-5 16,-2 2-6-16,-2-1 1 0,-4 2 1 0,-2 5 23 15,-5 0-4-15,-3-1-4 16,-2-3-2-16,-9 6-4 0,1-5-2 0,5-1-2 15,-7 0-3-15,1 0-2 0,6-5-1 0,-2 2 2 16,8-6 5-16,-1 4-9 0,2-5 2 0,1 0-7 16,1 0 3-16,3-2 0 0,1 5-1 0,-1-5 17 15,3 1 14-15,2-2 13 0,-5 2 8 0,5-2 9 16,0 0 9-16,0 0-4 0,20 2-2 0,-1-4-6 16,13 2-7-16,5 0 8 0,14-2 2 0,3 1 7 0,-3 0-3 15,-11 0-8-15,-2-1-7 0,-3 1-5 0,-6-2 1 0,-6 3-12 16,-2 0-6-16,-8 0 0 0,-1 0-7 0,1-1-5 15,-6 1 4-15,-1 0-5 0,1 0-13 0,0 0 17 16,-7 0-2-16,7 0-2 0,-7 0 1 0,9-3-12 16,-9 3-5-16,0 0-17 0,5 3-18 0,-5-3-27 15,0 0-39-15,0 0-41 0,0 0-49 0,0 0-65 0,0 0-333 16,9-3-624-16,-9 3 276 0</inkml:trace>
  <inkml:trace contextRef="#ctx0" brushRef="#br0" timeOffset="1688.47">25120 15325 104 0,'-9'0'171'16,"4"0"-6"-16,5 0-4 0,-11 0-8 0,11 0-13 16,-8 0-1-16,8 0-13 0,-7 0-4 0,7 0-12 15,0 0-4-15,0 0-12 0,0 0-8 0,-8 0-9 16,8 0-11-16,0 0-8 0,0 0-3 0,0 0-4 0,-5 0-5 15,5 0-7-15,0 0-2 0,0 0-1 16,0 0-3-16,0 0-1 16,0 0-1-16,0 0 6 0,0 0-2 0,0 0 4 15,0 0 8-15,0 0 7 0,0 0 10 0,0 0-2 16,0 0 0-16,25 0-4 0,-6-5-4 0,13 4-4 16,4 0-7-16,19-3-3 0,-3 3-1 0,3-1-4 15,-15 0 1-15,-4 1-10 0,-3 1 0 0,-1-3-5 16,-4 3 3-16,-7-1-2 0,0-1-2 0,-8 2 2 15,-4-1-6-15,2 0-5 0,-3 1 4 0,0 0-10 0,-8 0-8 16,11-2-12-16,-8 1-25 0,-3 1-23 0,1-3-34 0,-1 3-17 16,0 0-21-16,-14-6-17 0,8 4-21 0,-1-2-35 15,-2 2-160-15,5-2-396 0,1 3 175 0</inkml:trace>
  <inkml:trace contextRef="#ctx0" brushRef="#br0" timeOffset="2004.85">26066 15132 16 0,'1'-6'367'0,"2"0"-9"0,-1-1-7 15,0 3-17-15,-1 0-9 0,1 1-26 0,-2-2-29 16,0 5-28-16,3-4-13 0,-2 1-37 0,-1 3-18 15,2-4-23-15,-2 4-22 0,0 0-16 0,1-3-28 16,-1 3-27-16,0 0-13 0,0 0-6 0,0 0-7 16,1 14-6-16,-2-6-2 0,0 0-9 0,1 4-1 15,-2 1-4 1,1-1 3-16,0 3-5 0,-2 1 1 0,2 0 2 0,-2-4 0 16,2 4-3-16,1-4 1 0,-1-1 0 0,-2-2 0 15,3 0-5-15,-1-3-3 0,0 1-21 0,1-2-11 16,-2-1-8-16,-1 2 3 0,3-3 3 15,-3 1 16-15,3-4-13 0,0 0-19 0,-4 3-74 16,4-3-54-16,-5-10-60 0,1-1-24 0,0 0-18 0,-1-6-164 16,1-2-481-16,4-1 213 0</inkml:trace>
  <inkml:trace contextRef="#ctx0" brushRef="#br0" timeOffset="2151.94">26031 14998 87 0,'3'-19'208'0,"-2"2"23"16,-2 2 14-16,1 4 1 0,0-2-8 0,0 2 1 15,1 1-4-15,-2 0-5 0,2 5-12 0,-1 1-23 16,0-4-27-16,3 5-12 0,-6 0-17 0,6-2-23 15,-2 2-9-15,-1 3-33 0,0 0-40 0,0-6-43 0,0 6-33 0,0 0-25 16,0 0-28-16,0 0-28 0,14 8-41 0,-7-4-42 16,-2-1-204-16,0 2-445 0,0 0 197 0</inkml:trace>
  <inkml:trace contextRef="#ctx0" brushRef="#br0" timeOffset="2521.48">26457 15027 191 0,'0'0'253'0,"0"0"-28"0,0 0-23 0,1 4-24 0,-1-4-23 0,0 0-13 15,0 5-19-15,1-1-12 0,3-2-11 0,-1 6-4 16,-2-1-11-16,4 2-8 0,-1 1-5 0,6 1-11 15,-7-1-7-15,3 6 3 0,-2 0-14 0,0-4-2 0,1 2-6 16,-1-3-5-16,1-1 1 0,-3 1-4 0,0-5-3 16,0 0-5-16,0 2 5 0,0-3 22 0,0-4 20 15,-1 5 39 1,-1-6 45-16,2 2 46 0,-2-2 36 16,2 3 24-16,-2-3-26 0,0 0-23 0,7-12-18 15,-3 7-20-15,2-8-21 0,2 0-15 0,0-3-12 0,1-2-17 16,4-7-26-16,3 0-27 0,-2-2-23 0,0 1-7 15,-1 2-16-15,-4 0-10 0,0 2-17 0,1 3-21 16,-2 4-30-16,-3 0-27 0,0 5-22 16,-1-1-36-16,1 5-39 0,-1-1-47 0,0 2-61 0,0-1-35 0,1 1-224 15,0 3-611-15,2-1 270 0</inkml:trace>
  <inkml:trace contextRef="#ctx0" brushRef="#br0" timeOffset="2822.21">26785 14834 138 0,'-5'-1'236'0,"5"1"-5"0,-5-1-9 0,5 1-11 15,0 0-22-15,-6-2-12 0,6 2-11 0,0 0-17 16,-3-1-10-16,3 1-12 0,0 0-9 0,0 0-12 16,0 0-12-16,0 0-1 0,21-3-12 0,0 3-12 15,13 0-6 1,6-4-7-16,16 1-7 0,5 2-2 0,0-2-4 15,3 0-6-15,0 0-1 0,-3-1-5 0,-1 0-3 0,-6 0-2 16,-15 2-1-16,-1-2 3 0,-5 1 3 16,-4 1 3-16,-6-4 0 0,-9 4 0 0,0-1 6 15,-2 2-5-15,-4-2 1 0,0 2 2 0,-1 0-7 16,-7 1-15-16,9-1-21 0,-5-1-18 0,-4 2-36 16,0 0-32-16,0 0-29 0,0 0-38 0,-22 2-40 0,9 0-34 0,-1 2-178 15,1-2-444-15,-1 2 196 0</inkml:trace>
  <inkml:trace contextRef="#ctx0" brushRef="#br0" timeOffset="3370.28">27111 15040 100 0,'0'0'219'0,"0"0"-18"0,0 0-19 0,0 0-21 15,0 0-15-15,14 1-15 0,-5-1-10 0,4 1-14 16,1 3-7-16,3-3-15 0,3 2-10 0,-2 1-7 15,0 0-8-15,-2 0-2 0,-3 0-13 0,1 0-7 0,-3 1-1 0,0 0-7 16,-1-2-9-16,-5 1-6 0,3 0-4 0,-4-2-7 16,-3 2-1-16,3 1-1 0,-4 0 1 0,0-3 2 15,-4 4 0-15,0 0-5 0,-1-1 3 0,-4 1-3 16,-1 0-1-16,1 0-2 0,1-2 1 0,0 3 1 16,1-3 0-16,3 0-1 0,-1-1 3 0,1 1-1 15,0 1-2-15,2-1 4 16,1-1-2-16,-1 2-2 0,2 1 4 15,2-2-1-15,1 1 9 0,3 1 7 0,1-1 4 16,4 3-3-16,1 0-2 0,1 1 2 0,-3-2-7 16,4 2 3-16,-6-1-6 0,2 0 2 0,-2-2-5 15,-2 2-1-15,-2-1 2 0,0-2-2 0,-3 1-4 0,-1 1 4 16,-2-1 4-16,-2 2-2 0,-4-2 4 16,-2-1 2-16,-7 4-4 0,-6-3-8 0,0 4-12 0,-7-7-20 0,1 4-37 15,1-7-40-15,0 0-55 0,-1 0-145 0,2-6-335 16,4 5 148-16</inkml:trace>
  <inkml:trace contextRef="#ctx0" brushRef="#br0" timeOffset="3755.62">26401 15492 28 0,'-12'0'169'0,"5"0"-16"16,0 1-14-16,1-1-19 0,6 0-13 0,-10 0-13 16,10 0-1-16,-7 0-8 0,7 0-1 0,-5 1-3 15,5-1 2-15,0 0 9 0,-5 3 16 0,5-3 8 16,0 0 4-16,0 0 4 0,29-2-8 0,-9 1-6 15,12-1-9-15,8-4 0 16,19 1-1-16,32-1 3 0,2-3-2 0,2-2-3 16,-2 2-2-16,-1 0-14 0,-3-2-9 0,-30 7-2 15,1-3-5-15,-2 4-9 0,-6-2-3 0,-12 0-6 16,-3 1-3-16,-4 1-5 0,0-1-6 0,-12 3 2 16,-3-1-5-16,-4 0-3 0,-3 2-3 0,-2 0-2 15,-4 0 1-15,3 0 1 0,-3-3-4 0,-1 0-8 16,1 2-17-16,-5 1-26 0,6-4-26 0,-6 4-23 0,0 0-12 15,0 0-16-15,0 0-43 0,-14 13-51 0,4-6-48 0,-4-2-177 16,5-1-460-16,-4 1 203 0</inkml:trace>
  <inkml:trace contextRef="#ctx0" brushRef="#br0" timeOffset="4272.14">26940 15666 197 0,'0'0'262'0,"0"0"-24"0,0 0-23 16,0 0-24-16,0 0-11 0,23-4-20 0,-10 5-15 15,5-1-14-15,1 2-10 0,10 2-13 16,-6-2-1-16,3 3-12 0,2-1-8 0,-6 2-9 16,-6-1-11-16,-2-1-9 0,-2 1-9 0,-1 2-4 0,0 1-8 0,-4-2-3 15,2 2-5-15,-5 1-2 0,-3 2-5 0,-1-1 0 16,-2 4-2-16,-5 0-4 0,-8 1 2 0,2-1-2 16,-9 3-4-16,-2 0 0 0,6-5 1 0,0-2-3 15,2 1 7-15,-1-3 1 0,1 1 1 0,5-3-3 16,2 0 0-16,-1-1-2 0,3-2 0 0,1 0 5 15,1-1 24-15,1 0 19 16,2 1 22-16,-3-1 20 0,5-2 14 16,0 0 13-16,0 0-7 0,16 5-1 0,7-5-9 15,9 1-10-15,5 1-6 0,20-1-5 0,-3-1 12 16,0 0-10-16,-3 1-6 0,2 1-12 0,-19-2-15 0,-2 0 8 0,-2 1-11 0,-9 1-5 16,-3-2 1-16,-4 1-4 0,-2-1-11 0,-6 0 8 15,3-1 2-15,-4 2-1 0,-5-1 3 16,9-1-8-16,-9 1 0 0,9 1-18 0,-9-1-35 15,0 0-37-15,9 0-74 0,-6 1-92 0,-3-1-111 16,0 0-430-16,0 0-814 0,0 0 360 0</inkml:trace>
  <inkml:trace contextRef="#ctx0" brushRef="#br0" timeOffset="6946.85">6461 16723 106 0,'0'-4'182'0,"3"1"-17"0,-6-2-20 0,3 5-11 15,3-7-11-15,-3 4-6 0,0-1-8 16,0 4-6-16,4-5-5 0,-4 1-12 0,0 4-4 15,1-3-8-15,-1 3-8 0,0 0-9 0,0 0-7 16,0-5-10-16,0 5-15 0,0 0-11 0,0 0-5 16,0 0-4-16,0 13 4 15,-1-2-6-15,-3 4 4 0,4 4-6 0,-5 0-1 16,-4 8 3-16,4 1-10 0,-3 2 14 0,3 1-2 16,-1-1-2-16,-1 3 0 0,2-7 1 0,0 2 3 15,0-2-10-15,2-6 4 0,3-3 3 0,-1-3-3 16,0-2 2-16,0-2-3 0,1 0 0 0,0-3 9 15,0-2 12-15,0 1 10 0,0-3 32 0,0 2 19 16,0-5 30-16,0 0 4 0,0 0-14 0,0 0-10 0,9-9-6 16,-3-1-9-16,4-6-9 0,0-1-6 0,5-4-7 0,1-1-6 15,-3-3-2-15,5 0-4 0,-3 3-4 0,3 3-2 16,-5 3-1-16,-1 1 2 0,-1 2 3 16,-1 1-9-16,-2 3 0 0,-2 4-4 0,-1-1-1 15,0 2-7-15,0-1-4 0,-2 2 0 0,1-1-2 16,-4 4-5-16,4-5 0 0,-4 5-4 0,3-4-4 0,-3 4-10 0,0 0-10 15,3-3-4-15,-3 3-8 0,0 0 6 0,0 0 2 16,0 0-2-16,0 0 8 0,0 0-3 0,-8 19 5 16,6-14 4-16,-2 2-1 0,-1-2 3 15,1 0 3-15,0 2-4 0,4-7 3 0,-8 6-2 16,6-2 4-16,2-4-1 0,-4 5 6 0,4-5-4 0,-4 4 1 16,4-4 1-1,0 0 0-15,-2 5 0 0,2-5-4 0,0 0 3 16,0 0 1-16,0 0-4 0,0 0 3 0,-3 5-1 15,3-5-6-15,0 0 4 0,0 0-3 0,0 0 3 16,0 0 0-16,5 11 4 0,-2-5-4 0,3 2 2 16,-1 1 3-16,2 1-2 0,4 2 5 0,-3-2-4 15,5 3 2-15,-1-2 0 0,3 1 0 0,1 0 3 16,-1 0 0-16,-1-2 5 0,3 2-2 0,-3-3-3 0,2 1 4 16,-1-2-19-16,-2 1-26 0,-1-1-34 0,-3-1-36 0,0-1-52 15,0 0-50-15,-3 0-193 0,1-2-436 0,-4-2 194 16</inkml:trace>
  <inkml:trace contextRef="#ctx0" brushRef="#br0" timeOffset="7601.82">7273 16854 66 0,'0'0'184'0,"0"0"-15"0,0 0-15 16,0 0-15-16,0 0-11 0,0 0-14 0,0 0-7 15,0 0-7-15,0 0-8 0,0 0-11 0,0 0-3 16,0 0-9-16,0 0-6 0,0 0-8 0,0 0-4 16,0 0-5-16,29-5-4 15,-19 3 1-15,3 0-10 0,9 1-2 0,-3-3-1 16,2 1-5-16,-1 1-3 0,0 2 0 0,0 0-3 16,-1 0-2-16,-6-1-4 0,1 1-4 0,-3 0 0 15,1-1-7-15,-6 1-13 0,-6 0-12 0,13 1-11 16,-13-1-18-16,0 0 0 0,10 1-2 15,-10-1-19-15,0 0-26 0,0 0-38 0,-14 10-110 16,14-10-267-16,-17 4 119 0</inkml:trace>
  <inkml:trace contextRef="#ctx0" brushRef="#br0" timeOffset="7949.58">7352 17007 140 0,'0'0'161'0,"-4"4"-20"16,4-4-1-16,0 0-20 0,0 0-4 0,0 0-3 15,0 0-10-15,0 0 4 0,0 0-4 0,21 0-8 16,-7-2-5-16,5-1-16 0,12 1-1 0,-3-3-5 16,4 0-9-16,-3-2 2 0,3 3-2 0,-4-4-3 15,-10 6-3-15,1-1-5 0,-5 3-7 0,-1-3-2 16,-3-1-7-16,-2 4-1 0,0-1-3 0,-8 1-7 0,11 1-7 16,-7-2-21-16,-4 1-15 0,0 0-12 0,0 0-12 15,0 0-52-15,-1 6-69 0,-10-1-135 0,4-3-328 16,7-2 146-16</inkml:trace>
  <inkml:trace contextRef="#ctx0" brushRef="#br0" timeOffset="16871.75">27980 7940 53 0,'1'-4'197'0,"2"0"-1"0,-2 0-1 16,2 0-7-1,-2-1-4-15,2 2-15 0,-1 0-5 0,-2 3-10 16,4-6-5-16,-1 2-2 0,0 1-4 0,0 0-4 16,-3 3-7-16,4-2-12 0,-2-1-9 0,-2 3-13 15,0 0-7-15,3-3-11 0,-3 3-16 0,0 0-11 16,4-3-25-16,-4 3-21 0,0 0-9 0,0 0-2 0,-7 16-2 0,-2-2-1 0,-7 10 5 15,-10 4 0-15,-13 12-2 0,-1 1 5 16,-5 0-2-16,2 0-4 0,-3 1 2 0,2-4 3 16,2-1 0-16,4-2-1 0,2 4-3 0,9-12 4 15,3 0 0-15,1-1-2 0,5-3 1 0,0 0 2 16,4-1-2-16,4-7 0 0,2-1 4 0,-1-2 5 16,3-2 1-16,0-3-1 0,2 1 1 0,1-4-2 15,1 1 0-15,-1 0 0 0,2-1 3 0,0-1 1 16,-1 1-4-16,2-4 3 0,-1 3 4 0,1-3-4 0,-4 4-3 0,4-4 7 15,0 0-2-15,-3 3-13 0,3-3-11 0,0 0-17 16,0 0-23-16,0 0-50 0,0 0-83 0,0 0-247 16,-1-14-468-16,0 7 207 0</inkml:trace>
  <inkml:trace contextRef="#ctx0" brushRef="#br0" timeOffset="17225.84">27510 8052 241 0,'1'-5'265'0,"-1"2"-28"0,4-1-27 0,-4 4-23 0,0-5-23 16,0 5-16-16,0 0-17 0,11 9-15 0,-3 1-12 0,1 6-10 15,10 9-7-15,0 2-7 0,1 2-10 0,9 14-4 16,-1 1-11-16,4-2-4 0,-2 1-3 0,0 2 0 15,-2-2-8-15,-2-5-3 0,-5-9 0 16,0 0-1-16,-1-3-2 0,1 1 3 0,-4-5 0 0,-5-5 0 16,-2-2 0-1,0-6 5-15,-2 0-8 0,0 0 2 0,-3-3 8 16,-1 0 10-16,0 0 11 0,-3-1 22 0,4-3 12 16,-1 3 8-16,-3-3 1 0,3 0 1 0,-4-2-10 15,5 3-10-15,-5-3-12 0,3 1-11 0,-3-1-29 0,0 0-33 16,0 0-41-16,0 0-33 0,0 0-54 0,0 0-67 15,0 0-63-15,0 0-283 0,0 0-580 16,0 0 258-16</inkml:trace>
  <inkml:trace contextRef="#ctx0" brushRef="#br0" timeOffset="31090.76">6069 15207 20 0,'-6'-3'56'15,"6"3"3"-15,-8-2 5 0,8 2-10 0,0 0 7 16,-5-1-6-1,5 1-4-15,0 0-1 0,0 0 5 0,-5-2-7 16,5 2 1-16,0 0-4 0,0 0 7 0,0 0-16 16,0 0-2-16,0 0-10 0,0 0-7 0,0 0 6 15,0 0-3-15,0 0-1 0,0 0-9 0,0 0 13 0,0 0-8 16,0 0-9-16,0 0-6 0,0 0 2 16,0 0 10-16,0 0-14 0,0 0 2 0,19 5 2 15,-11-2 1-15,-2-3 3 0,8 1 0 0,-1 2-7 0,6-2 9 0,0-1-17 16,2 1 7-16,0 2 5 0,8-3 1 0,1 0-3 15,-3 3 0-15,5-6 5 0,-3 6-1 0,5-3-11 16,-4 0 10-16,6 0 2 0,1 1-5 0,-1-2 0 16,2 1 4-16,2 1 1 0,12-1-12 0,-2 0 9 15,-14 0 0-15,18 0 2 0,-15 0 5 0,17 0-8 16,-2 0-3-16,-3-1 3 0,-1 1 1 0,-10 1-10 0,12-2 10 16,-1-2-6-16,-11 3 2 0,11 0-5 0,2-4 7 15,1 1-6-15,-5 2 10 0,3 0-9 0,-13 1 0 16,15 0 1-16,0-3-2 0,0 3 10 0,-4 0-1 0,3-2-5 15,1 2 6-15,-1-1-4 0,-1 1-2 0,0 0 4 16,-1 0-3-16,0 0-3 0,0 3 5 16,0-3-1-16,2 0 4 15,1 0-5-15,-2 0 5 0,2 0-5 0,-2 0 4 16,1 3-8-16,-2-2 5 0,-1 0 2 0,2 1-3 16,-11-1-3-16,9-1-1 0,3 0 0 0,-16 1 2 15,21-2 1-15,-5 2-5 0,-3 2 12 0,4-6-4 16,-3 2 4-16,-11 1-6 0,13 0 3 0,2-1 0 15,-1 2-9-15,-2-2 10 0,3-1 6 0,0 4 14 16,-1-4-17-16,-2 0 1 0,3 2 3 0,-4-3 1 0,0 3 1 0,-11 0-6 16,11-3 10-16,0 1-12 0,0 2 6 15,2-1 0-15,-3 1 1 0,2-3-4 0,0 3 1 16,3-2-3-16,2 2 3 0,-2 0-3 0,2-1-1 0,2-1-5 16,0 2 2-16,-3 0 1 0,4 0 3 0,-1 0-3 15,-3-3-8-15,-2 2 8 0,3-2 0 0,2 2-1 16,-3 1-2-1,2 0 2-15,-1 1 0 0,3-2 11 0,-1 1-15 16,0 4 5-16,3-3-4 0,-3-1 1 0,0 3-4 16,-2 0 8-16,-3-3-5 0,6 4 12 0,-4-2-12 15,2 3 0-15,-2-2-6 0,-1 1 6 0,-3-2 3 16,3 1-1-16,3 4 4 0,-2-1-4 0,0-2-5 16,2 0 11-16,-2 1-14 0,-2-2 5 0,-1 2 4 15,1 2 4-15,-13-5-5 0,13 2 2 0,0-2-3 0,-1 0-2 0,-2 2 11 16,-9-3-9-16,11 3-3 0,-1-1-3 0,2 2 1 15,-2-3 4-15,-2-1-5 0,2 3 3 0,-1 0 4 16,-11-1 0-16,12-3-1 0,-15 2 16 0,13 2-23 16,-10-3 9-16,-2 2-2 0,13 2-6 0,-12-2 8 15,13 4-8-15,-12-5 5 0,12 2 7 0,-2-3-1 16,-11 1 8-16,1 0-17 0,0 1 3 0,13 1 2 0,-15-4-5 16,2 1 8-16,-3 0 5 0,3 0-6 0,-2 2-2 0,1-1 8 15,-5-1-1-15,1 1-11 0,-1 3 9 0,2-5 1 16,-4 2-7-16,5-1 7 0,-5 0-9 15,0-1 9-15,1 1 11 0,0 0-13 0,-1 5 7 16,-1-6-10-16,0 1 3 0,-2 0-5 0,-1 1 1 16,1 0 4-16,2 1 0 15,-3-1-3-15,2 1 0 0,-2 0 1 0,0-3 0 16,-8 1 2-16,10 0-2 0,-9 1 2 0,8-1 0 16,0-1-2-16,-7 2 4 0,-2-2-6 0,2-1 3 15,1 4-2-15,4-6-1 0,-7 4-3 0,-1-3 8 16,4 1 1-16,-5 2 0 0,0-2 10 0,0 1-9 15,0 0 1-15,0 2-2 0,-5-3-4 0,4 1 0 0,0 0 3 16,-3-1-4-16,3 1 10 0,-1-2-2 0,-5 2-8 0,1-1 3 16,1 1 3-16,1 0-10 0,-4-1 4 0,3 1 4 15,1-3-1-15,-2 3 1 0,-1 0-3 0,2 0-3 16,-3 0-7-16,1 0 0 0,1 0 5 0,-4 0 7 16,1 0 0-16,0 0-1 0,-2 0 1 15,1 0-7-15,-1-3 6 0,0 3-1 0,-1 0 3 0,-6 0 4 16,12 3-4-1,-7-3-16-15,-5 0 15 0,0 0-3 0,9-3-6 16,-9 3 3-16,0 0 11 0,0 0-13 0,6 0 4 16,-6 0 6-16,0 0-4 0,0 0-5 0,0 0 4 15,0 0 0-15,0 0-3 0,8 3-3 0,-8-3 8 16,0 0-8-16,0 0 6 0,0 0 9 0,0 0-21 16,0 0 7-16,0 0 3 0,0 0 5 0,4-3-2 15,-4 3-3-15,0 0 0 0,0 0 2 0,0 0 2 0,0 0 1 0,0 0-5 16,0 0 8-16,5 3-4 0,-5-3-4 0,0 0 10 15,0 0-9-15,0 0 4 0,0 0 4 0,0 0-7 16,0 0 1-16,0 0 0 0,0 0-2 0,0 0-2 16,0 0 7-16,0 0-4 0,0 0 0 0,0 0 11 15,0 0-5-15,0 0 9 0,0 0-22 0,0 0 11 16,0 0 3-16,0 0-3 0,0 0-2 0,0 0 3 0,0 0-9 16,0 0 6-16,0 0-2 0,0 0 1 0,0 0-2 15,0 0-3-15,0 0 4 0,0 0-1 0,0 0-3 0,0 0 4 16,0 0-7-16,0 0 3 0,9 0 9 0,-9 0-9 15,0 0 7-15,6 0-10 0,-6 0 5 0,11 0 2 16,-11 0-4-16,10-3 2 0,-5 6-3 0,0-3 2 16,0 3 7-1,-5-3-8-15,9 0 4 0,-3 1-2 0,-6-1-1 16,8 1 0-16,-3-1 0 0,0 2 3 0,1-1 6 16,-6-1-9-16,15 0 3 0,-7 1-4 0,-1-1-8 15,5 1 7-15,-1 1 1 0,-2-2 8 0,3 0-8 16,-1 0 2-16,1 0 1 0,-1 3-2 0,2-3 2 15,1 0-1-15,-4 2 0 0,4-2-1 0,2 0 7 16,-2 0-9-16,4 2 8 0,-1-1-7 0,1-1 4 0,1 0-4 0,-1 1 2 16,2 0-3-16,0-1 3 0,-1 0 2 0,8 3-2 15,-5-4 3-15,-2 2-3 0,3 0-3 0,5-1 2 16,-6 3 0-16,7-3 1 0,2 1 3 0,0 1-7 16,1-1 5-16,0 2-4 0,-2-2 6 0,1-1 0 15,0 0-4-15,-1 2 1 0,2 1 0 0,-1-3 1 16,3 1 1-1,0 2-2-15,-3-2 0 0,3 1-1 0,0 2 5 0,-2-2-6 16,3 1 6-16,-2-1-3 0,3-1-1 0,-1 1 3 16,1-1 0-16,4 1 0 0,-7 0-9 15,0 2 6-15,1 0-1 0,0 1-2 0,3-3 3 16,-5 1 9-16,1 1-8 0,-1-1 2 0,1 2-4 16,-2 0 2-16,2 1-4 0,2-4 0 0,-2 2-1 15,-1 0 7-15,1 2 3 0,0-2-14 0,-1 0 6 0,0 0 1 0,0 2-5 16,0-3 8-16,3 4-2 0,-3-5-2 0,-2 3 5 15,1-3 0-15,1 3-2 0,-4-2-3 0,4 2 3 16,-1-1 0-16,-4 1-5 0,1 0 1 0,2-1 2 16,-3 0 0-16,1-1-5 0,-10 0 3 0,5-2-3 15,-1 3 2-15,7-1-1 0,-9-1 4 0,1 0 0 16,2 1 1-16,-2 0 0 16,3-2-5-16,4-1 10 0,-1 4-13 0,-7-2 7 15,7-1-1-15,2 1 0 0,-2-1 1 0,2 2 2 16,-8-1 4-16,7 0-11 0,-1-1 6 0,1 1-4 15,2-1 6-15,-9 0-3 0,6-1-1 16,0 0 2-16,-7 2 0 0,11-1 0 0,-3-1-3 0,-1 1 7 16,1-1-8-16,0 1 4 0,3-1-8 0,-2 0 13 15,-1 1-5-15,3 0 3 0,1-1 0 0,-4 0-2 0,4 2 1 16,0-2-4-16,1 1 5 0,3-1-3 0,-4 1-3 16,5-1 3-16,-1 0 1 0,2-1-3 0,1 0 5 15,0-1-1-15,-2 2-1 0,16-1-2 0,-15 0 0 16,0 2 2-16,12-3 0 0,-9 2-3 0,9 0 3 15,1-2-1-15,-14 3 2 0,15-5 0 0,-13 3 1 16,-1-1-5-16,15-1-2 0,-13-1 6 0,10-1 2 0,-10 2 0 0,14-2-2 16,-15 0 0-16,12 1 1 0,-9-2 5 0,7 0 0 15,2-1-1-15,0-1 0 0,-13 6 3 0,15-4-3 16,-3-3-6-16,-12 4 4 0,0 0-1 0,2 1 1 16,11-2-2-16,-11 0 2 0,-2-2 0 0,3 4 1 15,10-6-1 1,-1 2-6-16,-12 5 5 0,2-6-3 0,-2 3 3 15,3 0 9-15,-4 0 0 0,4 0-4 0,-3-1 8 16,13 0-6-16,-15 1 6 0,1 0-3 0,-1 0-3 16,5 0-3-16,-4-2 8 0,0 5 2 0,0-4-1 15,4 0-6-15,-4 2 1 0,13-2-2 0,-9 3 2 0,-3-1-2 16,16 1 0-16,-3-3-4 0,-14 6-2 0,3 1 2 16,11-5-2-16,-13 5 5 0,-1-3-5 15,3 1-3-15,-3-1 0 0,0 2 6 0,1-2-5 0,-2 2 2 0,0 0 5 16,-1 1-9-16,1-1 0 0,-2 0 2 0,-3 0 1 15,0-3-2-15,4 4 0 0,-6-2 0 0,2 1 1 16,-1 2-1-16,-1-3 1 0,-1 1-2 0,2-1-2 16,-3 0 5-16,4 1-4 0,-3 0 2 0,-1-1-1 15,1-1-10-15,-6 2 11 0,7 0-1 0,-1-2 4 16,0 3-4-16,3-1 1 16,-2-1-7-16,1 2 6 0,2-1 1 0,-2 1 2 15,1 1-2-15,2-2-2 0,-2 2 1 16,0 0 0-16,-2 0 0 0,0 0-1 0,1-1-2 0,-1 0-5 15,-1 1 9-15,2-1 1 0,-2 2-2 0,1-1 0 16,0 0 1-16,2-1 4 0,1 0-5 0,0 3 3 16,1-3-1-16,0 2-2 0,-1-2-2 0,0 1 2 15,5-2 2-15,-3 1-2 0,0 0-6 0,-1 1 7 0,1 2 0 16,-1-2 1-16,1 0-2 0,-2 0 2 0,4 0 0 0,-4 0-1 16,0 1-1-16,1-1 0 0,-1 2-3 15,1-1 3-15,-2-3 1 0,-2 2 1 0,3 0-7 16,0 0-1-16,-1-1 7 0,0 3-5 0,-1-2 3 15,2 0 1-15,0 0 2 0,-4 3-1 0,4-1-4 16,-1 1 3-16,-3 0 2 0,1 0-3 0,-1-2 1 0,-1 3 2 0,-4-2-1 16,7-2-1-16,-10 5-2 0,10-4 2 0,-9 1 0 15,7-1-1-15,-5 3 2 0,4 1-1 0,-5-5 0 16,-2 3 3-16,7-1-6 0,-6 1 4 0,-1 0 0 16,0 0-1-16,-2-3-4 0,2 0 6 0,-1 3 3 15,-4-4-4-15,3 2 1 0,-7 0-5 0,10-2 4 16,-4 2 0-1,-2-4 0-15,2 4 6 0,0-1-4 0,-4 0 4 0,2-1-3 16,-2 0 2-16,3 3 0 0,0-3 0 0,3 0-4 16,-1 2-1-16,0 0-3 0,0-1 4 0,0 0 4 15,1-1-8-15,0 2 4 0,-1-2-1 16,4 5-2-16,-2-4 4 0,0 2-4 0,1 0-1 16,0-1 3-16,-1 0 2 0,-1 1-3 0,3-1 3 15,-3 0-5-15,3 1 8 0,-2-2-5 0,0 2-7 0,0 0 8 0,0-1-3 16,-2 5 2-16,1-5 2 0,-1 2 1 0,0-1-5 15,1-1 3-15,-2 3-6 0,1-3 6 0,-5 1 0 16,3 0-2-16,1 1-4 0,-3-2 0 0,-1 1 3 16,1 1-1-16,-1-2 3 0,-1 1-9 0,1 0 14 15,4 1-8-15,-5-2 0 0,1 1-1 0,1 0-3 16,3-1 2-16,-3 1 0 16,0-1 1-16,4 1-1 0,-1-2-1 0,-3 2 5 15,-2-3-2-15,6 3 2 0,-2-2-6 0,4 0 4 16,-6 1 7-16,5 1 20 0,-1-1-2 0,0 1-6 15,2-1-1-15,0-1-2 0,-1 2 0 0,1-3 1 16,-2 3-3-16,3-2-3 0,0 0-1 16,-3-1-3-16,5 3 6 0,-2-1-8 0,-3 0 3 0,3-1-3 15,0 1-2-15,-1 3 11 0,-1-3-8 0,2 1-1 0,-2-3 0 16,1 4-2-16,2-2 1 0,0 0 1 0,-3 2-2 16,0-4-1-16,-1 3-3 0,0-1 5 0,1-1-1 15,-2 2 0-15,1-1-1 0,-6 0 2 0,2-1-2 16,-1-1 1-16,-2 3 1 0,1-2-2 0,1 3 1 15,-2-3-1-15,2 0-3 0,1 0 5 0,-2 2-4 0,-1-2 0 16,2 2 0 0,-3-3 2-16,1 4 5 0,0-2-10 0,-2-1 3 15,1 1 1-15,2-1 4 0,-1-1-2 0,-2 3 2 16,3-2-7-16,-1-1 2 0,-1 0 3 0,2 3 0 16,-6-3 0-16,2 2-1 0,1 0-1 0,0-1 2 15,-3-1-2-15,-2 0 1 0,5 2 2 0,-4-1-4 16,-5-1 4-16,9 1-2 0,-4-1-1 15,-5 0 1-15,10 1 1 0,-5-1-2 0,-5 0-3 0,8 1 0 0,-8-1 5 16,9 0 1-16,-5 1-1 0,-4-1 10 0,9 0-13 16,-9 0 2-16,8 2-2 0,-8-2 1 0,7 0-3 15,-7 0 4-15,7 0 2 0,-7 0-7 0,9 0 5 16,-9 0-2-16,7 0 2 0,-7 0-2 0,7 0 1 16,-3 3-1-16,-4-3 0 0,8 0 1 0,-8 0 5 15,5 1-5-15,-1 0 0 0,2 1 2 0,-6-2-2 0,7 2 2 0,-7-2-2 16,9 2 2-16,-9-2-3 0,9 0 9 0,-4 0-4 15,-5 0-5-15,9 1 4 0,-3-1 0 0,-2 3-4 16,-4-3 1-16,9 0 3 0,-2 0-4 0,-2 0-2 16,-5 0 5-16,11 0-3 0,-4 0 1 0,-1 0 2 15,-6 0-4-15,9 0 2 0,-3 2 3 0,-1-2-2 16,-5 0-1 0,9 0 0-16,-9 0 0 0,8 0 4 0,-8 0-6 15,9 0 2-15,-9 0 0 0,0 0 0 0,8 0 9 16,-8 0-6-16,0 0-3 0,7 0-1 0,-7 0 2 15,0 0-1-15,12 0 4 0,-12 0-4 0,10 0 5 16,-10 0-5-16,9 0 1 0,-9 0 0 0,11 0-2 16,-11 0-3-16,0 0 5 0,13 0-1 0,-13 0-5 15,9 2 7-15,-9-2-2 0,9 1 9 0,-9-1-11 0,9 0 1 0,-9 0 1 16,9 1 5-16,-9-1-4 0,0 0 3 0,11 1-3 16,-11-1 1-16,8 2-2 0,-8-2 1 0,0 0-3 15,8 1 0-15,-8-1 2 0,8 1 0 0,-8-1 1 16,7 3 0-16,-7-3-2 0,0 0 2 0,8 0-2 15,-8 0 2-15,8 3-2 0,-8-3 3 0,0 0-2 16,10 0 1 0,-10 0-1-16,10 1 1 0,-10-1 2 0,8 3-4 15,-8-3 3-15,10 1-4 0,-2 0 5 0,-8-1 0 16,11 3-1-16,-4-2-1 0,-1 0 6 0,1 0-4 16,-7-1-2-16,13 2 2 0,-9-2-5 0,-4 0-2 15,13 3 6-15,-7-3 0 0,-6 0-7 0,9 2 5 16,-9-2 0-16,9 2 3 0,-9-2 0 0,9 0-2 15,-6 1 0-15,-3-1-2 0,0 0 3 0,0 0-2 0,0 0 1 0,0 0 2 16,0 0-1-16,0 0 1 0,11 0-7 0,-11 0 5 16,0 0-3-16,0 0 5 0,0 0-5 0,0 0 4 15,8 1-3-15,-8-1 2 0,0 0 0 16,0 0 2-16,0 0-3 0,0 0 2 0,0 0-4 16,0 0 4-16,0 0-3 0,0 0 1 0,0 0-8 0,0 0-17 15,0 0-17-15,0 0-23 0,0 0-36 0,0 0-33 0,0 0-31 16,0 0-127-16,0 0-315 0,0 0 140 0</inkml:trace>
  <inkml:trace contextRef="#ctx0" brushRef="#br0" timeOffset="34296.85">27729 15342 63 0,'3'-6'161'0,"-3"6"-1"0,0 0-10 0,0 0-14 16,0-7-7-16,0 7-13 0,0-4-9 0,0 4-9 15,4-7-8-15,-4 7-4 0,1-7-11 0,-1 7-5 16,0-6-7-16,0 6 1 0,0-7-19 0,0 7-1 15,-1-10-5-15,1 10-5 0,-3-6-2 0,2 0 5 0,-2 2-10 0,3 4-2 16,-3-9-6-16,-1 5 0 0,0-1-3 16,0 1-1-16,-1-3-4 0,1 1-5 0,-2 2 1 15,-2-4-3-15,3 2 6 0,-4-1-6 0,0-1 2 0,2 2-4 16,-1 0 7-16,-1-3-2 0,0 2-3 0,0 0 1 16,0 0-4-16,-2 0 1 0,1 0-5 0,-2 0-2 15,-3-1-2-15,3 1-1 0,-2-2-5 0,-3 1 0 0,2 2 2 31,2 0 0-31,-2-1-1 0,0 0 4 0,1 0 2 0,-2 1-1 0,0 2-4 0,-2-3-4 0,0 2 5 16,0 2 8-16,-4-2-7 0,3 0-3 0,0 1 7 16,-3-2-1-16,-5 1-5 0,-1 1 1 0,9 1 0 15,-6-4 4-15,2 3 0 0,2 0 3 0,2-2 0 16,-3 3-1-16,1 1 2 16,0-3-5-16,1 3 4 0,-2-1-3 0,-6-1 1 15,6 1 4-15,-6 1-1 0,0-1 2 0,-6-1-4 16,4 3 7-16,-2-3-5 0,0 1 2 15,-1 1-3-15,-3-1 1 0,3-1-4 0,-3 1 4 16,-2 1 2-16,1-1 0 0,1-1 3 0,0 2-1 16,-5-4-4-16,4 2 4 0,0 1-1 0,0-1 3 0,-1 1-2 15,1 0-4-15,1 1 4 0,-2-2 10 0,0 1-12 0,1 1 0 16,1 0 4-16,1-2-6 0,-1 0 0 0,-1 2 2 16,-1-1 3-16,-1 3-5 0,4-4 3 0,-1 1-2 15,1 0 1-15,2 1 0 0,-2 0-3 0,0 2 5 16,2-1-4-16,1 1 2 0,-3 0-1 0,-1 0 2 15,2 0-5-15,-3 1 6 0,0-1-3 0,0 0 1 16,-2 0-2 0,2 2 3-16,-2-2 4 0,-1 0-3 0,-11 2-2 0,14-2 2 15,-3 2 1-15,3-1-3 0,-2 2 3 0,2-2-6 16,-2 1 3-16,3-2-3 0,-2-2 3 0,6 4-2 16,-4-1 2-16,3-1 2 0,-4 0-3 15,1 0-3-15,-2 0 6 0,2-1-5 0,-3-1 4 16,-11 0 0-16,10-3-2 0,3 3-1 0,-15-3 2 15,12 3 0-15,-1-3-2 0,2 1 0 16,-14 0 2-16,16 3 0 0,-3-1-2 0,2 2 1 16,0-2-2-16,2 2 5 0,-1 0-1 0,1-2 1 0,2 2-3 15,-3 0 3-15,1 2-4 0,0 0 2 0,0-1-7 16,-1 0 2-16,2 0 5 0,-1 2-6 16,1 1-5-16,1 2 3 0,-5-2 0 0,2-1 2 15,2 2-5-15,-1 1 0 0,0-2 1 0,-1 4-3 16,1-2 1-16,-3 3 6 0,3 1 1 0,-1-3-12 15,0 5 8-15,-3-2 0 0,4 0-4 0,-3-1 1 16,4 2 3-16,-4-2 1 0,2 1 3 0,-2 1 3 16,3 0 1-16,0-3-5 0,1 2 0 0,2 0-2 0,-2-2 8 15,3-1 3-15,0 3-3 0,0-3-7 16,0 2-2-16,2 1 3 0,-1-3 5 0,0 4 3 16,2-2-1-16,0 3-6 0,-1-6 4 0,1 5-1 0,-2-4 2 0,0 3-1 15,-2-2-3-15,1 2-4 0,0-1-1 0,-2 0-4 16,2-1 4-16,-3 1 0 0,1 0 6 0,-2-1-6 15,0 0 5-15,-1-2 3 0,1 5-4 0,-2-5-3 16,1 4 4-16,1-5-4 0,-1 2 8 16,0 0-9-16,-1-1 1 0,1-2 6 0,-3 0-2 0,2 0 0 15,-2-2-1-15,1-1-2 0,-12 2 5 0,12-3 2 0,3-2-1 16,-1 4-3-16,0-1 7 0,2-1-5 0,-4 0 2 16,1 0-2-16,-2 0 12 0,1 2-10 0,1-3-2 15,-1 1 16-15,-12 1-16 0,11-1 2 0,-10 0-4 16,8 2-2-16,-12 0 5 0,14-4 0 0,-12 2-4 15,14-1 4 1,-1-2 6-16,0 3-7 0,0 0-1 0,-1-3 1 16,-1 2-4-16,-10 0 5 0,15-1 0 0,-3-2 0 0,-14 3 2 15,14-3 3-15,-1 3-6 0,0 0 1 0,-12 0 1 16,2-2 0-16,9 3-4 0,-10-3 2 0,10 2-1 16,-10-5 5-16,1 4-1 0,11 0 0 0,-12-1 0 15,12 0 1-15,0 3 2 0,-13-4-8 0,14 2-2 16,-12-1 3-16,11-1 4 0,0 0-2 15,1-1 1-15,-13 1 3 0,11 0-3 0,1 0 2 0,-11 2 3 0,-1-3-5 16,11 1 1-16,-15-1-1 0,2 3 3 0,0-2-2 16,2 0 14-16,-1 1-14 0,-1-1-2 0,2-1 4 15,10 1-3-15,-14-1-2 0,-2-3 0 0,3 2 2 16,-1 0-3-16,0 1 7 0,0-1-8 0,-1 2 1 16,1-2 4-16,-5-2-1 0,3 1-1 0,-1 1 4 15,1 2 16-15,3-4-24 16,-5 4-2-16,0-1 4 0,0 0 1 0,2-2 4 15,-2 2-1-15,-1-2-2 0,3 0 3 16,-1 1 4-16,5 1-5 0,-5-3-2 0,4 0 1 0,-1 1-1 16,-1 0 1-16,4-3 4 0,-2 8-7 0,2-6 2 15,-2 1 2-15,3 2-2 0,0-2 1 0,-2 2 3 16,-1 1-1-16,1-3 1 0,3 3 0 0,-3-1-4 16,-4 0-2-16,1 2 4 0,2-1-1 0,-2-1 0 0,0 1 0 15,5 0-4-15,-5-1-2 0,3 2 2 0,13 1 3 16,-12-1 2-16,12 3 1 0,-13-3-1 0,2 3 2 15,10 0 6-15,-13 3-6 0,1-1 0 0,-3 3-1 16,-2 0 0-16,1-1 1 0,-2 2-3 0,-3 1 6 16,1-1-9-16,1 3 8 15,-3-2-5-15,1 3 0 0,0-1 1 0,1 0 2 16,-2-1-2-16,2 1-3 0,-1-1 1 0,-1 0 5 16,-1 0 0-16,0 0-7 0,0 0 8 0,0-2-2 15,2-1 1-15,1 2-7 0,0-2-1 0,4-1 1 16,3 4 6-16,-1-4-8 0,-4 0 7 0,3 0 3 15,1 1-3-15,1-2 2 0,-2 1 2 0,-4-2-6 0,1 3-2 16,1-2 5-16,-1 1 2 0,-4 2-2 16,2-2-3-16,0 2 4 0,-2-4-4 0,3 2-4 0,-1 2 9 15,-2 0-5-15,4-6 4 0,-1 5-4 0,-2-2 2 16,0 3-4-16,-2-5 5 0,6 2-1 0,-5-2 6 16,4-1-9-16,-1 0 4 0,-1 1-1 0,2 2-4 15,-1-3 3-15,1-3-1 0,0 6 4 0,5-7-2 16,-4 4 0-16,-2 0-2 0,4 1 1 0,-3-1 0 15,0 0 2-15,-6 3-2 0,1-3-1 0,0 3 2 0,4-2 2 0,-5 3-2 16,1-3-5-16,4 3 3 0,-4 0 1 0,1 0 5 16,-2-1-1-16,3 0-7 0,-3 1 4 15,1-1 1-15,-1 0 0 0,-2-2 1 0,3 2-3 16,0-1-1-16,-1-2-1 0,4 3 2 0,-2-3-1 16,-1 0 5-16,4 0-7 0,-1 1 2 0,-2-1 0 15,2 0-2-15,2 0 4 16,-2 3 0-16,0-6 4 0,4 2-6 0,-3 1 1 15,0-3 1-15,3 1-2 0,-2-1 2 0,4-1-3 16,0-1 3-16,0 0 4 0,4-2-1 0,-3 4-1 16,3-3 3-16,-1 1-7 0,12-1 1 0,-12 1 1 15,2-2 0-15,-4 3-1 0,2-3-1 0,2 3-2 16,-1-3 6-16,11 3 5 0,-16-1-11 0,1 1 2 16,0 1 0-16,2-1 2 0,1 3-3 0,1-2 4 0,12 1-2 15,-15 0-2-15,-2 1-2 0,2-1 2 0,-1 1-2 16,0 0 8-16,-4 1-2 0,3 0-6 0,-4-1 1 0,5 2-1 15,-4-1 2-15,2 1 0 0,-2 2 2 16,0-1 0-16,2-2 3 0,-1 1-4 0,-2 1-1 16,4 1 1-16,-5-3 2 0,1 1-5 0,-2 2 5 15,1-6-1-15,-3 5 0 0,5-2-2 0,-1-3 4 0,3-3-5 0,2 1 4 16,1-1 1-16,4 0-1 0,8 1 3 0,-7-1-3 16,9-1-1-16,-12-1 11 0,12 3-8 0,1 1 1 15,-10-5-1-15,13 4 3 0,1-1-3 0,-1 1 1 16,3 1-1-16,0 2-3 0,0 2-1 0,2-4-2 15,-1 4 3-15,-1 1 1 0,6 2-4 0,-5 3 5 16,4 2-1 0,-1 0-5-16,-2 1 0 0,3 3 5 0,-3-2-6 15,3 2 1-15,-1-1 5 0,2 2-4 0,0-2 0 16,1-3 5-16,1 5-2 0,2-2 1 0,1-4-2 16,3-2 3-16,1 2-2 0,-4-2-2 0,2-2 1 15,1-1 4-15,-2 1-2 0,0-3 0 0,1-1-1 16,-4-1 2-16,-3-3-2 0,7 0 13 0,-7-2-12 15,9 2 1-15,-2-2-2 0,-1 0 6 0,5 0-3 0,3 2-5 0,0 0 0 16,1 3 3-16,1 2-4 0,11 0-4 0,-23 0-1 16,12 4 1-16,-5 4-2 0,-3 3 0 0,0 7 1 15,1 2 3-15,0 1-3 0,0 4-1 0,2 2 2 16,-5-2 1-16,8 6-1 0,-3-4-15 0,3-2-7 16,4-1-18-16,4-10-5 0,0-3-10 0,1 0-5 15,3-5 7-15,0 3 14 16,-2-6 27-16,-1 2 35 0,4-5 27 0,0 7 22 15,0-7 5-15,0 0-9 0,0 0-6 16,0 0-3-16,0 0-5 0,0 0-5 0,12-21-9 16,-6 16-1-16,-2 1-16 0,-4 4-20 0,9-5-25 15,-9 5-9-15,9-2-4 0,-9 2 2 0,10 11-2 16,-4 0 7-16,1 6 2 0,-1 1 4 0,4 5 1 16,-2 4 2-16,-2 1 5 0,2-1 3 0,2 2 2 0,-1-2 0 0,-2-3 0 15,3 1-11-15,0-8-3 0,-4-1-8 0,2-3 2 16,1-3-3-16,-4-1 8 0,-1 0 1 0,0-4 31 15,-2-2 46-15,2-2 19 0,-4-1-4 0,13-8-7 16,-4-6-11-16,5-8-8 0,0-7-18 0,3-2 7 16,7-16-42-16,-5 3 2 0,-1 1 6 0,-5 14 33 15,-3 6 24 1,-5 8 9-16,-1 4-10 0,1 4-5 0,-4 2-18 16,1-1-13-16,-2 6-5 0,0 0 0 0,0 0-1 0,-8 18-3 15,4 1 2-15,-4 8-3 0,-1 5-1 16,2 1 1-16,-2 1 1 0,5 0-31 0,0-1-10 15,3-2-15-15,3-2-1 0,2-1 14 0,2-8-11 16,1-1-3-16,1-7 12 0,-2-1 5 0,3-1 3 16,3-5 9-16,0-3 12 0,7-3-6 0,8-9-2 0,-2-4 13 0,3-4 7 15,-3-6-2-15,2-2 10 0,5-10 3 0,-4-2-4 0,4-1-2 16,-10 7 1-16,-3 3-3 0,3 4 24 0,-4 3 5 16,-8 7-7-16,3 3-4 0,-8 6-9 0,2-1-13 15,0 4-1-15,-1-2-5 0,6 4-2 0,-12 1 6 16,19 6 2-16,-6-2 1 0,6 7 11 0,-3 0-15 15,11 3-1-15,3 2 7 0,-1 0-1 0,4 2 2 16,12 3-4-16,6 0 2 0,-1-5 0 0,1 0-2 16,3-4 9-16,2 1-12 0,4-4 8 0,-3-4 1 15,6 0-7-15,1-5 0 0,31-5 6 0,-31 0-5 16,2-3-5-16,30-8-4 0,-32 4-7 0,29-10 12 16,-5 1-3-16,-28 7 8 0,0-1 3 0,4 2 9 15,1 1-5-15,-1 7 8 16,-5 1-10-16,5 5 3 0,-4 3 7 0,-4 4-10 15,2 5 0-15,-2 4-6 0,-4 5 5 0,2 2-1 16,0 3 1-16,-7 2 7 0,4 2-8 0,-5-5 6 16,-4 5-6-16,4-1-2 0,-2-1 3 15,-1-3-2-15,6-1 0 0,-1-6 3 0,2 3 2 16,1-7 3-16,4-1 0 0,0-4-1 0,-1-4-6 0,3-2 0 16,-2-4 2-16,0-4 1 0,-15-2 0 0,-3-1-1 0,-3-4 2 15,-2 2-5-15,-1-3 13 0,-12 2 4 0,-5 2 20 16,-2 0 7-16,-3 0 13 0,-1 2 4 0,-4 3-6 15,-1-2-12-15,-1 3-4 0,-2 2-8 0,0 0-7 16,-29 7-5-16,-3 7-1 0,-19 10-4 0,-28 13-5 16,-3 6-1-16,-9 1-3 0,4 2-8 0,3 2-9 15,-1-4-11-15,4 4-18 16,-6-4-28-16,7-3-38 0,-4 0-49 0,-1-2-100 16,27-19-277-16,-2 7 122 0</inkml:trace>
  <inkml:trace contextRef="#ctx0" brushRef="#br0" timeOffset="35847.21">7516 16750 28 0,'-36'16'40'16,"7"1"-7"-16,4-2 2 0,1-2-12 0,9-4 3 15,3-2-6-15,3-1 5 0,-1-2-8 0,6-1 14 16,-1 1 31-16,1-1 23 0,-1-1 8 0,5-2-7 15,0 0-12-15,0 0-10 0,-13-9-6 0,12 6-4 0,-1 0-3 16,2 3-7-16,-3-5-8 0,3 5-3 0,-3-5-8 16,2 3-6-16,1 2-9 0,0 0-4 0,-18 3 5 15,9 4-1-15,-2-2-3 0,-6 7-2 0,0-2-4 16,-8 5 13-16,-2 2-16 0,-2 0 4 0,-6 4-2 16,-9 4 7-16,1 1-6 0,-4-2-1 0,14-4-1 15,0-1 9-15,-2-1-7 16,3-2-2-16,3 1 4 0,3-5-4 0,10-1-2 15,-1-4-1-15,7-1 11 0,0-2-11 0,5-1 15 16,-2-2 31-16,3 1-10 0,4-2-13 0,-9-15-25 16,8-2-16-16,2-5-19 0,-2-6 6 0,0 1 15 15,-3 0 24-15,0-2 16 0,-1 10 19 0,0 0 17 16,-4 1 9-16,-3 1-17 0,-2 1 4 16,-1 4-4-16,0 2-6 0,-4 3-3 0,-3 4-13 0,1 3 1 0,-7 1-7 15,-2 7-1-15,-5 5 0 0,0 2-4 0,-12 13-4 16,0-1 2-16,1 5-6 0,-1-1-1 0,2-1-5 15,14-8-2-15,-7 8 7 0,11-13-4 0,3 0 2 16,9-5-4-16,3-4 7 0,3-2-6 0,0-2-7 16,4 0 0-16,1-1 4 0,0-3-2 0,4 0-13 15,0 0-5-15,21-22-11 16,3 2 2-16,3-4 3 0,14-7 7 0,1-1-4 16,5 0 9-16,-2 1-4 0,9 2 8 15,-3 3 9-15,-4 1 10 0,4 6 4 0,1 4-1 16,1 5-1-16,2 1-3 0,0 5 3 0,1 3 7 0,0 1-13 15,3 3 9-15,1 2-6 0,-4 1-3 0,6 0-6 16,-1-2 7-16,4-3-1 0,-1 4 6 0,2-4-4 16,1-2-2-16,24-2 1 0,-1-1 6 0,1-4-13 0,-26-2 2 15,39-7-3-15,-6-3-2 0,-2-1 0 0,-3-1-6 16,-2-4-2-16,-4-1 5 0,1 0 3 0,-5-4 4 16,-22 9-5-16,24-7 0 0,-25 7 0 0,0 3-1 15,-2-1-1-15,3 6 5 0,-9 2-4 0,3 0 12 16,-15 11-8-16,12 0 0 0,-15 6 8 0,4 0 1 15,12 4 1 1,-1 6-5-16,0-1 11 0,-2 4-5 0,1 0 3 16,3-1 4-16,-2 3 0 0,3-6-7 0,1 6 0 0,5-4-6 15,-4-2-1-15,-1-3-10 0,6-2 4 0,0-4-17 16,6-7 7-16,30-3-8 0,-7-5-9 16,-31-2 2-16,27-7 2 0,-27 4 3 0,0-3 0 15,0-3 13-15,-4-3 6 0,2-2-1 0,-2-3 5 16,-5 0 3-16,2-7-12 0,-4 4 19 0,3-1-14 0,-6 6 16 0,-2 2 8 15,-12 11-1-15,-1 3-7 0,-3 0-2 0,-9 6-3 16,4 3 3-16,-4-1-8 0,2 6 6 0,-1-1-5 16,1 4 5-16,-1 0-8 0,7 3 15 15,1 4-7-15,0-1-8 0,3 1 6 0,-2 0 6 16,2 2-3-16,0-2-1 0,0 1-1 0,4-5 2 0,2-4 2 16,14 3-10-16,1-6 7 0,5-4-2 0,-1-5 8 0,-4-3-9 15,6-4-1-15,-4-4 3 0,3-3-3 0,-7 0 6 16,1-3 0-16,0 3 11 0,-1-2 4 0,-5 0-1 15,-11 9 8-15,-1 1-3 0,-1 4-4 0,-1 2-5 16,-3 1-3-16,0 2-5 0,2 2 2 0,-10 2 0 16,3 1 3-16,8 3-4 0,-2 0 5 0,-2 5-3 15,1-1-12-15,0 1 3 16,3-1 1-16,-3 2 3 0,7 0-3 16,-3 0-1-16,2-1-2 0,5-4-1 0,17 4-5 15,-1-4 6-15,5-5 1 0,6-2 1 0,26-6 1 0,-27 1-6 16,26-5 2-16,-30 3-5 0,0-3 7 0,2-3-4 15,1 0-3-15,1-2 7 0,-1 2-2 0,-4-3 3 16,2 6-3-16,-5 2 4 0,-1-2-3 16,-6 7 5-16,-12 5-7 0,2-2-4 0,-5 4 8 0,3-2-2 0,0 0-1 15,-6 8-1-15,4-2 0 0,-2 1 4 0,-2 2 1 16,0-4-4-16,3 3 0 0,-2 0 5 0,3 3-4 16,-3-3 4-16,3-1-6 0,2 1 8 0,3-4-7 15,13 3 2-15,-1-6-3 0,2 1 6 0,3-7-3 16,-3-2-2-16,2-2-3 0,-2-2 0 0,0-3 2 15,1-1 0 1,-2-2 11-16,-3 3-7 0,-1-3-5 0,1 1 4 0,-14 4-4 16,14-3 2-16,-12 7 2 0,0 0-1 15,-3 1-1-15,0 2-5 0,-2 1 2 0,-2 3 4 16,-2 2 1-16,-1-1-3 0,-1 2 5 0,4 4-4 16,-4-1-7-16,3 3 7 0,3 1 2 0,-7 0-1 15,10 0 1-15,-5 1-7 0,4-4 8 0,15 6-3 16,-15-5-2-16,4-5-5 0,13 0-4 0,3 1-17 0,4-6-8 0,4-1-9 15,-1-4-9-15,1-1 4 0,25-4 4 16,-30 1 4-16,0-5 2 0,-4 3 4 0,0-4 8 16,-2-1 5-16,0 0 1 0,-3-2 4 0,-2-2 15 15,1 1-6-15,-12 8 3 0,-1 0 4 0,-1 2 1 0,2 1 6 16,-5 3-5-16,-2 2 3 0,-1 2 2 0,-8 1-2 16,0 2 6-16,1 2-8 0,-1-1 3 0,0 3 1 0,2 2-2 15,-5 1 7-15,4-1-8 0,-3 2 8 0,0-1-9 16,-1 0 0-16,4 2-2 0,4-2 9 0,2 0 1 15,0 1-8-15,6-2-1 0,-1 0 7 0,6-4-3 16,17-1 7-16,1 0-7 0,-3-4 2 0,9 2 1 16,-1-4-11-16,2 3 4 0,-1-4 9 0,-3 0-9 15,-4 2 20 1,-1-1-24-16,-14 2-1 0,-7 1-2 0,0-1 5 16,-6 3-5-16,-12-2-6 0,-2 3-40 0,-6-2-42 15,-8 2-110-15,0 0-222 0,0 0 99 0</inkml:trace>
  <inkml:trace contextRef="#ctx0" brushRef="#br0" timeOffset="36971.78">5296 14945 64 0,'-1'-4'141'0,"0"0"-9"0,-1 0 7 15,1 0-11-15,0-1-7 0,1 0 0 0,0 5 1 16,-3-6-4-16,2 2-5 0,1 4-10 16,-3-2-5-16,3 2-13 0,-4-6-16 0,4 6-10 15,0 0-20-15,-1-3-26 0,1 3-22 0,0 0-3 0,-5 13 3 16,1 4 9-16,-3 10-8 0,0 9-7 0,-3 17 5 0,-4 29-3 16,4 8 13-16,-2-9-7 0,6 8-1 0,2-5-4 15,3 5 7-15,1-4-4 0,4-2 30 0,-4-23-2 16,2 24-3-16,2-27 0 0,-3 2-3 0,2 3-2 15,1-5 2-15,-4 2-6 0,2-8 5 0,1-2-5 16,-2 2-2-16,-1-16-21 0,0 1 3 0,0-1 3 16,0-2-2-16,0-1-1 0,0-2 3 0,0 0 3 0,-1-5-5 0,1 2 8 15,-3-7-5-15,2-2 3 0,0-1 4 0,1-5 1 16,1 4 0-16,-1-5-1 0,-1 0 3 0,2-2-16 16,-1-3-15-16,0 1-1 0,0-2-9 0,0 0 9 15,0-3 6-15,0-2-72 0,0 0-120 16,-4-16-236-16,4-2 105 0</inkml:trace>
  <inkml:trace contextRef="#ctx0" brushRef="#br0" timeOffset="44535.27">5387 14778 36 0,'0'0'89'0,"0"0"-19"16,0 0 8-16,0 0-11 0,0 0-10 0,0 0-2 0,0 0-2 15,20 2-10-15,-9-3-1 0,3-2 1 0,0 3-6 16,5-3 2-16,0 0-3 0,1-1 7 0,2-3-8 16,6 5-23-16,0-1 11 0,0-2 1 0,6-2-5 15,-5 6-4-15,4-3 5 0,1 0-5 0,0-2 6 16,2 2 1-16,2 1-5 0,2 0-6 0,11-3 0 15,-12 3-4-15,15 0-2 16,-1-2 3-16,-1-4 5 0,2 7-9 0,-16-4 0 16,14-1 0-16,2 7-3 0,-16-5 12 0,1 0-7 15,1 3 3-15,12-3-5 0,-1 3 2 16,-12 2 0-16,2 1-9 0,9-5 20 0,-10 2 3 16,-2 4-11-16,12-2-12 0,-11 0 9 0,1 1-7 0,-3 1-1 15,4-1 1-15,-1 0 1 0,-2 2 5 0,13-3 3 16,-15 2-12-16,1-4 1 0,-1 2 3 0,1 2 0 0,-3-2 1 15,2 0 4-15,-4 2-5 0,-1-2-1 0,-1 1-1 16,-2 0 4-16,3 2 2 0,-1-2-8 0,-4 1 2 16,-3-2-1-16,-1 0 3 0,1 0-2 0,-1 1 4 15,-2-1-1-15,1 0-1 0,0 1 2 0,-3-2 0 16,2 0-6-16,-3-1 2 0,0 2-3 0,-3-1 3 16,0-1 0-16,0 0 13 15,-1 1-13-15,1-1-4 0,0 0 2 0,-1-1 1 16,1 1 3-16,-3-3 9 15,2 3-10-15,0-1 4 0,-1 1-5 0,1-2-2 0,0 1 0 0,1 1 1 16,-1-1 0-16,5-2 3 0,-4 2 2 0,1 2-4 16,-2-3 3-16,1 2 2 0,2 0-2 0,-3 0-1 15,-1 0-4-15,2 2-2 0,4 2 1 0,-5 0-3 16,2-2 3-16,3 0 2 0,-4 0 4 0,-4 0-4 0,3 0 6 16,0 0-3-16,1 0 7 0,0 0-5 0,0 0-4 15,4 0 13-15,2 0-12 0,1-2 3 0,6 1 0 16,2 0 1-16,-2-3-6 0,2 0 5 0,3 1-2 0,2-1-3 15,-1 1-1-15,2 0 4 0,1-1 0 16,0 3 4-16,1-2-8 0,3 1-1 0,-5 1 11 16,4 1-1-16,-3-2 0 15,2-1-8-15,-1 3 4 0,0 0-2 0,-1 0 6 16,1 0-6-16,0 0 0 0,0-2-3 0,0 2 3 16,3 0 7-16,11 2 1 0,-13-2-7 0,13-2 6 15,-10 2-8-15,11-1 7 0,1 2 1 0,-2-2 2 16,0 2 11-16,1-2-27 0,-12 1 8 0,11 0 5 15,-1 1-7-15,2 1 0 0,-13 1 4 0,2-1 7 16,-4-2-5-16,19 2-5 0,-5 0 16 0,-11-2-18 0,13 0 2 16,-1 2-4-16,1 2 7 0,-2-4-5 0,0 0 5 0,0 1 15 15,3-1-18-15,-3 3 3 0,-11 0-5 0,15 0 2 16,-4 1-3-16,0-1 6 0,-13-2-5 0,3 0-5 16,13 2 5-16,-3-4 6 0,4 1-9 0,-17 0 12 15,16 3-4-15,-3-1-1 0,-10 1 0 16,10-1 3-16,0 1-1 0,3-3 0 0,-17 2 0 0,17 0-4 0,-16 0 6 15,13 1 0-15,-10-3-3 0,-3 0-2 0,3 1 4 16,-1-1-5-16,1 2 0 0,10-2 1 0,-12 0 4 16,1 1-5-16,-3-1-2 0,0 1 12 0,0-1-6 15,1 0-6-15,1 3-2 0,-5-2 0 0,5 2 10 16,-1-3 0-16,0 2-5 0,1 1 7 0,0-1-9 16,0-2 2-16,-1 3-5 15,-1 0 0-15,0-2-1 0,-1 2 9 0,-3-1-4 16,-1 0-1-16,1 3 2 0,-1-4-2 0,0 3-3 15,-1-1 4-15,-2 1 5 0,3-1-10 0,-1-2 9 16,0 2 1-16,-3 0-15 0,1 0 8 0,-1 3 3 16,0-4-5-16,-1-1 0 0,-3 2 9 0,2 0 0 15,3-1 1-15,-2 3-4 0,3-1-19 0,-1-1 26 16,-1 2-5-16,0-4-6 0,2-1-3 0,-1 2 4 0,-1-1 4 0,0-1-5 16,0 3 1-16,-6-1 2 0,6-1 3 0,-1 0-8 15,2 0 5-15,-2-1 0 0,-4 0 2 16,5 0-5-16,0 3 6 0,3-1-3 0,-12-2 2 15,11 2-3-15,0-1-3 0,0 0 6 0,-1 0 1 0,-1 1-2 16,2 1-3-16,-1-3 1 0,4 0 1 0,-1 1 1 16,0 2-11-1,1-2 7-15,-1-1 4 0,4 0-1 0,-7 0-7 16,6 1 7-16,-2-1 8 0,-1 0-13 0,3 1-5 16,-5-1 8-16,2 0 5 0,0 0 13 0,0 2-27 15,0-4 7-15,0 4 3 0,0-2-3 0,0 2 0 16,2-1 7-16,-2 0-4 0,0 3-11 0,-1-7 12 15,0 3-6-15,0-1 10 0,1 0 2 0,-1 1-9 16,4-1 3-16,-3-1-2 0,0 0-4 0,1 2 11 0,-1-1-6 0,1-1 1 16,-4 2 1-16,5 1 6 0,-1 0-16 0,0-1 8 15,0-1 3-15,-1 0-5 0,0-1-2 16,1 2 8-16,1-1-6 0,-4 1 4 0,1 1 13 16,0 1-1-16,1-4-8 0,-2 2-10 0,2 0 1 0,0-1-1 15,0 1 2-15,-1 1 2 0,2-1 5 0,0 0-7 16,-1 0 1-16,4-1 16 0,-3 0-15 0,4 2 2 0,0 0-7 15,0 1 6-15,0-1 3 0,-1 0-5 0,0 0 3 16,2-1-6-16,-2 2 5 0,2-2 1 0,-2 0 1 16,-1 0-5-16,0 0-2 0,-1 2 6 0,0-1-2 15,3-1 5-15,-4 1 2 0,3-1-8 0,-1 1 5 16,0-1-8-16,0 3 6 0,4-3-4 0,-3 0 4 16,0 0-4-16,1 0 1 15,-1 4-6-15,0-6 6 0,-2 4 3 0,-1-4 4 16,-1 2-10-16,2-1 8 0,-2 2-5 0,-2 1 4 15,0-2-5-15,-2 0 6 0,1 0 1 0,-1-2-7 16,2 2 4-16,-10 0 3 0,8-1 1 0,2 1-4 16,-2-1 4-16,1-2 8 0,-2 5-23 0,-7-4 18 15,3 1-11-15,-1-1 11 0,8 0-7 0,-4-2 4 16,2 3 0-16,-6-2-1 0,0 3-4 0,-2-1-2 0,3-2 0 16,0 1-4-16,-1 2 6 0,5-2-1 0,-5 0 4 15,1 1 1-15,-3-1-6 0,3-1 19 0,5 2-17 0,-5 1 3 16,-1-1-3-16,-3 1 2 0,4-3-5 0,4 3-1 15,-9 0 1-15,4-1 3 0,0-2-1 16,0 2 0-16,0 0 4 0,6 0 7 0,-6-2 4 16,-2 1-3-16,1 0 8 15,0 1-6-15,1-1-8 0,7 0 4 0,0-1 5 16,-9 1-11-16,3 0 3 0,5-1 2 0,-7 3 1 16,-1-3-5-16,2 3 4 0,-2-1 3 0,1-1-6 15,6-3-6-15,-6 3 8 0,2 0-3 0,5 0 15 16,-6 0-13-16,0 0-6 0,6 0 3 0,-6 2 2 15,7-5-5-15,-1 1 4 0,0 4-6 0,-1-2 4 16,1 2 10-16,2 0-13 0,-2-2 4 0,-5 1-2 0,5-1 3 0,2 0-9 16,-1-1 8-16,1 5-3 0,1-2 2 0,-2 0 1 15,-1-4-3-15,0 1 5 0,2 2 3 0,3 0 2 16,-4 1-12-16,5-3 4 0,-4 3-5 0,1-2 1 16,1 2 4-16,1-2-2 0,-1 2 2 0,0 0-6 15,0-3 12-15,0 3-14 0,0 0 8 0,0-2-4 16,1 2-4-1,2 2 4-15,-1-4 1 0,-2 2 2 0,3 0-16 0,-1 0 14 16,1 0-1-16,-1-2 6 0,-2 2 3 16,4 0-3-16,-4 2-4 0,1-2 5 0,1 0-1 15,-2 0-8-15,4 0 0 0,-5 2 11 0,1-2-15 16,-1 3 8-16,2-3 7 0,-1 1-1 0,1 0-11 16,4 2 11-16,-4 0-8 0,4 1-3 0,-1-2 6 0,1 1 6 15,1-2-6-15,-2 2 3 0,1 1 1 0,-3-3 1 0,0-1-1 16,-1 3-5-16,-1-3-3 0,5 0 3 0,-5 1 0 15,1 2 3-15,1-1-6 0,-4-1 3 0,3 0 0 16,-2 1 0-16,1-1 8 0,0 2-16 0,0-1 14 16,0 0-4-16,0 3 2 0,1-3-8 0,-1-2 8 15,1 1-4-15,4 2 0 0,-2 0-1 0,-2-1 4 16,0 0-4-16,3 1-3 0,-4-3 4 0,3 2 0 0,-3-2-3 0,0 0 6 16,1 0-9-16,-3 2 3 0,-3-2 6 0,1 0-1 15,4 1 2-15,-10-1 2 0,6 0-2 16,-8 0-9-16,2 0 10 0,-1 2-4 0,0-2-2 15,2-2 3-15,-5 2 3 0,1 0-7 0,1 0 6 0,-4 0 6 16,3 0 3-16,-1-1 4 0,-1 2 2 0,1-2 1 16,0-1-1-1,1 1-2-15,-1 1-2 0,0-1-8 0,1 0 3 16,0-1 0-16,0 2-1 0,-1 0-1 0,1-2 6 16,-1 1-10-16,3 0 6 0,-2-2-12 0,-1 3 2 15,-1-3 6-15,0 3-1 0,2 0-3 0,0 0 0 16,-2 0 2-16,-3 0 5 0,4 0-6 0,1-1-8 15,-1 1 8-15,-1-1 6 0,3 2 1 0,-3-3-3 16,1 2 6-16,3 0-2 0,-3 0-7 0,5 0 6 0,-4 0-4 0,9 0 0 16,-8-1-7-16,0 1 14 0,-1-4-4 0,0 4 2 15,2 0-1-15,-2-2 0 0,4 2-4 0,-4-2 0 16,4 0 2-16,-2 0-1 0,-1 0-4 0,0 2 3 16,1-1 0-16,-1 1-2 0,3-1-3 0,-3-2 4 15,1 3 3-15,2-3 1 0,-2 3-4 0,6-5 1 16,-6 3-2-1,2-1 0-15,-1 2 1 0,6-1 3 0,-1 0-6 16,-5 2-3-16,-2 0 7 0,8-2-4 0,-6 2 6 16,6-3-1-16,-6 3 2 0,-2-1-3 0,1 2-4 0,-1-1-1 15,1 0 2-15,-1 0-1 0,-2 0 0 0,-3 0 0 16,3 0 2-16,1-1-4 0,-7 1 8 16,3-1-2-16,2 2 0 0,-7-2-3 0,4 2 7 15,-1-2-6-15,2-1 7 0,-1 4-5 0,4-1 1 0,1-1-2 0,-6 0 1 16,6 0-2-16,-1-1 2 0,1 1-3 0,3 1 0 15,-5-1-1-15,3 1 4 0,-1 2-9 0,0-3 10 16,-1 0-5-16,0 0 0 0,3 0-1 0,-1 0 1 16,-1 0 2-16,2 2-1 0,0-2-4 0,0 0 4 15,2 3 2-15,-2-3-6 0,0 1 1 0,9 0 4 16,-9-1-4-16,2 2 3 0,-1-2-1 0,-3 1-1 0,3 1-1 0,-2 0-4 16,-1-2 2-16,0 3 3 0,1-3 1 0,0 0 1 15,3 0-2-15,-3 0 0 0,1 0 3 0,-2 0 7 16,3-3-3-16,-3 3-1 0,0 0 0 0,-1-2 2 15,3 3 2-15,-4-1-6 0,0 0 0 0,2 0 3 16,-5 0-4-16,3-1 0 0,1-1 2 0,1 2-2 16,0-1 5-16,3-1-4 15,-2 1 0-15,2 1-4 0,-3-2 7 0,4 0-3 16,-4 2-4-16,4-2-1 0,-2 4 3 16,2-4 0-16,-3-1 2 0,10 2-3 0,-10-3-1 15,3 1 0-15,-1 3 2 0,7-4-1 0,-1 4 1 16,0-2-1-16,-6 2 0 0,8-2 3 0,-9 2 0 0,9-1-2 15,-7 0-5-15,3-2 3 0,3 3-1 0,-9-1-2 16,3 2 2-16,5-1 0 0,-9 0 0 0,-1 2 2 0,3-1-3 16,-3 1 2-16,1 0-3 0,1 0 1 0,-2-2 0 15,1 3 0-15,3-2 0 0,-4-1 0 0,0 3 4 16,0-2-2-16,0 1 0 0,-1-1-1 0,0 0 1 16,2-1-1-16,-6 0-1 0,2 0 3 0,-3 0-6 15,6 3 5-15,-3-3-4 0,-4-3 1 0,2 6 4 16,0-3-1-16,4 2 1 15,-6-2-1-15,3 0 0 0,-3 0-5 0,1 2 6 16,0-1-1-16,-1-1-4 0,-1 1 5 0,2 2-1 16,-2-3-1-16,3 0 0 0,-3 0 0 0,-1 0 2 15,3 0 1-15,-1-2-5 0,-1 1 0 0,1 2 5 16,0-2-2-16,-1 1 2 0,2-2-3 0,-2 2 2 0,0 0-4 0,3-2 4 16,-4 2-4-16,1-2 5 0,-2 2-7 15,0 0 2-15,3-3 3 0,1 3-4 0,-1-2 6 16,2-1-7-16,-2 1 7 0,0 1 0 0,1 0-8 0,-1 1 4 15,1-3-2-15,-1 1 1 0,0 2 2 16,4-2-6-16,-3 1-1 0,-1 1 1 0,1 0-1 16,1 0-3-16,2 1 2 0,-3 1 4 0,1-2-6 15,0 0 6-15,0 2-2 0,-3-2 1 0,1 0 0 16,1 3-1-16,-5-2-3 0,4 0 3 0,-1-1 1 0,2 2-1 0,-2 1-2 16,3-5 8-16,-3 2-1 0,4 0-3 0,-2 2 2 15,-1-2 0-15,3-2-1 0,0 4 2 0,-1-2 0 16,5-2-2-16,-4 2-1 0,5-1 2 0,-3 2-1 31,-2-1 3-31,0 2 1 0,1-2-2 0,-1 0 2 16,0 0-2-16,0 0-2 0,3 1 1 0,-2 0-2 0,-2-1 0 15,6 3 4-15,0-3 2 0,0 0 0 0,-1 2 0 0,2-2-4 16,1 0 2-16,-2 0 1 0,-1 3-2 0,5-4-2 16,-2 2 3-16,-1 0 1 0,2-1-1 0,0 1-2 15,-2-1 0-15,0 2 0 0,2 1 3 16,-3-2-2-16,2-1-4 0,-2 0 3 0,-1-1-1 0,1 1 3 15,-1-2-1-15,-5 1 3 0,0 1-2 0,-1 0 1 16,0-2 1-16,-1 1 1 0,-1 0-8 0,1 0 3 0,-1-1 1 16,-2 2 1-16,-1 0-3 0,4 0 2 0,0 0-1 15,-1 0 3-15,-1-2 1 0,4-1 3 0,-3 3-1 16,3 0-4-16,-3-2-2 0,3 0-2 0,0-1-3 16,-2 3-2-16,2-1 9 0,-2 0 2 0,0 1-8 15,0 0 9-15,-3-3-7 0,1 3-4 0,-3-2 7 16,2 2 0-16,0 0 2 15,-1-2-3-15,-2 2 3 0,4-1 0 0,-1 2-5 16,-2-2 6-16,0 0-1 0,2 0-7 0,-3-1 2 16,3 2-2-16,1-1 5 0,0 1 0 0,1 0 0 15,1 0 3-15,0-3-3 0,0 2-1 0,0-2 1 16,1 3 4-16,-1 0-4 0,1-1 5 0,-1 0-8 16,0 1 8-16,1 0-6 0,-1-2-1 0,-2 2 3 15,3-1-8-15,-1 2 1 0,0 1 0 0,0-4 7 0,-5 4 3 16,6-2-8-16,-1 0 2 0,-3 1 2 0,1-2-2 0,4-1 2 15,-4 4-1-15,1-2 5 0,1-2-3 0,1 2-1 16,-2 2-3-16,2-2 7 0,-1 0-5 0,0 0-3 16,2 0 3-16,-8 0 4 0,8 0-9 0,-3 2 1 15,-1-2 7-15,4 3-5 0,-4-3 3 16,3 0-3-16,0 1 3 16,0 2-3-16,-2-3-1 0,-1 0 0 0,0 3 5 15,-3-3-2-15,3 0 2 0,-4 1-4 0,3-1 5 16,-1 1-1-16,3-1 3 0,-3 1-3 0,0-1 0 15,2 0-6-15,0 2 6 0,2-2 3 0,-4-2-3 16,2 2 0-16,3 2-3 0,-3-2 4 0,-1 2-5 16,3-2 2-16,-2 0-5 0,4 0 1 0,-4 0-1 15,1 3-2-15,3-3 0 0,-3 0 7 0,1 1-1 0,0-1-3 0,-2 0 5 16,1 1-11-16,2-1 8 0,-2 0 5 0,0 2-8 16,2-2 4-16,-2 0 0 0,0 0 7 0,4 0-11 15,-5 0 6-15,1 0-3 0,3 0 2 0,-3 1 3 16,-2-1-5-16,2 0 7 0,-1 0-6 0,0 2-2 15,3-4 5-15,-5 2-5 0,1 2 4 0,1-2-3 16,-2 0-1-16,1 0 0 0,0 0 3 0,2 0 6 0,-2 1-9 0,1-1 3 16,-3 1 0-16,3-1 1 0,-1 0-2 15,-1 3 0-15,1-3 3 0,0 0-3 0,-1 2-5 16,-1-2 2-16,1 2 0 0,-1-1 2 0,1 1 0 16,-1 0 4-16,2-1-4 0,1 2 2 0,-3-2-2 15,2-1 2-15,0 3 5 0,2-2-6 0,-2 2-5 0,2 0 8 16,0-3 0-1,1 4-1-15,0-1-4 0,0-1 2 0,1-2 0 16,-1 5 1-16,2-4-2 0,-3 1-9 0,2 0 5 16,-1 0 2-16,0-1-5 0,1 3 6 0,-2-1-4 15,2-1-1-15,-6 0 8 0,2-1-5 0,-3 1-7 16,4-1 6-16,-1 1 2 0,1 0 5 0,1 2-8 16,1-2 7-16,-2 2-10 0,-1-2 9 0,1 1 3 15,2 3-6-15,-3-2 0 0,1 1-1 0,1-1 6 0,-2-2-8 0,2 1 10 16,0 1-5-16,-3 1-3 0,3-1 3 0,-4-3-3 15,3 5 1-15,0-2 10 0,0-1-2 0,0 1-5 16,-1-1 6-16,-2-2-1 0,2 2-4 0,3 1 2 16,-4-3-1-16,-1 2 0 0,-1 1 1 0,2-2-4 15,2 1 5-15,-4 0 5 0,1-1-8 0,-1-2 0 16,0 3-3 0,3 0 2-16,-3-1 1 0,0 0-1 0,2-1 3 15,-1 3 3-15,2-2 7 0,-1 1-12 0,0 1 1 16,1-2-2-16,0 0 2 0,-3 1-1 0,3-2 4 15,-3 2-3-15,-1-1 0 0,2-1-3 0,-2 2-3 16,1-1 4-16,-5-2-2 0,6 1 6 0,-4 1-10 16,-2-2 11-16,5 1-9 0,0 1 5 0,-5-2-6 15,0 0-1-15,4 2 5 0,-3 1 2 0,-1-3-3 0,4 6 1 0,-1-5-3 16,-1 2 2-16,1-1 5 0,-2 0-7 0,3 3-4 16,-3 0 3-16,2-2 3 0,-2 1-1 0,4 1 0 15,-2-1 4-15,-2 0-6 0,0 2-2 0,2 0 4 16,-2-1 3-16,2 1-5 0,-2 0 6 0,0 0-9 15,1 1 4-15,-1 3 3 0,-1-2-5 0,0 3 11 16,1-1-7-16,-1-1 0 0,0 2 5 0,0 1 1 0,-1 1-1 16,1-2 1-16,-1 1-3 0,-2 1-4 0,2 1 6 15,-2-2 6-15,-1 5-16 0,-1 0 7 0,4 0-2 0,-4-1-3 16,2 2 3-16,-2 1-13 0,1-2 18 0,3 0 1 16,-3 0-4-16,3 2 7 0,-2-3-3 0,2 2 3 15,-2-2-3-15,2-4-4 0,1 1 2 16,0-1-1-16,-2 1-1 15,-1-4-1-15,2 3 9 0,-2-2-4 0,2 2 0 16,-1 0-4-16,0-2 4 0,-2 2-8 0,1 0 11 16,-1-3-3-16,1 4-2 0,-2 0-1 0,-1 3 1 15,3-5 2-15,-1 2 26 0,-1 2-4 0,-1-1-2 16,0 2 3-16,0 1-6 0,1 0-1 0,1-1-7 16,-2 1 0-16,1 1-1 0,-1 0 1 0,0-1 0 15,1 0-3-15,0 1 0 0,0-1 3 0,-3 0 1 0,3-1-7 16,-1 0 4-16,1 1 3 0,0 0-2 0,-4 0-18 15,4 3 18-15,-2-4 1 0,1 1-1 0,-2-3-1 16,-1 2-2-16,4 3-2 0,-3-5 0 0,3 5-3 0,-4-2 1 16,4-3 2-16,0 3-2 0,0-1 3 0,-3-7-5 15,-2 8 8-15,5-2-5 0,-1-2 5 0,-1 0-1 16,1 4 1 0,-2-5 1-16,-1 3 5 0,0-1-2 0,-1 0-6 15,-1-1 5-15,2 1 2 0,-3-1-2 0,1 1-1 16,-1 0-1-16,1-1 7 0,0 1-5 0,-1 1 5 15,0-3-2-15,-1 0-5 0,2 2-26 0,-1-4-12 16,-2 3 16-16,1-1-5 0,-2 2 13 0,2-2-5 16,-2 1 4-16,2-1 0 0,-1-2 1 0,0 3-2 15,3-2 3-15,-6-1-2 0,6 1 1 0,-5-1 3 0,1-1 2 0,-2 1 4 16,-1-1-2-16,3 1 7 0,-2-1-10 0,-6 6 3 16,4-5-5-16,-6 4 4 0,0-1 1 15,-1 1-4-15,1 2 8 0,-3 0-6 0,4-3 0 16,-3 4 3-16,3-4 3 0,-2 1-9 0,1 1 7 15,-1-2-4-15,1 1 4 0,-2-1-4 0,0 3 3 16,1-6-5-16,-2 1 7 16,-1-1-3-16,-1-1 0 0,2-1 4 0,0 1-3 15,0-3-1-15,0 3 3 0,-5-4-3 0,2 1 4 16,-2-2-6-16,2 0 7 0,-2-3-5 0,-2 2-4 16,1-1 4-16,-4 0 0 0,2-2 0 0,-3-2 0 15,0-1-2-15,-11 0 1 0,9-2 3 0,3 4 4 16,-12-9-11-16,0 2 8 0,10 4-4 0,-11-3 9 15,16 2-12-15,-16-3-1 0,12 1 3 0,-12-1-4 0,1 1 3 16,13 0 3-16,-1 2-1 0,-16-7-4 0,17 7 7 16,-18-3-3-16,18 0 1 0,-4 5-1 0,-9-8 0 15,13 6 1-15,-14-3-2 0,0 1 3 0,13 1-4 16,-13-2-1-16,11 2 11 0,4-1-15 0,-3 3 9 16,-12-1-6-16,11 0-3 0,-1 4 6 0,-11-4-1 15,12 3 2-15,2 0-3 0,-2 1 1 16,-11 0 1-16,11 1-4 0,1 0 3 0,1 1 9 0,-2-1-9 0,0 3-3 15,3-3-5-15,-14 2 8 0,12 1 0 0,-1 0 4 16,-18-1-1-16,6 0-11 0,-1 0 10 0,1 1-4 16,12-2 3-16,-12 1 0 0,1 3 5 0,1-1-9 15,8-1 4-15,-7 2 0 0,-2 2 2 0,13-2-2 16,-16 2-1-16,2 0 4 16,12-4-3-16,-13 4 0 0,-1 0 0 0,4-2-4 15,-5 1 10-15,0 0-8 0,-2-1 1 0,2 4 3 16,-3-6-1-16,5 2 3 0,-2 2-10 0,-3 0 9 0,7-2-6 15,-6 2-2-15,4 0 5 0,-2-1-3 0,-1 0 3 0,5 0 6 16,-4-1-7-16,1 4-4 0,-4-4 11 0,0 0-5 16,-1 0 3-16,-1-1-7 0,-2 1 3 15,0 0 1-15,-2-4 0 0,2 1-4 0,-1 0-1 16,2 4 3-16,-2-2 2 0,0-2-4 0,-3 3 5 16,-24-3 2-16,27-1-4 0,0-1-3 0,-2 4 7 15,0 1-9-15,2-2 6 0,-2 1-2 0,1 1 0 16,4-1 3-16,-1 0-2 0,-2-1 6 0,2 1-5 15,1 1 1-15,-2-3-3 0,2 3-1 0,-1-5 4 16,0 2 3-16,-7 2-12 16,7-1 10-16,-3-1-4 0,1 1-1 0,-3 0-3 15,-1-1 6-15,1 2-7 0,-29 1 13 0,30-2-10 16,1 0 5-16,-28 1 0 0,27-3 1 0,1-2-4 16,-2 6 1-16,0-5 2 0,0 5-2 0,2-2 2 15,3 3-4-15,2-6 2 0,-1 5-1 0,0-2 5 16,0 2-4-16,-1-1 1 0,-1-1-2 15,0 0 2-15,-1 0-5 0,2 3 7 0,-5-3-6 0,3 0 3 0,-4-1 2 16,1 1 2-16,-25-2-10 0,36 4 6 0,-5-2-4 16,1 2 1-16,0-2 1 0,1 1-1 0,0-2 4 15,-5 4 1-15,2-2 0 0,0 1-2 0,-2 2 2 16,-2 0-3-16,0 2 6 0,2-2-10 0,-2-1 8 16,5-1-4-16,-1 5 3 0,-2-4-6 0,4 1 5 15,3-3 0-15,-2 3-1 0,4 2 30 0,-1-4-1 0,-3 2-1 0,6 0-3 16,-5 2-4-16,4 3-2 0,-1-6-3 15,3 4 3-15,-3-4-8 0,5 3 4 0,-2-2-7 16,2-1 5-16,9 0-8 0,-12 0 10 0,12-2-6 16,-11 5-3-16,0-5-3 0,-3 1 0 0,1 0 2 0,0-4-3 15,-3 2 2-15,-3 1-2 0,3-2 1 0,-1-2 0 16,3 1-3 0,-5 1 0-16,0 0 0 0,6 1-5 0,-5-3 9 15,5 3-1-15,-1 0 2 0,0-3-1 0,0 3-1 16,-2-1 0-16,-1-2-4 0,-2 1 5 0,-1 1-7 15,-3-1 3-15,2 1 6 0,1 1-1 0,-3-2-6 16,2 2 1-16,-2-1-3 0,3 1 5 0,-2-1-2 16,-1 3 5-16,0-2-7 0,0 0 2 0,-28 1 5 15,28-1-6-15,-3 1 5 0,2-2-4 0,0 3 3 0,-28-2-2 16,29 2-1-16,1-3-1 0,-3 3 4 0,-26-3 2 0,27 1-6 16,0 2 2-16,-1-3-1 0,-4 0 0 0,3 1 3 15,-24-3-3-15,26 2 0 0,-1-2-2 16,1 6 3-16,0-9-3 0,2 7 2 0,-1-4-7 15,-1-4 6-15,0 7 1 0,3-7 0 0,-2 1 5 16,2 2 1-16,-3 1-6 16,4 0 0-16,0-3-4 0,0 3 3 0,1 0 1 15,-5 0-1-15,7 0 7 0,-2 0-5 0,2 0-2 16,0 0 2-16,2 3 2 0,-1-2-1 0,2-1-5 16,2 3 6-16,-2-3-1 0,3 0 0 0,-2 1 0 15,-5 3 0-15,7-1 1 0,-3-2-5 16,1 2 3-16,2-1-4 0,-2 3 4 0,-2-2-1 0,0 1 0 15,2 0 3-15,0 0-2 0,-1 3 1 0,2-1-5 0,1-2 5 16,-2-1 2-16,0 3-4 0,-1 0 1 0,-1-1-1 16,1-2 2-16,1 0 0 0,-3 2-13 0,5-1 17 15,1 0-3-15,-3-3-1 0,1 5 4 0,12-5-2 16,-11 1-8-16,-2 3 6 0,1-2-4 0,1 1 6 16,-1-1-7-16,14-1 7 0,-16 1-4 0,4-2 0 15,12 0-1-15,-12-1 0 16,9 4 1-16,-9-4 0 0,9 3 0 15,-9-3-3-15,10 2 5 0,-10 1-3 0,9-1 1 16,-9 0 2-16,-5 1-4 0,0 2-10 0,4-3 3 0,-4 1 1 16,0 1 2-16,0-1-2 0,-1-1 1 0,1 0-1 15,4 0 5-15,-1-1-2 0,-1-2 5 0,16 5-8 16,-17-4 8-16,-3 3 0 0,17-6-7 0,3 7 8 16,-16-4-4-16,13 0 2 0,-15 3 2 15,4-1-4-15,1 0 0 0,-1 0-1 0,11 1 0 0,-13 0-1 0,-1 1 2 0,-2-1 0 0,1 1 4 16,6 0-2-16,-2-2 7 15,11 2 3-15,2-2-14 16,-14-1 2-16,12 4 3 0,-2-5-9 0,4 2 9 16,-15-2-2-16,14 1 1 0,-15-2-5 0,18 2 8 15,-15-1 0-15,1 0-5 0,11 2 5 0,-1 1-3 0,-14-1-5 0,19-2 5 0,-16 1 2 16,13 0 5-16,-1-1-11 0,3 0 8 0,-3 0-3 16,1 0 0-16,3-1 2 0,-1-2 1 0,0 2-9 15,4-1 9-15,-1-1-2 0,2 1 2 0,-1-4-1 16,4 4 6-16,-2-4-5 0,-5 1 3 0,3 0-3 15,0 0 1-15,0 0 4 0,3 2-2 0,-2-1 1 16,2 1-1-16,1-5 3 16,-3 4-1-16,2 2-3 0,8-1 1 15,-7-2 1-15,1 2-3 0,8 2-11 0,-9-4 9 16,6 5 6-16,-1 0-6 0,-5 0-4 0,6-3 8 16,1 2-6-16,3 0 5 0,-1-2 1 0,-1 0-2 15,1 2-6-15,3-2 3 0,-2 1 2 0,-4-1-4 0,5 1-2 16,-10-5 5-16,7 4-1 0,-3 1 0 15,2-2 2-15,4-1 0 0,-1 0 1 0,1 2-1 0,2-1 3 0,2 1 2 16,3 0-7-16,-3 0 5 0,3-1 1 0,-4 0-3 16,-2 1 5-16,3 2-7 0,-3-4-1 0,-3 4 3 15,4-2-2-15,-3 1 2 0,4-1-4 0,1 3-5 16,-1-3 5-16,0 1 0 0,0-1 1 0,0 1 4 16,-3-2-3-16,3 1-2 0,0-1 5 0,1 3-3 15,-1-3-1 1,3 1 4-16,-1 0-4 0,-1-2 4 0,2 3-4 15,-3-1 3-15,1-1 0 0,-1 0 1 0,-4 1-3 16,0-2-3-16,-1 3-3 0,1-3 6 0,-1 0-5 16,-3 3 3-16,4-1 0 0,-1 1-9 0,2 0 7 15,-3-1-2-15,2-2 7 0,0 3-3 0,-1-2-1 16,5 1 1-16,-5 0 3 0,0 1-2 0,-3-2-1 16,0 0 0-16,3 0 2 0,1 1-2 0,-3-2 6 0,1 1-3 0,2-1-1 15,-1 0 1-15,3 0-1 0,-3-2-3 0,1 2 6 16,1-1-7-16,-1 0 2 0,4 0 2 15,0 0-1-15,5 0 4 0,-5 0-3 0,-3 1-1 16,6-1 3-16,-2 0-4 0,0 1 1 0,-3-5 2 16,0 4-3-16,4 2 0 0,-6-3 2 0,1 2-1 15,-1-1 1-15,0 0-4 0,5 2 5 0,-3-2-5 0,-1 1 1 0,3 1 1 16,0-3 1-16,0 4 2 0,3-2-2 0,-1-1 2 16,2 3 5-16,0-2-2 0,-3 0 3 0,4 0 7 15,0 0 2-15,5 3 0 0,-3-1-2 0,7 3 4 16,-9-9-2-16,2 6-3 0,2-2-2 0,1 1-4 15,-5-1 2-15,9 5 2 0,-12-10-5 0,5 8-1 16,2-3-1 0,0-1-2-16,5 6-6 0,-13-8 6 0,7 4 4 15,-2 0-2-15,4-1-2 0,-2 0 1 0,1 1-1 16,1-1-4-16,4 5 4 0,-9-9 3 0,4 3-4 16,5 6-1-16,-8-9-3 0,4 6 0 0,0-1 6 15,4 4-6-15,-10-10 5 0,7 5 2 0,-3-2-5 16,6 7 2-16,-6-8-1 0,6 8 5 0,-9-9 0 15,6 6 2-15,3 3 2 0,-7-12-2 0,7 12 0 0,-5-5 2 16,5 5-3-16,-4-8 2 0,4 8-1 0,-4-9-2 0,4 9-3 16,-1-9 3-16,1 9-6 0,-4-7 4 0,4 7-3 15,-4-10 5-15,4 10-5 0,-1-8 3 0,1 8 1 16,-4-7 0-16,4 7-12 0,0 0 11 16,-1-11 0-16,1 11-3 0,-1-7-2 0,1 7 5 15,0 0-11-15,0-11 6 16,0 11 3-16,0 0-3 0,-3-9-2 0,3 9 4 15,-4-6-3-15,4 6-1 0,0 0 4 0,0-9-1 16,0 9-4-16,0 0 4 0,-5-8-2 0,5 8-1 16,0 0-1-16,0-11 1 0,0 11 1 0,0 0 2 15,0-6-6-15,0 6 0 0,0 0 5 0,0 0 0 16,0 0 0-16,0-10 2 0,0 10-3 16,0 0 0-16,0 0 1 0,0 0 0 0,0 0-2 0,0 0 4 0,0-8-4 15,0 8-1-15,0 0 2 0,0 0 5 0,0 0-3 16,0 0-9-16,0 0 7 0,0 0 4 0,0 0-4 15,0 0-1-15,0 0 4 0,0 0-3 0,0 0 3 16,0 0 0-16,5-5-4 0,-5 5 2 0,0 0 1 16,0 0-2-16,9-8 0 0,-9 8 1 0,0 0-3 15,5-8 2-15,-5 8 3 0,3-5-4 0,-3 5-3 0,2-6 8 16,-2 6-3-16,0 0 0 0,4-10 0 0,-4 10 2 16,5-5-3-16,-5 5 3 0,4-7 1 0,-4 7 0 15,3-6-6-15,-3 6 4 0,1-5 0 0,-1 5 3 16,2-7 11-16,-2 7 0 0,2-11 3 0,0 6 11 15,-2-2 4-15,1 2 3 0,1-6-2 0,-2 2-6 16,-2-2-1-16,2 0-3 16,-1-2-21-16,-3-3-7 0,1 0-35 0,0-3-37 15,-1-1-48-15,-1-4-58 0,1 7-250 16,-2-3-466-16,-3-3 207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4-25T05:45:30.8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4779 1864 87 0,'0'0'246'0,"0"0"-11"0,0 0-4 0,0 0-3 15,0 0-6-15,0 0 2 0,0 0 1 0,0 0-12 16,0 0 1-16,-8-5-11 0,8 5 10 0,0 0-7 16,3-7-2-16,-3 7-2 0,0-6-9 0,0 6-9 0,0 0-4 0,1-8-7 15,-1 5-13-15,0 3-8 0,0-5-8 0,0 5-9 16,0 0-15-16,1-4-7 0,-1 4-17 0,0 0-11 16,0 0-15-16,0 0-16 0,0 0-20 0,0 0-35 15,0 0-35-15,0 0-34 0,0 0 5 0,-1 17 5 16,0-5 5-16,-6 14 5 0,2 0 10 0,-4 3 2 15,3 4 11-15,-2-2-2 0,0 3 9 0,2 1 8 0,-2 11 4 16,2-13-1-16,2 0 1 0,-4-1 8 0,7-1-5 16,-2-2 3-16,2-4 8 0,1-6-10 0,0-2 7 15,0-5-4-15,0-2 2 0,0-1 3 0,0-2 6 16,0-2 18-16,1-1 20 0,-1-4 25 0,3 4 9 16,-3-4-7-16,0 0-9 0,10-9-6 0,-1 0-2 15,4-3-10-15,4-9-3 16,-2-3-5-16,3 1-8 0,1-5 0 0,0 3-3 15,4-1-4-15,-1-1-6 0,2 1 5 0,-1 1-9 16,-1 1-6-16,-3 4 5 0,0-2-2 16,-6 6 13-16,5 3 5 0,-7 2 8 0,2 0 11 15,-6 0 3-15,0 4 5 0,-2-1 3 0,-2 2-1 16,1 1-5-16,1 2-9 0,-3 0-5 0,1 1-8 0,-1-2-6 16,-2 4-13-16,0 0-14 0,6-2-15 0,-6 2-19 0,0 0-23 15,0 0-4-15,0 0 8 0,0 0 3 0,-18 19 8 16,5-7 7-16,-2 2 2 0,-2-2 6 0,2 3 3 15,-2-3 0-15,3-1 0 0,-3 0 6 0,2 1-1 16,6-5 10-16,0 0 0 0,0 0 1 0,4-4 1 16,-1 0-1-16,2 2 6 0,-1-1 15 0,2 0 11 15,3-4 6-15,-5 1 3 16,5-1 5-16,0 0 0 0,-6 5-2 0,6-5-7 16,-4 3-4-16,4-3-1 0,0 0-10 0,0 0-2 15,0 0 1-15,0 0-4 0,8 9 0 0,2 0 1 16,0-1-8-16,9 1 7 0,3 8 0 0,5 0 0 15,0 2-2-15,-2-4 7 0,5 4-4 16,-4-4 0-16,1 1 1 0,1 0-3 0,0 0 3 0,-1-1-2 16,-2-1-10-16,-6-4-20 0,-5 1-23 0,2 0-32 0,-5-6-28 15,-1-1-21-15,-4-1-10 0,1 1 0 0,-2-1 6 16,-5-3-18-16,0 0-33 0,0 0-39 0,0 0-31 16,6-10-41-16,-6 10-34 0,-9-15-275 0,4 6-651 15,1-3 288-15</inkml:trace>
  <inkml:trace contextRef="#ctx0" brushRef="#br0" timeOffset="485.16">5746 2008 82 0,'-3'2'304'0,"3"-2"-6"16,0 0-13-16,0 0-10 0,0 0-10 0,0 0-12 15,-6 2 0-15,6-2-12 0,0 0-1 0,0 0-30 16,0 0-5-16,0 0-21 0,0 0-15 0,0 0-11 16,0 0-19-16,0 0-9 0,24-9-17 0,-7 6-6 0,2 0-14 15,1-1-32-15,10 1-39 0,-11-2-38 0,4 3-43 16,5-3-46-16,-6 0-44 0,-3 5-51 0,1-3-51 16,0 2-53-16,-8 0-197 0,0-1-542 0,-2 2 239 15</inkml:trace>
  <inkml:trace contextRef="#ctx0" brushRef="#br0" timeOffset="638.79">5781 2164 167 0,'-9'6'202'0,"2"-2"0"16,3-1 7-16,-2 1 0 0,0-4 4 0,2 4 1 16,4-4 4-16,0 0-7 0,0 0-12 0,23 3-17 15,-3-7-18-15,4 1-17 0,11-1-15 0,-6-1-25 0,24 3-37 16,-4-8-46-16,-9 7-70 0,14-6-75 0,-3 1-104 0,-15 3-188 15,1-9-448-15,1 8 198 0</inkml:trace>
  <inkml:trace contextRef="#ctx0" brushRef="#br0" timeOffset="1572.45">6587 1803 39 0,'0'0'217'16,"0"0"-17"-16,9-4-12 0,-5 1-19 0,3 3-21 16,2 0-7-16,3-1-16 0,5 2-12 0,5 4-9 15,-4-5-13-15,5 3 7 0,0 2-14 0,5 0-2 16,-1 1-5-16,-1 0-12 0,-7 1-5 0,-1-2-6 16,-2 3-5-16,-3-2-5 15,1 2-5-15,-4 1-8 0,-1-1-2 0,-1 0-6 16,-4 3-2-16,-3-1-6 0,-2-1 1 0,-3 3 0 15,-1-2-1-15,-8 4-4 0,-1-2 0 16,-4-2-1-16,1 2 6 0,0-2-10 0,1-2 7 16,4-2-6-16,1 2-2 0,1-4-2 0,1 1 2 0,1-2-3 15,2-1 2-15,3 1 1 0,0 1 3 0,-1-3 5 16,4-1 6-16,-4 7 12 0,4-7 9 0,13 2 0 0,-2 1 0 16,5-2-5-16,2 0-7 0,2 2 7 0,2 1-12 15,-1-1 1-15,6 3-6 0,0 2 8 0,-5-1-4 16,2 1 1-16,-5 1-3 0,0-4 1 0,-6 5-2 15,2-2-2-15,-7 3-2 0,-1-1-1 0,-2 0-1 16,-2 5 4-16,-6 0-3 0,-2 1 1 0,-4-3 3 16,-4 0 5-16,-5 1 13 0,-6 1 10 0,-4-3 13 0,1-4 8 0,-4 3 7 15,-1-7 5-15,0 5 12 0,3-4 19 0,1-1 8 16,10 1 14-16,-4-5 8 0,7 3 2 0,2-3-2 16,1 0-9-16,12 0-5 0,-11 2-8 15,11-2-5-15,0 0-2 0,-14 0-6 0,14 0-8 16,0 0-6-16,-10-2-12 0,10 2-8 0,0 0-10 15,0 0-13-15,0 0-22 16,0 0-18-16,0 0-37 0,0 0-39 0,0 0-65 16,0 0-74-16,0 0-92 0,0-7-105 0,0 7-324 15,11-12-786-15,-7 2 347 0</inkml:trace>
  <inkml:trace contextRef="#ctx0" brushRef="#br0" timeOffset="3229.97">12646 1714 146 0,'0'0'225'15,"0"0"-3"1,3-2-5-16,-3 2-5 0,0 0-8 0,0 0 0 0,0-5-10 0,0 5-3 16,0 0-5-16,0 0-5 0,0 0-13 15,0 0-10-15,0 0-10 16,-4-5-15-16,4 5 0 0,0 0-25 0,0 0-11 15,0 0-9-15,0 0-14 0,0 0-3 0,0 0-19 16,0 0-1-16,0 0-15 0,0 0-10 0,0 0-12 16,0 0-11-16,0 0-15 0,0 0 4 0,4 12-9 0,-3-4 9 0,2 1 0 0,-3 6-1 0,1-1 3 0,-2 4 1 31,2 3 1-31,-1-1 1 0,1-1-2 0,-2 5 4 0,-2 0 2 0,2-4-2 16,1 5-1-16,0-5 5 0,-1-3-2 0,-1-2 1 15,1-3-4-15,4-2 6 0,-3-1 0 0,-2-1 0 16,2-1 9-16,2-2-2 0,-2 2 15 0,0-4 19 15,-2 1 35-15,2-4 48 0,3 3 38 0,-3-3 33 16,0 0-13-16,0 0-16 0,9-9-19 0,-3 1-9 16,4-7-17-16,2 1-12 15,0-3-14-15,0 0-6 0,5-2-11 0,2-2-6 16,-9 7-11-16,4 0-6 0,-1 2-9 0,-5 5-6 16,2-2-3-16,2 1-5 0,-6 3-8 15,2 1-6-15,-6 1-4 0,5 0-10 0,-2 1-2 16,-1 0-6-16,-4 2-5 0,11 2-1 0,-6 0-14 15,2 3-2-15,-1 2-6 0,2 1-1 0,3 5 0 16,-5 3-1-16,2-2-1 0,-3 2 9 0,3 1-1 0,-3-1-2 0,-2 0 11 16,2 1-3-16,-1 0 6 0,-2-4 1 0,-1-2 2 15,2-1-3-15,1-2 8 0,-2-1 9 0,-2-3-3 16,1 1 5-16,-1-3 27 0,0-2 32 0,0 0 38 16,0 0 10-16,0 0-9 0,0 0-16 0,19-14-8 15,-7 0-9-15,2-1-6 0,8-6-11 0,5-2-5 16,-3-7-2-16,-2 4-10 0,1 1-1 0,-3 3-10 0,-4 1 2 15,-2 8 5-15,-3 1 3 0,-2 4-4 0,0 2-9 16,-5 2-10-16,1 1-22 0,-1 0-27 0,-4 3-23 0,0 0-11 16,13 7 3-16,-6 3-5 0,1 5 12 0,1 3 3 15,4 4-2-15,-4 2-15 0,-2 1-63 16,1-1-59-16,0 4-90 0,-5-10-106 0,-4-1-454 16,2-5-912-16,1-4 404 15</inkml:trace>
  <inkml:trace contextRef="#ctx0" brushRef="#br0" timeOffset="10835.3">13681 1907 64 0,'0'-4'225'0,"0"4"-14"16,4-2-16-16,-4 2-8 0,0-5-15 0,0 5-10 16,0 0-15-16,0 0-3 15,3-3-8-15,-3 3-2 0,0 0-11 0,0 0-10 16,0 0-1-16,0 0-7 0,0 0-1 16,0 0-14-16,0 0 3 0,0 0-8 0,0 0-7 15,0 0-2-15,0 0-14 0,0 0 1 0,0 0-13 16,0 0-6-16,0 0-6 0,0 0-10 0,0 0-9 0,0 0-5 15,0 0 0-15,-3 12-5 0,2-3 2 0,-3 4-5 16,-2 1 2-16,-1 2 3 0,1 3-8 0,-6 6 6 0,2-7-9 16,0 5 5-16,2-5 4 0,-2 7-5 0,1-7-3 15,0 7 1-15,3-7 3 0,-2-2-3 0,2 3 3 16,2-7-4-16,1 0 2 0,-2-3-1 0,2 0 3 16,2-2 5-16,-1-1 5 0,-1-3 6 0,2 2 7 15,1-5 5-15,-3 7 8 0,3-7 9 0,-1 3 14 16,1-3 3-1,0 0 7-15,0 0-9 0,13 5-10 0,-13-5-6 0,19-5 4 16,0 3-10-16,0 1-1 0,2-4-11 0,-5 3-3 16,6-3-19-16,-4 2-32 0,2-2-34 0,0 1-51 15,-2 0-50-15,-1-2-59 0,-1-1-73 16,-7 3-229-16,2-1-563 0,-7 0 249 0</inkml:trace>
  <inkml:trace contextRef="#ctx0" brushRef="#br0" timeOffset="11189.49">13815 2126 281 0,'-1'-6'363'0,"1"6"-10"0,0 0-3 16,-2-5-22-16,2 5-16 0,0 0-33 0,0 0-31 0,0 0-27 16,0 0-19-16,0 0-38 0,0 0-11 0,0 0-44 15,0 0-6-15,0 0-21 0,0 0-3 0,-3 20-12 16,2-7-12-16,-1 6 2 0,1 0-11 0,1 8 1 0,-4-1-4 15,-2 1-6-15,4-2-8 0,0 3 3 16,2-3-2-16,-4-6-4 0,0 5 0 0,3-7-7 16,0 0 6-16,0-3-2 15,1-3-3-15,0-2-7 0,-2 0 5 0,4 1 3 16,-2-4-11-16,-2-2 1 0,1 1 1 0,1-5 7 16,1 7 9-16,-1-2 3 0,0-5 7 0,0 0-2 15,-1 7 8-15,1-7 7 0,0 0-8 0,0 5-4 16,0-5-2-16,0 0-4 0,0 0-2 0,0 0-3 15,0 0-3-15,0 0-23 0,0 0-21 16,0 0-32-16,0 0-32 0,0 0-53 0,0 0-71 0,0 0-81 0,0 0-77 16,0 0-240-16,6-20-656 0,-3 11 290 0</inkml:trace>
  <inkml:trace contextRef="#ctx0" brushRef="#br0" timeOffset="11590.57">14411 2046 228 0,'0'0'270'16,"0"0"-3"-16,0 0-2 0,-9 2 3 0,9-2-11 15,0 0-8-15,0 0-9 0,0 0-15 0,0 0-15 16,0 0-15-16,0 0-6 0,0 0-18 0,0 0-21 16,0 0-15-16,17-5-18 0,-6 3-14 0,8-1-19 15,0 0-30-15,2-1-36 0,7 0-39 0,0-1-41 0,1 2-51 16,-7 1-56-16,9-3-58 0,-6-2-64 0,-5 4-178 16,-3 1-508-16,-4-2 225 0</inkml:trace>
  <inkml:trace contextRef="#ctx0" brushRef="#br0" timeOffset="11741.14">14466 2203 89 0,'-4'3'224'0,"4"1"25"0,0-4 17 0,10 8 1 16,3-7-34-16,6 2-22 0,13-3-24 0,5-2-45 15,14-1-75-15,-10 3-96 0,12-4-149 0,-15 0-110 16,-2-7-312-16,-6 1 138 0</inkml:trace>
  <inkml:trace contextRef="#ctx0" brushRef="#br0" timeOffset="13094.52">15914 1826 8 0,'0'0'247'16,"0"0"-18"-16,0 0-18 0,0 0-15 0,0 0-20 15,-4 3-17-15,4-3-17 0,0 0-21 0,0 0-6 16,0 0-16-16,0 0-12 0,0 0-10 0,0 0-4 15,0 0-9-15,0 0-6 0,0 0-3 0,0 0-8 16,0 0-1-16,0 0-4 0,0 0-1 0,0 0 0 16,0 0-1-16,0 0-1 0,0 0-8 0,0 0-6 15,19-6 0-15,-9 3 4 0,-1-1-8 0,5-1-4 0,4-3 1 16,-4 4-2-16,-4-3 0 0,7-3-6 0,-3 3 4 16,1-1-5-16,-3 1 2 0,-2-2-4 0,2 2 8 15,-5-1-6-15,2 2-1 0,-3 0 13 0,1 1 17 16,-2 3 6-16,-1-3 4 0,0 2-6 0,-2-1-2 15,1 1-5-15,-2-1-10 0,2 1-8 0,-3 3-9 16,-5-5-1-16,5 5-13 16,-15 0 1-16,5 0-3 0,-4 2 4 0,-5 3-2 15,-5 3 2-15,-6 0-3 0,3 6 0 0,-2 0 0 16,0 3 2-16,1 0-3 0,-2 5 4 0,1 4-5 16,1-1 2-16,-2 1 2 0,4 1 1 0,4-1-2 15,1 3 5-15,4-2-1 0,8-1-3 0,2 0 1 16,6-6 2-16,5 6 5 0,7-8-1 0,7 3 10 15,8-4-2-15,4-3-2 0,7-2 1 0,26-3 1 0,-2-5-4 0,30 0 3 16,-24-7-2-16,27-2 2 0,-29 0-13 16,31-7-7-16,-33 0-14 0,-2 4-4 0,-5-8-7 15,-2 1-8-15,-3-4-16 0,-18 3-8 0,2-1 1 16,-8 0 2-16,-1 1 11 0,-4 2 6 0,-12 1 8 0,-3 2 7 16,-5 1 6-16,-4 1 4 0,-2 1 8 0,-4 0 1 15,-8 1 9-15,-5 3 2 0,-6 1 2 0,-5 3 0 0,-1 3 5 16,-6 1-3-16,2 5 4 0,-2-1-5 0,5 6 0 15,-2-3 2-15,9 4-4 0,0-1 2 0,4 2 0 16,9-6 0-16,4 5 8 0,1-3 1 0,6 2 7 16,5-4-2-16,3 4 10 0,8-6-2 0,5 3 5 15,12-1-6-15,3-2 4 0,6-4-10 0,-1-1 4 16,17-5-3-16,-15 4-6 16,-5-9 3-16,1 4 0 0,-1-6-1 0,-5 2-3 15,-1-6 6-15,-10 5-2 0,-4-3 0 0,-2 4 8 16,-2-5 4-16,-3 1 2 0,-5 0-5 15,0-1 4-15,-3 0-2 0,-5 2-2 0,-2-5-4 16,-2 6 1-16,0-3-7 0,-4 5 1 0,-1-5-4 16,-4 6-1-16,6 1-2 0,-5 1-1 0,5 1 0 0,-2 0-11 15,4 2-20-15,-2 0-33 0,2 2-33 0,1 0-36 0,4 2-30 16,1-1-48-16,-1 2-165 0,5-4-403 0,0 0 179 16</inkml:trace>
  <inkml:trace contextRef="#ctx0" brushRef="#br0" timeOffset="13495.66">17255 1858 183 0,'4'-3'298'16,"-4"3"-24"-16,0 0-24 0,0 0-27 0,0 0-21 16,0 0-26-16,-7-4-11 0,7 4-26 0,-13 1-13 15,0 2-10-15,3 2-14 0,-2-1-12 0,0 1-7 16,-1 1-13-16,1 0-5 0,2-2-7 0,1 2-6 16,1-1-6-16,-2 2-8 0,5-2-4 0,0 2-3 15,2 2-4-15,2-2 1 0,2 3 0 0,-1 0-5 0,8 1 3 16,1 3-6-16,1-2 0 0,7 1 5 0,3 5-9 15,4-2-3-15,2 0-1 0,-3-4-2 0,0 6 1 16,-4-7-3-16,-5 1 2 0,3 2-3 0,-4-3 1 16,-2-2-6-16,-6 3 1 0,2 0 1 0,-5-2 7 0,-2-1 4 15,-5-2 0-15,-4 3 3 0,-6 0-2 16,-12-3-2-16,-4 3 1 16,-2-3-15-16,0 2-50 0,-7-8-81 0,2-1-127 15,2-3-207-15,2-2-503 0,0-5 222 0</inkml:trace>
  <inkml:trace contextRef="#ctx0" brushRef="#br0" timeOffset="26737.35">18167 1925 92 0,'0'0'250'0,"0"0"-18"0,3-3-32 0,-3 3-16 15,0 0-30-15,0 0-21 16,0 0-23-16,0 0-11 0,0 0-8 0,0 12-16 15,-3-7-6-15,1 7-9 0,-2-4-6 0,1 4-4 16,-1 1-6-16,1 1-6 0,-5 1 1 0,0 2 1 16,1-6-10-16,1 3-2 0,-1-2-3 0,2-4 1 15,-1 2-2-15,3-4 1 0,1 1-3 0,-1-3-1 16,1 0 33-16,-1-1 39 0,-1 3 49 0,4-6 56 16,0 0 40-16,0 0-8 0,0 0-24 0,0 0-14 0,0 0-24 15,1-26-13-15,2 17-19 0,2-8-15 0,0 2-9 16,3 1-11-16,-4 2-17 0,0 3-3 0,-1 1-15 15,-1 1-4-15,2 2-8 0,-3 0-6 0,0 1-8 16,2 0-13-16,-3 4-18 0,2-4-36 0,-2 4-11 16,0 0 0-16,0 0-7 0,18 14 6 0,-11-6-9 15,5 7-2-15,-3 1-10 0,1-2-17 0,2 3-19 0,-2 0-24 0,-1-2-37 16,1 2-25-16,-3-6-44 0,-2 0-48 0,0-2-49 16,-4-1-183-16,1-3-547 0,-2-5 242 0</inkml:trace>
  <inkml:trace contextRef="#ctx0" brushRef="#br0" timeOffset="27053.8">17967 1902 42 0,'-13'-1'266'0,"3"1"-2"0,1 0-11 16,9 0-14-16,-13 0-19 0,13 0-23 0,-9 0-13 15,9 0-12-15,-7-3-4 0,7 3-8 0,0 0-15 0,0 0-13 0,-8 0-18 16,8 0-2-16,0 0-15 0,0 0-5 0,0 0-10 16,0 0-9-16,37-2-8 0,-9-3-7 15,9 5-6-15,3-2-4 0,14-2-8 0,3 3 1 16,2-3-4-16,-7 3-3 0,-16-1-9 0,-1 0 4 16,-5 2-8-16,-2-3-2 0,-10 3 1 0,-4-3-6 15,-2 3 7-15,-1 0-4 16,-4-2-3-16,-7 2-2 0,11 0-4 0,-11 0-4 15,10 0-19-15,-10 0-22 0,8 0-18 0,-8 0-7 16,0 0-18-16,-1 2-22 0,1-2-45 0,0 0-51 16,-17 11-56-16,8-10-187 0,4 2-476 0,5-3 210 15</inkml:trace>
  <inkml:trace contextRef="#ctx0" brushRef="#br0" timeOffset="27338.9">18894 2031 204 0,'0'0'274'0,"0"0"-12"0,0 0-8 0,0 0-18 0,0 0-25 16,0 0-22-16,20 0-19 0,0 0-19 0,8-2-15 15,6 0-5-15,4 0-21 0,-1 1-11 16,16-2-10-16,-18 1-16 16,1 0-27-16,-4-1-29 0,0 2-35 0,-4 1-21 15,-9-3-48-15,0 2-36 0,-3-1-55 0,-6 0-191 16,-5-1-398-16,-1-1 177 0</inkml:trace>
  <inkml:trace contextRef="#ctx0" brushRef="#br0" timeOffset="27570.67">19161 1898 41 0,'0'0'364'0,"-2"-7"8"0,2 7-15 0,0-6 1 16,0 6-27-16,0 0-38 0,-1-6-22 0,1 6-34 16,0 0-29-16,0 0-47 0,0 0-29 0,0 0-36 15,0 0-16-15,0 0-14 16,0 0-4-16,-3 24-4 0,3-8-2 0,-1 2-7 15,1 1-6-15,-2 6-3 0,0 1-19 16,1-2-26-16,0-4-29 0,-1 4-27 0,1-7-28 16,2 4-25-16,-1-6-30 0,2-3-38 0,-1 5-37 15,3-10-54-15,-2 0-157 0,4-4-464 0,4-2 205 16</inkml:trace>
  <inkml:trace contextRef="#ctx0" brushRef="#br0" timeOffset="27824.56">19697 1884 158 0,'0'0'416'15,"0"-5"-12"1,0 5-30-16,0 0-21 0,0 0-37 0,0 0-31 16,0 0-34-16,0 0-38 0,0 0-24 0,0 0-28 15,0 0-13-15,0 0-18 0,0 0-14 0,0 0-14 0,2 17-7 16,0-6-5-16,-1-1-12 0,2 3-9 15,-3-2 1-15,1 2-20 0,-1 1-19 0,2-2-22 16,-2-1-26-16,2 1-17 0,-4-1-22 0,2 0-19 16,-2-2-23-16,2-1-19 0,0 1-17 0,-1-4-15 0,-2-1-11 0,3-4-10 15,-3 5-26-15,3-5-57 0,0 0-189 0,-14-8-479 16,7-1 213-16</inkml:trace>
  <inkml:trace contextRef="#ctx0" brushRef="#br0" timeOffset="27993.6">19670 1717 119 0,'0'-12'372'0,"-1"5"-12"16,1 0-6-16,3 0-14 0,-3 1-17 0,0 1-12 16,0 5-38-16,0-6-39 0,0 6-23 0,-2-6-18 15,2 6-37-15,0 0-45 0,2-9-50 0,0 9-53 16,-2 0-56-16,0 0-43 0,8 1-54 0,-8-1-59 16,15 0-68-16,-15 0-173 0,13 0-481 0,-8-3 213 15</inkml:trace>
  <inkml:trace contextRef="#ctx0" brushRef="#br0" timeOffset="28573.03">20188 1531 13 0,'0'0'291'0,"0"0"-15"0,0 0-31 16,0 0-23-16,5-2-28 0,-5 2-20 0,0 0-31 15,0 0-29-15,0 0-18 0,0 6-9 0,-4 1-11 16,2-1-3-16,-5 2-9 0,-3 3 0 0,-3 2-11 16,0 1-10-16,-2-1 2 0,2 2-10 0,-6 4-2 15,5-7 1-15,-2 3-5 16,3-2-3-16,-3-1-4 0,5 0-1 16,-2 0-5-16,7-2 1 0,-2-3-5 0,2 2 2 15,2-4-2-15,0 3 0 0,2-1 0 0,2-1-1 16,0 2-1-16,2 0 5 0,6 2-1 0,1-1-2 15,5 1-4-15,2 4 2 0,2-2-1 0,0 0-3 0,-1 0 2 16,-1 0 3-16,2 0-8 0,-4 1 3 16,0-1 1-16,-2 2-2 0,-2-2-5 0,-1 0-3 0,-5 1-1 0,-3-1 2 15,-2 0-1-15,-2 0 2 0,-7 2 3 0,1 2 0 16,-5-3-1-16,-6-3-2 0,3 0 4 0,-9 2 1 16,5-3 0-16,2-2-3 0,-1 0 4 0,1-3 1 15,5-2 2-15,3-2 3 0,-1 3 15 0,6-1 13 16,-2 1 24-16,8-3 15 0,0 0-2 0,-13-6-12 15,13 6-10-15,8-14-7 0,1 4-4 0,8-2-6 0,8-2-5 0,1-1-3 16,0 1-3-16,0 1-5 0,4 2-2 16,-1 0-2-16,-1 2-3 0,-9 2 5 0,0 1-1 15,-1 0 3-15,0 1 10 0,-6 2 10 0,-2 1-10 16,-3 0 4-16,0 1 5 0,1 1-17 0,-8 0 2 16,7-3-5-16,-7 3 1 0,0 0-14 0,0 0-1 15,14 3-4-15,-14-3-2 16,4 3 0-16,-4 4 2 0,1-2-1 0,-1 5 5 15,0-3-6-15,0 2 4 0,0 0 0 0,-2-1-1 16,2 0 5-16,0 0-7 0,-2-2-31 0,1 1-16 16,1-2-25-16,-2 0-26 0,2 0-28 0,0-5-14 15,2 7-18-15,-2-7-5 0,0 0-70 0,0 0-224 16,0 0-493-16,0 0 219 0</inkml:trace>
  <inkml:trace contextRef="#ctx0" brushRef="#br0" timeOffset="28726.72">20349 1717 105 0,'0'0'255'16,"0"0"-22"-16,0-7-27 0,0 7-17 0,0 0-26 15,0 0-37-15,0 0-38 16,0 0-18-16,0 0-53 0,0 0-42 0,0 0-79 16,0 0-117-16,4 20-239 0,-4-16 106 0</inkml:trace>
  <inkml:trace contextRef="#ctx0" brushRef="#br0" timeOffset="29042.94">20502 1855 180 0,'-1'2'181'16,"2"3"-20"-16,-1-5-11 0,-1 7-20 0,0 0-7 0,1 1-9 15,-1-1-7-15,-1 3-13 0,0-3-11 16,0 0-10-16,1 1-3 0,0-1-8 16,2-3-5-16,-2 1-4 0,0 0 6 0,-1 0 29 0,2-5 27 15,0 0 25-15,0 0 27 0,-2 7 31 0,2-7 18 16,0 0-5-16,0 0-24 0,0 0-16 0,0 0-14 16,0 0-19-16,21-8-11 0,-21 8-25 0,9-6-4 15,-5 3-14-15,3 1-14 0,-7 2 3 0,10-3-30 16,-3 3-14-16,-7 0-15 0,15 0-36 0,-4 0-36 0,-1 2-34 15,-1 1-55-15,1-3-60 0,-1 2-71 0,2 2-276 16,1-3-600-16,-5 1 266 0</inkml:trace>
  <inkml:trace contextRef="#ctx0" brushRef="#br0" timeOffset="29374.99">20998 1840 194 0,'0'0'309'0,"0"0"-24"0,0 0-23 16,3-2-26-16,-3 2-24 0,0 0-27 0,0 0-21 0,0 0-21 16,0 0-13-16,0 0-17 0,-7 12-5 0,5-7-13 15,-1 2-9 1,-2 0-6-16,1 3-7 0,-1-5-6 0,1 4-7 16,0-4-5-16,0 2-6 0,3-2-6 0,-4-1-4 15,3 0-1-15,0-2-4 0,2-2 2 0,0 0 22 16,-3 7 25-16,3-7 29 0,0 0 41 0,0 0 14 15,0 0-11-15,0 0-12 0,0 0-10 0,0 0-2 16,16-17-15-16,-11 13-4 0,2 0-12 0,-1 0-19 16,-1-3-2-16,0 5-7 0,0-2-8 0,-5 4-10 0,8-4-7 0,-8 4-14 15,5 0-14-15,-5 0-17 0,0 0-9 0,14 5 1 16,-9 0-24-16,2 0-21 0,-1 2-28 16,3 3-39-16,-1-1-40 0,-2 3-35 0,-1-2-51 15,-1 0-49-15,1 0-57 0,-1-4-236 0,-2 0-634 16,1-2 281-16</inkml:trace>
  <inkml:trace contextRef="#ctx0" brushRef="#br0" timeOffset="29644.34">20984 1773 25 0,'-12'-4'257'16,"3"2"0"-16,1-1-1 0,3 2 7 0,-1-2 2 0,6 3 2 15,-7-3 8-15,7 3 14 0,-8-2-5 0,8 2-27 16,-4-2-10-16,4 2-22 0,0 0-23 0,27-5-22 0,5 3-21 16,4 0-16-16,19 1-15 0,0-3-12 15,3 0-19-15,1 3 4 0,-1-2-21 16,0 3-10-16,-4-1-5 0,-17 1-10 0,-5-4-7 16,-1 2-2-16,-13 1 2 0,-5 0-11 0,-3 0-3 0,-2 1-4 0,0 0-9 0,-8 0-14 15,11 0-30-15,-11 0-29 0,6 0-25 0,-6 0-30 16,0 0-56-16,-18 9-88 0,0-5-112 0,-3-3-270 15,3 3-686-15,-3-4 303 0</inkml:trace>
  <inkml:trace contextRef="#ctx0" brushRef="#br0" timeOffset="30816.04">22872 1992 298 0,'0'0'315'0,"0"0"-17"16,0 0-10-16,0-4-15 0,0 4-23 0,0 0-21 15,0 0-19-15,0 0-23 0,0 0-20 0,7-5-20 16,-3 2-21-16,2 1-23 0,6 0-32 0,2-1-40 16,3 0-48-16,2 1-62 0,11-2-72 0,-3-1-84 0,-3 2-184 0,-4 1-453 15,1-1 201-15</inkml:trace>
  <inkml:trace contextRef="#ctx0" brushRef="#br0" timeOffset="30978.84">22958 2138 129 0,'-1'5'243'0,"-3"-2"-1"0,2 1 3 0,2-4-7 0,-2 5-6 15,2-5-24-15,0 0-20 0,16-2-22 0,3 0-10 16,1-1-46-16,16-3-68 0,0 2-76 0,17-5-108 16,-13 1-196-16,14-4-365 0,-4 1 162 0</inkml:trace>
  <inkml:trace contextRef="#ctx0" brushRef="#br0" timeOffset="31263.94">24062 1991 13 0,'-6'2'305'0,"6"-2"-11"0,-3 3-17 0,3-3-20 16,0 0-19-16,0 0-14 0,0 0-21 0,0 0-13 0,0 0-32 0,0 0-11 16,18 0-16-16,3-1-14 0,7-2-23 0,4 2-31 15,3 1-32-15,16-1-32 0,5-2-35 0,-4 1-40 16,-1-2-45-16,0-1-58 0,-9 2-210 0,-7 0-420 15,1 1 186-15</inkml:trace>
  <inkml:trace contextRef="#ctx0" brushRef="#br0" timeOffset="31633.77">24866 1680 159 0,'-1'-4'329'16,"1"4"-7"-16,0-6-13 0,0 6-26 0,0-4-27 16,0 4-19-16,0 0-31 0,0 0-13 0,1-4-33 15,-1 4-20-15,0 0-24 0,0 0-39 0,0 0-9 0,0 0-15 16,-4 12-5-16,2-1-4 0,-1 6-5 0,1 0-5 16,-2 3-1-16,-3 6-7 0,4 1 2 0,-4 0-7 15,2-3 1-15,0 2-6 0,0-1 5 16,-1-1-4-16,2-5-2 0,0 0 1 0,1-2-2 0,1 0-2 0,-1-5 2 15,3 3-1-15,-3-5-5 0,2-1 4 0,0-1-3 16,2-1 4-16,-2-3-6 0,1-4 3 0,-1 8 1 16,1-8 2-16,0 5 1 0,0-5 2 0,-2 6-4 15,2-6 5-15,0 0-9 0,0 6-3 0,0-6-6 16,0 0-11-16,0 0-45 0,0 0-38 0,0 0-47 16,-10-17-20-16,5 11-45 15,3-3-33-15,-5-1-190 0,3-1-467 0,2-4 207 16</inkml:trace>
  <inkml:trace contextRef="#ctx0" brushRef="#br0" timeOffset="31802.8">24814 1650 188 0,'3'-15'308'0,"-1"4"-3"16,-2 0 0-16,0 0-1 0,1 5-13 0,-1-4-17 16,1 5-19-16,1 0-27 0,-2 0-31 0,0 5-18 15,0 0-38-15,0 0-36 0,0 0-33 0,0 0-6 16,0 0-14-16,0 0-3 0,-12 20-9 0,3-3-16 15,-1 7-36-15,-5 3-29 0,-2-1-37 0,-2 2-33 16,1-2-31-16,-3-1-56 0,2 2-64 0,-4-6-162 16,9 0-458-1,0-9 203-15</inkml:trace>
  <inkml:trace contextRef="#ctx0" brushRef="#br0" timeOffset="32003.16">24728 2069 191 0,'-4'4'320'0,"4"-4"-17"0,0 0-21 16,-1 7-18-16,1-7-31 0,10 1-19 0,3 0-19 15,15-2-41-15,8 1-65 0,16-6-98 0,4 1-151 16,-3-2-186-16,-3-3-376 0,-13 0 167 0</inkml:trace>
  <inkml:trace contextRef="#ctx0" brushRef="#br0" timeOffset="34824">4574 5056 64 0,'0'0'222'0,"-1"-5"11"0,1 5-15 0,0-6-8 16,0 2 4-16,0 4-12 0,0-5-17 0,0 5-14 15,1-7-13-15,-1 7 3 0,0-5-17 0,0 1-14 16,0 4-11-16,3-3-12 0,-3 3-17 0,0 0-7 15,0 0-16-15,0-4-15 0,0 4-24 0,0 0-22 16,0 0-18-16,0 0 0 0,0 0 1 0,3 16 1 0,-1-6-2 0,-1 2 3 16,2 5 1-16,-2 1 1 0,2 8 0 0,-2 0 2 15,0 1 2 1,-2-2 2-16,0 4 2 0,-2-1-2 0,3 1 0 16,-3 0 2-16,3-2 1 0,-1-10 1 0,0 0-4 15,-1-3 1-15,0-3-1 0,2-4 6 0,0-1 3 16,-1-1 13-16,1 0 32 0,0 0 42 0,-3-3 28 15,3-2 30-15,0 0-5 0,0 0-11 0,0 0-23 16,12-18-7-16,-5 1-4 0,6-6-21 0,-1-3-9 16,2 3-7-16,0-3-11 0,1-1-8 0,-1 4 0 15,-4 8-8-15,3 0-5 0,-8 5-7 0,3-1-5 0,-3 3-3 16,0 3-5-16,-1-1 3 0,-3 3-7 16,4 0-27-16,-1-1-27 0,-4 4-3 0,4 0 8 15,-4 0-2-15,9 7-4 0,-4-2-3 0,3 2-1 0,-2 5 15 0,2 2-7 16,-4-1-1-16,2 2 7 0,-1 1 2 0,-1 4 4 15,1-1 3-15,-1-1 1 0,1-4 2 0,0 0 2 16,-5-5 0-16,3-1 3 0,-1-1 6 0,1-2 4 16,-2-2 22-16,-1-3 49 0,4 5 12 0,-4-5-9 15,0 0-5-15,9-12-12 0,0 1 1 0,0-8-4 16,0 1 0-16,3-5-9 0,-1-4-1 0,4 4-13 0,0-2 1 16,-1 0-4-16,-1 9 3 0,0 3-20 0,-3-1 16 0,-2 6-11 15,-3-1 2-15,0 4-23 0,-1 2-24 0,1-1-6 31,0 4-2-31,-5 0-9 0,12 4 1 0,-6-1-6 0,7 5 1 16,-6 1-5-16,5 5-10 0,-1-1-20 0,-2 3-24 16,3-1-27-16,-1 0-29 0,0 2-44 0,5-4-40 15,-7-4-221-15,0 0-518 0,0-1 230 0</inkml:trace>
  <inkml:trace contextRef="#ctx0" brushRef="#br0" timeOffset="35124.86">5677 5168 244 0,'-4'2'295'16,"4"-2"-16"-16,0 0-9 0,0 0-5 0,0 0-5 16,0 0-2-16,-1 4-10 0,1-4-19 15,0 0-7-15,0 0-32 0,0 0-14 0,0 0-15 16,0 0-32-16,0 0-34 0,17-6-31 0,-4 3-37 16,3-2-39-16,4 3-43 0,3-2-48 0,-3 2-49 0,1-3-44 15,2 4-55-15,-4-2-190 0,-2 2-477 0,2 1 211 0</inkml:trace>
  <inkml:trace contextRef="#ctx0" brushRef="#br0" timeOffset="35271.93">5762 5363 90 0,'-7'8'148'0,"1"-1"-4"0,0-4 10 16,3 3 5-16,-1-2 9 16,2-3 9-16,1 3 1 0,-1 0-3 0,2-4-9 15,0 4-11-15,0-4-17 0,11 0-14 0,8 0-11 16,4-1-17-16,9-6-43 0,4 3-43 0,-2-2-54 15,5-2-76-15,13-2-70 0,-16 3-126 16,1-1-342-16,4-1 152 0</inkml:trace>
  <inkml:trace contextRef="#ctx0" brushRef="#br0" timeOffset="35741.78">6798 5086 207 0,'-2'-4'282'0,"2"0"-8"15,0-1 3-15,0 0-4 0,-1 0 2 0,2 0 0 16,1 1-8-16,-4 0-1 0,2 4-35 0,2-5-25 0,-2 5-25 16,0-5-17-16,0 5-23 0,0 0-22 0,0 0-39 15,0-4-38-15,0 4-30 0,0 0-6 0,0 0 9 16,-2 21-11-16,1-10-4 0,1 6 7 0,0 2-1 16,-4 7-8-16,2 1 4 0,-1-2-1 15,3 0 2-15,-2 0 3 0,0 2 0 0,1-3-3 0,2-4-1 0,-2-5-3 16,1 1 1-16,0-4 1 0,0-1 3 0,0-5 1 15,0-1-1-15,0 1 4 0,0-2 18 0,0 0 15 16,0 0 20-16,0-4 13 0,0 5 8 0,0-5 11 16,0 0-9-16,0 4-5 0,0-4 1 0,0 0-12 0,0 0-13 15,0 4 0-15,0-4 1 0,0 0-42 16,0 0-35-16,0 0-28 16,0 0-39-16,0 0-30 0,0 5-35 0,0-5-38 15,0 0-43-15,0 0-44 0,0 0-50 0,0 0-182 16,0 0-553-16,0 0 244 0</inkml:trace>
  <inkml:trace contextRef="#ctx0" brushRef="#br0" timeOffset="35973.44">6989 5396 238 0,'0'0'216'0,"0"0"-20"0,0 0-24 16,0 0-19-16,-1 8-11 0,0-3-15 0,-2 0-10 0,-2 5-11 16,0 2-9-16,-4 5-9 0,-1 0-12 0,-2-1-6 15,-2 9-21-15,4-8-32 0,-7 3-37 0,7-5-42 16,1-2-65-16,-5 2-150 0,6-6-298 0,2-2 132 16</inkml:trace>
  <inkml:trace contextRef="#ctx0" brushRef="#br0" timeOffset="37045.11">7258 5281 4 0,'0'0'173'0,"-3"4"2"0,3-4-4 0,-4 1-2 15,4-1-5-15,0 0-4 0,-2 2-3 0,2-2-4 0,0 0-8 0,0 0-12 16,0 0-9-16,0 0-9 0,0 0-4 0,0 0-10 16,0 0-2-16,0 0-5 0,0 0-7 0,0 0-7 15,0 0-5-15,0 0-5 0,0 0-3 0,0 0-8 16,0 0 0-16,0 0-8 0,0 0-2 0,0 0-7 15,0 0-2-15,0 0-2 0,0 0-1 0,0 0-4 16,0 0-5-16,24-2 0 16,-11 1-3-16,10-4-3 0,7-1-4 0,5 3-1 15,1-2 0-15,-2 0-4 0,2 3 2 0,0 0-5 16,-2-2 0-16,-6-2 20 0,2 4-1 0,-11-1-2 16,-1 1-4-16,-5-1 0 0,-2 2-3 0,-3 0-10 15,-3-1-3-15,0 2-6 0,1-2-13 0,-6 2-11 16,8-2-22-16,-8 2-28 0,0 0-25 0,0 0-19 15,0 0-26-15,-26-1-18 0,17 1-21 0,1 0-22 0,1 1-188 0,7-1-425 16,0 0 189-16</inkml:trace>
  <inkml:trace contextRef="#ctx0" brushRef="#br0" timeOffset="37330.21">7824 5128 284 0,'0'-4'360'16,"0"4"-4"-16,1-4 1 0,-1 4-11 0,0-6-15 16,0 6-16-16,0 0-32 0,2-2-35 0,-2 2-26 0,0 0-22 15,0 0-25-15,0 0-17 0,0 0-24 0,0 0-21 16,0 0-30 0,0 0 5-16,0 0-45 0,0 14 21 0,2-4-15 15,-4-1-4-15,2 3-13 0,2-2-3 0,-1 4-5 16,-1 1-8-16,0 0 21 0,-1-1-7 0,1-2-4 15,0 5 4-15,-2-5-3 0,1-2-11 0,1 2-15 16,0-2-21-16,0 0-14 0,0-1-31 0,0-2-18 16,0-2-14-16,0 1-22 0,1 0-18 0,-2-1-22 15,1-2-26-15,1 2-12 0,-1-5-40 0,3 5-60 0,-3-1-185 0,0-4-523 16,0 0 232-16</inkml:trace>
  <inkml:trace contextRef="#ctx0" brushRef="#br0" timeOffset="37530.68">8208 5419 15 0,'4'2'267'0,"-4"-2"-25"15,1 4-10-15,2 0-13 0,-6 1-12 0,2 2-15 16,-4 2-15-16,1 3-13 0,-5 3-15 0,-10 4-12 0,-4 1-41 15,-4 2-55-15,-2 1-95 0,-18 2-152 0,2-6-107 0,11-11-340 16,5-4 151-16</inkml:trace>
  <inkml:trace contextRef="#ctx0" brushRef="#br0" timeOffset="42584.36">9112 5022 168 0,'1'-7'287'0,"-1"-1"-6"0,0 4-4 0,0-2-2 16,0 0-9-16,0 3-1 0,0-1-16 0,0-1-15 15,0 5-25-15,3-5-21 0,-3 5-27 0,1-3-13 16,-1 3-23-16,0 0-12 0,0 0-24 0,1-4-54 0,-1 4-14 0,0 0-3 16,0 14-1-16,-1-3-4 0,2 6-2 0,-1 3 2 15,0 0-2-15,0 5-2 0,0 1 1 0,-1-1-4 16,2-5 5-16,-2 2-1 0,1-4-2 0,-1-1 2 15,-2 2-4-15,-1-2-1 0,3-1 4 0,1-6-2 16,-1 0 0-16,-2-1-2 0,3-1 6 0,0-6-13 16,0 3-22-16,-1 1-17 15,1-2-17-15,-3-2-24 0,3-2-30 0,0 4-31 16,0 0-44-16,0-4-35 0,-4 4-232 0,4-4-490 16,0 0 217-16</inkml:trace>
  <inkml:trace contextRef="#ctx0" brushRef="#br0" timeOffset="42900.74">8731 5552 19 0,'-5'1'268'0,"2"0"-9"0,3-1-11 0,-5 5-6 16,5-5-7-16,0 0-10 0,-5 2-5 0,5-2-19 0,0 0-18 0,0 0-22 15,0 0-16-15,29-4-16 0,0 0-9 0,2-1-18 16,8 2-7-16,13-4-5 0,1 2-8 0,-14 2-17 16,16-3-4-16,-18 2-3 0,3 0-10 0,-3 2-4 15,-5-1-2-15,-4-1-8 0,-8 3-1 0,2-2-4 16,-12 3-3-16,3-1-5 0,-8 1-4 0,0-1 3 16,3 1-6-16,-4-2 1 15,-4 2-19-15,10 0-21 0,-10 0-17 0,0 0-9 16,0 0-20-16,0 4-24 0,0-4-32 0,-18 7-39 15,4-3-45-15,-2 2-250 0,0-1-497 0,2-2 221 16</inkml:trace>
  <inkml:trace contextRef="#ctx0" brushRef="#br0" timeOffset="43370.82">9003 5736 228 0,'0'0'239'0,"-4"2"-17"0,2 1-17 0,2-3-18 16,0 0-18-16,-1 2-15 0,1-2-10 0,7 3-9 15,-1-1-14-15,3 0-10 0,3 5-10 0,-2-5-11 16,3 3-9-16,-3 2-10 0,4-2-9 0,-5 1-8 15,1 4-1-15,-2-3-8 0,0 4-6 0,-2-2-2 16,-1 2-9-16,-5 2 3 0,0 3-6 0,-5-1-3 0,0 2-1 0,-4 0-2 16,-1 0 0-16,-3-1-2 0,0-4 4 0,-2 1-2 15,2 1 1-15,-5-3 2 0,5 0-2 0,2-3-5 16,3-1 3-16,1 0-6 0,3-3 2 0,-1 1-5 16,-2-2 3-16,5 2 6 0,-1-3 16 0,2 1 14 15,1-3 14-15,-3 4 6 0,3-4 7 0,8 3 10 16,0-2-1-16,4-1-4 0,6 0-6 0,2-1-2 0,3 1-2 0,7-3 4 15,2 1 5-15,-1-1-5 0,-2 1 2 0,-1 2-9 16,0-1 5-16,-11 0-15 0,-3 1 12 0,-1-3-2 16,-2 3 7-16,-3-2-5 0,0 2 7 0,-3-2 1 15,-5 2 5-15,10-1-3 0,-10 1-10 0,5-2-5 16,-5 2-16-16,0 0-17 0,5 0-16 0,-5 0-34 16,0 0-81-1,4-6-110-15,-4 2-61 0,0 4-63 0,-5-9-345 0,5 4-733 16,-1-3 325-16</inkml:trace>
  <inkml:trace contextRef="#ctx0" brushRef="#br0" timeOffset="43787.42">9853 5413 131 0,'0'0'194'16,"0"0"-7"-16,0 0 1 0,0 0-10 0,0 0-5 15,0 0-6-15,0 0-4 0,-8 1-7 0,8-1-4 16,0 0-7-16,0 0 6 0,0 0-5 0,0 0-14 0,0 0-11 0,0 0-8 16,0 0-9-16,31-2-9 0,-13-1-9 0,2 1-11 15,12-2-6-15,0 1-6 0,3 2-7 0,-2-3-5 16,3 4-5-16,-2-3-3 0,-6-1-6 0,-5 2-5 16,4-1-5-16,-9 1-11 0,-4 3-9 0,-5-3-14 15,-1 0-11-15,0 2-18 0,-2-3-16 0,-1 3-20 16,-5 0-17-16,1-4-27 15,-1 4-19-15,0 0-27 0,-17-1-12 0,5 0-16 16,-1 2-28-16,-5-2-122 0,5-2-367 0,-1 3 163 16</inkml:trace>
  <inkml:trace contextRef="#ctx0" brushRef="#br0" timeOffset="44056.94">10094 5254 183 0,'-3'-5'304'0,"1"1"11"0,1 0-10 16,0 1-9-16,1 3-8 0,0-6-18 0,0 6-20 15,0 0-21-15,0-7-27 0,0 7-24 0,0 0-22 16,0 0-20-16,0-2-18 0,0 2-25 0,0 0-31 0,0 0-8 0,0 0-7 16,0 14-5-16,2-6-10 0,3 4-2 0,-1 6 4 15,3 7-12-15,-5 1-6 0,3 0-4 16,-1 0-7-16,0-6-16 0,-1 3-28 0,0-2-17 15,-6-1-30-15,1 2-31 0,1-7-38 0,-3 5-46 0,2-3-41 16,-5-1-220-16,5-6-501 0,-2-1 221 0</inkml:trace>
  <inkml:trace contextRef="#ctx0" brushRef="#br0" timeOffset="44319.91">9840 5847 51 0,'-1'2'205'0,"-2"1"4"16,3-3 7-16,-4 2-1 0,4-2-8 0,-2 3 14 15,2-3-2-15,0 0-4 0,0 0-11 0,0 0-11 16,0 0-17-16,11 0-22 15,3 0-14-15,7-3-10 0,12 1-17 0,4-2-11 16,0-2-14-16,15 0-37 0,-12 2-34 0,12 0-46 16,1-3-59-16,-15 4-66 0,-1-2-92 0,-2-2-190 15,-6-2-470-15,-2 3 208 0</inkml:trace>
  <inkml:trace contextRef="#ctx0" brushRef="#br0" timeOffset="45075.13">11169 5206 300 0,'0'-5'297'0,"0"5"-10"0,0-5-14 15,0 5-13-15,0 0-19 0,-3-2-15 0,3 2-24 0,0 0-16 0,-1-4-17 16,1 4-23-16,0 0-11 0,0 0-20 0,0 0-16 15,0 0-16-15,0 0-14 0,0 0-8 0,0 0-6 16,0 14-9-16,1-5 2 0,-1 3-11 0,2 0-2 16,-2 8-4-16,0 4 0 0,0 3-2 0,2-3-6 15,-2-5-1-15,0 1-1 0,2 1-2 0,-2-4 2 16,1 0-9-16,-1-1 1 16,0-1 4-16,1-5-3 0,-1 0-1 0,0-3-2 15,1-1 3-15,-1 0 2 0,0-3 0 0,-1 1 4 16,2 0-5-16,-1-4 0 0,0 6 1 0,2-5-2 15,-2-1 2-15,0 0 2 0,0 0-1 16,-2 5 5-16,2-5 0 0,0 0-2 0,0 0 3 0,0 0-6 16,0 0-14-16,0 0-57 0,0 0-50 0,-6-12-48 15,3 6-46-15,2-2-51 0,-1-1-280 0,0-1-574 0,0-4 254 16</inkml:trace>
  <inkml:trace contextRef="#ctx0" brushRef="#br0" timeOffset="45306.89">11053 5010 118 0,'-3'-5'402'0,"-1"0"29"16,4-3-17-16,-1 4-10 0,0-1-17 0,-2 0-25 15,3 1-33-15,0 4-31 0,0-6-29 0,0 2-29 16,0 4-26-16,0-5-20 15,0 5-30-15,0 0-46 0,0 0-48 16,-1-5-53-16,1 5-80 0,0 0-62 0,0 0-55 0,0 0-57 16,0 0-68-16,13 10-283 0,-9-5-635 0,1-3 282 15</inkml:trace>
  <inkml:trace contextRef="#ctx0" brushRef="#br0" timeOffset="46293.74">11665 5409 259 0,'0'0'312'0,"1"-5"-7"16,-1 5-10-16,1-5-15 0,-1 2-21 0,0 3-21 15,0 0-34-15,0 0-19 0,0 0-26 0,3-4-20 0,-3 4-24 0,0 0-12 16,0 0-11-16,10 15-12 0,-6-8-7 0,0 4-15 16,1 2-4-16,0 2-4 0,4 0-6 0,-1 2-6 15,-2-1-2-15,-1-1-4 0,3 0 1 0,-4-4-5 16,2 0-7-16,-2-2 5 0,0-1-7 0,0-3 0 15,-2 1 0-15,1-1 8 0,0 0 38 0,-1-4 66 16,-2-1 27-16,1 4 53 16,-1-4 44-16,0 0 33 0,0 0-19 0,0 0-25 15,9-12-27-15,-6 2-25 0,2-3-18 0,0-3-15 16,4-10-18-16,-4 0-22 0,3-4-20 0,1-4-30 16,2 0-21-16,-1 0-16 0,-1-1-21 0,1 1-10 15,-2 5 24-15,-3 3-23 0,4 0-26 0,0 9-31 16,-7 0-30-16,2 7-36 0,-1 0-27 0,1-1-64 15,-3 6-48-15,0-2-49 0,-1 1-62 0,3 2-57 0,-3 1-323 0,4 2-811 16,-4 1 359-16</inkml:trace>
  <inkml:trace contextRef="#ctx0" brushRef="#br0" timeOffset="46625.75">11855 5143 20 0,'-11'2'201'16,"11"-2"-2"-16,0 0 4 0,0 0-7 0,0 0-9 15,-7 0-9-15,7 0-5 0,0 0-8 0,0 0-1 16,0 0-13-16,0 0-6 16,0 0-1-16,0 0-12 0,0 0-12 0,23-4-9 15,-5 4-9-15,10-3-10 0,8 0-11 0,2-2-10 16,19 1-6-16,-4-1-6 0,4 0-7 0,0 0-3 15,8-2 1-15,-10 6-1 0,3-2 1 0,-6-1 3 16,-16 3-4-16,-3-2-4 0,-10 2-6 0,-5 0-1 16,-4 1 3-16,-4-2-4 0,2 1-1 0,-6 1-8 15,2 0-1-15,-4-1-23 0,1 0-19 0,-5 1-12 0,0 0-15 0,0 0-23 16,0 0-31-16,-27 7-46 0,9-4-31 0,-4 2-37 16,3-1-54-16,1 4-165 0,0-2-465 0,7-3 206 15</inkml:trace>
  <inkml:trace contextRef="#ctx0" brushRef="#br0" timeOffset="47080.23">12189 5364 53 0,'0'0'273'0,"0"0"-27"0,0 0-22 0,0 0-21 15,0 0-11-15,0 0-16 0,11-7-20 0,0 7-18 16,0-1-13-16,-1 2-13 0,4-1-12 0,0 2-9 16,3 2-9-16,2-1-9 0,0 2-8 0,-6-1-7 15,1 2-14-15,-5 0-8 0,0-1-9 0,0 3-10 0,1-1-6 16,-7-1-4-16,1 5-8 0,-3-5 0 0,-1 5-7 0,-3-5-1 15,-2 4 1-15,1-2-2 0,-3 2 2 0,-1-1 3 16,3-3-3-16,0 0 1 0,1 0-2 0,0-1 1 16,-1 1 2-16,4-3 1 0,-2 2-1 0,2-1 6 15,-2 1-2-15,3 0 1 0,4-2 0 0,-1 4 1 16,3-3 1-16,-1 1-1 16,4 0-1-16,0 2-1 0,0 1 2 15,1-2-1-15,-2 2 4 0,2 0 2 0,-4 0-2 16,2 1 1-16,-3 3-3 0,-2-6 8 0,-2 4-8 15,1-3 5-15,-5 5-6 0,-2-3 4 0,-4-1 3 16,-6 0 1-16,-1 2 0 0,-7-5 1 0,-5 4 2 0,-1-2-4 16,-5-3-7-16,2 0-36 0,-1-2-53 0,3-2-57 15,0-1-224-15,10 0-400 0,-1-2 176 0</inkml:trace>
  <inkml:trace contextRef="#ctx0" brushRef="#br0" timeOffset="47443.47">11591 5881 200 0,'-6'2'233'0,"3"-2"-1"15,3 0 1-15,-9 3 5 0,9-3 11 0,-5 0 2 0,5 0-1 0,0 0-3 16,0 0-24-16,0 0-22 0,0 0-29 0,17-7-25 16,12 2 3-16,3 0-29 0,16-5-18 0,6 4-10 15,6-2-8-15,3 0-12 0,26-4-2 16,-21 7-9-16,21-2-14 0,-25 0-2 0,-1 0 2 16,-2 2-7-16,-7-3 9 0,-17 4 4 0,-3-1 3 0,-4 2 14 15,-9 0 2 1,-3-1 14-16,-8 2-5 0,2 0-15 0,-6 2 15 15,2-1-5-15,-3-1-11 0,-1 1-10 0,-4 1-15 16,0 0-29-16,11 1-33 0,-11-1-50 0,0 0-33 16,0 0-31-16,0 0-30 0,0 0-38 0,0 0-52 15,-19 7-53-15,10-7-264 0,-1 3-620 0,-1-2 275 16</inkml:trace>
  <inkml:trace contextRef="#ctx0" brushRef="#br0" timeOffset="47828.89">12162 5956 300 0,'-3'2'317'16,"3"-2"-25"-16,-6 3-19 0,6-3-14 0,-1 3-21 15,1-3-25-15,0 0-21 0,11 4-17 0,-3-2-19 16,3 1-17-16,2 1-17 0,3 1-15 0,-4 0-10 15,0 1-10-15,-1 0-5 0,2-1-19 0,-4 2-9 16,0 1-11-16,-2 1-14 16,-1 1-7-16,-2 0-3 0,-2 0-3 15,-2 2-4-15,-4-1-1 0,-2 4 2 0,-4 0-3 16,-1-1-1-16,2-6-2 0,-1 1 1 0,3 1 0 0,-1-2-3 0,1-2-1 0,4-1-2 16,-4-1 1-16,5 0 0 0,-1 1 1 0,-1-3 3 15,2 3 4-15,0-4 19 0,2-1 14 0,-1 4 9 16,1-4 12-16,-2 3 1 0,2-3 0 15,0 0-8-15,14 1-1 0,-2 2-17 0,5-3 0 16,5-3-19-16,7 3-42 0,-6 0-41 0,5-2-64 16,3-3-78-16,1 0-96 0,-1-1-241 0,-1-5-584 15,0-1 259-15</inkml:trace>
  <inkml:trace contextRef="#ctx0" brushRef="#br0" timeOffset="48067.11">13295 5900 126 0,'0'0'301'0,"4"3"-30"0,-4-3-23 0,3 1-20 16,-3-1-25-16,2 4-20 0,-2-4-17 0,2 4-17 15,-4-1-14-15,2 2-11 0,-1 2-12 0,-2 0-8 16,-2 5-8-16,0 0-8 0,-1-2-16 0,-7 4-23 16,-2 4-39-16,-8 2-46 0,-7-4-99 0,-3-4-281 15,2-3-451-15,3-4 200 0</inkml:trace>
  <inkml:trace contextRef="#ctx0" brushRef="#br0" timeOffset="48800.12">14315 5420 53 0,'-9'1'191'0,"9"-1"-9"0,0 0 5 16,-5-1-6-16,5 1-7 0,0 0-5 0,0 0-8 16,0 0-5-16,0 0-6 0,0 0-9 0,0 0-6 0,0 0-1 0,-5 1-6 15,5-1-4-15,0 0 0 0,0 0-20 0,19-2-11 16,-2-3-10-16,11 0-8 0,1 0 4 16,4 1-18-16,3 0-4 0,0-1-9 0,1 0-2 15,-4 1-3-15,-2 2-5 0,-3 0-7 16,-9-2-2-16,2 3-2 0,-5-1-2 0,-3 1-5 0,-4-1-16 15,1 0-18-15,-3 2-15 0,-1-2-13 0,-1 1-18 0,-1-1-19 0,-4 2-32 16,9 0-29-16,-9 0-34 0,0 0-36 0,0 0-189 16,0 0-433-16,0-7 191 0</inkml:trace>
  <inkml:trace contextRef="#ctx0" brushRef="#br0" timeOffset="49085.04">15088 5173 45 0,'-1'-6'388'0,"2"-1"6"16,-1 1-8-16,0 2-14 0,0-1-12 0,1 1-19 16,-1 1-26-16,0 3-33 0,0-7-32 0,0 4-29 0,0 3-25 0,0 0-29 15,0 0-37-15,0 0-41 0,0 0-15 0,0 0 2 16,3 13-30-1,0-4-5-15,-3 3-16 0,2 3 1 0,1 4-10 0,0 1 1 0,-1 5-1 16,0-7-17-16,2 1-18 0,-4-1-22 0,1-1-17 16,1 1-22-16,-4-6-25 0,1-1-29 0,2 1-34 15,-2-3-54-15,1 2-51 16,-3-5-256-16,2 0-573 0,1-4 254 0</inkml:trace>
  <inkml:trace contextRef="#ctx0" brushRef="#br0" timeOffset="49385.87">14884 5600 134 0,'-3'3'309'0,"-1"1"-29"16,2-3-19-16,-2 0-12 0,4-1-7 0,-5 3-6 15,5-3-23-15,0 0-24 0,0 0-17 0,25-5-21 0,-7-2-11 0,13 2-22 16,0-2-7-16,3 2-12 0,3-2-13 0,13 2-10 16,-15 1-7-16,5 0-6 0,-5 0-5 0,-2-1-6 15,-4 3-6-15,-8-1-6 0,-4 1-5 0,-6 0-4 16,0 2 0-16,-3 0-14 0,-1 0-7 0,0 0-14 16,-2-3-11-16,-5 3-26 0,8 3-33 0,-8-3-3 15,0 3-4-15,0-3-18 16,-9 6-41-16,-4-3-46 0,3 2-31 15,-6 3-214-15,0-4-467 0,2 0 207 0</inkml:trace>
  <inkml:trace contextRef="#ctx0" brushRef="#br0" timeOffset="49733.56">15161 5736 23 0,'-1'5'297'0,"1"-5"-24"0,0 0-27 0,-3 4-25 16,3-4-22-16,0 0-18 0,4 3-19 0,2-1-14 0,-2 2-12 15,8 0-15 1,-3 2-11-16,1 1-12 0,0 1-10 0,0 1-11 16,-1 0-8-16,0 3-6 0,-4-2-6 0,1 4-7 15,0 3-6-15,-4 0-4 0,-2 2-4 0,0-2-6 16,-4 0-1-16,-4 2-4 0,0-2-1 0,0-2-2 15,-3 1-4-15,3 0 0 0,-1-8 2 0,4 2-6 16,-4-2-1-16,4-1 0 0,1-2 1 0,3-1-1 16,-3 1 2-16,4-5 1 0,-4 5 24 0,4-5 13 0,-1 5 17 0,1-5-12 15,10 2-2-15,4-4 4 0,8 0-18 0,9-1-37 16,4-2-46-16,6-2-54 0,9-4-76 16,3-2-87-16,-4-2-216 0,-3-2-513 0,2-2 227 0</inkml:trace>
  <inkml:trace contextRef="#ctx0" brushRef="#br0" timeOffset="50072.15">16163 5417 64 0,'0'0'217'0,"0"0"-4"0,-5 2 4 0,5-2-5 16,0 0-6-16,0 0 0 0,0 0-6 0,0 0-14 0,0 0-18 15,0 0-17-15,0 0-14 0,0 0-16 0,25-7-11 16,-11 4-15-16,4-2-9 0,1 1-6 0,12 0-10 15,1 0-5-15,1-1-17 0,2 1-14 0,1 1-22 0,-1-2-22 16,2 0-23-16,-5 1-22 0,-1-3-33 0,-11 4-33 16,1-4-32-16,-5 4-34 0,-5-2-189 15,-4 0-406-15,-3 1 180 16</inkml:trace>
  <inkml:trace contextRef="#ctx0" brushRef="#br0" timeOffset="50319.58">16357 5187 100 0,'0'0'302'16,"-3"-3"-3"-16,3 3-8 0,-1-7-11 0,1 7-9 16,0 0-19-16,0 0-17 0,-2-1-30 0,2 1-19 15,0 0-20-15,0 0-22 0,0 0-20 0,0 0-7 16,0 0-26-16,0 0-12 0,0 0-9 0,0 13-8 15,2-3-14-15,-1 2-6 16,3 5-5-16,-1 2-15 0,1 8-16 0,-2 1-26 16,0 1-33-16,0-2-39 0,-1 3-51 0,-2-2-50 15,0-1-64-15,-2 0-189 0,2-10-482 16,1 0 214-16</inkml:trace>
  <inkml:trace contextRef="#ctx0" brushRef="#br0" timeOffset="50573.39">16146 5821 13 0,'-2'3'259'0,"2"-3"9"16,-4 4 12-16,4-4 8 0,0 0 6 0,0 0-10 15,0 0-27-15,10 0-23 0,3 0-23 0,7-3-18 16,14 1-21-16,18-3-19 0,5 0-47 0,5-2-54 16,0 2-59-16,1 1-83 0,0-4-105 0,-10-2-267 15,-3 1-501 1,-12-3 221-16</inkml:trace>
  <inkml:trace contextRef="#ctx0" brushRef="#br0" timeOffset="51337.75">17369 5224 214 0,'-1'-4'303'0,"1"4"-1"16,0 0 0-16,0 0-9 0,4-7 3 0,-4 7 1 15,0-4-7-15,0 4-6 0,0-3-16 0,0 3-20 16,0 0-23-16,0 0-22 0,0 0-18 0,2-4-29 0,-2 4-12 16,0 0-27-16,0 0-17 0,0 0-24 0,0 0-15 0,0 11-12 15,-1-6-8-15,1 0-4 0,0 5-1 0,0-1-10 16,0 3-1-16,0 1-8 0,1 3 3 0,-2 1-1 16,4 0-5-16,-3-2 5 0,0-4-3 0,0 0 0 15,0 1-5-15,0-3-2 0,0 2 4 0,1-2 0 16,-1-1 2-16,0-2-6 0,0 1 2 0,0-3 2 15,0 0 3-15,0 1-42 16,1-1 1-16,-1 1-3 0,0-2-14 0,0-3 8 16,0 4-3-16,0-4-12 0,0 0-13 0,4 2-21 15,-4-2-19-15,0 0-103 0,0 0-89 0,-13-11-60 16,7 3-224-16,2-4-627 0,1-2 278 0</inkml:trace>
  <inkml:trace contextRef="#ctx0" brushRef="#br0" timeOffset="51491.4">17395 5010 2229 0,'-3'-8'170'16,"3"-3"-106"-16,0 4 26 0,0-2 34 0,0 5 2 16,0-3-27-16,0 2-8 0,0 0-19 0,0 5-11 15,0-7-4-15,0 5-6 0,0 2-8 16,0-4-1-16,0 4-24 0,5-3-34 0,-1 1-34 0,-4 2-41 16,13 2-42-1,-7 1-60-15,6-2-52 0,-6 2-191 0,4 3-470 16,-1-3 208-16</inkml:trace>
  <inkml:trace contextRef="#ctx0" brushRef="#br0" timeOffset="51893.52">17756 5173 143 0,'0'0'335'0,"9"-1"-34"16,-9 1-31-16,0 0-28 0,9 1-24 0,-9-1-27 16,0 0-20-16,8 1-18 0,-3 2-6 0,0 1-19 0,0 0-9 0,4 3-10 31,-1 0-7-31,-2 3-9 0,3 1-7 0,2 1-11 16,-1 3-2-16,-1 0-9 0,1 2-7 0,-4 0-4 15,0-3-5-15,1-2-2 0,-1-2-7 0,-1-1-4 16,-1-1 0-16,-1-1-3 0,-1-4 7 0,1 1 18 15,-2 1 36-15,2-4 50 0,-2 1 44 0,-1-2 43 16,3 4 41-16,-3-4-6 0,0 0-32 0,3-12-18 0,2 3-20 0,-1-2-23 16,0-5-16-16,1-1-20 0,-1-1-14 15,3 0-12-15,5-7-18 0,-3-1-15 0,0-1-24 16,4-2-31-16,-3 0-21 0,-1 0-21 0,1 2-20 16,1 3-19-16,-5 6-37 0,-1 1-20 0,0 1-54 0,0 6-44 15,-1 1-49-15,0 0-69 0,1 1-51 0,-1 5-52 16,0-3-250-16,2 3-741 0,-1 1 328 0</inkml:trace>
  <inkml:trace contextRef="#ctx0" brushRef="#br0" timeOffset="52224.07">18072 4942 190 0,'0'0'232'0,"0"0"-10"16,-6-1-11-16,6 1-7 0,0 0-6 0,0 0-8 16,0 0-7-16,-6-1-10 0,6 1-4 0,0 0-2 15,0 0-15-15,0 0-11 0,0 0-13 0,0 0-14 16,23-4-11-16,5-2-19 0,3 4-4 0,7-2-3 0,20 1-9 0,1-2-12 16,5 0-3-16,25-2-8 0,-25 3 0 0,1 2-5 15,-1-4 2-15,3 4-5 0,-3-2-3 16,-6 2 2-16,-3 0-6 0,-14 1-5 0,-5 0-1 15,-7-1-5-15,-8 2 2 0,-1-1-1 0,-7 1 0 16,-2-3-7-16,-3 3-2 0,-3 0-10 0,0 0-31 0,3-1-36 16,-8 1-39-16,5 2-22 0,-5-2-5 0,0 0-11 0,-9 9-14 15,-4-4-45-15,4 0-22 0,-2 3-188 0,-2-1-447 16,4 0 198-16</inkml:trace>
  <inkml:trace contextRef="#ctx0" brushRef="#br0" timeOffset="52910.32">18625 5092 41 0,'4'-1'202'0,"-4"1"-3"0,10-3-17 0,-5 1-7 0,7-1-9 16,-2 2-16-16,-2-1-13 0,3 1-12 15,1 0-13-15,1 1-11 0,0 0-10 0,-1 0-6 0,2 1-11 16,-1 0 0-16,-1 2-6 0,0 0-9 0,-3 1-7 15,2-2-11-15,-3 2-3 0,-3 0-9 0,3 0-8 16,-4 1-3-16,2 0-6 0,-5 2 1 0,3 0-6 16,-4 1-7-1,-1-2 2-15,-3 4-1 0,-5-3 0 0,4-1 0 16,0 1 2-16,-4 0-7 0,-1-1 5 0,6-2-9 16,-2 3 5-16,1-4 7 0,1 0-6 0,0 2 5 15,-1-4-6-15,4 2 1 0,1-3 2 0,-4 5 3 16,4-5 5-16,2 5 1 0,2-2 2 0,4 1 2 15,3 0 5-15,0 0-4 0,5 2 2 0,3-1-1 16,-5 2 2-16,4 3 3 0,-1 0-3 0,-2-1-2 0,2 1 4 0,-3 2-6 16,-1 0 2-16,-6-4-4 0,2 1 1 0,-4 0-4 15,-1-1-7-15,-1-2 0 0,-3 3 3 0,-2-5 2 16,-1 1 1-16,-5 2 5 0,-6 1-3 0,-3-3-3 16,-6-4 4-16,-5 5-2 0,-4-4-7 0,-2-2 9 15,0 3-5-15,2-3-18 0,-2-4-12 0,4-1-30 16,0 3-26-16,9-2-56 0,1 3-42 0,1 1-173 0,4-4-381 0,4 3 169 15</inkml:trace>
  <inkml:trace contextRef="#ctx0" brushRef="#br0" timeOffset="53380.31">18000 5652 59 0,'0'0'169'0,"-6"1"2"0,6-1-8 0,0 0-7 15,-9 1-3-15,9-1-5 0,0 0-11 0,0 0-11 16,-8 0-5-16,8 0-10 0,0 0-8 0,0 0-6 15,0 0 5-15,0 0-4 0,-6 0-2 0,6 0-1 16,0 0-4-16,0 0 2 0,0 0-1 0,0 0-4 16,0 0 4-1,0 0-4-15,0 0-1 0,0 0 0 0,0 0 7 0,0 0 2 16,0 0-4-16,0 0-7 0,0 0-9 0,23-8-9 16,-4 6-11-16,13-1 0 0,9-3-8 0,18 0-8 15,7 3-4-15,27-6-2 0,-1 6-3 0,3-3-8 16,-28 1 7-16,31 0-2 0,-33 2 0 15,30-1 4-15,-29-3-3 0,-5 1-1 0,-3 2 1 0,-6 0 10 16,-16 1-3-16,-1-1 3 0,-7 0-12 0,-8 2 16 0,-3-1 17 16,-5 2 10-16,-1 0-5 0,-4-1 3 0,1 1 6 15,-2 0-16-15,-6 1-13 0,9-1-13 0,-5-1-30 16,-4 2-35-16,0 0-30 0,5 0-36 0,-5 0-39 0,0 0-31 16,0 0-50-16,-23 3-57 0,12-1-68 0,-2 2-186 15,-1-1-574-15,1-1 254 0</inkml:trace>
  <inkml:trace contextRef="#ctx0" brushRef="#br0" timeOffset="53962.7">18499 5813 225 0,'0'0'206'0,"0"0"-10"0,20-10-7 0,-8 9-10 16,0 0-12-16,6-1-12 0,1 2-10 0,12 0-13 0,-11 2-15 15,11 0-3-15,-3 3-16 0,-7-3-10 16,-1 2-12-16,-1 1-8 0,-6-1-7 0,0 1-12 15,-3-1-4-15,0 1-9 0,-2 3-6 0,0-1-8 16,-6 0-7-16,2 1 7 0,-6 3-10 0,-5 3 1 16,-4 2-2-16,-5 3 5 15,-5 0-9-15,-4-1 6 0,0 0-5 0,-6-1 0 16,3 0 0-16,-3-1-3 0,2-2 4 0,3-1-3 0,-1-1 6 0,8-4 4 0,4-1-4 16,1-1-1-16,5-2 2 0,0-1 3 15,3 1 32-15,1 1 39 0,1-3 36 0,4-2 37 16,-8 3 39-16,8-3 23 0,0 0-26 0,0 0-17 0,0 0-20 15,13-19-19-15,-2 9-8 0,0 3-22 16,3-3-5-16,1 1-11 0,0 4-14 0,-2-2-9 16,5-1-7-16,-7 6-8 0,0-2-10 0,1 0-8 15,1 2-8-15,-5 2-2 0,2 3-6 16,4 1-3-16,-2 1-10 0,3 5 5 0,-3-3-3 0,2 2 3 16,-3 3-6-16,2-1 2 0,-4-2 6 0,0-2-10 15,0 1 1-15,2-1 2 0,-6 0 1 0,6-2 2 16,-1-2 4-1,1 1 0-15,0-4 2 0,9-1-2 0,-1-2-2 16,-1-2 0-16,10-7-2 0,0 5-1 0,-4-5-6 0,-4 2-15 16,1-2-7-16,4-3-23 0,-8 5-16 0,2-2-15 15,-2 2-25-15,-1 2-21 0,-5 2-40 0,-3-1-42 16,-3 4-86-16,0 1-120 0,-2-1-234 0,-3 3-693 16,0 0 306-16</inkml:trace>
  <inkml:trace contextRef="#ctx0" brushRef="#br0" timeOffset="-184302.31">4177 8525 16 0,'0'0'30'0,"0"-2"-19"0,0 2-21 0,1-7-11 16,-1 7 6-16</inkml:trace>
  <inkml:trace contextRef="#ctx0" brushRef="#br0" timeOffset="-183870.09">4201 8478 58 0,'0'0'120'0,"0"0"-4"0,-2-6 1 16,2 6-5-16,1-4-14 0,-1 4 2 0,-1-4 6 0,1 4-18 0,0 0 1 16,-2-5-1-16,2 5 11 0,0-6-1 15,0 6 0-15,0 0 0 0,0-5 7 0,0 5-3 0,0 0-5 16,0 0 0-16,0 0 0 0,-2-2-4 0,2 2-12 15,0 0-6-15,0 0-13 0,0 0-6 0,0 0-12 16,0 0-8-16,0 0-3 0,0 0-28 0,0 0-12 16,0 0 2-16,0 0 0 15,-3 22-5-15,2-5 4 0,0 9 0 0,-2 1-1 16,0 3-2-16,1 3 7 0,-2 3 1 16,-2 10-3-16,1-9 0 0,3-4 1 0,-2 0-2 15,1 0 1-15,0-2 4 0,2-2-2 0,-1-2-2 0,2-7 3 16,0-3-1-16,0 1 3 0,0-8 2 0,-1 4-2 15,1-2-5-15,0-6 6 0,-1 1 0 0,2 0 1 16,-2-2-1-16,1-1 1 0,0 0 2 0,0-4 13 0,0 6 9 16,0-6 15-16,0 5 8 0,0-5 8 0,0 0 2 0,0 3 2 15,0-3-2-15,0 0 1 0,0 0-5 16,0 0-7-16,0 0-18 0,0 0-40 0,0 0-41 16,1-13-57-16,0 3-59 0,2-1-75 0,-3-1-159 15,4-5-434-15,0 0 192 0</inkml:trace>
  <inkml:trace contextRef="#ctx0" brushRef="#br0" timeOffset="-183416.02">4132 8474 148 0,'0'0'175'0,"0"0"-7"0,0 0-16 0,-4-4-5 16,4 4-8-1,0 0-3-15,0 0-8 0,0 0-7 0,0 0-4 16,0 0-9-16,0 0-11 0,0 0-7 0,0 0-3 0,0 0 0 0,0 0-3 0,0 0-10 16,0 0-6-16,0 0-9 15,13-2-4-15,1-1-8 0,-1 1-9 0,9-2 2 16,4-4-8-16,5 1-4 0,2 2-4 0,7 1-2 16,-2-1-1-16,2 0-3 0,-3 2-1 0,-1-2-3 15,-3 0 0-15,-5 1 1 0,-5 3-3 0,-1-2-1 0,-6 0-1 16,-2 0 2-16,-2 2-3 0,-4 0-2 15,-1 1-2-15,-2-1-7 0,-5 1-13 0,9 1-12 16,-9-1-23-16,0 0 4 0,5 1-10 0,-5-1-22 0,-11 10-30 0,3-7-40 16,-3 1-54-16,-3 6-116 0,-2-2-344 0,6-1 153 15</inkml:trace>
  <inkml:trace contextRef="#ctx0" brushRef="#br0" timeOffset="-182883.39">4155 8799 25 0,'-5'0'177'0,"5"0"-5"0,0 0-18 15,0 0-12-15,0 0-17 0,0 0-11 0,0 0-18 16,0 0-3-16,0 0-14 0,0 0-3 0,0 0-11 16,0 0 7-16,0 0-20 0,0 0-1 0,-1 4-13 0,1-4 2 15,0 0-10-15,0 0-1 0,0 0 11 0,0 0 4 0,0 0 1 16,11 3 0-16,-4-1 3 0,4-2-3 0,3 0 2 16,5 0-1-16,3 0-4 0,11-2 2 0,-1 0 0 15,4-3-1-15,0 5-5 0,0 0-2 0,-2-2-5 16,-2 2-2-16,-3-3-4 0,2 3 2 0,-9-3-2 15,-2-1-3-15,-3 3-5 0,-5 1-1 0,0-1-1 16,-3 1 2-16,-1 0-4 0,-2 0-1 0,-1 0 5 0,-5 0 5 0,9 0 0 16,-9 0-2-16,7-3-2 0,-7 3-7 0,0 0-14 15,0 0-22-15,7 0-27 0,-7 0-17 0,0 0-29 16,0 0-44-16,0 0-61 0,-10 12-131 0,6-9-363 16,2-3 161-16</inkml:trace>
  <inkml:trace contextRef="#ctx0" brushRef="#br0" timeOffset="-182529.19">4946 8819 90 0,'0'-4'295'0,"0"4"-9"0,0-4-1 0,0 4-3 16,0-5-8-16,0 5-22 0,1-5-15 0,-1 5-23 0,0 0-25 16,3-2-22-16,-3 2-13 0,0 0-19 0,0 0-16 15,0 0-16-15,1-2-15 0,-1 2-20 16,0 0-5-16,0 0-17 16,0 0-14-16,0 0-4 0,0 0-4 0,-4 17-3 15,4-12-2-15,-1 4-1 0,1 3 0 0,-3-3-5 16,2 2 1-16,1 3-4 0,-2-4 2 0,0 2-5 15,1-2 3-15,1-1 1 0,-3 1-4 0,1 0 0 16,2-5 6-16,-3 4-5 0,3-4 2 0,-1 2 1 16,0-3-9-16,1 0-4 0,0 2-1 0,-1-3 1 15,1-3 0-15,0 0-7 0,0 4 3 0,0-4-6 0,0 0-31 0,0 0-74 16,0 0-67-16,0 0-43 0,-7-18-280 0,3 6-547 16,0-5 242-16</inkml:trace>
  <inkml:trace contextRef="#ctx0" brushRef="#br0" timeOffset="-182360.36">4959 8562 101 0,'1'-5'302'0,"-1"2"-4"0,0-3-10 0,0 3-7 0,0 0-17 15,0 3-22-15,0-5-28 0,5 3-20 0,-5 2-24 16,0-6-22-16,0 6-31 0,0 0-40 0,0 0-42 16,0 0-46-16,0 0-33 0,0 0-36 0,13 6-51 15,-8-1-57-15,-2-2-192 0,-2 1-411 0,2 1 182 16</inkml:trace>
  <inkml:trace contextRef="#ctx0" brushRef="#br0" timeOffset="-181241.95">5194 8748 191 0,'0'0'231'15,"-4"1"-15"-15,4-1-21 0,0 0-20 0,0 0-16 16,0 0-17-16,0 0-15 0,0 0-17 0,0 0-18 15,0 0-4-15,3 7-9 0,-3-7-9 0,1 4-5 16,-1 0-12-16,1 0-2 0,-1 3-4 0,3 0-8 16,-3 0-4-16,1 1-2 0,-1 3-3 0,0-1-3 15,0 3-2-15,0 2-3 0,0-3-2 0,0 2 0 0,0-2-2 0,0-2-3 16,0 2 0-16,0-3 1 0,0-2-5 0,-1-1 4 16,1 1-3-16,1-3 2 0,-2 0 0 0,1 0 32 15,0-4 38-15,0 4 38 0,0-4 38 0,0 0 35 16,0 0-7-16,0 0-21 0,0 0-17 0,11-16-12 15,-4 7-13-15,-1-2-15 0,3-3-16 0,2-3-12 16,-2 2-14 0,0-1-3-16,1-1 0 0,1 6-15 0,-5 1-2 0,-1-1-6 15,2 4-3-15,-4 1-7 0,1 1-3 0,-1 1-9 16,1 0-5-16,-3 2 6 0,4-2-30 0,-5 4-17 16,3-2-11-16,-3 2-2 0,0 0-1 15,14 5-7-15,-8-2-2 0,1 4-4 0,0-1 3 0,3 2-7 16,2 4 4-16,3 1-1 0,-2-1 7 0,5 0 1 15,0 0-3-15,9 2-6 0,-2-2-4 0,2-1-7 0,4-2-10 16,3-1-6-16,2-3-3 0,2 1 3 0,12-4 0 16,-10-3-7-16,1 0 3 0,10-5 2 0,-13 1 11 0,0-1 3 15,-2-3 7-15,-3-1 10 0,-1-2 2 0,-1 0 7 16,-4 2 6-16,-8 1 10 0,-4 1 20 16,-2 1 24-16,-3 0 27 0,-1-1 12 0,1 3 2 15,-4-2-4-15,-4 2-5 0,-2 3-8 0,0-6-6 0,-4 4-4 0,-3 1-2 16,-5-1 2-16,-7 2-14 0,-1-1 4 0,-10 5-8 15,2 1 1-15,0 1-7 0,0 4 3 0,1 1-4 16,8 0-7-16,1-1-2 0,-5 7-6 0,5-3-3 16,3 0-6-16,2 2 2 0,-1-2 0 0,2 1-5 0,6 2-6 15,-3-4-7-15,5 1-3 0,3-1-4 16,1-2-1-16,4 0 5 16,2-1 1-16,-1-2 9 0,7 0 2 0,3-5 7 15,3-2-2-15,4 1 2 0,-1-6 6 0,6-4 0 16,-1 2 1-16,2-6 3 0,-5-2 0 0,0-2-1 15,0-2 7-15,-1-5 1 0,-4-4 3 0,1-3-2 0,-4-1 1 16,4-11 11-16,-5-3 13 0,-5 15 22 0,3-18 21 16,-6 17 31-16,-2 2 23 0,1 4 19 0,-5-2 14 15,0 3 8-15,0 7 14 0,0 0 2 0,0 3 12 0,-2 5-8 16,2 0-4-16,0 1-4 0,0 3-2 0,2-2-14 16,-4 6-19-16,2-2-11 0,2 1-18 0,-4-1-15 15,4 3-6-15,-2 2-16 0,0-6-15 0,0 6-12 16,0 0-11-16,-2-4-33 0,2 4-43 0,0 0-29 15,0 0-31-15,0 0-3 0,0 0 17 0,0 0 2 16,-2 15 11-16,1-8 5 16,-2 4 9-16,2 1 11 0,-3 5 2 0,2 1 8 15,-2 0 2-15,1 0 0 0,1 2 4 16,-3 5 4-16,1 0 1 0,1-5 3 0,1 4 2 0,-2 1 20 16,1 1-16-16,1-3-1 0,-2-2 5 0,3-1-2 15,-1 0 5-15,-1-1 3 0,1-2-6 0,0 0 8 16,1-4 1-16,-3 1-3 0,2-1 9 0,0-2-8 15,1 1-9-15,-1 1 29 0,1-6-17 0,0 3 4 0,-2-6-4 0,3 4-1 16,0-2-3-16,0-1 9 0,-1-1-4 16,-1 1 2-16,4 1-2 0,-4-3 6 0,2-3 1 15,-2 7-5-15,2-4 9 0,0-3-4 0,2 6 5 16,1-3-1-16,0-1 9 0,-3-2 6 0,5 6-2 0,-1-4-2 16,1 0 1-16,2-1-21 0,4 1-45 0,-1-2-77 15,4-2-129-15,5-5-439 0,5-1-749 0,-2-4 332 0</inkml:trace>
  <inkml:trace contextRef="#ctx0" brushRef="#br0" timeOffset="-178450.27">7640 8335 170 0,'0'0'180'0,"0"-7"2"0,0 3-15 0,0 0-2 15,1-1-8-15,-1 1-10 0,0 4-1 16,0-5-10-16,1 0-8 0,-1 5-9 0,1-5-11 0,-1 5-12 16,0-4-10-16,0 4-9 0,0 0-13 0,0-3-13 0,0 3-15 15,0 0-3-15,0 0-9 0,0 17-1 0,-2-5-3 16,1 9-4-16,-2 8-2 0,-2 1-3 0,3 7 1 15,-4-2-2-15,1 13 0 0,0-11-3 0,1-2-1 0,-1 2 6 16,0-5-7-16,3 2-5 0,-1-6 3 16,-1-2 2-16,0-8 1 0,3-1-3 0,0-2 0 15,-2-3 0-15,3-3 0 16,-1-2 2-16,1 0 1 0,-3-1-1 0,3-2 2 16,-1 0 3-16,1 0-2 0,0-4 4 0,0 5 6 15,0-5 1-15,0 5 1 0,0-5-2 0,-4 2-2 16,4-2 2-16,0 0-6 0,-1 3-5 0,1-3 3 15,0 0-3-15,0 0-31 0,0 0-21 0,0 0-46 16,0 4-52-16,0-4-54 0,0 0-160 0,-13 0-387 16,13 0 171-16</inkml:trace>
  <inkml:trace contextRef="#ctx0" brushRef="#br0" timeOffset="-178118.04">7269 8721 45 0,'0'0'181'0,"-8"1"-13"16,8-1-18-16,0 0-13 0,0 0-14 0,0 0-16 15,-5 2-14-15,5-2-4 0,0 0-13 0,0 0-5 16,0 0-15-16,27 0 11 0,-11 0-6 0,5-3-12 0,11 2-3 0,7-4-6 15,12 2 0-15,4-4-6 0,-2 4-5 0,-4-4-3 16,-11 5 6-16,-1-1-8 0,-2 3-5 0,-5-3-3 16,-8 1-1-16,-3 2-2 0,-5-2-2 0,-1 2 1 15,0-1 2-15,-6 1-3 0,0 0 0 0,-2-1-5 16,2 1 3-16,-7 0-4 0,7-2-2 0,-7 2-3 16,0 0-14-16,0 0-14 0,0 0-18 0,0 0-24 0,0 0-20 0,-23 4-20 15,18-4-146-15,-4 0-276 0,9 0 122 0</inkml:trace>
  <inkml:trace contextRef="#ctx0" brushRef="#br0" timeOffset="-177354.08">8126 8345 90 0,'2'-3'188'16,"-2"3"-2"-16,2-5-6 0,0 3-4 0,-2 2-6 15,1-5-5-15,-1 5-6 0,4-3-6 0,-4 3-8 16,0-4-9-16,1 1-10 0,-1 3-13 0,0 0-8 16,3-5-10-16,-3 5-13 0,0 0-6 0,0 0-14 0,2-2-14 0,-2 2-14 15,0 0-7-15,0 0-6 0,1 10-3 0,-1-1-3 16,0 4-1-16,-1 6 1 0,-1 9-5 15,0-1-1 1,-2 3 0-16,-1 3-1 0,3 0-1 0,-3 4-3 16,-2-5 1-16,4 2-2 0,-1-1-3 0,0-3 4 0,2-1-2 15,-1-3 2-15,0-6 1 0,0-1-4 16,1-3 1-16,1-3 3 0,-3-1-2 0,4-2-3 0,-1-3 5 16,1 0-1-16,-2-2 2 0,2 0 0 0,0-1 11 15,0 0 18-15,-1-2 23 0,1-2 25 0,0 5 18 16,0-5 21-16,1 4 10 0,-1-4 15 0,0 0 2 15,0 0-12-15,0 0-13 0,0 0-13 0,0 0-14 0,9-15-10 0,-5 10 3 16,-1 0-19-16,0 1-17 0,1-1-9 0,0 2 0 16,0-1-3-16,0 1-10 0,2-1-2 0,-1 2-10 15,-1 1-3-15,5-1-11 0,1 2-15 0,-1 0-16 16,2 2-14-16,1 0-42 0,-3 3-28 0,3 1-29 16,-2-2-31-16,0 1-26 0,3 3-22 0,-3-1-15 15,2-2-24-15,-2 0-19 0,4 2-193 0,-8-5-507 16,6 1 224-16</inkml:trace>
  <inkml:trace contextRef="#ctx0" brushRef="#br0" timeOffset="-176930.94">8377 8869 137 0,'0'0'192'0,"0"0"-12"0,0 0-14 0,3-4-10 16,-3 4-11-16,0 0-14 0,0 0-14 0,0 0-7 15,0 0-14-15,0 0-7 0,0 0-4 0,0 0 4 16,0 0-1-16,0 0-2 0,0 0-3 0,0 0-10 0,11-2-1 0,-1 1-11 15,3-1-2-15,-2-1-7 0,9-4-5 0,-1 2-2 16,0 0-3-16,2-2-6 0,0 0-4 0,3-5-4 16,0-1 0-16,-5 3-5 0,4-3-4 0,-7 0 7 15,3 1-9-15,-1 1 8 0,-5-1 14 0,0 1 15 16,-3 0 13-16,-1 1 9 0,-1 2 9 0,-3-1-3 16,0 3-7-1,-3-3-3-15,1 4-10 0,-3 1-12 0,-1-4-2 16,-3 6-7-16,-4-4-13 0,-2 2 2 0,-9 6-6 0,0 0-2 15,-11 4-7-15,2 1-2 0,0 4-6 0,0 3 1 16,2 3 4-16,1 1-9 0,6 2 1 0,-3 2 0 16,9 4-3-16,-1-2-1 0,8 1 14 15,2-6-12-15,4 0-1 0,5 1 0 0,4-3 2 16,10 4 4-16,4-4-2 0,9-3-1 0,1-3 2 0,16 3 3 0,2-5-6 16,-11-6 2-16,0 0-2 0,0-1 1 0,-3-3 1 15,-1 0-2-15,-8 0 3 0,-6-1 9 0,-3 2 11 16,-6-1 11-16,1 0 6 0,-4 0 2 0,-4 1-2 15,0 0-2-15,-1-2-10 0,-5 2 3 0,10 0-8 0,-10 0-6 16,6 2 1-16,-6-2-15 0,0 0-42 16,0 0-47-16,7-2-51 0,-7 2-77 0,0 0-80 0,2 4-255 0,-2-4-590 15,0 0 261-15</inkml:trace>
  <inkml:trace contextRef="#ctx0" brushRef="#br0" timeOffset="-171567.98">3972 8692 83 0,'0'0'175'0,"0"0"-22"0,0 0-12 15,0 0-16-15,0 0-11 0,0 0-10 16,-5-2-10-16,5 2-11 0,0 0-3 16,0 0-8-16,0 0-2 0,0 0-10 0,0 0-6 15,0 0-7-15,0 0-10 0,0 0-8 16,0 0 4-16,0 0-4 0,0 0-2 0,0 0 1 16,0 0-5-16,27 3-5 0,-16-3 6 0,2 0-10 15,6-1 3-15,3 2-1 0,-4 1-4 0,14-2-1 0,-1 0 0 16,-1 0 1-16,2 2 2 0,3-1-11 15,-2 1 0-15,4-2 3 0,0 3-1 0,-1-2 1 0,0-1-2 0,2 1-2 16,-1 1 1-16,0-4 2 0,3 2-2 0,-1-1-5 16,0 1 8-16,18 0 3 0,-6 0 2 0,2 0 1 15,0 0-3-15,1 0 0 0,-3-1-3 0,-1 0 1 16,6-3 4-16,-1 4 4 0,0-2 2 0,-2 1 0 16,0-2 1-16,2 1-4 0,0 0 1 0,-5 1 3 15,-9 1-3-15,-3-2-7 0,13 4 3 0,-11 1-1 0,0-3-2 0,-1 0 2 16,-1 5-1-16,0-4-3 0,-3 1 2 0,6 4-4 15,-3-5-2-15,2 2 3 0,11 3 5 0,0 0-7 16,-15-2 2-16,5-2 1 0,-3 3 0 0,2 0-4 16,-2-3-2-16,-1 0 3 0,2 0 0 0,-2 0 1 15,-3 0 3-15,2 1-1 0,-4-3-3 0,5 0 0 16,-5 0 2-16,3 0 0 16,0 2-1-16,-3-2-4 0,0 0 2 0,-3-3-1 15,2 3 3-15,0 1 2 0,-3 1-1 0,1-2-3 16,-3 0 0-16,2 0 1 0,0 0 0 0,-1 2-1 15,1-2 2-15,0 3 0 0,2-6-1 0,-1 3 0 16,-1 0 0-16,1 0 0 0,0 0 8 0,1 3-1 16,2-6 3-16,0 3 2 0,0 0-3 0,1 0 1 15,1-2 1-15,1 2 0 0,2 0 2 0,3-2-2 0,11 2-1 0,-1-1-2 16,-13 1 2-16,4 1-6 0,10 1 3 0,0 0-4 16,-12 1 1-16,15-1 0 0,0 1-4 0,2 1 0 15,-7 1 2-15,2-5 0 0,-10 2-3 16,-2 2 0-16,0-2 3 0,-1 0-2 0,-1 0 0 0,3 1 0 15,-3-2 0-15,0 0-1 0,-5 2 1 0,-1-3 0 16,-1 4-1 0,-2-4 3-16,-6 3 2 0,1-3-2 0,-5 2-2 15,4-2 3-15,-3 0-4 0,-3 2 3 0,4-2-3 16,-4 2 2-16,-2-2 1 0,3 1-3 0,2 1-1 0,-5-2 5 0,0 2-4 0,-2-2 0 16,-1 1 4-16,2-1-3 0,-4 0-1 0,1 2 3 15,2-2-1-15,-6 0 1 0,2 0-2 16,-2 0 11-16,-6 0 6 0,9 0 5 0,-9 0 4 15,6 0-1-15,-6 0 0 0,0 0-2 0,9-2-4 16,-9 2 0-16,9 0-5 0,-2 0 0 0,-1-1-3 16,4 1-3-16,-1 0 3 0,0-2-5 0,5 2-2 15,-1-2 3-15,-3 1-5 0,3 1 1 0,0 0 5 16,-3-1-5-16,-1 1 0 0,-1 0-4 0,-2 0 4 16,-6 0-4-16,13 0 3 0,-13 0 6 0,6-1-9 15,-6 1 1-15,7 0 0 0,-7 0 7 0,5-2-1 0,-5 2-4 0,0 0 1 16,0 0 0-16,7 0-11 0,-7 0-18 0,0 0-21 15,0 0-43 1,0 0-55-16,0 0-33 0,-15 10-65 0,0-4-144 16,-3-2-416-16,-12 3 184 0</inkml:trace>
  <inkml:trace contextRef="#ctx0" brushRef="#br0" timeOffset="-170699.48">5347 9798 241 0,'-1'-6'250'0,"1"6"-1"0,0-3-4 16,0 3-5-16,3-6-9 0,-3 6-17 0,0-5-13 15,0 1-10-15,0 4-15 0,2-2-17 0,-2 2 2 0,0 0-28 0,0-6-14 16,0 6-15-16,0 0-11 0,0 0-20 0,0 0-5 16,0 0-21-16,0 0-35 0,0 0-29 0,0 0-19 15,0 0 0-15,0 0 2 0,-2 20 10 0,0-6-4 16,2 4 3-16,-2 7 2 0,0 1 4 0,-1 3 2 15,-1-1 0-15,1 2 3 0,0-1 3 0,1-3 2 16,-3 1-5 0,4-4 3-16,-1-3 5 0,1 0-2 0,1-3 4 0,-2-2-3 15,0-4 5-15,1 0-1 16,1-2 0-16,-1-1 2 0,1-2 1 0,-2 1 0 0,1-2 0 0,0-2 1 16,0 1 3-16,1-4-1 0,0 6 0 0,0-6 3 15,-2 7-3-15,2-7 0 0,-1 1 1 0,1-1-3 16,0 0-10-16,-1 4-9 0,1-4-22 0,0 0-32 15,-9 2-37-15,1-3-39 0,-1 1-42 0,-5-1-190 0,3-2-412 16,-2-2 182-16</inkml:trace>
  <inkml:trace contextRef="#ctx0" brushRef="#br0" timeOffset="-170498.97">5166 9781 19 0,'-4'-7'251'16,"4"4"-7"-16,0-2-13 0,0-1 1 0,0 6-10 15,-3-6-17-15,6 2-17 0,-6-1-18 0,6 3-23 16,-3-4-15-16,5 4-14 0,0-5-16 0,4 5-21 0,3-3-23 16,4 0-23-16,5 3-24 0,7-1-29 0,-1 1-24 0,2 2-34 15,-7 2-42-15,7 1-28 0,-7-1-39 0,-2 4-126 16,2-2-336-16,-7 2 149 0</inkml:trace>
  <inkml:trace contextRef="#ctx0" brushRef="#br0" timeOffset="-170298.48">5225 10260 154 0,'-3'3'216'0,"3"-3"-21"0,0 0-12 0,0 0-17 15,9 2-13-15,5-4-15 0,5 0-16 0,9-3-11 16,3 2-12 0,5-2-23-16,1 1-48 0,-4 0-53 0,5-3-70 0,-4 1-159 15,-1 1-275-15,-4-2 122 0</inkml:trace>
  <inkml:trace contextRef="#ctx0" brushRef="#br0" timeOffset="-169681.23">6170 9650 123 0,'0'-4'206'0,"-1"-1"-7"16,1 5-16-16,1-5-6 0,-1 1-9 0,0 4-8 16,0-7-4-16,0 7-14 0,0-3-12 0,0 3-13 15,0 0-12-15,-1-5-13 16,1 5-9-16,0 0-13 0,0 0-23 0,0 0-13 16,0 0-8-16,0 0-2 0,0 0-8 0,-8 14-2 15,4-6 0-15,-2 9-2 0,-2 7-1 0,-2 3-6 16,1 2 1-16,-2 4 0 0,2-1-1 0,-3 11-5 15,5-6 3-15,-5 11 1 0,6-2-3 0,-1-10 0 16,1-2 4-16,2 12 1 0,-1-12 1 0,1-3-5 16,0-2-2-16,3-4 5 0,-3-4-4 0,0-3-1 0,-1-2 6 15,4-2-2-15,-3-5-1 0,2 0 1 0,-1 1 2 16,-1-3 8-16,-1-2 4 0,1-1-1 0,-5-1 11 0,2 1 1 16,-4-3 4-16,0-2 4 0,-3 1 6 0,0-2 5 15,2-2-1-15,-3-1 0 0,2 0-4 0,2 0 5 16,-2 0-15-16,4-2 0 0,1 2-6 0,-1-2-1 15,-1 3-5-15,5 1-3 0,0-2 5 0,1 2-10 0,0 1-4 0,-2 1-22 16,2-3-33-16,0 2-33 0,4 2-56 16,-1-3-72-16,1 3-221 0,-3-7-462 0,3 7 204 15</inkml:trace>
  <inkml:trace contextRef="#ctx0" brushRef="#br0" timeOffset="-169327.13">5833 10035 188 0,'0'0'198'0,"-7"0"-4"16,7 0-20-16,0 0-15 0,0 0-20 0,0 0-15 16,0 0-9-16,0 0-12 0,0 0-7 0,27-7-9 15,-5 5-9 1,5-1-8-16,8-1-8 0,15 0-8 0,4 3-3 0,0-4-4 16,1 0-8-16,-7-2-4 0,-7 4-4 0,-5 1-1 15,-4-1 2-15,-3 1-9 0,-8 0-4 0,-5 0 3 16,-3 1-3-16,-1 0-7 0,-1 1 2 15,-6-1-6-15,0-1-7 0,-5 2-8 0,9 0-2 0,-9 0-17 16,0 0-21-16,0 0-41 0,-15 7-52 0,5-4-179 16,-1 2-343-16,0-1 152 0</inkml:trace>
  <inkml:trace contextRef="#ctx0" brushRef="#br0" timeOffset="-167892.22">8116 9772 100 0,'0'0'181'15,"0"0"-6"-15,0 0-7 0,2-3-16 16,-2 3-10-16,0 0-11 0,0 0-7 0,3-3-9 16,-3 3-10-16,0 0-3 0,0 0-9 15,0 0-11-15,0 0-9 0,0 0-6 0,0 0-9 16,-8-5-15-16,8 5 3 0,-11 1-7 0,3 2 0 0,-4 1-10 16,-1-2 0-16,-5 1-5 0,0 4-2 0,-1-1-2 15,-3-1-7-15,3 4 0 0,0-2-1 0,1 0-2 16,1 0-2-16,1-1 0 0,4 1-4 0,-1-3 2 0,2 4 0 0,1-3-1 15,1 2-1-15,-3-2 3 0,6 3-5 16,-3-2-1-16,4 1-4 0,3-2 0 0,-1 0 1 16,2 4 1-16,-2-3 1 0,7 3 3 0,-1-4-6 15,4 5 6-15,2-3 2 0,7 3-5 0,1 1 0 0,8 2 2 16,-6-5 2-16,9 3-4 0,0 1-1 0,-8-4 3 16,1 1-1-16,-2-1-6 0,0 1 6 0,-3-1-1 0,0-1-3 15,-6-2-3-15,-1-1 0 0,-2 1-2 0,-1-2 1 16,-2 1-2-16,0-1 0 0,-4 4 3 0,-3-4 3 15,-2 1 0-15,-7 3-2 0,-7-1 1 0,-10 0 2 16,0 2 2-16,-2-3-3 0,0 1 1 0,-1-2 2 16,0 1-3-16,0-1 2 0,-1-1 0 0,0 0 0 15,1-3-5-15,5 4-13 16,6-4-25-16,0 0-18 0,8 0-27 0,2-3-37 16,1 1-180-16,4-3-331 0,5 3 147 0</inkml:trace>
  <inkml:trace contextRef="#ctx0" brushRef="#br0" timeOffset="-167406.94">8615 9864 53 0,'-6'-3'124'16,"6"3"-17"-16,0 0-14 0,-11 3-10 0,11-3-10 15,-12 1-12-15,6 2-5 0,0 0-8 0,-1 2-6 16,2-3-3-16,-2 5 0 0,-1 1-4 0,-1-2-5 0,1 5 0 0,2-2-3 15,-1 0-5-15,0 6-2 0,-1 0-3 0,3-1 0 16,1-1-3-16,2-4 0 0,-1 3 0 0,2-1-10 16,1 0 6-16,1-3 0 0,-1 1 17 0,4 1 17 0,-2-5 5 15,4 0 5-15,1 2 2 0,3-3 0 0,1-1-3 16,0 0-4-16,2 1-3 0,1-4-1 0,0-4 5 16,-1 0 6-1,3-2 10-15,1-2 2 0,-3-1 3 0,-1-3 5 16,2 0-7-16,-6-1-5 0,2 0-3 0,-5-2-4 15,1 1 4-15,-4 3-4 0,0-1 1 0,-3 0-9 0,-3 3-4 0,0-2-14 0,-4 1-7 0,2 2-4 16,-3-2-11-16,2 5-12 0,-7 0-22 16,4 3-21-16,-4-3-24 0,0 5-21 0,3-2-41 15,-5 1-16-15,5 1-192 0,3 1-368 16,-1-1 163-16</inkml:trace>
  <inkml:trace contextRef="#ctx0" brushRef="#br0" timeOffset="-166974.58">8984 9659 94 0,'2'-3'224'0,"-2"3"-8"15,0 0-12-15,2-5-15 0,-2 5-18 0,0 0-16 16,0-3-14-16,0 3-17 0,0 0-15 0,0 0-16 16,0 0-14-16,0 0-23 0,0 0-3 0,0 0-10 15,0 0-6-15,0 17-2 0,-2-6-4 0,1 5-5 0,-1 3-4 16,-4 5 0-16,1 2-4 0,-3 4-4 0,0 0-1 0,0-1-2 15,2 2 2-15,-3-5-4 0,4 4-3 0,1-5 3 16,0-6-5-16,3 0 3 0,-2-4 0 0,2-2 0 16,0-1-5-16,-2-3 2 0,2-1 3 0,1-3-5 15,0 2 10-15,-4-2-1 0,4-2 3 0,0 2 15 16,0-1 16-16,0-4 14 0,0 0 8 0,-1 3 4 16,1-3-4-16,0 0-3 15,0 0-10-15,0 0-3 0,0 5-7 0,0-5-11 16,0 0-17-16,0 0-26 0,0 0-23 0,0 0-32 15,0 0-38-15,0 0-69 0,0 0-247 0,0 0-453 16,0 0 201-16</inkml:trace>
  <inkml:trace contextRef="#ctx0" brushRef="#br0" timeOffset="-166272.68">9094 9881 109 0,'0'0'252'0,"0"0"-24"16,1-3-22-16,-1 3-24 0,0 0-23 0,0 0-17 16,0 0-22-16,0 0-13 0,0 0-12 0,0 0-12 15,0 0-8-15,1 16-7 0,-1-8-5 0,0 1-8 16,0 7-5-16,-1 2-6 0,1 0-4 0,-5-1-6 15,5 0-1-15,0 0-3 16,-4 1-5-16,3-1 1 0,2-1-8 16,-1-5 1-16,-1-1 2 0,1-3-2 0,0 0-5 15,0-1 5-15,0-2-1 0,0 1 16 0,0-2 31 16,0-3 30-16,0 0 21 0,4 2-1 0,-4-2-8 0,0 0-9 16,11-14-14-16,-3 2-9 0,1-3-9 0,1-2-10 15,7-2-5-15,-6 2-6 0,2-5-2 16,-3 6-11-16,2-1-2 0,-5 4-1 0,0 3-5 0,-1-1 1 0,2 2 4 15,-6 3-18-15,2 3 3 0,-3-2-12 0,3 1-13 16,0 1-7-16,-4 3-7 0,7 0-2 0,-7 0 2 16,8 3-3-16,0 1-3 0,-4 1-3 0,2 2 0 15,3 3 7-15,0-2-4 0,0 4 4 0,0 2 2 16,5-2 3-16,-2 0-1 0,-2-4-5 0,0 1-1 0,3 1 4 16,0-5-11-1,-3 0-3-15,0-3-1 0,3 0-3 0,-2-2-1 16,1-2 2-16,-2-3 5 0,0 0 3 0,2-4 6 15,-1-1 5-15,-3-1 7 0,2-4 3 0,-1-1 3 16,-1-5 5-16,2-1-3 0,-4-4 10 0,2-2-7 16,-4 1 5-16,1-1 2 0,3 1 4 0,-6-2 8 15,2 3 7-15,0 2 24 0,-3 5 1 0,-1 2 8 16,2 2 1-16,-1 1 0 0,0 3 2 0,-1 4-6 0,0 1 0 0,0-2-8 16,3 5-6-16,-3-2-9 0,0 0-5 0,0 1-14 15,0 4-17-15,0 0-6 0,0 0-6 0,0 0 3 16,-3 14-1-16,3-1 3 0,-1 6 0 0,-2-1 3 15,-2 8 2-15,1 0 5 0,2 0-6 0,-6-1 3 16,4 4 1-16,2-11 2 0,-1 3 6 0,2-3-2 16,-3-1-2-16,1-1-2 0,2 1 5 0,0-6 0 0,-2-1-13 0,2 0-16 15,-3-2-21-15,3-1-19 0,1-2-25 0,-1 0-21 32,-2-1-16-32,3-4-27 0,-4 6-80 0,4-6-135 0,0 0-404 0,0 0 179 0</inkml:trace>
  <inkml:trace contextRef="#ctx0" brushRef="#br0" timeOffset="-165987.56">9384 9817 61 0,'0'0'206'0,"0"0"-5"0,-7 0-11 0,7 0-13 15,0 0-9-15,0 0-3 0,0 0-15 0,0 0-13 16,-1 3-14-16,1-3-10 0,0 0-12 0,22-2-6 16,-9 1-11-16,8-1-10 0,9 2-5 0,3 0-6 0,4-4-5 15,4 3-10-15,-3 0-9 0,-1 0-12 16,-5-1-15-16,0 2-11 0,-1 0-16 0,-9 0 3 16,-3 0-7-16,3 0-10 15,-3 0-23-15,-6 2-27 0,-2-1-15 0,2-1-15 16,-3 0-26-16,-3 1-36 0,-3-1-104 0,-4 0-297 15,0 0 132-15</inkml:trace>
  <inkml:trace contextRef="#ctx0" brushRef="#br0" timeOffset="-165640.18">10087 9815 202 0,'0'0'276'15,"0"0"-14"-15,0 0-22 0,0 0-20 0,0 0-19 16,0 0-24-16,0 0-25 0,0 0-15 0,-3-4-17 0,3 4-16 0,0 0-14 0,0 0-10 16,0 0-12-16,0 0-6 0,0 0-6 15,0 19-6-15,0-14-4 0,-1 4-5 0,0 2-3 16,-1 0-6-16,2-3-3 0,-1 4-3 0,0 1 2 15,-1-1-6-15,1-1-1 0,0 1-5 16,1-2 1-16,0-1-2 0,0-3-2 0,-1 2 1 0,1-4 0 16,-2 1-1-16,2 0-2 0,-1-3-3 15,1-2-6-15,1 6 0 0,-1-3-4 0,0-3-5 16,0 0-30-16,0 0-70 0,0 0-55 0,0 0-47 16,-1-22-189-16,1 8-429 0,0-3 191 0</inkml:trace>
  <inkml:trace contextRef="#ctx0" brushRef="#br0" timeOffset="-165486.56">10089 9625 247 0,'0'-6'262'0,"0"1"4"0,0-2-3 15,0 3-11-15,0-1 0 0,0 0-16 0,-1-1-11 16,2 2-22-16,-1 4-20 0,-1-5-24 0,1 5-21 16,0-5-17-16,0 5-34 0,1-4-41 0,-1 4-44 15,0 0-41-15,10 0-37 0,-10 0-47 0,15 4-51 0,-6-1-67 16,-2 2-141-16,0-3-414 0,2 1 184 0</inkml:trace>
  <inkml:trace contextRef="#ctx0" brushRef="#br0" timeOffset="-165038.72">10515 9752 59 0,'0'0'169'16,"7"0"-5"-1,-7 0-17-15,0 0-11 0,0 0-17 0,0 0-12 16,0 0-12-16,0 0-7 0,0 0-10 0,0 0-13 0,-11 5-4 16,6-2-7-16,-3-2-6 0,0 5 6 0,-2-1-15 15,1 0-4-15,2 2-2 0,-3-2-9 0,2 2-1 16,0 0-3-16,-1 0-8 0,3 3 2 15,-2-2 0-15,3 1-6 0,1 1 3 0,0-2-2 16,0 1-3-16,2 1 4 0,2-3-2 0,2 2 2 0,2-1 0 0,0 1 23 16,0-2 15-16,4-2 7 0,2 2 7 0,3-4 4 15,0 1-9-15,7-3 9 0,2 1-4 0,-2-5 3 16,1-1 2-16,0-1 3 0,-3 0 2 0,1-3 3 16,-1 1 6-16,-1-4-1 0,-3 0-1 0,-4-2-4 15,3 0 1-15,-3 1 6 0,-4 3-11 0,-2-3 0 16,0 4-10-16,-3-4-4 0,-2 0-10 0,-1 4-5 0,-4-3-7 0,0 6-8 15,0-2-1-15,-6 1-15 0,2 2-12 0,-1-1-22 16,-1 3-26-16,0 2-30 0,1 0-19 0,-2 1-38 16,-1 3-44-16,1 1-42 0,0-1-222 0,2-1-480 15,7 2 212-15</inkml:trace>
  <inkml:trace contextRef="#ctx0" brushRef="#br0" timeOffset="-163967.49">11013 9726 195 0,'0'0'228'0,"1"-4"-12"0,-1 4-18 0,0 0-19 16,0 0-21-16,0 0-18 0,0 0-15 0,0 0-13 15,0 0-14-15,0 0-14 0,0 0-11 0,0 0-10 0,0 0-3 0,0 0-6 16,4 13-10-16,-4-8-5 0,0 3-2 0,0 1-6 16,0 3-2-16,0-3-2 0,-1 8-4 0,-2-2-4 15,2-2-1-15,-3 3-1 0,4 0-3 0,-2-6 2 16,0 3-5-16,0-2 0 0,-2-2-2 0,4 0 2 16,0-2-6-16,0 0 5 0,0-2 2 0,0-2 4 0,-2 1 6 15,2-4 54-15,0 0 23 0,0 0 23 16,0 0-8-16,0 0-8 15,12-11-10-15,-4 1-13 0,-3 2-7 0,9-8-8 16,-1 0-10-16,-3 0-6 0,8-5-8 0,1 4-2 16,-6 2-11-16,0 1 0 0,1 3-3 0,-7 5-4 15,0-1-2-15,2-1-4 0,-4 5-7 0,0 1-15 16,0-2-4-16,-1 4-4 0,-4 0 1 0,15 4-6 16,-8-1 0-16,2 2 3 0,2 4-1 0,-2-2 2 15,4 6-4-15,1 1-2 0,0 0-11 0,0 1-20 0,4 2-27 0,-3-2-39 16,1-1-43-16,0-2-45 0,0 1-267 0,-1-4-510 15,-1 1 227-15</inkml:trace>
  <inkml:trace contextRef="#ctx0" brushRef="#br0" timeOffset="-163413.08">12672 9787 129 0,'0'0'148'15,"0"0"-17"-15,-4-4-10 0,4 4-16 0,-3-2-10 16,3 2-8-16,-3-4-6 0,3 4-13 0,-7-1-9 16,7 1-5-16,-9 2-8 0,9-2-5 0,-13 3-10 15,6-1 1-15,-1 1-7 0,-1 2 1 0,-2 0-3 16,-1 0-1-16,-2 3-5 15,5 1-1-15,-5 1-2 0,1 1-6 0,4-3 4 16,1 4-5-16,-3 0 3 0,5-2-6 0,1-1 8 16,-2 3-8-16,4-4-1 0,0 1 4 0,2-2 10 15,2 1 23-15,0-3 19 0,4 0 17 0,2 0 4 16,2-1 2-16,4-1 1 0,-1-3 0 0,6-5 1 0,1 3 3 16,-1-4-6-16,3-1 1 0,-2-2-7 0,-4-1-2 15,3-3-6-15,-4-1-7 0,0 0-15 0,-1-1-1 0,-2 1-11 16,0-1-4-16,-5-2-6 0,-1 2 1 0,-5 4-10 15,3-1-4-15,-6 2-3 0,-1 0-4 0,0 3-1 16,-5 0-2-16,2 0-5 0,-6 2-6 0,1 2 1 16,-3 1-8-16,2 0-12 0,-1 2-17 0,-1 2-6 15,-1 0-22-15,3 1-23 0,1 2-35 0,-2-1-31 16,4 1-196-16,1 3-389 16,1-6 172-16</inkml:trace>
  <inkml:trace contextRef="#ctx0" brushRef="#br0" timeOffset="-162933.93">13000 9409 99 0,'0'-6'252'0,"4"2"-23"0,-4-1-25 15,4 4-22-15,-3-3-22 0,-1 4-24 16,1-4-33-16,-1 4-10 0,0 0-18 0,0 0-4 0,0 21-6 0,-2-4-6 16,-3 8-5-16,-3-1-12 0,-1 10-1 0,-1-1-5 15,1 1-6-15,0 0-1 0,-5 10-1 0,4-12-8 16,2 1 2-16,0-2-3 0,1-1-4 0,3-1-4 0,-1 0 2 16,3-3-1-16,1 1-4 0,0-11 1 0,0 2 5 15,1-4-6-15,1-1 4 0,-1-4-3 16,0 1 2-16,0-3 1 15,1-1 12-15,-1-2 17 0,0 1 19 0,1-1 24 16,1-1 27-16,-2-3 21 0,1 4 8 0,-1-4-7 16,0 0-12-16,0 0-14 0,7-13-7 0,-6 5-11 15,1-4-28-15,-2 0-26 0,0-1-13 0,-1-3-8 16,0 0 8-16,-3 0-13 0,-3 2-1 0,1-2-4 16,0 6 1-16,-4-5 7 0,4 7-7 0,-1-2-2 15,1 1 1-15,0 4-3 0,4 0 5 0,-2 1-5 0,3 0 13 0,-2 0-4 16,2 0-10-16,1 4-2 0,0 0-4 0,1-4 1 15,11 3 1-15,7-3-15 0,13 3-30 0,3 1-37 16,19-3-58-16,6 1-73 0,-4 1-289 0,3-4-546 16,-3-1 242-16</inkml:trace>
  <inkml:trace contextRef="#ctx0" brushRef="#br0" timeOffset="-162094.15">14420 9603 60 0,'-1'-5'165'0,"-1"-3"-13"0,1 3 3 0,1-2 0 16,-1-1-8-16,-1 2-3 0,0-1-6 0,1 1-3 15,-2-1-11-15,-1 1-10 0,2 0-7 0,-1 1-15 0,2 0-8 0,-2 1-12 16,1 0-7-16,-1 0-10 0,1 0-3 0,-2 2-7 15,4 2-9-15,-12 0-5 0,5 2-5 0,-1 5-4 16,-2-2 3-16,-7 7-8 0,4 0-4 0,-3 1-2 16,-1 5 1-16,-6 2-5 0,5 3-1 0,0-2 2 15,-2 2-3-15,2-2-4 0,8-3 2 0,-1 4 3 16,1-3-4-16,4-2 1 16,-1 2 1-16,5-4-1 0,-2 2-2 0,3-5 2 15,1 0 5-15,0-4 22 0,-2-1 7 0,4 0 7 16,-1-1 9-16,-1-1 28 0,4-1 14 0,-2 0 27 15,1-3 15-15,2 1 17 0,-5-2 0 0,13-3-8 16,-5-1-8-16,2-1-4 0,1-2-15 0,1 0-6 16,2-4-16-16,1-1-8 0,1 2-13 0,0-4 3 15,-2 0-14-15,4 3-9 0,-6 2 2 0,-1-3-15 0,-2 3-1 0,-1 1 0 16,-3 4-5-16,1-1-7 0,-2 0 0 0,1 2-6 16,-1 1-1-16,-1-3-10 0,-1 3 1 0,1-1-1 15,-3 3 1-15,6-1-26 0,-6 1-25 0,0 0-24 16,0 0-6-16,0 0 3 0,0 0 4 0,5 11 6 15,-6-4 7-15,1 2 5 0,-3 1 2 0,1 3 14 16,2-2-7-16,-4 0 1 16,2-2 7-16,0 4 0 0,1 0 15 0,0-5-9 15,-1 2 3-15,1-3 0 0,1-2 4 16,-1 0 1-16,-1 0 8 0,2-1-2 0,0-4 13 16,0 4 33-16,0-4 31 0,0 0 26 0,0 6 26 0,0-6 5 15,0 0-11-15,0 0-14 0,20-10-14 0,-2 1-25 16,8-1-45-16,4-5-71 0,3 1-83 0,3-3-97 15,11-7-123-15,-12 9-329 0,-5-2-741 0,-2 3 328 0</inkml:trace>
  <inkml:trace contextRef="#ctx0" brushRef="#br0" timeOffset="-159224.38">15580 9772 20 0,'0'0'151'0,"0"0"-13"0,-4 0-20 16,4 0 11-16,0 0 2 0,0 0-5 0,0 0-13 15,0 0-12-15,9-6-7 0,-3 2-11 0,2-1-1 16,4 2-17-16,-1-1-6 0,2-3-5 0,4-1-7 15,-2-1-3-15,0-2 9 0,-1 1-6 0,2-2 18 16,-5 0 1-16,1-1 2 0,-1-1-2 0,-1-1 2 16,2-7 3-16,3-2-5 0,-7 5 2 0,2-6 3 0,-1 1 0 0,0-1-1 15,0 1 2-15,-3 0-3 0,-2-2-11 0,3 1-3 16,-2 0-6-16,-1 0-6 0,-2 7-1 0,1-1 3 16,-2-1 0-16,-1 0 0 0,4 3-9 0,-4-1 3 15,1 2-1-15,-1 1-2 0,-1 3 7 0,1 2-10 16,0-2 0-16,-4 3-7 0,4 2-4 0,0 1-3 15,0-1-2-15,-1 2-4 0,-1 1-4 0,2 4-10 0,-1-5-13 16,1 5-19-16,-1-3-11 0,1 3 0 0,0 0 3 0,-10 14 5 16,2-3 6-16,-2 5 2 0,-2 8 1 0,-2 5 1 15,0 2 4-15,1 1 3 0,-2 2 1 0,0 12-2 16,-1-2 5-16,7-10 2 0,2 2 1 16,-1-4 1-16,4-1 4 0,4 1 0 0,-1-6 4 0,6-4-1 15,1-3 2 1,-1-2 5-16,2-2 2 0,3-3 5 0,0-3-1 15,3 3 4-15,6-4 1 0,-2-3 1 0,2-1 4 16,3-4-1-16,-3 0 1 0,3-5 0 0,-1 1 0 16,-1-3 0-16,1-1 3 0,-3-1 0 0,0 1 4 0,-1-3 7 15,-2 0 5-15,-4 4 1 0,-2-2 8 16,3 1 3-16,-7 0 21 0,4 1-14 0,-1 0 4 16,-7 0 5-16,4 3-8 0,-1-1 2 0,0 0-11 0,-3 2-6 0,4 0-8 15,-5 3-1-15,4-2-7 0,-4 2-23 0,0 0-15 16,3-4-16-16,-3 4-7 0,0 0 2 0,0 0 2 15,1 9 2-15,-1-4 3 0,-3 4 1 0,2 1 5 16,0-2-4-16,-2 3 9 0,3-1 9 0,-1 1-11 16,-3 0 4-16,4-3 3 0,-2 4-1 0,-1-5 4 15,-1-2-3-15,4 2 2 16,0 0 3-16,0-3 2 0,0 2-1 0,0-3-5 16,0-3-1-16,0 7 2 0,0-7 1 0,0 0 6 15,-5 4 12-15,5-4-12 0,0 0-12 0,0 0-49 16,0 0-37-16,-4-11-45 0,0 3-47 0,4-1-18 15,-1-4-253-15,0-3-497 0,-2-2 221 0</inkml:trace>
  <inkml:trace contextRef="#ctx0" brushRef="#br0" timeOffset="-159070.72">16076 9377 10 0,'0'-6'251'0,"0"-1"-8"16,-4 2 1-16,4 0 4 0,0 1-6 0,0-2-15 15,0 6-20-15,-1-5-21 0,1 5-20 0,0-5-17 16,0 5-22-16,-1-3-26 0,1 3-27 0,0 0-31 15,0 0-27-15,0 0-31 0,7-4-41 0,-7 4-38 0,0 0-44 0,13 9-59 16,-8-7-142-16,0-1-368 0,-5-1 163 0</inkml:trace>
  <inkml:trace contextRef="#ctx0" brushRef="#br0" timeOffset="-158538.05">16334 9500 78 0,'1'-4'279'16,"1"-1"-9"-16,-2 2-11 0,1-1-12 0,-1 4-18 15,2-7-17-15,-2 4-24 16,0 3-22-16,0 0-8 0,2-3-26 0,-2 3-15 16,0 0-16-16,1-4-15 0,-1 4-24 0,0 0-8 15,0 0-9-15,0 0-3 0,1 16-5 0,-1-7 1 16,0 2-10-16,-1 1-4 0,0 5 2 15,-1 0-7-15,0 2-2 0,-1-1-2 0,1 0-1 0,-1 0-1 16,2-1-5-16,-2-2 5 0,1-2-6 0,0-3 5 16,0 0-5-16,1-3 1 0,-1-2 0 0,0 2 0 15,2-2 3-15,0-2 6 0,-1 1 30 16,1-4 24-16,-2 5 25 0,2-5 37 0,0 0 18 0,0 0 3 16,0 0-15-16,0 0-13 0,12-9-18 0,-6 0-10 0,2-2-11 15,5-2-6-15,-2-1-13 0,2 1-5 16,0 0-13-16,-4 5-4 0,-2-3-2 0,2 5-7 0,0 0-3 15,-5 0-15-15,1 4-5 0,-1-2-19 16,1 0-9-16,0 3-23 0,0 1-8 0,-5 0-20 0,13 2-10 16,-3 3-24-16,3 0-19 0,1 9-27 15,-5-9-39-15,4 8-39 0,0-1-28 0,-2-1-37 16,-3-3-241-16,2 0-573 0,-4-1 254 16</inkml:trace>
  <inkml:trace contextRef="#ctx0" brushRef="#br0" timeOffset="-157825.51">16645 9636 73 0,'0'0'196'0,"0"0"-18"0,0 0-6 0,0 0-15 16,0 0-13-16,-6-2-13 0,6 2-14 0,0 0 1 15,0 0-10-15,0 0-14 0,0 0-6 0,0 0-8 0,0 0-8 0,17-5-7 16,-11 1-9-16,2 1-2 0,6 2-9 0,-4-3-1 15,3 1-9-15,8-4-4 0,5 0-6 0,-7 0-7 16,2 0-2-16,-1-1-8 0,2 0-1 0,-4-1-5 16,9-1 6-16,-11 1-5 0,1 2 2 0,0-3-1 15,-7 3 5-15,-1-1 14 0,-2 1 12 0,1 2 17 16,-1-4 12-16,-3 3 7 0,-1 0-4 0,0 0-3 0,1 0-7 16,-4-2-7-16,0 4-7 0,0-1-4 0,-4 0-6 15,1-2 2-15,0 4-11 0,-1-2-3 0,-3 3-7 0,-2 0 0 16,-2-1-2-16,1 2-5 0,-4 2 0 0,1 2-3 15,1-1-1-15,-2 3-3 0,0 0-3 16,-4 2-2-16,9 0-3 0,-3 0 1 0,0 7 0 16,0-2-4-16,1-1 5 15,2 3-1-15,0-1-2 0,3 3 0 0,2-4 4 16,3 0-4-16,-1 3-9 0,4-3-5 0,2 2-4 16,3 0 1-16,3-2 3 0,3-1-2 0,11 1 5 15,3-2-2-15,5-3 0 0,4-3-2 0,-1 0-2 16,3-2-10-16,-1-2-5 0,1 0-6 0,-2-2-4 15,2-2 0-15,-2-3 6 0,-1-2-10 0,-3 2 8 16,-2-3 5-16,-3 0 2 0,-8 3 13 0,-2-4 18 0,-8 5 30 0,1 0 25 16,-2-3 1-16,-6 4-6 0,2-2-4 0,-4 1-4 15,-1-2-4-15,-2 3-5 0,-2-5-3 0,0 8-2 16,-5-3-2-16,-2 1-2 0,-1 1-8 0,-4 3 0 16,0 3-2-16,-1-1 1 0,0 5-4 0,3 0 0 15,-2 0-1-15,2 4-1 0,0 0 3 0,-1 4-5 16,2-2 1-16,0 0 0 15,4 2 1-15,1 0-1 0,5-4-2 0,0 0 4 16,3-2 3-16,-2 0 0 0,3-1 3 0,4-3 5 16,0-1 4-16,1 1-1 0,7 1 3 0,-1-4 2 15,1 0 0-15,2 0 0 0,4-2-3 0,0-2 0 16,-1 0-3-16,-4 1 3 0,1-1-3 0,4-3 0 16,-5 3 1-16,1-1-4 0,-4 2 2 0,3-2 9 15,-3 2-7-15,-2 0 2 0,-3 0-4 0,1-1 7 0,1 1-8 0,-2-1-6 16,-5 2 4-16,10 0-7 0,-10 0-18 15,10-2-22-15,-5 4-44 0,-5-2-46 0,12 0-54 0,-7-2-218 16,1 2-432-16,-6 0 193 0</inkml:trace>
  <inkml:trace contextRef="#ctx0" brushRef="#br0" timeOffset="-157509.43">17594 9561 25 0,'4'-2'272'0,"-2"-3"-26"0,3 3-30 0,-2-1-18 15,-3 3-22-15,6-2-19 0,0 2-22 0,-6 0-15 0,11 5-8 16,-5-1-17-16,2 4-9 0,1 0-11 0,-3 3-6 16,-1-4-9-16,1 6-2 0,-1-2-7 0,-3-1-7 15,3 3-4-15,-3 1-6 0,-2-2-3 0,0-2-2 16,0 2 1-16,0-4-5 0,-2 1-2 0,2-2 4 15,-3-2-2-15,3 0 7 0,0-1 11 0,0-4 24 0,-2 5 31 16,2-5 37-16,2 4 41 0,-2-4 1 0,0 0-12 0,0 0-18 16,0 0-21-16,8-18-13 0,-2 6-14 0,5-1-17 15,1-1-17-15,6-5-20 0,-5 4-30 0,4-1-22 16,0 6-15-16,-3-3-35 0,0 1-34 0,-4 5-52 16,0 0-48-16,3 1-71 0,-5 1-284 0,0 1-590 15,-2 2 261-15</inkml:trace>
  <inkml:trace contextRef="#ctx0" brushRef="#br0" timeOffset="-155065.96">18479 9692 29 0,'0'0'123'16,"0"0"-13"-16,0 0-9 0,0 0-17 0,0 0 3 16,0 0-13-16,0 0-23 0,0 0 12 0,0 0-7 15,15-5-4-15,-9 3-1 0,5 2-6 0,0-4-7 0,3 0 13 0,-2 0-19 16,9-1-5-16,4-5 11 0,1 1-16 0,2-4 3 15,2-1 2-15,2-4-8 0,-2 0-10 0,0 0 5 16,-2-1 4-16,1-4-1 0,-1 1 9 0,2-1 2 16,-5-3 1-16,-1 2 7 0,-4-1-7 0,1 0 17 15,-2 0 6-15,-4 0 10 0,-3-2-3 0,1 5 7 16,-4-3 8-16,1 0 6 16,-9 8 12-16,7 0-5 0,-4 0-5 0,-4 2 0 15,1-1-6-15,2 3-3 0,-2 4-2 0,-1-4 2 16,-1 4 3-16,2 0-4 15,-2 1-3-15,1 1-3 0,1 2-5 0,-1-1-5 0,-1 0-8 16,1 2-2-16,0 4-8 0,1-5-1 0,-1 5-6 16,-1-3-6-16,1 3-4 0,1-5 0 0,-1 5-18 15,0 0-26-15,0 0-22 0,0 0 3 0,0 0 3 0,-5 15 2 0,1-1 3 16,-1 10 3-16,-3 6 6 0,-2 4 0 0,-4 10 5 0,0 3 2 16,1-1 0-16,-1-2 3 0,3 2 1 0,2-12-3 15,0 1 6-15,1-3 0 0,0 0 0 16,2-3-1-16,-1-5 6 15,3-3-2-15,0-5 3 0,1-6 4 0,1 1-4 16,-1-4 5-16,3 1 15 0,0-3 35 0,-1-1 36 16,0-1 41-16,1-3 36 0,-2 4 29 0,2-4-17 15,0 0-17-15,0 0-14 0,9-14-18 0,-4 5-8 16,1-2-16-16,4-3-11 0,-3-1-9 0,2-1-5 16,0 1-13-16,0 2-4 0,-1 2-4 0,-3 0-8 0,3 3-4 15,-1-2-7-15,-4 5-5 0,1-1-4 16,-2 3-2-16,2-2-18 0,-3 3-14 0,3-1-26 15,-4 3-23-15,5-4-21 0,-5 4 0 0,0 0 7 0,10 4 3 0,-4 0-9 16,0 0 1-16,4 2-1 0,-2 2-3 0,-2 1 4 16,8 3-5-16,-2-2 0 0,-2 2 1 0,7-1-1 15,-3-1-2-15,0 1 2 0,1-2-2 0,3-4-1 16,-1 3 0-16,1-4-2 0,3-1 10 0,-3-1-2 16,10-2 1-16,-1-2-1 0,1-1 1 0,-1-2 14 15,2-4-2-15,1-2 5 0,-1 0 9 0,-1-3 3 0,0 0 1 0,-1-1 6 16,-5 1 2-16,2 1 8 0,-7 3 0 0,-2-2 7 15,-3 5 7-15,-3-3 13 0,-2 5 17 0,1-2 14 16,-2 2 4-16,-2 1 4 0,1 1 3 0,-3 0-7 16,0-1-2-16,1 1-3 0,-3 3-9 0,0 0-1 15,0 0-4-15,0 0-4 0,0 0-3 0,-21 7 1 16,8 3-3-16,1 2 0 16,-5-2 2-16,1 3-7 0,-2 5 0 0,-3 3 0 15,3-3 3-15,3-3-3 0,-3 6 0 0,9-7 2 16,0 2-4-16,1-7 1 0,3 4 3 0,2 1-2 15,0-5 1-15,3 1 2 0,1-3-2 0,1-1 6 16,5-1 5-16,2-1 0 0,5-3 1 0,9-1-3 16,4-3 0-16,4-2 0 0,-2-3-3 0,-1-2 1 15,-2-1 0-15,-1-4-2 0,-8 5 1 0,3-6-2 0,0-4 1 0,-8 7 2 16,4-9-4-16,-6 5-3 0,-1 0 0 16,-4 0 1-16,-2 0 0 0,-2 6-1 0,-1-5-1 15,-4 4-1-15,0 2-1 0,-2 2-3 0,-2-1 0 0,-2 1 1 16,1 5-2-16,-3-2-4 0,-2 1-5 0,5 3-16 15,-5 1-17-15,4 0-16 0,-2 4-19 0,1-2-21 16,0 5-22 0,0-1-29-16,2 2-30 0,2-3-150 0,3 1-362 15,-1 1 161-15</inkml:trace>
  <inkml:trace contextRef="#ctx0" brushRef="#br0" timeOffset="-154449.03">20058 9353 164 0,'0'0'270'0,"2"-5"-15"15,-1 3-23-15,-1 2-24 16,0 0-23-16,3-5-21 0,-3 5-20 0,0 0-14 15,0 0-18-15,0 0-14 0,0 0-10 0,0 0-9 16,6 9-9-16,-4-5-8 0,0 3-6 0,-2 4-10 16,0-1-3-16,0 2-3 0,0 5-7 0,0 0 0 15,-2 3-4-15,0-2-5 0,1 0-2 0,0 1-2 16,-2-2-3-16,2-5 0 0,1 0-2 0,-1 0-2 16,1-3-2-16,-3 0 3 0,3-2-2 0,1-3 4 0,-2 1 0 0,1-2 38 15,1 2 25-15,-1-1 29 0,0-4 32 0,0 0 26 16,0 0-5-16,0 0-22 0,11-8-12 0,-4 0-7 15,3-2-14-15,2-2-12 0,3-3-10 0,2-4-8 16,2-2-5-16,-2 1-12 0,1 0-1 0,-7 4-8 16,2 3-6-16,-5 5-8 0,-1 0 1 0,0 0-3 15,-4 3-9-15,3 3-5 0,-4-2-1 0,1 1-12 0,-1 0-22 16,1 1-20-16,-3 2-5 0,0 0 1 0,14 4-1 16,-10 1 5-16,0 0 9 0,1 3-2 0,-1 1 1 0,1 0 16 15,1 4-9-15,-2-2-5 0,2 0 10 0,-2 0 2 16,1-1-2-16,-1 0 3 0,1-4 2 0,0 0 4 15,-2 0 1-15,3-2 7 0,-1-1 3 16,0 1-1-16,4-4 17 16,-1 0-1-16,5-1 3 0,-2-3 3 0,1 0 6 15,4-4 14-15,-2 1-21 0,3-3-2 0,-3 0 5 16,3-4-5-16,-2 4 0 0,2-4-6 0,-3 2-2 16,0 0-9-16,-5 4 9 0,1 1 5 0,-5 1-9 15,4 0 10-15,-7 4-7 0,2-2-7 0,3 1-9 0,-6 1-25 16,4-1-13-16,-5 3-14 0,5 0-11 15,-5 0-17-15,12 3-2 0,-7 1-12 0,0 1-22 0,3 1-18 0,2 2-32 16,-2 2-35-16,3 4-34 0,3-6-36 0,-1 3-241 16,0-4-555-16,-2-1 246 0</inkml:trace>
  <inkml:trace contextRef="#ctx0" brushRef="#br0" timeOffset="-153963.32">21255 9339 121 0,'0'0'171'16,"-4"-1"-7"-16,4 1-12 0,0 0-16 0,-4-2-11 0,4 2-17 0,0 0-10 15,0 0-5-15,0 0-15 0,-4-3-12 0,4 3-10 16,0 0 0-16,0 0-10 0,-10 0-3 15,10 0-8-15,-10 3-4 0,2-1-3 0,-1 1-9 0,-3-1 10 16,3 3-5-16,-2 0-3 0,-3 1-8 0,-1 0-4 16,-2 5 3-16,3-2 4 0,-1 3-8 0,1 1 3 15,0 1-5-15,1 2-2 0,-1-2-4 0,5 3-1 0,0-2 13 16,0-1-9-16,4-3-3 0,0 1 2 0,1 0 1 0,0-3-5 16,3-2 5-16,1 3 39 0,1-3 20 15,3 1 20-15,0-1 16 0,5-3 9 0,2 2 6 16,6-5 4-16,2 3-6 0,2-2-3 0,-1-4 2 15,-1-2 1-15,3-2 0 0,-5 1-5 0,2-5-5 16,-2 1-10-16,2-3-8 16,-4-1-9-16,0 0 3 0,-2-2-9 0,0-2-16 15,-3 2-4-15,-2-2-5 0,-1 0-10 0,-4 7 12 16,-2-5-20-16,0 5-5 0,-3-1-11 0,-2 1-12 16,-2 2-3-16,-2 0-9 0,-1 0-3 0,-2 3-5 15,-1 1-14-15,-2 2-18 0,-4 1-17 0,-1 1-23 16,2 1-23-16,-2 4-24 0,4 1-26 0,2 2-22 15,5-1-25-15,2 1-42 0,2 1-149 0,3 0-439 0,5 0 195 0</inkml:trace>
  <inkml:trace contextRef="#ctx0" brushRef="#br0" timeOffset="-153284.13">21873 9297 49 0,'-6'-11'193'0,"-2"6"-21"0,3-6-15 0,-6 5-16 16,-1-2-13-16,1 3-17 0,-7-2-14 0,2 3-2 0,-3 4-14 0,0 2-12 16,3 0-1-16,-5 3-13 0,3 0-1 15,0 6-8-15,4 0-8 0,0-1 1 0,1 3-5 16,3 2-10-16,1-2 0 0,4 3 1 0,4-3-6 15,2-1-15-15,6 2 3 0,4 1-9 0,4-5-6 0,4 1-6 16,7-3-19-16,5 1-5 0,1-6-7 0,-4-1-2 16,5-2-1-16,-2-5 0 0,-1 1-1 15,-5-4 16-15,-5 0 0 16,-2-1 29-16,-4-3 5 0,3 0 10 0,-6 0 11 16,-2-2 12-16,4-1 10 0,-3 0 17 0,-2 3 23 15,-2 1 6-15,-2 2 3 0,-3 0-6 0,2 2-9 16,-3 2-8-16,2-2-7 0,0 2-15 0,-2 5-7 15,-2-5-5-15,2 5-6 0,0 0-5 0,-10 9-5 16,1 0-3-16,0 5 0 0,-6 13-3 0,1-3-5 0,-3 7 4 16,-3 14-3-16,-2 1 0 0,4-1-4 0,5-12-1 0,3 14 1 15,0-11-2-15,1-2-2 0,5 0 1 0,-1 0-1 16,1-1 4-16,2-1-1 0,-3-3-2 0,2 0-3 16,3 0 3-16,-4-11 3 0,0 0 0 0,2-4-1 15,1-1 1-15,-3-3-6 0,1-1 4 0,-1 0 5 16,-1-3-5-16,0-1 3 0,-1-1-1 0,-3-1 3 15,-9-3 0-15,-1-2-1 0,-8-4 1 0,-1 0 2 0,-2 0-5 0,2-6 0 16,1 2 6-16,2 0 7 0,8-1 11 0,-1-1 23 16,5-3 7-16,2 1 0 0,3-3 1 0,6-3-5 15,3-6 6-15,7-3-20 0,8 0-7 0,12-10-4 16,8 0-6-16,7 1-2 0,4 4 5 0,-4 2-12 16,3 3 0-16,4 2-6 0,-3 5 2 0,1 3 0 15,-14 3-6-15,-2 4 4 16,-3-1-6-16,-2 1 3 0,-9 5 1 0,1 1 6 15,-10 2 7-15,3-1 3 0,-5 0 4 16,1 3 0-16,-3 0 0 0,-1-1-4 0,1 1-2 16,-1-1-15-16,0 1-22 0,-4 2-35 0,0-5-34 0,0 5-37 15,-9-2-36-15,9 2-21 0,-13 1-30 0,13-1-225 16,0 0-467-16,-19 4 207 0</inkml:trace>
  <inkml:trace contextRef="#ctx0" brushRef="#br0" timeOffset="-152930">22353 9432 133 0,'0'0'240'0,"1"-6"-24"0,-1 6-19 0,6-7-19 15,1 3-19-15,2-1-16 0,3 0-16 0,0-1-12 16,5 0-11-16,0-2-11 0,1-1-14 0,2 1-11 16,4-6-13-16,-7 3-8 0,5-3 0 0,0-1-5 0,-4 4-5 0,-3-4-3 15,-1 1-2-15,-3 1 12 0,-4 4 10 0,0-1 16 16,-1 0-5-16,-4 0-7 0,1 2-7 0,-3 0-7 16,-1 3-7-16,-7-3-6 0,-2 4 1 0,-7 1-10 15,-4 3-3-15,-6 3-4 0,-4 5-4 0,2 4-3 16,3 2-1-16,-1 5-3 0,4 0-4 0,0 3 0 15,3 3 1-15,3 1-1 0,6 1 2 0,3 1 1 0,8-2 4 0,8 4-3 16,7-3 6-16,12 0 2 0,14 0-5 0,9-4-32 16,2-3-59-16,11-8-113 0,-3-7-213 0,1-6-444 15,-5-6 196-15</inkml:trace>
  <inkml:trace contextRef="#ctx0" brushRef="#br0" timeOffset="-151609.62">23032 9197 50 0,'-1'-6'259'0,"1"1"-3"0,0 2-6 0,0 3-13 0,-1-7-19 15,1 7-20-15,0 0-19 0,0-5-20 0,0 5-21 16,0-4-20-16,0 4-18 0,0 0-15 0,0 0-10 0,0 0-7 15,-3 17-8-15,3-5-3 0,0 3-10 0,0 9-5 0,-3 1-4 16,-1 0-4-16,1 2-2 0,-2 2-5 16,0-2-4-16,-3 2-9 0,3-5-3 0,1 3 1 15,-1-9-3-15,1-1 1 0,4-6-4 0,-1-1 1 16,-2 0 2-16,2-3-2 0,2-1 1 0,-2-1 9 0,1-2 41 16,0 1 42-16,0-4 32 0,0 5 50 0,0-5 8 0,0 0-12 15,0 0-14-15,0 0-9 0,9-17-27 0,-1 8-15 16,2-6-6-16,-1 0-14 0,1-1-12 0,3-2-5 15,-1 4-10-15,1-2-6 0,-2 3-9 0,-4 1-5 16,0 6-9-16,0-2-2 0,-3 4-8 0,1-1-10 16,-2 1-11-16,1 2-16 0,-2 0-12 0,-2 2-6 0,12 0 0 15,-6 2-6 1,1 1-11-16,-1 5 6 0,4 0-25 0,-1 0-12 16,4 5-18-16,2 0-21 0,-3 1-23 0,3 1-28 15,-2-1-38-15,1 1-32 0,-1-4-49 0,-3 1-278 16,-1-2-611-16,0-3 271 0</inkml:trace>
  <inkml:trace contextRef="#ctx0" brushRef="#br0" timeOffset="-150924.87">23380 9489 261 0,'-4'-5'276'0,"4"5"-17"0,0 0-11 0,0 0-21 15,0-5-11-15,0 5-20 0,0 0-19 0,0 0-15 16,1-5-12-16,-1 5-14 0,6-2-23 0,1 1-16 15,0-1-15-15,4-1-13 16,2-2-16-16,2-1-14 0,4 1-17 0,-1 0-4 16,1-3-5-16,7-1-8 0,-7 0-1 0,5-1-6 15,-2 0-1-15,2-1-3 0,-7-1 6 0,7-3-5 16,-3 5-1-16,-6-2-2 0,-1-2 7 0,0 3-1 16,0-3 2-16,-1 2 3 0,-4 0 11 0,-1 2-3 15,-2 3 16-15,-2-3 5 0,0 4-1 0,0 1 3 16,-3-2-3-16,1 2-5 0,0 0-7 0,0 2-4 0,-2 0-3 15,0 3-2-15,-9-5-2 0,3 5-2 0,-4 3-5 0,-3-1-2 16,-4 5 3-16,-1 2-3 0,1 3-2 0,-1-2-1 16,-7 7-2-16,6 3 0 0,1 0 1 0,-3 2-3 15,5 0 3-15,1 1-2 0,5-1 2 0,1-2-4 16,4-2-2-16,3 2-8 0,2-3-1 0,6 1 1 16,5-2 3-16,8 1 0 15,5-3 2-15,7-4-8 0,0-3-2 16,6-2-10-16,18-2-3 0,0-3-5 0,2-7 3 15,-1-1 0-15,-2-2 2 0,-3-3 2 0,-13 1 6 16,10-6-4-16,-16 3-3 0,0-1 4 0,-4-2 3 0,-3-3 3 16,-2 2 17-16,-6 0 27 0,-6 6 18 0,-2-2 7 15,-2 3-3-15,-6 0-1 0,2 1-6 0,-3 2-2 16,-4-2-5-16,-3 5-7 0,2-3-2 0,-5 4-2 0,1 1-9 0,-4 1 3 16,-5 3-1-16,2 4-3 0,-5 1-2 15,1 5-2-15,-5 1 2 0,1 5 1 0,1 2-4 16,3 0-2-16,3 3 3 0,-1 0-2 0,6 1 1 15,4-6 3-15,-1 2-1 0,5 1-1 0,0-3-2 16,8 0 1-16,0 0 3 0,3-6 3 0,6-1 2 0,4 3 3 16,10-4 6-16,0-4-3 0,3-2-1 0,0-3 0 0,-1-3-2 15,-1-1 4-15,-1-4-1 0,-3 0 7 0,1-3 7 16,-9 2-1-16,1-4-2 0,-3 0-2 0,-2-2-4 16,2-6-11-16,-5 4-4 0,-3 0-2 0,0-1 4 15,-3 2-9-15,-3 0-3 0,-3 6-4 0,-2-1-5 16,-1 2-4-16,-3 0-2 0,-5 2-1 0,1 1-7 15,-2 2-8-15,-6 1-10 16,1 3-19-16,-2 1-23 0,4 2-21 0,-2 1-42 16,8-1-48-16,-7 4-170 0,7 0-399 0,5-1 177 15</inkml:trace>
  <inkml:trace contextRef="#ctx0" brushRef="#br0" timeOffset="-150523.88">24548 9236 298 0,'1'-4'291'16,"-1"4"-33"-16,0-4-19 0,0 4-33 0,0 0-26 16,0 0-21-1,0 0-19-15,0 0-17 0,0 0-10 0,0 0-17 0,0 14-7 16,-1-5-12-16,-3 4-4 0,2-1-8 0,-1 4 0 15,-1 4-11-15,3-3-7 0,-2 0-5 0,2 0-2 16,0-2-4-16,-2-4-2 0,3-1-1 0,-1 1-6 16,1-5 2-16,0-1-4 0,0 2 2 0,1-2 1 15,-1-2 15-15,0-3 20 0,3 4 10 0,-3-4 2 16,9-2-12-16,-9 2-8 0,11-7-2 0,-1 2-4 0,-1-5-2 16,3 3-4-16,1-5-8 0,-4 3 0 0,3-4-5 15,-3 3 4-15,0 4-2 0,1 0 3 0,-4 0-4 0,1 1 2 16,-3 2-5-16,-1 0-11 0,2 0-2 0,-2 1-6 15,1 0-6-15,-4 2-8 0,9 3 4 16,-3-1-3-16,5 2 0 0,-5 0-3 0,3 4 0 16,4 0-3-16,-4-1-11 0,4 6-21 0,1-1-28 0,-1 0-34 0,1 1-48 15,-4-5-42-15,0 1-58 0,0-4-235 0,1-2-529 16,-1 0 234-16</inkml:trace>
  <inkml:trace contextRef="#ctx0" brushRef="#br0" timeOffset="-150222.96">25184 9102 51 0,'0'-3'275'0,"3"1"-24"0,-2-2-26 0,-1 4-21 16,1-4-23-16,-1 4-20 0,2-4-20 0,-2 4-18 15,0 0-12-15,-13 8-16 0,5-4-9 0,-2 3-8 16,1 0-5-16,-4 1-9 0,4 6-9 0,-3 1-4 0,3-1-7 0,0 1-3 15,2 0-4-15,2-1-3 0,1 3-3 0,3-1-3 16,2 2-2-16,6-2-4 0,-2 1-2 0,2-3 0 16,5 4-1-16,-1-1-3 0,2-3-1 0,0-2-1 15,-3 1-2-15,-2-3 1 0,0-1-6 0,-1 0 4 16,0 0-5-16,-5-1-6 0,1 0 4 0,-3-2 0 16,-4 4-1-16,-5-2 3 15,-9 6-1-15,-9 0-8 0,-5 1-39 0,-5-3-63 16,0 0-85-16,-15-2-198 0,13-3-419 0,3-4 186 15</inkml:trace>
  <inkml:trace contextRef="#ctx0" brushRef="#br0" timeOffset="-139010.15">26757 9312 37 0,'4'-2'139'0,"-1"-3"-11"0,-3 5-6 0,3-2-4 0,0-2-3 16,-3 4-9-1,3-5 8-15,-2 1-19 0,-1 4-9 0,1-3-3 16,-1 3-10-16,-4-4-13 0,4 4 0 0,-7-5-9 15,-3 3-9-15,-2 0-3 0,-6-1-3 0,-4 5-2 0,-5 1-9 16,-1-3-2-16,-2 5-5 0,0-1-1 0,-3-2-3 16,2 1 2-16,2 5-8 0,-2-2 5 0,2 2 1 15,0 2-3-15,0-1-16 0,3-1 9 0,-1 6 2 16,1-2 3-16,11 0-8 0,0-1-2 0,-1 0 3 0,6 1-2 16,0 1-1-16,2-2-2 0,4 1-1 0,0-1 2 15,3 2 5-15,-3-1-3 0,9 1 4 0,-1-3 5 16,9 4 5-16,2-3 7 0,5-3-1 0,1 0 8 15,10-3 3-15,0 0-6 0,1-3 10 0,-2-4 4 16,2-3 5-16,0 0-3 0,1-7 13 0,1-1 6 16,-6-1 8-16,-1-5 0 15,-2 1 4-15,3-5-7 0,-5-2-1 0,-1-1-3 16,-3-6 2-16,0 3-2 0,1-17-3 0,-5 15-2 16,1-13-6-16,-4 9-2 0,-3 3-2 0,0-2-7 15,0 0-1-15,-4 2-2 0,1 3 5 0,-2 0-1 16,-3 3-2-16,1 6 3 0,0 4-2 0,-2 1 6 15,0 3 2-15,2 2 0 0,-2 3-12 0,0 0-3 16,2 2-4-16,-4 2-8 0,4-3-4 0,-2 6-2 0,0-5-30 0,0 5-29 16,0 0-10-16,0 0 3 0,0 0 7 0,0 0 5 15,-6 21 2-15,3-4 2 0,-1 1 5 0,0 7 3 16,-1 1 1-16,1 3 4 0,-1 2 1 0,2 2 2 16,1 2 4-16,0-4 1 0,4 3 4 0,0-3 0 15,-1-2 6-15,1 0 0 0,3-6-2 0,2 2 3 16,-1-8-1-16,1 0 10 0,-1-3-5 0,5-1 5 0,-2-1 7 0,4-5 2 15,0-1 1-15,6-2-1 0,-1-2-2 0,2-4-1 16,2-1 8-16,10-2-12 0,-7-4 4 0,-4 4 0 16,-2-5-3-16,-1 3 1 0,-4-1 19 0,-2 1 9 15,-1-2 14-15,-2 3 1 0,-1-2 3 0,0 3 4 16,-2 0 8-16,-2 1-8 0,1-2-1 0,-1 4-4 16,0 1-6-16,-2-3-7 15,-1 1-7-15,-1 3-5 0,6-2-12 0,-6 2-11 16,0 0-20-16,0 0-11 0,0 0 1 0,0 0 0 15,3 7 2-15,-3 0 1 0,-2 0 8 16,1 1 0-16,-2 4 9 0,0 0-10 0,2 0 4 0,0 0 0 16,-2-2-1-16,2 0 7 0,0-1-12 0,-1 1-12 15,1-1-11-15,0-1-14 0,0-1-11 0,-1 0-26 16,0-2-20-16,-1 2-24 0,1-4-14 0,-2 2-13 0,0-3-34 16,4-2-231-16,-9-2-460 0,4-1 203 0</inkml:trace>
  <inkml:trace contextRef="#ctx0" brushRef="#br0" timeOffset="-138863.09">27170 9047 22 0,'3'-11'294'0,"-1"4"-11"0,-1-3-24 16,-1 3 0-16,3 2-34 0,-2 0-22 0,1 0-21 16,-1 1-24-16,1-1-19 0,-2 5-43 0,0-3-49 15,0 3-54-15,0 0-33 0,0 0-11 0,0 0-19 0,0 0-20 16,0 0-30-16,2 14-179 0,-4-10-323 15,2 0 144-15</inkml:trace>
  <inkml:trace contextRef="#ctx0" brushRef="#br0" timeOffset="-138439.91">27615 8854 241 0,'1'-6'245'16,"0"0"-14"-16,2 0-16 0,-3 2-11 0,1 0-18 15,-1 1-19-15,0 3-12 0,1-7-18 0,-1 7-15 16,0-4-12-16,0 4-12 0,0 0-11 0,2-5-13 16,-2 5-11-16,0 0-12 0,0 0-8 0,0 0-6 15,0 0-5-15,-11 15-3 0,3 1-7 0,-3 6-1 0,-2 5-4 0,-3 2-1 16,-6 14-5-16,4 1 1 0,-1 0-3 0,4 4 2 15,-2 2 1-15,4-3-4 0,-1 2-3 0,4-4 0 16,4-9-2-16,-1-1 1 0,2-1 0 0,0-3-5 16,3-1 4-16,2-2 1 0,-2-7 0 0,4-4 1 15,-2-2-4-15,0 1-1 0,0-6 8 0,0 1-4 16,0-5-1-16,0 1 4 0,0-4 4 0,1 3 3 0,-1-1 19 0,0-1 16 16,0-4 7-16,0 0 9 0,-1 4 8 15,1-4 5-15,0 0-3 0,0 0-11 0,0 0-11 16,0 0-18-16,-17-12-27 0,11 5-26 0,-3 1-30 0,0-2-30 15,-4-1-31-15,-1 1-40 0,-3-2-32 0,4 1-37 16,-2 1-205-16,2-1-459 0,-3 1 203 0</inkml:trace>
  <inkml:trace contextRef="#ctx0" brushRef="#br0" timeOffset="-138107.8">27362 9265 6 0,'0'0'238'16,"0"0"-20"-16,-8 0-9 0,8 0-16 0,0 0-13 15,0 0-17-15,0 0-15 0,0 0-17 0,0 0-13 16,0 0-9-16,0 0-10 15,29-1-11-15,-8-2-11 0,7-1-2 0,1-1-7 16,-1 2-9-16,3 1-8 0,-5-2-3 0,-6 1-8 16,1-1-1-16,-9 3-1 0,1-2-4 0,-3 1-5 15,-2 0-1-15,0 2-6 0,-2-2 0 0,-1 1-2 16,-5 1-1-16,9-2 2 0,-9 2-3 0,5 0-6 16,-5 0-5-16,0 0-10 0,5-1-15 0,-5 1-19 15,0 0-18-15,0 0-21 0,0 0-23 0,0 0-18 0,-18 8-30 16,15-7-23-16,-3 0-148 0,6-1-344 0,0 0 153 0</inkml:trace>
  <inkml:trace contextRef="#ctx0" brushRef="#br0" timeOffset="-137644.32">28098 8862 128 0,'1'-5'226'16,"-1"-2"-9"-16,2 2-6 0,0 0-7 0,0 1-16 16,-2 0-11-16,0 0-11 0,0 4-18 0,2-7-16 15,-1 5-12-15,-1 2-14 0,0 0-11 0,1-5-10 16,-1 5-13-16,0 0-13 0,0 0-5 0,0 0-6 15,0 0-12-15,0 0-5 0,-4 21-5 0,-1-4-4 16,-4 7-6-16,-1 6 4 0,-3 6-5 0,-6 10-2 0,3 7 1 0,0-2-2 16,-3 4-1-16,6-5-2 0,-1 0 3 0,5-3 2 15,4-10-5-15,1-3-2 0,-1 0-1 0,1-1-1 16,2-3-2-16,-1-3 0 0,3-8 2 0,-1-1 6 16,-1-2-6-16,0-6-1 0,2 2 1 0,0-7-1 15,0 2 8-15,-2-1-1 0,0-2 2 0,2 0 9 16,0-1 16-16,0-3 10 15,-1 5-1-15,1-5 4 0,0 0-16 0,0 0-4 16,-18-10 1-16,11 7-4 0,-2-4-5 16,1-1-16-16,-2 2-6 0,1-2-21 0,0-1-19 15,0 0-21-15,1-1-29 0,0 0-21 0,2 1-22 0,1 0-30 16,0-2-45-16,1 1-182 0,0 0-422 0,3-2 186 16</inkml:trace>
  <inkml:trace contextRef="#ctx0" brushRef="#br0" timeOffset="-137337.37">27828 9194 197 0,'0'0'215'15,"0"0"-8"-15,0 0-12 0,0 0-14 0,0 0-19 16,0 0-12-16,0 0-15 0,0 0-15 0,0 0-10 0,18-3-11 0,-3 1-14 0,3 1-5 0,5-1-8 16,7-3-7-16,0 1-6 15,2 2-4-15,-1-1-7 0,-9 0-6 0,-1-2 0 16,-1 1-5-16,-7-1 0 0,0 3-4 0,1-1-7 16,-5 1 0-16,-1 1 9 0,-3-1 2 0,1 0 0 15,0 1 0-15,-3-1-2 0,1-1-6 0,-4 3-6 16,0 0-17-16,8-2-29 0,-8 2-28 0,0 0-30 15,0 0-32-15,0 0-20 0,0 0-29 0,0 0-51 16,0 0-111-16,0 0-350 0,-21 5 154 0</inkml:trace>
  <inkml:trace contextRef="#ctx0" brushRef="#br0" timeOffset="-136936.25">28385 9235 229 0,'0'0'224'16,"0"0"-9"-16,0 0-10 0,0 0-22 0,0 0-17 15,0 0-19-15,12-7-18 0,-5 6-11 0,1-3-15 0,1 1-12 0,1-2-14 16,3 0-10-16,0 1-9 0,2-5-6 0,1 1-2 15,-1 2-7-15,-1-3-4 0,-3 2-4 0,3-3-2 16,-3 2 1-16,-1-1 2 0,-2 1 5 0,-1 0 4 16,2 2 5-16,-4 2-1 0,-1-3 1 0,-3 2-7 15,2 0-6-15,-3 0-8 0,0 5-3 0,-7-7-9 16,2 4 1-16,0 2 1 16,-9 1-7-16,3 0-2 0,-8 1-3 0,2 4 0 15,-1 2-3-15,-1 0-2 0,4 6-1 0,-3-2 0 16,2 2-5-16,-3 9 2 0,2-2-4 0,6-3 2 15,3 1-3-15,-1 2 1 0,3-2 2 0,4 2 2 16,4-3-17-16,-1 1-7 0,4-1-14 0,4-3-21 16,3 1-25-16,2-4-40 0,1 0-55 0,-2-5-191 15,0-3-402-15,5-1 178 0</inkml:trace>
  <inkml:trace contextRef="#ctx0" brushRef="#br0" timeOffset="-136535.12">28738 9092 198 0,'1'-3'286'16,"-1"3"-24"-16,3-4-25 0,-1 1-24 0,-2 3-24 15,0 0-21-15,5-1-21 0,-5 1-13 16,0 0-15-16,14 4-12 0,-9-3-15 0,3 6-9 16,1-1-11-16,1 2-9 0,-1 0-6 0,0 8-10 0,-1-3-4 15,-2 1-5-15,3 2-3 0,-5 2-6 0,-4 0-3 16,1 2-5-1,-1 3 1-15,-1-3 0 0,0 1-8 0,-3-3 1 16,0-1-3-16,-1-3-6 0,0-1 2 0,1-4 3 16,3 1-3-16,-3-3 2 0,0 0-3 0,2-2 4 0,0 0 12 15,2-2 22-15,-1 0 17 0,1-3 35 16,-3 4 34-16,3-4 36 0,0 0 32 0,-1 2 11 16,1-2-8-16,0 0-22 0,0 0-14 0,0-17-11 15,4 8-18-15,-3-5-13 0,4-4-14 0,2 1-14 0,4-7-6 0,1-2-11 16,1 1-9-16,-2 0-9 0,1 2-4 0,0 1-3 15,-1 5-12-15,-1-2-1 0,3 6-9 0,-4-1-1 16,-2 2-5-16,2 3-22 0,-1 1-16 0,0 1-23 16,-1-3-24-16,3 4-38 0,-1-2-33 0,0 4-38 15,1-1-39-15,-2 2-35 0,1 1-41 0,0 1-38 16,1 1-64-16,-1 0-209 16,-4-2-644-16,-5 2 285 0</inkml:trace>
  <inkml:trace contextRef="#ctx0" brushRef="#br0" timeOffset="-135015.87">29101 9298 74 0,'0'0'207'15,"0"0"-12"-15,0 0-9 0,0 0-9 0,0 0-14 16,0 0-8-16,0 0-9 0,0 0-11 0,0 0-16 16,0 0-13-16,0 0-10 0,0 0-10 0,0 0-10 15,0 0-7-15,0 0-5 0,0 0-7 0,14-10-4 16,-6 9-9-16,2-1-2 0,0 0-6 0,3 0-5 15,1-3 1-15,5 0-5 0,0 2-4 0,2-4 1 0,8-1-6 0,-1 2 3 16,0-1-8-16,-1-1 3 0,-1-3-3 0,-1 3 1 16,1-6-1-16,-7 4 4 0,-2 1-3 0,0-2 4 15,-4 0 6-15,1 2 4 0,-2 0 7 0,-6 0 3 16,3-1 8-16,-5 4-2 0,0 0-4 0,-2-2-4 16,0 1-7-16,-4 3-4 0,1-1-2 0,-3 1-5 15,-2-1-3-15,-6 1-4 16,-1 3-2-16,-3-2-1 0,-3 4-1 0,-2 1-4 15,0 2-1-15,-6 1 1 0,0 2 3 0,8 0-8 16,-2 2-1-16,3 2-1 0,2 0 1 0,3 4 1 16,-1-2-2-16,5 3 2 0,1-2-2 0,-1 2 0 15,8 0 1-15,1-4-2 0,1 4 0 0,5 0 0 16,5-2-3-16,3-2 1 0,4 0-6 0,6-1-10 16,5 0-24-16,1-4-29 0,-1 3-44 0,3-7-53 0,0-1-247 0,-1-4-454 15,-2 1 200-15</inkml:trace>
  <inkml:trace contextRef="#ctx0" brushRef="#br0" timeOffset="-133966.94">29768 9082 159 0,'-3'-4'242'0,"3"4"-19"15,0-3-29-15,0 3-21 0,0 0-19 0,0 0-21 16,0 0-17-16,0 0-5 16,0 0-19-16,0 0-11 0,0 12-5 0,0-2-9 15,-3-1-10-15,1 3-4 0,0 2-5 0,-3 2-4 16,-1 3-1-16,1 0-8 0,1-1-2 0,-2 0-4 16,2-1-7-16,-1-2 4 0,1-3-6 0,3 0 1 0,-2-3 2 15,2 1-6-15,0-5 5 0,-2-2 5 0,3 2 35 16,0 0 36-16,0-5 39 0,-1 4 30 0,1-4-11 15,0 0-17-15,0 0-15 0,14-16-11 0,-5 3-17 0,5 1-9 16,3-9-4-16,2-1-6 0,1 2-14 0,-2-1-11 16,1 1-7-16,-6 6-9 0,1 3-4 0,-5 0-1 15,-2 6-3-15,0-3-4 0,0 3-6 0,-4 0-3 16,5 1-18-16,-4 2 4 0,2 0-15 0,-1 1-7 16,3 2-3-16,-3 2-4 0,4 1 1 0,3 3-4 15,-3 3-2-15,5 1-1 16,-3 1-2-16,2 3-1 0,1-3-9 0,-1 3-5 15,2-2-8-15,-1 0-10 0,0-3-2 0,0 1-3 16,-5-3-8-16,3-2 1 0,-1 1-1 0,-1-5 3 16,-1 1 3-16,4-2 3 0,-3-2 6 0,-1-2 10 15,3 1 4-15,-2-8 6 0,-1 0 6 0,1-2 7 16,3-2 12-16,-5-3 0 0,5-5 7 0,-1-3 7 16,-3 2 2-16,2-5 8 0,-1 2 2 0,1-2 7 0,-2 0 9 15,1-1 5-15,-1 1 9 0,-1-1 11 0,-3 3 15 16,1 7 10-16,-2 3 6 0,0-1 2 0,-3 4 2 0,3 2-6 15,-1 2-2-15,-2 1-8 0,0 3-10 0,-1-2-8 16,3 4-10-16,-2-1-15 0,-1 4-26 0,0-3-14 16,0 3-1-16,0 0-2 0,0 15-1 15,0-3 17-15,-4 7-10 0,-1 6 2 0,0 3 0 0,-3 2 2 0,0-1 1 16,1 2-1-16,3-1 1 0,-1 0 5 0,-3-1 1 16,3-2 1-16,4-2 1 0,-3-5 2 0,4-4 0 15,-2-2 1-15,-1-4-1 0,3 0 2 0,-2 0 0 16,2-3 3-16,-2-3 0 0,2 2 1 0,0-2 4 0,0-1-1 15,0-3 3-15,-2 4 3 0,2-4 0 0,0 0-2 16,0 0-3 0,0 0-8-16,0 0-8 0,-7-14-9 0,7 7-8 15,-4-3-5-15,-3-2-4 0,0 2 0 0,-2-4-1 16,-3 1 2-16,2-2 5 0,-3 3-5 0,-3 2 11 16,1-1 3-16,0 4 0 0,-1-3 0 0,2 5 1 15,4 1 1-15,-3 1 1 0,3-1 4 0,4 1 0 16,1 0 0-16,-2 3 2 0,3-2-3 0,4 2 3 15,-5-3 4-15,5 3 3 0,0 0-1 0,0 0 0 0,28-1 1 0,-5 0 4 16,7-1-5-16,4 4 3 0,5-4 0 0,14-1 0 16,1 1-1-16,-3-2 0 0,-10 1-1 0,10 2 1 15,-13-1-2-15,-6 0 9 0,-1-1-6 0,-12 1 2 16,-3-1 14-16,-4 2 22 0,0 0 21 0,-2-1 20 16,-1 0 12-1,-3 1-2-15,1 1 6 0,-2-2 20 0,-5 2-16 16,6-3-17-16,-6 3-13 0,7 0-9 0,-7 0-8 0,0 0-7 15,6-2-10-15,-6 2-14 0,0 0-16 0,0 0-13 16,6 4-6-16,-6-4 2 0,2 6-4 0,-4-2 13 16,2 4-8-16,0 0-1 0,0 3 2 0,0 0 1 15,0 1 12-15,0 1-12 0,0 4 3 0,0-3 0 16,0-1 0-16,0 1 2 0,0-2 1 0,0-2-1 16,-2 0 3-16,2-3-5 0,0-1-17 0,2 0-9 0,-2-3-11 0,0 2 3 15,0-1 6-15,0 1 4 0,0-5 2 0,0 3 3 16,0-3-3-16,0 0-25 0,0 0-63 0,0 0-56 15,-6-12-39-15,5 0-51 0,-2-4-176 16,-1-1-475-16,3-4 210 0</inkml:trace>
  <inkml:trace contextRef="#ctx0" brushRef="#br0" timeOffset="-133828.91">30668 8930 223 0,'-2'-10'238'0,"1"4"-9"0,0 0 2 0,-1-1-11 16,2 3-1-16,-1 0-7 0,1 0-18 0,0 4-9 15,0-8-28-15,1 4-20 0,-1 4-26 0,6-3-23 0,0 0-20 16,1 1-40-16,0 2-36 0,1 0-36 15,-1 0-54-15,6 3-42 0,-3-1-63 0,0 1-139 16,-3 0-369-16,0-1 163 16</inkml:trace>
  <inkml:trace contextRef="#ctx0" brushRef="#br0" timeOffset="-132964.41">31273 9031 76 0,'-9'-4'191'0,"4"2"-19"15,-5 1-20-15,-2-2-17 0,-1 1-9 0,-6 5-17 16,0-1-12-16,-3 1-11 0,1 4-8 0,-7 3-8 0,0 0-13 16,2 1-6-16,-1 4-2 0,9-5-4 0,-1 6-7 15,1 2-7-15,4-5 2 0,3 3-1 0,2-2-3 16,2 0-3-16,2 1 1 0,3-5 11 0,2-1 10 16,1 2 10-16,5-6 1 0,0 0 1 0,6-1 13 0,-2-1 8 0,4-2 11 15,-1-3 14-15,0-4 8 0,6 1 9 16,-1-5-5-16,-4-2 5 0,4-1-5 0,1-4-7 15,2-2-2-15,-10 7-15 0,2-5-4 0,0 1-14 16,-1 0 5-16,-4 3 6 0,-1 4 7 0,-2 0-1 0,-1 4-3 16,3-2-12-16,-6 4-6 0,3-2-17 0,0 1-1 15,0 1-17 1,-3 1-22-16,-1 2-21 0,4-3-23 0,-4 3-16 16,0 0 5-16,0 0 5 0,10 8 4 0,-5-1-3 15,2-2 6-15,-2 4-6 0,3-1-7 0,2 1 12 16,-4 1-13-16,7 1 4 0,-3-3 4 0,0 0 1 15,-1-2 2-15,1 1 4 0,1-4 6 0,-1-1 2 16,1-1 2-16,2-1 6 0,-6-1-2 0,5-3 8 16,-4-1-3-16,1-4-1 0,-1 1 10 0,-1-4 6 0,1-2 4 0,-1-3-6 15,0-2-1-15,-2 0 6 0,-1-8-3 0,0 0 0 16,2-2 2-16,-3 0 25 0,-3 1 9 0,1 0-2 16,2 1 12-16,-3 1 16 0,1 6 2 0,0 4 5 15,-1 1 6-15,0 3 1 0,0 1-11 0,0 3 6 16,0 3-5-16,0-2-11 0,4 2-3 0,-8 2-11 15,4 3-12-15,4-9 0 0,-3 7-7 0,-1 2-13 0,0 0-12 0,0-4-15 16,0 4-38-16,0 0 1 0,0 0 4 0,0 0 4 16,0 16 0-16,3-4 7 0,-6-1-1 0,2 7 9 15,-3 1-3-15,-2 4-1 0,3 0 7 0,1 1 4 16,-5 0 2-16,2 0 2 0,1-4 3 0,3 5 2 16,-4-7-1-16,1 2 0 0,0-2 1 0,-1 2 0 15,3-3-3 1,-1-2 3-16,-1 0 6 0,-1-4-2 0,3-1-3 0,0-3 7 15,1 0-1-15,-1-2-1 0,0 2-1 0,0-1 1 16,0-2 8-16,2 0-3 0,-1-1-4 0,1-3 1 16,0 6 2-16,0-6 1 0,-1 4 1 0,1-4-2 15,1 4 2-15,-1-4 1 0,0 0-2 16,0 0 3-16,0 0 0 0,0 0 9 0,-1 4-9 0,1-4 0 16,2 2 3-16,2 2 17 0,1-2 14 0,8 1 0 0,0 0 7 15,7 1 6-15,11 0-34 0,6 0 11 0,15-4-21 16,-14 4-59-16,14-5-84 0,-1-2-130 0,4-1-391 0,-3-1-710 15,-1-8 315-15</inkml:trace>
  <inkml:trace contextRef="#ctx0" brushRef="#br0" timeOffset="-130241.94">2503 11469 68 0,'0'0'143'0,"-5"2"-11"0,5-2-14 0,0 0-13 16,0 0-8-16,0 0-6 0,0 0-15 15,0 0-10-15,0 0-2 0,0 0-14 0,0 0-5 0,0 0 7 16,0 0-18-16,0 0-3 0,0 0 0 0,0 0-6 0,0 0-5 15,0 0 4-15,0 0 1 0,0 0-4 0,11 7 4 16,-6-6-6-16,4-1-7 0,2 0 7 0,2-1-4 0,8-1-1 16,-2 0-5-16,8-1-5 0,2-3 11 0,-2 1-10 15,1-1 5-15,-1-1 0 0,-4 2 1 16,4-3 1-16,-5 0-7 0,2-3 2 0,1 1 10 16,-9 3 13-16,-1-1 17 15,-5 1 11-15,1 0 8 0,-1-2 5 0,-2 2 10 16,-2-2 1-16,0 2-3 0,-2 0-7 0,1 0-3 15,-5 1-10-15,0 0-6 0,0-1-5 0,-4 1-8 16,2-1 11-16,-6 1-7 0,-1 0-9 0,-1 4-2 16,-4-2-6-16,-8 1-8 0,-6 3-1 0,-1 3-4 15,-2 2-2-15,-1 0-4 0,3 2-1 0,1 1-1 16,1 1 0-16,0 3 0 0,0 2-8 0,0 1 3 0,4 2-2 0,4 1-4 16,-1 2-1-16,4 0 4 0,4 4-6 0,3-5 1 15,2-1 1-15,2 8 3 0,4-8 0 0,5 0 1 16,2 1 2-16,3-1 0 0,11 1 11 0,4-2 0 15,5-2-5-15,5-3-2 0,5-3 1 0,-1-2 1 16,16-3-1-16,-2-1 0 0,-15 0 1 0,1-3-1 16,-3-4 1-16,-2 1 1 0,-2 0-5 0,-9 1 1 0,-5-3 3 15,-4 2 2-15,0 1 0 0,-3-1-4 0,-2 1 2 0,-3 1-5 16,-1 0-12-16,0-2-10 0,-2 0-8 0,-2 3-31 16,0 0-30-16,0 0-47 0,-10-5-38 0,4 5-195 15,6 0-400-15,-13 1 178 0</inkml:trace>
  <inkml:trace contextRef="#ctx0" brushRef="#br0" timeOffset="-129625.18">3583 11367 50 0,'0'0'268'0,"0"-5"-12"0,0 5-20 15,1-3-20-15,0-2-23 0,-1 5-25 0,0 0-20 16,0 0-13-16,0 0-23 0,0 0-31 0,0 0-13 16,0 0-6-16,0 0-6 15,-2 15-8-15,0-3-5 0,-2 0-7 0,2 7-5 16,-3 0 0-16,-2-2-6 0,1 10-2 0,0 1-3 15,-1-2-2-15,1 0-4 0,0 0 1 0,0-2 0 16,2-6-2-16,1 1-4 0,0-2 5 0,0-1-5 16,2-3-2-16,0-1 1 0,1-2 2 0,-1-1-4 15,1-1-2-15,-2-1 3 0,2-2 0 0,0 0 7 16,0-1-8-16,-1 1 8 0,1-5 13 0,0 4 17 0,0-4 13 0,1 2 14 16,-1-2 12-16,0 0 14 0,0 0 11 0,-1 6 15 15,1-6 13-15,0 0-4 0,0 0-12 0,0 0-12 16,4-14-6-16,-2 9-11 0,0-5-7 0,0-1-10 15,0-1-9-15,-1-5-11 0,1-3-7 0,1-1-18 16,-2-2-13-16,-1-4-10 0,2 8 3 0,-4-7-21 16,2 8 1-1,-1-4-9-15,0 4 0 0,-3 1 1 0,1 0-1 16,-1 0-1-16,1 2 10 0,-2 4-10 0,0 0 1 0,-1 2 0 16,0 0 0-16,0-2-1 0,-6 5-2 0,3-2-1 0,0 1 5 15,-1 3-8-15,-3-1 1 0,3 3-1 16,-4 0 2-16,-4 2 2 0,4 2-2 0,-4 2-1 15,0 1 5-15,2 1-2 0,-1 5 2 0,2-1 0 16,1-1-3-16,1 3 5 0,4-3-3 0,1 1 0 0,3 0-1 16,1-1 3-16,-2 3-2 0,6-1 11 0,1 1 1 15,4-3-3-15,3 2 6 0,6 0 2 0,6-3 0 16,9 4 0-16,4-7-30 0,5 2-34 0,3-5-62 16,14-3-77-16,-4 1-286 0,-13-4-535 0,-1 0 237 15</inkml:trace>
  <inkml:trace contextRef="#ctx0" brushRef="#br0" timeOffset="-128237.32">3860 11392 110 0,'0'-3'312'16,"0"3"-13"-16,1-4-20 0,-1 4-18 0,0 0-23 16,1-4-26-16,-1 4-23 0,0 0-23 0,0 0-25 15,0 0-17-15,0 0-31 0,0 0-16 0,0 0-7 16,0 0-11-16,3 12-4 0,-3-5-4 0,-3 3-11 0,2-1 0 0,0 3-4 16,-2 4-7-16,2-1-1 0,-2-1-3 15,2 3-5-15,1-1 2 0,-2-7-3 0,0 3-5 16,2-4 1-16,-1 0-1 0,1-4 1 0,0 1 1 15,0-2 4-15,0 1-2 0,0-4 33 0,0 6 40 16,0-6 43-16,0 0 39 0,1 1 4 0,-1-1-8 0,0 0-21 16,5-11-16-1,-1 5-10-15,1-7-6 0,2 3-28 0,4-2-3 16,-3-4-13-16,0 1-18 0,-1 4-12 0,3-2-8 16,-4 5-2-16,-1 2-3 0,-1 1-10 0,1-2-10 15,-3 2-9-15,1 1-8 0,-2 0-23 0,4 3-20 16,-4-2 2-16,-1 3-41 0,6-1-5 0,-6 1 11 15,0 0 6-15,7 7 7 0,-2-2 6 0,2 1-13 16,-2 4 5-16,3 4 1 0,3-1-7 0,-1 1-3 0,2 0-11 0,4 2-8 16,2 0-10-16,0-2-3 0,5 1-2 0,3-2-6 15,-2-2-16-15,5 0-9 0,-2-5 1 0,1-2-8 16,-5-2 6-16,8-2 4 0,-3-2 14 0,-6 0 14 16,-3-5 23-16,0 1 25 0,-3-2 25 0,-4-7 50 15,1 4 28-15,-3-1 16 0,-3-3 21 0,-1 1 7 16,-2 1-4-16,0 1 7 0,-2 0 2 0,-2 3-5 0,2-2-3 0,-2 5-6 15,-2-1-10-15,1 2-6 0,0-1-5 0,-2 1-7 16,1 1-10-16,-2-1-3 0,0 2-5 16,-3 3-4-16,-1 0-5 0,-1 3-2 0,-2 1-4 0,0 2-3 15,1 2-1-15,-3 3-1 0,0 0 0 0,-1 3 2 16,4 2-4-16,-3-1-1 0,4 0 1 0,0-2-4 16,4 0 4-1,1-3 1-15,-1 0-1 0,2-5-1 0,1 2 2 16,-1-1 1-16,2-2 6 0,2 2 2 0,2-4 9 0,2-2 1 15,-5 0-1-15,17-4 5 0,-6-1 1 0,2-4 10 16,6-2 0-16,-3 0-1 0,4-4-4 16,-4 3-2-16,0-1-5 0,0 0 1 0,0 1-3 15,-2-1-6-15,-4 7 5 0,-1-3-5 0,1 4-4 0,-5 1-5 16,0 1 0-16,2-2 1 0,-4 4-5 0,-1 0-17 0,-2 1-13 16,5-4-17-16,-5 4-6 0,9-2 3 0,-9 2 3 15,8 7 0-15,-6-3-7 0,5 2 3 0,-2 2-7 16,4 0-2-16,-3 2 2 0,3-1-5 0,1 0 6 15,-2 1 5-15,5-1-6 0,-1 0-8 0,-1-3-4 16,0 2-2-16,1-3-6 0,-1-1 6 0,0-1 4 16,0-3 10-16,-1 0 5 15,2-3 1-15,-1-2 13 0,-3-4 6 0,2 1 25 16,0-5 19-16,-2 0 20 0,1-1 15 0,1-4 10 16,-2 0 0-16,2-5-4 0,0-5-6 0,-3 1-1 15,2-2-3-15,-2-4-4 0,1 5-2 0,0 2 8 16,-2 0 8-16,-1 9 13 0,0 2 8 0,-1 6 0 15,-3 1-1-15,2 2-17 0,-2 0-9 0,0 1-6 16,-1 1-31-16,2 1-27 0,-2 3-14 0,0 0 2 0,0 0 0 0,1 14 2 16,-2-3 2-16,-2 5 1 0,-2 11 2 0,-1-1 3 15,-3 1 2-15,0-1 2 0,1 2-1 0,3 3 2 16,0-5-1-16,1 0 6 0,-1-1 1 0,1-8 0 16,3 0 1-16,-2 1 2 0,2-6 0 0,0-2-5 15,-3-2-10-15,3-1 2 0,1-2 3 0,-3 3 7 16,3-6 5-16,0 2 9 15,-1-1 21-15,1-3 21 0,0 0 4 0,0 0-3 16,0 0-5-16,0 0-14 0,-4-13 1 16,3 2-27-16,-2 1-12 0,3-2-11 0,-5-5-3 0,1 5 4 15,3 0-7-15,-8-2 0 0,5 3 3 0,-5 0 2 16,0 1 0-16,-5 0 1 0,5 3 1 0,-5 0 0 16,-1 1 0-16,-2-1 4 0,4 5-1 0,2-1 1 15,-3-1 2-15,2 4-2 0,0-4 2 0,3 7 0 0,1-3-4 0,1-3 0 16,0 3 1-16,7 0-3 0,-9 0-5 15,5 3 0-15,4-3 4 0,0 0 6 0,0 0-2 16,17 5 0-16,2-4 4 0,1 1 2 0,12-2 0 16,4 0 0-16,5 0 3 0,14 1-2 0,1-5 2 0,4 3 0 15,-1-2 0-15,1 3 4 0,-4 0-2 0,-1-5-1 16,-18 2 1-16,2 2 5 0,-4-2 1 0,-3 0 6 0,-3 1 9 16,-9-2 14-16,-7 2 15 0,-1 2 9 0,0-2 7 15,-3 1 5-15,-2 1-5 0,0-3-6 0,-2 3-5 16,-5 0-8-16,9 0-8 0,-9 0-4 0,9 0-8 15,-9 0-3-15,0 0-6 0,5 3-7 0,-4-2 0 16,3 2-3-16,-4 2-1 0,3 0-1 0,-2-1-2 16,-1 4 0-16,0 1-3 15,1 2 8-15,-1-2-10 0,3-1 0 0,-3 1-11 16,0 1-6-16,0-2-1 0,0-1-1 0,0-1-19 16,0-1-8-16,1 1-15 0,-1-2-11 0,-1 1-5 15,-2 0-16-15,3-3-16 0,0-2-3 0,-1 7-16 16,0-4-9-16,1-3-38 0,-8 3-204 0,8-3-411 15,0 0 183-15</inkml:trace>
  <inkml:trace contextRef="#ctx0" brushRef="#br0" timeOffset="-128068.13">5369 11233 180 0,'0'0'360'0,"0"-4"-21"15,0 4-24-15,-3-6 3 0,3 6-40 0,0-6-28 16,0 6-20-1,0 0-27-15,3 0-56 0,2-3-52 0,-5 3-51 16,8-3-57-16,-6 2-62 0,-2 1-64 0,17 2-71 16,-12 0-177-16,3-2-420 0,-1 3 186 0</inkml:trace>
  <inkml:trace contextRef="#ctx0" brushRef="#br0" timeOffset="-127682.74">5775 11295 16 0,'-9'6'78'0,"0"1"-7"16,-1 3-13-16,0 2-6 0,0 2-3 0,-2-1-5 15,3-1-7-15,2 4 1 0,1-1-3 0,-1-5-1 16,6 2-12-16,-3-2 37 0,2 6 12 0,2-4 3 15,2-3 21-15,0-2 17 0,4 2 22 0,2-1 16 16,1-1 5-16,3-3 5 0,4 1 7 0,-3-3 0 16,4-2 1-16,3-2 4 15,-3-3 16-15,-6 1 4 0,6-4-6 0,-4 2 16 16,-3-1-1-16,-1-1-10 0,0-2-23 16,4-3-19-16,-7 4-9 0,0-4-17 0,0 1-23 0,-5 0-14 15,3-5-15-15,-4 4-25 0,1 3-13 0,-2-2-17 16,-4 2-18-16,1 0-23 0,0 3-21 0,-3-1-13 15,-3 4-10-15,0-1-8 0,1 2-6 0,-4-2-20 16,-1 5-23-16,4 0-16 0,0 0-20 0,-3 3-31 0,4-1-29 0,-2 0-23 16,2 1-215-16,0 1-497 0,5 2 219 0</inkml:trace>
  <inkml:trace contextRef="#ctx0" brushRef="#br0" timeOffset="-127335.19">6014 11289 4 0,'0'0'333'0,"4"-3"-29"0,-4 3-30 0,0 0-27 16,5-1-31-16,-5 1-25 0,0 0-21 0,0 0-23 16,0 0-15-16,0 0-13 0,6 7-12 0,-3-2-14 15,-3 1-10-15,4 3-9 0,-4 1-8 0,0 0-11 0,1 5-5 16,-2-3-9-16,1-2-2 0,-3 4-11 0,2-4-7 15,1-2-5-15,0-1-2 0,0-2 2 0,-3 0 4 16,3 0 9-16,0-2 38 0,0-3 41 0,0 5 51 16,0-5 0-16,0 0-15 0,0 0-30 0,17-14 27 0,-8 5-26 15,5-2-6-15,4-2-9 0,-3 0-11 0,2 2-12 16,-3 1-4-16,3-1-8 0,-6 2-13 0,0 3-9 0,-1 1-4 16,-1 0-11-16,0 3-14 0,2 1-16 0,-1 1-12 15,3 4-16-15,5 3-21 0,1 0-23 0,-5 3-37 16,-1 1-54-16,4 6-71 0,-5-5-79 15,0 2-284-15,-3 1-646 0,-3-4 285 0</inkml:trace>
  <inkml:trace contextRef="#ctx0" brushRef="#br0" timeOffset="-126032.23">7448 11304 23 0,'0'0'271'0,"-1"-6"-7"0,1 6-6 0,0-4-9 16,0 4-7-16,1-4-8 0,-1 4-7 16,0 0-15-16,0 0-12 0,0-4-20 0,0 4-12 15,0 0-22-15,0-4-13 0,0 4-18 0,0 0-18 16,0 0-12-16,0 0-22 16,0 0-29-16,0 0-23 0,0 0-16 0,0 0-7 15,0 0-5-15,-3 15 1 0,3-5 3 0,2 1-5 16,-2 6 3-16,-3-2 10 0,2 3-5 0,2 0 0 15,-2 1 2-15,2-1 1 0,-2 2 2 0,1-1-2 16,1-3-3-16,-1-4-14 0,1-1-8 0,1-5 1 16,-1 1 3-16,-1-3 3 0,1 1 20 0,-1 1 19 15,0-4 28-15,0-2 11 0,8 3 10 0,-8-3 2 0,10-5-2 0,0-6 5 16,0 4 6-16,0-2-7 0,1-4-3 0,3 0-6 16,-1-2-9-16,-3 2-9 0,3 1-2 0,-4 2-5 15,1 2-3-15,-1 0-4 0,-4 3-6 0,-1 0-5 16,1 1-7-16,3 1-18 0,-3-1-3 0,-1 1-9 15,-4 3-5-15,13 4-3 0,-7-1 0 0,3 2-1 16,0 2 4-16,-2 0 1 0,2 0 2 0,-1 4 3 0,5 1 4 0,-1 1-2 16,0 1 5-16,2 2 4 0,-2-4 1 0,4-2 2 15,-3 1-1-15,1 0 6 0,3-5-1 0,-7 1 6 16,4-3-1-16,-3-4 6 0,3 1 5 0,3-2 7 16,2-6 4-16,-1 3 3 0,0-2 5 0,-1-6 19 15,-2 0-10-15,0 3 14 0,-2-7-7 0,-3 4 4 16,3-2-4-16,-4-4-8 15,-1 1-3-15,-4-2-6 0,1-1-16 0,-4-6-11 16,-2 8-7-16,-3 0-4 0,-4 1-5 0,2 1-7 16,-6 0-18-16,-6 2-17 0,-5 1-20 0,-5 2-20 15,-1 5-13-15,-3 0-19 0,-1 5-20 0,2 2-17 16,-1 6-37-16,10-4-33 0,3 1-222 0,4 2-492 16,5 1 218-16</inkml:trace>
  <inkml:trace contextRef="#ctx0" brushRef="#br0" timeOffset="-125678.02">8445 11277 33 0,'0'0'339'0,"1"-5"-2"0,3 2-5 15,-4 3-11-15,1-2-6 0,-1 2-21 0,4-4-10 16,-4 4-40-16,1-3-23 0,-1 3-25 0,0 0-18 0,0 0-17 16,0 0-12-16,4-3-37 0,-4 3-22 0,0 0-31 15,0 0-12-15,0 0-34 0,0 0-4 0,0 0-7 0,1 15 4 16,-2-8-6-16,2 3 2 0,-1 2-2 0,0 0 2 0,0 5 0 16,3 3 0-16,-6-3 1 0,3 0 1 0,3 1-3 15,-6-1 0-15,3 0 3 0,-1 0-14 16,1-2-9-16,-1-4-14 0,-2-3-14 0,3 2-6 15,0-2-18-15,-1-2-10 0,1 0-7 0,0-2 4 0,-4-2 6 16,4 4 14 0,0-6 9-16,0 0-27 0,0 0-86 0,0 0-79 15,-14-12-184-15,9 0-466 0,-4 3 206 0</inkml:trace>
  <inkml:trace contextRef="#ctx0" brushRef="#br0" timeOffset="-125528.48">8380 11071 77 0,'0'-7'286'0,"-2"3"-20"0,2 1-26 16,2-3-13-16,-2 6-29 0,2-4-23 0,-2 4-17 0,0-5-16 16,0 5-24-16,0 0-19 0,0 0-17 0,0 0-28 15,0 0-39-15,15 8-44 0,-7 2-47 0,-2-3-59 16,1 1-182-16,3-2-342 0,-2 1 152 0</inkml:trace>
  <inkml:trace contextRef="#ctx0" brushRef="#br0" timeOffset="-125161.19">8972 11047 166 0,'2'-5'301'0,"-2"0"-8"0,2 0-14 0,-1 2-15 16,-1 3-16-16,2-4-27 0,-1 1-22 0,-1 3-25 16,0 0-22-16,0-5-22 0,0 5-21 0,0 0-16 15,0 0-10-15,4 12-11 0,-3 0-5 0,0 4-10 0,-2 2-5 0,2 8-12 16,-2 1-2-16,0 1-7 0,-2 2-3 16,2 1 0-16,-2-1-3 0,2-2-2 0,1 1-4 15,-2-3-2-15,0-6-3 0,1-3 1 0,-3 1-1 0,4-5 0 16,-1-1-1-16,0-3 0 0,2-2-3 0,-2 1-1 15,0-2 0-15,1 0 2 0,-2-1-2 0,2-2-2 16,0-3-6 0,0 4 10-16,0-4-16 0,-1 6-9 0,1-6-10 0,0 4-7 15,0-4-15-15,0 0-62 0,0 0-91 16,0 0-68-16,-15-12-178 0,6 7-480 0,1-3 212 16</inkml:trace>
  <inkml:trace contextRef="#ctx0" brushRef="#br0" timeOffset="-124945.09">8704 11280 205 0,'-6'-3'225'0,"6"3"-10"15,-8 0-1-15,8 0-3 0,0 0-3 0,0 0-1 16,-6-1-19-16,6 1-20 0,0 0-18 0,0 0-13 16,23-3-14-16,-4 2-11 0,12 1-14 0,5-3-8 15,2 1-12-15,15-1-6 0,-17 3-17 0,1-2-17 0,-2 2-20 0,-3-2-36 16,-6 2-20-16,4 2-29 0,-14-2-9 0,1 1-15 15,-3-1-25-15,-5 1-17 0,-1-1-9 0,-8 0 12 16,7 1 17-16,-7-1-4 0,0 0-30 0,0 0-124 16,-21 4-293-16,9-4 129 0</inkml:trace>
  <inkml:trace contextRef="#ctx0" brushRef="#br0" timeOffset="-124459.88">9377 11056 67 0,'2'-6'313'0,"-1"3"-15"0,-1 3-14 0,3-3-24 16,-3 3-21-16,0-3-26 16,0 3-25-16,0 0-22 0,2-4-22 0,-2 4-28 15,0 0-12-15,2 10-13 0,-4 3-4 0,1 2-19 16,-3 3-6-16,-1 8-6 0,-3 2-5 0,1 4-5 16,-2 0-4-16,0 3-8 0,-4-2-3 0,4 0-4 0,-1 2-2 15,-3-2-2-15,4-3-1 0,4-1-2 0,-3-6 0 16,2-6-4-16,2-5 2 0,0-2-4 15,3-3 8-15,-2 2 1 0,3-5 16 0,-1 4 31 0,1-6 28 0,0-2 40 16,0 0 14-16,0 4 3 0,0-4-5 0,0 0-17 16,9-17-9-16,1 10-14 0,-2-3-9 0,2-4-12 15,3 1-21-15,-3 1 1 0,-1 4-12 0,1 1-10 16,-2-1 2-16,-3 5-7 0,-1-2-22 0,4 3 8 16,-4-1-17-16,0 2-28 0,-4 1-7 0,11 2-15 15,-2 3-21-15,1 2-7 16,1 5-13-16,1 1-26 0,2 1-40 0,-2 4-54 15,4 3-79-15,-6-4-375 0,2-1-708 0,-2-6 313 16</inkml:trace>
  <inkml:trace contextRef="#ctx0" brushRef="#br0" timeOffset="-123209.79">10879 11160 28 0,'0'0'194'0,"0"0"-12"15,0-5-9-15,0 5-16 0,0 0-11 0,0 0-11 16,0 0-7-16,0 0-5 0,0 0-15 16,0 0-8-16,0 0-8 0,0 0-8 0,0 0-3 0,0 0-10 15,0 0-9-15,-4-4-3 0,4 4-6 0,0 0-8 0,0 0 1 16,0 0-9 0,0 0-3-16,0 0 1 0,12 0-6 0,-6-4-3 0,3 3-2 15,5-2-3-15,3-1-3 0,0 0-1 0,0-3 1 0,4 2 1 16,-4 0-5-16,4-3-7 0,-2 1 4 15,-2 0-1-15,-2-3-3 0,0 2-2 0,-2 1 3 16,-4 0 0-16,-1 1 6 0,-2-1 13 0,-1 3 7 0,-1 3 3 16,0-2 3-16,-2-1-2 0,2 0-5 15,-4 4-5-15,2-3-4 0,-2 3-3 0,0 0-1 16,-12-3-5-16,12 3-1 0,-20 3-4 0,7 0-4 16,-5 1 0-16,0 4 0 0,-4-3-2 0,-2 7-6 0,-1 2 2 15,0-2 0-15,3 5 2 0,-2-2 2 0,3 2-4 16,0 0-2-16,1 1-2 0,3-2 1 15,3 4 3-15,0-4-5 0,2 1 0 0,3 0 1 0,3 2 4 0,-3-3-3 16,7 1 2-16,4 1 0 0,2-1 0 0,3 0-6 16,5-1 1-16,6 0 5 0,9-4 0 0,9-3-3 15,14 0-2-15,10 0 0 0,5-5-7 0,33-4-5 16,-5-4-10-16,-25-1-10 0,-3-3 0 0,0-1-1 16,-3-4-2-16,-3-1 3 0,-6-3-1 0,-3 1 4 0,-17 0 6 15,-2 0 2 1,-2-1-2-16,-3-2 17 0,-6 1 5 0,-4 4 13 15,-5 1 34-15,-2 3 21 0,-4-1-6 0,-2 3-5 16,-1-2-10-16,-4 6-4 0,-6-6-5 0,0 6-4 16,-3 1-6-16,-7 1-4 0,-9 2-1 0,-1 1-2 15,-2 5 1-15,-4 3-2 0,2 1-5 0,4 3-4 16,-2 0-1-16,3 4 0 0,4 0-1 0,1-1-2 16,2 2 0-16,3 2 2 0,4-3 4 0,4-1-5 0,4 0-4 0,5 1-4 15,4-5-6-15,1 0 10 0,9-1 0 0,3 2 5 16,11-5-5-16,4-1 4 0,4-7 3 0,17-1-3 15,-2-6 3-15,2-1-2 0,-2-1 2 0,-15-1 0 16,-2-1 0-16,-2-4-3 0,-2 5 1 0,-5-2 4 16,-3-5-4-16,-8 5 1 0,-2-2 3 0,-3-1-3 15,-3 1-6-15,-1-3 4 16,-5 5-8-16,-4 0 0 0,0-1-5 0,-4 4 0 16,-1-2 1-16,-5 3-1 0,-2 0-6 0,-3 3 1 15,-2 2-6-15,-1 2-3 0,3 1-4 0,-2 0-10 16,1 1-16-16,2 2-14 0,2 1-27 0,2 1-29 15,1 0-35-15,-1 1-184 0,4-1-373 0,5-1 165 16</inkml:trace>
  <inkml:trace contextRef="#ctx0" brushRef="#br0" timeOffset="-122802.21">12198 11131 257 0,'1'-3'240'0,"1"1"-27"0,-2 2-23 15,0 0-22-15,4-4-18 0,-4 4-18 0,0 0-15 0,0 0-15 16,0 0-15-16,6 9-5 0,-5-4-5 16,-1 3-12-16,0 3-8 0,1-1-6 0,-1 7-7 15,-2 1-4-15,-2 0-6 16,2 3-6-16,-2-3 0 0,-1 7 0 0,1-9-8 15,1 4 2-15,-2-3 1 0,2-5-2 0,1-2 0 16,-1 0-1-16,2-5-2 0,-2 3 3 0,3-4 7 16,-1 1 46-16,0-2 19 0,1-3 20 0,0 0-12 15,0 0-11-15,0 0-11 0,15-9-6 0,-4 1-6 16,1-5-10-16,2 1-4 0,0-1-4 0,1-2-10 16,-1 0-2-16,-1 2-7 0,3 0 0 0,-5 1-7 0,-1 3 1 0,-1 2-5 15,-4 2-1-15,2 3-6 0,-1-2-11 0,-1 1-8 16,-1 3-7-16,-4 0 1 0,10 1-8 0,-3 5-2 15,-1-4-2-15,-1 7 0 0,4 1 1 0,-2-1 2 16,0 1 0-16,2 5 0 0,1-2-15 0,-1 2-21 16,3 2-42-16,-3-2-46 0,0-1-44 0,-3-4-264 15,-1-2-490-15,2 1 217 16</inkml:trace>
  <inkml:trace contextRef="#ctx0" brushRef="#br0" timeOffset="-122430.5">12880 11067 157 0,'0'0'156'15,"0"0"-13"-15,-13 8-15 0,4-4-12 0,-1 2-18 0,0-1-3 16,-5 5-6-16,-1 0-13 0,2-1-3 0,1 3-2 15,0-1-13-15,1 0-9 0,-1 0-1 0,4-1-6 0,0 3-5 16,0-3-4-16,3 3-6 0,3-4-4 0,0 3 1 16,3 0 5-16,0-3-4 0,4 2-3 0,-1-2 1 0,5 3-8 15,2-1 5-15,5 0-4 0,-2 1 5 16,5-5-4-16,-4 3-2 0,3-1-6 0,-2-2 4 16,2 3-5-16,-7-4 3 0,1-1-4 0,-3 2-7 15,-3-3 9 1,0-1-11-16,-2 3 8 0,-2-1 3 0,-3-1 6 0,-4 0 4 15,-5 1-8-15,-7 2-3 0,-2-1 5 0,-6 2-7 16,-5-3 1-16,1 2-11 0,-1-2-23 0,-3 1-33 16,2-3-37-16,4 1-62 0,2-5-99 0,5-1-280 0,11 0 124 0</inkml:trace>
  <inkml:trace contextRef="#ctx0" brushRef="#br0" timeOffset="-122069.38">13267 10889 230 0,'2'-9'299'0,"-2"4"-29"0,1-2-13 16,0 3-38-16,0 0-24 0,-1 4-14 0,2-7-29 15,-2 7-21-15,0 0-13 0,0 0-15 16,0 0-12-16,1 25-8 0,-1-7-11 0,0 9-10 0,0 5-4 16,-3 3-10-16,3 2-6 0,-3 8-4 0,-1-10-5 0,1 1-1 15,-1 0-7-15,2-3 1 0,-6 1-4 0,8-4 1 16,-5-2-3-16,4-3-1 0,-2-7-1 0,2-1-2 16,-3-5 0-16,4-3 1 0,-1 2-2 0,-2-6-1 0,3 1 1 15,-1-1 3-15,1-3-3 0,0-2 7 16,0 5-2-16,-3-2 1 0,3-3 0 0,0 0-10 15,0 0-38-15,0 0-29 16,0 0-28-16,-5-10-46 0,5 3-39 0,-2-2-32 16,-1-3-203-16,3 0-437 0,0 2 194 0</inkml:trace>
  <inkml:trace contextRef="#ctx0" brushRef="#br0" timeOffset="-121799.86">13137 11267 83 0,'-9'-3'102'0,"0"1"-9"0,1 0 3 0,-2 2-17 16,-1-3-2-16,0 3 0 0,1 0-8 0,3 0 8 0,-1 0-13 0,3 3 0 15,5-3 9-15,-9-3 4 0,9 3 9 0,-8 3 21 16,8-3 3-16,0 0-13 0,0 0-1 0,0 0-9 16,0 0-6-16,23-5-4 0,5 7-8 0,3-4-7 15,6-1-6-15,22-1-8 0,0 2-3 0,1-2-1 16,2-3-5-16,-2 3 2 0,-6 2-4 0,-3-2-2 16,-15 2-3-16,-3 1-2 0,-5-3-1 0,-10 3 7 0,-4 1 13 0,-2 0 11 15,-6 0 9-15,3 0 13 0,-4 0-3 0,1-3-6 16,-6 3-9-16,4-2-13 0,-4 2-12 0,0 0-16 15,0 0-13-15,-16-3-11 0,16 3-22 0,-17 2-28 16,11-1-30-16,-3 1-26 0,-3 1-37 0,6-2-36 16,-3 6-219-16,0-6-430 0,5 3 190 0</inkml:trace>
  <inkml:trace contextRef="#ctx0" brushRef="#br0" timeOffset="-121335.94">14072 11210 153 0,'0'-4'217'0,"0"4"-19"0,-5-5-21 0,5 5-21 16,-5-4-15-16,1 4-16 0,4 0-11 0,-9 0-12 15,9 0-13-15,-12 0-7 0,5 0-13 0,-6 3-7 16,1 1-5-16,-5 4-8 0,0-2-7 0,-1 5-9 16,-1-2-2-16,-2 5-1 0,4-2-2 0,-6 5-6 0,1-1-2 15,8-3-1-15,-5 6-3 0,6-4-4 0,1 1-2 16,2-4-1-16,1 1 4 0,4-1-3 0,-1-4 11 16,4 0 4-16,0-2 8 0,2 0 12 0,2 0 16 0,4-1 9 15,0-5 10-15,3 3 2 0,4-3 3 0,1-3 4 16,5 1 2-16,-1-5 7 0,0-1 12 0,0 1 0 15,1-3-5-15,-1 1-2 0,-1-3-5 0,-1 0-7 16,0 2-5-16,-4-2-5 0,-2 2-16 0,1 2 16 16,-4 2 0-16,2-2-11 0,-5 4-7 0,1 0-7 15,-3 1 5-15,1 0-24 0,0 0-9 0,2 2-13 16,-5 1-14-16,5-3-13 0,-5 3-9 0,0 0-12 16,0 0-7-16,0 0 7 0,9 7 1 0,-5-3 2 0,-1 2-11 0,4 2-12 15,2 2-7-15,-1-3-23 0,2 3-23 0,0-3-25 16,2 7-26-16,2-5-29 0,-2-4-21 0,1-1-18 15,1 0-38-15,-3 0-154 0,-1-4-450 0,-1 3 200 16</inkml:trace>
  <inkml:trace contextRef="#ctx0" brushRef="#br0" timeOffset="-120772.32">14246 11367 325 0,'5'-10'100'0,"0"0"18"15,0-2 11-15,3-5 12 16,-3 2 4-16,0-2 2 0,3 0 10 0,-3 5 15 16,0 1 21-16,-1 0 12 0,1 2 8 15,0 0 0-15,0 2-2 0,-1-1-11 0,0 3-16 0,-3 2-17 16,2-1-20-16,-2 0-20 0,-1 4-2 0,3-4-33 15,-3 4-21-15,4-2-30 0,-4 2-14 0,0 0 8 16,0 0-18-16,2 12-6 0,-2-7 4 0,-1 6-9 16,-2-2 16-16,1 4-16 0,-2 3 2 0,1 1-3 0,-2 1 1 0,1-1-5 15,-2 0-12-15,2-2 4 0,3-1-8 0,-2-5-9 16,2 2-4-16,0-6 1 0,-2 2 1 16,3-2 10-16,-1-1 13 0,-2 1 21 0,3-5 12 15,7 3-4-15,-7-3 8 0,0 0 0 0,15-12 6 0,-7 6 5 16,2-2-4-16,-1-2-2 0,4-1-4 0,-3-3-3 15,4 0-2 1,-3 0-5-16,2-1-2 0,1-1-6 0,-2 3-1 16,0-1-6-16,-3 3 3 0,-1 5-10 0,-3-1 1 15,2 2-5-15,-4-1-16 0,1 4-19 0,0-1-14 16,-4 3-3-16,0 0-1 0,13 6 1 0,-7 0 1 16,2 2-2-16,-2 1-3 0,2 3-3 0,5 1-14 15,-4 0-7-15,1 0-8 0,4 2-9 0,-2-4-23 16,2 1-6-16,-4-6-27 0,1 1-14 0,3-2-7 0,-1-1 0 0,0-4-3 15,0-2 14-15,-2-2 18 0,-2-1 29 0,0-4 17 16,-1-2 38-16,-1 1 18 0,-1-6 20 0,0-1 24 16,-2-2 12-16,-3 1 17 0,3-8 14 0,2-3 10 15,-2 0 6-15,1 0 5 0,2 0 3 0,-2-2 4 16,0-1 12-16,1 3 17 0,1 3 12 0,-5 8 11 16,2 7 1-16,0-2-11 15,-3 4-11-15,0-1-12 0,1 6-8 0,-1-1-23 16,2 0-21-16,-3 5-6 0,0 0-8 0,0 0 1 15,-12 18-5-15,7-1 0 0,-4 8-7 0,-1 1 2 16,-2 5-3-16,3-1-2 0,-2 4 0 0,-1-1 7 16,1 0-6-16,-2-1 0 0,5-1-17 0,-2-3-16 15,2-4-19-15,5-5-15 0,-4-2-17 0,3-5-22 16,-2-1-15-16,2-2-33 0,2 1-28 0,-1-4-51 16,-1-5-156-16,4-1-408 0,0 0 182 0</inkml:trace>
  <inkml:trace contextRef="#ctx0" brushRef="#br0" timeOffset="-120518.42">14476 11146 104 0,'0'0'210'0,"-8"0"5"0,8 0 10 0,-8 0-10 16,8 0-20-16,0 0-16 0,0 0-14 0,30-1-20 0,2 1 1 15,20-1-22-15,2 1-16 0,7-1-12 0,5 0-8 16,-1-1-10-16,1 1-8 0,2-2-6 15,-6 1-6-15,-4 0-8 16,-7 0 1-16,-15 0 9 0,-9 0 7 0,-7 1 15 16,-2-1 11-16,-6 1 9 0,-2 1 10 0,-3-3-5 15,0 3-11-15,-3-1-12 0,-4 1-29 0,0 0-28 16,0 0-44-16,-19-3-43 0,-2 7-57 0,-6 0-63 16,-1 3-72-16,0-2-223 0,8-1-513 0,4 0 227 15</inkml:trace>
  <inkml:trace contextRef="#ctx0" brushRef="#br0" timeOffset="-118127.77">16579 11019 106 0,'0'0'184'0,"0"0"-7"0,0 0-13 0,0 0-18 15,0 0-11-15,-5-2-13 0,5 2-6 0,0 0-17 16,0 0-6-16,0 0-11 0,0 0-11 0,0 0-9 16,0 0-1-16,0 0-9 15,0 0-5-15,-1-4-5 0,1 4-5 0,0 0-3 16,9-5 0-16,-3 3-10 0,2-1-1 0,0-3 0 16,1 3-6-16,1-2 3 0,-3 0-3 0,1-2-6 15,1 2 0-15,-3 1-1 0,0-1 0 0,1-3-2 16,-3 4 3-16,1-1 6 0,-1-2 9 0,1 3 5 15,-4-1 0-15,3 1 5 0,-4 2 1 0,3-1-7 16,-3 3-6-16,-3-7-5 0,-2 7-4 0,-4-2-2 0,0 4-7 0,-5-2-1 16,-5 5 4-16,-8 2-3 0,-1 2-4 0,-3 3 4 15,2 1-8-15,-3 1 3 0,1 1 3 0,2-1-2 16,0 6-4-16,-2-1-3 0,5 1 6 0,1 2 0 16,3-1-4-16,2 2-1 0,2 0 0 0,1-1 1 15,3 1 0-15,7-5 5 0,3-2 1 0,4 0-10 16,6 1 2-1,5-3 3-15,11 3-3 0,13-5 5 0,13 1-7 16,10-6-6-16,7-1-7 0,32-6-4 0,-5-2-2 16,0-6-7-16,-26 0-14 0,26-3-8 0,-29 0-11 0,1-2-14 15,-4-3 9-15,-1-1-6 0,0-3 8 0,-9 2 13 16,-2-4 3-16,-15 4 2 0,-1-3 16 16,-5-1 11-16,-1 0 17 0,-8 2 38 0,-6 4 25 15,-3-1 13-15,-4 8 1 0,-3-7-5 0,-4 3 4 0,0 2-7 0,-5-4-2 16,-2 7-4-16,-5-2-5 0,-2 2-6 0,-6 5-6 15,-5-1-5-15,-2 3-6 0,-4 6-1 0,1 3 0 16,-2 1-4-16,5 3-6 0,1 5-2 0,-3-1 0 16,3 2-6-16,4 4 4 0,-2 0-6 0,6 2-2 0,1-1 3 15,5 0-2-15,0 0 1 0,6-5-6 16,3-1 8-16,2 0-13 0,3 0-1 0,4-5 3 0,2-2 1 0,7 0 2 16,6-1 3-16,10-3 0 0,2-2 4 0,4-4 0 15,5-1-2-15,-2-6 0 0,-1-2-1 0,-4 0-3 16,0-4 7-16,-2 0-1 0,-5-3-4 0,-3 1 3 15,-4-4-5-15,-6 2-2 0,-2-5 5 0,-3 5-3 16,1-7-1-16,-5-3-5 0,-4 9-1 0,-3-2 2 16,-4 3-2-16,-3 0-3 15,1 3-1-15,-4 1 4 0,-3 3-10 0,0 3-15 16,-1 1-1-16,-5 3-9 0,4 3-19 0,-1 1-26 16,1 3-22-16,3 3-19 0,2-2-45 0,-1 4-131 15,6-1-326-15,2 1 144 0</inkml:trace>
  <inkml:trace contextRef="#ctx0" brushRef="#br0" timeOffset="-117040.66">17703 11160 159 0,'0'0'164'0,"0"0"-7"0,0 0-7 0,0 0-20 16,0 0-12-16,0 0-16 0,0 0-8 0,0 0-8 15,16-4-16-15,-7 1 0 0,4 1-4 0,1-3-11 16,-1 1-3-16,6-3 0 0,0 0-12 0,-1 1-5 16,2-3 2-16,5-3-13 0,-2 0 6 0,-7 1-9 15,7-3 0-15,-5 1-2 0,-4 3-5 0,3-3-1 0,-6-2 7 16,1 3 11 0,-2-3 9-16,-5 4 11 0,0 3 8 0,-1-2 6 15,-1 3-8-15,-3-3-5 0,-3 5-9 0,-1-1-5 16,-2 1-7-16,-4 0-4 0,-3 4-6 0,-5 0-6 15,-5 3 1-15,2 3-1 0,-5 2-2 0,-4 5-4 16,-2 0-4-16,4 7 1 0,0-1 0 0,4 1-6 16,-2 2 1-16,7 3 2 0,5-4-3 0,3-3-2 15,3 0 5-15,2 1-3 0,3-1-1 0,6 0 2 0,3 0 3 0,3-3 1 16,4-3 6-16,7-1 6 0,4 1-4 0,7-7-1 16,4-2-2-16,-3 1 5 0,2-4-6 0,-2-1 1 15,-4 0-2-15,-5-1-1 0,-5-1 16 0,1 0 19 16,-6 3 19-16,-3-2 14 0,-2 3 11 0,-2-2 1 15,-1 0-6-15,2 1-6 0,-2-2-5 0,-3-1-11 16,2 2-10-16,-4 2-13 0,4-3-13 0,-4 3-19 0,0 0-21 0,1-1-22 16,-1 1-31-16,0 0-43 0,0 0-35 0,-9-4-54 15,5 2-250-15,4 2-489 0,-7-4 217 0</inkml:trace>
  <inkml:trace contextRef="#ctx0" brushRef="#br0" timeOffset="-115884.42">18391 10651 94 0,'0'-6'218'16,"0"4"-9"-16,2-1-21 0,-2 3-17 0,2-4-18 15,-2 4-19-15,0 0-22 0,0 0-23 0,0 0-10 16,0 0-9-16,1 16-10 0,-2 0-8 0,-3 9 2 15,-1 6-9-15,-5 2-2 0,-2 17-8 0,0-2 1 16,-5 3-7-16,1-2-5 0,3-3-8 0,4-12 8 16,-1 11-8-16,3-11-1 0,5-1 2 0,0-1-4 15,0-3 3-15,0-3-5 0,2-7 4 0,2 0-6 0,-1-7 3 0,2-1 14 16,-2 0 1-16,1-3 9 0,1 0 6 0,-2-4 22 16,2 0 15-16,-1 2 18 0,1-2 18 0,-1-2 20 15,1 2 12-15,-3-4 1 0,0 0-9 0,9-6-15 16,-5 2-6-16,0-2-13 0,-2 1-18 0,2-2-14 15,-2-3-20-15,0 0-22 0,-4 1-8 0,1-1 5 16,-4 0-28-16,-1-2-7 0,-3 1-5 0,-1 0 0 0,-6 2 3 0,1 0-1 16,-3 0 1-16,0 1-3 0,8 4 1 0,-3-2 0 15,0 3 3-15,4-1 13 0,3 1-17 0,-1 2-13 16,1 0-14-16,3-2-17 0,3 3-4 0,-2-4-14 16,2 4-11-16,9-6 0 0,5 2-13 0,3-2-3 15,7-4-2-15,7-1-6 0,-2-1-9 0,1 0 12 16,0-2-5-16,2-4 13 15,0-2 0-15,0-3 8 0,-1 0-16 0,7-7 24 16,-12 5 11-16,11-14 11 0,-5 3 3 16,-7 9 9-16,-7-2 14 0,4-1 28 0,-7 3 29 15,-2 5 26-15,-2-2 29 0,-4 4 26 0,-1 3 11 0,-2 3 0 16,0-1 9-16,-3 3 0 0,2 3 3 0,-3 1-6 16,1 1-10-16,-1 0-8 0,1 2-11 0,1 1-8 15,-4 0-10-15,4 0-14 0,-2 4-24 0,1-3-17 0,-1 3-6 0,0 0-1 16,-8 11-5-16,4-2-2 0,0 6 2 0,-4 9-5 15,0 0 3-15,0 6 1 0,-1 2 4 16,4 3-7-16,-4 13 2 0,4-14-3 0,1 15-2 16,0-3 3-16,3-11 1 0,0 0-1 0,-3 0 1 15,4-5-3-15,4 2 0 0,-8-5 3 0,8-8-2 0,-4 0-7 16,1-1-2 0,0-5-1-16,-1-2 2 0,3-2-4 0,-3-1 4 15,1-3 4-15,-1 0 1 0,0 0 0 0,0-2 4 16,0 1 10-16,3 1 15 0,-3-5 18 0,0 0-10 15,0 0-5-15,0 0-1 0,-21-7-8 0,11 0 1 16,-8 0-2-16,2-1-2 0,-9-3-5 0,0-1 2 16,4 5-4-16,3-3-2 0,-2 2-3 0,2-1 2 15,-1 4 1-15,7-1-8 0,-2 2 3 0,4 0 0 0,5 2-2 0,-4-2-6 16,4 2-17-16,1 1-19 0,4 1 6 0,-4-2-2 16,4 2 1-16,0 0-6 0,23 0-6 0,-1-2-13 15,8 2-3-15,5-4-4 0,20 1 5 0,0-2 1 16,0 1 4-16,1-3 4 0,0 1 7 0,-2 1 8 15,0-2-3-15,-16 0 3 0,2 0 2 0,-6-1 2 16,-2 0 6-16,-4-1 1 16,-1-1 14-16,-10 1 24 0,-6 4 22 0,1 1 19 15,-3-4 18-15,1 3 16 0,-5 4 9 0,-1-3 4 16,0 1-1-16,0 0-8 0,-2 1-1 0,2-1-13 16,-4 3-10-16,5-2-11 0,-5 2-12 0,3-2-7 15,-3 2-23-15,0 0-17 0,0 0-5 0,5 7 2 16,-5-2-4-16,0 2 5 0,-2 5 1 0,2-3-2 15,-1 5 1-15,1 1 2 0,-2-1 2 0,2 3-5 0,-2-5 0 16,2 5 3-16,-1-5 2 0,1 0-1 0,-1 0-14 0,1-1-20 16,0-3-6-16,0-2-17 0,0 3-8 0,0-4-11 15,0-1-2-15,0 1-4 0,0 1 4 0,0-4 4 16,0-2 13-16,-4 4-34 0,4-4-77 0,0 0-88 16,-8-12-154-16,2 3-449 0,2-3 198 0</inkml:trace>
  <inkml:trace contextRef="#ctx0" brushRef="#br0" timeOffset="-115744.56">19181 10831 290 0,'0'-5'273'0,"1"1"-20"15,-1 4-17-15,2-5-27 0,-2 5-26 0,0-5-24 16,0 5-31 0,2-2-33-16,-2 2-30 0,0 0-42 0,17 2-34 15,-10 1-53-15,2 1-64 0,-1 1-158 0,2 0-308 16,-1-2 136-16</inkml:trace>
  <inkml:trace contextRef="#ctx0" brushRef="#br0" timeOffset="-115120.68">19584 11013 55 0,'-2'4'183'0,"2"-4"-25"16,0 0-20-16,0 0-2 0,15-3-20 0,-8 1-9 15,3 0-7-15,5-1-12 0,-2-1-14 0,5 0-8 16,0-1-4-16,-3 0-16 0,3 0-7 0,0-1-3 16,-5 2-3-16,0-1-8 0,-2 1 0 0,-3-1 6 15,2 0 5-15,-3 2 4 0,-4-1 9 0,3 2 11 16,-4-1-2-16,-2-1-8 0,0 4-3 0,0 0-10 15,-4-5-1-15,4 5-13 0,-10-1 6 0,0 2-7 0,-3 1-5 0,0 1-1 16,-2 4 1-16,-3 0-1 0,0 3-4 0,-1-1-1 16,4 3-2-16,-3-1-5 0,2 4 4 15,1 2 0-15,2-2-2 0,-1 5-4 0,5-3-5 0,2 0 12 16,0 0-4-16,2 0-1 0,4-2-1 0,1-3 6 16,6 4-4-16,1-6 4 0,4 4-2 0,3-3 5 15,3-2-2-15,3-4-2 0,12 2 4 0,-4-5-2 0,4 1-7 0,0-3 8 16,1-1-7-16,-2-3 3 0,-2-2 0 0,2-3 9 15,-7-1 8-15,3 0 16 0,-9 1 11 16,1-3 8-16,-1-1 3 0,-4-1 2 0,-1 0 4 16,0-1 10-16,-3 0 12 0,0 1 17 0,-3 2 9 15,-2 3 11-15,-1 0 2 0,-1 1 3 0,1 2-2 0,-1 1-13 16,-2-1-17 0,0 2-10-16,3 2-17 0,-3-2-6 0,3 2-16 15,-4 2-15-15,1-4-13 0,-1 4-40 0,0 0-11 16,0 0 0-16,0 0 0 0,2 12 3 0,-2-8 2 0,-2 5 1 15,1-1 7-15,1 3-1 0,-2 1-1 16,0-1-9-16,1 1-2 0,0-1-5 0,-3-1-2 16,3 0-6-16,-2-1-5 0,3 0-2 0,0-1-18 15,-2-3-3-15,0 1-7 0,0 1-6 0,2-4-1 0,-1 2 2 0,-1-4 9 16,2-1 7-16,0 0 11 0,0 7 7 0,0-7 1 16,-2 3-35-16,2-3-60 0,0 0-51 0,-8-11-222 15,5 4-448-15,-3-4 198 0</inkml:trace>
  <inkml:trace contextRef="#ctx0" brushRef="#br0" timeOffset="-114967.03">20137 10760 225 0,'0'-5'305'0,"1"1"-17"0,-1 4-21 0,2-5-26 15,-2 2-13-15,0 3-37 0,0-5-22 0,0 5-30 16,7-1-33-16,-7 1-31 0,9 0-37 0,-9 0-48 15,13 4-51-15,-3-2-54 0,-1 2-233 0,-4-4-377 0,3 4 167 16</inkml:trace>
  <inkml:trace contextRef="#ctx0" brushRef="#br0" timeOffset="-113879.7">20419 11151 219 0,'0'0'214'0,"-4"0"-17"0,4 0-13 0,0 0-7 0,0 0-24 0,0 0-14 16,0 0-14-16,12-8-13 0,-7 5-10 0,5-1-13 0,2 0-7 16,-2-1-6-16,3 0-5 0,0 1-12 15,6-4-13-15,-3 1-13 0,5 0-13 0,-2-1-10 16,0-1-7-16,0-3-6 0,-2 5 1 0,1-3-2 15,-4-1 4-15,1 0-3 0,-3-3 7 0,0 3 1 0,-4 2 10 16,-2 1 12 0,1-1 8-16,-2 1 11 0,-1 0 0 0,-2 2-7 15,0-1-3-15,-2-1-1 0,0 3-7 0,-3 0-11 16,0 1 3-16,-1-1-5 0,-2 1-1 0,0 1-5 16,-4 3-2-16,-2-2-2 0,2 4-1 0,-3 1-4 15,0 1 2-15,-2 1-1 0,0 4-2 0,3-4-4 16,-3 8 2-16,2-1 1 0,-3 0-1 0,5 3 4 15,0-2-2-15,1 3-2 0,3-2 5 0,1 1 0 0,2 2-12 0,4 0 3 16,2-4 0-16,5-3-2 0,4 5 5 0,7-2 0 16,-1-3-10-16,11 0-13 0,3-5-8 0,-2 0-10 15,3 1-11-15,-4-5 1 0,2-2 0 0,-1-2 9 16,-9-1-4-16,3-2 19 0,-6-4-3 0,2 1 21 16,-3-2 14-16,-1 0 20 0,-4-3 15 0,2 0 20 15,-4 0 6-15,1 0 18 16,-2 0 13-16,-3 4 8 0,-1 1 0 0,2-2 16 15,-2 1 11-15,1 2 8 0,-3 3-2 0,1 0-17 16,-2 1-9-16,1 0-9 0,-1 0-18 0,-1 4-18 16,3-5-14-16,-3 5-29 0,2-3-28 0,-2 3-6 15,0 0 0-15,0 0 0 0,-4 15-1 0,3-9 3 16,0 5 1-16,-1-1 4 0,1 7 3 0,1-6-4 16,0 7 1-16,-3-3 4 0,3-3-5 0,-2 0 5 0,2-1-8 0,2 0-4 15,-2-2-1-15,0-2 6 0,0-2 3 0,0-1 2 16,0-1 12-16,0 2 14 0,3-3 17 0,-3-2 11 15,0 0-8-15,0 0 0 0,13-7-9 0,-8 3-2 16,4-3-3-16,-3-1 2 0,2-1-5 16,1-2-4-16,5 1 0 0,-6 1-7 0,-2 0 2 0,2-2 2 15,1 5-4-15,-4 2 2 0,0-3-6 0,-2 3 0 0,1 0-8 16,-2 0-5-16,2 0-7 0,0 2-4 0,-4 2-16 16,6-1 4-16,-6 1-2 0,0 0-3 0,12 7 4 0,-6-2-5 15,3 1-5-15,0 3 0 0,4-1-10 0,1 3-7 16,0-1-8-16,2-2-14 0,1 1-15 0,-2-2-5 15,-2-2-18-15,1-3-10 0,-1 2 2 16,1 0-7-16,-5-4 7 16,1-2 17-16,2-1 7 0,-3-5 14 0,-2-1 0 0,0 1 35 15,-1-3 27-15,0-4 13 0,1 0 9 16,-2-4 15-16,-1 1 1 0,2 0 16 0,0-7 7 16,1 0 1-16,1-2 4 0,2 0-3 0,-3-2 2 15,-1 4 1-15,5 0 10 0,-3 7 16 0,-2 1 2 0,-1 6-3 16,-3 0-1-16,1-1-12 0,1 10-5 0,-1-4-11 15,-2-2-23-15,4 5-23 0,-5 3-6 0,0 0-2 0,0 0 6 16,-4 17-4-16,2-3 4 0,-5 1 3 0,2 11 2 16,-4 1 0-16,1 4 2 0,-2-1-2 0,1-2-11 15,-1 2-7-15,3-2-17 0,-2 1-18 0,1-5-18 16,0-6-24-16,3 2-15 0,1-7-33 0,1-3-37 16,-3 2-156-16,1-4-368 0,1-4 163 0</inkml:trace>
  <inkml:trace contextRef="#ctx0" brushRef="#br0" timeOffset="-113632.28">21188 10933 35 0,'-1'-3'225'0,"1"3"1"0,-8-2-3 0,8 2-22 0,0 0-17 15,12-4-20-15,5 2-14 0,8 1-21 0,8-2-8 16,6 2-12-16,12-4-12 0,3 4-10 0,4-2-8 15,4-1-6-15,0-1-11 0,-3 3-7 0,-3-1-2 16,-19 2-4-16,-2-1-2 0,-7 0 8 0,-6-2 7 16,-11 4 4-16,1 0 5 0,-1-2 4 0,-6 1-2 15,4-1 3-15,-8 1-13 0,-1 1-28 0,0 0-27 0,0 0-25 0,-20-4-40 16,2 4-41-16,0 3-47 0,-2-2-53 0,-1 3-209 16,2 3-440-16,0-4 195 0</inkml:trace>
  <inkml:trace contextRef="#ctx0" brushRef="#br0" timeOffset="-112745.55">22801 10790 239 0,'3'-4'272'0,"-2"1"-9"0,-1 3-16 0,3-5-18 0,-1 3-22 16,-2 2-18-16,0 0-22 0,0 0-18 0,1-5-15 15,-1 5-22-15,0 0-16 0,0 0-20 16,0 0-8-16,0 0-10 0,4 14-9 0,-5-6-6 16,-2 2-3-16,1 1-4 0,-1 4-5 0,1 2-14 0,-1-1 0 15,2 2 0 1,-3-1-4-16,0 3 0 0,0-3 3 0,3-1-7 15,-3-3 1-15,4-2-3 0,-5 1 5 0,5-2-4 16,-1 0 0-16,-2-3 0 0,2 1 0 0,1-2 1 0,-1-3-2 16,1 2 2-16,-3 1-2 0,3-3 7 15,0-3 0-15,-1 3 0 0,1-3 5 0,-3 4-1 16,3-4 1-16,0 0-2 0,0 0-2 0,0 0-31 16,0 0-59-16,-5-9-84 0,4-1-67 0,-3-3-200 0,4-3-461 0,-4 2 204 15</inkml:trace>
  <inkml:trace contextRef="#ctx0" brushRef="#br0" timeOffset="-112614.07">22786 10629 240 0,'0'-11'286'0,"0"0"-13"15,1 1-11-15,-1 1-9 16,1 1-13-16,-1 3-23 0,0-2-22 0,0 2-22 16,3 2-6-16,-2-1-36 0,-1-1-31 0,0 5-39 15,0-5-46-15,0 5-46 0,5-2-40 0,-5 2-29 16,0 0-36-16,12 5-53 0,-10-4-159 0,-2-1-377 15,8 7 167-15</inkml:trace>
  <inkml:trace contextRef="#ctx0" brushRef="#br0" timeOffset="-112197.47">23312 10713 83 0,'0'0'157'0,"0"0"-17"0,0 0-14 15,0 0-9-15,0 0-10 16,-23 4-12-16,17-3-6 0,-4 6-12 0,-2-3-7 15,2 2-9-15,0 1-4 0,-3 0-3 0,0 5-15 16,3-4 3-16,-2 1-9 0,6 2-6 0,-2 0 1 16,2-1-9-16,2 2-1 0,0 5 6 0,4-5 5 15,2 0 4-15,4 4 1 0,2 2-7 0,3-1-1 16,2-1-5-16,6 5 8 0,3-3-2 0,-2-1-2 16,-3-4-2-16,4 3 1 0,-5-3-3 0,-2-4-7 0,-4 0 0 0,-1-5-3 15,-1 5 2-15,-2-4-4 0,-1-2-2 0,-3 1 3 16,0 1 5-16,-2-3-1 0,0-2 5 0,-15 8-1 15,-4-1 0-15,-8 0-10 0,-5-2-46 0,-3 0-57 16,-2-5-209-16,-1 3-328 0,4-4 145 0</inkml:trace>
  <inkml:trace contextRef="#ctx0" brushRef="#br0" timeOffset="-110408.89">24494 10698 55 0,'0'-6'181'0,"0"6"-13"16,0 0-16-16,0 0-21 0,0-3-18 0,0 3-16 16,0 0-7-16,0 0-8 0,0 0-11 0,0 0-6 15,4 12-10-15,-4-6-2 0,0 2-7 0,4 4-6 16,-3-2-6-16,3 0 0 0,2 7-3 0,1 0-10 15,-1-2 3-15,2 0-2 16,2 0-2-16,-1-2-3 0,-3-2 0 0,5-1-1 16,-3-3-3-16,4 3 2 0,-2-5 2 0,3-2-2 15,-1 2-2-15,0-4-2 0,8-1-3 0,-1-2 2 16,1-7 0-16,-10 6 1 0,6-9-8 0,-2 2 7 16,0-2 4-16,-3-2 1 0,0 2 8 0,-1-5 0 15,0 2 5-15,-1 2 4 0,-1 0 6 0,2 0 3 16,-4 0 10-16,-2 7 8 0,-1-3 6 0,0 1 2 0,0 4-2 0,0-3-8 15,-2 3-4-15,0 2-9 0,3-2-8 0,-4 4-24 16,2-3-11-16,-2 3-4 0,0 0-4 0,0 0 2 16,-6 14 1-16,4-4 0 0,-4 9-1 0,-1 4 4 15,-4 5-5-15,1 4 4 0,-3 12-2 0,0 0-9 16,1 2 2-16,-1-2 4 0,2 1 2 0,-1 4 0 16,7-14-1-16,-1 10 2 15,2-12 2-15,1 3-8 0,2-1 7 0,-3-2 5 16,5 1-2-16,3-2 0 0,0 2 1 0,0-1-1 15,2-2-5-15,-2 0 5 0,-1-4 4 0,-1 2-1 16,-2-2-6-16,3-8 3 0,-2 6 3 0,-1-6-2 16,0-1-5-16,0-2 5 0,-1 0-5 0,1-3-7 15,-3 0 1-15,1-1-1 0,-1-2-3 0,-2 1 6 16,0 1-4-16,0-3 8 0,-2 1-2 0,2-1-2 0,0 1 2 0,-5-2 1 16,1 2 0-16,0-3-3 0,1 3 5 0,-4-5 0 15,3 4 5-15,0-4-5 0,-1 0 6 0,1 0-2 16,0-1-2-16,2 2 1 0,1-4 3 0,1 0 1 15,-2 0 8-15,1-2 12 0,-2 0 25 0,8 0 19 16,-9-1 11-16,4-3 3 0,0 0-6 0,0-5 2 16,0-2-4-16,-1-5-10 0,-1-10-9 0,2-1-5 0,1-5-8 0,3-4-6 15,5-15-10-15,-2 2-2 0,10-6-7 0,6 3-3 16,-2-2-2-16,9 2 3 0,1-3-1 0,4 6 4 16,3-1 6-16,0-1 3 0,-1 5 11 0,0 5 15 15,-9 12 1-15,-2 5-2 0,-3-3-3 0,-2 7 2 16,-7 6-7-16,1 2-4 0,-1 2-6 0,-4 1-3 15,3 1-3 1,-7 3-5-16,3-1-4 0,1 3-18 0,-1-1-23 0,-3-1-20 16,1 2-41-16,-2 3-41 0,2-2-8 0,-2 2 7 15,0 0-16-15,0 0-21 0,-5 14-48 0,1-7-247 16,-2-2-494-16,-2 0 219 0</inkml:trace>
  <inkml:trace contextRef="#ctx0" brushRef="#br0" timeOffset="-109923.18">25359 10943 19 0,'0'0'180'0,"0"0"-19"0,-5 0-11 0,5 0-12 16,0 0-12-16,0 0-5 0,0 0-5 0,0 0-1 0,0 0 8 0,0 0 9 15,0 0 4-15,0 0-1 0,0 0-10 16,0 0-11-16,0 0-13 0,0 0-10 0,13-5-12 0,-3 2-6 16,9 1-8-16,2-1-3 0,-1-1-9 0,7 2-5 15,1 1-4-15,-7-1-4 0,2-1-2 0,-2 3-8 16,-2-1-2-16,-2 1-1 0,-3 0-6 0,-2 0-4 15,-6-3-9-15,3 3-13 16,-1 0-17-16,-8 0-27 0,9 0-4 0,-9 0-14 16,0 0-18-16,0 0-25 0,0 0-34 15,-21 7-52-15,7-7-136 0,0 1-357 0,1 0 158 16</inkml:trace>
  <inkml:trace contextRef="#ctx0" brushRef="#br0" timeOffset="-109622.5">25377 11139 11 0,'0'0'236'16,"-4"3"-2"-16,4-3 0 0,-5 1-16 0,5-1-22 15,0 0-21-15,0 0-15 0,18 0-15 0,3-1-20 16,0-2-7-16,11 0-14 0,5 2-8 0,0-3-10 16,3 1-9-16,11 0-9 0,-11 0-9 0,-5 0-3 15,-1 2-5-15,-4 0-6 0,-12-2-3 0,0 1-5 16,-4 2-5-16,-1-2-5 0,-5 2 0 0,-2 0-3 0,-1-3-10 0,0 3-6 16,-5 0-19-16,0 0-28 0,0 0-30 0,0 0-51 15,-23 0-63-15,7 0-198 0,3 0-412 0,0 0 182 16</inkml:trace>
  <inkml:trace contextRef="#ctx0" brushRef="#br0" timeOffset="-98385.47">26674 10757 34 0,'0'0'123'0,"0"0"-3"0,0 0-6 16,0 0-5-16,0 0-10 0,0 0-9 0,0 0 5 16,0 0-9-1,0 0-5-15,0 0-2 0,0 0-7 0,-1-5 0 0,1 5-8 16,0 0-5-16,0 0-13 0,0 0-5 0,0 0-1 16,0 0-1-16,0 0-9 0,0 0-3 0,0 0-2 15,0-5-3-15,0 5-1 0,0 0-2 0,0 0 1 16,0 0-3-16,0 0-4 0,0 0 5 0,0 0-7 15,0 0 2-15,0 0 2 0,0 0-2 0,0 0 4 16,0 0 4-16,0 0 3 0,0 0 1 0,0 0 1 0,0 0-2 16,0 0-9-16,14 0 2 0,-5-3-2 0,5 1 0 0,6-2-1 15,10-1-5-15,0 1 1 0,6 2-1 0,0-7 3 16,15 3-3-16,-13 1 3 0,0-1-1 0,-3 1 1 16,-1 1-3-16,-4 1-2 0,-8 0 0 15,-3 0 1-15,-6 3-1 0,0-1 0 0,-3 0-8 0,-4-1-9 16,1 1-9-1,-5 0-3-15,-2 1 3 0,0 0 3 0,0 0 0 16,0 0-8-16,-28 4-11 0,13-3-3 0,-7 3-1 16,-6 2 6-16,-1-4 1 0,2 3-1 0,0 2 3 0,5-3 0 15,-6-1 6-15,5 1 0 0,-4 4 4 0,8-4 6 16,-3 0-3-16,1 1 3 0,3 0-4 0,-1-1 5 16,4-4 9-16,-1 5-8 0,4-1 3 0,0-1 5 15,1-1-3-15,5 1 0 0,-2 0-1 0,3-2 1 0,0-1 2 16,1 3 2-16,4-3 2 0,-9 2-6 0,9-2 4 15,-6 1 1-15,6-1-6 0,0 0 5 0,-8 0 3 0,8 0 3 16,0 0-3-16,-5 2 0 0,5-2-1 0,-5 2 0 16,5-2 7-16,0 0-7 0,-8 0 7 0,8 0 2 15,-6 1 9-15,6-1-7 0,-2 2 5 16,2-2-6-16,0 0 2 0,0 0 0 0,-3 3 1 0,3-3-6 0,0 0-1 0,0 0 2 16,0 0 4-16,0 5-6 0,0-5 3 15,0 0-2-15,3 4 7 0,0 0 0 0,6 0 5 16,0 0 2-16,3 1 3 0,6 4-1 0,2-2 1 0,4 3-4 15,3 3 10-15,1-1-4 0,-1 2-2 0,-1 1-6 16,-2-4-3-16,-1 7 1 0,-4-1-5 0,-2-2 7 16,-1 3-6-1,-3-1-2-15,-4 0-8 0,-3 2-1 0,0 1-2 0,-6-2 2 16,-3 1 0-16,-2-2 0 0,-4 1 0 0,-8 2 3 16,2-7-1-16,-7 3-2 0,-2-1 2 15,-3-4-4-15,9-3 6 0,-9 3-4 0,4-8 1 16,2 0 2-16,-1 0 12 0,4-3 14 0,0-3 27 0,4 3 23 15,1-2 16-15,3 0 12 0,1-4 5 0,0 2-6 16,5 0-9-16,3-2-3 0,1-2-18 0,4 1-9 0,2 0-7 16,3-1-4-16,8-1-12 0,1 2-3 0,1 2-4 15,3-2-9-15,-2 3-13 0,3 2-22 0,-1-1-33 0,5 2-32 16,-5 2-37-16,-1 1-48 0,6 0-59 16,-7-2-208-16,-7 1-457 0,2-1 203 0</inkml:trace>
  <inkml:trace contextRef="#ctx0" brushRef="#br0" timeOffset="-97714.83">27690 11029 118 0,'0'0'156'0,"0"0"-3"16,-6 0 0-16,6 0-7 0,0 0 3 0,0 0-14 0,0 0 6 0,0 0-14 16,0 0-6-16,0 0-12 0,0 0-7 0,0 0-12 15,0 0-12-15,0 0-4 0,0 0-9 0,-8 0-10 16,8 0-4-16,0 0-5 0,0 0-4 0,0 0-2 16,0 0-8-16,0 0-3 0,0 0-5 0,0 0-3 15,0 0 0-15,0 0-2 0,0 0-1 0,0 0-2 16,0 0 0-16,0 0-4 15,0 0-1-15,0 0 3 0,0 0-5 0,0 0-2 16,0 0 0-16,0 0 3 0,0 0-6 0,0 0 4 16,0 0 0-16,19-4-3 0,-5 2-2 0,3 0 4 15,3-1-3-15,2 2-2 0,9-2 3 0,1 1 0 16,0 0-2-16,3 0-2 0,-3 0 1 0,4 1 2 16,2-1 0-16,-9 0-1 0,-1-2 2 0,-7 3 1 15,-2 0-2-15,-6 0 1 0,-1-1-6 0,-1 0-11 0,-3 2-18 0,-3-1-30 16,1 1-27-16,-2-3-35 0,-4 3-37 0,0-5-37 15,0 5-111-15,-10-5-332 0,2 1 148 16</inkml:trace>
  <inkml:trace contextRef="#ctx0" brushRef="#br0" timeOffset="-97483.23">27930 10865 55 0,'0'-4'235'0,"0"1"-15"16,0-2-15-16,0 5-19 0,0-4-20 0,0 4-20 0,0-5-16 16,0 5-14-16,0 0-22 0,0 0-13 0,0 0-12 15,0 0-10-15,-5 20-3 0,1-5-4 0,0 3-6 0,1 7-8 16,-2 3-3-16,1-1-3 0,3 3-6 0,-1-2-2 16,0 1-1-16,2 0 2 0,2-3-5 0,2 1 3 15,-1-8-10-15,2 2-32 0,-2-3-43 0,3-3-61 16,1 1-206-16,-5-5-356 0,2-5 158 0</inkml:trace>
  <inkml:trace contextRef="#ctx0" brushRef="#br0" timeOffset="-96257.88">28676 10975 93 0,'0'0'181'16,"0"0"-22"-16,0 0-10 0,0 0-19 0,0 0-11 15,13-6-13-15,-4 4-9 0,3-2-8 0,1-2-10 16,4 2-12-16,1-2-5 0,11-3-5 0,1 0-2 15,2-1-14-15,0 0 8 0,4-2 5 0,-2-3-1 16,-1 4-5-16,-2 0 11 16,-3-3-7-16,0 0 1 0,-6 1 6 0,1-1-1 15,-8 5 0-15,-2-2 4 0,-2 2 0 0,-1 0 5 16,-4-1 6-16,1 0-5 0,-2 2-6 0,0-2-6 16,-4 4-11-16,-1-3-5 0,0 5-5 0,-4-5-6 15,-2 3-6-15,1 3-3 0,-7-3-3 0,1 3-4 16,-6 2-2-16,-3 2-1 0,-1 1-2 0,-1-1-5 15,-6 6 0-15,1 0 2 0,1 5-2 0,1 1-3 0,1 3 1 0,4 2-6 16,2-1-1-16,5 0 0 0,-5 5 5 0,8 2-6 16,0-5 6-16,3 0-2 0,3 3 0 0,4-3 3 15,8-1 2-15,7 6 2 0,2-6 2 0,9 0-1 16,6-3 1-16,17 3-2 0,8-10-10 0,1 1-32 16,4-8-51-16,4-1-80 0,-3-3-237 0,-4 0-441 15,-7-8 195-15</inkml:trace>
  <inkml:trace contextRef="#ctx0" brushRef="#br0" timeOffset="-95439.94">29307 10395 56 0,'3'-4'194'0,"0"3"-20"0,2-5-18 16,3 4-20-16,-1-1-14 0,5 1-9 0,-2-1-14 15,3 3-5-15,3 0-14 16,2 2-10-16,0 0-7 0,-1 1-7 15,0 6-8-15,0-3-6 0,-1 3-4 0,-4 0-5 0,1 5-2 16,1-3-6-16,-5 2-1 0,-2 2-3 0,-2-1-12 16,-3 3 2-16,-2 1-6 0,-2 0 6 0,-6 3-11 15,2-4 7-15,-5 1-2 0,1-1-2 0,-3 0 8 16,1-1-4-16,0-1-1 0,3-6-1 0,-1-1-1 16,1-1 2-16,1 3-1 0,3-6 3 0,0 1 22 0,1-3 19 0,1 1 41 15,1 1 43-15,2-4 32 0,0 0-4 16,0 0-25-16,0 0 2 0,12-15-25 0,1 5-14 15,4-3-10-15,-3 1-10 0,9-5-7 0,3-1-9 0,-3-3-14 16,1 0-10-16,2 1-12 0,-3-1-1 0,-3-3-6 16,0 3 0-16,-4 7-1 0,-6 1-2 0,-1 2-6 15,-3 2 4-15,1 2-6 0,-3 2-4 0,-2 0-5 0,2 2-20 0,0-1-18 16,-4 2-3-16,0 2 2 0,0 0 6 16,-5 11 1-16,-3-3 2 0,3 2 4 0,-4 4-3 15,3 3 1-15,-2 3 0 0,3-2-8 0,-2 7-4 16,5 1-4-16,4 0 4 0,5-3-1 0,2 1 7 0,7 1-4 15,8-1-21-15,3-6-43 0,2 0-48 0,21 1-86 16,-11-9-146 0,12-3-413-16,-12-3 183 0</inkml:trace>
  <inkml:trace contextRef="#ctx0" brushRef="#br0" timeOffset="-94971.97">30257 10943 162 0,'0'0'173'0,"0"0"-4"0,0 0-1 0,0 0 0 0,0 0-1 16,0 0-7-16,0 0-12 0,0 0-5 15,1-4-19-15,-1 4-12 0,13-3-10 0,-1 2-14 0,1-3-8 0,6 1-5 32,3 1-13-32,8-1-2 0,1-1-8 0,6 2-7 0,-1-3-3 15,-2 2-8-15,3-1-12 0,-6-1-22 0,-2 2-31 16,-1 0-18-16,-9 2-47 0,0-2-23 0,-6-2-46 15,-2 2-151-15,-6 0-343 0,-3 2 152 0</inkml:trace>
  <inkml:trace contextRef="#ctx0" brushRef="#br0" timeOffset="-94722.55">30448 10718 85 0,'-2'-1'261'0,"2"1"-19"16,0 0-25-16,-1-5-29 0,1 5-19 16,0 0-19-16,0 0-22 0,0 0-23 0,0 0-16 15,0 0-8-15,-6 15-6 0,3-3-10 0,-3 5-6 16,-1 8-5-16,4 1-8 0,-3 3-5 0,3-1-1 0,0 4-7 16,3-2 1-16,-1 1-3 0,2 1-3 0,3-3-1 15,1 0-4 1,4-1-28-16,0-5-16 0,-2-4-23 0,4-1-26 15,4-6-49-15,-1 3-217 0,3-4-363 0,-1-4 161 16</inkml:trace>
  <inkml:trace contextRef="#ctx0" brushRef="#br0" timeOffset="-93720.18">30918 10597 96 0,'0'0'165'0,"0"0"-5"16,0 0-11-16,0 0-6 0,0 0-3 0,0 0-5 15,1-5-13-15,-1 5-7 16,0 0-11-16,4-4-13 0,-4 4-7 0,2-3-10 16,2 0-11-16,-4 3-3 0,7-2-10 0,-1 1-5 15,-1 0-1-15,5 0-4 0,2-1-7 0,-1 2-2 16,1 0-8-16,-2 2-3 0,4 0 1 0,-1-2-5 15,2 1-6-15,-2 4 2 0,4-1-1 0,-1 1-8 16,-7-2-4-16,3 4-12 0,-2 0-1 0,-2 0-9 16,-1 1 1-16,-2 2-8 0,-3 2-7 0,0 4 9 0,-6 1-2 0,-3 1 9 15,-3-2-2-15,-3 12 3 0,-4-4-1 0,-2-1 12 16,-1-1-3-16,-2 2 1 0,1-2-3 0,-2-1 5 16,4-3-2-16,-1 2 6 0,5-9-2 0,2 1-4 15,-1-1 1-15,3-2 5 0,4-4-1 0,0-1 5 16,2 2-4-16,0-3 5 0,3 1 19 0,-2-1 10 15,1-2 10-15,3-1 36 0,-5 4 21 0,5-4 10 0,-4 4 4 0,4-4-7 16,0 0-10-16,0 0-9 0,0 0-10 0,0 0-5 16,22-5-9-16,-11 2 12 0,1 3-4 15,2 0-8 1,5-1-9-16,2 1-6 0,-1 0-7 0,3 1-3 0,-4 2-3 0,2-3-5 16,-2 3-5-16,-1-2-2 0,-2 1 0 0,-2 0-2 15,-2 2-3-15,0-2-1 0,-2-2-10 16,-3 2-16-16,-2-1-20 0,1 1-29 0,0-2-26 15,-2 2-27-15,-4-2-36 0,6 0-42 0,-6 0-227 16,0 0-453-16,9-5 201 0</inkml:trace>
  <inkml:trace contextRef="#ctx0" brushRef="#br0" timeOffset="-93234.64">31393 10863 43 0,'0'0'208'0,"0"0"-21"16,0 0-15-16,9-2-22 0,-3 1-14 0,2-1-13 0,1-1-11 16,1 1-13-16,3-2-9 0,-1 0-7 0,4-2-8 0,0-1-11 15,2-1-5-15,1 2-3 0,-1-5-4 0,-1 0-2 16,3-5-1-16,-4 5-5 0,-2 1-2 0,2-5-1 0,-1 0 0 16,-1 0-4-16,-1 1-3 0,-2-1 0 0,-2-1-1 15,-1 0 4-15,-3 3-2 0,1 1-5 0,-4 1-5 16,-1 0-3-16,0 1-2 0,-2-1-5 15,-3 4-3-15,-2-3 0 16,-1 4-4-16,-2 2-6 0,0 1 3 0,-6-1-3 16,2 8 1-16,-6-1-7 0,1 2 0 0,0 3-1 15,-6 6-2-15,3 1-1 0,1 4 1 0,2 2-1 16,3 3-2-16,0-2 2 0,3 4 5 0,3 0-1 16,4 3 5-16,5-3 1 0,9-2-2 0,1-2 4 0,11 2 4 15,3-4 0-15,6-2-1 0,15 5-11 16,6-4-47-16,5-10-78 0,-3-1-225 0,7-5-383 0,-7-3 170 0</inkml:trace>
  <inkml:trace contextRef="#ctx0" brushRef="#br0" timeOffset="-92515.68">31852 10224 80 0,'0'0'227'16,"1"-7"-25"-16,2 5-19 0,1-1-18 0,-1 1-20 15,3-2-19-15,4 0-10 0,1 1-15 0,1 2-10 16,1-2-5-16,6 2-13 0,0 0-4 0,1 1-14 16,0 1-4-16,-4 2-5 0,3 2-11 0,-5-1-14 15,-1 0-8-15,-4-2-10 0,2 5-5 0,-3-2-13 16,1 2-1-16,-5-2-4 0,0 0-2 0,-2 3 7 0,-4 1-2 0,-2 0 4 15,-4 2 2-15,-1 1-1 0,-2 0-2 0,-2 0 2 16,-3-3-1-16,0 2 2 0,5-5 7 0,-5 2 1 16,5 1 1-16,-1-4-6 0,3 2 1 0,2-2 4 15,-2 3-5-15,5-1 3 0,-1-5 2 0,4 3 0 16,-1 0 6-16,4 2-10 0,1-3 9 0,4 4 2 16,4 0 2-16,1-3 7 0,3 2 2 0,-1 3-3 0,5-1 1 15,-1 1 0-15,0-1 0 0,-1-2-5 0,-1 2 0 0,1 2 3 16,-2-4-3-16,-6 0-2 0,1 0-10 0,-3 0-10 15,-2-1 4-15,-2-1-5 0,-2 0 6 0,-1 2-2 16,-3-3 3-16,-2 1 1 0,-3 0-1 0,-7 0 7 16,2-1 3-16,-6-3 0 0,1 4-3 0,-12-2 1 15,1-1-3-15,3-2-25 16,-4 2-26-16,2-2-40 0,-1-2-159 16,2 0-273-16,8 1 121 0</inkml:trace>
  <inkml:trace contextRef="#ctx0" brushRef="#br0" timeOffset="-91931.55">32350 10304 129 0,'11'2'116'0,"-1"1"-12"15,0 2-9-15,-2-1-9 0,-1 2-11 0,-1-2-8 16,1 6-9-16,-2-4-13 0,-4 5-1 0,2-1-2 0,-4 1-10 0,-3 2 7 15,-3 1-9-15,-3 1-1 0,0-3 1 0,-5 4-10 16,1-5-4-16,-8 5 9 0,8-4-15 0,-3-2 3 16,1 0 2-16,0-3 2 0,6 0-7 0,2-2 3 15,2-1 3-15,-2 0 15 0,5-2 24 0,-1 0 31 16,4-2 32-16,-4 4 34 0,4-4 34 0,0 0 23 16,0 0-10-16,0 0-15 0,0 0-24 0,10-11-13 0,-1 4-15 0,6-1-19 15,0-1-6-15,2-2-15 0,-1 0-7 0,4-4-11 16,3-1-18-16,-4-1-8 0,-3 4-16 0,-2 1-2 15,2-3-31-15,-3 3 3 0,-3 3-1 0,-1-1 2 16,0 1-2-16,-4 3-2 0,2 0 2 0,-3 2 6 16,-1 0-12-16,1 0-2 0,-2 1 0 0,1-1-9 15,-3 4-13-15,2-3-16 16,-2 3-3-16,0 0 6 0,0 0 3 0,0 0 4 16,-9 15 5-16,2-7 0 0,1 3 1 0,-4 3 5 15,1-1-1-15,2 1 3 0,-3 1 2 0,5 2 1 16,0-3 0-16,2-2 7 0,5 3-2 0,-1-3 5 15,5 0 1-15,7 2 8 0,2 1-3 0,12-2 3 16,4 3-4-16,5-4-32 0,13 2-68 0,1-6-87 16,-13-1-245-16,0-3-472 0,3-3 209 0</inkml:trace>
  <inkml:trace contextRef="#ctx0" brushRef="#br0" timeOffset="-89179.83">2933 13022 38 0,'2'-6'207'0,"0"2"-12"0,-2-2 7 0,1 0-10 16,-1 1-4-16,3 0-7 0,-3 0-9 0,0 0-15 16,1 2-14-16,-1 3-12 0,0-6-16 0,0 6-11 15,2-6-12-15,-2 6-11 0,0 0-14 0,0-4-32 16,0 4-37-16,0 0-18 0,0 0 6 0,0 0-5 15,0 19 1-15,-2-2 2 0,0 8 1 0,-1 2 1 16,1 4-1-16,0 3 1 0,-3 2 2 0,2 10 4 0,0-10 0 16,-2 12-14-16,2-13 2 0,1 0 0 0,-1-1 5 0,2-2-1 15,1-3 2-15,-3-3 2 0,3-6 2 0,0-3 2 16,0-3-1-16,-1-2 2 0,1-1 1 0,0-5-1 16,0 2 8-16,0-3-2 0,0-1 3 0,0 1-2 15,-1 1 8-15,1-6-2 0,0 4 0 0,0-4-2 16,0 4 2-16,0-4-1 15,0 5 3-15,0-5-1 0,-2 3-5 0,2-3-7 0,0 0-55 0,-7 2-64 0,7-2-43 16,-16-2-110-16,6 1-298 0,4 0 132 0</inkml:trace>
  <inkml:trace contextRef="#ctx0" brushRef="#br0" timeOffset="-88892.95">2550 13447 179 0,'0'0'186'0,"0"0"-19"0,0 0-21 0,0 0-14 0,0 0-17 16,19-10-15-16,-1 6-14 0,14-3-6 15,4-3-10-15,16-5-5 0,2 5-10 0,1-2-6 16,0 0-7-16,-7 3 0 0,-10 4-13 0,-3 0-11 15,0 0-3-15,-3 1 1 0,-6-1-7 0,-10 4-1 16,-1 0-5-16,-3 1-13 0,-2 0-16 0,-3 0-6 0,-7 0-4 16,13 0 9-1,-13 0 1-15,0 0 4 0,4 2-6 0,-4-2 5 16,0 0 17-16,-13 9-17 0,5-4-12 0,-3 1-18 16,2-2-20-16,0 1-33 0,-2 2-75 0,1-5-197 15,-1 3 87-15</inkml:trace>
  <inkml:trace contextRef="#ctx0" brushRef="#br0" timeOffset="-88191.18">3389 12988 61 0,'0'0'170'0,"0"0"-16"0,0 0-13 0,0 0-17 0,0 0-16 16,0 0-13-16,0 0-13 0,0 0-18 0,0 0-21 15,0 0-11-15,0 0 9 0,0 0-24 0,3 17 5 16,-6-8-9-16,3 3-1 0,-1 8-3 0,0 4 3 15,-4 3-7-15,2 6-3 0,0-4 16 0,0 5-1 16,-1 1-5-16,-4 13-8 0,5-15-7 0,0 2 9 16,-2-1-6-16,1-2-1 15,0-2 3-15,0-1-11 0,1-2 11 0,0-7-1 16,-1-2 1-16,2-1-2 0,-1-4 2 0,1 0-7 16,0-3 9-16,1 0-10 0,0-5 7 0,1 2 1 15,0-4 18-15,-1 2 33 0,1-5 26 0,-2 6 25 16,2-6 25-16,0 4 23 0,-1-2 25 0,1-2 19 15,0 0 10-15,0 0-18 0,0 0-22 0,-1-12-38 16,-1 4-28-16,4-4-16 0,0-5-14 0,0 1-4 0,0 3-13 0,2 1-6 16,1 0-1-16,-3 1-5 0,4 2-7 15,-4-2 0-15,1 5-9 0,-1-1-5 0,1 1-3 0,1 2-7 16,0 2-3-16,2-2-1 0,-1 2-6 0,3 1 6 16,-1 2-7-16,6 1-2 0,-4 3-2 0,4-1-9 15,-3 1-5-15,3 3-7 0,-3-1-7 16,4 4-5-16,-1-1-10 15,1 2-11-15,-1 0-24 0,-3-2-25 0,-1 1-27 16,-1-2-30-16,-1 0-13 0,0 4-14 0,-5-5 1 16,2 2-1-16,-3-2-147 0,-1-1-367 0,0-1 164 15</inkml:trace>
  <inkml:trace contextRef="#ctx0" brushRef="#br0" timeOffset="-87774.52">3631 13631 185 0,'0'0'191'16,"0"0"-7"0,0 0-18-16,0 0-17 0,0 0-14 0,0 0-13 15,13-8-13-15,-4 3-10 0,2 1-10 0,6-1-7 16,2-4-17-16,9 1-11 0,0-4-12 0,0 3-11 0,-1-4-2 15,5 1-4-15,-4-1 1 0,1 1-2 16,-4-1-6-16,-1-2-5 0,-6 4 5 0,4-4-3 16,-8 4-4-16,-4 2 13 0,2 1 10 0,-5-1 26 15,1 1 23-15,-3 4 15 0,0-1-8 0,0-2-9 0,-3 2-7 0,-2 0-12 16,2 0-5-16,-2 1-10 0,-4-1-6 0,4 5-8 16,-10-4-7-16,5 4-8 0,-7 0 0 0,0 2-1 15,0 2-3-15,-6 1-5 0,2 6-3 0,-1-1 0 16,3 1-3-16,0-2-5 0,2 4-1 0,2-5-8 15,-1 5-6-15,3-3-9 0,3 2-4 0,1-2-6 16,3 1 6-16,1-1-1 0,0 0 4 0,1-3 5 0,4 4 4 16,7-5 2-16,6 1 5 0,0-2 2 0,11-2 0 0,4-3-4 15,4-2-35-15,-4 1-48 0,3-4-64 0,0 1-202 16,-1-3-391-16,-2 1 173 0</inkml:trace>
  <inkml:trace contextRef="#ctx0" brushRef="#br0" timeOffset="-87404.94">4400 13401 187 0,'0'0'167'0,"0"0"-20"0,0 0-18 15,0 0-14-15,0 0-13 0,-1 13-9 0,1-6-9 16,-1 2-12-16,-1 3-2 0,-3 2-6 0,3-3-13 16,-3 1-6-16,1 0-3 0,1 2-3 0,1-6-2 15,-2 2-5-15,3-1-2 0,-2-2-2 0,3-2 5 16,-1-2-2 0,0 1 31-16,1-4 40 0,-3 4 33 0,3-4 34 15,0 0-8-15,0 0-23 0,12-10-16 0,-6 2-11 16,1-4-10-16,5 0-13 0,-3-1-9 0,2 2-9 15,-2-2-6-15,0 4-9 0,-1 1-3 0,0-1-9 16,-3 6-6-16,-1-4-5 0,2 4-8 0,-3 0-7 16,4 2-6-16,0 1-8 0,-1 2-11 0,3 5-15 15,1-2-4-15,-1 4-19 0,4 0-19 0,0 3-33 0,-3 2-38 0,3 0-54 16,-1-1-78-16,-1 1-135 0,-2-4-435 0,-4-2 193 16</inkml:trace>
  <inkml:trace contextRef="#ctx0" brushRef="#br0" timeOffset="-86032.55">5788 12961 7 0,'1'-5'175'0,"-1"-1"-13"0,2 0-11 16,0 4-19-16,-2 2-10 0,-2-8-17 0,4 6-13 0,-2 2-36 16,0 0-13-16,0 0-4 0,0 0-3 15,-5 11-6-15,1 4-5 0,1 4 5 0,-4 13-9 16,2 0 8-16,0 16-2 0,-2 2 8 0,-1 1-7 15,2 1 0-15,1 3-1 0,0-2 9 0,0-2-8 0,1-1-2 0,-1-1-6 16,3-2 1-16,0-11 2 0,0-2-3 0,2-1-8 16,0-1 4-16,0-1-5 0,0-4 12 0,1 0-15 15,-1-10 3-15,-1 0-1 0,-1-2 2 0,2-3 0 0,-1-3 1 16,0-2 1-16,0 0 4 0,1-3-3 16,-2 3 11-16,1-3 6 0,-3-2 10 0,-1 1-3 15,-5-3-1-15,-3 0-5 0,0-3-4 0,-3 1 0 0,-5-3-1 0,2-2-2 16,0 0-6-16,-1 1-2 0,1-1 0 0,0 2-5 15,4-1 1-15,1 1-3 0,2 2 2 0,1-1-5 16,1 1-2-16,1 0-2 0,0-1-1 0,3 2-15 16,-1-1-32-16,2 1-18 0,1-1-77 0,-1 1-185 15,0-3-351-15,5 0 155 0</inkml:trace>
  <inkml:trace contextRef="#ctx0" brushRef="#br0" timeOffset="-85669.27">5457 13559 173 0,'0'0'227'0,"0"0"-15"0,0 0-17 0,-6-1-21 16,6 1-15 0,0 0-21-16,0 0-11 0,0 0-15 0,0 0-10 15,0 0-12-15,0 0-9 0,0 0-9 0,0 0-9 0,0 0-6 16,0 0-4-16,18-4-5 0,-4 1-3 16,14-1-8-16,4 1-1 0,2-2-5 0,6 0-5 15,13-2 2-15,-13 3-3 0,-1 1-5 0,0-1 0 16,-3 3-2-16,-4-3-1 0,-2 3-1 0,-7-1-2 15,-3 2-1-15,-3 0 0 0,-2 0-5 0,-4 0-8 0,-2 0-8 0,0-1-6 16,-3 1-9-16,-6 0-11 0,9-2-5 0,-9 2-3 16,0 0-18-16,4 3-30 0,-4-3-32 0,0 0-35 15,-13 4-154-15,7-3-336 0,0-1 149 0</inkml:trace>
  <inkml:trace contextRef="#ctx0" brushRef="#br0" timeOffset="-85299.84">6239 13462 203 0,'0'0'285'0,"0"-5"-24"0,0 5-25 0,0 0-19 15,0-5-29-15,0 5-19 0,0 0-18 16,0 0-17-16,0 0-16 0,0 0-16 0,0 0-17 16,0 0-13-16,0 0-10 0,0 0-11 0,0 0-4 15,1 13-6-15,2-6-3 0,-3 0-5 0,1 3-1 0,-2-1-4 0,-2 1-3 16,2 0-5-16,1 2 1 0,0-1-5 0,-5-1 2 16,5 3-5-16,0-1 1 0,-2-4-1 0,0 3-1 15,1-2-3-15,1-1-1 0,-4-3-2 0,4 2-10 16,-2-2-8-16,0 0-6 0,1-1-10 0,0-1 2 15,-1 0 6-15,2-3-3 0,-1 4 4 0,1-4 6 16,-4 2-19-16,4-2-64 16,0 0-66-16,-9-9-218 0,3 2-411 0,2-3 183 15</inkml:trace>
  <inkml:trace contextRef="#ctx0" brushRef="#br0" timeOffset="-85130.57">6133 13132 309 0,'-1'-2'297'0,"1"2"-19"0,-3-4-33 0,3 4-21 15,0 0-27-15,0 0-28 0,0 0-39 0,2-5-39 0,-2 5-32 16,7 0-48-16,-7 0-42 0,12 2-50 0,-2 1-30 16,-4 1-57-16,0-2-103 0,1 4-291 15,-2-1 129-15</inkml:trace>
  <inkml:trace contextRef="#ctx0" brushRef="#br0" timeOffset="-82730.88">6441 13435 92 0,'0'0'237'0,"0"-7"-9"0,4 4-14 16,-4-4-17-16,0 3-14 0,0 2-14 0,1-4-20 16,1 1-14-16,-2 5-5 0,0-5-17 0,2 3-18 15,-2 2-12-15,0 0-20 16,0-5-20-16,0 5-12 0,0 0-6 0,0 0-2 15,0 15-1-15,2-3-5 0,-2 0 0 0,0 7-4 16,-2-2 0-16,0 1-1 0,-1 8-2 0,3-7-2 16,-3 1-2-16,2-1 3 0,-1-1-4 0,2-1 0 0,-2-1 1 15,1-2 0-15,0-4-6 0,1 0 4 16,0-3 3-16,-2 0 1 0,2-4 0 0,0 1 24 16,0-1 40-16,2 2 37 0,-2-5 31 0,1 3 35 0,-1-3-9 15,0 0-16-15,0 0-16 0,9-15-10 0,-4 5-17 0,0 0-13 16,4-4-9-16,0-3-23 0,5-3-24 0,-5 2-23 15,3-6 4-15,-2 8-12 0,-4 0-6 0,1 4 2 16,-1 2 1-16,0 2-4 0,-3 3-2 0,-2-2 9 16,3 2-21-16,-2 3-13 0,1-1-26 0,0-1-22 15,-3 4-7-15,3-2 6 16,-3 2 3-16,0 0 8 0,6 8 6 16,-4-2 6-16,3 3 5 0,-1-1 8 0,0 1 1 15,0 1 4-15,1 0 5 0,0-1 1 0,4 3 7 16,1 0-2-16,2 1 2 0,2-1 1 0,1 0-8 0,4-3-4 15,8 1-8-15,1-5-12 0,4 2-9 0,6-4-14 16,16-3-2-16,5 0-4 0,3-3 7 0,1 0-7 16,-3-6 0-16,-1 4 5 0,-4-4-7 0,-18 4 6 0,0-3 10 15,-2 1-1-15,-1 0 14 0,-6 0-4 0,2-1 8 16,-11 1 13-16,-1 0 10 0,-6 2 24 0,0-1 25 16,-1 1 28-16,-6 2 5 0,1-2-6 0,-3 0-5 15,-1 1-7-15,-2 0-5 0,-3-2-6 0,-2 3 0 16,-8 1-5-16,-5-3-3 0,-2 5 0 0,-8 0-2 0,-3 2-5 15,-1 1 2 1,-1 0-6-16,-2 3 1 0,3 1-6 0,3 1 4 16,1 0 0-16,1 3-2 0,4-3-2 0,5 0 1 15,3 3-4-15,2-1 1 0,0-2-7 0,7 2-8 16,0-4-2-16,0 5 3 0,5-4 2 0,-1 1 4 16,4-2 4-16,2 2-2 0,5-4 3 0,2 1 2 15,6-1 4-15,5-2-5 0,6-6 6 0,0 2-6 16,3-3 3-16,-2-3-3 0,0-1 0 0,2-1 7 0,-3-5 1 0,-2 1-3 15,1-2 0-15,-3-2 8 0,-2 1 9 0,-2-4 3 16,-3-1-2-16,-1-1 0 0,-3-3 8 0,-3-1 2 16,-1-2 8-16,0-2-4 0,-1 1 20 0,-3-1 15 15,0 0 7-15,-1 2 6 0,-3 2 0 0,3 0-3 16,-3 8 3-16,3 0-6 0,-4 2-3 0,0 5 4 16,1 2-6-16,2 0-3 0,-3 5-8 0,0-2-3 0,-3 1-6 0,6 0-13 15,-3 4-1-15,0-2-12 0,0 4-30 0,0-5-24 16,0 5-19-16,0 0 0 0,0 0 6 0,0 0 3 15,0 14 3-15,0-2 10 0,0-2-3 16,-3 7 0-16,2 1 5 0,0 0 2 0,-3 4-3 0,1 2 8 16,2 1-3-16,-3 3 6 0,3-2-1 0,-4 3 1 15,0-4 4 1,2 0-2-16,-1 0 4 0,3-7-4 0,-1 1 3 16,2-1 0-16,-3-1 11 0,3 3-9 0,-3-2 1 0,2-2 3 15,-1-4-1-15,0 0 1 0,0 1 3 0,2-1-3 16,-3-2 2-16,2-1-1 0,1 1 0 0,-2 1 1 15,0-5 0-15,1 1 3 0,1-2-2 16,0 1 0-16,0 0 0 0,-1-1-1 0,-1 2 1 16,1-2 0-16,1 0-2 0,-1-2-1 0,1 3 3 0,0-3 0 0,0-3 3 15,0 5-1-15,0-5-1 0,0 4 2 0,0-4 0 16,0 5 5-16,0-5 6 0,0 0 6 0,6 3 5 16,8-3 0-16,3-2-4 0,11 1-5 0,9-4-39 15,3 1-82-15,16-6-131 0,-4-2-210 0,-2-7-483 0,-5-3 213 16</inkml:trace>
  <inkml:trace contextRef="#ctx0" brushRef="#br0" timeOffset="-81991.66">9108 13091 109 0,'-1'-7'307'15,"2"-1"-5"-15,-1 3-11 0,0 0-16 0,1-1-14 16,-1 1-24-16,0 0-23 0,0 1-19 0,0 4-25 16,0-3-21-16,3-1-13 0,-3 4-22 0,0 0-29 15,1-3-33-15,-1 3-38 0,0 0-30 0,0 0 0 16,0 17-2-16,0-5 1 0,0 6 0 0,0 9-4 0,-4 2 2 0,2-1 2 15,-2 4 1-15,0-2 1 0,0 1 4 0,-1-2 2 16,1-1-4-16,0-2 4 0,3-7 3 0,0 1-1 16,-2-3 2-16,3-3 0 0,-1-5 3 15,2 2 2-15,-5-1 0 0,4-3-4 0,-1-2 5 0,1 1-12 16,0-2-1-16,0 0-2 0,0 1-1 0,0-5-4 16,0 5 0-16,0-5-4 0,-3 4 1 0,3-4-4 0,-1 3-2 15,1-3-8-15,0 0-112 0,-10-7-235 0,1 4-415 16,-2-2 184-16</inkml:trace>
  <inkml:trace contextRef="#ctx0" brushRef="#br0" timeOffset="-81706.51">8713 13317 7 0,'0'0'81'15,"0"0"0"-15,-4 4 5 0,4-4 0 0,0 0 6 16,0 0 7-16,16 2-9 0,1-1-8 0,14-1-7 16,6-2-10-16,17-5-5 0,2 1-4 0,7-1-7 0,1 2-8 0,-2-2-3 15,-4 2-1-15,-5 3-8 0,-16-1-1 0,-1 0-1 16,-4 3-3-16,-1 0-8 0,-8 0 2 0,-4 0-4 16,-8 0-5-16,0 0-5 0,-3 1-3 0,-1-1-7 15,-2 0-3-15,-5 0 12 0,7 2-6 0,-7-2-10 16,0 0 4-16,0 0-12 0,0 0-11 0,-19 4-23 15,11-3-23-15,-3 2-101 16,2 1-194-16,1-2 87 0</inkml:trace>
  <inkml:trace contextRef="#ctx0" brushRef="#br0" timeOffset="-80904.63">9652 12994 78 0,'0'-2'274'16,"2"-2"-25"-16,-2 4-25 0,2-4-27 0,-2 4-22 15,3-4-22-15,-3 4-28 0,0 0-19 0,0 0-12 16,2 13-9-16,0-4-8 0,-2 3-11 0,0 3-7 16,-2 2-6-16,1 8-6 0,-2 1-5 0,1 3-4 15,-1 1-7-15,-2-2-2 0,2 0-5 0,0 3-2 16,-2-2-6-16,1-3 3 0,0 0 0 0,1-7 10 0,1-4-3 0,1-3 3 16,-1-3-5-16,1 1 0 0,1-4 1 0,0 0 1 15,-1-3 5-15,1 2 25 0,0-2 27 0,0-3 29 16,-2 4 28-16,2-4 19 0,0 0 1 0,0 0-10 15,0 0-31-15,8-10-5 0,-3 3-15 0,2-3-15 16,0 1-21-16,0 1-17 0,-1-2-17 0,1 2-15 16,-1 0-14-16,0 3-5 0,-2 0-9 0,1 0-5 0,-1 2-5 0,1-1-2 15,-1 3-4-15,1-3-8 0,0 2-2 0,-5 2-1 16,9 2-3-16,-9-2-7 0,9 2-3 0,-3 0-4 16,1 1-5-16,-2 0 4 0,0 0-3 15,-1-1 3-15,1 3 0 0,0-1 0 0,0 1 2 0,-1-2 4 16,2 3 1-16,-3-2 4 0,1 0 7 0,1-1 3 15,-1 1 3 1,-3-1 7-16,3-1 0 0,-4-2 3 0,5 3 5 16,-5 0 4-16,0-3 8 0,0 0 12 0,8 1 8 15,-8-1 2-15,14-2 2 0,-3-1-2 0,0-1-1 0,6 0-1 16,-1-4 0-16,4 0-2 0,1 2 2 0,-5-2-2 16,10-4 1-16,-2 0 0 0,-5 4 3 15,-1-3 1-15,0 1 4 0,-4 2 3 0,-1 0 5 16,-4-1 14-16,0 1 9 0,-2 3 16 0,-2 1 3 0,1 0-3 0,-3-1 0 15,0 2-19-15,-3-1-8 0,0 4-5 0,-4-5-7 16,-5 5 1-16,-2 0-7 0,-5 3-2 0,-5 3-3 16,-4 3-3-16,6 2-4 0,-4-1-3 0,4 3 1 15,2-1-3-15,2 1-6 0,1-1 3 0,3 0-1 0,2 5-6 16,5-2-11-16,2-1 1 0,5 3 3 16,6-2 2-16,6-3 5 15,13 2 1-15,8-2 2 0,13-3 0 0,6-1 2 16,2-2 0-16,10-6 2 0,-1-1-6 0,26-2 2 15,-37-1 0-15,1 2 0 0,-19-1 2 0,-2 2 3 16,-6 0-3-16,-10 1-1 0,-5-3 5 0,-2 3-5 16,0-2 2-16,-5 2-2 0,-1 0 3 0,-6 0-6 15,8-1-10-15,-8 1-17 0,0 0-34 0,1 3-41 16,-1-3-65-16,-15 3-78 0,-4 2-221 0,1-1-509 0,4-1 226 0</inkml:trace>
  <inkml:trace contextRef="#ctx0" brushRef="#br0" timeOffset="-79616.77">12398 13213 186 0,'0'0'245'0,"0"-5"-20"15,0 5-26-15,0-5-20 0,0 5-17 0,-3-5-23 16,-4 3-22-16,2 0-21 0,-9 2-18 0,-3 2-8 16,-3 1-10-16,-11 3-8 0,1 1-8 0,-6 3-2 15,1 1-6-15,-2 1-10 0,0 2 1 0,0 0-2 16,5 1-3-16,-2-1 0 0,4 0-2 0,3-1-6 0,2 2-8 0,7-4 3 15,1 0-1-15,4 0-3 0,2-1-5 16,2-3-8-16,1 0-1 0,3-3 1 0,3 3 1 16,-1-3 5-16,-2 1-3 0,5-1 5 0,0-1 2 15,0-3 7-15,14 0 1 0,-4 0 12 0,8-6 2 0,0 2 4 16,4-4 6-16,2-3 13 0,-1-6 7 0,-1 1 11 16,1 0 3-1,-1-3 0-15,-1-1 1 0,-3-6-1 0,4 2-4 16,-7-3-8-16,6-4-7 0,3-13-4 0,-6 1-5 0,-2 11-2 15,2-11-6-15,-7 11-4 0,0 0 0 16,-1 2 8-16,-5 5 13 0,-2 4-4 0,1 3 1 16,-3 2 19-16,0 6-16 0,-2 0-3 0,2 3-4 15,-1 1-11-15,0 2-7 0,-1-1-16 0,1 5-11 16,-1-3-6-16,1 3 0 0,-10 8-1 0,1 0 1 0,0 2 3 0,-2 6-5 16,-4 8 1-16,4 1 0 0,-2 5 1 0,3 5 2 15,1-4 1-15,2 3-3 0,1-2 4 0,6 1 0 16,0-2-2-16,4-1-11 0,2-1-5 0,3-2 3 15,3-1 1-15,2-4-3 0,0 0 2 0,0-8 25 16,1-2 2-16,3-4 2 0,-1-1-1 0,3-4 0 16,0-2 2-16,1-2 8 15,1-4 10-15,-2 0 9 0,-3 0 20 0,1-4-7 16,-4 0 5-16,1-3-7 0,-2-2 1 0,-1 0 9 16,1 2 13-16,-1-3-3 0,-6 5-7 0,3-1 21 15,-4 3-12-15,-1 2-10 0,0 1 5 0,-2 0-3 16,1 1-10-16,0 1-16 0,-1 0-25 0,-2 3-31 15,5-2-22-15,-5 2-24 0,0 0 5 0,0 0-1 16,0 0 7-16,4 11 3 0,-4-4 7 0,-4 4 0 0,3 0 8 0,-2 1 0 16,2 1 4-16,1 3 14 0,-2 1-6 0,0-2 4 15,1-3-1-15,-2 0-17 0,1 0-2 0,2-2-13 16,-4-1-11-16,4-1-17 0,-2-3-19 0,0 0-11 16,1 2-5-16,1-4 2 0,0 2 3 0,0-5 7 15,0 0-106-15,0 0-207 0,-15-11-452 0,8 2 199 16</inkml:trace>
  <inkml:trace contextRef="#ctx0" brushRef="#br0" timeOffset="-79485.16">12440 12997 6 0,'0'-8'343'16,"0"3"-34"-16,0 1-32 0,2 0-26 0,-2 0-28 16,0 4-27-16,0-7-28 0,0 7-48 0,1-2-53 15,-1 2-34-15,0 0-16 0,0 0-29 0,0 0-39 0,10 9-38 16,-5-4-33-16,2-2-168 0,-2 4-313 0,4-4 138 15</inkml:trace>
  <inkml:trace contextRef="#ctx0" brushRef="#br0" timeOffset="-79068.58">13032 12797 191 0,'0'-6'233'0,"3"-1"-12"0,-3 0-15 16,0 2-7-16,1-1-16 15,-1 2-14-15,4 0-15 0,-4 0-18 0,0 4-15 16,1-5-12-16,-1 5-16 0,0-5-23 0,0 5-21 16,0 0-7-16,0 0-3 0,0 0-5 15,-10 18-5-15,2-3-7 0,-2 12-1 0,-4 2-5 0,-3 3 1 16,-4 12-6-16,1 8 7 0,2 1 0 0,-3-1-2 15,3 3-3-15,1 0 5 0,1-2-6 0,4-2-5 16,3-3 1-16,3-15-1 0,2-3 0 0,-1 0-2 0,1-4 2 16,0-6-1-16,4-3-3 0,-1-1 2 0,0-5 0 0,-2-1-1 15,3-3 4-15,0-1 2 0,0-1 3 16,0 1 24-16,-1-2 31 0,1-4 32 0,0 5 23 16,0-5 10-16,-3 2 3 0,3-2-13 0,0 0-13 15,0 0 4-15,0 0-28 0,0 0-4 0,-14-7-11 16,9 3-19-16,1-2-47 15,-4 1-38-15,1-2-40 0,-2 1-39 0,1-4-53 16,-2 2-54-16,1-5-43 0,-4 0-227 0,5 0-529 16,2-1 234-16</inkml:trace>
  <inkml:trace contextRef="#ctx0" brushRef="#br0" timeOffset="-78794.43">12678 13222 168 0,'0'0'169'0,"0"0"-19"15,0 0-12-15,0 0 1 0,0 0 0 0,0 0-10 16,0 0-14-16,0 0-9 0,0 0-6 0,22 0-9 0,-7-1-7 16,13-3-2-16,3 0-12 0,2 1-9 0,2-2-4 0,-2-1-7 15,-1 3-2-15,-3-3-6 0,-6 2-2 0,-6 0-4 16,-3 3-4-16,-4-1-3 0,0 1-3 0,-2-1 0 15,-3 2-8-15,-1-2-4 0,1 1-1 16,-5 1-9-16,0 0-16 0,0 0-30 0,0 0-20 16,0 0-34-16,-18-6-32 0,12 6-54 15,-7-1-94-15,8 0-299 0,-2 0 132 16</inkml:trace>
  <inkml:trace contextRef="#ctx0" brushRef="#br0" timeOffset="-78382.83">13374 12794 76 0,'0'-5'222'0,"2"-2"-8"0,-1 0-11 0,0 2-7 15,-2 0-18-15,2-1-15 0,1 2-15 0,-2 2-19 16,0 2-13-16,0-5-13 15,0 5-10-15,0 0-13 0,2-4-14 16,-2 4-12-16,0 0-3 0,0 0-9 0,0 0-3 0,-8 19-3 16,1-3-8-16,-1 2-1 0,-1 10-5 0,-5 2-1 15,0 3-4-15,-4 11-2 0,2 6-3 0,-2-1 1 16,1 3-3-16,3-3 0 0,5 0 1 0,-5-2-2 16,9-11-4-16,1-3 1 0,-4-1 0 15,7-1-2-15,-3-2 0 0,3-5 3 0,-3-7-4 0,3 0-1 0,1-5 4 0,0 0 0 16,-2-6-1-16,0 0 3 0,2 1 3 15,0-3 12-15,0 0 25 0,-1-1 27 0,1-3 24 16,0 6 20-16,0-6-15 0,0 0-3 0,0 0-14 16,0 0-8-16,-13-7-6 0,7 3-15 0,-2-1-14 0,0-2-23 15,1 2-23-15,-2-2-25 0,-1 0-23 0,-1 1-36 16,2-1-32-16,-2 2-34 0,1 0-51 0,-1-4-50 0,0 3-167 16,3 0-454-16,1-2 200 0</inkml:trace>
  <inkml:trace contextRef="#ctx0" brushRef="#br0" timeOffset="-78113.39">13096 13140 132 0,'0'0'223'0,"0"0"-15"0,0 0-20 0,0 0-19 0,0 0-16 0,0 0-16 16,19-7-15-16,0 4-11 0,-1 3-11 0,10-4-9 15,3-1-11-15,1 2-11 0,0-1-14 0,-4 1-14 16,-5 1-14-16,-3-1-19 0,-3 1-18 16,-3-1-7-16,-2 2-10 0,-1 1-4 0,-2-4-3 0,-4 2-4 15,-5 2-14-15,8-2-24 0,-8 2-14 0,0 0-23 16,0 0-125-1,0 0-257-15,0 0 113 0</inkml:trace>
  <inkml:trace contextRef="#ctx0" brushRef="#br0" timeOffset="-77712.36">13567 13193 84 0,'10'0'158'0,"-10"0"-21"0,16-3-7 16,-7 2-6 0,6-4-21-16,-3 2-9 0,7 0-11 0,-2-3-8 15,2-2-1-15,-1 3-12 0,1-4-7 0,0 2-1 0,-1-4-9 16,-2 2 6-16,-1-4-12 0,1 0-2 0,-3 0-2 15,-3 1 6-15,0 0 8 0,-2 1 15 0,-3 1 7 16,-1 0 1-16,1 3-7 0,-4-1-6 0,-1 3-7 16,-1-2-7-16,-4 2-5 0,0 2-7 0,-4-1-5 15,-3 3-4-15,1 2-6 0,-2 1-3 0,-5 3-2 0,2 3-2 16,-3 3-4-16,2 2 2 0,-2 4-3 0,0 2-2 16,6-4-1-16,-4 6-2 0,8-4 1 0,0 2-3 15,3-1 0-15,1 0 1 0,1 2 3 0,0-3 2 0,4 1 3 16,4-1-1-16,1-1-14 0,5 0-18 0,2-3-39 15,3-3-46-15,3 2-222 0,2-7-359 16,3 1 160-16</inkml:trace>
  <inkml:trace contextRef="#ctx0" brushRef="#br0" timeOffset="-77357.36">13983 13039 133 0,'4'-5'202'0,"1"2"-19"0,1 0-20 0,3-1-17 0,3 2-13 16,-3 2-16-16,2 4-12 0,8-1-6 0,-4 4-9 15,2 0-8-15,2 3-6 0,-2 2-3 0,1 1-12 16,-4 0-4-16,0 2-5 0,-3 0-3 0,0 1-6 16,-2 2-6-16,-3-1-5 0,-1 1-2 0,-4 0-5 15,-1 2-4-15,-2-2 0 0,-1-1-3 0,-2 0-4 0,0-4-1 16,-1-1 1-16,-2-3 0 0,0 1-1 15,1-5 1-15,-1 2 4 0,-2-2 18 0,3-3 24 16,1-2 13-16,1 0 9 0,-4-2 13 0,5 0 19 0,-1-4 9 16,1 1 11-16,0-6-8 0,3 1-9 0,-3-2-4 15,4-5-15-15,4-2-11 0,1-10-6 0,4 4-15 16,5-4-14 0,-1 3-10-16,2 6-9 0,2-4-10 0,1 5-13 0,-4 4-21 0,1 1-19 0,1 5-27 15,0-1-33-15,2 2-30 0,0 3-30 16,-3 2-36-16,6-3-45 0,-7 5-242 0,0-1-513 15,-3 2 226-15</inkml:trace>
  <inkml:trace contextRef="#ctx0" brushRef="#br0" timeOffset="-76014.61">14535 13255 109 0,'-4'3'217'15,"4"-3"-19"-15,0 0-23 0,0 0-16 0,0 0-18 16,14-7-13-16,-5 3-13 0,5 0-14 0,6 0-16 16,1-2-21-16,7-2-13 0,3-1-25 0,-2-2-5 15,2 2-15-15,-3-4-10 0,-1-1 5 0,-3 0-12 16,0 3 0-1,-8-3-1-15,4-2 4 0,-6 3 2 0,0 1 2 0,-4-1 15 16,-2 4 16-16,-3 0 7 0,0 0 5 0,-1 4 4 16,-4-5-10-16,0 5-2 0,0 0-3 0,-4-2-7 15,-2 4 1-15,-2-2-3 0,1 2-5 0,-4 1-2 16,-4 2-1-16,2 1-2 0,-5 1-9 0,-1 5 7 16,3-2-3-16,-2 5-1 0,2-2-1 0,0 4 1 15,-1 0 0-15,3 2 0 0,1 2-5 0,-1-1 4 0,4 2-2 16,2 0 3-16,3-1 3 0,2 2-4 0,3-1-2 15,3-3-1-15,4 3-2 0,4-2 1 0,7-1-4 0,6 3-12 16,7-1-25-16,-1-3-25 0,2-4-18 0,0-3-23 16,0-4-9-16,-1-1 1 0,-3-2 7 0,-1-4 10 15,-5 2 26-15,3-8 34 0,-6 1 25 16,-2 1 33-16,2-4 24 16,-3-7 16-16,2-1 11 0,-7 4 23 0,3-2 13 15,-1 4 25-15,-7-2 17 0,6 1 20 0,-6 0 11 16,-1 4 5-16,2 2 17 0,0-1 0 0,-3 2-12 15,-1 4 2-15,-1 0-22 0,0 0-25 0,0 0-20 16,-2 0-23-16,4 1-13 0,-3 2-37 0,-1 2-27 16,0 0-17-16,0 0-6 0,0 0 2 0,2 9-1 15,-4 0-1-15,1 2 0 0,-3 3-3 0,3 2 6 0,-3 1-4 0,0 3 3 16,-1 4-2-16,-4 0 1 0,0 0 0 0,4-4-4 16,0-3-8-16,-3-3-3 0,7-2 0 0,-3 0-3 15,3-6 4-15,-2 1 5 0,2-3 4 0,1 1 34 16,-3-2 27-16,3-3 27 0,0 0 2 0,0 0-8 15,0 0-10-15,0 0-4 0,18-15-9 0,-10 6-3 16,2-4 3-16,4-3-17 16,-2 2-15-16,-1-2-14 0,6-6-12 0,-5 9 2 15,0 1-2-15,0 1-5 0,-2 1-1 0,-2 3 1 16,-3 2-4-16,0-1-5 0,0 3-17 0,0 1-17 16,0-1-3-16,0 3-1 0,-5 0-4 0,11 7-3 15,-6-4-1-15,3 6 5 0,0-1-4 0,1 4 6 16,0 3-17-16,4-1-12 0,-3 0-19 0,4 1-23 15,-2-2-14-15,1 0-16 0,2 1-10 0,-1-6-15 0,-3 1-7 0,1-5-3 16,-1 0 6-16,-1-2 15 0,1-2 13 0,-2-4 21 16,0-1 16-16,0-5 30 0,0 2 26 15,2-6 28-15,-5 0 26 0,2-3 21 0,2-7 10 16,-1-2 13-16,-5 3 7 0,5-6 10 0,-4 0 6 0,4 0 0 16,-1 0-3-16,1-2-4 0,0-1 1 0,0-4 2 15,0 1 8-15,1 7 14 0,-3 0 27 0,2 5 6 0,-2 6 6 16,-3 5-6-16,1 2-9 0,-3-1-13 0,1 6-15 15,-2-2-22-15,0 4-28 0,-1 3-8 0,0 0-1 0,0 0-3 16,0 0 0-16,-4 24 1 0,1-7-4 16,-6 7 0-16,1 3-4 0,-2 3 1 0,-3 1-1 15,-4 12-1-15,0 2 3 0,5-12 5 0,1 3-4 16,-1-5 2-16,3 2-2 16,-1-5 2-16,1-2-2 0,5-7 0 0,0-3-2 15,0-5 2-15,3 1-3 0,-3-3 4 0,1-3 0 16,0 0 6-16,3-1 14 0,0-2 30 0,0-3 12 15,0 0-4-15,0 0-4 0,0 0-14 0,-10-12-6 16,7 2-4-16,-6-6-6 0,0 3-5 0,0-4-15 16,-1 1-11-16,-1 1-2 0,0-1-2 0,1 3 2 15,-1-1 5-15,-1 1-4 0,4 4 3 0,1 1 0 0,2-1-4 0,-3 4 0 16,4-2 2-16,3 4-3 0,-3 1-17 0,-1-2-18 16,4 1-23-16,1 3-9 0,0 0 6 0,0 0 8 15,0 0 5-15,23 0 5 0,4 5 8 0,6-5 5 16,5 3 0-16,17-2 2 0,3-1 3 0,-3 3 3 15,-2-3 4-15,-14-3 5 0,0 3 3 0,-3 0 3 16,1-2 20 0,-10-1 17-16,-5 3 32 0,-3-4 26 0,-3 1 23 0,-3 1 22 15,-3-2 15-15,3 0 11 0,-8 0-5 0,3 1-8 16,-3 2 18-16,0-3-11 0,0 2-5 0,-1 0-15 16,-4 2-19-16,5-2-27 0,-1 1 4 0,-4 1-17 15,4-2-21-15,-4 2-27 0,0 0-11 16,0 0-24-16,0 0 9 0,5 7 2 0,-6 0 1 0,-2 0-6 15,2 3 9-15,-3 2-3 0,0 4 0 0,0 0 3 0,-1 1-7 16,0-2-19-16,1 2-9 0,3-4-14 0,-3-1-12 16,0-1-15-16,3 0-15 0,-3-2-16 0,3-2-14 15,-3-1-8-15,1-1-11 0,1-1 1 0,-2 2 20 0,4-4-9 16,-5 1-58-16,5-3-89 0,-8-7-193 0,3 2-505 16,0-5 223-16</inkml:trace>
  <inkml:trace contextRef="#ctx0" brushRef="#br0" timeOffset="-75876.54">16026 12847 178 0,'4'-7'326'16,"-3"0"-15"-16,-1 1-17 0,4 1-27 0,-4 1-29 15,1-1-25-15,2 1-27 0,-2 1-20 0,-1 3-57 16,0 0-37-16,0 0-15 16,0 0-29-16,0 0-29 0,10 8-34 0,-6-1-40 15,0 2-52-15,0 0-42 0,-3 0-171 0,2 2-368 16,-2-1 163-16</inkml:trace>
  <inkml:trace contextRef="#ctx0" brushRef="#br0" timeOffset="-75143.7">16450 12971 63 0,'-10'0'186'0,"1"2"-20"0,-4 2-13 16,4-1-15-16,-5 4-19 0,3 0-9 0,-4-1-9 0,0 8 3 16,0-2-25-16,2 0-6 0,-2 3-8 15,2-3-11-15,3 1-4 0,0-2-3 0,5-3-1 16,-2-1-5-16,2-1-3 0,4-2 7 0,1 3 5 15,0-2 8-15,1-3 12 0,-1-2 8 0,12 2 2 0,-6-4 6 0,7-1 12 16,-3-4 6-16,3 2-1 0,1-7 2 0,1 3-2 0,1-1-12 16,-2-1-2-16,2-2-4 0,-4 1-3 15,-1 5-4-15,-2 0-8 0,0 1-2 0,-4 0-7 16,0 2-7-16,0 2-11 0,2-3-2 0,-5 3-14 0,1 1-17 16,-3 1-6-16,0 0-2 0,11 3-2 0,-7-1-3 15,1 2-5 1,3 1-1-16,-3 4 3 0,4-1 1 0,0 4 5 15,0 1-3-15,4 0-8 0,-6-4-8 0,2 0-5 16,-1-1-4-16,1 2-8 0,0-3-1 0,-1 0 1 16,-2-5 2-16,5-1-1 0,-3-1-3 0,3-2 2 15,-1-3 5-15,-1-5 3 0,0 0 4 0,2-2 6 16,-2-2 2-16,0-3 10 0,-3 0 5 0,3-2 3 16,-4 1 6-16,3-8 5 0,0-1 1 0,1 2 3 0,-3-2 4 15,0-1 6-15,0 2 2 0,1 2 2 0,1-3 13 0,-4 10 5 16,1 0 16-16,-1 7-1 0,-2-1-2 0,0 5-8 15,0-1 0-15,2 1-8 0,-3 1-13 0,0 2-9 16,1 0-10-16,-1-1-20 0,-1 4-10 16,0 0-5-16,0 0 5 0,0 0 0 0,-7 19 0 0,3-9 2 15,1 6 5-15,-1 2-5 0,-5 6 4 0,0-1-4 0,2 5 2 16,-5-4 2-16,7 3-1 0,-3 1 0 0,1-1 2 16,0 0 1-16,2-3 0 0,1-4-1 0,0-2 3 15,3-2-1-15,-4 0 0 0,5-6 2 0,0 2-3 0,-1-4 5 16,1-2-1-16,0-1 11 0,0 0 16 0,0 0 17 15,0-1 21-15,0-4 30 0,0 5 12 16,0-5 15-16,0 3 8 16,0-3-4-16,0 0-10 0,0 0-6 0,7 0-7 15,-7 0-29-15,13-1 8 0,-1-1-12 0,6 0-47 16,10-1-73-16,2-1-82 0,1-1-95 0,6 5-118 16,-4-7-284-16,4-1-686 0,-4-2 303 0</inkml:trace>
  <inkml:trace contextRef="#ctx0" brushRef="#br0" timeOffset="-74241.33">18106 13009 135 0,'0'0'164'0,"0"0"-15"16,-3-3-13-16,3 3-14 0,0 0-6 0,0 0-15 15,0 0-7-15,0 0 1 16,0 0-1-16,0 0-5 0,0 0-5 0,0 0 1 15,0 0 0-15,0 0-1 0,16-4 0 16,-6 2-7-16,4-1-4 0,4-1-12 0,4-1-4 0,2-3-7 16,6-1-2-16,-4-1-6 0,3-2-5 0,-4 0-3 15,2 0 0-15,1-2-6 0,-5-1 1 0,-1-2-2 16,-7 5-2-16,3 0 12 0,-4 0-1 0,-1 1 11 16,-5 2 2-16,-2 0 5 0,0 3 2 0,-2 2-2 0,0-3-9 0,-1 2-5 15,-5 2-4-15,0-2-7 0,-6 3-8 16,-2 2 0-16,-3 0-2 0,-10 2-2 0,-5 6-6 15,-1 0 20-15,-3 3-7 0,1 1-4 0,2 2-5 16,-2 1-1-16,4 0-2 0,3 1-1 0,2 2-4 0,5-3-2 16,4-1 0-16,4 0-3 0,2 3 5 0,3 0-6 15,4-5 0 1,1 3 2-16,11-1 2 0,11 1 2 0,10 0 2 16,20-2-5-16,4-3-11 0,8-3-25 0,29-2-43 15,-32-5-36-15,30-4-61 0,-32-4-43 0,2 3-199 16,-5-2-448-16,-1-5 198 0</inkml:trace>
  <inkml:trace contextRef="#ctx0" brushRef="#br0" timeOffset="-73724.48">19187 12800 35 0,'3'-4'238'0,"-3"4"-8"0,1-4-12 15,-1 4-11-15,0 0-18 0,2-3-19 0,-2 3-19 0,0 0-16 0,0 0-19 16,0 0-12-16,0 0-12 0,0 0-12 0,0 0-13 16,0 0-5-16,0 0-9 0,8 9-7 0,-8-1-7 15,0 4-2-15,0 0-6 0,-2 3-3 16,1 4 0 0,-1 0-7-16,-1 6-5 0,-1 0 1 0,2 2-1 0,0 0-3 0,-1-2-2 15,1-1 1-15,0-5-2 0,4 1 2 16,-4-3 2-16,4 1-7 0,-2-6 1 0,0-2-1 15,1 1 1-15,-1-6 5 0,0 2-5 0,0-1 1 16,1-2 3-16,-1 0 28 0,0-4 27 0,-1 7 28 0,1-7 23 16,0 3 30-16,0-3 23 0,0 0 5 0,0 0 5 15,0 0-11-15,0 0-30 0,0 0 4 16,6-14-20-16,-6 5-16 0,3-3-23 0,0-6-44 16,-1-2-13-16,4-7-22 0,-4 2-32 0,-1-3-25 0,1-4-10 0,-2-1-8 15,-2 2 6-15,-1 0 9 0,-3-1 0 0,1 4 18 16,0 0-6-16,-3 6 9 0,-1 3 4 0,2 0 4 15,-2 5 2-15,-3 3 3 0,-2-1-2 0,0 1-1 16,-4 5 14-16,-2 2-15 0,-1 3 4 0,-7 2 0 16,5 3-1-16,-5 4 2 0,3 3 0 0,0 3 2 15,9-3-1-15,-1 2 2 16,4 1-1-16,4 1 0 0,0 2 7 0,7-2-1 16,2 3 0-16,2-1 6 0,11-1 3 0,9 4-1 15,11-3 0-15,17 2-7 0,9-7-25 0,5-2-44 16,1-3-62-16,34-7-75 0,-32 0-291 0,-1-4-549 15,-2-1 244-15</inkml:trace>
  <inkml:trace contextRef="#ctx0" brushRef="#br0" timeOffset="-71750.5">19531 12791 254 0,'4'-4'257'0,"-4"0"-16"0,1 0-9 0,-1 4-12 16,0-4-25-16,0 4-21 0,0 0-21 15,4-3-17-15,-4 3-23 0,0 0-19 0,0 0-12 0,0 0-12 16,0 0-9-16,3 11-6 0,-2-2-8 0,0 3-2 15,-2 2-8 1,1 1-4-16,-1 2-7 0,2-1 2 0,-2 2-5 16,2 2-3-16,-2-2-3 0,1 1-2 0,1-2-1 15,0 0-2-15,-1-2 0 0,3-1-4 0,-2-4 6 0,2 0-5 16,-2-1 5-16,0-3-1 0,2 1 7 16,-2-4 29-16,-1 1 35 0,0-4 33 0,4 5 23 15,-4-5 19-15,0 0-10 0,13-5-9 0,-8 0-7 16,5 0-14-16,0-6-6 0,2 1-5 0,-1-3-2 0,4 1-10 0,-2-5-10 15,6-3-13-15,-1 1-8 0,0-2-8 0,0 2-5 16,-5 4-4-16,-2 1-7 0,1 1-3 0,-4 4-3 16,-2 1-7-16,1 3-1 0,-4-2-6 0,4 4-6 15,-4-2-1-15,0 4-18 0,0-2-19 0,-3 3-40 16,5-4-16-16,-5 4 4 0,0 0 6 0,0 0 5 16,5 13 9-16,-5-7-3 0,0 5 1 0,-2-2 6 0,2 3 1 0,-2 1 5 15,2 2 1-15,2 3 1 0,0-4-4 0,1 4-5 16,3 0-13-16,0-1-11 0,6 0-8 0,4 2-17 15,1-4-18-15,7 2-22 0,6-5-29 0,3-3-9 16,1 0-1-16,7-5-14 0,-4-4-13 0,0-1 3 16,1-6 5-16,-2 5 32 0,-3-10 20 0,-2 2 29 15,-3-5 22-15,-5 1 24 16,-7 1 30-16,1-6 30 0,-4 4 12 0,-1 1 21 16,-1-2 36-16,-6 0 30 0,-1 5-2 0,-1-1 13 15,-2 2-6-15,-1-1 0 0,-4 0-9 0,3 4-5 16,-3-1-10-16,-1 2-10 0,-3 1-7 0,-6 3-7 15,3-2-6-15,-4 4-2 0,-4 0-8 0,2 3-3 16,-2 2-2-16,2 0-6 0,-1 4 4 0,1-1-8 16,-2 2 1-16,4 2-7 0,-7 5 3 0,4-5-3 0,4-2 1 15,2 4-1-15,-1 2 0 0,2-1 0 0,4-6 4 16,2 1-11-16,1 0 2 0,3-3 0 0,1-2 4 16,2-1 11-16,5 0 2 0,0-2 0 0,7-4-1 0,5 0-1 15,-2-1 2-15,2-4-4 0,-1 0 6 0,1-1-2 16,8-5 0-16,-3 1 0 0,-7 0-3 0,9-6-1 15,-4 2 0 1,0-1-4-16,-6 4 0 0,0 0-3 0,-2 0 0 16,-1 4 1-16,-4 0-4 0,-1 1 10 0,-2 2 0 15,2 1-3-15,-3 2-2 0,-1-1-10 0,-1 1-15 16,-3 3-3-16,0 0-1 0,0 0-4 0,9 7 3 16,-6-2-2-16,0 2 6 0,0 1 1 0,2 4 0 15,-1 0 4-15,3-2-2 0,-1 6 3 0,4-1 1 0,1 0 3 16,0-1 0-16,2 0 3 0,2-1-8 0,-1-6-12 0,-4 0-14 15,2 0-5-15,-1-2 3 0,1-4-1 0,2-2 4 16,-4-2 1-16,-1-3 5 0,4-2 1 0,-3-4 9 16,-1 2 13-16,1-5 16 0,-3-2 8 0,-1 0 8 15,1-1 9-15,1-8 6 0,0 1 1 0,-2-4 0 16,1 0 3-16,0-4-3 0,1 0-5 0,0 1 0 16,0-3 7-16,2 6 6 0,-4 0 12 0,-1 4 11 0,0 9 4 0,-1 4-4 15,0 4-9-15,-3 0-5 0,3 1-10 0,-3 2-23 31,2 1-35-31,-3 4-6 0,0 0-1 0,0 0-2 0,0 0 3 0,-8 24 4 0,5-6 1 0,-4 6 3 16,-2 3-2-16,1 1 0 0,-2 4 0 0,-1 1 4 31,2-3 0-31,-1 2 0 0,1-2 3 0,0 0 2 16,0-1-24-16,4-2-15 0,1-3-19 0,0-5-21 0,0-2-16 0,0 0-15 16,2-4-34-16,-1-2-41 0,1-4-40 0,-1-3-140 15,2 1-396-15,0-3 176 0</inkml:trace>
  <inkml:trace contextRef="#ctx0" brushRef="#br0" timeOffset="-71296.33">20518 12823 73 0,'0'0'202'0,"0"0"-22"0,0 0-19 16,0 0-14-16,21-2-16 0,1 2-12 0,11 0-12 15,8 0-8-15,14-3-15 16,0 3-8-16,1 0-7 0,2-4-4 0,-2 1-10 16,-16 3-3-16,-1-1-6 0,-6 0-9 0,-2 0 0 15,-2-1-6-15,-9 1-3 0,-1 0 2 0,-9 1-1 16,3-4 16-16,-5 2 11 0,-1 1 9 0,-3 0 4 16,2-1-2-16,-6 2-6 0,9-2-5 0,-5 2-3 15,-4 0-7-15,0 0 0 0,4-3 5 0,-4 3-3 16,5-2 3-16,-5 2-2 0,2-3 1 0,-2 3 5 0,0 0 11 0,0 0 11 15,3-2 11-15,-3 2 7 0,0 0 3 0,0 0 8 16,0 0 0-16,0 0-10 0,0 0-5 0,0 0 6 16,5-3-27-16,-5 3-5 0,0 0-5 0,0 0-7 15,0 0-2-15,0 0-26 0,0 0-2 0,0 0-5 16,0 0-7-16,0 0-4 0,0 0 1 0,0 10-11 16,0-5 9-16,0 5 1 15,0-3-8-15,-3 5 2 0,1-1-4 16,1 2 7-16,-1 1-2 0,2 1-4 0,-2-3-1 0,2 4 4 15,-2-3-14-15,2-1-4 0,0 0-22 0,-2-3-17 16,1 1-16-16,1-2-19 0,-3 1-21 0,2-6-6 16,1 4 3-16,-2-4 7 0,0 1 12 0,2-1 4 15,0-3-67-15,0 0-77 0,0 0-218 16,-9-17-491-16,6 9 216 0</inkml:trace>
  <inkml:trace contextRef="#ctx0" brushRef="#br0" timeOffset="-71164.83">21125 12654 126 0,'0'-17'260'15,"1"0"11"-15,-2 2 7 0,2 3-5 0,0 3-14 0,-1 3-26 16,3-2-19-16,-2 2-23 0,0 2-21 0,1-2-22 16,1 2-30-16,5 2-32 0,0 1-36 0,3 1-40 0,3 1-46 15,-1 3-45-15,2-1-58 0,2 6-46 0,-2-2-190 16,1 3-406-16,-4 0 181 0</inkml:trace>
  <inkml:trace contextRef="#ctx0" brushRef="#br0" timeOffset="-70766.5">21652 12736 60 0,'-10'3'113'0,"2"1"-14"0,0 2-11 0,-1 0-7 0,0 5-18 0,-5-1 0 15,3 3-9-15,-2-1 10 0,1 2-8 0,0 3-9 16,1-4 0-16,1 3-7 0,1-1-5 16,1-2-5-16,-1 2 6 0,5 1-7 0,3-4 6 15,0-1 21-15,-1 1 6 0,5-3 10 0,1 3 9 0,1-3 4 16,1 1 6-16,4-3 1 0,6 0 0 0,2-2 3 16,1 0-3-1,-1-1-2-15,1-3 6 0,0-2 11 0,0-3 8 16,0-1 0-16,-3 0-1 0,-1-4-8 0,-1-2-12 15,0-1-11-15,-2-2-5 0,-2-2-10 0,0-1-10 16,-4-1-18-16,0 0-8 0,-2 0-13 0,-2-2-9 16,-4 2-7-16,-1 1-10 0,-4 0-9 0,-3 0-13 15,-4 2-15-15,0 2-12 0,-10 0-15 0,-3 4-14 16,0 1-23-16,6 1-23 0,1 4-26 0,-3 1-36 0,3 1-173 0,1 1-395 16,1 1 176-16</inkml:trace>
  <inkml:trace contextRef="#ctx0" brushRef="#br0" timeOffset="-70239.9">22047 12732 132 0,'2'-2'271'0,"-2"2"-16"15,0 0-21-15,0 0-20 0,0 0-25 0,0-4-20 0,0 4-20 16,0 0-19-16,0 0-14 0,0 0-15 0,0 0-9 16,0 0-13-16,0 0-7 0,2 13-9 0,-4-6 5 15,-2 2-19-15,0 3-4 0,-1 0-7 16,-3 3-4-16,0 5-3 0,1-2-2 15,-2 0-2-15,1-1-1 0,-2 2-4 0,2-1-5 0,0-1-3 0,2-1 0 16,-1-2 3-16,0-4-6 0,5 1 0 0,-1-5 4 16,2 0-2-16,-2-1 17 0,2 0 41 15,-2-2 29-15,3 0 44 0,0-3 33 0,0 0 4 16,0 0-33-16,0 0 2 0,0 0-14 0,13-13-14 0,-3 4-14 16,2-4-11-16,1-1-13 0,2 0-7 15,3-5-3-15,2-3-14 0,-1 2-4 0,3-4-2 16,-3 4-12-16,-1-1-2 0,3 3-2 0,-7 5-15 15,-3 3 7-15,-2 0 1 0,-3 4-4 0,1 1-9 16,-3 0-6-16,0 2-12 0,1 0-31 0,-1 3-6 16,-4 0 3-16,8 5-11 0,-2 0-5 0,-1 5 1 15,0 0 2-15,1 5 0 0,0 0 1 0,1 0-2 0,-2 4-3 16,0-3 1-16,-1 1-10 0,1 1-15 16,0-1-19-16,-5 0-24 0,3-5-19 0,-1 1-33 15,-2-4-26-15,0 1-41 0,0 0-40 0,0-4-220 16,0-3-537-16,0-3 237 0</inkml:trace>
  <inkml:trace contextRef="#ctx0" brushRef="#br0" timeOffset="-70062.63">22622 12930 38 0,'3'2'371'0,"-3"-2"-13"0,0 0-21 0,0 0-39 16,0 0-29-16,0 0-36 0,0 0-75 0,0 0-109 0,0 0-162 16,0 0-220-16,0 0-361 0,0 0 159 0</inkml:trace>
  <inkml:trace contextRef="#ctx0" brushRef="#br0" timeOffset="95193.05">11013 14747 63 0,'0'0'83'0,"0"0"-9"16,0 0-2-16,0 0 8 0,1-5-16 0,-1 5 0 16,3-5-7-16,-2 2 6 0,-1 3-9 0,0-7 6 0,2 3 2 15,0 1-1-15,-2-2-3 0,1-2 4 16,2 4-3-16,-3-2 0 0,1-2 6 0,2 0 0 15,-2 0 5-15,-1-1 3 16,0 1 1-16,5 2-3 0,-5-2 0 0,1 0-4 16,-1-1-2-16,0 1-6 0,3 2-1 0,-3 0-10 15,1 1 2-15,-1-1-8 0,0 1-5 0,0 4-3 16,0-6-9-16,0 6-8 0,0-4-25 0,0 4-20 16,0 0-5-16,0 0-2 0,0 0 9 0,9 12 2 15,-6-1 5-15,2 5-3 0,-1 5 3 0,2 5 1 16,-1 2 0-16,-1 3 9 0,4 3 4 0,-4-1 6 0,1 1 0 0,2-2-1 15,0 1-1-15,0-5 8 0,0-2-9 0,0-3 2 16,0-7 5-16,-2-4-3 0,0-2-1 0,-2-1 1 16,1-1 1-16,-2-2 3 0,2-2 6 0,0 0 16 15,-1-1 4-15,-3-3-6 0,9-7-3 0,-1-1-1 16,0 2-3-16,2-8 1 0,-1 0-4 0,2-3-4 16,-3-2 0-16,5-3-3 15,-3-2-1-15,-1 9 3 0,-4-2-6 16,4 2 4-16,-4 6-4 0,-1-2 2 0,-3 5-2 15,3 0-2-15,-1 0-8 0,-2 2-16 0,-1 3-12 0,0 1-2 16,0 0 9-16,0 0-3 0,5 17 6 0,-2-6-3 16,-3 11 12-16,-3 4-7 0,2 4 5 0,-3 3 0 15,0 1 3-15,0 14-1 0,2-13 2 16,-1 11 2-16,-2 2 6 0,0-1-5 0,0 2 4 0,5-2 3 0,-3 4-1 16,-2 1 2-16,0-3-2 0,-1-3-4 0,2-14-12 15,-2 0 11-15,0-3-1 0,1-5 3 0,1-5 2 16,0-2-15-16,2 1 18 0,-3-7-5 0,1-1 1 15,-1 0 7-15,-1-1-3 0,-1 2 7 0,-2-2-3 16,2-2 0-16,-2 1 1 0,-1-3 7 0,0 4-6 16,0-5 2-16,0 2-6 0,1-1 3 0,-1-1 0 0,2 1 6 0,1-4 7 15,-1 2-4-15,0-2 0 0,3-1-3 0,-4 3 1 16,4-3 5-16,-3 1-9 0,8-1 2 0,-15-1 3 16,10 1 5-16,-3-3 7 0,3 0-6 0,-3 1 6 15,2-3 4-15,-3-3 1 0,3 1 3 0,-1-4 1 16,-2-2 2-16,0-4-7 0,0-6 1 0,-1-2-5 15,7-6 0 1,3-4-1-16,7-13-6 0,5-4-5 0,9-4-2 0,15-19 6 16,-4 24-9-16,25-19-1 0,6 5 2 0,5 7-3 15,0 6-1-15,-21 19-3 0,-2-2 0 16,-2 6 0-16,-11 10 3 0,-4 0-1 0,-6 2-4 16,-3 5 3-16,-4 3-2 0,-3 1 0 0,-3 1 0 15,0 2 2-15,-3 1-5 0,-1-1-5 0,-1 2 8 16,0 0-13-16,-4 3-6 0,6-5-1 0,-6 5-7 0,5-4-5 0,-5 4-3 15,0 0-2-15,0 0-5 0,0 0-2 0,0 0-21 16,0 0-2-16,0 0-13 0,2 15-14 0,-2-15-17 16,-4 5-12-16,4-5-22 0,-8 6-84 0,4-4-249 15,4-2 110-15</inkml:trace>
  <inkml:trace contextRef="#ctx0" brushRef="#br0" timeOffset="95910.09">12000 15044 70 0,'0'0'82'0,"0"0"13"0,-4-2-4 0,4 2-14 16,0 0 9-16,0 0-30 0,28-5 1 0,-9-1-5 16,10 1-8-16,3 1-11 0,4-2 1 0,16 2 5 0,-13 0-13 15,13 0-6-15,-15 3 3 0,3-2-4 0,-2 1-2 16,-2 1 1-16,-2 1-1 0,-3 0-3 0,-1 0-2 0,-10 0 3 16,2 0-4-16,-7 1-6 0,-2-1 1 0,-3 2-6 15,2-2 5-15,-6 0-12 0,2 0-8 0,-4 1-8 16,2 1-19-16,-6-2 4 0,5 2-3 0,-5-2-21 15,0 0-71-15,0 0-144 0,-15 9 64 0</inkml:trace>
  <inkml:trace contextRef="#ctx0" brushRef="#br0" timeOffset="96397.92">12051 15213 66 0,'0'0'56'15,"0"0"13"-15,21-1-23 0,-3 0 6 0,4-1-3 16,13 0-6-16,2-3-2 0,2 0-3 0,14-2 4 16,0 0-2-16,1 0-8 0,-16 3 4 0,-1 0-7 15,-1-1-3-15,-1 1-3 0,-5 0-3 0,0 1 1 16,-12 2-2-16,-1-2 9 0,-2 2-7 0,-3 0-2 0,-3 0-3 16,-1 1-1-16,-1 0-6 0,0-1 13 0,-7 1-8 15,9-3-5-15,-9 3-4 0,4 0-3 0,-4 0-13 16,0 0-7-16,0 0-23 0,0 6-39 15,0-6-47-15,0 0-137 0,0 0 61 0</inkml:trace>
  <inkml:trace contextRef="#ctx0" brushRef="#br0" timeOffset="99154.62">13768 14747 47 0,'0'0'113'0,"0"0"-8"0,-4-5-7 0,4 5 3 16,0 0-4-16,0 0-1 0,0 0-6 0,0 0-4 15,0 0-4-15,0 0-9 0,0 0-6 0,0 0-7 16,0 0-8-16,0 0-7 0,13-5-8 0,-3 4 3 16,4-1-5-16,4-1-2 0,9-3-3 0,1 4-6 15,2-1-6-15,0 2 0 0,2-1-5 0,-2-3-5 16,-2 4-2-16,1 1 0 15,-10-3-5-15,-1 3 5 0,-1 0-9 0,-7 0 0 16,-1 0-14-16,1-1 0 0,-1 2-6 0,-4-2-11 16,0 2 4-16,-5-1 0 0,0 0 5 0,0 0 3 15,0 0 3-15,-20 9 3 0,-2-6-1 0,-6 2 10 16,-3 3-2-16,-1-4-1 0,-1 0-4 0,1 0 5 16,0 0-4-16,0-1-1 0,0 2 3 0,4-1 2 15,-2-1 1-15,3 2 3 0,6-1-5 0,5-3 9 0,-2 1-4 0,4 1 1 16,1-2 2-16,4-1 1 0,0 3-2 15,0 0-2-15,0-3 1 0,4 0 3 0,0 1 7 16,-3 0 0-16,8-1 2 0,-9 2-2 0,9-2 1 0,-9 1 5 16,9-1 0-16,-5 0 3 0,5 0 1 0,0 0 3 15,-6 1-2-15,6-1 3 0,0 0-4 0,0 0-1 16,0 0 2 0,0 0-1-16,0 0-1 0,0 0-1 0,0 0 2 15,0 0-6-15,0 0 7 0,0 0-9 0,-6 1 0 0,6-1-4 16,0 0-1-16,0 0-7 0,0 0-3 15,0 0 3-15,0 0 4 0,6 7-9 0,0-4 10 16,3-1-3-16,-1 2 10 0,7 2-2 0,2 0 4 16,2-1-7-16,9 3 0 0,-1 1 1 0,4 2-4 15,-1 2 3-15,2-1-4 0,-4 0 6 0,3 4-3 0,-4 0 1 0,-3-1-1 16,-1 1-4-16,-1 2 5 0,-8-4-3 0,-1 3 4 16,-2-1-5-16,-3 1-3 0,-3-2 0 0,-5 3 0 15,-4-1 0-15,-1-1 3 0,-13 4-3 0,-1-1 2 16,-8-2 4-16,-1-3-1 0,-4-3 2 0,-1 0 0 15,1-1 0-15,-1-3-1 0,2-2 10 0,3-1-4 16,0 0 11-16,7-4 13 0,5 0 18 0,3-1 21 0,0-1 13 0,7 1 1 16,-3-3-9-16,4 0 3 0,1 0-3 0,1-3-14 15,7-1-8-15,5-3-7 0,8-2-22 0,7-1-3 16,4 3-4-16,1 1-5 0,3 2-4 0,0 3-4 16,-1 0-20-16,0 4-10 0,1-2-14 0,-3 4-30 15,0 1-33-15,-2 3-40 0,0 0-42 0,-8-4-96 16,0 3-303-1,2 0 134-15</inkml:trace>
  <inkml:trace contextRef="#ctx0" brushRef="#br0" timeOffset="99918.83">14847 15049 61 0,'0'0'110'0,"0"0"0"0,0 0-11 15,0 0-4-15,0 0-7 0,0 0-4 0,0 0-3 0,0 0-18 0,0 0 1 16,0 0-11-16,0 0-7 0,0 0-4 0,0 0 0 16,-7-3-8-16,7 3 2 0,0 0 8 0,0 0-1 15,0 0-5-15,0 0-1 0,0 0 13 0,0 0-10 16,0 0-3-16,0 0 1 0,0 0-13 0,0 0 8 16,0 0-8-16,0 0 0 0,0 0-2 0,0 0 1 15,0 0-9-15,0 0-3 0,0 0 1 0,0 0-3 0,0 0 1 0,0 0-1 16,0 0-5-16,0 0 4 0,0 0-4 0,0 0 7 15,0 0 8-15,0 0-11 0,0 0 2 0,0 0-4 16,0 0-4-16,18-6-2 0,-4 3 5 16,6-2-1-16,6-1-2 0,5 0-3 0,3 1 6 15,1 1-9-15,3-2 6 0,3-1 3 0,10 2-2 16,-1-3-1-16,-13 3 0 16,-1 1 2-16,-2 0-2 0,-2-1 0 0,-1 1-3 15,-3 3 3-15,-5-3-2 0,-5 3-6 0,-5-1-2 16,-2 2-15-16,2-1-12 0,-4 1-20 0,-3 0-26 15,1-1-9-15,-1 1-8 0,-6 0 3 0,6 1 4 16,-6-1-3-16,0 4-9 0,0-4-70 0,0 0-185 16,-13 4 82-16</inkml:trace>
  <inkml:trace contextRef="#ctx0" brushRef="#br0" timeOffset="100219.55">15217 14797 132 0,'0'-5'175'15,"-1"-1"-11"-15,0 0-5 0,-2 2-12 0,2-1-15 16,1 2-12-16,0 3-14 0,-1-7-11 0,1 7-14 15,0 0-13-15,-2-4-13 0,2 4-8 0,0 0-10 0,-1 14 0 0,-3 1-4 16,3 3-5-16,-3 11-5 0,-2 6 1 0,-2 12-2 16,3 0-3-16,-3-1-3 0,4-12 9 0,-3 0-11 15,-1 12-10-15,3-13-28 0,1-1-37 0,0 2-47 16,-5-3-154-16,8-1-283 0,-7-4 124 0</inkml:trace>
  <inkml:trace contextRef="#ctx0" brushRef="#br0" timeOffset="102462.79">15991 15076 42 0,'0'0'79'16,"0"0"-14"-16,0 0 0 0,0 0-2 0,0 0 0 15,0 0 3-15,0 0 0 0,0 0 0 0,0 0-22 16,0 0-5-16,0 0 0 0,0 0-4 0,0 0 8 15,0 0-23-15,0 0-5 0,0 0 3 0,12-7 5 0,-12 7 3 0,7-3-6 16,-3 2-11-16,4-2 3 0,-3 0 2 0,7 1 0 16,-1-1-9-16,1-2-1 0,2-2-1 0,1 2 4 15,3-1-6-15,-1-2 5 0,2-1-4 0,-4 0-8 16,4 0 3-16,0-1 3 0,0-1 3 0,1-1 0 16,-5 1-3-16,3-3 3 0,0 2-2 0,3-5 15 15,-8 6-11-15,2-3 9 16,0 0 4-16,-4 1-2 0,-3 3 4 0,2-3-6 15,-3 4 0-15,-1-2-2 0,-1 2 7 0,-1 1 11 16,2-1-19-16,-4 1 11 0,0 4 5 0,-1-2-7 16,-1 0 5-16,0 0-15 0,-1 2 9 15,-1 0-2-15,-3 1-11 0,-2-2 6 0,0 3-4 0,-5 1-7 16,-2 3 8-16,-6-1-9 0,-6 6 6 0,-2 2-3 16,-3 1-7-16,3 2 13 0,-3 3-15 0,3 2-1 0,-2 4 9 15,3 1 8-15,0 2-12 0,0 4-1 0,4-5 0 16,4-1-7-16,1 1 17 0,9-7-15 0,0 1 10 15,2-2-8-15,4-1-2 0,2-2 16 0,3-2-4 0,8 4 9 16,3-1 7-16,14-4-2 0,5 0-1 0,5-1 5 16,22-5-2-16,2-1-17 0,2-2-21 0,-2-1-33 15,-1-2-53 1,-9-2-109-16,-11 0-230 0,-5-3 102 0</inkml:trace>
  <inkml:trace contextRef="#ctx0" brushRef="#br0" timeOffset="103296.02">16792 14437 50 0,'9'2'71'0,"2"3"-6"15,-1 2-7-15,-1 0-7 0,3 5-3 0,-3-2-7 16,3 5-3-16,-7 2 0 0,0 0-9 15,-1 8-2-15,-1-1-1 0,-7 2 0 0,0-2-1 16,-4-1-7-16,-3 1 0 0,2-6-2 0,-5 2-5 16,1-3 5-16,0-5 1 0,-2 3 3 0,2-4 11 0,-3-3 4 0,4-1 10 15,1-3 20-15,2 0-1 0,0 0 17 0,1-2 15 16,2 1 22-16,1-3 17 0,-2 0 0 0,7 0-7 16,-5-5-15-16,5 0-13 0,4-5-12 0,5-4-10 15,6-10-8-15,5 5-9 0,3-3-6 0,3-5-7 16,1 0-3-16,12-7-13 0,-13 8-8 0,5 4-3 15,-3-2-3-15,-1 2-4 0,-3 3 1 0,-2-1-2 0,-5 9-4 0,-6-1 0 16,2 1-1-16,-5 4 2 0,-1 2 2 0,-2-1-3 16,2 1 0-16,-4 2-6 0,1-2-1 0,0 3-3 15,-4 2 0-15,1-5-3 0,-1 5 0 0,0 0 0 16,-10 10-3-16,0-5 0 0,-1 8 0 0,-2-2-1 16,0 5 2-16,-2 4-1 0,1 1-1 0,5-2 2 15,3-1 0 1,0 2-1-16,4 1 0 0,3 4 5 0,3-6 1 15,7 5-4-15,5-2-7 0,4-3-24 0,8-2-34 0,4-2-52 16,22-1-61-16,-16-3-149 0,16-5-359 0,-1-3 160 16</inkml:trace>
  <inkml:trace contextRef="#ctx0" brushRef="#br0" timeOffset="103844.08">17613 15062 50 0,'-5'3'86'0,"5"-3"5"0,0 0 4 0,0 0 7 16,0 0 6-16,0 0 2 0,0 0-1 0,0 0-14 15,0 0 4-15,0 0-14 0,0 0-9 0,0 0-1 16,0 0-11-16,26-7-5 0,-14 6-11 0,9-2-1 0,-1-1-8 0,8 0 2 15,4 0-17-15,-4 2 10 0,6-2-3 0,-3 0-9 16,-2 2-10-16,0-2 7 0,-8 1-12 0,0 0-2 16,-2 2-8-16,-1-4-14 0,-4 2-14 0,-1 0-9 15,-5 0-17-15,-2 3-40 0,-1-4-2 0,-1 1-25 16,-4 3-71-16,0 0-210 0,-9-7 94 0</inkml:trace>
  <inkml:trace contextRef="#ctx0" brushRef="#br0" timeOffset="104097.97">17819 14819 85 0,'-1'-5'200'0,"1"0"-1"0,0 0-10 15,-2 1-13-15,2-1-20 0,0 5-18 0,0-5-13 16,0 5-16-16,-2-4-19 0,2 4-12 0,0 0-7 15,0 0-11-15,1 14-9 0,0-2-5 0,1 6-6 16,-2 9-4-16,1 3-2 0,0 2-5 0,-1 1-1 16,4-1-3-16,1 0 1 0,3 1-7 0,-2-2-19 0,3-2-18 15,0-1-34-15,2-2-24 0,0-2-28 0,-2-7-37 16,1-1-130-16,-1-3-291 0,1-5 129 0</inkml:trace>
  <inkml:trace contextRef="#ctx0" brushRef="#br0" timeOffset="104667.9">18368 14650 75 0,'4'-5'131'15,"0"2"-6"-15,2-1-23 0,3-1 0 0,0 2-14 16,4 2-11-16,-3 0-6 0,2-1-11 0,-1 4-5 15,2 0-7 1,-4 1-8-16,4 1-1 0,-2 1-1 0,-2 3-3 16,3 1-8-16,-5 0-5 0,-1 2 2 0,2 5-8 15,-4 2 8-15,-4 2-9 0,-1 4-7 0,-3 2 7 16,-7 3-2-16,-2-5-5 0,-4 4 2 0,1 0-4 0,-6-2 9 16,-1-1-1-16,0-3-6 0,1-2-4 0,-3 0 0 15,0-5-3-15,2 2 8 0,8-7 5 0,-2 0 1 16,3-1-1-16,2-4 4 0,4 0-2 0,0 1-1 15,3-2 7-15,-1-3 2 0,2 3 8 0,0-3 5 16,0 2 0-16,4-3 5 0,0 5-3 0,0-5-3 16,12 0-3-16,6 0-3 0,11 0-1 0,0 0-4 0,5 0-1 0,2 0-3 15,-2 2-3-15,4-2-5 0,-2 0 5 0,-1 0-6 16,-2 0 0-16,-4 0-1 0,-1 0 1 16,-5 0-7-16,-5 1 4 0,-4 0-2 0,-5 0 3 15,-1 1 1-15,-2-2-7 0,2 0-8 0,-8 0-10 16,0 0-22-16,0 0-33 0,0 0-32 0,2-7-19 0,-2 7-27 15,0 0-104 1,-20-9-271-16,14 5 120 0</inkml:trace>
  <inkml:trace contextRef="#ctx0" brushRef="#br0" timeOffset="105215.77">19000 14965 59 0,'0'0'84'0,"0"0"-2"0,0 0-16 16,0 0 3-16,16-6-16 0,-2 1 10 0,0-2-20 15,5 2-2-15,2-1-1 0,-2 0-7 0,8-5 1 16,0 0-4-16,0-1-4 0,-1 0 1 0,1 1-14 15,1-1 9-15,-10-1-8 0,5 1-6 16,-2 2 15-16,1-4-3 0,-7 2-12 0,-1 2 10 0,0-2 8 16,-6 2 1-16,-1 0 3 0,-3 1 7 0,1-1-1 0,-4 1-6 15,-2-1 13-15,-4-2-19 0,-1 5 1 0,-2-4-11 0,-5 1 4 16,-3 4-2-16,-3-1-14 0,-1 2 7 0,-9 5-1 16,-1 0-4-16,1 0-10 0,-3 5 9 0,3 4 5 31,-3 2-8-31,1 5 3 0,-1 1-3 0,0 4 2 0,1 4 2 0,7 0-6 0,1 2 2 0,3 2 4 15,11-1-3 1,1 1 9-16,11 0 3 0,3-3-3 0,8-1-2 16,8-4 15-16,11-1 0 0,13 2-1 0,9-4-1 15,-1-5 6-15,2-5-32 0,0-3-47 0,-1-4-66 16,-15-3-86-16,-1-2-221 0,-2-2 97 0</inkml:trace>
  <inkml:trace contextRef="#ctx0" brushRef="#br0" timeOffset="106656.88">19480 14268 48 0,'0'0'135'16,"1"-5"-16"-16,-1 5-13 0,4-3-8 0,0 0-14 0,0 1-11 0,2 1-2 16,3-1-13-16,0 1 0 15,3 0-6-15,0-2-8 0,-1 3-6 0,3 0-1 0,-4 0-3 16,1 1-3-16,1 1-2 0,-5-1-9 0,5 1 6 15,-4 0-11-15,-1 1 2 0,-2 1-8 16,2 1-6-16,-3-2-9 0,0 4 6 0,-1 0-12 0,-3-4 6 16,-3 7-6-16,1-3 5 0,-3 1 5 0,-4-2-1 15,0 1 0-15,-2-2-1 0,0 2 0 0,1-2 1 16,0 0-3-16,5-1-2 0,-1 1 5 0,0-2-3 0,0 0 0 16,1 1-2-16,2-2 5 0,1-1-3 0,2-1 4 15,0 5 2-15,2 0-1 0,1-2 12 0,7 0-1 16,-1 0 2-16,3 0 3 0,5 6-6 0,0-5-2 15,2 0-3-15,0 5 5 0,-1-3-4 0,0 3 0 16,-4-1-2-16,3 2-3 0,-7-2 5 0,3 3-3 16,-7-1 2-16,-2-4-8 15,1 4 2-15,-3-1 3 0,-2 1-6 0,-3-5 6 16,-1 5 2-16,-1-1 2 0,-5-4 5 0,-4 5-4 16,-4-5 4-16,1 2-1 0,-2-2 3 0,-3-3-7 15,3 1 1-15,-1 4 0 0,2-3-2 0,-1-1 0 16,0-1 1-16,6-1-6 0,1 1-8 0,1 0-11 15,3-1-25-15,3-1-17 0,5 0-42 0,-7-2-68 16,7 2-186-16,0 0 83 0</inkml:trace>
  <inkml:trace contextRef="#ctx0" brushRef="#br0" timeOffset="107136.12">19981 14294 15 0,'13'1'94'0,"-2"3"-12"16,1-1-8-16,0 2-5 15,-1 1-6-15,0 1-6 0,-2 1-13 0,0 1 0 16,-1 1-9-16,-3 2-3 0,-3 0-2 0,-2 3 0 15,-1 2-8-15,-4-1-2 0,1 1 7 0,-6-2 1 16,0 0-4-16,-9 4 2 0,6-4 1 0,-4-3 5 16,3 1-4-16,-1-4-1 0,1-2 13 0,1 2-5 15,5-4 7-15,2-2 12 0,2 2 13 0,-3-3 12 16,5 2 20-16,-3-3 22 0,2 1 31 0,3-2 8 0,0 0-19 0,0 0-19 16,8-9-11-16,7-2-9 0,2-2-11 15,11-4-10-15,-1 0-12 0,1-1-20 0,3-3-18 16,-2 2-15-16,1 0-13 0,-4-1 7 0,0 5-5 0,-12 5 3 15,1 0 1-15,-7 4 2 0,2-2-3 0,-3 5-6 16,-1-2-9-16,-2 4-12 0,-4 1-5 0,0 0 5 16,0 0 2-1,-13 9-3-15,2 3 6 0,-5 3 1 0,-3 3-2 16,1 3-1-16,0 0 3 0,3 3-2 0,2 1 4 16,3 2 1-16,4 5-1 0,4-3-2 0,10-3 1 15,6 1-17-15,9-4-36 0,10-3-72 0,17-3-225 16,12-2-391-16,-1-7 173 0</inkml:trace>
  <inkml:trace contextRef="#ctx0" brushRef="#br0" timeOffset="108261.23">21238 14843 11 0,'0'0'96'0,"0"0"-10"0,0 0-2 0,0 0-1 15,0 0-8-15,0 0 3 0,0 0-10 0,0-4 0 16,0 4-2-16,0 0 7 0,0 0 0 0,0 0 11 0,0 0 4 0,0 0 5 16,0 0 1-16,0 0-2 0,0 0-6 0,0 0-11 15,0 0-8-15,0 0-5 0,13-6-8 0,-4 3-7 16,8 2-2-16,3-3-5 0,6 1-4 0,3-1-5 16,2 2-11-16,0 1-20 0,-1-2-24 0,-2 3-18 15,2-3-22-15,-10 3-17 0,0 0-29 0,-2 0-14 16,-4 3-115-16,-3-3-258 15,-4 0 114-15</inkml:trace>
  <inkml:trace contextRef="#ctx0" brushRef="#br0" timeOffset="108655.57">21360 15032 112 0,'0'0'106'15,"0"0"-1"-15,0 0-12 0,18-1-8 0,-2 1-9 0,4-1-6 16,10-3-13-16,2 3-15 0,4-1-50 0,-3 1-43 15,0-1-64-15,0-3-124 0,-2 1 55 0</inkml:trace>
  <inkml:trace contextRef="#ctx0" brushRef="#br0" timeOffset="110497.96">22773 14555 58 0,'0'0'102'0,"0"0"-8"16,0 0-2-16,-8 0-5 0,8 0-2 0,0 0-10 15,0 0 9-15,0 0 1 0,0 0-2 0,0 0 0 16,0 0-9-16,0 0-12 16,0 0-2-16,0 0-11 0,0 0-1 0,13-5-15 15,-3 1 8-15,7 1-10 0,2 0 2 0,4 2-5 16,9-3-6-16,1-2 10 0,3 3-10 0,0-2-5 15,1 0-5-15,1 1-2 0,-2 1-4 0,-3 1-8 16,-5-1-7-16,-6 1-12 0,-3 2-2 0,-5-1-11 16,-2 1-5-16,-2 0-16 0,-2 0 2 0,-8 0 0 15,6 3 13-15,-6-3-2 0,0 0 0 0,-18 5 9 0,0-2 1 0,-1 1-5 16,-8 1 9-16,-3-1-4 0,2 0 6 0,-3-3 10 16,2 3-5-16,8-2 5 0,-6 1 1 0,4 1 0 15,0-1 5-15,5-1-2 0,-1 1 4 0,1-1 1 16,2 0 4-16,3 0-2 0,1-1 9 0,1-1-10 15,-2 3 5-15,3-1-1 0,-3 0-1 0,3 0 8 16,1 0 1-16,1-1-12 16,-2-1 10-16,5 2 6 0,-3-2-4 0,8 0 7 15,-10 0 3-15,10 0 5 0,-9 0 13 16,5 1 4-16,4-1 9 0,-5 0 7 0,5 0-9 0,0 0-4 0,0 0 7 0,0 0-8 16,0 0-6-16,-8 2-2 0,8-2-10 0,0 0-1 15,-5 3 5-15,5-3-9 0,0 0-7 0,0 0-3 16,0 0 10-16,0 0-8 0,10 5 2 15,-2-2 2-15,5 1 5 0,-2 1-12 0,6 0 6 16,5 2-1-16,2 5-5 0,2-2 2 0,-1 4 1 0,1 0-3 16,-2 1 3-16,-5 0-3 0,4 3-6 15,-5 2 6-15,0 2 9 0,-4-3-2 0,0-2-1 16,-1 4-4-16,-8-1-6 0,3 3-8 0,-7-1-2 16,-6-4-8-16,0-1 6 0,-4 3 3 0,-6 1-4 15,-2-4 6-15,-9-3 1 0,-2 1-2 0,0-6 1 0,-4-1 4 0,1-2-4 16,3-1 5-16,0-4 11 0,8 1 12 0,-2-4 16 15,3-3 22 1,2 3 16-16,3-2 9 0,5 0 2 0,0-1 14 16,2 0-9-16,4-4-9 0,3 2-8 0,3-1-9 15,6-1-10-15,0-1-9 0,8 0 0 0,9-2-8 16,1 2-4-16,2 2-8 0,5 3-16 0,-4-1-15 16,4 3-17-16,-2-1-36 0,0 4-37 0,2 2-52 0,-5 2-42 15,-8-2-155-15,8 0-369 0,-9 1 163 0</inkml:trace>
  <inkml:trace contextRef="#ctx0" brushRef="#br0" timeOffset="111130.79">23556 14872 28 0,'0'0'147'0,"0"0"-6"0,0 0-7 0,0 0-17 0,0 0-12 0,3-5-18 16,-3 5-6-16,8-8-4 0,2 4-11 0,-1-3-8 15,1 2-7-15,4-1-8 0,0-2-4 0,5-3-2 16,7 1-9-16,-10-1-1 0,10-3 4 0,-2-1-11 16,-5 4-1-16,3-4-5 0,1 4-2 0,-4 0 0 15,-1-2-4-15,-3-1 0 0,2 4-5 0,-3-4 3 16,-2 3-2-16,-3-2 3 16,-2 4 1-16,0-1 4 0,-4 2 2 0,0 2-3 15,-2-2-8-15,-2 1 5 0,-2 2-2 0,0 0-3 16,-5 0 0-16,-5 1-3 0,-1 1-5 0,-4 1 5 15,-6 4-4-15,-3 3 2 0,0 1 0 0,-3 5 3 16,1 3-8-16,1 0 0 0,3 4 1 0,-2 3 0 16,3 0-7-16,0 2 16 0,6 2-16 0,2-1 6 15,7-7 1-15,3 0 1 0,5 1 6 0,4 2 4 0,4-4-2 0,3 0-4 16,13 0 9-16,4-1-2 0,6 0 4 0,6-6 3 16,14 1-25-16,7-6-46 0,-1-1-75 15,-3-7-75-15,-2-2-223 0,-5-8 99 0</inkml:trace>
  <inkml:trace contextRef="#ctx0" brushRef="#br0" timeOffset="111701.1">24161 14330 8 0,'-5'5'62'16,"-2"3"-9"-16,0-1 0 0,1 2-10 0,3 0-1 15,-4-1-2-15,3 2-12 0,-2 1 3 0,5-3 0 16,-2 4 1-16,1-6-14 0,2 3 12 0,1-2 16 16,-1-1 12-16,3-1 20 0,-1-1 13 0,6 0 4 15,2-3-1-15,2 1 1 0,1-2-7 0,5-3-6 0,0-1-1 0,-1 1-2 16,-1-4-1-16,-3 3-3 0,1-6-10 16,-1 0-1-16,0 3-6 0,-7-3-5 0,3-2-4 15,-1 5-2-15,-6-3-6 0,1 4-6 0,-3-4-8 16,-3 2-6-16,1 3-1 0,-6-2-7 0,-1 2 1 0,0 0-2 15,-10 1-8-15,6 1-3 0,-6 2-25 0,2-1-5 16,-2 4-21 0,2 1-20-16,4-1-24 0,-1 3-28 0,2 0-16 15,3 2-114-15,-1-2-272 0,8 0 121 0</inkml:trace>
  <inkml:trace contextRef="#ctx0" brushRef="#br0" timeOffset="112149.02">24522 14265 69 0,'12'0'102'16,"-2"3"-3"-16,0-2-15 0,1 2-5 0,5 2-21 15,-3 2 4-15,2 0-10 0,-1 4-6 0,-2 1-2 0,-5-1-4 16,1 4-7-16,-3-1-6 0,-1 1 4 16,-3-1-8-16,-1-1 5 0,-1 4-7 0,-5-3-2 15,-3 3-7-15,-3-3 1 0,3-1 2 0,-5-1 2 16,0 0 7-16,0-5-1 0,3 0 8 0,0 0 12 16,1-2 16-16,1-1 2 0,3 0 18 0,2-3 15 0,-4 3 18 0,6-3 8 15,2-1-9-15,0 0-8 0,-7-9-12 0,7 9-5 16,8-10-8-16,1 1-16 0,1-5-5 0,8 1-5 15,4-4-6-15,-2 1-4 0,1-1-5 0,2 1-2 16,-8 4-3-16,0-1-7 0,0 0 6 0,-2 5-8 16,-4-1-3-16,-1 4-1 0,-3 1-5 0,3-1-2 15,-4 2-5-15,-2 1-5 0,2-1-11 0,-4 3-15 0,4-3 3 0,-4 3 0 16,0 0-1-16,0 0 2 0,-4 16 0 0,0-8 4 16,4 2-1-16,-5 1-17 0,4-1-5 0,-2 4-6 15,3-2-7-15,4 3-12 0,1-3-17 0,6 3-45 16,1-1-207-16,4-5-360 0,-1 1 160 0</inkml:trace>
  <inkml:trace contextRef="#ctx0" brushRef="#br0" timeOffset="113066.69">25114 14968 43 0,'0'0'56'15,"0"0"11"-15,0 0-26 0,0 0 3 0,0 0-3 16,0 0 0-16,0 0 2 0,0 0 0 0,0 0 5 16,0 0-3-16,0 0-6 0,0 0 8 0,0 0-8 15,0 0-5-15,0 0 2 0,0 0 5 0,0 0-1 16,0 0 11-16,0 0 2 0,0 0 2 0,0 0-6 16,0 0 2-16,0 0-3 0,0 0-6 0,19-5-5 0,-1 4-3 15,1-2 5-15,15-1-11 0,0 1-13 0,5-2 8 0,11-2 3 16,4 3 0-16,-14 1-1 0,-1-1-6 0,-6 0-7 15,3 2-25-15,-5 0-7 0,-11 1-7 0,-2 0-21 16,-4 0-18-16,-1 1-19 0,-5 0-109 16,-2 0-210-16,-2-2 93 0</inkml:trace>
  <inkml:trace contextRef="#ctx0" brushRef="#br0" timeOffset="113373.34">25396 14725 156 0,'0'0'167'0,"0"-2"-20"0,0 2-12 16,0 0-25-16,0 0-15 0,0 0-9 0,0 0-11 16,0 18-10-16,0-1-9 0,-1 8-6 0,-4 4-8 15,1 2 8-15,-2 16-17 0,3-11-1 0,-1 12 2 32,-1-14-5-32,4 12-14 0,1-12-54 0,0-1-24 0,1-3-38 0,-1-4-95 15,5 1-212-15,-2-10 94 0</inkml:trace>
  <inkml:trace contextRef="#ctx0" brushRef="#br0" timeOffset="115794.48">26301 14894 64 0,'0'0'93'0,"0"0"-3"0,0 0-5 16,0 0 0-16,0 0-7 0,0 0 1 0,0-4-14 15,0 4-3-15,0 0-10 0,9-6-7 0,-5 4 1 16,0-3-7-16,2 1-11 0,5 1 2 0,2 0 0 16,2-6-1-16,6 1-8 15,5-1 0-15,-1 0-5 0,3-1-1 0,4 0 9 16,-2-5-9-16,0 5-10 0,2-3 3 0,0 1-2 15,-1-1-4-15,-2-2-4 0,1 1-6 0,-4-2 11 16,1 2-7-16,-5-1 6 0,-3-2 5 0,-6 4 6 16,0 1-2-16,-3-1 8 0,-5 2 3 0,0 2 6 15,2-1 8-15,-5 1-3 0,-1-2 0 0,-1 4-4 16,0-1-4-16,-3 1-6 0,-4-1-1 0,-3 2 1 0,-3 1-1 0,-5 1-10 16,-3 0 5-16,-10 1-5 0,0 4-6 0,-2 3 2 15,1 2 3-15,-2 3-8 0,0 4 6 16,1 3 1-16,1 0-6 0,-11 9-2 0,12-3-5 15,-6 10 5-15,10-7-1 0,5 3-3 0,2-2 3 0,5 2 1 16,6-2 0-16,6 0 7 0,5-2-3 0,8 1 4 16,10-4 8-16,8-1 6 0,18-1-1 0,8 1 1 0,6-8-2 15,5-3 2-15,32 0-8 0,-34-5 5 0,1-2-3 16,-4-2-4-16,-4 0 0 0,-18-2-2 0,-3 0 3 16,-6 2-2-16,-10-2 0 0,-2 1-1 0,-3 1 9 15,-5-3 7-15,-4 3 9 0,3-1-2 0,-2 0-5 16,-6 1-9-16,0-4-10 0,0 4-13 0,-10-5-24 15,0 2-19-15,-7 3-33 16,1-3-31-16,-4 3-152 0,2-1-286 0,5 0 127 16</inkml:trace>
  <inkml:trace contextRef="#ctx0" brushRef="#br0" timeOffset="119734.8">27115 14119 28 0,'0'-4'128'15,"0"4"-12"-15,3-7-15 0,-2 4-6 0,4-1-9 0,-1-1-13 16,1 3-5-16,1-2-12 0,5 2-2 0,1-1-12 16,6 1 1-16,-1 0-2 0,2 2-6 15,-6 2-4-15,7 0-6 0,-4 2-4 0,3 3-3 16,-3 0 3-16,2 2-7 15,-2 2-2-15,-1 3-4 0,-5 0-1 0,3 1 3 16,-4 3 0-16,-3-1-5 0,-3 3 4 0,-1-2-6 16,0 1-3-16,-5 1 0 0,-2 1 2 0,-3-4 8 15,-1 1-7-15,-6 3 4 0,2-5 0 0,-1-1-8 16,-5 3 6-16,2-5-1 0,3-3 1 0,-5 0 4 16,1-1-1-16,7-3 1 0,0 0 2 0,1-2 7 15,4 0 6-15,0-2 1 0,2 0 13 0,-1 1 11 0,0-2 19 0,5-1 20 16,-6 4 9-16,6-4-11 0,0 0-10 0,0 0-6 15,16-14-8-15,-3 4-6 0,9-7-4 0,1 2-9 16,4-3-5-16,0-1-7 0,5-4-8 0,-1-1-4 16,11-3-8-16,-11 5 0 0,-1 0-4 0,-2-1 0 15,-2 2-3-15,-3 2 1 0,1 0 0 0,-3 2 2 16,-8 3 3-16,0 4-2 16,-3 2 4-16,-3-1 3 0,-2 2-1 0,0 2-1 15,-1 0 0-15,0 0-4 0,-1 3-8 0,-3 0 0 16,0 2-1-16,0 0-2 0,0 0 0 0,-23 4-1 15,6 6 0-15,-1 2-1 0,-6 6 0 0,-1 3 1 16,1 1-3-16,1 2 0 0,2 0 1 0,4 1 0 16,0 1 1-16,8-2-1 0,3-1-1 0,5 2 1 15,6 1 3-15,4-4-5 0,10 1-7 0,6-3-26 0,7-1-32 0,16 3-53 16,7-4-77-16,0-6-103 0,3-4-331 16,-3-3 146-16</inkml:trace>
  <inkml:trace contextRef="#ctx0" brushRef="#br0" timeOffset="120367.72">27967 14854 29 0,'0'0'76'0,"0"0"5"0,0 0-1 15,0 0 9-15,0 0-8 0,0 0 6 0,-5-1 11 16,5 1-18-16,0 0 7 0,0 0-11 0,0 0-10 15,0 0-5-15,22-5-7 0,-9 3-1 0,6-1-9 16,9-1 4-16,0 1-11 0,5-3 0 0,1 5-4 0,1-4-1 0,5 2-13 16,0-1 6-16,-1-1-22 0,0 2 5 0,0-2-8 15,-2 1-24-15,-5 4-15 0,-2-5-18 0,-10 3-24 16,-3 0-13-16,-6-1-88 0,-3 1-197 0,-3-1 88 16</inkml:trace>
  <inkml:trace contextRef="#ctx0" brushRef="#br0" timeOffset="120605.87">28252 14657 174 0,'-1'-7'213'0,"0"2"-6"16,1 2-18-16,-2-1-12 0,2 4-26 0,0-5-15 15,0 5-21-15,0 0-14 0,2-4-33 0,-2 4-11 16,0 0-4-16,-8 13-6 0,6-3-8 0,-2 9-6 16,-3 7-1-16,-2 4-2 0,3 1-2 0,0 2-5 15,-2 12 2-15,3-11-17 0,-2-3-16 0,2 1-29 16,4-3-14-16,1 0-31 16,0-1-20-16,1-5-27 0,3-3-121 0,0-4-271 15,1-4 121-15</inkml:trace>
  <inkml:trace contextRef="#ctx0" brushRef="#br0" timeOffset="121354.25">28835 14485 56 0,'0'-2'134'0,"0"2"-18"0,4-7-9 16,-3 5-11-16,7-1-11 0,-1 1-12 0,4-1-3 15,2 1-6-15,6 0-7 0,-2 2 4 0,1 0-22 16,2 0 8-16,0 1-9 0,-1 0-3 0,0 3-1 0,-1-2-6 16,1 3-6-16,-2 0 7 0,0 0-13 15,-6 1 1-15,1 0-6 0,-3 4-4 0,-2-3-5 0,0 5 1 0,-4 0-5 16,0 4-2-16,-4 2 5 0,-4 0-4 0,-4 6-5 15,-4 0 7-15,-4 0-2 0,-2 0 0 0,-4-2 5 16,1 1-4-16,0-2-4 0,-8 0 3 0,4-1 0 16,1-1 1-16,3-2 1 0,8-5-3 0,0-5 3 15,4 2 6-15,0-3-3 0,-1 0 0 0,5-2 4 16,0-2-8-16,-1 3 10 16,4-1 14-16,0-1 25 0,0-3 24 15,3 0 29-15,-5 4 20 0,5-4-7 0,0 0-14 0,0 0-7 16,0 0-10-16,14-16-8 0,-5 11-8 0,1-4-8 15,4 2-4-15,-3-1-9 0,-1 3-2 0,1 0-9 16,-2-1-4-16,0 5-4 0,1-3-3 0,-1 1-3 16,-1 2-4-16,2 2-5 0,1 1 1 0,-2 3-4 15,0-1-5-15,2 2 3 0,-1 1-3 0,-1 2-3 0,5 5-2 0,-5-1 4 16,0 1 1-16,3 3-2 0,-2-2 2 16,-4-1-3-16,4-3 3 15,-3-2-5-15,-1 1 6 0,-1-3 0 16,-1-1 2-16,4 0-2 0,-2-4 6 0,6-2-7 0,2-2 3 0,5-6-1 15,7-1 0-15,2-6 2 0,-3 1-5 0,3-1 4 16,-1-2-3-16,1-2 0 0,0 0 0 16,-3 3-3-16,0 0 0 0,-1 3 2 0,-6 4-4 15,-9 2-3-15,4 2-13 0,-5 0-12 0,-1 1-25 16,-2 1-42-16,2 3-17 0,-7 0-23 0,10 3-32 16,-9 1-158-16,3 1-353 0,-3 1 157 0</inkml:trace>
  <inkml:trace contextRef="#ctx0" brushRef="#br0" timeOffset="122024.52">29884 14757 137 0,'0'0'137'0,"0"0"0"0,0 0-8 16,0 0 0-16,0 0-4 0,0 0-15 0,0 0-9 15,0 0-8-15,23-9-9 0,-9 3-3 0,3 3-11 16,1-3 1-16,1-2 0 16,6 1-11-16,-3-3 9 0,6 3-8 0,0-5-5 15,0-1-1-15,4 1-13 0,-5-2 1 0,3-3-6 16,-5 0-1-16,0 0-5 0,1 0-3 0,-10 5 0 16,-2-3-3-16,2 3 1 0,-3-2-6 0,-4-1-1 15,0 5 0-15,-3 1-2 0,-2-1 1 0,-4 1-2 16,0 2-3-16,-1 0 0 0,-6-1-7 0,-3 0 2 15,0 2-9-15,-7 2 4 0,-6 2-7 0,-3 2 3 0,-5 0 2 16,2 6-6-16,-2 3 1 0,0 1 3 0,-1 4-6 16,2 4 1-16,-1 0 0 0,0 8-5 0,4-3 5 15,6 6 0-15,3 2-2 0,4-2 4 0,6 3-4 0,7-6 6 16,7 5 4-16,8-8-4 0,11 4 8 16,21-1 2-16,7-2 2 0,35 2-3 0,4-2-12 15,0-11 11-15,-25-4-14 16,22 1-33-16,-29-8-66 0,-2-3-69 0,-20-2-132 15,-1-2-333-15,-2-4 148 0</inkml:trace>
  <inkml:trace contextRef="#ctx0" brushRef="#br0" timeOffset="126281.53">30538 14022 111 0,'0'0'111'0,"0"0"-6"0,0 0-5 16,0 0 0-16,0 0 14 0,0-4-23 0,0 4-2 15,0 0-7-15,0 0-2 0,0 0-5 0,4-2-2 0,-4 2-3 16,0 0-4-16,0 0-7 0,0 0-3 0,0 0-7 16,0 0-7-16,0 0-5 0,0 0 1 15,9 0-10-15,0-2-2 0,-3 2-5 0,6 2 14 16,-1-2-12-16,6 2-7 0,2 1-2 0,-1 0-5 0,0 2-1 0,0 0-2 15,-1 3-5-15,0 0 0 0,-4-1-5 0,1 3-2 16,0 3 0-16,-5-4-10 0,-4 3 1 0,3-1-10 16,-3 2-1-16,-4-1 9 0,2 1-5 0,-3 0 10 15,-4-1 1-15,-4 1-14 0,2 1 17 0,-7 1-8 16,-1-6 0-16,0 3 2 0,1-2-1 0,-2-3 13 16,4 0-9-1,-2 0 2-15,5-3 4 0,0 0 6 0,3-1-4 0,1 1-17 16,1-1 18-16,-2 1-4 0,3-1-3 0,2-3 14 15,0 0-3-15,9 8-4 0,1-3 2 0,2-1 1 16,2-1 0-16,1 4-3 0,-1-2-3 0,1 2 0 16,-3-2 1-16,1 2 0 0,-3-1-5 0,-1 2 3 15,-2 0 5-15,0-2-3 0,-3 4 3 0,0-4-5 16,-4 3 1-16,-4-2 5 0,0 3-10 0,-5-2 18 0,-5 3-17 16,0-4 8-16,-6 1-1 0,-6-3 6 0,-1 2-6 15,4-2 8-15,-3-1 0 0,5-1-21 0,2-1-12 16,-2-2-46-16,5-1-42 0,3-2-76 0,1 0-206 15,6 1 92-15</inkml:trace>
  <inkml:trace contextRef="#ctx0" brushRef="#br0" timeOffset="126735.74">30993 14119 105 0,'13'-6'146'0,"0"4"-12"0,0-1-15 0,2 5-15 16,2-1-8-16,-3 5-7 0,2-1-11 0,1 2-25 0,-3 4 15 16,-1 3-16-16,-3-2-7 0,-2 5-5 0,-2 0-4 15,-4-1-2-15,-5 1-6 0,-4 2 5 16,-7 4-10-16,-4-1 6 0,-2-1-15 0,-6 1 10 15,1-3-4-15,-1 1 0 0,-2-3-1 0,5-5-1 16,5-2 5-16,0-3 8 0,3 0 10 0,4-2 12 16,0-1 16-16,5-1 23 0,-1-2 28 0,2 1 34 15,2 0 33-15,3-2-14 0,0 0-16 0,0 0-21 16,19-20-9-16,6 6-22 0,7-4-10 0,13-10-11 16,5 2-16-16,2-1-25 15,-1 0-18-15,6 0-14 0,-8 1-7 0,-1 6 1 16,-20 5 8-16,-8 7 1 0,-4-1-2 0,-4 3 3 15,-1 1-8-15,-4 0-11 0,-1 3-28 0,0 2-1 16,-6 0 1-16,0 7-1 0,-7 3 9 0,-3 4-5 16,-7 7 6-16,0 5 0 0,-1 0 3 0,0 4-7 15,4-1-1-15,2 1-13 0,6 4-8 0,7 1-39 16,7-2-51-16,20 8-83 0,10-7-186 0,13-6-441 0,38-8 195 16</inkml:trace>
  <inkml:trace contextRef="#ctx0" brushRef="#br0" timeOffset="151087.63">12774 16387 67 0,'0'0'84'0,"0"-4"-3"16,0 4-4-16,0 0 1 0,1-4 6 0,-1 4-2 15,0 0-4-15,0 0-3 0,0-4 4 0,0 4-3 0,0 0-3 0,0 0 0 16,0-5-8-16,0 5 6 0,0 0-4 0,0 0-1 16,0 0-1-16,0 0 4 0,0 0-2 0,3-4 3 15,-3 4-1-15,0 0-5 0,0 0 1 0,0 0-3 16,-3-5 2-16,3 5-6 0,0 0-4 0,0-6-2 16,0 6-6-16,-1-4-2 0,1 4-3 0,0 0-4 15,0 0-8-15,0 0-5 16,0 0-6-16,1-5-6 0,-1 5-20 15,0 0-16-15,0 0-6 0,0 0 1 0,0 0 1 16,-1 16 0-16,1-5 1 0,-3 1 8 0,2 7 0 16,-3 0 6-16,2 7-1 0,-2-1-2 0,0 1 3 15,-1-8-2-15,1 7 6 0,0-7-6 0,3 0 7 0,-3-2-2 16,2 1 3-16,-1-5 0 0,3 0 0 16,-4-3 3-16,4-1-4 0,-1-3 6 0,1 0 2 0,-3 2 1 0,3-4 3 15,0 1 9-15,-1-1 16 0,1-3 8 0,0 0 7 16,0 7 8-16,-2-6-2 0,2-1 3 0,0 0-5 15,0 0-1-15,-3 4-3 0,3-4-5 0,0 0 0 16,0 0-5-16,0 0-4 0,0 0 0 0,0 0-6 16,0 0-15-16,0 0-22 0,0 0-27 0,0 0-33 15,0 0-43-15,-6-9-54 16,3 4-188-16,-1-1-386 0,-1 1 171 0</inkml:trace>
  <inkml:trace contextRef="#ctx0" brushRef="#br0" timeOffset="151735.97">12752 16227 16 0,'0'0'121'0,"-4"-7"-15"0,4 7-10 0,0 0-10 15,0 0-13-15,0 0-1 0,0 0-15 16,0 0 0-16,0 0-11 0,0 0-2 0,0 0-5 16,0 0-3-16,23 13 1 0,-11-9-13 0,3 3 1 0,1-1 4 0,-1 0-4 15,3 2 3-15,6 5-5 0,3-2 0 0,-2 1-3 16,0 0-3-16,-3 3 0 0,3-1-7 0,1 3 6 15,-6 0-6-15,-2-2 2 0,-4 2 2 0,-4-2-6 16,-1 3 6-16,-4 2-8 0,-1-1 2 0,-4 0-5 16,-5 0 3-16,-4-2 3 0,-6 4 2 0,-6 0-1 15,-7-2 4 1,1-2 15-16,-1 0-14 0,-5 0 1 0,2-2 0 16,1-3 3-16,-2 2 3 0,1-5 0 0,3 0 5 15,1 0 0-15,9-4 1 0,4-1-3 0,5-1 4 0,0 0 2 16,2 1-12-16,0-3-4 0,2 1 4 0,1-2 19 15,4 0 0-15,-8 2-2 0,8-2 1 16,-7 1-6-16,7-1-2 0,-4 2-1 0,4-2-3 16,0 0 2-16,0 0-4 0,-6 2 0 0,6-2-4 0,0 0 1 0,0 0-4 15,0 0-1-15,0 0 0 0,0 0-11 0,0 0-17 16,0 0-23-16,0 0-26 0,0 0-47 0,0 0-43 16,0 0-129-16,0 0-302 0,0 0 134 0</inkml:trace>
  <inkml:trace contextRef="#ctx0" brushRef="#br0" timeOffset="152691.51">13436 16526 17 0,'0'0'64'0,"0"0"0"15,0 0-6-15,-8 3 4 0,8-3-9 0,0 0-5 16,0 0-3-16,0 0-9 0,0 0 9 0,0 0-12 16,0 0-1-16,0 0 7 0,0 0-5 0,0 0 3 15,0 0 5-15,0 0-4 0,0 0 1 0,0 0-3 16,0 0 0-16,0 0 4 0,0 0-6 0,0 0-4 0,0 0 0 0,0 0-8 15,0 0 2-15,0 0-3 0,0 0-2 0,0 0-3 16,0 0-1-16,0 0 2 0,0 0-8 0,-5 4-3 16,5-4 7-16,0 0 0 0,0 0-4 0,0 0 3 15,0 0-11-15,0 0 9 0,0 0-4 0,0 0 1 16,0 0-1-16,0 0 1 0,0 0-2 0,0 0-1 16,0 0-2-16,0 0 7 0,0 0-8 0,0 0 9 0,0 0-6 15,0 0 8-15,0 0-1 0,0 0 9 0,0 0 0 16,0 0 11-16,0 0 2 0,0 0 0 0,0 0-3 15,0 0-3-15,0 0-3 0,0 0 0 0,0 0-5 16,0 0-2-16,0 0 1 0,0 0-4 0,0 0 4 16,0 0-2-16,23-7-6 0,-10 6 8 0,9 0-8 15,6-1 5-15,2-2 0 16,1 2 3-16,2-3 2 0,4 2 1 0,2-2-8 16,-5 2 2-16,1-1-3 0,-5 2 4 0,0-5-8 15,-6 6 1-15,-6-1-1 0,-3 0 0 0,-2 1 1 16,-4-1-2-16,1 2-3 0,-2 0 5 0,-3-2 1 15,4 2 0-15,-9 0 6 0,6 0-10 0,-6 0 0 16,0 0-16-16,8-3-11 0,-8 3-29 16,0 0-10-16,0 0-30 0,0 5-37 0,0-5-134 0,-8 5-282 0,2-3 125 15</inkml:trace>
  <inkml:trace contextRef="#ctx0" brushRef="#br0" timeOffset="161699.7">14416 16302 54 0,'0'0'103'0,"0"0"-10"0,0 0-13 0,0 0-6 16,0 0-7-16,0 0 3 0,0 0-12 15,0 0-7-15,0 0 4 0,0 0-15 0,0 0 1 16,0 0-8-16,0 0-6 0,0 0 10 0,0 0-14 15,-5-2-15-15,5 2 15 0,0 0-11 0,0 0 11 0,0 0 7 0,0 0-24 16,-13 0 0-16,13 0 0 0,-8 3-1 0,3 0-9 16,0 1 7-16,-1-2 1 0,-4 5-1 0,1 1 8 15,1-4-7-15,-1 2 0 0,0 3-7 0,0 0 4 16,4-2-5-16,-4 3 1 0,4 0 23 0,1 0-30 16,-1-1 11-16,1 1-5 0,0 0 5 0,-1-2-9 15,4 3 14 1,1-3-19-16,-2-1 5 0,0 0 6 0,6 1 1 15,-4 1-6-15,5-4-4 0,-1 2 6 0,1 1 4 16,0-3 5-16,3-1 9 0,3 1-3 0,1-1 8 0,-2-1 5 16,7-1 33-16,-4-1-2 0,-1-1 10 0,1-1 7 15,-3-1 13-15,3 0 6 0,-3-1 6 16,0-4 2-16,1 3 4 0,-2-4 1 0,-2 0-3 16,2 2 1-16,-4-3-2 0,0 1-14 0,-1-4-3 0,0 2-5 0,-3-2-1 15,-1 3-6-15,-1-4-7 0,0 1-7 0,-3 0-9 16,-2 2-14-16,-1-3-9 0,1 2-5 0,-6-1-12 15,-1 2-10-15,0 0-2 0,2 3-3 0,-4-3-13 16,6 6-10-16,-1-3-10 0,-2 4-15 0,5 1-24 16,0-1-26-16,7 3-28 0,-10-4-23 0,5 1-37 15,5 3-138-15,0 0-358 16,0 0 158-16</inkml:trace>
  <inkml:trace contextRef="#ctx0" brushRef="#br0" timeOffset="162100.81">14613 16084 114 0,'0'0'148'0,"0"0"-17"0,0 0-2 15,0 0-31-15,0 0-2 0,18 9-15 0,-7 0-6 16,2 1-10-16,6 9 3 0,0 0-14 0,0 5 1 0,2 3-13 0,-2 0-1 15,-1 5-1-15,-4-2-2 0,5 16-1 0,-9-14-6 16,-2 15 0-16,-4-12 2 0,-3 1-7 0,-6-2-4 16,-4 0 3-16,-4-4 7 0,-6 1-7 0,-13 4-3 15,-4 0-2-15,-6-4 8 0,-4-2-11 0,-6-4 1 16,-7 3-16-16,-26 3-53 0,-5-5-77 0,-6-4-117 16,0-4-264-16,3-7 117 0</inkml:trace>
  <inkml:trace contextRef="#ctx0" brushRef="#br0" timeOffset="162749.13">12544 16070 149 0,'0'-3'127'0,"0"3"-7"0,0-5-20 15,0 5-2-15,1-4-22 0,-1 4-6 0,0 0-11 16,0 0-14-16,0 0 0 0,-13 12-2 0,2 2-3 15,-6 9 1-15,-2 6-10 0,-10 16 0 0,-2 4 0 16,1 2-3-16,-14 26 1 0,13-25 20 0,-6 22-3 16,13-26-8-16,4-2 0 0,2-2-4 0,6-10-2 15,3-3-8-15,4 1 2 16,8-3-5-16,3 0 0 0,6 0 4 0,7-2-4 16,9-6 4-16,19 4 0 0,11-9-25 0,37 0-62 15,0-5-193-15,0-14-276 0,-1-5 124 16</inkml:trace>
  <inkml:trace contextRef="#ctx0" brushRef="#br0" timeOffset="163535.56">15445 15979 146 0,'0'0'160'0,"-3"-2"-18"0,3 2-14 15,0 0-11-15,-1-5-17 16,1 5-12-16,0 0-10 0,0 0-7 0,-13 9-12 16,4-4-2-16,-5 9-10 0,-8 7 7 0,-1 6-20 15,-5 12 2-15,-2 5-7 0,-5 4-4 16,6 0 3-16,-2 4-6 0,7-2-2 0,-2-4 22 16,6-1-3-16,8-13-5 0,3 2-2 0,0-4-7 15,7 1 3-15,0-4-5 0,7-1-1 0,-1-6 0 16,9 4 0-16,5-2 1 0,6-4 5 0,11-3-10 0,15-1-30 0,6-6-50 15,9-2-87-15,1-5-114 0,25-7-285 0,-30 2 127 16</inkml:trace>
  <inkml:trace contextRef="#ctx0" brushRef="#br0" timeOffset="163936.63">15967 16233 91 0,'-2'-3'163'0,"2"3"-21"0,-2-5-16 15,2 5-18-15,0 0-16 0,0 0 6 0,0 0-22 16,0 0-12-16,0 0-8 0,-2 13-7 0,-1-4-5 16,3 1-5-16,0 3-2 0,0 0-1 0,0 4-11 15,0 2-1-15,0 1 5 0,0-1 15 0,0 0 1 16,0-2-9-16,0 1 1 0,0-1-7 0,0-2-1 15,-2-3-21-15,0-1-16 16,1 1-21-16,-1-4-17 0,-1-1-11 16,2-1-11-16,-3 2-11 0,0-4-31 0,-2 0-79 15,-1-3-204-15,1-1 90 0</inkml:trace>
  <inkml:trace contextRef="#ctx0" brushRef="#br0" timeOffset="164261.81">15898 16140 27 0,'0'0'157'0,"0"0"-22"0,5-4-14 16,-5 4-7-16,0 0 4 0,25 2-13 0,-14 3-6 16,11 2-3-1,5 3-9-15,-1 0-4 0,4 2-5 0,-4 5-10 16,-1 1-5-16,-2 2-7 0,0 2-7 0,-4 0-5 15,-1 0-1-15,1 2-7 0,-6-2-5 0,-4 2 3 16,-5-7-6-16,-3 3-6 0,-1-2-5 0,-4 2 0 16,-1-6-5-16,-6 3-1 0,-5-1-1 0,-2 1 0 15,-5-1 1-15,-1-4-1 0,0 0-1 0,-3-3 1 16,3 0-1-16,3-3 1 0,2-1 1 16,5 0-3-16,0-1 2 0,1 0 0 0,4-3-4 0,1 2-5 15,1-2-19-15,3-1-20 0,4 0-34 0,0 0-80 16,0 0-114-16,0 0-289 0,19-15 128 0</inkml:trace>
  <inkml:trace contextRef="#ctx0" brushRef="#br0" timeOffset="164706.57">16537 16441 99 0,'0'0'153'16,"0"0"-14"-16,0 0-15 0,0 0-10 16,0 0-12-16,0 0-10 0,-9 0-17 0,9 0-2 0,0 0-7 15,0 0-9-15,0 0-1 0,0 0-15 16,0 0-1-16,0 0-6 0,0 0-1 0,0 0-5 0,0 0-1 0,0 0 0 0,0 0 7 15,0 0-1-15,0 0-2 0,0 0 5 0,0 0 4 16,0 0-7-16,0 0 0 0,0 0-4 16,0 0 8-16,0 0-2 0,0 0-5 0,0 0 9 0,0 0 1 15,0 0-5-15,0 0-4 0,0 0-1 0,0 0-4 16,0 0-2-16,23-8-1 0,-4 6-2 0,9-3-4 16,4 2-5-1,3-2 7-15,-2-1-10 0,6 3-1 0,0-2 1 16,-4 1 4-16,-1-2-8 0,-6 4 3 0,3 0-5 15,-13-1 0-15,1 1-9 0,-4 2 8 0,-4-2-7 16,-4 1 4-16,0-1-5 0,0 2-8 0,0-1-17 16,-2-1-16-16,-5 2-31 0,0 0-19 0,0 0-18 15,0 0-13-15,0 0-27 0,-17-4-87 0,17 4-260 16,0 0 116-16</inkml:trace>
  <inkml:trace contextRef="#ctx0" brushRef="#br0" timeOffset="165069.79">17213 16223 177 0,'1'-5'207'0,"-1"5"-21"0,0-5-22 0,0 5-18 15,0 0-16-15,0 0-11 0,0 0-17 0,0 0-16 16,0 0-6-16,0 0-10 0,0 0-8 0,0 0-4 0,4 14-9 16,-2-4-16-16,1 1 4 0,-1 0 0 0,3 1-5 15,-3 3-5-15,1 2-2 0,-2-3-3 0,0-2-1 16,3 4-2-16,-2-3-8 0,-2-3 4 0,1-1-1 16,-1 2-4-16,1-4-4 0,-1 2 9 0,0-4-4 0,3 0 0 15,-3 0 5-15,2-1-11 0,-2 0 5 16,0-4 1-16,0 4-2 0,0-4 5 0,-2 5-5 0,2-5 0 0,0 0 1 15,0 4-2-15,0-4 6 0,0 0-19 0,0 0 1 16,0 0-30-16,0 0-13 0,0 0-14 0,-2 4-17 16,2-4-234-16,0 0-337 0,0-18 149 0</inkml:trace>
  <inkml:trace contextRef="#ctx0" brushRef="#br0" timeOffset="165386.13">17259 16022 122 0,'14'-3'126'0,"-5"3"-9"16,-9 0-3-16,27 6-5 0,-8-2-9 15,9 5-6-15,0 4-1 0,3 1-2 0,1 6-10 16,-1 1-4-16,-1 4-8 0,6 9-6 0,-9-6 0 0,-4 1-8 15,-6 3-5-15,-1-3-5 0,-4 4-8 0,-3-1-6 16,-4-3-3-16,-4 1 3 0,-5 1-3 0,-5-3-8 16,-5-3 4-1,-5 0 3-15,-5-4-11 0,-6-2 8 0,-2 1-5 16,-1-6 0-16,-16 3-5 0,13-4 1 0,1-1 1 16,-2-4-1-16,-1 1-8 0,4-3-19 0,4 0-25 15,2-5-54-15,8 2-64 0,0-2-103 0,11-2-279 16,3-3 124-16</inkml:trace>
  <inkml:trace contextRef="#ctx0" brushRef="#br0" timeOffset="165755.91">18137 16000 8 0,'0'0'136'0,"0"0"-14"0,-15 5-14 15,6 5-4-15,-8 2-8 0,-1 6-7 0,-5 9-6 16,-6 11-3-16,-2 4-6 0,3 4-11 0,1-2-3 16,4 2-5-16,9-13-5 0,2 13-7 0,2-13 2 15,5-2-6-15,7-2-7 0,3-2-7 0,4 1 5 16,9-5-2-16,7 0 9 0,17 4-8 0,12-5 2 0,5-5-10 16,28 1-62-16,-25-9-103 0,0-9-74 0,0-3-235 0,-7-4 105 15</inkml:trace>
  <inkml:trace contextRef="#ctx0" brushRef="#br0" timeOffset="166542.09">18665 16133 21 0,'0'-2'218'0,"0"2"-10"0,-3-8-11 0,3 5-8 15,0-2-11-15,0 5-9 0,0-5-15 16,0 1-14-16,3 2-14 0,-3 2-14 0,1-5-4 15,-1 5-24-15,0 0-12 0,0 0-13 0,0 0-14 0,0 0-22 16,0 0-9-16,0 0-1 0,4 11 0 0,-4 1-8 0,0-1 1 16,1 6 1-16,-1 2-5 0,0 0-2 0,0 1-1 15,0-3-2-15,0 3 6 0,-2 0-9 0,2-2 7 16,-3-1 25-16,-1 2 1 0,3-4-5 0,-3-1-2 16,-1-3-4-16,4 0-1 0,-2-1-26 0,-1-2-9 15,3 1-14-15,0-4-11 0,1 0-11 0,-3 0-12 16,3-1-2-1,0-4-3-15,0 5 0 0,-4-2 1 0,4-3 1 16,-1 4-13-16,1-4-72 0,0 0-86 0,0 0-262 0,-5-13 116 16</inkml:trace>
  <inkml:trace contextRef="#ctx0" brushRef="#br0" timeOffset="166889.76">18559 16095 216 0,'0'0'213'0,"-1"-4"-23"15,1 4-21-15,1-4-24 0,-1 4-11 0,0 0-20 16,1-6-9-16,-1 6-12 0,0 0-14 0,0 0-4 0,20 9-9 16,-6-5-12-16,1 6-1 0,5-2-8 0,2 7 0 15,1 2-9-15,-2 1-4 0,2 3-2 0,-2-1-7 16,-2 2 0-16,0 1-6 0,-5 0 2 0,-1 1-5 0,-3 0-2 15,-1 1-5-15,-7-7-1 0,0 0-3 0,-6 1 1 16,-1-2 6-16,-4-2-4 0,-4 3 2 16,-1-5-2-16,-5 4 3 15,-6-2-1-15,0-1-2 0,2-2 5 0,-1-2-4 16,2-2 3-16,4-3-6 0,1 1 3 0,6-1-27 16,-4-2 4-16,5 1-4 0,3-3 3 0,0 3-16 15,0-4-24-15,2 3-5 0,5-3-31 0,-4 2-8 16,4-2-27-16,0 0-134 0,0 0-282 0,43-9 125 15</inkml:trace>
  <inkml:trace contextRef="#ctx0" brushRef="#br0" timeOffset="167406.57">19306 16350 75 0,'0'0'113'0,"-9"-2"-9"15,9 2-9-15,0 0-15 0,0 0-1 0,0 0-14 0,0 0-2 16,0 0-6-16,0 0-6 0,0 0-4 0,0 0 3 15,0 0 5-15,0 0-13 0,0 0 1 0,0 0 1 16,0 0 1-16,0 0-7 0,-4-2 3 0,4 2 0 16,0 0-1-16,0 0 1 0,0 0-2 0,0 0-8 15,0 0 11-15,0 0 1 0,0 0 5 0,0 0-2 16,0 0-3-16,0 0-1 16,0 0-1-16,0 0-5 0,0 0-7 0,0 0-2 15,0 0-3-15,0 0-3 0,0 0 2 0,0 0-7 16,0 0 4-16,0 0-5 0,0 0 2 0,0 0-3 15,0 0 3-15,0 0-4 0,0 0 1 16,30-1-5-16,-11 0 4 0,8-4-2 0,4 2-3 16,6-1-1-16,12 1 2 0,4-5 0 0,-15 6-1 0,1-2 2 15,1 1-3-15,-4 2 1 0,-4 0-8 0,-1-3 7 0,-5 3-2 16,-7-2 3-16,-2 1-2 0,-5 2 3 0,-1-2-2 16,-4 2-2-16,-1 0 4 0,-1-3-3 0,-5 3-2 15,8 0-2-15,-8 0-17 0,0 0-23 0,0 0-19 16,0 0-14-16,0 0-29 0,0 0-25 0,-18-7-18 15,10 7-122-15,-3 0-287 0,11 0 127 0</inkml:trace>
  <inkml:trace contextRef="#ctx0" brushRef="#br0" timeOffset="168092.84">19914 16046 85 0,'0'0'102'15,"12"-1"-11"-15,-2 1-6 0,3-1-10 0,0 2-7 16,-2 0-14-16,2 1 1 16,5 0-7-16,-5 1-6 0,7 0-3 0,-6-1-11 15,4 3 5-15,-1 0 1 0,-4 0-9 16,2 5 7-16,-5-5-5 0,0-1-4 0,0 2-4 0,-1 3-4 15,-1-1 13-15,0 1-12 0,-3 3-6 0,-4-3 5 16,2 4-11-16,-6-2 5 0,-2-1-1 0,-1 2 2 16,-2 3-3-16,-4-1 2 0,-3-4-4 0,2 2 2 15,-2 0-3-15,-2-5 2 0,1 3 9 0,3 0 1 0,0-5-3 16,3 0 0-16,0 2-3 0,1-5-2 0,0 3 4 16,2 1-4-16,1-5 3 0,1 2-3 0,0-1-5 15,5-2-8-15,-6 4 11 0,2 0-1 0,4-4-8 16,0 0 8-16,-7 2-5 0,7-2 16 0,-6 2 12 15,6-2 10-15,0 0 10 0,0 0-1 0,0 0 5 16,0 0-4-16,-4 2 2 0,4-2-7 0,0 0 5 0,0 0-3 0,0 0 0 16,23-4-2-16,-6 2-6 0,1-1 2 0,10 1-5 15,0 1 0-15,1 1-10 0,1-2 4 0,0 0-8 16,-8 2-1-16,6-3-1 0,0 3 2 16,-9-1-5-16,2 2 1 0,-6-2-8 0,-1 1 3 0,-3-1-2 15,-4 1 1-15,-7 0-3 0,14 0 4 0,-14 0-4 16,10 0-1-1,-3-3 0-15,-7 3 5 0,0 0-3 0,0 0 0 16,10 3 2-16,-10-3-5 0,0 0 1 0,0 0-3 16,0 0-5-16,0 0-14 0,0 0-17 0,0 0-15 15,0 0-18-15,0 0-35 0,0 0-13 0,-29-5-41 16,22 3-127-16,-3-1-305 0,4 3 136 0</inkml:trace>
  <inkml:trace contextRef="#ctx0" brushRef="#br0" timeOffset="168716.48">20166 15836 65 0,'21'4'104'15,"-2"1"-20"-15,8 3 0 0,6 1-2 0,1 6 8 16,0-1-7-16,1 3-5 0,11 6-5 0,-12-2-7 15,-4 3-8-15,-2 0-10 0,6 12-1 0,-14-5-5 0,3 11 1 16,-8-8-1-16,-2 12-7 0,-9-12-7 0,1 15-4 16,-6-14 1-16,-7 2 1 0,-10 6-4 0,4-11-2 15,-5-3-1-15,-3-3 8 0,-3-2 6 0,-2-2 4 16,-4-2 0-16,1-3 10 0,-4-1 5 0,2-1-2 16,2-4 6-16,0-2-4 0,2 2 3 0,8-7 5 15,2 2 0-15,4-3-3 0,4 1-3 0,1-3-3 0,1 0-6 0,4 1-5 16,-1 2 15-16,0-3-5 0,5-1-1 0,-5 3-3 15,5-3-5-15,-8 1-1 0,8-1-2 0,0 0-6 16,0 0-2-16,0 0-12 0,0 0-12 0,0 0-22 16,0 0-20-16,22 0-22 0,-17 1-28 0,-5-1-25 15,10-2-39-15,-5 0-37 0,0 0-124 0,2-2-336 16,-1 1 149 0</inkml:trace>
  <inkml:trace contextRef="#ctx0" brushRef="#br0" timeOffset="178438.53">21178 16121 17 0,'0'0'52'0,"0"0"0"0,0 0 7 16,0 0-9-16,0 0 0 0,0 0 3 0,0 0 2 15,0 0-9-15,0 0 0 0,0 0 0 0,0 0-12 16,0 0-1-16,0 0-9 0,0 0 5 0,0 0-9 16,0 0 0-16,0 0-3 0,0 0-1 0,0 0 2 15,0 0-1-15,0 0 2 0,0 0-3 0,0 0-7 0,0 0-7 0,0 0 14 16,0 0 0-16,0 0-2 0,0 0 1 0,0 0 5 15,0 0-3-15,0 0-1 0,0 0 1 0,0 0-1 16,0 0-7-16,0 0 2 0,0 0-1 0,0 0 13 16,10 0 4-16,-2-1 13 0,6 1-11 0,5-1 4 15,12-2-4-15,1 2-1 0,2 1 2 0,3-2 4 16,3 1-11 0,1 1 0-16,-3 0-4 0,-2-2-2 0,-3 2-3 0,-3 0 4 15,-2 2 4-15,-9-4-9 0,0 2 1 0,-5 0-6 16,-4 2 0-16,-2-2 3 0,1 0-4 0,0 0-7 15,-4 0-3-15,-5 0-17 0,0 0 6 16,9 0-12-16,-9 0-7 0,-2 4-10 0,2-4-17 0,-13 6-12 16,1-1-23-16,2-1-86 0,-2-2-194 0,1 1 86 15</inkml:trace>
  <inkml:trace contextRef="#ctx0" brushRef="#br0" timeOffset="178902.1">21241 16322 159 0,'0'0'159'0,"0"0"-18"0,0 0-2 0,0 0-6 16,0 0-4-16,0 0-8 0,0 0-6 0,0 0-6 15,0 0-6-15,0 0-4 0,0 0-11 0,0 0-4 0,0 0-15 16,0 0 3-16,0 0-16 0,15-3-1 0,-1-1-8 0,6 0-10 15,10-4 3-15,6 5-9 0,14-4 1 0,2 2-4 16,3-2-2-16,-2 0-4 0,-2 5-2 0,-16 1-6 16,1-1 3-16,1-1-5 0,-6 3-1 15,-1-1 0-15,0 1 0 0,-13 0 0 0,2 0 0 16,-8 0-8-16,1 1-7 16,-5-2-5-16,1 2-3 0,-8-1-1 0,10-1-2 15,-10 1-6-15,9 1-2 0,-9-1-10 0,0 0-14 16,0 0-23-16,0 0-13 0,0 0-26 0,0 0-22 15,0 0-144-15,-22 7-297 0,22-7 132 0</inkml:trace>
  <inkml:trace contextRef="#ctx0" brushRef="#br0" timeOffset="182812.05">22930 16019 32 0,'2'-7'72'0,"-2"7"-2"0,0 0 0 15,0 0-10-15,0 0-6 16,0 0 5-16,0 0-6 0,-7-10-8 0,7 10 3 15,0 0-11-15,-6-2 2 0,6 2-8 0,0 0-4 16,-7-5-6-16,7 5-2 0,-12-1 1 0,12 1-2 16,-8-3-7-16,1-1 6 0,7 4-6 0,-11-1 3 15,2 1-5-15,9 0 4 0,-14-3-5 0,5 3-5 16,9 0 4-16,-14 0-7 0,4 0 6 16,-2 0 6-16,3 0-3 0,-2 0-8 0,-1 0-3 0,2 0 6 0,-4 3 0 15,1-3 8-15,2 0-6 0,-3 1 5 0,3 2-5 16,-1 0 2-16,-1-3 1 0,0 2-3 0,0-2 1 15,2 3 1-15,-1-1-3 0,2 0-5 0,0 1 3 16,-2 2-2-16,2-3-2 0,1 2 4 0,-1 1-1 16,1 3-2-16,0-3 1 0,1-1 1 0,-2 4 0 15,1-1-2-15,1-2 0 16,-2 2 6-16,5-2-6 0,-2 1 3 16,1-1-3-16,1 2-1 0,-3 0-1 0,4 0 3 15,0-2-3-15,0 1 2 0,1 1-10 0,1 0 7 16,-2-3-1-16,0 1 5 0,3 2-4 0,0-2-1 15,-1-1 3-15,1 2-1 0,1 1-3 0,-1-3 4 0,0 2-1 16,1-6 0-16,0 12 2 0,1-8 6 0,0 3-5 16,0-1 3-16,2 1-6 0,1-1-5 0,-2 0 11 0,3 1-5 15,-1 1 2-15,1-3-4 0,3 4 4 0,0-1 4 16,-1-2 3-16,2 1 6 0,0 1-4 0,0 0 4 16,0-2-9-16,0-1 9 0,-3 0-13 0,2 2 4 15,-3-3 6-15,0-1-3 0,8 3-3 0,-8-2 9 16,2 0-10-16,-2 0 7 0,1 0 7 0,2-1 10 15,-3 1-6-15,4-2 4 0,-3 2-1 0,3-2 8 0,-3 0-11 0,5 1 1 16,-3-1-3-16,0 1 2 0,1-2-1 0,0 2 11 16,1-3-9-16,3 3 0 0,-4-1-6 15,5-2 3 1,-5 1-4-16,4 0 1 0,1-1 4 0,-4 2 0 0,3-2 1 0,0 1 1 16,-2-2-1-16,7 1 4 0,-6-2-6 0,2 2 3 15,-3 0-3-15,1-1 2 0,-5 0-3 16,4-1 4-16,-3 2 4 0,3-1 8 0,-3-1 7 15,-1 2-3-15,3-3 7 0,-1 1-4 0,-4-1 5 16,2 0-2-16,-1 2 4 0,-1-2-9 0,3-1 0 16,-3 1-2-16,0 0 12 0,3-1-10 0,-3 0 2 15,0 0-4-15,0 0 3 0,-1 2-4 0,1-4 16 16,0 2-6-16,-1 2-1 0,0-2 1 0,-2 0 5 16,1-3 0-16,1 5-6 0,-1-3-7 0,-3 5-10 0,5-10 3 0,-4 8-4 15,4-2-3-15,-4-1 0 0,-1 5-6 0,5-8 1 16,-3 4-6-16,0-1 6 0,1 1-3 0,-3-3-2 15,2 3-4-15,-2 4-3 0,4-10 1 0,-3 6 2 16,2-2-2-16,-2 1 5 0,2-2-8 0,-1 3 0 16,0-1 1-16,-2 5-2 0,1-10 1 0,0 5-1 15,0 0-2 1,1 0 0-16,-2 0 0 0,0 5 1 0,2-8 0 16,-2 2 1-16,0 6-4 0,3-5-1 0,-3 5 3 15,2-6 1-15,-2 6-8 0,-1-8 6 0,1 8 1 16,1-5-2-16,-1 5 3 0,-1-8-2 0,1 8-4 15,-1-7 3-15,1 7-1 0,-3-6 0 0,3 6-1 16,-4-5 1-16,4 5-2 0,-3-6 2 0,3 6-3 16,-5-6 2-16,5 6 2 0,-3-6 1 0,2 3-5 0,1 3 5 15,-3-8-5-15,3 8 3 0,-2-6 4 0,2 6-6 16,-4-5-2-16,4 5 3 0,-2-6-2 0,2 6 3 0,-2-5-1 16,2 5-1-16,-3-5 1 0,3 5 3 0,-4-5 0 15,4 5-2-15,-2-6 1 0,2 6-5 16,-4-4 7-16,4 4-3 0,0 0-2 0,-4-5 1 15,4 5 0-15,-2-5-1 16,2 5-1-16,0 0-3 0,-5-5-4 0,5 5-2 16,-3-3 3-16,3 3-4 0,0 0-1 0,-6-5-1 15,6 5-1-15,-7-4 3 0,7 4 1 0,-5-7 1 16,5 7 2-16,-5-2 0 0,5 2 1 0,-5-3 1 16,5 3 2-16,-5-4-4 0,1 0 6 0,4 4-1 15,-5-4-2-15,5 4 3 0,-8-2 0 0,8 2-2 16,-6-3-3-16,6 3-6 0,-8-5-5 0,8 5-1 0,-8-2-7 15,2 0 2-15,6 2-6 0,-13-4-2 0,0 2-4 16,2 1-4-16,-8 1-6 0,-3 0-19 0,-6 0-17 16,-4 3-24-16,0-2-41 0,0-1-59 0,-9 5-148 15,2-3-383-15,0 1 170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4-25T05:55:52.0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7546 2687 126 0,'0'0'290'0,"-1"-5"-11"0,1 5-7 15,0-2-10-15,0 2-5 0,-4-5-6 0,4 5 1 31,-1-7-20-31,1 4-12 0,0 3 1 0,0 0-11 0,-4-7-11 0,4 7-10 0,0-7-10 16,0 4-23-16,0 3-18 0,0 0-13 16,2-5-25-16,-2 5 4 0,2-2-15 15,-2 2-25-15,0 0-31 0,0 0-46 0,0 0-33 16,0 0-37-16,0 0-14 0,0 0 0 0,0 18 14 16,1-2 9-16,-1 1 10 0,4 1 10 0,-8 9 6 15,8-2 1-15,-9 4 8 0,5-6 3 0,0 2 7 16,0-4 0-16,0-1 7 0,0-2 2 0,0 1 3 15,0-4 0-15,0-4 6 0,0 0-1 0,0-1 4 16,-2-3 0-16,4-1 2 0,-4-1-5 0,2 1-5 0,0-6 5 16,-2 6-4-16,2-6 1 0,2 5 2 0,-2-5 0 15,0 0-5-15,0 0-46 0,0 0-52 0,0 0-44 0,0 0-47 16,2-19-41-16,-4 11-152 0,0-4-432 0,1 0 193 16</inkml:trace>
  <inkml:trace contextRef="#ctx0" brushRef="#br0" timeOffset="385.45">7480 2525 273 0,'0'0'256'0,"0"0"-14"0,1-7-25 0,-1 7-20 0,-2-4-23 0,2 4-19 16,0 0-18-16,0 0-17 0,0 0-16 15,0 0-7-15,21 8-14 0,-3-3-7 0,-1 4-8 16,12 6-5-16,2-3 1 0,4 5-6 0,-4 3-8 16,4-3-3-16,-3 5-1 0,-2-1-8 0,0 3-2 15,-4 1-6-15,-5-2 1 0,-3 2-4 0,-3 0-3 16,-8-6-2-16,-1 7-3 16,-9-6-2-16,-3-2 1 0,-4 5-3 0,-9 3 2 15,-4-6 3-15,-3 4-4 0,-4-5 1 0,-4 1-6 16,2-1 5-16,-3-2 4 0,-1-2 4 0,7-1-4 15,-1 0-2-15,7-3-2 0,1-4-2 0,7 0-1 16,4-2-2-16,1-1-2 0,2-1 0 0,-3 1 0 16,6-4-2-16,1 4 3 0,4-4-3 0,0 0-1 15,-10 2-2-15,10-2 1 0,0 0 3 0,0 0 0 0,0 0-1 16,0 0-7-16,31-2-19 0,-20-1-28 0,1-1-26 16,3-1-38-16,-2-5-65 0,2 0-58 0,-3 2-177 15,-2 2-446-15,-1-8 197 0</inkml:trace>
  <inkml:trace contextRef="#ctx0" brushRef="#br0" timeOffset="855.19">7894 2261 194 0,'0'0'298'15,"4"-2"-25"-15,-4 2-20 0,0 0-28 0,1-3-21 0,-1 3-26 16,8 0-18-16,-1 0-17 0,1 0-14 0,2 0-16 15,2 3-10-15,1 2-14 0,3 1-13 0,-2 0-8 0,4 6-11 16,-5-2-4-16,1 2-11 0,-4 3-4 0,0 2-6 16,-2 1-3-16,-3 2-2 0,-1 3-2 0,-4-5-5 15,-4 3-1-15,-3 4-33 0,0-5 7 0,-2-4-1 16,0 3 1 0,-1-2 5-16,4-3-3 0,-5 1 4 0,6-9-6 15,-1 5 5-15,-2-5-1 0,4 1 1 0,1-3 1 16,0 1 2-16,3-3 25 0,-4 2 15 0,1-1 14 15,3-3 10-15,-1 3 5 16,1-3 3-16,0 0-2 0,0 0-7 0,13 0-7 0,0-2-10 16,6-1-1-16,3-2-9 0,-3 3-2 0,3 0-9 15,-3-1-21-15,-2 0-26 0,2 2-36 0,-7-4-46 0,8 5-51 16,-8-1-52-16,1 1-61 0,-6 0-183 0,-7 0-488 0,10-1 216 16</inkml:trace>
  <inkml:trace contextRef="#ctx0" brushRef="#br0" timeOffset="1387.76">8308 2854 164 0,'-8'5'210'0,"8"-5"-2"16,-5 0-5-16,5 0-6 0,0 0-10 0,0 0-10 0,-6 3-9 0,6-3-11 16,0 0-10-16,0 0-17 0,0 0-15 15,0 0-6-15,0 0-9 0,0 0-9 0,0 0-5 16,0 0-9-16,0 0-5 0,0 0-7 0,-7 2-6 15,7-2-7-15,0 0-6 0,0 0-5 0,0 0-3 16,0 0-6-16,0 0-2 0,0 0-4 0,0 0 2 16,0 0-7-16,0 0 2 0,0 0-4 0,0 0 8 15,0 0-4-15,0 0-2 0,0 0-3 0,0 0-1 16,0 0-3-16,0 0-5 16,0 0 2-16,0 0-3 0,0 0 4 0,0 0-4 15,0 0 1-15,0 0 0 0,0 0-2 0,27 0 0 16,-7-1-3-16,6-3 0 0,8 0 1 15,5 1-2-15,11-2-2 0,4 0 5 0,-3-2-5 16,-12 3 6-16,14-2-6 0,-15 1 0 0,-2 0 2 0,-2 0-3 16,-3 3 3-16,-11-1 0 0,-1-1 2 0,-6 1 1 15,-2 3-7-15,0-2 4 0,-3 0 3 0,-3 1 2 0,0 0-2 16,-5 1-10-16,9-1-14 0,-9 1-28 0,0 0-27 16,0 0-21-16,0 0-26 0,-14-5-19 0,14 5-27 15,-9 1-24-15,9-1-36 0,-9 0-154 0,9 0-411 16,0 0 182-16</inkml:trace>
  <inkml:trace contextRef="#ctx0" brushRef="#br0" timeOffset="1741.97">9140 2630 36 0,'-1'-6'313'0,"1"6"-16"0,1-4-21 16,-1 4-17-16,0 0-21 0,0 0-20 0,0 0-24 16,0-4-20-16,0 4-23 0,0 0-20 0,0 0-21 15,0 0-22-15,0 0-9 0,0 0-7 0,1 15-14 16,-1-5-2-16,1 0-8 0,-1 6-3 0,-1 1-2 16,1 1-5-16,3 0-4 0,-3 0-3 0,-2-1-5 15,2 0-3-15,2 2 3 0,-1-4-5 0,-1 1-1 0,0-4-3 16,0 0 0-16,0-4-2 0,0 2 11 0,0-3-15 15,0-2 2-15,0 1 4 0,0-6-3 0,0 6 2 16,0-6 2-16,0 7-1 0,0-7 4 0,0 0 10 16,0 5-1-16,0-5 3 0,0 0-13 0,0 0-37 15,0 0-25-15,0 0-26 0,-4-16-39 0,3 10-36 16,1-3-36-16,0-1-48 16,0-2-213-16,-4-1-477 0,8-4 212 0</inkml:trace>
  <inkml:trace contextRef="#ctx0" brushRef="#br0" timeOffset="2127.09">9151 2514 70 0,'-1'-4'236'0,"1"4"-16"16,0 0-18-16,0 0-18 0,-1-4-18 0,1 4-17 15,0 0-17-15,0 0-14 0,0 0-11 0,0 0-14 16,12 7-9-16,-2-1-9 0,0 1-8 0,2 3-6 15,7 0-9-15,-2 0-5 0,1 4 0 0,10 4 1 16,-6-1-5-16,-3 0 2 16,4 2-7-16,-5-1-2 0,-4-4-4 0,-2 2-2 15,-1 0-2-15,-1 0 0 0,-3 1-3 0,-2-2-2 16,-5-1 1-16,-1-4-2 0,-3 7 2 16,-3-2-1-16,-4-2 1 0,-2-1 2 0,-9 2 2 15,-1 0-6-15,-2-3 1 0,-5 3-3 0,4-6 0 16,0 2-3-16,4-3 0 0,8 0-3 0,-5-2 3 0,4 1-9 15,5 1-1-15,-2-6 1 0,3 2 0 0,5-1 0 0,-2 1-4 16,2 0-1-16,4-3-1 0,-9 2-2 0,9-2 1 16,0 0 1-16,-4 5 7 0,4-5 1 0,0 0 0 15,0 0 0-15,13 4-1 0,-8-1 2 0,-5-3-6 16,0 0-10-16,14-3-11 0,-14 3-16 0,12 0-33 0,-12 0-29 16,10-7-47-16,-4 3-44 0,2-2-213 0,-2 0-430 15,1-4 190-15</inkml:trace>
  <inkml:trace contextRef="#ctx0" brushRef="#br0" timeOffset="2485.23">9463 2273 52 0,'0'0'163'0,"13"9"-4"0,-7-6-15 16,8 9-3-16,3-2-15 0,7 10 5 0,2 1-14 16,-2 6-5-16,12 7-6 0,-2 6-5 0,-2 0-3 15,-4 3-3-15,-5 1-7 0,-1 1-12 0,-5-1-2 16,-7 2-7-16,-2 0-3 0,-8-9-9 0,-9 8 2 15,-3 3-1-15,-2-15 4 0,-9 10 5 0,-9 0-3 16,-11-8 0 0,-2 1-8-16,-11 0 0 0,-25 5-6 0,-1-7-4 15,-2-5-2-15,-4 0-8 0,0 0-47 0,-11-10-71 0,-3 1-101 16,-4-3-203-16,-1-9-420 0,7-6 186 0</inkml:trace>
  <inkml:trace contextRef="#ctx0" brushRef="#br0" timeOffset="3129.31">7177 2174 84 0,'0'0'228'0,"0"0"-25"15,-1-5-23-15,1 5-18 0,0 0-20 0,0 0-16 16,0 0-16-16,0 0-13 0,-13 20-13 0,0 4-5 15,-6 19-9-15,-8 6-5 0,-14 31 0 0,-2 2-8 0,2 4-4 16,0 2-5-16,4-5-4 0,5-2-6 0,5 5 3 16,12-5 30-16,5-27 7 0,6 0 1 0,8 3 10 15,3-3-6-15,10-2 10 0,11-6 0 0,10-3 3 16,11-5-6-16,40 2-10 0,6-11-17 0,6-8-68 16,4-6-98-16,-6-14-157 0,2-2-161 0,-7-8-456 15,-32-1 203-15</inkml:trace>
  <inkml:trace contextRef="#ctx0" brushRef="#br0" timeOffset="8574.53">10802 2140 28 0,'0'-3'175'16,"2"-3"-3"-16,-2-1-13 0,0 7-9 0,-2-4-21 16,2 4-8-16,2-4-19 15,-2 4-15-15,0 0-19 0,0 0-1 0,0 0-9 16,-12 12-8-16,-2 2-8 0,-4 11 0 0,-2 2-8 0,-8 18-2 0,-4 4 0 16,0 4-5-16,-13 19 2 0,18-21 0 0,-1 2-1 15,4-1 2-15,2-2 0 0,7-2 9 0,2-2 13 16,8-14-1-16,5-1 3 0,2 3 0 0,6-5 2 15,3-2 1-15,7 1-2 0,3-5 0 16,8-2-6-16,2-4-13 0,2-2-22 0,2-4-41 16,0-3-54-16,18-3-78 0,-20-5-179 0,3-2-366 15,-3-5 162-15</inkml:trace>
  <inkml:trace contextRef="#ctx0" brushRef="#br0" timeOffset="8906.34">11082 2455 239 0,'0'-5'270'0,"0"1"-11"0,0-1-23 0,0 5-19 15,0-4-22-15,0 4-22 0,0 0-20 0,0 0-20 16,0-5-24-16,0 5-19 0,0 0-15 0,0 0-11 16,0 15-4-16,0-5-9 0,0 2 0 0,-1 6-8 15,2 0 0-15,-6 3-8 0,5 4 0 0,-1-6-7 16,-2 4-1-16,2-3-1 0,-3-2 1 0,3-3-5 0,-3 2 1 16,0-5-4-16,3-1-2 0,-3 0 0 0,0-2-27 15,0 1-14-15,3-5-18 0,-3 2-16 0,-1 0-17 16,0-4-18-16,5-3-50 0,-9 2-51 0,9-2-156 15,0 0-379-15,-19-5 167 0</inkml:trace>
  <inkml:trace contextRef="#ctx0" brushRef="#br0" timeOffset="9207.2">11037 2287 214 0,'3'-7'221'0,"-3"3"-16"0,1-1-23 0,-1 5-20 16,4-2-17-16,1 2-16 0,-5 0-7 0,18 2-6 0,0 3-8 16,9 7-8-16,0-3-2 0,1 7-10 0,4 0-7 15,-2 3-4-15,2 2-6 0,-1 2-9 0,-2 3-2 16,-2-2-9-16,-4 4-2 0,-2 0-7 0,-5 0-4 16,-3-1-6-16,-5 0-4 0,-6-7-1 0,-4 5-7 15,-5-7-3-15,-2-1 0 0,-10 3-3 0,-3-2 1 16,-3-1 1-16,-1-2-4 15,-3-3 3-15,1-2-4 0,1-2-1 0,-1 1-1 16,6-4 0-16,3-3-1 0,0 2 0 0,6 0-3 16,3-2-2-16,1-1-12 0,1 0-18 15,8-1-19-15,-9 1-61 0,9-1-67 0,0 0-215 16,0 0-422-16,21-15 186 0</inkml:trace>
  <inkml:trace contextRef="#ctx0" brushRef="#br0" timeOffset="9677.29">11667 2630 149 0,'-1'1'171'0,"1"-1"-13"0,0 0 0 15,0 0-13-15,-8 0-9 0,8 0-14 0,0 0-13 16,0 0-12-16,0 0-11 0,0 0-3 0,0 0-10 16,0 0-7-16,0 0-7 15,0 0-7-15,0 0-6 0,0 0 4 0,0 0-6 16,0 0-4-16,0 0 3 0,0 0 4 0,0 0-6 16,0 0 6-16,0 0 0 0,0 0-3 0,0 0-6 15,0 0-1-15,0 0-5 0,0 0-7 0,0 0-2 16,-1 5 1-16,1-5-5 0,0 0 1 0,0 0-3 15,0 0-2-15,0 0-2 0,0 0 0 0,0 0-1 16,0 0 2-16,28-2-3 0,-10-1-3 0,0 3 2 0,11-4-2 16,1 3-2-16,1-1-2 0,0 0 1 0,4-1-1 15,-3 1 1-15,1-5-3 0,1 7 0 0,-6-3-1 16,1 1 4-16,-11-1-6 0,-1 1 7 0,-5 1-4 16,1 0 3-16,-6-2 0 0,1 1-2 0,-4 2 2 0,1-1 2 15,0-1-2-15,-5 2-13 0,8-2-33 16,-8 2-32-16,0 0-30 15,0 0-19-15,-13-3-27 0,5 3-21 0,8 0-140 16,-15-2-336-16,10 0 150 0</inkml:trace>
  <inkml:trace contextRef="#ctx0" brushRef="#br0" timeOffset="10278.92">12268 2319 22 0,'0'0'180'15,"0"0"-12"-15,6-5-23 0,3 5-16 0,-2-1-10 16,4 2-8-16,4-1-11 0,5 0-5 0,-1 3-6 16,1 0-8-16,7 2-6 0,-5 0-9 0,0-1-5 15,-2 4-4-15,-1-2-3 0,2 1-8 0,-4 1-3 16,-1-1-8-16,-6 3-7 0,0-3 0 0,-1 2-11 15,-2 1-1-15,-2-2-8 0,0 1 3 0,-4 1-5 16,-6-2 3-16,0 3-9 0,-3-1 8 0,-6 0-2 0,-1 2 2 16,-3-3-5-16,0 0 1 0,0-1 2 0,3 1-2 15,3-2-1-15,2-3-7 0,1 1 2 0,-1-1 2 0,4-1-2 16,2-1 1-16,-1 2 2 0,1 0-4 16,1-1 4-16,3 1 1 0,1 1-2 0,3 0 8 15,3-3-6-15,3 3 4 0,1 4 3 0,5-4-2 16,4 3-4-16,-6-1-2 15,4-2 0-15,0 5 2 0,-4-1 1 0,4-1-1 16,-5 1-1-16,-3-2 2 0,0 0-5 0,-2 2 1 16,-3 2 7-16,0-4-7 0,0 3 6 0,-4-2 1 15,-2 2-1-15,-1-2 2 0,-6 4 4 0,-1-5-2 16,-5 1 0-16,-3 0 4 0,-2 1-3 0,-7-2-4 16,0 0-6-16,-1 0-19 0,-4-2-14 0,2 0-24 15,7-5-30-15,-1 2-35 0,4-1-34 0,-3-2-98 0,3-1-274 16,6-2 122-16</inkml:trace>
  <inkml:trace contextRef="#ctx0" brushRef="#br0" timeOffset="10764.44">12646 2137 114 0,'19'3'145'0,"8"7"-22"0,0 0 3 0,2-1-5 16,2 6-8-16,1-1-7 0,-1 6-14 15,-1 1-6-15,9 10-8 0,-14-6-14 0,2 1 3 16,-7 4-8-16,-3-1-6 0,-3 5-5 0,-2 1-4 16,-7-3-2-16,-5 2-6 0,-4 2-8 0,-5-2 0 15,-9-2-2-15,0-1-1 0,-16 5 3 0,-2-2-5 16,5-12-1-16,1 0-1 15,-14 4-2-15,12-9 6 0,0-1-4 0,4-3 12 16,-1-3 3-16,2 0 6 0,8-4-6 0,5 3 3 0,2-7-7 16,1 4-3-16,3-2-1 0,2-2-7 0,-2 2 3 15,8-4-3-15,-9 1 0 0,9-1-6 16,0 0 0-16,-1 3-4 0,1-3-15 0,0 0-27 16,24-3-49-16,-7-1-60 0,3 1-183 0,-1-5-347 15,8 1 153-15</inkml:trace>
  <inkml:trace contextRef="#ctx0" brushRef="#br0" timeOffset="11165.59">13488 2494 42 0,'0'0'157'0,"0"0"-15"16,0 0-12-16,17-5-16 0,-9 3-7 0,2 1-13 16,3-4-10-16,3 4-11 0,2-4-3 0,2 1-10 15,2 0-6-15,5 0-4 0,4-2-20 16,-10 4-23-16,10-2-34 0,-9 2-29 15,-2-5-39-15,1 6-78 0,-1-2-188 16,-4-2 84-16</inkml:trace>
  <inkml:trace contextRef="#ctx0" brushRef="#br0" timeOffset="11397.38">13550 2600 41 0,'-3'2'215'15,"3"-2"-19"-15,0 0-7 0,0 0-10 0,0 0-25 16,14 3-11 0,0-6-16-16,9 3-7 0,5-2-15 0,8 1-22 15,2-3-32-15,16 0-33 0,0 1-31 0,3 0-47 16,2-4-52-16,-8 0-128 0,2-3-259 0,0 0 115 15</inkml:trace>
  <inkml:trace contextRef="#ctx0" brushRef="#br0" timeOffset="11929.83">14838 2251 50 0,'-3'-4'189'16,"3"4"-12"-16,0 0-21 0,0 0-13 0,0 0-3 15,-5-5-16-15,5 5-8 0,0 0-16 0,-5-1-9 0,5 1-10 0,0 0-12 16,-13 0-1-16,8 0-7 0,5 0-3 0,-15 1-3 16,7-1-5-16,2 2-5 0,-6 3-2 0,2-2-10 15,-3 2-2-15,0 3-9 0,1-2 1 0,-5 3 2 16,4 1-6-16,-1 3-2 0,-1 1-2 0,1 0 0 16,1 1 0-16,3 3-11 0,-6 3 8 0,9-2 2 15,0-2-11-15,-1 9 5 0,4-2 0 0,0 1 1 0,4-7 4 16,1 0 10-16,2 1 3 0,1 0 4 0,3-2 7 0,2-2 4 15,1 0 8-15,4-1 5 0,2-1 11 0,1-2 4 16,8 1 9-16,4-2 11 0,-1-3-6 16,4-2 2-16,1-2 2 0,-1-6 10 0,0-1-1 15,2-4 6-15,-3-1-3 0,0-3 2 0,0-5-11 16,-4-3-12-16,-1-4-9 16,-4-2-4-16,0-4-7 0,-2-1-15 0,-5-1-9 15,-3-2-2-15,-3 3-16 0,-4 2-23 0,-6 2-10 16,-3 2-8-16,-7 8-20 0,-8-3-21 0,-7 3-30 15,-5 5-30-15,-4 1-47 0,-20 7-50 0,-2 2-72 16,0 8-177-16,3-3-509 0,12 0 226 0</inkml:trace>
  <inkml:trace contextRef="#ctx0" brushRef="#br0" timeOffset="19062.62">7506 4424 43 0,'0'-4'83'0,"0"4"-2"0,0 0-1 0,0 0-4 0,0 0-3 0,-4-3 3 0,4 3 5 15,0 0-10-15,0 0-3 0,0-7-3 16,0 7-9-16,1-4 3 0,-1 4-2 0,0-4-2 16,0 4-3-16,0-4 1 0,0 4 4 0,1-5-7 15,-1 5 0-15,0-5 5 0,0 5 0 0,0-4-6 0,0 4 2 16,0-4 3-16,0 4-5 0,0 0 2 0,2-4-4 16,-2 4-6-1,0 0-6-15,0 0-3 0,0 0-4 0,0 0-16 16,0 0-12-16,0 0 2 0,0 0-4 0,0 0 0 15,-3 12-3-15,2 0 0 0,-1-2 1 0,0 7 1 16,-1 2 1-16,-1 6 4 0,2 0-3 0,-1-5 3 16,-4-1-2-16,7-1-1 0,-3 1 4 0,-2-2-5 15,1-2 4-15,2 1-2 0,-1-3 1 0,0-4 4 16,3 0-5-16,0-1 2 0,-2-3-1 0,2 2 0 0,-1-5 18 0,-1 3-22 16,2-5 6-16,-3 6 1 0,3-6 2 0,3 4-1 15,-3-4-2-15,-3 3 7 0,3-3 0 0,0 0 0 16,0 0-2-16,0 5 5 0,0-5-13 0,0 0-41 15,0 0-35-15,0 0-37 0,0 0-37 0,-6-15-109 16,6 7-278-16,0 1 123 0</inkml:trace>
  <inkml:trace contextRef="#ctx0" brushRef="#br0" timeOffset="19570.48">7440 4304 120 0,'0'0'144'16,"0"0"-10"-16,0 0-9 0,-1-4-9 0,1 4-16 15,0 0-6-15,0 0-7 0,0 0-16 0,0 0-3 16,0 0-9-16,9-1-3 0,2 1-5 0,2 0-10 16,6 0-1-16,4 1-1 0,4 2-2 15,5 3-1-15,3 1-7 0,-3 2 5 0,2 0 2 0,-2 4-7 0,0 2-4 16,0-1-1-16,-4 1 0 0,0 2-7 0,-4 3-8 15,-3 1 7-15,-2 1 1 0,-5-1-4 0,-2 4 4 16,-9-6-2-16,-3 0-8 0,-3 5 5 0,-6-7-3 16,-7 8 1-16,-5-4 2 0,-6 4-1 0,-5-4 1 15,0-3-1-15,0-1 7 0,0-1-15 0,0-1 24 16,0-3-2-16,3 0 1 0,2 0 8 0,-1-2-3 0,10-3 0 0,0-2-6 16,5 0 6-16,1-1-1 0,4-4-5 0,1 3 1 15,2-2-6-15,-1 0-3 0,6-1 3 0,-6 4 1 16,6-4-4-16,-6 1-2 0,6-1-2 0,0 0 1 15,0 0-3-15,0 0-9 0,0 0-14 0,18 0-25 16,-18 0-32-16,17-5-23 0,-8 3-49 0,2-1-182 16,-3 1-351-16,1-1 156 15</inkml:trace>
  <inkml:trace contextRef="#ctx0" brushRef="#br0" timeOffset="20234.59">7803 4003 156 0,'3'-4'182'0,"-2"1"-11"0,3-1-14 15,0 1-10-15,1-2-17 0,0 1-15 0,3-1-11 16,1 1-13-16,-1-1-4 0,4 2-17 0,1 1 0 16,1 0-9-16,3-1-6 0,0 2-4 0,1 1-1 15,0 1-6-15,0 2-1 0,-5 0-6 0,3 1-5 16,-3 0-9-16,1-1 1 0,-1 2-2 0,-1 1-5 0,-1 1-8 0,-2 1 1 16,-1 0-9-16,-1 1-1 0,-2 0-3 0,-1-1-3 15,-1 1-2-15,-3 0 1 0,-2 2 0 0,0-2-2 16,-1-2 5-16,-2 3 5 0,-1-3-4 0,2 0-4 15,0-2 1-15,2 2 3 0,-1-3-7 0,1 1 8 16,-1-1-2-16,3 1 1 0,-1-3 0 0,1 4 5 16,1-3-6-16,2 0 4 15,0 1 3-15,3 2-2 0,1 0-4 16,3-2-1-16,1 2 7 0,1 2-1 0,0-4 1 0,-1 4 7 16,2 1-3-16,0-1-2 0,-4 1 1 0,1-1-5 15,-1 1 3-15,-4-1-2 0,0 1-2 0,-1-4-2 16,-4 2 0-16,0 0 2 0,-5 1-3 15,-4 1 11-15,0-1-4 0,-7 2-5 0,0 0 5 16,-6-1-2-16,-3 1-5 0,-1 0 8 0,7-4-5 0,-4 0 4 0,4 0-5 16,1 2 2-16,-1-3-6 0,6-1-22 0,-1 1-21 15,5-2-25-15,1 1-31 0,2-2-14 0,4 2-14 16,0-2-105-16,2-2-257 0,0 0 113 0</inkml:trace>
  <inkml:trace contextRef="#ctx0" brushRef="#br0" timeOffset="20820.41">8429 4562 59 0,'-10'2'125'0,"10"-2"-13"0,0 0-15 0,0 0-7 15,0 0-11-15,0 0-8 0,0 0-12 0,0 0-3 16,0 0-9-16,0 0 0 0,0 0-11 0,0 0-3 0,0 0 2 16,0 0-7-16,0 0-5 0,0 0 7 0,0 0-16 15,0 0 14-15,0 0 2 0,0 0 0 0,0 0 15 0,0 0-9 16,0 0 5-16,0 0-1 0,0 0-1 0,0 0 1 16,0 0 5-16,0 0-10 0,0 0-2 0,0 0-6 15,0 0 0-15,0 0-4 0,0 0-2 0,0 0-6 16,0 0 5-16,0 0-6 0,0 0 0 0,0 0 0 15,0 0 2-15,0 0-1 0,0 0-9 0,0 0 6 0,0 0-3 16,0 0 6-16,0 0-9 0,0 0 8 0,0 0-8 0,19 3 11 16,-6-5-13-16,10 1 2 0,9-3 0 0,5 2-1 15,14-1-3-15,4-2 4 0,-1 0-3 0,2-2 0 16,-3 2 1-16,-13 1 4 0,9 1-8 16,-13 0-5-16,-2 1 9 0,-3 2 0 0,-12-3 1 0,0 3-2 15,-6 0-1-15,1-2-2 0,-8 0 4 0,3 1 6 16,-1 0 11-1,-8 1 10-15,9-1-6 0,-9 1-6 0,0 0-15 16,0 0-14-16,0 0-30 0,0 0-3 0,0 0-21 16,-22-7-30-16,22 7-22 0,-10 1-148 0,1-4-285 15,9 3 126-15</inkml:trace>
  <inkml:trace contextRef="#ctx0" brushRef="#br0" timeOffset="21406.38">9266 4260 137 0,'4'-5'143'0,"-4"5"-20"16,10-3-13-16,-2 1-14 0,1 0-3 0,5 0-15 16,3 1-10-16,1 1-1 0,2 1-10 0,-2 1-8 15,5 0 4-15,-2 1-10 0,0 1 0 0,2 0-8 16,-4 1 3-16,-1 1-7 0,1-1-5 0,-6 0-1 15,0 2-9-15,-4-1-2 0,-1 0-8 0,-1 4-1 16,-1-3 14-16,-3 5-20 0,-4-5-2 0,-2 3 2 0,-2 0 3 0,-2 0-3 16,-1 1 6-16,-5-1-4 0,0-3 12 0,3 1-5 15,2-3-1-15,-3 0-5 0,3 2 7 16,-1-3-8-16,3 0 6 0,2-2-5 0,-2 0 7 16,3 1-9-16,-1 1 3 0,4-4 0 0,0 4 6 15,0-4 5-15,5 6 7 0,3-5 4 0,2 3 3 0,3 0-1 16,-3-1-1-1,8-1-3-15,1 2 1 0,-6 0-7 0,4 0 3 16,-5 1-4-16,0 0 1 0,-1 2 0 0,-2 2-3 16,-1-1 1-16,0-1-15 0,-5 1 10 0,1 3 0 15,-2-4 3-15,-4 3 1 0,-3-1 2 0,-2 0 0 16,-2 0-5-16,-5 2 4 0,-4-2-1 0,-1 0-2 16,-2-1-2-16,-3 0 1 0,2-2-4 0,-5 2 5 15,7-1-12-15,-1-2-19 0,6-4-15 0,-4 5-28 0,6-4-12 0,2 0-28 16,4-2-31-16,7 0-118 0,-8-4-271 0,8 4 121 15</inkml:trace>
  <inkml:trace contextRef="#ctx0" brushRef="#br0" timeOffset="21691.48">9910 4245 40 0,'4'-2'261'0,"-4"2"-21"16,4-5-20-16,-4 2-23 0,0 3-19 0,0 0-24 16,5-1-17-16,-5 1-18 0,0 0-11 0,0 0-13 15,4 7-11-15,-3-2-11 0,1 6-7 0,0-1-6 0,-2 2-9 0,0 4 0 16,1 2-7-16,2-1-3 0,-3 2-2 0,1-1-5 16,-2-1 0-16,1 1-8 0,-3 1 1 0,3-4-4 15,-1-2-2-15,-1 4-3 0,0-5 0 0,2-3-11 16,-1 3-19-16,1-9 1 0,0 4-12 15,0 0-4-15,0-7-4 0,-3 5 3 0,3-5-9 16,0 7 10-16,0-7-30 0,0 0-51 16,0 0-41-16,0 0-33 0,-17-17-114 15,14 6-321-15,-1-2 143 0</inkml:trace>
  <inkml:trace contextRef="#ctx0" brushRef="#br0" timeOffset="21992.27">9845 4213 174 0,'-1'-4'215'0,"0"2"-10"0,1 2-11 0,0-6-25 16,0 6-16-16,0 0-17 0,0-4-14 0,0 4-14 16,0 0-10-16,8 0-17 0,-8 0-7 0,17 5-6 15,-3 0-5-15,2 4-3 0,9 3-6 0,-2 2-1 16,4 0-5-16,0 3-6 0,-2 0 1 0,0 0-4 16,-4 4-6-16,-3-3 0 0,1 3-1 0,-4 0-4 15,-3-4 1-15,-3 0-10 0,0 10-5 0,0-3 1 0,-4 0-4 0,-6-4-2 16,-3-2-3-16,-5-1 1 0,-1-2 1 15,-7 3-2-15,-1-4-2 0,-3 0 3 0,3-3 0 16,-8 3 2-16,6-5-2 0,2-1-1 0,-1-2 2 16,1 1-2-16,5-4-1 0,4 4 0 0,-1-4-1 15,2 0-1-15,3-1 2 0,0 0-10 0,1-2-15 16,4 0-14-16,0 0-33 16,0 0-51-16,-5-8-49 0,5 8-186 0,14-13-381 15,-5-2 168-15</inkml:trace>
  <inkml:trace contextRef="#ctx0" brushRef="#br0" timeOffset="22377.67">10282 3841 44 0,'9'-1'163'0,"3"-1"-11"16,0 2-15-16,3 2-2 0,6 3-13 0,-2-1-4 16,2 5-18-16,-1-4-9 0,-2 7-7 0,0 1-12 15,-1 0-3-15,-5 0-20 0,-1 4 3 0,-2-2 1 16,-4 2-5-16,-1-1-6 0,-4 1-6 0,-3 0-7 15,-3 2 13-15,-1-4-8 0,-2 0 1 0,-1-1 0 0,1-5-6 16,-1 2 4-16,2-2-6 0,3-2-2 0,0-2-1 0,1 0-5 16,-1-2-2-16,4 1-1 0,-3-1 5 0,4-1 1 15,0-2 5-15,3 7 1 0,4-6-1 0,5-1 1 16,11 0-4-16,7 0-20 0,6-2-41 16,2-4-58-16,2 2-67 0,11-5-142 0,-15-1-328 15,1-1 145-15</inkml:trace>
  <inkml:trace contextRef="#ctx0" brushRef="#br0" timeOffset="22894.36">10939 4492 123 0,'13'0'156'0,"5"-1"-17"0,6-1-26 0,5 0-2 0,7-2-10 0,4 1-14 16,-1-2 3-16,16 4-6 0,-6-3-6 0,-8 1-6 16,-6-1-3-16,0 0-9 0,-6 3-4 0,-10-1-7 15,-4 0-2-15,-4 2-10 0,1-1 4 0,-5 0-3 16,1 1 9-16,-8 0-10 0,9-2-5 0,-9 2-13 16,0 0-10-16,0 0-24 0,-24-1-18 0,15 1-34 15,-3 0-44-15,-1 0-135 16,1 0-265-16,1 0 119 0</inkml:trace>
  <inkml:trace contextRef="#ctx0" brushRef="#br0" timeOffset="23680.79">11965 4212 4 0,'0'0'224'0,"-1"-3"-12"0,1 3-13 15,-1-5-17-15,1 5-11 0,0 0-19 0,0 0-11 16,0 0-19-16,0 0-12 0,0 0-14 0,0 0-7 15,0 0-22-15,0 0-8 0,0 0-6 0,0 0-9 16,2 14-6-16,-1-7-5 0,1 3 0 0,-1 1-7 16,-1 5-2-16,3 2-3 0,-3 1 0 0,2-1-2 15,0 0-5-15,-2 2 0 0,0-1 2 0,0-2-2 0,0-2-2 0,3 1-1 16,-2-1 1-16,-1-3 3 0,0 0-7 0,2-3 2 16,-2 3-1-16,1-5-7 0,-1 1-23 0,0-3-9 15,0 0-11-15,1 1-5 0,-1-2-2 0,2-3 6 16,-2-1-10-16,0 0-30 0,0 0-33 0,0 0-27 15,0 0-135-15,-14-12-299 0,10 3 133 0</inkml:trace>
  <inkml:trace contextRef="#ctx0" brushRef="#br0" timeOffset="23981.62">11928 4117 119 0,'0'0'189'0,"3"-4"-17"16,-3 4-18-16,9-3-18 0,-2 2-11 0,6 1-10 15,1 1-7-15,5 1-6 0,9 4-3 0,0 1-6 16,1 5-4-16,5 0-9 0,-6 2-4 0,4 3-11 16,-5 0-7-16,-4 3 0 0,-1-2-10 0,-3 2 0 15,-5 0-2 1,-5-2-5-16,-1 6-1 0,-6-6-14 0,-4 9 7 0,-4-8-7 15,-5 0 5-15,-4 1-7 0,-6 0 6 0,-4 1-5 16,-2-4-2-16,-3 4-1 0,-3-7-10 0,3 1 6 16,1-2 0-16,2 1-1 0,7-8-1 15,4 1-5-15,4 0-31 0,0-3-32 0,4 1-36 16,4-3-23-16,0 1-8 0,3-1-26 0,1-2-165 16,0 0-335-16,0 0 147 0</inkml:trace>
  <inkml:trace contextRef="#ctx0" brushRef="#br0" timeOffset="30158.18">12305 3652 87 0,'0'-3'113'0,"0"3"-1"16,0 0-8-16,0-6 3 0,0 6-9 0,0 0-8 15,0 0 9-15,0 0 1 0,0 0-4 0,0-4-2 16,0 4-7-16,0 0-1 0,0 0 0 0,0 0-10 0,0 0 0 0,1-4-10 16,-1 4-6-16,0 0-8 0,9-3-5 0,-4 2-1 15,0-2-12-15,3 1-3 0,2 1-5 0,-2 2-2 16,1-3-2-16,6 3-1 0,-2-1-4 0,1 2-5 16,-1 1 4-16,2 0-6 0,-1 3-3 0,0 1 0 15,-2-1-3-15,-3 3-1 0,1 0 2 0,0 0-4 16,-5 7 4-1,-1 1-1-15,-3-6-10 0,-2 9 6 0,-4-3 4 16,-3 1-3-16,-4 4 2 0,-4 0-2 0,4-6-3 16,-1-1 7-16,-2-2-4 0,2-1 4 0,0-1 0 0,3-4-4 15,1 2 0-15,1-5 2 0,-1 1 2 16,5-1 3-16,2-1-5 0,-2 0-1 0,0-2 16 16,0 2 1-16,4-3 6 0,-4 2 1 0,4-2 8 15,0 0-6-15,0 0-1 0,0 0-4 0,30-4-2 0,-15 1-4 0,7-3 2 16,-2 1-4-16,2-1 1 0,6 1-3 0,-6 1-1 15,5 0-4-15,-7 0-1 0,-1-1 1 0,2 3-5 16,-6-2 1-16,-1 4 3 0,-1-3-2 0,-3 1 6 16,-1-1-7-16,-1 1 3 0,-2 1 5 0,-1 0 4 15,-5 1 2-15,9 0 2 0,-9 0 1 0,6 0 5 16,-6 0 0-16,0 0-4 0,8 0-2 0,-8 0 0 0,0 0-7 16,0 0-6-16,0 0-16 0,5-3-13 0,-5 3-23 15,0 0-32-15,0 0-29 0,0 0-21 0,0 0-25 0,0 0-31 16,0 0-142-16,0 0-352 0,0 0 156 0</inkml:trace>
  <inkml:trace contextRef="#ctx0" brushRef="#br0" timeOffset="30960.1">13198 4286 38 0,'-5'0'159'0,"5"0"-2"0,-9 0-5 0,9 0-6 16,-5 2-13-16,5-2-15 0,-6 1-5 0,6-1-17 15,0 0-7-15,0 0-7 0,0 0 5 0,0 0-13 16,0 0-4-16,0 0-8 0,0 0-4 0,0 0-5 31,16 1-5-31,-16-1-7 0,10-1-1 0,-10 1-4 16,11 0-5-16,-11 0-3 0,6 0-3 0,-6 0-2 0,9 0-2 15,-9 0-3-15,0 0 0 0,0 0-2 0,5 1-2 0,-5-1-2 16,0 0-1-16,0 0 0 0,0 0 0 0,0 0-2 16,8-1 4-16,-8 1 2 0,0 0-1 0,0 0 1 15,0 0 3-15,0 0-6 0,0 0 2 16,0 0 0-16,0 0-5 0,0 0 2 0,0 0-8 15,0 0 6-15,0 0-4 0,0 0 1 0,0 0-3 0,8 1 4 16,-8-1-2-16,13 0 2 0,0 0-1 0,6-1 0 0,11-2-3 16,3 1-1-16,8 0 4 0,10-2-2 0,8-1-1 15,-2 0 1-15,2 1 4 0,-1 0 2 0,-5 0 2 16,-2-2 0-16,-13 2 3 0,-8 1 0 0,0-1-6 16,-11 3 0-16,-6 1 3 0,-2 0 2 0,-1-3 10 15,-3 3 1-15,-1-1 2 0,2 1 1 0,-8 0-1 16,9 0 3-16,-9 0-7 15,6 0-7-15,-6 0-11 0,0 0-25 0,0 0-16 16,0 0-16-16,0 0-19 0,0 0-3 0,-14-7-36 16,9 6-26-16,5 1-27 0,0 0-167 0,-9-2-356 15,9 2 159-15</inkml:trace>
  <inkml:trace contextRef="#ctx0" brushRef="#br0" timeOffset="31577.1">14244 3883 36 0,'0'0'210'0,"0"0"-17"0,0 0-16 16,0 0-19-16,0 0-17 0,3-5-15 0,6 5-16 15,0 0-6-15,0 0-14 0,5 0-10 0,3 2-12 16,3-2-4-16,2 3-8 0,-1-2-4 0,5 7-4 15,-5-4-5-15,-1 1-2 0,-1 3-8 0,3 0-3 16,-8 0-7-16,4 2-3 0,-4-2-6 0,-4 1-5 0,-2-1-1 0,-3-1-10 16,-1 4 2-16,-3 0 5 0,-2-1-14 0,-3 3 0 15,-2-5 2-15,-6 5 8 0,-2-1 3 0,1 0-6 16,-2-2 4-16,-2-1-2 0,2 0-5 0,3-3 6 16,2-1 0-16,0 1-3 0,4-3-2 0,1 2-1 15,-2-2 3-15,3 2-4 0,1-1 4 0,1 2 6 16,5-2 2-16,-1 2-2 15,5-2-3-15,2 3 2 0,2-2-1 0,7 4-1 16,0-4-3-16,2 5 2 0,2-4 2 0,5 5-15 16,-4-1 10-16,-1-1 2 0,-2 0 1 15,-3 1 0-15,1-2 5 0,-4 1 0 0,-3-2-5 16,-2 2-8-16,0-2 9 0,-3 2-4 0,-2-3 3 0,-2 1 3 16,-4-2 2-16,-3 3-1 0,-6 0 8 0,-1-3-6 15,-7 2-4-15,-3-2 5 0,-6 1-3 0,-1 0 3 0,-1-2-2 16,2-2 1-16,4 1-2 0,2-1-1 0,4-1-8 15,-1 1-4-15,8-2-18 0,-1 2-18 0,5-1-21 16,7-1-38-16,-11-5-64 0,11 5-90 0,0-6-278 16,0 6 124-16</inkml:trace>
  <inkml:trace contextRef="#ctx0" brushRef="#br0" timeOffset="31831.03">14986 3923 240 0,'0'-5'244'0,"1"1"-19"0,-2 0-22 0,1 4-17 16,1-4-23-16,-1 4-18 0,0-5-18 0,0 5-20 16,0 0-9-16,0 0-14 0,0 0-10 0,0 0-7 15,3 17-11-15,-2-8-9 0,0 2-2 0,-2 0-2 16,2 4 0-16,-1 3-8 0,-1-1-4 0,0 0 0 15,-2 1-3-15,3-1-15 0,-4-1-12 0,1-2-16 16,-1-2-20-16,1 0-11 0,1-3-25 0,-5 0-17 0,2 0-18 0,0-1-20 16,-3-5-20-16,3 0-139 0,0 0-307 0,-3-6 137 15</inkml:trace>
  <inkml:trace contextRef="#ctx0" brushRef="#br0" timeOffset="32163.07">14913 3889 19 0,'-2'-6'240'0,"0"1"-7"0,2-2-8 0,0 2-21 16,-1 2-22-16,1 3-16 0,1-4-18 0,-1 4-17 15,0-5-20-15,0 5-11 0,0 0-5 0,0 0-16 16,4-1-8-16,-4 1-9 0,15 10-8 0,-6-5-3 16,5 5-8-16,3 1-3 0,1 1-2 0,4 5-1 0,1 0-3 15,-2 3 0-15,0 2 0 0,-2 0-7 0,0-1 2 0,-1 4-2 16,1-3 1-16,-6 2-10 0,1 1-5 0,-9-7-4 15,-1 1-7-15,1 2-4 0,-6-3-2 0,-4 1 2 16,-3-3-3-16,-10 3 2 0,4-4 5 0,-9 1-3 16,-2-2 0-16,-4-1 0 0,1-4 1 0,-1 2 1 15,3-2 2-15,6-4 0 0,-2 2-3 0,4-3 4 16,4-2-1-16,3 1 0 16,4-1-5-16,-2-1-4 0,3 1-21 0,1 0-7 15,5-2-12-15,-3 2-28 0,3-2-37 16,0 0-39-16,30-7-43 0,-11 2-131 0,9 0-350 15,7-4 154-15</inkml:trace>
  <inkml:trace contextRef="#ctx0" brushRef="#br0" timeOffset="32401.42">15801 4013 236 0,'0'0'234'0,"0"0"-20"0,0 0-20 0,0 0-24 16,10-3-15-16,3 0-19 0,1 0-11 15,4 0-13-15,3 1-14 0,-1-1-16 0,2 2-31 16,-1 1-30-16,1-3-38 0,1 1-44 0,-5-1-39 15,1 3-57-15,-1-5-93 0,0 1-269 0,-5 0 120 0</inkml:trace>
  <inkml:trace contextRef="#ctx0" brushRef="#br0" timeOffset="32564.19">15838 4183 40 0,'4'0'192'0,"5"2"-15"0,6-2-12 0,2-1-13 15,7 1-23-15,7-1-13 0,2 1-39 0,-1-1-47 16,5-3-56-16,0 0-77 0,-1-3-56 0,-2 3-171 16,0-6 77-16</inkml:trace>
  <inkml:trace contextRef="#ctx0" brushRef="#br0" timeOffset="32965.15">16739 3834 101 0,'0'0'166'0,"0"0"-15"16,0 0-18-16,0-3-14 0,0 3-18 0,0 0-7 15,0 0-9-15,0 0-1 0,-14 6-16 0,10-2-7 16,-2 1-7-16,-3 2-3 0,-3 3-17 0,2 2-10 15,-4 1 4-15,3 0 1 0,-3 4 1 0,5-1-8 16,-2 2 2 0,1-3-5-16,2 2 1 0,1 0-8 0,0 3 4 15,2-2-2-15,4 0-3 0,2 0 21 0,2-1 15 16,-1 0 5-16,5-2 9 0,2 0 18 0,3-3 7 16,1 0 7-16,5-4 9 0,4 1 1 0,5-4 2 15,0-1 2-15,1-1-8 0,-7-3 5 0,7-4-8 16,-8-1 4-16,0 0-6 0,-1-7-9 0,-5-1-7 15,4-8-9-15,-4 0-6 0,-6-5-20 0,1 0-11 0,-8-3-15 0,-2-1-7 16,-9 0-15-16,-7 3-10 0,-2 2-18 0,-12 2-24 16,-11-6-22-16,-6 6-30 0,-2 5-31 0,-1 5-40 15,11 6-58-15,-13 0-171 0,19 3-443 0,1 2 196 16</inkml:trace>
  <inkml:trace contextRef="#ctx0" brushRef="#br0" timeOffset="35524.68">7825 5959 65 0,'-1'-4'234'0,"1"-2"-5"0,-3 3-9 0,3 3-17 15,-5-3-23-15,5 3-17 0,-1-4-18 0,1 4-20 16,0 0-24-16,0 0-21 0,0 0-5 0,0 0-10 15,0 0-8-15,-4 10-4 0,3 2-7 0,1 0-4 0,0 5-4 0,-3 0-3 16,3 2-4-16,0 5 0 0,0 3-7 0,-4-8 1 16,4-1-4-16,-1 0 0 0,1 2-1 0,-4-2-8 31,4-2 3-31,-4 1-2 0,4-5 8 0,-1-2-10 0,-3 1 3 0,3-1-10 16,-3-3-9-16,4 1-14 0,-1-3-11 0,-2 0-4 15,2 1-16-15,-3-2-13 0,3-2-24 16,-3 0-34-16,0 0-45 0,4-2-142 0,0 0-332 0,-13-7 147 15</inkml:trace>
  <inkml:trace contextRef="#ctx0" brushRef="#br0" timeOffset="35941.08">7715 5925 143 0,'0'0'210'0,"-5"-5"-8"16,5 5-15-16,-1-3-15 0,1 3-18 0,0 0-17 16,-4-3-17-16,4 3-7 0,0 0-14 0,0 0-14 15,0 0-5-15,0 0-6 16,0 0-9-16,0 0-5 0,23 6-7 0,-12 0-12 16,7-3-3-16,0 6-4 0,9-1-3 0,1 4-5 15,0-1 3-15,2 5-5 0,-2-2-2 0,0 3-7 16,-3 3 2-16,-3-3 0 0,1 5 1 0,-4-1-2 15,-1-3-4-15,-8-1-4 0,-2 1-7 0,-3 0 2 16,-5-1 4-16,-2 2-3 0,-5-1 3 0,-7 5-1 16,-4-3 19-16,-5-1-1 0,-4 0 1 15,-1-2-2-15,0-2 2 0,-4-1 2 0,2 0 2 0,0-2-1 0,2 0 5 16,10-4 0-16,-1-3-2 0,6 0-1 0,0 1-4 16,3-3-7-16,0 0 2 0,4-1-5 0,-1 1 1 15,2-2-3-15,1 2 4 0,3 0 3 0,1-3-6 16,-5 2-1-16,5-2-3 0,0 0 2 15,0 0-4-15,0 0-12 0,0 0-19 16,17 0-29-16,-11-2-39 0,-6 2-57 0,19-3-59 16,-13-2-187-16,3 1-426 0,2-1 188 0</inkml:trace>
  <inkml:trace contextRef="#ctx0" brushRef="#br0" timeOffset="36659.56">8114 5570 28 0,'-1'-5'225'0,"1"5"-10"0,0-6 3 0,0 6-9 0,1-2-18 0,-1 2-19 15,2-4-17-15,0 0-17 0,3 2-14 0,-2-3-14 16,3 3-12-16,0-1-10 0,2-2-12 0,4 1-7 16,0 1-10-16,3 1-4 0,3 0-8 0,4 1-7 15,-3 1-1-15,-1 1-6 0,5 2-3 0,-4-2-3 16,-1 2-8-16,-1 1-3 0,-1 1-6 0,1 3-3 15,-6-4-7-15,2 1 6 16,-4 0-24-16,0 3-5 0,-5-4 4 0,1 4-12 16,-3-1 1-16,1 0 3 0,-6 3 2 0,0-3 8 15,-4 3-3-15,1-3 7 0,-4 2 0 0,0-2 6 16,1-2 0-16,-1 1 2 0,2 0 0 0,0-3-1 16,2 0 0-16,2 0 0 0,-1 1-4 0,1-2 0 15,-1 1 0-15,4 0-4 0,1-3 8 0,2 7-1 16,2-3 1-16,2 1 1 0,3 0 1 0,5 0 1 0,-2 0 3 0,8 3-3 15,-5 0-1-15,7 0 2 0,-5-1-3 0,-2 3 2 16,2-3 3-16,-2 3-3 0,-2-1 3 0,-3 0-3 16,-4-1-1-16,0-1 3 0,-3 0 2 15,-3-1 5-15,0 3 3 0,-5-1-1 0,-2 1 1 16,-6 1-3-16,-4-3 1 0,-3 3 2 0,-7-1-3 0,-1-1-4 16,-3-1 6-16,11-1-4 0,-8-1-1 0,6-1 0 0,2-2-1 15,3 1-21-15,2-2-20 0,3 0-26 0,2 1-31 16,2-2-30-16,3 0-60 0,5 0-94 0,0 0-302 15,0 0 134-15</inkml:trace>
  <inkml:trace contextRef="#ctx0" brushRef="#br0" timeOffset="37444.4">8797 6036 116 0,'-4'0'199'0,"4"0"-8"16,0 0-7-16,-3 2-14 0,3-2-13 0,0 0-12 16,0 0-8-16,0 0-14 0,0 0-11 0,-4 4-11 15,4-4-10-15,0 0-10 0,0 0-3 0,0 0-13 16,0 0-5-16,0 0-10 0,0 0-4 0,0 0-1 16,0 0-7-16,0 0-4 0,0 0-5 0,0 0-1 15,0 0-3-15,0 0-2 0,0 0 2 0,0 0-5 16,0 0-4-16,0 0-1 0,0 0 2 0,0 0-5 0,0 0 1 0,0 0 4 15,0 0 0-15,0 0-3 0,0 0 2 0,0 0-1 16,0 0-1-16,0 0 3 0,0 0-2 0,0 0 1 16,0 0 1-16,0 0 0 0,0 0 0 0,0 0-3 15,0 0 4-15,0 0-4 0,0 0 2 0,0 0-4 16,0 0-2-16,0 0 1 0,0 0-3 0,0 0-1 16,0 0-2-16,0 0 2 0,0 0-1 0,0 0 0 0,0 0-1 0,22-4-3 15,-16 4-1-15,-6 0 0 0,11 0 2 16,-3 0 0-16,0-2 0 0,-8 2-1 0,11 2-1 15,-7-4-1-15,-4 2 1 0,9 0 1 0,-9 0 0 16,8 0-2-16,-8 0 0 0,0 0 1 0,5 0 1 0,-5 0-3 16,0 0 2-16,0 0-3 0,0 0 3 0,0 0 5 15,9-2-6 1,-9 2 1-16,0 0-1 0,0 0-3 0,0 0-2 16,0 0 2-16,0 0-3 0,0 0 3 0,0 0-4 15,0 0 10-15,1 4-7 0,-1-4 2 0,0 0-7 16,0 0-2-16,0 0 4 0,0 0 0 0,0 0 1 15,0 0 0-15,0 0 0 0,0 0 1 0,4 3 2 16,-4-3 7-16,8 1-2 0,3-1 3 0,2-1 1 16,9 1-1-16,7 0 1 0,4-3-1 0,6 1-4 0,0-1 1 0,19-4 2 15,-6 5-1-15,-1-2 1 0,-10 0-1 0,-4 2 1 16,-1 0-1-16,1 1 0 0,-5 0-1 0,-3-2 2 16,-9 3 0-16,1-3 0 0,-9 2-2 0,-1-2 5 15,-3 3 12-15,-3 0 12 0,3-1 16 0,-8 1 7 16,10 0 2-16,-10 0-3 0,5-2-15 0,-5 2-17 15,0 0-23-15,0 0-25 16,0 0-29-16,0 0-37 0,0 0-52 0,0 0-55 16,-24-2-233-16,17 0-469 0,7 2 208 0</inkml:trace>
  <inkml:trace contextRef="#ctx0" brushRef="#br0" timeOffset="40621.25">8507 5576 111 0,'-13'-10'163'0,"-3"1"-17"0,-1-1-12 15,1 3-17-15,-11-2-7 0,5 8-15 0,-7-1-12 0,-2 5-9 16,-5 4-6-16,-2 4-7 0,-8 11-8 0,-4 2-4 16,-2 8-6-16,2 5-5 0,0 3-4 0,-14 19 3 15,20-16-9-15,4 1-8 0,3 6 2 16,2-3-3-16,5 6 1 0,4-3-2 0,6-1-2 0,5-3-7 0,8-13 9 16,2 2 2-16,6-2 2 0,5-4 2 0,5-4 2 15,4-1 2-15,8-7 11 0,1-3 1 0,8-3 5 16,8-7 4-16,14-4-1 0,4-4-2 0,6-8-1 15,30-11 1-15,-8-4 1 0,5-2 3 0,-4-4-1 16,-27 7-1-16,24-15-3 0,-28 13-6 0,-2-1-2 16,-1-1-6-16,-5 0-1 15,-4-4 4-15,-6-2-13 0,-5-1-16 0,-2 0-2 16,-16 9-3-16,-2-4-1 0,-3 2 0 0,-6 2 0 16,-4-1-7-16,-4 4 2 0,-2 7-5 0,-7 1 5 15,-7 0-5-15,-5 7 1 0,-5 1 2 0,-5 8 0 16,-2 1-3-16,-12 8-1 0,-4 6 4 0,-1 6-3 15,2 6 0-15,2 3 2 0,0 3 0 0,-1 4 1 16,8 0 4-16,3 6-3 0,9-6-2 0,12-4 1 0,5-4 5 0,5 1 1 16,4-2-3-16,13-1 2 0,6-4 3 0,5-3 5 15,13-3 0-15,5-5 2 0,22-3 1 0,34-1-1 16,0-14-3-16,-1-6 3 0,-1-8-6 0,1-1 2 16,-32 5 0-16,4-5-1 0,-7-1-2 0,-3-2-6 15,-7 0-10-15,-17 7-11 0,-3-3-11 0,-6-3-11 16,-5 0-9-1,-4 3 4-15,-6 1 12 0,-8 3 1 0,-3 1 8 16,-9 3 0-16,-1 2 7 0,-13 3 1 0,-6 3 10 0,-4 5 1 16,-3 3 4-16,-12 6 2 0,0 6 5 15,-2 4 3-15,3 3-5 0,0 1-2 0,7 9 1 16,1-3 0-16,19-2 7 0,-1 2 1 0,8 3-15 16,8-3-17-16,10 0-10 0,10-1-21 0,17-8-68 15,11-5-133-15,23-3-285 0,5-9 126 0</inkml:trace>
  <inkml:trace contextRef="#ctx0" brushRef="#br0" timeOffset="41000">10654 5788 104 0,'-1'-6'281'0,"1"3"-24"0,0 3-23 0,-3-5-19 15,3 5-22-15,-1-4-25 0,1 4-22 0,0 0-15 16,0 0-25-16,-1-5-21 0,1 5-9 0,0 0-14 15,0 0-9-15,0 19-5 0,0-7-3 0,0 2-3 16,-3 3-5-16,3 1-2 0,-1 1-6 0,-2 5 0 0,3-4-1 0,-2-1-3 16,-2 0-1-16,0 10 0 0,3-9-3 0,-3-4-14 15,0 1-22-15,-1 1-18 0,1-1-24 0,-1-1-18 16,0-4-24-16,0-4-24 0,-3 2-31 0,3-5-172 16,-4-3-351-16,1 0 156 0</inkml:trace>
  <inkml:trace contextRef="#ctx0" brushRef="#br0" timeOffset="41322.61">10493 5767 255 0,'-1'-5'265'0,"1"1"-21"0,0 0-26 16,0 0-26-16,0 4-22 0,-2-5-20 0,2 5-17 15,3-4-14-15,2 4-13 0,-5 0-10 0,16 5-9 0,1 2-10 16,2-1-10-16,7 7-8 0,-2 1-6 0,3 3-8 0,0 4 1 15,-4-2-13-15,2 3-2 0,-5 1-3 0,0 2-5 0,-3 1 0 16,-2-1-5-16,-5 6 3 0,0-2-4 16,-3 0-3-16,-11 0-6 0,-5 0-2 0,-1-4-2 15,-5 0 2-15,-6 0 0 0,-2-6-2 0,-4 3 7 16,-2-3-8 0,1-4 6-16,-4 1 1 0,0-4 1 0,0-2 6 15,4 1 1-15,7-5 4 0,2-1 1 0,5-2-3 16,3 1-2-16,0 0 5 0,4-3-3 0,1 2-9 15,-1-3 0-15,3 0-5 0,4 0-25 0,0 0-36 0,8-8-46 0,10-1-53 0,6-3-55 0,0-4-178 32,6 0-418-32,-1-4 184 0</inkml:trace>
  <inkml:trace contextRef="#ctx0" brushRef="#br0" timeOffset="41823.44">10846 5378 129 0,'0'-3'228'16,"0"-2"-27"-16,1 1-7 0,3-3-31 0,2 2-14 16,3 0-15-16,3 0-16 0,3-3-10 15,-1 6-6-15,5-3-16 0,-1 2-12 0,1 1-3 0,-1-2-10 0,0 4-9 0,-4-2-5 16,-5 4-6-16,1-2-6 0,3 2-9 0,-5 1-10 16,1-1-7-16,-3 0-6 0,2 3-9 15,-2 0-2-15,1 2-4 0,-5-1 1 0,1 5-3 16,-3-3 0-16,-2-1 3 15,0 5 2-15,-2-2 2 0,0-1 8 0,-1 2-6 16,1-2-1-16,-1 0 2 0,0-2-6 0,1 3 3 16,4-5 3-16,-2 5 1 0,3-3-2 0,-1 2 2 15,1 1 0-15,3 0 1 0,1-3 4 0,4 0-3 16,0 1 6-16,5 4-4 0,-1 0 1 0,2-1-3 16,0 0 3-16,-1 3-1 0,-1-4 3 0,0 1-7 15,-1 2 4-15,-3-4-4 0,-4 2 6 0,-1-1 0 16,-2 1 1-16,-6 0-3 0,-1 0 8 0,-3-1-2 15,-3-1 0-15,-4 4 2 0,-3-2-4 0,-5 2 3 16,-2-1 0-16,5-2-4 0,2-1-4 0,-4 0-22 16,2-1-33-16,1-1-34 0,2 0-38 0,4 0-155 15,-1-4-305-15,9-2 136 0</inkml:trace>
  <inkml:trace contextRef="#ctx0" brushRef="#br0" timeOffset="42186.63">11432 5991 16 0,'-7'2'191'16,"4"0"-16"-16,3-2-6 15,-8 2-9-15,8-2-15 0,0 0-7 0,-5 0-15 16,5 0-16-16,0 0-10 0,-4 2-3 0,4-2 0 16,0 0-11-16,0 0-6 0,0 0-6 0,-2 3-4 15,2-3 2-15,0 0-10 0,0 0-5 0,23-2-2 16,-8 1-4-16,8-3-6 0,5 2-3 0,5 0 1 16,-1-2 5-16,-1 2 0 0,1 0 3 0,0 0-4 15,0-1 0-15,-4 2-3 0,-6-1-2 0,-6 2-7 0,-2 0-3 0,-2-2-2 16,-6 0-3-16,1 2-1 0,2 0-3 0,-4-1-1 15,-5 1-6-15,10 0-19 0,-10 0-28 0,5-1-33 16,-5 1-49-16,0 0-79 0,0 0-187 0,-2-6-412 16,2 6 183-16</inkml:trace>
  <inkml:trace contextRef="#ctx0" brushRef="#br0" timeOffset="42756.77">12429 5520 276 0,'0'0'258'0,"0"0"-24"0,0 0-25 0,0 0-16 16,0 0-29-16,1-4-15 0,-1 4-17 0,0 0-20 15,0 0-15-15,0 0-7 0,0 0-12 0,0 0-12 16,-1 19-2-16,1-9-16 0,-1 4 0 0,-3 3-5 16,-1 7-5-16,-2 3-3 0,-3-1-4 0,0 2 5 15,1 0-9-15,-6-1-2 0,3 0-6 0,-1-1 3 0,-1-2-3 0,5-7-5 16,0 1 1-16,1 0 0 0,2-2-2 0,1-5-3 15,1-1 1-15,0 1-2 0,3-1 0 0,1-3 6 16,0 0 2-16,0-1 8 0,4-1 6 0,1 2 3 16,4-2-3-16,3-2 0 0,0 2-2 0,10-3 0 15,6 0-4-15,3-2-15 0,-10 0-30 0,0-3-35 16,1 3-44 0,-4-4-42-16,3 1-39 0,1-2-49 0,-8-4-132 15,0 6-390-15,-5-2 173 0</inkml:trace>
  <inkml:trace contextRef="#ctx0" brushRef="#br0" timeOffset="42941.59">12554 5847 44 0,'0'0'252'15,"0"-5"-3"-15,0 5-7 0,-5-4-13 0,5 4-17 0,0 0-20 0,0-5-24 16,0 5-17-16,0 0-18 0,0 0-18 0,0 0-15 16,0 0-12-16,0 0-12 0,0 0-8 0,0 16-6 15,0-8-8-15,0 2-6 0,0 2 0 0,0 5-8 16,4 0 0-16,-4 1-4 0,1 0-3 0,-2 2-1 15,2-3-1-15,-1 1-3 0,-1-5-20 0,2 6-31 16,-1-5-31-16,-1 1-36 16,-3 2-31-16,4-5-56 0,0-3-209 0,0-2-418 15,0-7 185-15</inkml:trace>
  <inkml:trace contextRef="#ctx0" brushRef="#br0" timeOffset="43242.39">13013 5753 200 0,'0'0'248'0,"0"-5"-21"16,0 5-23-16,-3-3-25 0,3 3-20 0,0 0-15 0,0 0-21 15,0 0-11-15,0 0-12 0,4 19-9 0,-4-8-11 0,0 0-9 16,0 6-6-16,0 1-5 0,4 2-7 0,-4-2 1 15,4 9-13-15,-3-9-2 0,-1 3-1 0,0-2-8 16,0 0 1-16,0-1-1 0,4-1-5 0,-4-1 0 16,0 1 1-16,-1-7-23 0,-2-1-17 0,3 1-17 15,-2 0-16-15,-1-3-19 0,-1-2-26 0,0-1-34 16,2-2-56-16,-6 1-135 16,8-3-344-16,-10-9 153 0</inkml:trace>
  <inkml:trace contextRef="#ctx0" brushRef="#br0" timeOffset="43558.88">12986 5663 136 0,'-3'-4'315'0,"3"-2"-18"0,0 2-31 16,0 4-23-16,-1-3-25 0,1 3-21 0,0 0-20 16,1-4-27-16,-1 4-19 0,0 0-13 0,0 0-10 0,12 6-12 15,-3 2-9-15,8 4-10 0,-2 1-7 16,8 6-10-16,1 5-4 0,0-2-6 0,3 3-2 15,-5 0-6-15,-1 0 0 0,1 1-8 0,-2 1-5 16,-4-1-2-16,-3 0-5 16,1-3 0-16,-7 3 1 0,-1-1-5 0,-7-1-1 15,-3-3-4-15,-4 1-3 0,-1-3 3 0,-6 1 3 16,-4-1 0-16,-2-3-5 0,-6-3 3 0,3 2 1 16,-3-3-2-16,2-2-3 0,4-3-3 0,1-1 4 15,2 0-1-15,3 0-4 0,3-2 1 0,-1 0-2 16,4-1-14-16,4-1-13 0,-1 1-26 0,2-1-11 15,-1-2-8-15,5 0-15 0,0 0-29 0,0 0-50 0,15-5-47 0,2 0-223 16,-2-4-468-16,3-3 208 0</inkml:trace>
  <inkml:trace contextRef="#ctx0" brushRef="#br0" timeOffset="44075.74">13350 5434 118 0,'-2'-4'279'0,"2"4"-22"0,0 0-18 0,0 0-25 0,7-4-19 0,-5 2-22 16,-2 2-20-16,9 0-14 0,-9 0-15 16,11 1-17-16,-5 0-12 0,2 2-11 0,4-1-6 0,-2 5-8 15,0-3-4-15,0 2-6 0,-1 3-8 0,-1-2-9 16,-3 3-3-16,-1 0-7 0,1 0-6 0,-1 2-3 15,-4 0-2-15,0 0-5 0,-4 3 0 0,-1-3 2 16,0 1 2 0,-4 0-3-16,1-4-1 0,-1 2-3 0,4-4 1 0,0 0 4 15,1-2-8-15,0 0-1 0,0-1 0 0,3 0 2 16,-4 0 15-16,5-1 22 0,0-3 10 16,-4 4 11-16,4-4 11 0,0 3 7 0,0-3-6 15,10 0-5-15,3-3-3 0,1 3-6 0,8-3-4 0,9-3-9 16,-3 1 6-16,3 0-23 0,-1 3-8 0,-3-3-5 15,1 0-22-15,-9 2-14 0,-1 0-24 0,0 1-30 0,-4-2-31 16,-1 1-40-16,-4 0-53 0,0 1-79 0,-4-1-240 16,-1 2-549-16,-4 1 243 0</inkml:trace>
  <inkml:trace contextRef="#ctx0" brushRef="#br0" timeOffset="44461.06">13758 5998 15 0,'-4'2'203'16,"2"1"-7"-16,2-3-2 0,0 0-1 0,-8 1-1 16,8-1 1-16,0 0 4 0,-3 3-9 0,3-3-8 0,0 0-9 15,-1 3-10-15,1-3-3 0,0 0-11 0,17-1-10 0,-3 1-17 16,2-2-12-16,7-1-6 0,9-1-7 0,0 2-16 16,-1-1-4-16,1 0-1 0,-1 2 1 0,-5-3-3 15,-5 3 4-15,-8 1 3 0,-2-3 5 0,0 3 6 0,-3 0 6 16,0-1 1-16,-2 1 0 0,-6 0-2 15,12-1-4-15,-11 0-5 0,-1 1-15 0,0 0-8 16,9 0-23-16,-9 0-18 16,5-2-56-16,-5 2-30 0,0 0-55 0,0 0-63 15,0 0-97-15,0 0-344 0,0 0-674 0,0 0 298 16</inkml:trace>
  <inkml:trace contextRef="#ctx0" brushRef="#br0" timeOffset="45425.91">14503 5703 31 0,'0'-6'257'0,"0"6"-2"0,0-6-8 0,1 3-15 0,-1 3-21 16,0-6-14-16,0 2-24 0,4 1-15 16,-3-1-15-16,3 1-17 0,-3-1-14 0,6 1-12 15,3-1-10-15,0 0-9 16,1 2-7-16,2-1-12 0,-1 1-7 0,8 2-7 15,-3 0-4-15,2 0-6 0,-6 2-2 0,1-1-5 16,5 3-14-16,-3 2-3 0,0 1-10 0,-6-2-7 16,-1 2 2-16,3 1-15 0,-6 1-3 0,-2 0 0 15,-1 2 4-15,-3-1-4 0,-4 1 0 0,-4 3-1 16,-1-2 6-16,0 2 0 0,-1-1 2 0,-4-3 1 16,2 2 0-16,2-4 3 0,1 0-1 0,4-2 1 0,-3 1 0 0,3-2 1 15,1 0-3-15,1-1 2 0,2 1 5 0,1 1-1 16,0-1 2-16,4-1 0 0,-1 3 0 0,2-2 2 15,4 0 3-15,2-1-2 0,1 4 1 0,1-3 0 16,6 1 2-16,-5 1-4 0,8 1 6 0,-2 1-3 16,-3-1-1-16,-2 1 1 0,-1-1-2 15,-2-1-4-15,-5 0 5 0,1 1-4 16,-4-2 3-16,0 0-2 0,0 1 2 16,-7-1 2-16,-1 3 4 0,-3-3-4 0,-5 3 4 15,-3-2 1-15,-5 1-1 0,-5 0-1 0,2-3-2 16,4 0-1-16,-3 0-13 0,3-1-21 0,-3-3-30 15,6 1-30-15,4-2-39 0,2-2-44 0,2 2-184 0,3-5-389 16,5 5 172-16</inkml:trace>
  <inkml:trace contextRef="#ctx0" brushRef="#br0" timeOffset="45711.15">15188 5626 47 0,'-3'-4'327'0,"3"-1"-30"16,0 5-31-16,0-5-29 0,0 5-24 15,-1-4-26-15,1 4-24 0,0 0-21 0,0 0-16 0,0 0-14 16,0 0-11-16,0 21-10 0,0-9-11 0,1 3-8 16,3 0-5-16,-4 2-6 0,0 2-7 0,5-1-5 15,-5 0-4 1,5 2-1-16,-5-2-6 0,3-3-3 0,-2 2-3 15,-1-5-4-15,3 1-6 0,-2-3-20 0,-2-1-15 0,2 1-22 16,-1-6-12-16,-1 3-22 0,-2-1-16 0,2-2-7 16,-3 1-10-16,-2-1-19 0,6-4-54 15,-9 2-192-15,9-2-397 0,-16-7 176 0</inkml:trace>
  <inkml:trace contextRef="#ctx0" brushRef="#br0" timeOffset="46065.28">15130 5571 275 0,'-1'-4'282'0,"1"4"-12"15,0-4-19 1,0 4-17-16,-2-4-27 0,2 4-23 0,0-5-21 0,0 5-19 16,0 0-17-16,0 0-11 0,0 0-13 0,20 8-14 15,-11-4-10-15,2 4-5 0,6-1-9 0,-2 4-8 16,2 1-7-16,3 5-4 0,-5-2-6 0,1-2 1 15,2 7-6-15,-5-4-8 0,3 3-2 16,-4-2-2-16,-2 0 0 0,0 3-4 0,-5-3-5 0,-1 0-1 16,0 0-3-16,-7-1-2 0,-2 1-2 0,0-2 2 0,-9-1-1 15,3 1-1-15,-5-1 1 0,-4 3 2 0,-3-3-1 16,5-2-2-16,3-4 2 0,1 2 0 0,1-3-3 16,0 0 1-16,3-4-3 0,2 2 2 0,-2 0-3 0,5-2 0 15,-2-1 1-15,6 0-1 0,-4 0 0 16,2 0-4-16,3-2 0 0,0 0-1 0,0 0-3 15,0 0-10-15,0 0-21 0,0 0-39 0,0 0-45 0,31-6-53 0,-19 3-43 16,-1-2-208-16,-2-2-458 0,0-3 203 0</inkml:trace>
  <inkml:trace contextRef="#ctx0" brushRef="#br0" timeOffset="46366.04">15511 5228 101 0,'0'0'174'0,"14"8"-13"0,-4-2-29 0,3 9-5 0,6 4-10 15,-1 9-5-15,9 12-3 0,0 3-8 0,-4 4 0 16,0 6 1-16,-5 2-1 0,1 25-2 0,-7-27-2 15,-4 2-5-15,-8-1 1 0,-7 0 5 0,-5 1-5 16,-3-2-2-16,-7 0 1 0,-9-4-6 0,-8-1-3 16,-25 13-6-16,14-23-6 0,-28 14-8 0,-5-4-7 15,0-7-1-15,-4-5-39 16,-6 0-52-16,-8-4-69 0,-1-8-127 0,-4-7-157 16,2-8-419-16,1-3 186 0</inkml:trace>
  <inkml:trace contextRef="#ctx0" brushRef="#br0" timeOffset="47198.98">10359 5409 5 0,'1'-5'178'0,"-1"-1"0"0,2 0-2 0,0 1-4 15,-2-1-7-15,0 0 0 0,5 0-5 0,-5 1-14 16,4 0-13-16,-3-1 2 0,-1 2 0 0,1 1-4 15,-1-3 1-15,0 1-5 16,3 2-5-16,-3-2-13 0,0 5-3 0,0 0-19 16,1-5-14-16,-1 5-11 0,0 0-9 15,-1-4-21-15,1 4-18 0,0 0-17 0,0 0-3 0,-5 16-1 16,-8-1 1-16,-1 14 1 0,-13 17 1 0,-2 7 18 16,-13 32-3-16,-7 4 2 0,12-2-2 0,-8 3-1 15,8-1-1-15,5-3 4 0,6 2-2 0,5-5-1 16,11-26 1-16,2 4 3 0,3-4-5 0,8-1-1 0,-1-4 0 15,7-1 2-15,8-5 1 0,-2-12 1 0,20 6 6 16,13-6-3-16,31 6-6 0,12-10-15 0,11-13-46 16,6-6-57-16,18-12-75 0,-1-1-257 0,11-7-476 15,3-1 210-15</inkml:trace>
  <inkml:trace contextRef="#ctx0" brushRef="#br0" timeOffset="47932.09">16450 5584 166 0,'0'0'233'0,"-5"-4"-6"16,5 4-11-16,-2-2-10 0,2 2-15 0,0 0-14 0,-7-3-11 0,7 3-16 16,0 0-10-16,0 0-16 0,0 0-13 0,0 0-10 15,4-4-9-15,-4 4-10 0,14-2-11 0,-2 0-4 16,7 0-10-16,1-2-20 0,11 0-27 0,-2 1-39 15,1-1-44-15,2 2-52 0,-2-1-51 0,-2 0-195 16,2 1-401-16,-5-5 178 0</inkml:trace>
  <inkml:trace contextRef="#ctx0" brushRef="#br0" timeOffset="48116.95">16549 5821 15 0,'11'3'174'0,"-1"-3"-18"0,5-1-12 16,6-2-15-16,11 1-10 0,0-2-16 0,5 1-17 16,18-2-33-16,-1-5-38 0,2-2-43 0,-1 5-133 15,-6-3-175-15,0 0 77 0</inkml:trace>
  <inkml:trace contextRef="#ctx0" brushRef="#br0" timeOffset="48803.18">17931 5281 105 0,'0'-2'142'15,"0"2"-9"-15,-5-3-21 0,5 3-5 0,0 0-10 16,-10-2-14-16,6 2-5 0,4 0-3 15,0 0-9-15,-8-3-6 0,8 3-6 16,0 0-4-16,0 0 2 0,-12 5-2 0,5-2-10 16,2 3 4-16,-4 0-6 0,0 1 5 15,0 2-3-15,-2 1-3 0,1 0-6 0,-3 2-1 16,3 1-4-16,-2 1-2 0,-2 2-3 0,0-2 2 16,5 3-7-16,-4 0 1 0,3 0-2 0,-3 6-1 0,4-4-5 15,2-1 2-15,2 0-5 0,1 2 4 0,1-2 7 16,3 0 9-16,0 1 5 0,3 2 8 0,1-3 3 0,2-3 6 15,5 4 2-15,1-4 10 0,2 0 6 0,4 3 6 16,0-6 5-16,0 0 6 0,7 1 4 0,1-4 1 0,1 1-1 16,-1-5 9-16,1 1-1 0,-5-5 6 0,1-1 7 15,0-3 6-15,5-2-11 0,-1-2 8 0,1-3-17 16,-1-1-9-16,-1-6-9 0,-1-2-4 16,-5-3-11-16,1 0-18 15,-6-5-18-15,2-2-13 0,-8 0-11 0,-3 0-11 16,-4-2-14-16,-9 2-23 0,-2 2-10 0,-9 1-21 15,-6 5-23-15,-8 5-24 0,-4 3-51 0,-16-3-34 16,-3 9-90-16,-4 2-151 0,-2 0-487 0,-3 1 216 16</inkml:trace>
  <inkml:trace contextRef="#ctx0" brushRef="#br0" timeOffset="50122.28">9024 8097 25 0,'0'0'228'15,"-2"-2"-3"-15,2 2-5 0,0 0-4 0,0 0-9 16,0 0-10-16,0 0-6 0,0 0-13 0,0 0-10 15,0 0-14-15,0-5-17 0,0 5-11 0,0 0-11 16,0 0-13-16,0 0-12 0,0 0-11 0,8-2-9 0,-3-1-11 0,1 1-16 16,6-2-7-16,7 0-18 0,-1-1-17 15,10-1-18-15,5 0-21 0,3 2-15 0,0 1-22 0,1-1-20 16,0 1-25-16,-5 3-30 0,3-2-28 0,-5 1-183 16,-8 0-389-16,-4 0 173 0</inkml:trace>
  <inkml:trace contextRef="#ctx0" brushRef="#br0" timeOffset="50291.53">9059 8296 82 0,'-6'3'111'0,"2"1"-6"0,-1 0-18 0,2-3 22 16,0 2 6-16,3-3 5 0,2 4-6 0,-2-4-7 0,13 0-11 15,1 0-12-15,4-1-9 0,4-2-10 0,3 0-4 0,7 2-15 16,-6-5-26-16,-4 3-31 0,-1-2-32 0,6-2-40 15,-8 3-127-15,-1-3-228 0,-8 1 101 0</inkml:trace>
  <inkml:trace contextRef="#ctx0" brushRef="#br0" timeOffset="50760.91">9219 8049 153 0,'-1'-4'215'0,"-1"-1"-8"0,1 2-11 16,1 3-12-16,0-8-22 0,0 8-17 0,-3-1-19 15,3 1-10-15,0-5-17 0,0 5-10 0,0 0-10 16,0 0-12-16,0 0-7 0,13 12-4 0,-5-8-3 16,-3 3-1-16,11 3-10 15,-1 0-6-15,0 2-4 0,8 5-7 0,-5-8-8 16,0 4-4-16,7-1-11 0,-6-2-9 0,0 0 0 0,-4-1-1 0,3-3-7 16,-3 2 2-16,-1-3 5 0,-3-4-4 0,1 2 5 15,-2-3 0-15,2 0 5 0,-2-2-1 0,-2 1 7 16,1-3 3-16,-4-2 11 0,5 1 5 0,-5 0 9 15,-1-2 2-15,0 2 15 0,0-1 8 16,-3 1 0-16,2 1-5 0,-1-1-3 0,-2 1-11 0,3 2 0 16,-3 2-13-16,0 0-9 0,0 0-8 0,0 0 1 15,0 0-4-15,-13 9-2 0,3 3 0 16,-3 4 0-16,-4 6 0 0,-2 5-6 0,1 1 3 16,-7 13-4-16,0-1 4 0,-1 6-2 0,1 0 1 0,2-4 1 15,-1 3 3-15,10-11-2 0,-8 6-2 0,8-10 5 16,5-4-4-1,-5-1 5-15,9-6-8 0,-1-4 3 0,1-3 3 16,1-2-1-16,1-4 26 0,3 2 27 0,-3-3 19 0,1-2 23 16,2 2 35-16,-2-2 23 0,2-3 21 0,-2 5 14 15,2-5-4-15,0 0-23 0,0 0-16 0,0 0-13 16,0 0-16-16,0 0-13 0,0 0-17 0,0 0-35 16,2-14-31-16,-2 14-38 0,2-2-44 0,-2 2-50 15,0 0-48-15,0 0-63 0,2-9-115 0,-2 6-280 0,3-2-668 16,0 1 296-16</inkml:trace>
  <inkml:trace contextRef="#ctx0" brushRef="#br0" timeOffset="52095.59">11230 8071 78 0,'-37'7'80'0,"3"-1"-10"0,-2 5 5 15,3-3 2-15,1 3-1 0,0 3-16 0,5-2-5 16,0 1-4-1,3-1 5-15,7 1-11 0,3 0-11 0,2-1 3 16,0 1-5-16,6-1 0 0,1 0 14 0,2 0-6 16,3 0 5-16,3-1 1 0,4-1 3 0,5 3 1 0,3-3 0 15,2-3 2-15,4 1-2 0,7-3-3 0,3-5 2 16,1-1 1-16,0-3-2 0,0-5-10 0,0-2 9 16,1-2 8-16,-1-1 0 0,-4-5 3 15,4 0 4-15,-5-1 10 0,2-4-1 0,-4-2 0 0,7-11-1 0,-11 8 2 16,4-15-5-16,-5 1 1 0,0 0 2 0,-3 0-2 15,-4 10 4-15,-3-2 8 0,3 1 9 0,-6 2 19 16,-1-2 13-16,-1 2 3 0,0 3-9 0,-2 3-5 0,-1 9-6 16,1 5-8-16,-3-1-3 0,0 3-11 0,3 3 9 15,-4 0-30-15,2 3-6 0,-1-1-7 16,2 1 1-16,-4 0-24 16,2 4-26-16,2-6-23 0,-2 6-31 0,0 0-14 15,0 0 1-15,0 0 7 0,-5 15 4 0,2 3 9 16,1 10 3-16,-4 3 7 0,1 3 8 0,-1 1 2 15,-4 14 3-15,2-3 3 0,0 2 2 0,3-16 1 16,0 1 1-16,0 2 1 0,4-9 3 0,-2 3 1 16,2-4 3-16,-3 1 0 0,4-9 5 0,0-1-4 0,0 0-2 15,0 0 4-15,0-2-1 0,-3-2 4 0,3-1 0 0,0 0 1 16,-1 0 0-16,1-2-1 0,-1 0-1 0,-2-1 1 16,3-1 3-16,0 1 0 0,0-3 0 0,-1 0-2 15,1 0 3-15,0 0 0 0,0-2 0 0,0-3 2 16,0 7-1-16,0-4 0 0,0 1-3 0,0-4 9 15,0 0-6-15,0 6 0 0,0-6-1 0,-3 3-3 16,3-3 6-16,0 0 2 0,0 0 9 0,3 2 12 0,-3-2 9 0,0 0 6 16,0 0 1-16,0 0 6 0,14 0-12 0,5-5-16 15,13-2-42-15,7-3-74 0,19-8-120 0,32-16-305 16,-34 7-565-16,24-20 249 0</inkml:trace>
  <inkml:trace contextRef="#ctx0" brushRef="#br0" timeOffset="52951">11794 7287 156 0,'1'-4'179'15,"0"0"-16"-15,1 0 5 0,-1-1 2 0,1 0-5 16,1 1-8-16,-3 0-3 0,3 3-12 0,-3 1-6 15,2-6-11-15,-2 6-12 0,3-4-10 0,-3 4-13 0,2-2-9 0,1-2-9 16,-3 4-11-16,5 0-5 0,3-1-6 0,-8 1-7 16,15 1-3-16,-5-1-4 15,3 0-1-15,-4 4-5 0,2 0-3 0,1-2-5 16,-3 4-8-16,1-2-7 0,-1 1-3 0,-1 2-8 0,-3-2-4 16,1 3-3-16,-2-1-3 0,1 1-3 0,-2-1-4 15,-2-1 1-15,-1 2-3 0,3 0-3 0,-6 2 0 0,3-2 5 0,-1-2 2 16,-2 1 3-16,3 0 3 0,-1-2-2 0,-3 0 0 15,4 3 0-15,-1-4 5 0,-2 1-1 0,3 3 0 16,0-3 0-16,0 1 8 0,0 1-2 0,3 0-2 16,1 1-1-16,-2-2 7 0,6 5-1 0,0-2-1 15,0 1 4-15,1 0 4 0,2 1-1 0,1 1-4 16,-3 3 9-16,2-5-5 16,-4 1 1-16,-2-1 3 0,-1 0-1 0,0 0-4 15,-1-1 3-15,-1 4-1 0,-4-3-2 0,-2-1 4 16,-3 1 0-16,-3 1 3 0,-4-3-2 0,-2 3-1 15,-1-1-1-15,-2-3 2 0,1-1-1 0,-1 5-4 16,1-5 5-16,5-1-7 0,0 2-31 0,0-4-38 16,3 1-47-16,4-2-60 0,-2 4-157 0,4-6-359 15,4 0 160-15</inkml:trace>
  <inkml:trace contextRef="#ctx0" brushRef="#br0" timeOffset="53730.95">12136 7822 105 0,'0'-4'297'0,"3"-1"-13"0,-3 5-16 0,0-6-15 16,0 2-18-16,0 4-19 0,0-3-27 0,0 3-15 0,0 0-27 15,1-5-18-15,-1 5-27 0,0 0-24 0,0 0-31 0,0 0-2 16,0 0-4-16,7 8-8 0,-5 0 1 0,2-1-7 15,2 2-13-15,1 3-11 0,-2-3-9 0,0 1-1 0,4 2-4 16,0 0-4-16,-3-2-3 0,1-2 2 0,-1 0 2 16,0 0 4-16,-1-3 1 0,-1-1 3 0,1 0-2 15,1 0 9-15,0-3 9 0,3-2 1 16,-1-1 9-16,1-1 4 16,3-6 11-16,-3 3 11 0,-2-3 6 0,4 0-1 15,-5-1 3-15,6-5 1 0,-3 1 6 0,0-1 2 16,-4 6 13-16,0-2-17 0,-1 3-1 0,-3 2-1 15,3-1-4-15,-1 2-6 0,-2 0-9 0,4 0-7 16,-4 2-15-16,-1 3-16 0,0-4-21 0,0 4-40 0,0 0-12 16,0 0 11-16,0 0 6 0,-1 15 3 15,-4-1 7-15,0 6 1 0,-3 9 9 0,-1 0 3 0,-2 4 4 0,-6 14 2 16,8-12 2-16,-7 11 2 0,3-2 6 0,0-10 0 16,3 0 0-16,-2-1 2 0,5 0-3 0,-2-3 8 15,1 1 3-15,-1 2 0 0,1-4 4 0,2-1 0 16,-2-8-2-16,2-4 2 0,1-1 3 0,0-2 1 15,0-3 0-15,-2 0 14 0,3-1 10 0,1-5 7 16,-4 2 17-16,5-3 18 16,-2-2 19-16,-3 2 11 0,7-3 10 0,0 0 6 15,-14-8-2-15,12 1-2 0,-1-4 20 0,-1-5-10 16,4-1-13-16,4-2-8 0,0-10-17 0,6-2-9 16,3-1-10-16,5 0-18 0,10-8-13 0,3 4-5 15,-11 8 1-15,6 5-3 0,3-3-12 0,-1 3 2 16,-1 6-3-16,1-2 1 0,-2 5-4 0,-10 4 2 15,1 2-5-15,-3-2-3 0,-4 6 2 0,0-1-2 0,-2 0-13 0,-3 2-6 16,0 1-25-16,0 0-25 0,-1 1-33 0,-4 1-38 16,0 0 9-16,0 0-1 0,0 8-1 0,-6 1-5 15,-4-1-24-15,-5 6-58 0,-1-2-69 0,-1 1-206 16,-3-3-532-16,2-1 235 0</inkml:trace>
  <inkml:trace contextRef="#ctx0" brushRef="#br0" timeOffset="54216.74">10738 8821 151 0,'0'0'206'0,"-6"0"-5"0,6 0-11 0,0 0-13 16,0 0-18-16,0 0-12 0,0 0-14 0,0 0-16 16,0 0-13-16,0 0-11 0,0 0-8 0,0 0-8 15,-8 3-5-15,8-3-11 0,0 0-4 0,0 0-7 16,0 0-6-16,0 0-5 0,0 0-3 0,0 0-4 15,0 0-2-15,0 0 1 0,0 0-2 0,0 0 3 16,0 0 5-16,0 0 2 16,0 0 4-16,23-4 0 0,-2 3-2 15,9-3-1-15,10 0-4 0,23-5-1 0,27 1 0 16,8-1 5-16,8-6 3 0,1 5 6 0,4-1-2 0,-2 1 6 16,1 0-4-16,-2 1 3 0,-4 0 0 0,3 2 9 15,-10-2 1-15,-32 2-1 0,-2 2 1 16,-7 0-7-16,-17 2-2 0,-5 1-4 0,-6-2-6 15,-9 3 4-15,-6-1-3 0,1 1-7 0,-6 1-7 0,-3-1 15 0,4 1-22 16,-9 0-29-16,9-3-32 0,-9 3-37 0,5 0-14 16,-5 0-21-16,0 0-44 0,-19 8-72 0,-2-2-285 15,1 0-552-15,-2-4 244 0</inkml:trace>
  <inkml:trace contextRef="#ctx0" brushRef="#br0" timeOffset="55118.99">11441 9619 271 0,'1'-3'259'0,"-1"-3"-19"15,-1 0-21 1,1 2-19-16,-4-3-18 0,3 2-22 0,-3 2-14 0,-1-4-16 15,0 3-13-15,-7-1-15 0,2 1-11 0,-10 3-17 16,1-2-7-16,-8 3-11 0,-5 3-5 0,5 1-8 16,0 0-3-16,5 0-6 0,2 2-5 0,-3-1-3 15,5 2-9-15,2 2-5 0,1-2-5 0,0 2 0 16,6 0 3-16,0-1-6 0,0 0-4 0,3 1 4 16,1 1-1-16,1-1 2 0,3 1 2 0,1 0 1 0,1-1-3 15,2 1 5-15,2-3 3 0,1 1 2 0,2-3-2 16,1-1 7-16,0 0 5 0,1 0 6 0,-1-4 10 0,2 0 6 15,3 0 0-15,-1-6 10 0,6 1-4 0,-3-4 3 16,1-3 2-16,5-5 0 0,-1 0 3 0,-2-4 5 16,-2-1-7-16,-1-5 6 0,0 2-6 15,-3-5-11-15,-1-2-3 0,-1-2-4 0,4-14-12 0,-3 4 5 0,-5-4-12 16,-1 2 5-16,-3 11 3 0,1 2 15 0,-2 4 6 16,-1 1 0-16,1 13 11 0,-2 2-4 0,1 2-15 15,0 0-8-15,2 4-9 0,-1 3-37 0,-2-1-28 0,-2 0-35 16,2 5-21-16,0 0 7 0,0 0 6 0,-3 15 10 15,1 1 8-15,-1 13 12 0,-1 1 1 0,0 4 6 16,2 14 8 0,-1-12 4-16,1 12 5 0,0-14 0 0,1 4-19 15,0-4-19-15,1-2-19 0,1-4-18 0,2-5-12 16,-1-2-18-16,1-4-19 0,3-2-33 0,-4-7-222 16,1-1-442-16,4-5 196 0</inkml:trace>
  <inkml:trace contextRef="#ctx0" brushRef="#br0" timeOffset="55557.84">11704 9285 152 0,'7'0'171'0,"-7"0"-13"15,18 1-18-15,-7-1-10 16,1 2-11-16,2 2 0 0,-3 3-18 0,6-1-8 15,-3 5-5-15,-1-1-13 0,-1 3-5 0,-1 2-8 16,0-1-3-16,-4 3-8 0,-1 0-5 0,-1 0-5 16,-5 1-4-16,1 2-15 0,-2-1 5 0,-4-1-1 15,1-1-5-15,-5 0 5 0,0-1-5 0,2-1-5 16,-1-6 2-16,3 1 1 0,-1-2 4 0,0-1 2 16,3-1 6-16,0-2 17 0,0 0 19 0,1-1 35 0,2-3 39 0,-4 5 32 15,4-5 5-15,0 0-11 0,0 0-29 0,5-13-14 16,4-2-12-16,0 2-21 0,4-1-3 0,2-9-12 15,3 0-7-15,2 0-15 0,1 1-12 0,1-2-4 16,-2 0-5-16,-3 4-4 0,-2 4-5 0,-2 2 2 16,-5 4-4-16,-1 3 0 0,1 0-3 0,-4 2-2 15,-1-1-13 1,1 3-7-16,-1-1-10 0,1 1-30 0,-4 3-3 0,0 0-1 16,3 8-4-16,-1-1 12 0,-2 5 1 0,1 3 0 15,-2 2 2-15,2 8 7 0,-2 1-2 0,1 2 8 16,2-3 4-16,1 1 3 0,1-6 2 0,0-3-16 15,1 0-17-15,3-1-30 0,-2-6-20 0,3 0-42 16,2-4-67-16,3 0-263 0,-1-4-506 0,6-5 224 16</inkml:trace>
  <inkml:trace contextRef="#ctx0" brushRef="#br0" timeOffset="56221.86">12301 9002 61 0,'5'-2'165'0,"8"-1"-3"0,-3 1-14 0,7 1-10 15,2 1-10-15,0 0-5 16,3 1-6-16,-1 2-12 0,-1-1-4 0,0 1-12 16,0 1-7-16,1 1-15 0,-3 2-2 0,-8-2-6 15,3 1-5-15,0 0-1 0,-3 0-11 16,-2 1-3-16,-2 0-13 0,-2 0-1 0,-3-1-9 0,2 2 3 15,-6-3 1-15,-2 3-2 0,-4 1 0 0,4-5-4 16,0 4 3-16,0-4-3 0,-2 1-5 0,5-1-3 16,-3 0 1-16,1 0 1 0,1-1-1 0,2 0 2 0,1 3-3 15,0-6 4-15,1 9-1 0,2-4-1 0,2 2 2 0,8-1-2 16,0 3 2-16,1 0 5 0,1-1 3 0,3 1-1 16,-4 0-3-16,1 3 6 0,-1-3-3 15,-2-1-1-15,-3 2 1 0,-1-3 0 0,-1 2 0 16,1 2-1-16,-4-5-3 0,1 4 0 0,-4-4 7 0,0-1-1 15,-3 2 2-15,-3-1 1 0,-3 0-4 0,-5 1 2 0,-6 0-4 16,-1-1-1-16,-7 0-6 0,-1-3-23 0,-2-1-38 16,2-2-46-16,5-2-51 0,-5-3-210 0,10 0-388 0,3-2 172 15</inkml:trace>
  <inkml:trace contextRef="#ctx0" brushRef="#br0" timeOffset="56722.97">13378 8615 48 0,'0'0'195'0,"0"0"-3"0,0 0-2 16,0 0-4-16,-5 0 2 0,5 0-1 0,0 0-9 0,0 0-13 0,0 0-16 15,0 0-11-15,0 0-12 0,0 0-10 0,0 0-8 16,27-1-7-16,-9 0-6 0,13-1-9 0,-2 2 0 16,3-5-13-16,4 2-8 0,3 3-3 0,-2-4 0 15,2 2-3-15,-3-1-7 0,-1 0 1 0,-4 2-3 16,-9-3-4-16,-4 3 8 0,-6 1 2 0,1-1 4 15,-8-1 2-15,4 1 2 16,-4 1-7-16,2-1-1 0,-7 1-1 0,7-1-17 16,-7 1-13-16,7-2-21 0,-7 2-41 0,0 0-46 15,0 0-51-15,0 0-46 0,-22 3-64 0,10 1-242 16,1-2-525-16,2-2 234 0</inkml:trace>
  <inkml:trace contextRef="#ctx0" brushRef="#br0" timeOffset="57678.8">14588 8079 90 0,'3'-1'238'0,"-3"1"-9"0,4-5-7 15,-2 2-9-15,-2 3-17 0,3-4-16 0,-3 4-20 16,0 0-16-16,3-3-17 0,-3 3-15 0,0 0-17 16,0 0-18-16,0 0-19 0,0 0-6 0,0 0-12 0,2 15-7 15,-4-5-3-15,-4 4-10 0,1 4 2 0,-5 8-1 16,1 1 1-16,0-3-4 0,-3 4 1 0,0-2-3 15,3 0-4-15,0 0 0 0,4-6-1 0,1-2-3 16,0-1 2-16,4-4-2 0,-1 1 4 0,-2-4-3 16,3-1 2-16,3 0 1 0,-2-3 5 0,3 1 11 0,1 0 0 15,5-1 1 1,3-2-1-16,5 0-1 0,4-3-7 0,6-2-5 16,0 0-11-16,0-1-21 0,-7 0-30 0,-1-4-26 15,2 2-29-15,-3 1-26 0,-1-2-10 0,-3-1-9 16,-2 1-5-16,-4 0 8 0,-1 4 11 0,-5-4 19 15,0 3 14-15,-2-1 22 0,-1-1 26 0,0 4 15 16,-2-7 33-16,2 2 27 0,-3 2 15 0,2-4 14 16,-2 1 29-16,1 4 9 0,0-3 15 0,2 5 9 0,-1-4 0 0,1-1-3 15,0 5-5-15,0 0-12 0,-1-4-8 0,1 4-18 16,0 0-6-16,0 0-13 0,-3-3-3 0,3 3-12 16,0 0 0-16,-3 12-10 0,-1-1-4 0,0 6 4 15,0 2-6-15,-4 9-1 0,2 2-3 0,0-2 1 16,-1 5-1-16,2-1 3 0,1-3-3 0,-1 1-19 15,5-4-22-15,-4 2-19 16,2-1-28-16,4-9-27 0,1-3-51 0,-2 1-240 16,4-6-423-16,2-3 187 0</inkml:trace>
  <inkml:trace contextRef="#ctx0" brushRef="#br0" timeOffset="58512.31">15820 8192 40 0,'-5'-5'165'0,"-4"-1"-12"0,-3 2-13 0,1 0-15 15,-8-1-9-15,0 1-11 0,-4 3-6 0,-6 2-20 16,0 0-6-16,-1 6-5 0,-1-4-5 0,3 1-7 15,1 7-6-15,7-4-6 0,-1 2 2 0,3 0-2 16,3 2-16-16,1 0-2 0,0 0-1 0,3 4 1 16,4-4-7-16,3 4 0 0,2-3-1 0,-1 5 2 0,8-3-8 0,-1 0-1 15,7 1 9-15,0-2 3 0,4-2 5 0,3-4 4 16,1-2-1-16,2 0 6 0,0-2 0 0,10-3 3 16,-3-7 1-16,0 4 1 0,3-9 10 0,-2 2 4 15,-3-5-2-15,-1 1-1 0,-5-3 3 0,0-3-1 16,-1-1-3-16,-5-3-5 0,-1-1 2 0,-3-4-5 15,-1-1-7-15,0-5 0 16,-1-13 6-16,-2 2 4 0,-2-1 23 0,-3 13 15 16,-1-1 13-16,0 5 17 0,-2 0 4 15,-1 2 0-15,6 10-7 0,-7 2 15 0,1 4-14 0,2 1-7 16,-4 1-10-16,5 5-15 0,0-3-8 0,0 4-18 16,0 1-36-16,0 3-41 0,0-5-40 0,0 5-37 15,0 0 3-15,0 0 7 0,-4 18 13 0,2-6 5 16,-2 15 3-16,-1 2 13 0,1 4 13 0,0 2-4 0,0 10 6 0,-1-11 4 15,5 2 3-15,0-2 5 0,0-4 3 0,0 3 11 16,0-5-7-16,4 0 1 0,-2-2 6 16,1-8-3-16,-2 0 4 0,3-3 3 0,-4-4-1 15,3 0 1-15,-2-3 6 0,-1-1-2 0,1 0 7 16,-1-2 15-16,0-3 8 0,0 3 15 0,0-2 8 0,0-3-1 16,4 4 4-1,-4-4-8-15,0 3 0 0,0-3-6 0,0 0-4 16,0 5-2-16,0-5-7 0,4 2-3 0,-4-2 3 15,0 0-9-15,0 0 0 0,1 3-4 0,-1-3-3 0,0 0 2 16,-1 7 1-16,0-3-1 0,1-4-1 16,0 6 1-16,0-2 0 0,0-4-1 0,0 5 0 15,0-5 0-15,0 4 1 0,0-4 0 0,0 5-2 16,0-5 5-16,0 0-3 0,0 0-1 0,1 2 1 0,-1-2 3 0,0 0 2 16,0 0-7-16,19-1-17 0,-7-2-36 0,17-7-58 15,3 1-99-15,2-6-359 0,19-9-608 0,-6-5 268 16</inkml:trace>
  <inkml:trace contextRef="#ctx0" brushRef="#br0" timeOffset="59098.55">16162 7369 110 0,'0'0'163'15,"0"0"-16"-15,0 0-14 0,21 2-12 0,-14-1-7 0,0 4-16 16,3 0-11-16,0-1-11 0,2 3-5 0,-3 0-12 16,0 1-2-1,-1 1-8-15,1 2-1 0,-4 0-6 0,1 4-4 16,-3-3-3-16,-2 0 6 0,-5 0 1 0,3 4 0 15,-4-1-2-15,-3 0 0 0,-2-1 2 0,1-3-5 16,-3 5 0-16,1-3-4 0,2-4-2 0,1 0-6 16,3-2 0-16,-4-1-2 0,6-2-4 0,-1 0 2 15,0 0 0-15,1-1 11 0,1 0 24 0,-1-2 6 16,2 4 9-16,1-5 10 0,0 0 1 0,4 5 5 0,2-4 3 0,6 0-1 16,5-2-4-16,5 2-8 0,9-3-6 0,-2 1-9 15,3-1-4-15,0 1-7 0,-3 0-6 0,-8-4-4 16,2 4-3-16,-6 0-3 0,-6-2-3 0,-2 2-3 15,4 0-1-15,-8 0-6 0,0 1-5 0,-5 0-9 16,9 1-9-16,-9-1-14 0,5-2-8 0,-5 2-14 16,0 0-25-16,0 0-20 15,-15 4-30-15,3 1-36 0,1 0-25 0,-1 0-41 16,-6 2-195-16,8 1-441 0,1-1 195 0</inkml:trace>
  <inkml:trace contextRef="#ctx0" brushRef="#br0" timeOffset="59815.04">16426 7878 192 0,'0'0'303'0,"0"-5"-28"0,0 5-22 0,0 0-23 15,0-5-20 1,0 5-14-16,0-6-17 0,0 6-20 0,0 0-16 16,0 0-19-16,3-4-10 0,-3 4-19 0,0 0-14 15,0 0-15-15,12 2-12 0,-12-2-20 0,9 5-14 16,-1 0-17-16,-3-1-12 0,5 0-10 0,-1 3-7 16,-1-2-10-16,1 1-4 0,-3 0 3 0,1-2 4 0,-2-2-1 0,0 3 3 15,-1-2-3-15,1-2 12 0,-1 0 0 16,-4-1 6-16,6 1-4 0,-6-1 8 0,8-4 3 15,-3 0 0-15,1 0 0 0,2-4-3 0,-3 0 13 16,1-1 5-16,2-3 1 0,0 0 5 0,1-2 11 0,-3 5 6 16,1-2 11-16,1 1 4 0,-4 2 1 0,3-1 6 15,-4 4 0-15,0-1 0 0,0 3-9 16,-1-1-7-16,3 0-4 0,-4 3-12 16,3-2-14-16,-4 3-26 0,0 0-3 0,0 0-2 0,0 0 4 0,5 11 4 15,-1 0-7-15,-4 3 2 0,4 6 6 0,-4 9-4 16,1 0 7-16,-1 4-6 0,-1 3 3 15,1 10 3-15,-5 3 3 0,1-14-1 0,-1 11 0 16,-3-11 3-16,2 1 4 0,2-3 0 0,-4 0 3 16,1 1-2-16,-1 2 2 0,2-8-2 0,-3 3 4 15,1-3-2-15,-1-4 2 0,3-7 3 0,-3 0 1 16,1-2 0-16,-1 1 2 0,2-6 0 0,-1-2 5 16,0 1 0-16,2-3 1 0,1 1 5 0,0-3 9 15,-2-1 11-15,5-1 15 0,-2-1 26 0,-1 3 24 16,5-4 21-16,-8-2 10 0,8 2-9 0,-5-7-13 15,1 2 15-15,0-6 9 0,0-2-13 0,2-3-2 16,2-10-18-16,0-2-12 0,6 0-6 0,2-2-14 0,5-1-13 16,2 0-9-16,12-14-10 0,1 5 0 0,-6 14-2 0,5-3-8 15,2 4-5-15,-2 2 5 0,-2 2-3 0,5 2-19 16,-1 3 6-16,0 0 11 0,-2 3-5 0,-7 4-3 16,-4 1-1-16,-3 3 13 0,-3-2 1 0,-1 2 1 15,0 2 3-15,-4 1-6 0,0-1-5 0,0-1-1 16,-1 4-3-16,1-2-4 0,-1-1-21 0,-4 3-31 0,0 0-37 15,7-3-35-15,-7 3-26 0,0 0-18 0,0 0-22 16,-13 10-43-16,1-4-80 0,-7 1-296 0,0-1-645 16,-2 0 286-16</inkml:trace>
  <inkml:trace contextRef="#ctx0" brushRef="#br0" timeOffset="60231.8">15180 8893 132 0,'0'0'171'15,"0"0"7"-15,-6 1-12 0,6-1-8 0,0 0-9 0,0 0-5 16,0 0-9-16,23 2-8 0,5-5-18 0,6 1-8 16,21-3-5-16,13 0 2 0,36-2-2 0,4 0 5 15,5-2 8-15,4 3-3 0,2-3 1 0,4 2-3 16,-2-1-1-16,2 1-7 0,-6 0-5 0,-3-5-2 15,-13 4 0-15,-38 0-5 0,-3 2 1 0,-8-1-4 16,-15 2-8-16,-9-3 15 0,-6 4-9 0,-4-1 2 0,-5 1-3 16,-3 1-8-16,0 2-4 0,-2-1-10 0,-2 1-25 0,1-1-25 15,-4-1-33-15,-3 3-70 0,-1-5-72 0,1 5-58 16,-18-3-79-16,-1 2-179 0,-4 0-525 16,2 1 233-16</inkml:trace>
  <inkml:trace contextRef="#ctx0" brushRef="#br0" timeOffset="61087.11">15794 9636 8 0,'-18'-3'145'16,"-9"-2"-13"-16,-1 2 0 0,1 2-13 0,0-1-12 16,-1 5-4-16,5 1-10 0,1 0-5 0,0 0-15 15,2 0-5-15,3 4-8 0,0-1-9 0,2 2-6 16,1-1 0-16,2 4-11 15,-1 0 1-15,6-2-8 0,2 1 1 0,1 2-8 16,2-1 2-16,1-1-2 0,2 2-3 0,1-2 10 16,4 2-1-16,3 0 13 0,1-4 16 15,4 3 15-15,4-4 6 0,-2-1 10 0,2-3 9 0,1-4 8 16,-2 3 6-16,2-6 6 0,-1-1 19 0,-1-1 7 16,-2-4-3-16,2-2-1 0,-3-3-7 0,0-1 8 15,-3-2-10-15,4-8-9 0,-3-1 0 0,-2-2-16 0,0-2-11 16,-2-2-8-16,-4-6-9 0,5-9-10 0,-1-2-3 0,-5-2 5 15,1 2-23-15,0 2 0 0,0 2-1 16,1-4 3-16,-5 23 19 0,0 5 4 0,1 4 1 16,-1 2-5-16,0 3-6 0,0 4-12 0,0 2-8 15,0 0-18-15,4 0-40 0,-4 2-44 0,0 4-43 16,-4-4-10-16,4 4 9 0,0 0 6 0,4 21 15 0,-4-1 8 0,-5 7 9 16,5 4 9-16,-4 3 7 0,0 15 3 0,1-1 6 15,1-13 10-15,1 0-2 0,-2-1 4 0,6-2 3 0,-2-1 5 16,-1-4 2-16,4-1 2 0,-3-9 4 15,2 2 2-15,-2-9 2 0,1 3 1 0,0-2 0 16,-1-5-26-16,-1 1-16 0,0-1-25 0,4-1-25 16,-4 0-29-16,0-1-29 15,0 0-26-15,0-4-29 0,-5 3-191 0,5-3-440 16,0 0 195-16</inkml:trace>
  <inkml:trace contextRef="#ctx0" brushRef="#br0" timeOffset="61519.04">16007 9332 74 0,'10'-5'180'0,"3"3"-5"0,-3 1-17 0,0 2-19 16,2-1-11-16,-2 4-16 0,2 0-2 0,-1 1-11 15,0 3-4-15,2 2-5 0,-2 4-7 0,0 1-6 16,-2-1-7-16,-1 5-8 0,-2 6-3 0,-2-4-5 15,-4-1-5-15,-4 5-7 0,3 1-7 0,-2-7 1 0,-4 5-1 16,0-7-3-16,1 2-3 16,-4-5 0-16,3-1-9 0,2-1 1 0,1-4-2 0,2-1 0 0,-2-3 1 15,2 1 1-15,-1 0 29 0,2-2 38 0,-1 0 50 16,2-3 28-16,-2 4 34 0,2-4 5 0,0 0-15 16,0 0-20-16,10-10-16 0,0 0-17 0,4-4-23 15,7-3-10-15,2-5-11 0,2 1-5 0,-2-1-15 0,0 3-4 16,0 2-10-16,-5 4-7 0,-1 3-3 0,-3-1-8 15,-4 5-7-15,-1 0-7 0,-3 3-32 0,1 0-9 0,-1-1-18 16,-1 3-18-16,-1 0 2 0,-4 1-7 0,9 4 0 16,-4 1 3-16,-1 3-2 0,-2-1 0 0,2 5 1 15,-1 0 7-15,-2 0 3 0,0 3-1 16,1 1-1-16,-2 1-11 0,0 0-25 0,0-5-26 0,-2 1-18 0,2-4-20 16,-2 3-14-16,2 0-20 0,-1-6-30 0,-1 0-36 15,-2-3-175-15,4-3-454 0,-2 1 200 0</inkml:trace>
  <inkml:trace contextRef="#ctx0" brushRef="#br0" timeOffset="61788.59">16466 9247 324 0,'1'-7'317'0,"4"-1"-21"0,-4 2-21 0,3 1-29 16,-4-1-22-16,1 4-26 0,2-2-23 0,-3 4-17 15,4-5-23-15,-4 5-15 0,0 0-16 0,4-1-4 0,-4 1-18 16,2 8-10-16,1-1-10 0,-2 2-2 0,-2 4-10 0,1 3-2 16,-3 2-8-16,1-2-3 0,-1 1-4 0,-1-3-5 15,3-3 12-15,-2 0-18 0,2-1 1 0,1-2-4 16,0-1 4-16,0 0 2 0,5-1-4 0,3 1 8 16,5-2 3-16,12 1 2 0,11-2-14 0,1-2-29 15,14-1-53-15,3-2-79 0,0-5-109 0,-3-3-252 16,-14 0-543-16,-3-7 239 15</inkml:trace>
  <inkml:trace contextRef="#ctx0" brushRef="#br0" timeOffset="62737.7">17852 8533 88 0,'0'0'138'0,"0"0"-7"0,-4 2-1 0,4-2-6 16,0 0 12-16,0 0 1 0,0 0 3 0,0 0-3 15,0 0-6-15,0 0-9 0,0 0-8 0,0 0-6 16,0 0-7 0,0 0-11-16,0 0-9 0,0 0-7 0,0 0-6 0,0 0-7 15,0 0-4-15,0 0-6 0,0 0-5 0,0 0-5 16,0 0-2-16,0 0-6 0,0 0-1 15,0 0-2-15,0 0-2 0,0 0-5 0,-8 1-3 16,8-1-4-16,0 0-1 0,0 0-2 0,0 0-3 0,0 0-1 16,0 0-1-16,0 0 0 0,0 0-2 0,0 0-1 15,0 0 0-15,0 0 0 0,0 0 0 0,0 0 0 0,-2 2-2 16,2-2 1-16,0 0 4 0,0 0 1 0,19 2-1 0,-1-2 0 16,10-2-3-16,7 2-4 0,3-3 0 15,18-1 0-15,3 1 2 0,2-1-1 0,-3 0-3 16,-2-1 2-16,-6 5 1 0,-11 0-1 0,-3-2-2 15,-8 0 3-15,3-1 0 0,-13 2-1 0,-3-2 1 0,-3 1 1 16,1 2-2-16,-7-1 0 0,-1 1 2 0,-5 0 1 0,10 0-5 16,-10 0-8-16,0 0-13 0,4-2-21 0,-4 2-32 15,0 0-34-15,0 0-33 0,-29-2-44 0,16 2-166 0,-5-2-380 16,4 1 168-16</inkml:trace>
  <inkml:trace contextRef="#ctx0" brushRef="#br0" timeOffset="63339.18">18914 8156 175 0,'6'-3'168'0,"2"3"-26"0,2-2-7 0,2 2-18 15,2 2-9-15,0 1-14 0,4-1-12 0,0 3-11 0,-2-3 1 16,3 7-8-16,-2-2-6 0,-2 2-4 0,-2 0-10 16,0 3-18-16,-3-4 8 0,-2 2-7 0,-3 1-1 0,0-1-6 15,-4 1-7-15,-1 2-2 0,-3-4-3 0,-5 6-2 16,-4-2 4-16,2 1-10 0,-3 0 4 0,4-6 3 15,-5 3 1-15,5-1 5 0,2-3-8 0,-1-3 1 16,4 0-6-16,0 1 2 16,0-3 0-16,4 4-1 0,0-2-1 0,3 0 9 15,2 0 7-15,5 2 4 0,2 0-6 16,3 1 7-16,7-1-4 0,0 0-1 0,-2-1 4 16,6 4 2-16,-6-2 0 0,2-2-3 0,-3 4-1 0,-2-2-7 15,-2 2 1-15,0-2 4 0,-6 3-4 0,0-4-4 16,-4 2 0-16,2-1 0 0,-6 1-2 0,-1-1 3 15,-4 2-3-15,-5-1 6 0,-6 0 1 0,-5 1 0 0,-9 0-6 16,-3 2 1-16,-1-5-2 0,1 1 0 0,-2-2-2 0,0 0-17 16,5 2-36-16,-3-6-34 0,5 1-42 15,1-1-162-15,7-4-312 0,6 3 139 0</inkml:trace>
  <inkml:trace contextRef="#ctx0" brushRef="#br0" timeOffset="63940.7">20228 8181 62 0,'-16'-7'145'0,"-3"1"-13"0,1-1-10 0,-1 3-3 15,-10 0-10-15,8 0-12 0,-7 3-9 0,1 0-7 0,5 1-12 0,2 1-11 16,1 2 2-16,-3 4-13 0,3-1-5 0,2 2-9 16,2-1-2-16,3 3-6 0,1 2 1 0,-2 0-1 15,7-1 4-15,1 0-11 0,1 0 0 0,3 5-12 16,1-4 18-16,5 0-6 0,1 5 20 0,3-2 5 15,6-2 4-15,-2 0 9 0,6-4 8 0,-2 2 5 16,6-4 5 0,-4 0 2-16,3-3 7 0,5-1 5 0,-4-3 3 0,-3-4 7 15,-2 1 1-15,1-5 3 0,-1-1 7 0,-8 2 5 16,6-5-2-16,-2-2-9 0,-4-1-11 0,-1-4 7 16,1-5-19-16,-4 0-7 0,0-3-7 0,-1-5-5 15,-1 1-6-15,-2-5-3 0,1 1-2 0,-3-1 3 16,0 1 0-16,-3 0 2 0,2 5 3 0,-2-2 15 15,2 14-1-15,0-3-2 0,-2 5-6 0,1 6-1 0,-1-2-7 16,2 2-11-16,-1 4-8 0,0 0-22 0,2 2-39 16,-1 2-38-16,1 2-9 0,0 0 5 0,0 0 8 0,-10 17 8 15,3-3 3-15,3 11 5 0,-2 3 7 0,1 1 6 16,-3 4 2-16,7-1 1 0,1 1 7 0,0-2 2 16,1 0 0-16,3-2 3 0,0-3-3 15,-4 2-14-15,2-4-3 0,-2-5-10 0,3-2-13 0,-3-5-13 0,1 0-15 16,-2 0-25-16,1-2-15 0,0 1-17 0,0-6-15 15,0 2-22-15,0-3-8 0,-3 2-5 0,3-3-185 16,0-3-407-16,0 0 180 0</inkml:trace>
  <inkml:trace contextRef="#ctx0" brushRef="#br0" timeOffset="64573.54">20405 8025 62 0,'0'0'256'0,"4"-3"-17"0,-4 3-31 16,0-4-22-16,0 4-17 0,3-3-21 0,-3 3-17 15,0 0-13-15,0 0-14 0,0 0-11 0,11 9-8 0,-7-5-12 0,1 5-2 16,3 0-7-16,-1 2-13 0,2-2-16 0,2 4-14 16,0 1-4-16,-3-5 1 0,1 1-15 0,0-2 8 15,-1 1-4-15,-1-2-1 0,-2-3-3 0,1 2 1 16,1-3 0-16,-1-1-1 0,-1 0 3 0,3-2-1 15,-8 0 3-15,9-6 4 0,-2 0 10 0,0 0 4 16,-2-1 9-16,0-3 0 16,-1 2 6-16,1-4 5 0,-1 4 3 0,1-4 2 15,-4 1 3-15,3 2 2 0,0 0 7 0,-4 1 3 16,3 2 1-16,-1 0-5 0,-2 4-10 0,3-2-7 16,-3 1-8-16,1-2-22 0,-1 5-20 0,0-5-22 15,0 5-7-15,0 0 2 0,0 0 4 0,4 12 1 16,-8-5-5-16,4 10 5 0,0 1 2 0,-4 2 3 15,3 9 3-15,-3 1 0 0,0 1 0 0,3 2 5 0,-2 2 2 0,3-3 2 16,3 14 1-16,-2-10-2 0,3-2 6 0,0 0-3 16,-3-2 1-16,3 2-1 0,0-6 6 0,-3-1-2 15,-1-7 0-15,0 0 0 0,-1-2 2 0,-3-3-2 16,4 2 6-16,-4-5-2 0,2-2-1 0,-2-2 6 16,-3 3 0-16,1-2-2 0,-3-4 3 0,0 1 2 15,0 0 0 1,-4-4 3-16,4-1 8 0,-1 1 11 0,-1-2 7 15,4-3 5-15,0 1 5 0,-1-3 5 0,-1 0 8 0,3-2 8 16,-2 0 8-16,1-6 3 0,5-3-7 0,-3 2-2 16,4-6-6-16,3-6-2 0,4-5-13 15,5-1-8-15,9-12-2 0,6 3-11 0,2-3 4 16,6 4-11-16,2-2-2 0,1 7-5 0,3 1 3 0,1 7 0 16,-11 5-9-16,2 3 1 0,-1 2 1 0,0 2-6 0,-5 1 4 15,-1 2 1-15,-7 3-2 0,-7 5-3 0,3-2 4 16,-7 1-4-16,-1 4 1 0,-1-4-9 0,0 3-20 15,0-1-29-15,-5 3-21 0,0 0-12 0,0 0-12 0,0 0-28 16,-24 10-37-16,1 2-44 0,4-5-48 0,-9 4-198 16,2 3-489-16,-2-2 218 0</inkml:trace>
  <inkml:trace contextRef="#ctx0" brushRef="#br0" timeOffset="64974.49">19692 8869 175 0,'-4'0'222'0,"4"0"2"0,-10 0-1 0,10 0 0 0,0 0 5 16,-8 0 5-16,8 0-10 0,0 0-13 0,-3-4-23 16,3 4-22-16,15-8-24 0,4 1-15 0,12-1-10 15,18-6-11-15,10 1-17 0,32-5-9 0,-3-1-9 16,9 2-7-16,0-2-5 0,3 2-6 0,2 2 7 16,3 0-13-16,0 5 14 0,-4 1-18 0,-9-1 0 15,-36 8 6-15,-2-5-14 16,-15 3-6-16,-3 0 2 0,-8 2 4 0,-8 0 25 15,-1-1-8-15,-8 2 7 0,1-3 2 0,-6 3-10 16,2 1-5-16,-3-1-12 0,-5 1-20 0,9-3-35 16,-8-1-57-16,-1 4-57 0,0 0-52 0,-16-1-54 15,16 1-74-15,-19 1-188 0,7-1-545 0,0 2 241 16</inkml:trace>
  <inkml:trace contextRef="#ctx0" brushRef="#br0" timeOffset="65813.95">20235 9458 46 0,'-11'-8'213'16,"-3"-4"-23"-16,-4 2-18 0,-8 0-17 0,-2 1-19 0,0 3-15 16,1 4-10-16,-1 0-14 0,1 2-4 0,4 2-8 15,2 2-16-15,1 1-3 0,-3 3-10 0,0 5-5 16,5-4-3-16,-1 8-6 0,1-2-6 0,7 1-2 15,-1 0-4-15,-2 6-3 0,8-4 2 0,2-1-4 16,3 4-3-16,2-1 0 0,3-3-2 0,2 0 8 16,5 0 11-16,3-3-2 0,0-3 17 0,2 1 11 15,-2-3 8-15,4-2 8 16,1-2 12-16,-3-2 6 0,-1-2 8 0,2-2 2 16,-1-3 5-16,1-4-6 0,1-1 0 0,-3-2 1 15,2-3 6-15,-3-6-4 0,2-6-6 0,-1 2-4 16,-3-6-6-16,-3-1-13 0,0-3-10 0,1-15-9 15,-2 1-4-15,-3-2-11 0,3-2 3 0,-2 1-6 16,-2 1-5-16,-3 4 4 0,2 12-5 0,-6 3 26 16,3 4 5-16,0 10 0 0,0 0-3 0,0 7-6 0,-1-1-9 0,1 4-19 15,-1 2-1-15,1 0-36 0,1-1-41 0,0 4-46 16,-1 2-23-16,0 0 0 0,0 0 13 0,-6 12 5 16,2-1 11-16,0 15 10 0,-2 1 7 0,-2 9 15 15,0 12 2-15,2 1 10 0,2 0 4 0,3-11 4 16,1 6-6-16,1-8-5 0,-2-3-21 0,1 1-17 15,0-1-14-15,0-5-30 0,1-2-29 0,-2-6-20 0,1-3-35 0,-3 0-53 16,2-5-151-16,-1-7-447 0,0-1 199 16</inkml:trace>
  <inkml:trace contextRef="#ctx0" brushRef="#br0" timeOffset="66261.92">20346 9206 126 0,'13'-7'222'16,"-3"1"-19"-16,3 2-20 0,1-1-12 0,-2 2-19 15,-1 1-16-15,-1 0-15 0,2 4-11 0,1 0-7 0,-3 3-12 16,0 1-7-16,0 3-8 0,-1 0-4 0,2 3-11 16,-4 2-7-16,0 3-3 0,-4-1-3 0,0 5-6 0,-4-1-4 15,-2-1-4-15,-1 6-2 0,-5-1-6 0,-2 0-1 16,-1 0 0-16,-2-2 0 0,-1-1-5 0,1-4 1 0,5-2-3 15,-4-2 2-15,3-4-4 0,4 0 2 16,-2-2-2-16,0 1-4 0,2-4 2 0,1 1 29 16,-2-2 41-16,6-1 35 0,1 1 35 0,0-3 17 15,0 0 18-15,0 0-7 16,0 0-23-16,0 0-17 0,13-15-16 0,2 3-9 16,8-5-15-16,-2-3-18 0,6-6-4 0,-1 2-6 15,0-3-13-15,-1 3-8 0,2-2-11 0,-5 1 1 16,-3 2 5-16,-6 8-15 0,1 3 0 0,-5 1-1 15,-3 5-11-15,2-5-1 0,-4 6-10 0,0 1-10 16,0 0-36-16,-3 1-34 0,-1 3-14 0,0 0 6 16,0 0 8-16,0 0 5 0,-5 20 7 0,-2-4 4 0,-3 8 7 0,1-2 9 15,0 5 4-15,-1 0-1 0,5 3 5 0,1 0 7 16,4-3-2-16,0-1-14 0,5-1-12 0,7-6-19 16,6 2-23-16,6-2-41 0,6-2-82 0,10-6-341 15,15-4-602-15,1-7 266 0</inkml:trace>
  <inkml:trace contextRef="#ctx0" brushRef="#br0" timeOffset="66885.57">21714 8571 228 0,'-7'-3'238'0,"7"3"2"0,0 0 3 0,0 0-6 16,0 0-7-16,0 0-8 0,0 0-5 0,0 0-11 15,0 0-18-15,0 0-12 0,0 0-19 0,0 0-18 16,0 0-21-16,21-7-8 0,-5 3-16 0,5 0-27 16,13-3-19-16,0 4-27 0,5 0-26 0,14-1-27 15,0-1-27-15,0 2-29 0,-14 1-42 0,12 1-36 16,-11-1-56-16,-7 0-192 0,-2-3-447 0,-10 3 199 0</inkml:trace>
  <inkml:trace contextRef="#ctx0" brushRef="#br0" timeOffset="67091.16">21820 8726 10 0,'-3'5'189'0,"4"-1"14"0,3 0-2 0,7-2-11 0,8 3-15 15,11-3-17-15,6 1-19 0,4-1-14 0,15 1-18 16,2-1-28-16,3-2-28 0,3 1-41 0,0 0-38 16,0-1-64-16,-3-4-162 0,-2 1-273 15,-6 1 122 1</inkml:trace>
  <inkml:trace contextRef="#ctx0" brushRef="#br0" timeOffset="67633.89">23243 8247 72 0,'-4'-2'114'0,"4"2"-7"0,-6 0-12 0,6 0-7 16,0 0-4-16,0 0-15 0,-9-2-1 0,9 2-5 16,0 0-6-16,-9 3 5 0,5-2-11 0,-3 3-11 15,0 2-2-15,-2-1-5 0,0 2 2 0,-3 4-10 16,1 1-3-16,-4 2-5 0,3 3 4 0,-3 4-6 16,0 3 8-16,0 0-3 0,3 2 3 0,3 2-3 0,0-4-6 0,4 3 4 15,4-3 31-15,1 1 18 0,5 3 33 0,5-3 31 16,5 3 20-16,8-6 16 0,5 5 10 15,21 0-3-15,5-8-1 0,7-2-4 0,4-8-4 0,3-4-6 16,-5-2-11-16,-1-8-4 0,-3-3-7 0,-4-4-1 16,-8-2-11-16,-14 0-14 0,-1-6-6 0,-3-4-17 15,-7-4-16 1,-1-2-29-16,-11-4-22 0,-2-15-13 0,-12 1-19 0,-13 4-39 16,-16 5-54-16,-19 5-67 0,-43-9-96 0,-20 14-319 15,-13 9-633-15,-11 1 280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4-25T05:59:16.5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2623 1817 74 0,'0'0'233'16,"0"0"-9"-16,0 0-8 0,0 0-3 0,0-6-12 16,0 6-16-16,0 0-3 0,0 0-10 0,4-7-8 15,-4 7-9-15,1-3-4 0,-1 3-24 0,0 0 4 16,0 0-3-16,2-6-19 0,-2 6 5 16,3-4 0-16,-3 4-9 0,0 0-3 0,0-6 0 15,0 6-4-15,0 0-6 0,0 0 0 0,0-5-8 16,0 5-3-16,0 0-11 0,0 0-6 0,0 0-5 0,0-6-13 0,0 6-6 15,0 0-8-15,0 0-19 0,0 0-10 0,0 0-1 16,0 21-6-16,-3-4 0 0,0 2 4 0,-2 8-3 16,0 1 1-16,-2 4 2 0,2 1-6 0,-4 3 1 15,3 8 9-15,-2-11-4 0,4 2 7 0,-1-1-3 16,1-3-15-16,-1-2 15 0,0-2-3 0,0-3 0 16,2-7-2-1,2 1 8-15,1-7-11 0,0 0 9 0,0-2 2 16,-3-2-2-16,2-2-1 0,1-5 9 0,-1 9 2 15,1-9 3-15,-3 8 7 0,3-8 20 0,-1 7-4 16,1-7-2-16,0 0-2 0,0 0 5 0,0 0-13 16,0 0 0-16,0 6 1 0,0-6-23 0,0 0-13 15,0 0-12-15,0 0-26 0,0 0-70 0,0 0-69 16,0 0-52-16,-10-16-43 0,6 11-303 0,2-4-627 0,-5-6 278 16</inkml:trace>
  <inkml:trace contextRef="#ctx0" brushRef="#br0" timeOffset="347.38">2523 1945 132 0,'2'-9'365'0,"-2"4"-16"0,0-2-15 0,2 2-25 0,-2 0-23 16,0 5-25-16,0-7-37 0,0 7-25 0,4-4-29 15,-4 4-18-15,0 0-19 0,0 0-17 0,0 0-15 16,28 12-10-16,-13-2-8 0,8 7-9 0,3 2-8 15,1 1 3-15,0 1-6 0,1 3-3 0,1 1-23 16,-2-3 13-16,1 3-2 0,0-2-8 0,1 2 5 0,-3-2-8 16,-2-3-7-16,-1-1-2 0,0 0 3 0,-6-5-5 15,-3-4 5-15,0-2-2 0,-5 2-2 0,0-6-6 16,-1-1 3-16,-3 4 4 0,1-3-13 0,-6-4 16 16,8 3 14-16,-8-3 4 0,0 0 9 0,9 6 8 15,-9-6-4-15,0 0-7 0,0 0-2 0,0 0-24 16,0 0-9-16,0 0-15 0,0 0-28 0,5-13-26 0,-5 13-30 15,0-10-25-15,-1 5-38 0,1 5-42 0,0-12-41 16,0 12-45-16,1-17-50 0,-1 12-224 0,0-6-589 16,3 1 261-16</inkml:trace>
  <inkml:trace contextRef="#ctx0" brushRef="#br0" timeOffset="717.18">3091 1893 90 0,'0'-7'362'0,"0"7"-8"0,-3-10-11 15,2 5 0-15,1 5-2 0,0-7-20 0,0 7-19 16,0 0-27-16,0 0-32 0,1-7-19 0,-1 7-24 0,0 0-25 0,0 0-15 16,0 0-28-16,0 0-24 0,0 0-34 0,0 0-22 15,0 0 4-15,0 0-5 0,3 28-10 0,-2-8-3 16,1 7-4-16,-2 2 0 0,0 0-15 15,3 2 10-15,-3 0-3 0,3 2-5 0,-2-2 5 0,-2-1-4 16,2-5 1-16,0-5-4 0,-2-1-6 0,2-2-1 16,-1-5-9-1,1 1 8-15,-2-1-7 0,1-6 6 0,0-6 2 16,1 15 0-16,1-12 7 0,-2-3 7 0,0 7 21 16,0-7 6-16,0 0 7 0,0 8 4 0,0-8 4 15,0 0 4-15,0 0 4 0,0 0-5 0,0 0-6 16,0 0-4-16,0 0-6 0,0 0-5 0,-3 6-1 15,3-6-7-15,0 0-14 0,0 0-33 0,0 0-48 16,0 0-41-16,0 0-44 0,0 0-39 0,0 0-48 0,0 0-48 16,0 0-84-16,1-24-344 0,-1 24-757 0,0-14 336 15</inkml:trace>
  <inkml:trace contextRef="#ctx0" brushRef="#br0" timeOffset="1165.04">3479 2072 76 0,'5'-4'356'0,"-5"4"-17"0,0 0-25 16,0 0-20-16,0 0-28 0,0 0-15 0,0 0-22 16,0 0-16-16,0 0-32 15,0 0-14-15,0 0-17 0,0 0-18 0,0 0-15 16,0 0-11-16,-19 14-10 0,10-7-10 0,0 2-13 15,0-3-3-15,-1 5-11 0,2 2-13 0,-6 1-4 16,7 1 2-16,-3 0-7 0,3-6-6 0,3 6-2 16,-4 2-5-16,3-8-5 0,4 4 5 0,-2-2 2 15,3-1-7-15,-1 2-4 0,4-6 9 16,1 7-4-16,-1-9-1 0,5 5 6 0,6-4 2 0,-4-3-8 0,12-2 1 16,-3 0-4-16,11-2 3 0,-2-5-6 0,-7 0 5 15,-1 4-4-15,-1-9 4 0,-1 1 2 0,-2-1 10 16,0-2 11-16,-3 0-2 0,-1 2-15 0,-3-5 11 15,-1 2 23-15,-2 4 7 0,-5-1 4 0,-1 0-5 16,-1 3-6-16,-4-4-2 0,0 5-15 16,-4-2-3-16,0 2-5 0,-4 1-13 15,-2 2 8-15,-5 1-18 0,-2 2-15 0,4-1-14 16,-3 3-19-16,2 0-34 0,3 3-25 16,-2-2-37-16,5 3-32 0,-1 0-32 0,1 1-41 15,3 2-13-15,1-1-42 0,4 2-273 0,1-3-614 16,4-5 273-16</inkml:trace>
  <inkml:trace contextRef="#ctx0" brushRef="#br0" timeOffset="1766.66">3765 2003 61 0,'0'0'391'0,"0"0"1"0,0 0-12 16,0 0-28-16,0 0-5 0,0 0-29 0,0 0-32 15,0 0-21-15,0 0-36 0,0 0-28 0,0 0-17 16,0 0-22-16,0 0-28 0,0 0-13 0,0 0-31 16,0 0-9-1,0 0-10-15,0 0-11 0,4 23 2 0,-4-11-1 16,0 3-15-16,0 2-2 0,0 0-4 0,-1 2-4 15,0 5-7-15,-1-6 2 0,1 1-7 0,1 0 3 16,-1 0-3-16,1-4-2 0,-2 1 2 0,2-3-16 16,0-3 9-16,-1 1-2 0,1-2 2 0,-1-3-1 15,1-6 10-15,-1 6 4 0,1-6 32 0,0 9 39 16,0-9 38-16,0 0 38 0,0 0 15 0,0 0-21 0,0 0-16 0,0 0-19 16,15-24-13-16,-5 7-15 0,4-7-11 0,0 2-12 15,0-5-11-15,2 4-10 0,-5 6-8 0,-2 1-6 16,1 1-4-16,-1 2-9 0,-1 3-2 0,1 2-3 15,0-1-10-15,-4 4-1 0,0-1-8 16,2 2-4-16,-7 4-10 0,5-5-6 0,-5 5-5 16,0 0-2-16,0 0 0 15,24 9-13-15,-14-1-6 0,-2 1-1 0,1 4-3 16,-3 2 5-16,2 5 4 0,2 2 2 0,-4-3 4 16,1-1 2-16,-2-3-5 0,1 2 9 0,-2-1 3 15,-1-3 3-15,-1-3-2 0,2 1 0 0,-3-5 8 16,2 3-3-16,-2-6 5 0,-1-3 1 0,1 8 5 15,2-3-1-15,-3-5 2 0,0 0 1 0,1 6 3 16,-1-6 3-16,0 0 3 0,0 0 4 0,2 6-6 0,-2-6 6 16,0 0-4-16,0 0-1 0,0 0 2 0,0 0-3 15,0 0-1-15,0 0-5 0,0 0-17 0,0 0-22 16,0 0-25-16,0 0-30 0,0 0-34 0,0 0-35 16,0 0-81-16,0 0-80 0,0 0-78 0,0 0-454 15,0 0-919-15,0 0 407 0</inkml:trace>
  <inkml:trace contextRef="#ctx0" brushRef="#br0" timeOffset="2136.58">4344 2164 188 0,'-9'6'324'16,"9"-6"-18"-16,0 0-16 0,0 0-8 0,0 0-10 16,-5 2-11-16,5-2-10 0,0 0-8 0,0 0-8 15,0 0-18-15,0 0-14 0,0 0-12 0,0 0-20 16,0 0-4-16,0 0-15 0,0 0-13 0,0 0-19 0,0 0-9 16,32-9-13-16,-11 5-7 0,7 0-16 0,2-3-9 15,1 4-7-15,1-4-2 0,0 4-4 0,-4-3-7 16,-5 3-4-16,-3 0-4 0,-3 1-1 0,-3 1-1 15,-1-1-6-15,-2 2-2 0,-3-2 4 0,-8 2 3 16,12-3 2-16,-12 3 6 0,12-4-1 0,-12 4-10 16,0 0-2-1,0 0-14-15,9 0-12 0,-9 0-19 0,0 0-41 16,0 0-48-16,0 0-49 0,0 0-60 0,0 0-63 0,0 0-115 16,0 0-266-16,0 0-712 0,0 0 315 0</inkml:trace>
  <inkml:trace contextRef="#ctx0" brushRef="#br0" timeOffset="3292.87">5088 1685 2 0,'0'-2'133'0,"0"2"4"0,0-5 7 0,0 5 7 0,1-5 0 16,-1 5 9-16,-1-6-1 0,1 2 9 0,0 4 6 15,0-9 6-15,0 5 11 0,-2 1 2 0,2 3 4 16,0 0 11-16,0-10-2 0,0 10 2 16,0 0-8-16,2-7-4 0,-2 7-11 0,1 0-16 15,-1 0-16-15,0 0-12 0,0 0-22 0,0 0-13 16,0 0-17-16,0 0-28 16,0 0-33-16,0 0-42 0,0 0-15 0,0 0-4 15,0 20 1-15,0 6 7 0,-5 7 7 0,1 13 0 16,-2 5 10-16,-1-5-9 0,1 3 9 0,-2-4 4 15,6-11-2-15,-2 3 5 0,3-6-7 0,-2-2 10 16,2 0-1-16,1 2 1 0,-1-6-1 0,1-6 0 16,-2-7 5-16,1 4-7 0,0-8 2 0,1-1 14 15,0-1 26-15,0-6 36 0,1 9 42 0,-1-9 34 0,-3 3 40 16,3-3 25-16,0 0 22 0,0 0-10 0,0 0-20 16,0 0-23-16,4-19-20 0,1 5-18 0,1-2-20 0,0-3-19 15,0 0-16-15,1 1-13 0,0 1-5 0,1 0-11 16,-2 6-9-16,-1 3-5 0,1-1-5 15,-4 2-6-15,2 2-8 0,-1-1-6 0,-1 2-12 16,3 2-19-16,-5 2-18 0,0 0-23 0,5-5 0 0,-5 5-4 0,0 0 3 16,20 10-7-16,-9-3-5 0,-1 0-3 0,8 5-11 15,-5 3-4-15,2-3-15 0,1 0-10 0,1 2-18 16,0-2-16-16,5 5-16 0,-7-2-28 0,8 2-20 16,-8-8-14-16,2 0-17 0,1-3-11 0,2-1-13 15,2-5-28-15,0-1-13 0,5-3-21 0,1-3-5 16,-3-1-201-16,0-5-566 15,2 2 250-15</inkml:trace>
  <inkml:trace contextRef="#ctx0" brushRef="#br0" timeOffset="3624.88">5609 2158 1813 0,'23'-13'-138'0,"-5"1"42"0,4-5 34 0,-1 0 40 16,-5 5 35-16,-2 0 31 0,-1 1 29 0,-4 2 26 15,-1 0 21-15,0-1 15 0,-4 5 20 0,0 0 1 16,1 0 1-16,-4 1-4 0,3-1-7 0,1 1-4 16,-5 4-9-16,0-5-19 0,0 5-11 0,0 0-19 0,0 0-8 15,0 0-5-15,-31 10-12 0,21-6-6 0,-2 4-5 0,-2 1-4 16,2 3-8-16,-7 6 3 0,5-2-10 0,-5 3-5 15,3 2 4-15,6-6-9 0,1 2 9 0,0-2-7 16,4 2-5-16,0-5 3 0,0 2-7 0,5-2 4 16,-4-3 4-16,5 2-5 0,2-4 8 0,2-2-3 15,6 0 9-15,1-5 0 0,11 5-4 0,5-10-5 16,1 0 6 0,1 0 5-16,-5-5-15 0,2-2 11 0,-4-1-20 15,-4 1 8-15,-3 1 1 0,6-6 0 0,-10 2-4 0,0 1 5 16,-2 2 12-16,-2 0 9 0,-6 0 6 15,2 4 0-15,-3-4-11 0,-1 3-1 0,-2-1-7 16,-3 0-10-16,-2 6-7 0,-3-4-5 0,1 4-7 16,-5-1-6-16,1 2 0 0,-6 1-17 0,-3 2-16 15,1 1-27-15,2 2-32 0,2 0-29 0,-1 0-33 0,6 4-31 0,0-3-39 16,3 4-21-16,0-3-37 0,0 4-218 0,5-5-552 16,4-4 244-16</inkml:trace>
  <inkml:trace contextRef="#ctx0" brushRef="#br0" timeOffset="4210.6">6032 1987 150 0,'1'-9'406'0,"-1"4"-10"16,0 5-10-16,0 0-21 0,3-3-24 0,-3 3-34 15,0 0-35-15,0 0-29 0,0 0-31 0,0 0-27 16,0 0-18-16,4-4-41 15,-4 4-19-15,0 0-5 0,0 0-13 0,1 15-14 16,-1-5-11-16,0 2-8 0,0 2-2 0,0 0 7 16,-1 3-15-16,-3 3-2 0,4-3-5 0,-3 0-5 15,3 1-1-15,-1-7-5 0,1-2 4 0,-3 2-6 16,3-4-2-16,0-1-4 0,3 1 3 16,-3-7 13-16,0 9 29 0,0-9 29 0,0 4 41 15,0-4 42-15,0 0 37 0,0 0-14 0,0 0-14 0,0 0-18 0,13-17-16 16,-4 5-11-16,1-1-14 0,2-1-9 0,-3-2-12 15,2-2-12-15,2 4-13 0,-3-1-10 0,-1 2-10 16,-3 5-4-16,1 0-5 0,-3 3-7 0,2 1-5 16,-4-1-10-16,2 2-6 0,-1-2-3 0,-3 5-13 15,4-2-32-15,-2 0-24 0,-2 2-11 0,0 0 3 16,7 7 2-16,-5-3 7 16,3 2-3-16,0 5 5 0,3-3 6 0,-5 3-2 15,1 1 3-15,2 0 7 0,-2-1 2 0,2 3 5 16,-2-2 4-16,1-4 3 0,-4-1 1 0,2-2 3 15,-2 2 2-15,1-4 6 0,-2-3 10 0,3 7 24 16,-3-7 24-16,0 0 26 0,8 3 6 0,-8-3-9 16,0 0-1-16,14-11-15 0,-6 4-2 15,-1 0-6-15,5-7 2 0,-2-2-13 0,4 4-2 0,-1 1-11 0,0-4 0 0,-3 3-4 16,-2 3 0-16,-1 3-9 0,2-1 2 16,-2 3-10-16,-4 1 3 0,1-2-9 0,0 3-9 15,-4 2-17-15,6-4-22 0,-6 4-17 0,0 0-10 16,12 1-14-16,-12-1-19 0,12 5-26 0,-6 0-29 15,4 1-36-15,-3 2-37 0,4 0-29 0,-1-1-34 0,7 4-42 16,-7-3-34 0,8 0-37-16,0-3-320 0,2-1-791 0,-1-1 351 15</inkml:trace>
  <inkml:trace contextRef="#ctx0" brushRef="#br0" timeOffset="4596.05">6881 1976 244 0,'-2'-6'283'0,"1"0"-9"0,-3 1-20 0,-1 2-10 0,1-2-12 16,-1 2-9-16,0-1-23 0,-1-1-10 0,6 5-17 16,-13-3-26-16,8 3-14 0,5 0-16 0,-19 3-10 15,8-1-11-15,0 6-9 0,-1-3-13 0,0 7-6 16,-5-2-7-16,5 2-9 0,1 0-5 0,-3 1-3 16,5 0-4-16,0-4-4 0,-1 4-4 0,3-1 0 15,5 0-2-15,-2 0-3 0,0-4 7 0,4 4 3 0,-2 0-4 0,4-4 10 16,-1 1 11-16,3-4 5 0,4 3 4 0,-2-4 9 15,7-1 9-15,0-1 3 0,2-2-5 0,2-3 1 16,-3-1 6-16,4-1-1 0,1-1-5 16,-4-2 2-16,2-1 1 0,-3-2 2 0,-1 0-8 0,-2-5-5 15,2-1-11-15,-4 3-2 0,-3-2 1 0,1 2-4 16,-6 2-2 0,-1 0-9-16,0 0-10 0,-1 0-8 0,-3 2-10 15,-2 1-17-15,-1 1-17 0,-6 1-9 0,3 2-10 16,-3 2-12-16,1 2-36 0,-1-2-29 0,-1 6-30 15,2-1-25-15,-3 5-19 0,0 0-22 0,6 0-17 16,-1 1-22-16,6 1-10 0,0 1-30 0,4 0-40 16,0-4-165-16,5 1-532 0,0 0 236 0</inkml:trace>
  <inkml:trace contextRef="#ctx0" brushRef="#br0" timeOffset="5197.02">7315 1959 16 0,'-3'-5'320'15,"0"2"-12"-15,0-2-21 0,-4 1-19 0,1-1-24 16,-1 2-15-16,-2 0-27 0,-3-1-20 0,2 1-20 16,0 1-15-16,-3 0-13 0,0 1-17 0,-1 1-9 15,3 1-22-15,2 1-16 0,0-2-28 0,1 0-22 16,3 2-23-16,1-1-9 0,4-1 3 0,-9 5-2 15,9-4 3-15,0-1 3 0,0 0 1 0,9 6-3 0,-2-6 1 16,4-1 4-16,2 1-3 0,4 0 4 0,0-1 1 16,-2 0 0-16,2-1-2 0,-4 1-1 0,1 1 1 15,-2 0 0-15,-1-1-4 0,-1 2 4 0,-2-1-4 0,2 0 1 16,-6 0-7-16,1 3 6 0,0 0-3 16,2 5 9-16,-5-2-2 0,1 5 8 0,2 0-4 15,-5 4 7-15,-5 4 2 0,1 5 11 0,-5 5-8 0,-3 3 4 0,-3 14 0 16,1 0 1-16,-2 0-2 0,3-17-3 0,1 7 5 15,2-5-3-15,0 1-2 0,1-1-2 0,0-6-1 16,4 2-1-16,0-5-1 0,-3-5 1 0,6-1 2 16,-2-3-1-16,1-4-4 0,1 0 5 15,-1-2 9 1,0-2 46-16,3-5 41 0,-2 8 34 0,-2-7 15 0,4-1-15 0,0 0-20 16,-14-9-12-16,8 0-10 0,-6-3-10 15,2-3-4-15,-2 0-17 0,7-4 7 0,-10-10 1 16,6 2-14-16,-1-6-4 0,0 1-23 0,4-3-4 15,5-2-9-15,1 3 2 0,0 2-8 0,0 2 3 16,4 3 1-16,2 3 0 0,2 4 5 0,2 3-7 16,3 2-13-16,6-4-1 0,4 4-1 0,-5 3 6 15,5-2-4-15,1 4 1 0,-5 3-8 0,-1-1 6 0,2 4 3 0,-2 0-7 16,-2 0 2-16,-2 2-2 0,-1-3 3 0,-7 5-15 16,6-3 13-16,-6 3-1 0,-6 0 3 0,12-2-3 15,-12 2 2-15,6-5-7 0,-6 5-23 0,10-2-25 16,-10 2-31-16,0 0-34 0,7 0-33 0,-7 0-38 15,0 0-50-15,0 0-54 0,0 0-63 0,0 0-210 16,0 0-612 0,0 0 272-16</inkml:trace>
  <inkml:trace contextRef="#ctx0" brushRef="#br0" timeOffset="5914.63">7630 2038 187 0,'0'0'239'0,"0"0"-4"15,-3 3-11-15,3-3-10 0,0 0-13 0,0 0-8 16,0 0-16-16,0 0-23 0,0 0-12 0,19-6-8 16,-11 5-23-16,2-4-12 0,3 2-9 0,0-4-10 0,4 2-4 15,0-4-12 1,0 2-4-16,-1-3-6 0,-3 1-3 0,0 1-7 15,-2 1 13-15,-3-1 1 0,0 3 20 0,-2-4 3 16,2 2 8-16,-5 3 3 0,0-3 0 0,0 1 4 16,-2 1-13-16,-1 5-15 0,-4-7-7 0,4 7-11 15,-9-5-2-15,2 2-10 0,-5 3-7 0,-1 3-8 16,-1 1 4-16,3 1-12 0,-6 0 3 0,2 4-4 16,-2 1-6-16,2 1 3 0,-1 0-2 0,2 2 0 0,2 1 1 0,0-1-25 15,-1 0-10-15,7-1-6 0,2-2-2 0,1 1-5 16,2-1 5-16,2 1 6 0,3-4 4 0,5 3-3 15,8-5 2-15,1 1 4 0,0-5-14 16,11 1 3-16,-1-4-3 0,0 1 3 0,-1-6-2 16,-4 4 8-16,6-9 3 0,-9 3 3 0,3-3 6 15,-6 0 23-15,0 0 10 0,-2-2 18 0,-3-1 16 0,3-1 21 0,-6 3 29 16,0-2 19-16,-1 0 34 0,-2 3 26 0,-2 1 20 16,1 1 4-16,-1 1 12 0,0 3 4 0,-3 2-15 15,3-1-17-15,-4 0-19 0,0 5-17 0,4-7-23 16,-4 4-16-16,0 3-21 0,4-2-18 0,-4 2-35 15,0 0-32-15,0 0-30 0,0 0-12 0,0 0 3 16,1 14 2-16,-2-4 4 16,-3 2 5-16,0 7 7 0,-2 5 0 0,2-4 1 15,-4 4 4-15,3-4 5 0,0-6-1 0,2 1 1 16,1-5-2-16,-1-1 4 0,2-2 1 0,-2 2-1 16,2-3 5-16,-1 0 6 0,2-6 10 0,0 6 19 15,0-6 27-15,0 0 25 0,-2 4 23 0,2-4 4 16,0 0-10-16,0 0-11 0,0 0-12 15,17-16-10-15,-11 11-5 0,2-2-8 0,-3-3-7 0,4 3-6 0,0 2-7 16,-1-2-7-16,-2 3-5 0,-1-4 1 0,-1 5-6 16,2-2-7-16,-2 4-5 0,-4 1-9 0,8-4-1 15,-2 3-4-15,-6 1 1 0,0 0 3 0,19 2-17 16,-8 1-38-16,-2 1-33 0,2 0-36 0,1 2-45 16,0-2-52-16,5 3-49 0,-1 1-55 0,4-3-51 15,-6-1-54-15,1 1-57 16,-1-2-335-16,-1-3-883 0,2 0 391 0</inkml:trace>
  <inkml:trace contextRef="#ctx0" brushRef="#br0" timeOffset="6566.46">8369 2038 121 0,'0'0'275'0,"0"0"-18"16,0 0-12-16,0 0-6 0,0 0-21 0,0 0-16 16,0 0-16-16,0 0-17 0,0 0-12 0,0 0-4 0,0 0-14 15,0 0-7-15,0 0-10 0,0 0-9 0,0 0-6 16,0 0-8-16,0 0-9 0,0 0 2 0,0 0-9 15,4-4-8-15,3 4-10 0,-1-3-3 0,4 1-11 16,-1-1-4-16,4-1-1 0,-2-1 5 0,5 0-14 16,0-2-5-16,1-1-6 0,-1-1 0 0,0 0-4 15,2 0 12-15,-3-2-15 0,0 3-2 0,2-4 0 0,-6 5-5 0,1 0 21 16,-7 0 18-16,4 2 11 0,-4-1 14 0,-1 2-3 16,1-1 1-16,-4 3-3 0,-1 2-14 15,3-8-16-15,-3 8-14 0,0 0-1 0,-13-7-5 16,1 7-2-16,0 0-8 0,-6 3 0 0,1 3-6 0,-2 0 2 31,0 3 6-31,-1 1-12 0,-3 2 0 0,5 0-6 16,4 1-20-16,-2-1-16 0,2 2-6 0,4-1-2 0,4 1 0 15,-1-2 1-15,6 0 9 0,6 0 4 0,0 2 6 16,8-2 5-16,5 2 6 0,6-3-2 0,8-1 1 16,3-3-2-16,3 3 0 0,14-8-4 0,-2-2 11 15,3 0-5-15,-1-1-4 0,0-6 5 0,-12 1 2 16,-3 0-1-16,1-3 6 0,-4-1-1 0,-4-2 4 15,-2-2 6-15,-2 1 13 0,-10 1 11 0,-3 0 13 0,-5 3 0 0,2-1 7 16,-6 0-1-16,0 0 13 0,-4 0-17 0,-4 2-7 16,-1 2 6-16,-4 1-19 0,-4 0-2 0,0 3-1 15,-4 0-6-15,-3 4 5 0,1 2-9 16,-3 0 2-16,2 3-2 0,-4 4-2 0,1 4 2 16,4-4-6-16,3 1 1 0,1-1-12 0,3 4 0 0,2-3-1 15,5-2 9 1,0 1-8-16,2 2 2 0,3-4 2 0,4 3 4 15,4-4 7-15,3 1-3 0,6-3 6 0,2 3-2 16,8-5 3-16,-4-3-2 0,-2-1 3 0,7-1-4 16,-8-3 3-16,0-5 2 0,-2 5 9 0,-1-4 11 15,-3-1-1-15,-5 0 0 0,5-3 2 0,-9 2-14 16,2-2 1-16,-5-2-5 0,-2 2-5 0,0 0-13 16,0 0-4-16,-5 2-9 0,0 0-10 0,-3 1-24 0,2 1-17 0,-6 1-18 15,2 2-15-15,-4 0-23 0,3 3-18 16,-2 0-27-16,0 1-34 0,0 2-34 0,2-1-33 0,0 1-207 0,2 0-519 15,3 1 229-15</inkml:trace>
  <inkml:trace contextRef="#ctx0" brushRef="#br0" timeOffset="7003.16">9315 1913 364 0,'-3'-7'349'0,"3"7"-21"0,0 0-32 0,3-5-30 0,-3 5-30 15,0 0-29-15,0 0-22 0,0 0-27 0,0 0-19 16,0 0-12-16,0 0-14 0,-4 17-13 0,3-8-6 16,-2 3-13-16,3 3-3 0,-5-1-7 0,1 3-8 15,3 1-5-15,1 1-6 16,-4 0-5-16,4 0 1 0,-4-2-8 0,4-2 0 15,-1-4-3-15,2 2-3 0,2-8-1 0,-2 3 6 0,2-2 11 0,-3-6 14 0,5 8 19 16,4-6 7-16,-9-2-7 0,19-3 0 0,-5-1-2 16,4-3-6-16,0-3 11 0,0 2 0 0,-3-3 1 15,7-6-4-15,-7 4-9 0,5-4-5 0,2-2-6 16,-1 2-7-16,-6 7-5 0,-1-2 11 0,-1 0 9 16,-5 3 7-16,-2 3-5 0,-2 2-7 0,0 1-5 15,1 1-11-15,-2-3-15 16,-3 5-13-16,7-3-18 0,-7 3-28 0,0 0 2 15,0 0 3-15,10 8-3 0,-6-3 2 0,0 0-12 16,1 4-13-16,0-1-28 0,1 0-28 16,0 1-29-16,0-1-24 0,1-2-32 0,-1 4-41 15,-2-5-43-15,2 0-82 0,-2-1-280 0,3-3-685 16,-7-1 302-16</inkml:trace>
  <inkml:trace contextRef="#ctx0" brushRef="#br0" timeOffset="7348.7">9986 1847 188 0,'4'-2'337'0,"-4"2"-17"15,0 0-15-15,0 0-23 0,0 0-27 0,0 0-22 16,0 0-27-16,0 0-22 0,0 0-21 0,0 0-16 15,-22 6-12-15,14-2-14 0,-1 1-16 0,-1 2-12 16,1 0-8-16,-5 3-8 0,5-3-6 0,0 3-9 16,0-1-8-16,-2 4-6 0,4-2-9 0,4 1 1 0,-1-1-4 0,1 5-2 15,3-2-2-15,4 2-4 0,0 0-9 0,1 1 2 16,4 0 3-16,0-1-5 0,1 1-3 16,0-1 0-16,0 1 1 0,2-5-1 0,-5-1-1 15,1-1 3-15,0 0-11 0,-4-3-12 0,-3 0-1 16,3-2-2-16,-4 0 4 0,0-5 5 0,-9 10-1 0,-3-8 2 15,-3 1-1-15,-7-2 1 0,-6-2-30 0,-3-2-56 0,-7-2-105 16,-1-2-143-16,-14-3-205 0,3-3-581 0,13 2 257 16</inkml:trace>
  <inkml:trace contextRef="#ctx0" brushRef="#br0" timeOffset="10024.19">11223 2112 149 0,'0'0'228'16,"0"0"-14"-16,0 0-14 0,0 0-18 0,0 0-13 15,0 0-12-15,0 0-4 0,0 0-22 16,0 0-6-16,0 0-20 0,7-11-7 0,-3 4-9 16,4-1-11-16,2-1-5 0,3-3-8 0,1-2-4 15,-4-2-7-15,8-5-5 0,-4-1-4 0,0 0-3 0,3-7-6 16,-4-2-1-16,4 0-8 0,4-14-2 0,-6 12 0 0,0-13-4 16,-3 12 1-16,-2 1 3 0,-1-2 6 0,0 2 13 15,-1 1 8-15,-7 6 10 0,3-1 11 0,-4 1 14 16,1 11-2-16,3-2 8 0,-9 3 0 0,6 2-14 15,-2 5-3-15,1-3-6 0,0 5-8 0,-1-1-17 16,1 6-14-16,0-9-25 0,-3 7-39 0,3 2-26 16,0 0-15-16,0 0 15 0,-9 17-7 0,-1 5 12 0,-7 5-4 0,3 4 10 15,-8 12 7-15,2 6 7 0,1-1 3 0,1 1 4 16,4-3 4-16,4-10 1 0,3-2-1 0,5 3 5 16,3-7 2-16,3-1 3 0,4-2 3 15,0-2 1-15,7 0 7 0,-1-11 4 0,1-2 8 16,9 1 8-16,3-4 2 0,5-2 1 0,0-3-1 15,2-4-1-15,0-3-1 16,0-4-1-16,2 1 4 0,1-5-6 0,-1 1 7 16,-6-3 4-16,1 1 10 0,-4-2 4 0,-9 3 11 15,-2 0 8-15,-3-1 16 0,1 0 2 0,-5 5 27 16,0-2 24-16,0 3-5 0,-4 2 6 0,-1 0 1 16,1 1-10-16,-2 0-15 0,-3 3-4 0,2-7-23 15,-2 7-14-15,4-1-22 0,-4 1-31 0,0 0-20 16,0 0-30-16,0 0-6 0,0 0 6 0,0 0 6 0,4 14 3 15,-5-7 0-15,-3 2 7 0,4 3 1 0,-3 0 8 0,1-1-3 16,-1 1 3-16,2 1 2 0,-2 0 2 0,2-3-23 16,1 0-7-16,-3 1-21 0,2-4-13 0,1 3-16 15,0-5-16-15,0 1-9 0,0-6-2 16,-1 9 3-16,1-9 8 0,0 4-23 0,0-4-69 16,0 0-76-16,-11-14-203 15,5 4-517-15,1-2 229 0</inkml:trace>
  <inkml:trace contextRef="#ctx0" brushRef="#br0" timeOffset="10173.59">11812 1610 87 0,'-1'-8'335'0,"-1"2"-10"0,4 0-29 0,-4 1-26 16,2 5-29-16,-1-9-26 0,1 9-25 0,3-5-23 0,-3 5-25 0,0 0-9 16,0 0-34-16,0 0-29 0,0 0-33 15,17 9-34-15,-9-3-45 0,-3 4-39 0,4-3-41 16,-1 3-57-16,-2 0-186 0,3-3-394 0,0 4 174 15</inkml:trace>
  <inkml:trace contextRef="#ctx0" brushRef="#br0" timeOffset="10609.83">12245 1755 208 0,'-3'8'391'0,"3"-8"-40"0,0 0-25 16,0 0-26-16,0 0-41 0,0 0-19 0,0 0-24 15,0 0-25-15,-1 4-25 0,1-4-26 0,0 0-21 16,0 0-5-16,-1 8-13 0,2-2-16 0,0-1-7 16,-1 5-5-16,2 2-10 0,-1 3-1 0,-4 2-12 15,3 1-7-15,-3 8-4 0,1-8-2 0,0 0-7 16,-1 1-1-16,2-2 3 0,0 0-9 0,-2-2 1 0,3-3 8 0,-1-3-11 15,-1-4 2-15,2 3-3 0,-1-3 1 0,1-5 16 16,0 8 24-16,0-8 47 0,0 6 43 16,0-6 33-16,0 0 35 0,0 0 2 0,0 0-22 0,0 0-19 15,13-17-19-15,-7 5-18 0,5-3-14 0,-1-2-16 16,0 1-11-16,3 1-13 0,-2 0-8 0,-2 3-8 16,0 0-7-1,-5 8-8-15,1-4-8 0,-1 4-8 0,0-1-9 16,0 1-9-16,-2 0-41 0,-2 4-24 0,9-1-14 15,-9 1-13-15,0 0-7 0,17 5-9 0,-7 3-4 16,-2 0-22-16,2 1-6 0,5 4-32 0,-3 1-36 16,-1 1-30-16,2 2-33 0,0-2-30 0,-1-2-27 15,3 0-46-15,-1-1-37 0,-5-3-224 0,2-4-663 16,1 1 294-16</inkml:trace>
  <inkml:trace contextRef="#ctx0" brushRef="#br0" timeOffset="11273.84">12611 1995 202 0,'-8'-3'265'0,"8"3"-9"0,0 0-17 0,-5-2-15 16,5 2-14-16,0 0-6 15,-7-2-4-15,7 2-18 0,0 0-16 0,0 0-16 16,0 0-13-16,0 0-15 0,0 0-12 0,0 0-7 16,18-9-13-16,-4 6-11 0,5-2-11 0,2 3-17 15,7-6-2-15,3 3-13 0,3 0-3 0,-3-2-7 16,1 2-7-16,-3-3-10 0,-1 1 2 0,0-2-7 15,2 2 7-15,-3-3-5 0,-6 1 1 0,1-1 1 16,-3 0 6-16,-2 3 5 0,-3-3 13 0,-5 4 18 0,1-2 6 16,-4 1 21-16,2 0 10 0,-4 3 12 0,1 0 8 0,0 0-2 15,-5 4-7-15,1-9-11 0,-1 9-12 0,-7-7-18 16,3 5-11-16,4 2-7 0,-19-3-14 0,3 3 2 16,0 1-6-16,-6 3-4 0,3 1 2 15,-2-2 11-15,2 5-15 0,0 0-5 0,-1 1-3 16,3 0 0-16,4 1-30 0,-2-1-14 15,3 3-14-15,2-4-19 0,3 3-7 0,0-1 1 16,5-1 8-16,-2 1 7 0,4 0 1 0,4-1 1 0,2 1 13 16,4-2 3-16,8 4 11 0,13-2 6 15,3-2 1-15,21-2 0 0,0 0 8 0,1-2-4 16,3-3 1-16,-4-2-9 0,0-3-3 0,-14-1 2 0,10-2 11 0,0 1-9 16,-14-2 4-16,-2 0 5 0,-5-2 2 15,-3 3 6-15,-8-1 31 0,-6 3 25 0,-3-2 21 16,-1 0 28-16,-1 2-3 0,-3-2-7 15,-4 2 1-15,2 0-12 0,-3-2-20 0,0 7 0 16,-8-9-5-16,3 6-16 0,-6 0-2 0,-1 1-6 0,-2 2-5 16,-4 3-3-16,0 1-4 0,-3 1-2 0,-5 4 0 15,7 0 0-15,2 2-5 0,-7 3-14 0,1 3-9 16,8-5-19-16,-1 2 1 0,5-1-8 0,-2 1-10 0,5-6-3 16,2 1 3-16,2-1-1 0,0-1 10 0,2-2 5 15,-1 0 21-15,3-5 24 0,0 0 18 0,7 7 13 16,-7-7 3-1,16 2-6-15,2-4 2 0,1-2-1 0,0 0 4 16,3 0-4-16,6-3-1 0,-11 2-1 0,2 2 3 0,3-2-6 0,-6 1-3 16,-3-1-1-16,-1 2-3 0,-1 1-3 15,3-1 3-15,-5 1 6 0,-4-2-25 0,4 3-21 16,-2-1-23-16,-1 2-24 0,-6 0-41 0,14-1-46 16,-9-1-49-16,-5 2-66 0,13-4-73 15,-8 2-199-15,-1-1-583 0,2 0 258 0</inkml:trace>
  <inkml:trace contextRef="#ctx0" brushRef="#br0" timeOffset="11543.48">13818 1786 6 0,'5'-6'369'0,"4"-4"-24"0,-7 5-15 0,5 0-35 16,-4 1-34-16,0 1-25 0,5 1-27 0,-8 2-26 15,14 2-16-15,-5 3-13 0,4 2-15 0,-4 2-15 16,4 3-11-16,2 3-8 0,-5 3-16 0,-1 0-3 0,0 5-9 15,-4-3-6-15,-1 6 12 0,-3-7-24 0,-1 1-1 16,-4-4-10-16,4-1 3 0,-2-3-15 0,0-3 5 0,1-3-10 16,1 0 5-16,-1-2 13 0,1-4 48 0,1 6 40 15,-1-6-5-15,0 0-19 0,0 0-21 16,8-18-16-16,0 7-12 0,2-6-23 0,6-4-27 16,11-4-33-16,-4-4-48 15,13-5-39-15,4 4-50 0,-12 5-56 0,13-4-68 16,-10 6-78-16,-2 2-213 0,-4-1-616 0,2 4 273 15</inkml:trace>
  <inkml:trace contextRef="#ctx0" brushRef="#br0" timeOffset="13078.47">15935 1842 16 0,'4'-4'194'0,"1"-1"-5"0,-1 1 6 15,-1-1-10-15,2 1-4 0,-5-2-10 0,2 1-19 0,-4 0-12 16,0 2-23-16,-2-1-12 0,-3 1-14 0,-5 0-14 15,-1 1-4-15,-7 0-14 0,-8 4-3 0,0-2-10 16,0 5-1-16,-4-3-7 0,-1 5-1 0,-1-1-4 16,1 4-6-16,-2-3-6 0,0 5-2 0,3 0-2 0,4-2-1 15,1-1-2-15,3 6-4 0,6-3-1 0,-1-2-2 16,5 2 2-16,2 0 1 0,2-3-4 0,4 3 1 0,2-2-1 16,0-1 1-16,3 0 4 0,2 0-2 0,0-2 3 15,7 1 12-15,1-4 4 0,9-1 6 0,2-1 0 16,8-4 2-16,3-3-2 0,0-2 3 0,3-3 3 15,-2-2 4-15,0-5 2 0,-1-1 4 0,-1-1-1 16,0-2 6-16,-1-5-1 0,-2-2 3 0,2-10-1 16,3-4-5-16,-5 1 1 15,-11 10 2-15,6-14 0 0,-7 13 25 0,-3-1 14 16,-3 3 25-16,-1 5 4 0,-3 6 6 16,0 4 11-16,0 4-5 0,-1 3-5 0,-3-2-14 15,1 5-16-15,0-2-19 0,-2 3-38 0,0 4-43 16,2-5-52-16,-2 5-43 0,0 0-2 0,0 0 5 15,2 17 13-15,-1 0 5 0,-2 9 12 0,-3 3 3 0,2 5 11 16,-1-1 1-16,0 4 19 0,2 0-4 0,1-3 7 0,1-1-3 16,2-3 8-16,6-1 6 0,-4-3 3 0,4-7 1 15,-4-2 5-15,3 0 4 0,-3-7 6 0,4 0 2 16,-3-1 10-16,2-2 9 0,0-2 28 0,3-2 13 16,-2-3 21-16,5-1 6 0,0-1-3 0,2-5 8 15,1 0-7-15,0-3-7 0,-2-3-2 0,3 2-1 16,-5-3 1-16,0 1 2 15,-2 0 1-15,1 0 7 0,-6 4 5 0,3 0 6 16,-4 3-5-16,-2 1-2 0,2 0-13 0,-4 2-11 16,3 0-13-16,-1 2-17 0,-3 1-20 0,5-3-26 15,-5 3-29-15,0 0-20 0,0 0 7 16,0 0-3-16,6 10 2 0,-7-2 14 0,1 0 6 16,0 5 2-16,-3-3-3 0,3 2-10 0,0-3-19 0,0 1-17 15,0-3-18-15,0 4-8 0,-1-5-21 0,0 1-15 0,1-2-25 16,-4 0-16-16,4-1-12 0,0 0-12 0,0 0 0 15,0-4-2-15,0 0-48 0,-10-2-288 0,10 2-583 16,-12-10 259-16</inkml:trace>
  <inkml:trace contextRef="#ctx0" brushRef="#br0" timeOffset="13194.33">16219 1543 61 0,'0'-12'249'0,"0"4"-13"0,4 2-23 0,-4 0-23 16,1 1-19-16,-1-1-33 0,0 6-34 0,3-5-39 15,-3 5-26-15,0 0-44 0,0 0-41 0,20 6-60 16,-12 2-113-16,1-4-236 0,0 2 105 0</inkml:trace>
  <inkml:trace contextRef="#ctx0" brushRef="#br0" timeOffset="13579.88">16760 1327 243 0,'3'-9'356'0,"-1"4"-8"0,-2 0-30 0,0 0-29 0,1 0-37 16,-1 5-24-16,1-4-25 0,-1 4-27 15,2-1-42-15,-2 1-40 0,0 0-18 0,0 0-11 16,0 0-7-16,-3 12-7 0,-3 2-6 0,-1 6-10 0,-2 7 0 16,-2 7-7-16,-3 17 1 0,-4 2-3 0,1 3 1 15,2-1-5-15,-6 4 2 0,9-2-5 0,-1-6 1 16,0 1-6-1,5-6 3-15,4-13-2 0,-1-4-1 0,0-1 2 16,3-2 1-16,1-5 2 0,-1-4-3 0,0-3 2 16,0-4 2-16,2 0 3 0,0-1 6 0,-1-1 9 15,0-4 24-15,0 1 37 0,1-5 35 0,0 7 25 16,0-7 3-16,0 0-13 0,0 0-19 0,0 0-17 16,-23-9-29-16,14 4-26 0,-2-1-22 0,-1-2-24 15,0-1-23-15,-2 0-25 0,4 2-28 0,1 0-19 0,-4-3-21 0,4 3-21 16,0-3-32-16,0 4-27 0,4-2-31 0,3 1-57 15,0 1-55-15,2-3-187 0,4-1-555 16,-3-2 246-16</inkml:trace>
  <inkml:trace contextRef="#ctx0" brushRef="#br0" timeOffset="13849.4">16482 1770 183 0,'0'0'252'15,"-9"0"-11"-15,9 0-12 0,0 0-24 0,-4 2-13 0,4-2-18 0,0 0-7 16,0 0-16-16,0 0-17 0,26-2-10 0,-4 1-9 16,7-4-16-16,2 1-3 0,1-1-14 0,4 1-6 15,-3-1-11-15,-1-2-7 0,-2 2-3 0,-8 2-4 16,-3-1-6-16,-5 1-4 0,-1 1-6 15,-5 2-14-15,2-3-7 0,-2 3-6 0,-1-2-17 16,-7 2-4-16,4 0-19 0,-4 0-21 0,0 0-16 0,0 0-24 0,0 0-21 16,0 0-37-16,-28 0-36 0,18 0-179 0,-2 0-396 15,6-3 176-15</inkml:trace>
  <inkml:trace contextRef="#ctx0" brushRef="#br0" timeOffset="14265.99">17195 1356 178 0,'3'-6'339'0,"-2"0"-13"0,-1 1-13 15,1 0-26-15,-1 1-27 0,2 2-23 0,-2 2-32 0,1-4-22 0,-1 4-25 16,0-5-17-16,0 5-32 0,0 0-37 0,0 0-10 15,0 0 2-15,0 0-15 0,-5 22-10 0,-3-5 3 16,2 8-5-16,-2 5 2 0,-6 14-12 0,0 0-1 16,-1 2-2-16,2 0 1 0,-4 3-4 0,3 0-1 15,-1 0-2-15,3-3 0 0,5-11-4 0,0-4 2 16,0 2 2-16,0-3-3 16,3-1-2-16,1-3 2 0,0-8-4 0,0-1 0 15,1-5-3-15,1 0 3 0,-2-3-3 16,1-1 8-16,0-2-3 0,-1 0 7 0,1-1 26 15,2-5 27-15,-2 5-1 0,2-5-3 0,0 0-9 16,-12-3-8-16,2-2-7 0,1 1 0 0,1-1-11 0,-2 0-9 16,-5-5-20-16,6 5-20 0,-1-2-17 0,-1 0-14 15,2 0-16-15,-1 0-19 0,5 2-24 0,0-3-43 0,-2 2-27 16,6-2-53-16,1 1-47 0,-1-3-204 0,2 0-516 16,3-3 228-16</inkml:trace>
  <inkml:trace contextRef="#ctx0" brushRef="#br0" timeOffset="14551.17">16977 1667 254 0,'0'0'250'0,"-8"1"-11"0,8-1-13 0,0 0-7 15,-6-1-20-15,6 1-15 0,0 0-14 0,0 0-11 0,0 0-12 0,0 0-13 16,0 0-9-16,18-3 0 0,-1 2-22 0,13-3-5 16,3-2-13-16,3 3-8 0,1-2-8 0,14-4-7 15,-15 3-7-15,1 3-5 0,-8-1-5 0,3 1-4 16,-14 2-7-16,0-1-3 0,-8 0-1 0,2 2-13 16,-2-2-8-16,-5 2-4 0,3 0-12 0,-8 0-20 15,10-1-23-15,-10 1-6 0,0 0-16 0,0 0-30 0,0 0-34 16,-18 5-42-16,8-3-34 0,-3-1-189 0,0 2-433 15,3-4 191-15</inkml:trace>
  <inkml:trace contextRef="#ctx0" brushRef="#br0" timeOffset="14967.84">17553 1775 185 0,'-4'5'212'0,"4"-5"0"16,0 0-13-16,0 0-11 0,9 1-16 0,0-1-19 16,0-3-15-16,4 0-12 0,2 1-14 0,4-4-7 15,1-1-13-15,0 2-8 0,0-2-9 0,0-2-5 16,-1 0-10-16,0 0-3 0,0-3-6 0,-5 0-3 15,0 0-8-15,-1 0 10 0,0 3 8 0,-3-3 11 16,-4 4 7-16,1-1 3 16,-4 4-1-16,-1-3-15 0,-2 3-7 0,-2 0-5 15,-1 0-8-15,-7 1-8 0,2 2-8 0,-5 2 2 16,-5 2-6-16,-5 3-4 0,5 1-6 0,-9 7 1 16,2-3-3-16,2 6-2 0,-3 4-4 0,7-3 1 15,-3 2 3-15,2 2-3 0,3 0 1 0,6 0-13 16,3-6-11-16,2 2-2 0,3-1-5 0,3 1-3 15,3-2 2-15,6 0-15 0,-3-6-24 0,3-1-31 0,9-1-44 0,2-2-73 16,2-3-213-16,-1-6-460 0,7 0 204 16</inkml:trace>
  <inkml:trace contextRef="#ctx0" brushRef="#br0" timeOffset="15315.58">17942 1617 319 0,'0'-4'359'0,"0"4"-27"0,2-5-27 0,-2 5-33 0,1-3-17 16,-1 3-41-16,4-3-24 0,-4 3-18 0,0 0-11 16,0 0-25-16,14 5-16 0,-9 1-13 0,3 0-18 15,1 3-7-15,0-1-11 0,1 6-8 0,-1-1-9 16,1 3-10 0,-1 1-3-16,-1 1-4 0,-3-1-14 0,0 3 3 15,-1-3-4-15,-2 2 1 0,-2-2-8 0,2 0-1 16,-4-3-4-16,1-3 1 0,-4 0-3 0,0-1-1 0,1-2-1 15,-1-2 0-15,4 1 8 0,-4-2 18 16,2-2 23-16,-1 2 33 0,4-4 31 0,0-1 16 16,0 0 16-16,0 0 11 0,0 0 7 0,-11-9 8 15,10 2-3-15,1-3-16 0,0-2-15 0,2-4-15 0,3-2-18 0,0-1-18 16,6-7-14-16,-4 4-15 0,2 2-16 0,3-2-12 16,-1 6-7-16,-2 2-16 0,3 1-30 0,0 1-37 15,2 0-36-15,-1 2-41 0,-1 2-44 0,3 2-40 16,-1 3-35-16,-1-4-52 0,1 4-55 0,-1-1-336 15,-3-1-753-15,3 3 333 0</inkml:trace>
  <inkml:trace contextRef="#ctx0" brushRef="#br0" timeOffset="16703.39">18352 1814 115 0,'0'0'293'0,"0"0"-4"0,-3 5-19 15,3-5-11-15,0 0-24 0,0 0-27 0,0 0-17 16,0 0-19-16,15-7-19 0,-3 4-21 0,-2-4-13 16,8 0-20-16,-3-1-13 0,2 1-13 0,2-3-11 15,2 3-5-15,-2-4-4 16,4-3-7-16,-5 5 1 0,-3-3-11 15,2 0 2-15,-3 2-5 0,2-1 3 0,-7-3 5 16,0 6 6-16,1-1 19 0,-2 2-5 0,0-2 4 16,-3 2 9-16,-1 4 0 0,2-4 1 0,-5 2-6 15,3 3-11-15,-4 2-7 0,-1-7-20 0,1 7-11 16,0 0-8-16,-9-5-6 0,9 5 1 0,-14 0-3 16,1 1-1-16,0 3-1 0,3 0-7 0,-4 1 5 0,-1 3 0 0,3-1 7 15,-2 0-14-15,0 3 4 0,5-1-6 0,-4 3-13 16,6-1-9-16,-1-2-5 0,0 5 7 0,3-3-13 15,1 0 5-15,2 0 3 0,2 0 5 0,1 0 5 16,2-1 4-16,3 0 0 0,2-1 2 0,7 0-3 16,2 0-7-16,2-1-22 0,1-1-24 0,2-5-32 15,6 3-19-15,0-3-25 0,-1-4-9 0,3-1-9 0,-1-3-3 0,-9 0 14 16,-3-1 33-16,1-1 34 0,-4-2 40 16,1 1 41-16,-2-5 29 0,-6 4 33 0,5-3 26 15,-7 3 26-15,3-6 16 0,-3 4 32 0,0 0 24 16,0 1 22-16,-1 2 23 0,0 0 11 0,-1 1 6 15,-2 1-4-15,0 2-7 0,2-2-17 0,-2 3-11 16,2-2-17-16,-3 6-21 16,-3-6-18-16,3 6-18 0,3-5-13 0,-3 5-17 15,0 0-14-15,1-5-19 0,-1 5-33 0,0 0-28 16,0 0-32-16,0 0-22 0,0 0 3 0,0 0 0 16,0 22 9-16,-1-10 15 0,1 2-6 0,-3 3-1 15,3 2 4-15,-4 1 6 0,3-2-4 0,-4 0 11 16,1 2-3-16,1-2 0 0,1-1-5 0,-1-3-5 15,3-5-5-15,-5-1 5 0,5-2 12 0,-1 0-4 0,1-1 1 0,0-5 17 16,-4 7 35-16,4-7 38 0,0 0 28 0,0 4 27 16,0-4-5-16,0 0-13 0,0 0-7 0,5-15-8 15,0 6-12-15,0-1-10 0,2-6-7 16,2 0-8-16,5-5-16 0,-4 4-5 0,0 2-6 16,0-1-3-16,-1 3-3 0,-1 4-3 0,0 0-6 15,-3 1-2-15,-1 4-5 16,-1-1-21-16,1 2-25 0,-4 3-29 0,7-3-16 15,-7 3 2-15,0 0 3 0,19 6-13 0,-9 0-2 16,0 2-10-16,-1 1-3 0,8 3 3 0,-2 0-19 16,4 5-14-16,-2-5-14 0,7 3-9 0,-8-4-9 15,3 2-7-15,-3-5-5 0,0-1 0 0,-4-3 1 16,1 0 14-16,-2-4 4 0,1 2 22 0,-3-8 15 16,-2 2 22-16,0-4 19 0,0-1 35 0,-4-2 23 0,5-5 28 15,-8-1 26-15,4 0 14 0,-3-2 16 0,2-5 17 0,-2-3 17 16,4 0 4-16,-4-1 3 0,3 1 10 0,-1-2 4 15,1-2 5-15,-2 7 13 0,5-2 21 0,-5 9 4 16,2 3 5-16,-4 3-6 0,4 1-12 0,-4 5-16 16,1-2-14-16,-1 4-16 0,1-3-20 0,-1 6-35 15,2-5-38-15,-2 5-47 0,0 0-45 0,0 0-2 0,0 0 12 16,0 0 7-16,-3 26 8 0,-2-9 3 0,1 11 12 16,-1-1 0-16,0 3 11 0,1-1 3 0,-1 2 10 15,1-4-4-15,-1 1 8 0,4-8 16 0,-2 5-13 16,3-7 9-16,-1-2-6 0,1-5 1 0,0 0-8 15,-3-3 4-15,3-3 2 0,-1 0 10 0,1-5 2 16,0 10 12-16,0-10 36 16,-1 5 26-16,1-5 25 0,0 0 13 15,0 0-7-15,0 0-12 0,0 0-18 0,0 0-18 16,-12-12-21-16,4 4-7 0,1-1-27 0,-2 0-12 16,-5-2-4-16,1 4-11 0,-5-3 6 0,4 1-1 0,-2 1 4 15,4 1 6-15,3 2-5 0,-1 0 4 0,4 1-7 16,1 2-8-16,-2-1-20 0,7 3 0 15,-6-3-22-15,6 3 2 0,0 0 4 0,0 0-3 0,0 0 6 0,15-4 1 16,4 2 13-16,8 2 3 0,6-1 7 0,2-1-1 16,3 0 5-16,2 1 4 0,1-4 5 0,9-4-3 15,-14 9 9-15,-1-3-1 0,-7-1 5 0,0-2 14 16,-9 2 27-16,-5 3 29 0,-1-4 37 0,-2 1 17 16,-3 2 21-16,0-1 20 0,-1 1 3 0,-2-1 3 15,-5 3-3-15,10-3-10 16,-6 1-13-16,-4 2-15 0,7-3-14 0,-7 3-11 15,0 0-8-15,0 0-20 0,0 0-16 16,9 0-13-16,-9 0-19 0,0 0-24 0,0 0-25 16,0 0-4-16,5 9 2 0,-5-5 6 0,0 3-3 15,-3 1 6-15,6 1 6 0,-6 1-2 0,1 4 4 0,0 3 2 16,-1-4 3-16,3-1 4 0,-1 5 0 0,0-3-25 16,-1-2-13-16,2-2-7 0,0 2-12 0,-1-5-15 0,0 1-11 15,1-3-7-15,0 3-9 0,0-8 3 0,0 8 11 16,1-6 7-16,-1-2 9 0,0 0 2 0,0 6 8 15,0-6-44-15,0 0-83 0,0 0-79 0,3-20-50 16,-2 8-244-16,1-2-617 0,2-13 273 0</inkml:trace>
  <inkml:trace contextRef="#ctx0" brushRef="#br0" timeOffset="16829.79">19665 1409 278 0,'-2'-7'291'0,"0"2"3"0,1 0-11 0,-1 1-16 16,2 4-22-16,-2-5-24 0,2 5-29 15,0 0-29-15,-3-7-27 0,3 7-43 0,0 0-31 16,0 0-17-16,0 0-33 0,0 0-47 0,25 12-44 16,-15-7-75-16,7 4-77 0,-7-1-117 0,7-1-376 0,-1 0 167 0</inkml:trace>
  <inkml:trace contextRef="#ctx0" brushRef="#br0" timeOffset="17589.23">20165 1596 230 0,'0'0'344'0,"0"0"-26"16,0 0-31-16,0 0-25 0,0 0-34 0,0 0-27 16,0 0-24-16,0 0-18 0,0 0-15 0,-32 0-15 15,19 5-20-15,-6 4-8 16,-5 0-11-16,-2 4-6 0,-3 1-13 0,1 4-7 15,-2-2-4-15,7 1-7 0,-1 0 0 0,7-5-8 16,3 0-5-16,2-2-23 0,3-1-14 0,2-3-9 16,3-1 2-16,-1-1-3 0,3-1 10 15,-2 0 20-15,3 0 15 0,1-3 24 0,0 0 17 0,0 0 6 0,0 0 13 16,19-8 5-16,-8 2-8 0,3-3 8 0,2-1-4 16,-1-2-3-16,0 2-9 0,2-3-5 0,-2 2 1 15,2-1-11-15,-2 1-2 0,-2 2 1 0,-4 0-3 16,0 2-2-16,-4 3-1 15,1 0-13-15,-2 2-6 0,2 0-11 0,-6 2-11 16,7-5-25-16,-7 5-21 0,6-2-9 0,-6 2-6 16,9 6 0-16,-2-2 3 0,2 1-6 0,0 6-1 15,0-2 1-15,3 1-3 0,1 1 7 16,-5 0-5-16,6-1 0 0,-1 0-3 0,-3-2 2 0,0-3 1 16,2 1 4-16,-1-1 4 0,-5-3 2 0,5-2 6 15,0 0 2-15,-2-4 1 0,1 0 8 0,0-2-2 16,-2-2 18-16,3-5 6 0,-4 2 13 15,3-3 0-15,1-4 19 0,-2-2 5 0,-2 0 11 16,-2-4 0-16,3-1 6 0,-3-4-3 0,5 3 7 16,-2-5-3-16,-3 0 9 0,0 3 10 0,-1 6 18 0,1 3 8 0,0 3 10 15,-2 4 10-15,-2 1 0 0,0 1-10 0,2 5-11 16,-2-2-12-16,-1 3-11 0,0 4-11 0,3-7-12 16,-3 2-20-16,0 5-29 0,0 0-28 0,0 0-34 15,0 0-32-15,1-5-45 0,-1 5-20 0,0 0 20 16,0 0 6-16,-4 19 15 0,-1-6 10 0,1 4 16 15,-2 9 3-15,-2 0 11 0,-1 0 9 0,4 2 10 0,-4-1-1 16,4 1 11-16,0-4 1 0,-3 1 19 0,6-7-16 0,-1 0 12 16,1 1 1-16,-1-9-6 0,3 3 21 0,-2-4 14 15,4 2 5-15,-2-5-3 0,0 1 10 0,0-2 9 16,0-5 12-16,0 8 19 0,0-8 14 0,-2 5 20 16,2-5 21-16,0 0 13 0,2 4 15 15,-2-4 9-15,0 0 6 16,0 0-1-16,0 0-14 0,18-3-18 0,-9 3-9 15,10-4-19-15,0-2-20 0,12-1-55 0,1 0-68 16,2 2-72-16,2-5-75 0,3 0-88 0,0 2-83 16,-3-1-131-16,-3 0-320 0,2-1-882 0,-9-1 391 15</inkml:trace>
  <inkml:trace contextRef="#ctx0" brushRef="#br0" timeOffset="18776.75">21706 1659 103 0,'0'0'151'0,"0"0"-14"0,0 0-7 0,0 0-15 16,0 0-5-16,0 0 5 0,0 0-11 0,0 0-6 15,22-1-2-15,-12-1-8 0,6-4-10 0,4 5-2 16,-1-4-5-16,8-4-3 0,2 1-6 0,-3-2-1 16,3-2-7-16,-3 3 5 0,-1-6-11 0,-2 1-3 15,1-2-1-15,-7 5 8 0,2 0 1 0,-5 0 15 16,-1 4 9-16,-4-7 14 0,-2 8 5 0,-3-2 3 0,2 3 0 0,-4 1-8 15,3-3-9-15,-5 3-14 0,0 4-11 0,-9-8-17 16,-3 4-12-16,-6 1-5 0,-3 0-2 16,-7 4-4-16,-1 4-2 0,-2 0-3 0,-5-1 1 15,4 5-4-15,0 0-3 0,0 7-1 0,2-4-2 0,-2 5-6 16,4-5 2-16,2 8 2 0,3-3 1 0,5 4-5 16,6-7-8-16,3 2 8 0,3 0-5 0,6 1 6 0,6 0-1 15,5-2 10-15,7-2-5 0,10 3 6 0,8-3 3 16,17-3-7-16,6 1 1 0,1-6 0 0,4-1 5 15,0-4-5-15,-3 3 1 0,-2-6-3 0,-20 3 4 16,-4-2-5-16,-4 0 4 0,-9 1-2 0,-4 1 7 16,-7-2 7-16,-2 2 9 0,-4-2 3 0,4 2 3 15,-4 0-6-15,-5 0-7 16,9-5-25-16,-9 5-21 0,-4-3-23 0,4 3-21 16,-6-5-20-16,-4 2-21 0,2 2-39 0,0-4-38 15,2 0-59-15,-5 2-140 0,4-1-420 0,3 0 186 16</inkml:trace>
  <inkml:trace contextRef="#ctx0" brushRef="#br0" timeOffset="19563.24">22838 1391 146 0,'0'0'344'0,"-4"-7"-27"0,4 7-28 0,2-6-34 16,-2 6-29-16,0 0-27 0,-2-5-29 0,2 5-22 15,0 0-20-15,0 0-11 0,0 0-10 0,0 23-15 16,0-6-12-16,-1 1 2 0,-3 7-16 0,-1 2-3 16,1 1-6-16,-1 2-8 0,0-2-8 0,0 1 1 0,1 0-6 15,-1-2-3-15,0-2-6 0,1 1-1 16,-2-2-6-16,3-5 4 0,-2 0-7 0,1-2 3 0,3 0-3 0,-2-6 2 15,2 0 1-15,-2 0 0 0,2-2 2 0,0-1-4 16,-2-2 4-16,3-3-2 0,-1 1 8 0,1-4-2 16,-4 8 8-16,4-8 3 0,-1 5 12 0,1-5 6 15,0 0 14-15,0 0 22 0,0 4 21 0,0-4 20 16,0 0 13-16,0 0 10 0,0 0 12 0,0 0 16 16,0 0-2-16,0 0-3 0,0 0-19 0,0 0-25 0,1-22-33 0,4 11-22 15,-5-6-34-15,4-1-26 0,1-8-39 16,-5 2-14-16,7-5-19 0,-5-3-7 0,2 0-18 15,-4 1 3-15,0 0 14 0,-4 4 12 0,2 1-8 16,-5 6 15-16,2 1-2 0,-5-3 5 0,-1 5 8 16,1 3-8-16,-1 2 6 0,0-1-2 0,0 5 3 0,-1 2 8 15,-4 1-7 1,2 3-6-16,-4 2-4 0,-1 2-2 0,0 5 8 16,1 1 4-16,-6 9 1 0,1-3-1 0,7 1-5 15,1-1-27-15,2 1-6 0,1 0 10 0,5-1-5 16,-1 3 7-16,6-5 4 0,2 5 6 0,1-5 2 15,4-1 7-15,6 1 9 0,5-1 7 0,3 1-1 16,12-2 7-16,1-3-4 0,5-3 3 0,3-3 6 16,0 1-2-16,13-6 4 0,-12 1-3 0,10-4 3 0,-13-1-2 0,-1-4 5 15,-5 2 6-15,0-2-4 0,-1 0 8 0,-6-1 14 16,-8 2 22-16,0 1 29 0,-3 2 41 16,-4 2 6-16,1-1 24 0,-3 2 14 0,-3 0 14 15,1 0 6-15,-2 0-5 0,0 1-9 0,-4 4-16 16,5-6-16-16,-5 6-16 0,6-4-14 0,-6 4-14 15,0 0-10-15,3-3-14 16,-3 3-23-16,0 0-22 0,0 0-23 0,0 0-22 16,0 0-14-16,0 0 8 0,7 12 1 0,-7-6 4 15,-2 4 8-15,4 2 2 0,0-2 0 0,-2 3 2 16,0-1 2-16,1-2 2 0,-1 4 3 0,2-4 3 16,0 2 1-16,0-2 4 0,0 2-4 0,-1-7-10 15,2 2-15-15,-3-2-7 0,1-1-9 0,1 0 20 16,-2-4-1-16,2 4-10 0,-2-4-43 0,14 1-66 0,-1-4-86 0,2 1-101 15,3-4-403-15,10-1-800 0,0-4 354 0</inkml:trace>
  <inkml:trace contextRef="#ctx0" brushRef="#br0" timeOffset="20365.22">23044 1487 60 0,'0'0'302'16,"0"0"-16"-16,3-2-9 0,-3 2-19 0,0 0-15 0,0 0-21 0,0 0-20 0,0 0-22 16,0-7-15-16,0 7-24 0,0 0-18 0,0 0-17 15,0 0-16-15,0 0-17 0,0 0-8 16,0 14-2-16,0-6-12 0,0 4-4 0,0 0-4 15,-2 4-5-15,0-1-5 0,-1 3-1 0,3 0-9 16,3 3 4-16,-2-3-4 0,0 2 8 0,2-3-13 16,-1 1 4-16,1-3-7 0,1-2 6 0,-1-4 0 15,0 0-1-15,1-4 4 0,-2 0 17 0,2 2 11 16,1-4 41-16,1-1 39 0,0 1 22 0,0-4 18 16,2-2 3-1,2-1 2-15,0-3-5 0,1 0-5 0,-2-3-7 16,3-1-9-16,-1-4-14 0,1 0-8 0,2-9-12 15,3 1-7-15,-7 6-9 0,3-6-6 0,-3 8 2 16,-1-2 2-16,-1 4 2 0,-3 0 5 0,1 5 2 0,-2 1-7 16,-1 0-5-16,-2 0-16 0,2 4-8 0,-2-3-9 15,1 2-5-15,-2 4-15 0,3-5-23 0,-3 5-27 16,0 0-32-16,0 0-34 0,0 0-31 0,0 0-4 0,0 0 17 16,3 15 11-16,-3-4 7 0,-2 1 13 0,2 4 0 15,2 2 7-15,-5 0 3 0,3 2 11 0,0-3 0 16,3 1 6-16,-1 0 6 0,1 1 9 0,2-4-5 15,-2 2-6-15,1-5-16 0,3 0 0 0,-1-3-16 16,8 4-17-16,-4-7-18 0,8 1-29 0,-5-3-41 16,6 0-44-16,3-3-49 0,6-4-52 0,3-3-51 0,-4-2-298 15,0-2-715-15,-1-2 316 0</inkml:trace>
  <inkml:trace contextRef="#ctx0" brushRef="#br0" timeOffset="21251.95">23950 1564 208 0,'-3'-7'319'0,"3"7"-14"0,-2-6-28 15,-1 2-25-15,-1-1-24 0,-2 3-28 0,6 2-14 16,-12-2-27-16,12 2-16 0,-20 0-11 0,10 4-19 16,-7 1-13-16,-1 3-11 0,-1 1-13 0,-8 4-3 15,1 1-8-15,2 2-3 0,1-1-8 16,1 5-4-16,-1-3-5 0,3 0-4 0,5-3-4 0,2 1-4 0,4-7-20 15,0 1-4-15,4-2-6 0,0-1 3 0,1-2 5 16,0 1 28-16,3-3 14 0,1-2 20 0,0 0 9 16,0 0-5-16,0 0 9 0,28-11-1 0,-11 3 0 15,3 0-1-15,6-3-3 0,-3-2-14 0,2-3-8 16,-2-1-7-16,-4 5-4 0,3-1 0 0,-3 3-8 16,-1-2-4-16,4-1-3 15,-8 2-13-15,-2 5 13 0,-3 1-7 16,1-1-3-16,-5 4-3 0,0-1-16 0,0 1-11 0,-1-1-16 15,-4 3-10-15,0 0-1 0,17 3 2 0,-12 2-2 16,4 2 0-16,0-2-3 0,0 5 2 0,3 1-11 16,2 2-4-16,1-1-5 0,2 2-14 0,0-4-7 15,1 2-7-15,1-4-7 0,-5 1 6 0,6-4 0 16,-3-2 6-16,-4-2 9 0,4-2 5 0,-5-2 12 0,0-5 1 16,4-2 18-16,-5-2 15 0,0-2 19 0,1-10 14 15,-5 6 10-15,2-10 9 0,1-1 17 0,-2-2 7 16,0-3 9-16,3-12-3 0,-2 13 15 0,0 0-12 15,-2 4 29-15,0 2 11 0,2 1 22 0,-5 9 10 16,2 3 1-16,-3 5-14 0,0 1-11 0,-2 3-12 16,0-2-19-16,-2 4-36 15,2-2-41-15,-1 5-47 0,0 0-5 0,0 0 8 16,0 0 6-16,-1 20 2 0,-2-2 5 0,-6 7-5 16,3 2 12-16,-2 4 0 0,-2 6 3 15,2 6 4-15,-1-11-2 0,4 0 3 0,-2-2-16 0,3 2 0 16,-3-6-5-16,6-1 1 0,-3-8-2 0,4-6-3 15,-4-1 0-15,4 0-2 0,0-4 11 0,-1 2 12 16,-2-4 26-16,3-4 41 0,-2 6 32 0,4-4 31 0,-2-2 2 16,0 0-16-16,0 0-18 0,0 0-13 0,-11-20-9 15,7 11-20-15,-1-5-15 0,-4 0-10 0,2 2-16 16,-4 0-13-16,2-1 6 0,-1 4 0 0,0-3 9 16,2 2-12-16,2 0 11 0,0 5-4 0,2 1-3 15,0-1-10-15,0 1 0 0,4 4-1 0,-3-8-9 16,3 8-17-16,8-5 7 0,2 1-2 0,10 1-2 0,8 0 4 0,2 1-6 15,6 1-2-15,0-3 6 0,3 4 0 0,2 0-2 16,12-2 3-16,0 2 5 0,-14-5-11 0,-2 5 25 16,-3-3-2-16,-6 0 3 0,-6-2 4 15,-3 0 24-15,-1 4 26 0,-6 0 32 0,-1-4 22 16,-6 3 12-16,4 0 9 0,-5 0 1 0,-4 2-3 0,10-3-6 16,-10 3-11-1,4-3-8-15,-4 3-13 0,0 0-14 0,9-1-11 16,-9 1-11-16,0 0-20 0,0 0-19 0,0 0-11 15,8 7-5-15,-7-2 0 0,0 2 5 0,-2 2-1 16,0-1-1-16,1 6 5 0,-1-2 0 0,3 5-10 16,-3-2-6-16,1 2-16 0,0-5-20 0,0-2-17 15,-1-1-25-15,-1 3-22 0,2-3-14 0,-1 1-24 16,1-5-31-16,1 1-9 0,-2-4-7 0,1-2 3 0,0 0-64 0,0 0-337 16,0 0-658-16,-4-13 291 0</inkml:trace>
  <inkml:trace contextRef="#ctx0" brushRef="#br0" timeOffset="21398.78">24817 1276 372 0,'2'-4'349'0,"-2"1"-34"0,0 3-35 16,0-6-27-16,0 6-34 0,2-4-20 0,-2 4-45 16,3-3-48-16,-3 3-39 0,0 0-46 0,10 7-50 15,-5-3-50-15,5-2-96 0,-4 3-167 0,3-1-371 16,2 2 164-16</inkml:trace>
  <inkml:trace contextRef="#ctx0" brushRef="#br0" timeOffset="21768.58">25234 1391 192 0,'-8'0'221'0,"8"0"-19"0,-11 1-24 0,2-1-20 0,0 6-13 15,-4-2-16-15,-3 7-12 0,0 3-14 0,-5 3-3 16,0 3-14-16,-2 1 4 0,1 2-7 0,3-2-7 16,3 0 6-16,4-4 8 0,2 0 1 0,1 0 2 15,0-1-2-15,8-1-1 0,0 2 7 0,2-7-1 16,0 1 1-16,6-1 7 0,1 0 4 0,3-3-2 16,6-2 4-1,1 0-1-15,1-5 2 0,1 0-6 0,0-5 3 16,3 1-2-16,-4-3-5 0,6-4-6 0,-9 4-7 15,1-7-6-15,-2-1-6 0,3-6-8 0,-6-1-18 16,-2-2-21-16,-1-1-15 0,-6-1-9 0,1-1-5 16,-2 0-11-16,-4 8-6 0,-3 0-20 0,-4 4-4 15,-1-2-2-15,-10 0-3 0,2 6-1 0,-8-2-10 16,2 2-9-16,2 6-11 0,-1 4-21 0,4-1-24 0,-4 4-19 0,4-2-43 16,0 3-42-16,6 0-56 0,1 3-183 0,6-3-503 15,3 1 222-15</inkml:trace>
  <inkml:trace contextRef="#ctx0" brushRef="#br0" timeOffset="22138.45">25409 1444 3084 0,'0'0'278'0,"0"0"-19"0,0 0-11 16,7-6-46-16,-7 6-45 0,0 0-33 0,0 0-22 15,0-7-25-15,0 7-19 0,0 0-6 0,0 0-14 16,0 0-8-16,0 0-15 0,0 0 5 0,0 0 0 0,-7 21 0 16,5-6-13-16,-5 3 7 0,2 3 7 0,-5 2-10 0,1 3-8 15,-3-2-24-15,6-9-9 0,-2-1-1 0,3-3-12 16,1 0 2-16,3-6 5 0,-3 2 15 0,2-3 14 16,-1 0 23-16,3-4 43 0,0 6 34 15,0-6-9-15,0 0-12 0,19-9-6 0,-5-1-7 16,11-3-2-16,-1-3 0 15,0 2 1-15,3-4 4 0,0-1-12 0,-3 2 14 16,-1 0 6-16,-5 5 8 0,-8 5 12 0,3 0-5 16,-8 4-8-16,0 0-14 0,3-1-16 0,-4 2-38 15,-4 2-25-15,11 7-11 0,-4 2-11 0,-1 9-6 16,5 6-5-16,0 2-10 0,-5 3-25 0,3 3-53 16,-3 0-73-16,-4-2-83 0,2-1-134 0,-3-9-330 15,-1-4-821-15,0-6 363 0</inkml:trace>
  <inkml:trace contextRef="#ctx0" brushRef="#br0" timeOffset="25647.69">26853 1419 28 0,'-4'-5'267'0,"4"5"-22"0,-1-5-18 15,1 5-27-15,0-4-17 0,0 4-25 0,0 0-19 16,0 0-29-16,0 0-20 0,0 0-6 0,0 0-15 16,5 17-4-16,-4-5-8 0,-1 5-3 0,-1 0-10 15,2 9 2-15,-2-9-7 0,-3 10 0 0,4-3-4 16,0 3-5-16,0-9-7 0,0 2 8 0,0-3-11 15,0-5-1-15,4-1 1 0,-3-2-3 0,-1-4 3 0,2 2 3 0,0-3 16 16,2-1 15-16,1-2 14 0,-5-1 0 0,18-8 4 16,-8 1 1-16,7-4 4 0,0-1 1 0,-1-1 6 15,2-5-8-15,0-2-6 0,-5 6-9 16,6-7-8-16,-6 5-4 0,1 3-8 0,-3 0-3 0,1 0-6 16,-5 5-4-16,2-1-3 0,-5 5 1 0,1 0-11 15,-1-2-4-15,-2 3-3 0,-2 3 8 0,12 0-20 0,-12 0 6 16,14 11-10-16,-4-5 4 0,-2 3 1 0,5 1-1 15,3 2-3-15,-1 2 5 0,5 3 2 0,0 0-3 16,5 0 4-16,-4 0-1 0,5-2 7 0,-3-1-4 16,1-3 4-16,-3-3-3 0,6-1 3 0,-7-5 9 15,8 2-10-15,-6-4 1 0,-4 0 3 0,3-4-5 16,1 0 7 0,-5-3 10-16,-1 0 7 0,0-3-1 0,-4-2 5 0,0-3-4 0,-4 2 9 15,-1-4-9-15,0 1 3 0,-5-11-11 0,-1 1 7 16,-4 6-15-16,-7-6-6 0,2 8-7 0,-9-3-2 15,2 7-6-15,-7-6-10 0,-6 8-3 0,2 0-11 16,-7 3 4-16,0 4-7 0,-3 0 4 0,-1 1-4 16,5 4-7-16,-2 0-13 0,4 4-16 0,7 0-35 15,9 1-29-15,2-2-8 0,3 4-8 0,5 1 8 0,4 0 12 16,4 3 0-16,3-2 7 0,17 3 0 16,7 1 14-16,1-3-17 0,5-3 15 0,19 2 8 15,2-6 20-15,3 1 6 0,3-2 7 0,-4-3 16 16,0-4 11-16,-4 2 13 0,3-2 13 0,-8-4 13 15,-14 2 23-15,-1-1 12 0,-8 1 32 0,-2-4 16 16,-7 4 31-16,-2-1 16 16,-6 2 19-16,1 2 23 0,-2-3 1 0,-1 2 15 15,-4 0 23-15,1 3 11 0,-1 0-9 0,-1-2 0 16,-4 4-9-16,5-5-17 0,-1 3-20 0,-4 2-6 16,5-4-23-16,-5 4-12 0,0 0-21 0,8-2-26 15,-8 2-24-15,0 0-27 0,0 0-43 0,0 0-12 16,4 9-2-16,-4-9 4 0,0 14 2 0,-3-4 1 15,1 8 7-15,-1-2 5 0,-1 3 3 0,2 1-1 0,-1 1 5 16,2-2-19-16,-2 8-8 0,1-12-13 0,2 2-20 0,0-3-8 16,0 1-1-16,-1-3-23 0,1-2-13 15,0-1-14-15,-2-4-1 0,2 2 6 0,-2-4 11 16,2 3 11-16,0-6-2 0,0 0-50 0,0 0-77 16,0 0-43-16,-12-17-145 0,7 5-450 0,3-7 199 15</inkml:trace>
  <inkml:trace contextRef="#ctx0" brushRef="#br0" timeOffset="25794.8">27998 1191 122 0,'-4'-6'320'0,"4"1"-30"0,-1 2-26 16,1 3-30-16,0-4-26 0,0 4-32 0,0-6-31 16,0 6-40-16,0 0-21 0,0 0-20 0,0 0-33 0,0 0-29 15,15 13-31-15,-10-4-37 0,3-3-45 0,-3 4-68 16,4-3-98-16,-1-1-300 0,1 0 133 0</inkml:trace>
  <inkml:trace contextRef="#ctx0" brushRef="#br0" timeOffset="26095.6">28684 1140 407 0,'3'-6'407'0,"-2"3"-22"0,-1 3-27 0,4-5-35 15,-4 5-31-15,1-5-31 0,-1 5-36 16,0 0-30-16,0 0-50 16,0 0-66-16,0 0-2 0,0 0-5 0,4 14-9 15,-5-3-13-15,0 7 1 0,-2 9-11 0,-1-1 2 16,-1 4-5-16,-2 2 1 0,0 2-6 0,2 2 1 0,0-1-4 0,1-2 6 16,1 1-11-16,1-2 0 0,-2-4-1 0,1-1 1 15,3-8-11-15,-5-3-16 0,5-3-14 0,0-3-11 16,-1 0-6-16,0-3 3 0,2-2 9 15,-2 1 6-15,-2-2 5 0,3-4 8 0,0 0-35 16,0 0-55-16,0 0-53 0,0 0-37 0,-10-15-48 16,6 0-49-16,-4 1-162 0,2-3-478 0,4-10 212 15</inkml:trace>
  <inkml:trace contextRef="#ctx0" brushRef="#br0" timeOffset="26327.22">28464 1393 57 0,'-19'2'207'0,"10"-2"-10"0,9 0-5 0,0 0-8 16,-14-2-4-16,14 2 0 0,0 0-6 0,-10 4-12 15,10-4-12-15,0 0-2 0,0 0-12 0,0 0-3 16,32 3-23-16,-1-6-3 0,7 4-9 0,16-3-11 16,3-5-8-16,-1 6-5 0,-1-4-15 0,-3 1-16 0,-17 1-16 15,2 0-13-15,-1 1-19 0,-7-1 2 0,0 2-17 16,-13-3-16-16,-2 4-8 0,-3-1-22 0,-4 0-15 15,-7 1-27-15,0 0-15 0,6-3-10 0,-6 3-21 16,0 0-18-16,0 0-138 0,-28-8-334 0,14 8 148 16</inkml:trace>
  <inkml:trace contextRef="#ctx0" brushRef="#br0" timeOffset="26728.24">29189 1189 113 0,'0'0'396'0,"2"-9"-32"0,-2 9-32 16,4-3-40-16,-4 3-32 0,0 0-31 15,0 0-25-15,0 0-40 0,0 0-1 0,0 0-15 16,0 0-29-16,2 23-7 0,-4-11-16 0,-2 9-2 15,-2 6-16-15,-3 2-3 0,0 6-6 0,-6 9-5 0,3 1-5 0,2-13-10 16,0 1-7 0,2-2-11-16,3-5-9 0,1-6-3 0,-1-4-9 0,0-3 1 15,3-4-3-15,0-1 6 0,1-1 34 0,0-2 25 16,1-5 46-16,0 9 38 0,0-9-6 0,0 0-12 16,0 0-17-16,24-14-11 0,-7 4-13 15,-1-2 5-15,6-3-10 0,0 0-3 0,-6 4-4 16,2 0-8-16,-4 0-2 0,-3 4-3 0,1 0-14 15,-4-1-13-15,-3 7-6 0,5-2-20 0,-10 3-19 16,18 3-19-16,-8 3-9 0,6 5-19 0,-1 2-16 16,2 9-38-16,-1-1-52 0,-3 7-68 0,-3-2-96 15,-1 0-431-15,-4-9-808 0,-2 1 357 0</inkml:trace>
  <inkml:trace contextRef="#ctx0" brushRef="#br0" timeOffset="28987.05">2922 3722 199 0,'0'0'249'0,"0"0"-8"16,-1-6-7-16,1 6-8 0,0 0-14 0,0 0-12 15,0 0-19-15,0 0-17 0,0 0-12 0,0 0-17 16,0 0-18-16,0 0-14 0,0 0-7 0,0 0-11 15,0 0-17-15,0 0-10 0,0 0-16 0,0 0-10 0,0 0-10 16,0 0-12-16,0 0-4 0,0 0-9 16,0 0 6-16,0 0-2 0,0 0 4 0,16 9-2 0,-9-9-1 0,4-2-1 15,3 2 2-15,3-5-6 0,2 3-3 0,3-1-7 16,-3-1-7-16,6-6-1 0,-5 6 4 0,5-7 3 16,-6 4-4-16,0-3 3 0,1 2-1 0,-4-1 3 15,-1 1 5-15,-4 4 16 0,-2-2 14 0,-3 2 15 16,2 1 37-16,-6-1 4 0,2 1-2 0,-1-2 1 15,-2 1-12-15,-1 4-9 16,-5-5-6-16,0 2-6 0,-4 2-10 16,-3 0-2-16,-1 1-5 0,-3 3-5 0,-7-1-3 15,2 3-2-15,-5 4-1 0,-4 4-7 0,0 0-5 16,3 4 5-16,-3 2-6 0,2 1-2 0,-9 12-1 16,16-5 2-16,-2 2-3 0,2-1 5 0,2 1-4 15,5 1-9-15,1 1 13 0,4-2-4 0,8-2-11 0,1 1-4 16,5-1-4-16,8 1 3 0,2-6-5 0,11-1 6 0,5-4 1 15,5-4-2-15,22-1 3 0,6-5 5 0,29-10 0 16,2-4-5-16,-2-8-6 0,-1-1-10 0,-1-1-1 16,-30 6-3-16,0-5 0 0,-1-1-2 0,-3-1 4 15,-8-3 2-15,-15 5 2 0,-1-1 4 0,-1 2 11 16,-8-5 20-16,-3 4 24 0,-7 0 17 0,-4 0 8 16,-4-1 11-16,-1-1 11 0,-4 0 5 0,-4 1-10 0,-2 5-8 0,-2 2-2 15,-6-2-12-15,-3 3 4 0,-3 1-19 16,-1 5-4-16,-10 2 2 0,0 5-12 0,1 0-5 15,1 6-12-15,1 2 11 0,2-1-1 0,1 4-7 16,3 2-3-16,2 1-12 0,7-1-18 0,3-2-14 16,0-1-12-16,4 3-1 0,5-5-4 0,4 5 7 15,0-6 3-15,7 1 3 16,5 0 7-16,3-6 7 0,2 2 1 0,7-6 7 16,6-2 2-16,-5-2 1 0,4-3 6 0,-1 0-4 15,-1-2 3-15,-4-3 3 0,-8 3 0 0,-1-4 3 16,-4 2 2-16,1-3 2 0,-6 3 3 0,0-6 0 15,-4 3-6-15,-1 2-6 0,-1-2-12 0,-3-2-3 16,-5 2-12-16,-3 3-11 0,0-2-6 0,-5 1-11 16,-3 1-14-16,-1 2-14 0,-1 4-21 0,-2-2-31 0,2 4-34 15,-2 0-45-15,-5 1-142 0,6 1-397 0,3 0 176 0</inkml:trace>
  <inkml:trace contextRef="#ctx0" brushRef="#br0" timeOffset="29419.26">4192 3733 306 0,'0'0'346'0,"3"-3"-31"15,-3 3-31-15,2-3-26 0,-2 3-33 0,0 0-27 16,4-2-19-16,-4 2-25 0,0 0-22 0,0 0-18 0,0 0-12 15,4 8-14-15,-2 1-5 0,-2 1-11 0,3 4-14 16,-3 3 2-16,0 2-7 0,-1 6-15 0,-2-1 14 16,-4 3-11-16,4-8-4 0,2 7 1 0,-1-10-7 15,0 0-3-15,2-4-1 0,0 1-2 0,-3-4-2 16,2-2-13-16,1 0 9 0,0-2 2 0,-1 0 2 16,2-2 27-16,-1-3 24 15,0 0 37-15,1 5 12 0,-1-5-2 0,0 0-11 16,12-14-10-16,0 2-10 0,0-2 1 0,1 0-9 15,-2 0-2-15,7-8-14 0,-2 0 4 0,0 2-13 16,-3 6-8-16,-4-1-8 0,1 1-1 0,-2 6-10 16,-2 4-2-16,-2 0-7 0,0-1-1 0,1 3-23 15,-1-1-24-15,-4 3-12 0,7-3-3 0,-7 3 1 16,11 5-6-16,-6 0-2 0,2 2 1 0,2 4 6 0,-1-5-4 16,0 6-7-16,3 3-22 0,-1-1-16 0,2 3-22 15,-2-3-25-15,2-2-28 0,-4-3-37 0,1 0-48 16,3-1-62-16,-2-3-206 0,2-4-560 0,-2 2 248 15</inkml:trace>
  <inkml:trace contextRef="#ctx0" brushRef="#br0" timeOffset="29789.08">4943 3681 12 0,'0'-3'333'0,"0"3"-17"0,3-4-26 15,-3 4-25 1,0 0-27-16,0 0-24 0,0 0-26 0,0 0-20 16,0-4-35-16,0 4-3 0,0 0-17 0,0 0-13 15,-14 9-13-15,5-1-2 0,0 0-9 0,-1-2-10 16,-4 6-8-16,1 0-3 0,0 2-9 0,2-1-4 16,-1-1-5-16,5-1-4 0,0-1-5 0,-2 3-2 15,4-2-3-15,1 0-6 0,2 0-6 0,1-1-3 16,1-1 1-16,3 4-3 0,1-3 2 0,4 0-4 0,1-1 3 0,5 3-2 15,0-3 1-15,4 1-1 0,0-2 2 0,-1 2-2 16,0-3-2-16,2 1 0 0,-6-2 1 16,4 2-1-16,-8-4-16 0,2 1-25 0,-3-2-13 0,-3 2 2 15,-3-1 2-15,1 1 7 0,-3-1 7 0,-4 3 4 16,-5-1 4-16,-6 6 7 0,-7-4-2 0,3 4-2 16,-10-5-21-1,-2 3-27-15,-2-4-41 0,1 2-50 0,1-3-65 16,-1-2-154-16,1-3-411 0,12-1 182 0</inkml:trace>
  <inkml:trace contextRef="#ctx0" brushRef="#br0" timeOffset="31324.09">5359 3503 303 0,'2'-16'288'0,"2"0"-7"15,-4 4 4-15,1 2-7 0,2 3-15 0,-3-1-10 16,0 1-26-16,0 3-23 0,0-1-21 0,1 0-26 16,-1 2-20-16,0 3-34 0,0 0-33 0,0 0-4 15,0 0-14-15,5 17-1 0,-2-1-11 0,-3 12-1 16,0 1-5-16,0 8-8 0,-4 11 2 0,4 5-2 0,-3-4-1 0,1 2 1 15,2-4-11-15,1-12 4 0,0-1-2 0,2 1-2 16,-3-6 4-16,4-2-8 0,-4 0 2 0,1-8-2 16,-1-3 0-16,3-5 0 0,-3 1-1 0,1-7 2 15,-1 2-3-15,0 0 8 0,0-4 21 0,1 4 23 16,-1-7 7-16,0 0 18 0,0 7-4 0,0-7 4 16,3 2-8-1,-3-2 4-15,0 0-9 0,0 0-12 0,0 0-4 0,0 0-2 16,0 0-18-16,0 0-14 0,0 0-35 0,0 0-77 15,0 0-72-15,0 0-53 0,0 0-45 0,-4-22-53 16,4 10-268-16,-1 3-627 0,1-3 278 16</inkml:trace>
  <inkml:trace contextRef="#ctx0" brushRef="#br0" timeOffset="31609.27">5257 3813 79 0,'0'0'223'0,"-6"-1"-12"0,6 1-11 0,0 0-5 15,0 0-11-15,-9-1-6 0,9 1-7 0,0 0-5 16,0 0-2-16,0 0-7 0,0 0-14 0,0 0-9 16,0 0-9-1,0 0-11-15,0 0-6 0,0 0-5 0,39-4-7 16,-7 2-9-16,6-4-8 0,18 1-9 0,-2 0-8 16,1-1-6-16,-4 1-3 0,0 0-9 0,-15 0 6 15,-1 4-12-15,-5-2-6 0,-7 1 0 0,-3 0-2 16,-7 1-7-16,1 1-1 0,-2 0-11 0,-12 0-8 15,10 0-8-15,-1-3-10 0,-9 3-7 0,0 0-4 16,0 0 0-16,0 0-6 0,0 0-10 0,0 0-10 0,-26 11-21 0,16-7-24 16,-8 2-29-16,8 2-41 0,-4-1-44 0,-1 0-215 15,3-1-460-15,2-1 205 0</inkml:trace>
  <inkml:trace contextRef="#ctx0" brushRef="#br0" timeOffset="32063.79">6170 3838 244 0,'0'0'319'0,"-2"-9"-21"0,2 4-17 0,-2 1-19 16,0-2-20-16,-1 2-22 0,3 4-21 15,-5-8-19-15,0 6-34 0,5 2-6 0,-11-4-17 16,4 3-13-16,-2 1-17 0,-2 3-8 0,-1-1-9 0,1 3-8 16,-7 2-8-16,0 1-6 0,1 3-7 0,-2 4-3 0,2 2-4 0,-2 0-10 15,4-4 4-15,0 3-5 0,0 2 0 16,5-2-8-16,3-2-12 0,2-1-7 0,-1-4-2 16,3 2 0-16,-1-2-4 0,3-3 6 0,1 2 7 15,1-5 7-15,3 1 6 0,-4-4 9 0,9 5 8 16,-3-5 7-16,-6 0 10 0,19-7 16 0,-7 2 0 15,-1-3 2-15,6-1 11 0,-3 0-5 0,2-4-2 16,-3 0 4-16,1 1-9 0,2 1-3 0,-2-3-5 16,-5 6 3-16,0 1 4 15,-2-1-2-15,1 3-10 0,-4 1-3 0,1 0-9 16,-3 0-11-16,-2 4-11 0,8-4-11 0,-8 4-22 0,5 0-21 0,-5 0 4 16,0 0-6-16,12 5-11 0,-6-1-5 0,4 4-22 15,-1 0-22-15,2-1-23 0,0-1-31 0,4 4-32 16,1 1-47-16,0-2-59 0,3-1-73 0,-7-2-192 15,6-1-592-15,-8-1 262 0</inkml:trace>
  <inkml:trace contextRef="#ctx0" brushRef="#br0" timeOffset="32611.54">6474 3660 56 0,'-1'-5'332'0,"1"0"-5"0,0 5-7 0,-1-6-13 0,1 6-19 16,0-6-9-16,0 6-29 0,-3-6-32 0,3 6-20 15,0-5-25-15,0 5-10 0,0 0-25 0,0 0-18 16,0 0-4-16,0-6-23 0,0 6-3 0,0 0-22 16,0 0-3-16,0 0-23 0,0 0-19 0,0 0-12 15,0 0-16-15,0 0-13 0,0 0-11 0,0 0-4 0,0 0-1 16,0 0 1-16,0 0 3 0,0 0 5 0,0 0-6 15,0 0 10-15,0 0-2 0,0 0 1 0,0 0-3 16,0 0 8-16,0 0 1 0,0 0 3 0,0 0-1 16,0 0 6-16,0 0-2 0,0 0 3 0,0 0-2 15,0 0 4-15,0 0 2 0,0 0-3 0,0 0 1 16,0 0 1-16,0 0 1 0,0 0 1 0,0 0 0 0,0 0 0 16,0 0 1-16,0 0 2 0,0 0-2 0,0 0-1 15,0 0 2-15,0 0-2 0,0 0 0 0,0 0 0 16,0 0 2-16,0 0 0 0,0 0 1 0,0 0 0 0,0 0-2 15,0 0 1-15,0 0 0 0,0 0-7 0,0 0 6 16,0 0 2-16,0 0-2 0,0 0-1 16,0 0 2-16,0 0 1 15,0 0-2-15,0 0 1 0,0 0-7 0,0 0 3 16,0 0-9-16,0 0-15 0,0 0-3 0,0 0-12 16,0 0 0-16,0 0 5 0,0 0 3 0,0 0 5 15,0 0 2-15,0 0 4 0,0 0 1 0,0 0 4 16,0 0 2-16,0 0 1 0,0 0 4 0,0 0 1 15,0 0 1-15,0 0 0 0,0 0 1 0,0 0 1 16,0 0-1-16,0 0 4 0,0 0-3 0,0 0 2 0,0 0-28 0,0 0-20 16,0 0-27-16,0 0-2 0,0 0-17 15,0 0-30-15,0 0-44 0,-5 13-170 0,5-13-372 16,0 0 165-16</inkml:trace>
  <inkml:trace contextRef="#ctx0" brushRef="#br0" timeOffset="33629.83">6464 3701 71 0,'0'0'309'0,"-3"-5"-13"15,6 4-18-15,-3 1-20 0,0 0-25 0,0-4-25 16,0 4-26-16,0 0-17 0,0 0-22 0,0 0-17 15,0 0-21-15,0 0-14 0,0 0-9 0,4 17-7 16,-4-8-5-16,1 6-10 0,-1 2-4 0,0 2-9 0,-1 1-5 0,-2 6 0 16,2 1-8-16,-3-1 3 0,3 0-7 0,-2-6-1 15,2-2-7-15,1-1 1 0,-5 1-1 0,5-9-3 16,0 3-2-16,0-4 1 0,0-2 1 0,-2-2-2 16,2 3 5-16,0-3 25 0,-2-2 34 15,2-2 42-15,-1 4 46 0,1-4 32 0,0 0 4 16,0 0-26-16,5-9-15 15,1-3-25-15,3-2-10 0,0-2-11 0,5-5-16 16,-1-3-10-16,4-1-10 0,-3-1-6 0,-2 0-11 16,4 0-4-16,3 5-7 0,-7 7-3 0,-3 1-6 15,-1 4-2-15,-2-1-7 0,-3 5-5 0,3 0-9 16,-4 1-14-16,1 1-17 0,-1 2-23 0,3-4-24 16,-5 5-1-16,0 0-1 0,0 0-8 0,14 9 1 15,-6-1 9-15,-3 6 0 0,4 3 1 0,0-2 8 0,-3 3-2 0,2 0-7 16,1 5-6-16,0-5-7 0,-1 1-8 0,-1-2-21 15,3-2-11-15,0 2-5 0,-4-3-24 0,7 2-15 16,-6-7-12-16,2 1-9 0,7-1-14 0,-5-3-13 16,3-1-12-16,2-2-10 0,-1-3 3 0,1-3 6 15,1-3 29-15,1 1 8 0,-8-3 26 0,4-5 22 16,0 1 31-16,-1-5 23 16,0-6 26-16,-3-2 21 0,0 2 19 15,-3-6 15-15,0 0 29 0,0 1 26 0,-5 0 28 16,1 3 17-16,-2-2 18 0,0-1 20 0,1 4 13 15,-4 6 13-15,2-1 25 0,0 0 13 0,-1 0 21 16,0 4 14-16,0 3 0 0,-1 0-8 0,1 3-7 0,1 2-12 16,0 4-20-16,0-4-1 0,-1 3-24 0,1 0-20 15,0 4-24-15,0-5-29 0,0 5-33 0,0 0-39 0,0 0-38 16,0 0-5-16,0 0 8 0,-6 14-7 0,6-1 3 16,-3 15-6-16,1-2 8 0,-3 2 5 0,3 2-1 15,-2 5 6-15,1 0-6 0,1 0 7 0,2-1-1 16,0-3-17-16,0-1 14 0,2 2 6 0,-2-9-2 15,3 2 5-15,0-8-4 0,-1-1 4 0,-1-5-17 16,-1-2-7-16,-1-1-5 0,2-4-1 0,1 1-12 0,-2-5 6 0,2 7 1 16,-2-7-15-16,1 5-7 0,-1-3-20 0,0-2-34 15,0 0-100-15,0 0-99 0,-8-19-90 16,5 6-243-16,-1-4-689 0,2-9 306 0</inkml:trace>
  <inkml:trace contextRef="#ctx0" brushRef="#br0" timeOffset="33846.01">6865 3708 21 0,'0'0'211'0,"-7"2"7"15,7-2 8-15,-6 0 10 0,6 0-7 0,0 0-5 16,0 0-1-16,0 0-6 0,0 0 2 0,0 0-2 16,26 3-14-16,3-4-15 0,6 1-16 0,5-2-42 15,16-4 16-15,1 2-22 0,2 0-11 0,-5 1-18 0,-3-2 0 0,-15 1-14 16,-3 2-10-16,-13 0-5 0,1 0-2 0,-8 1-14 15,-2 1-18-15,-3-3-16 0,2 2-25 0,-5-1-33 16,-5 2-18-16,0 0-22 0,0 0-22 0,0 0-59 16,-21 8-78-16,1-3-290 0,-3-1-576 15,4 0 255-15</inkml:trace>
  <inkml:trace contextRef="#ctx0" brushRef="#br0" timeOffset="34848.43">8790 3502 233 0,'-4'-2'298'15,"4"2"-16"-15,0 0-20 0,0 0-25 0,0 0-17 16,0 0-29-16,0 0-17 0,0 0-19 0,0 0-16 15,0 0-16-15,0 0-14 0,0 0-11 0,0 0-12 16,0 0-10-16,0 0-9 16,0 0-2-16,0 0-14 0,0 0-4 0,0 0-7 15,16 0-2-15,-6-1-5 0,3-2-9 0,5 1-1 16,0 0 6-16,4-3-7 0,-4 0-2 0,0-2-3 16,1 0 0-16,-1-1-6 0,-2 2 6 0,-2-3-7 15,-2 3 2-15,-1 0 8 0,-3 0 19 0,1 0 17 16,-1 1 12-16,-4-1 20 0,-1 2 5 0,1-2-9 0,0 2 6 15,0 0 8-15,-4 0-10 0,0 0-12 0,0-1-9 16,0 5-21-16,-4-5-10 0,-1 1-8 0,-4 4-5 16,-5 2-6-16,-3 0-1 0,-3 4-1 15,-8 5-6-15,1 1-1 0,-2 2-5 16,-2 2-1-16,-1 3 2 0,1 4-1 0,-6 7-5 0,9-5-3 0,-5 11 0 16,9-7 1-16,-6 10-1 0,11-10 7 0,5 4-1 15,2 1-2-15,2-1-2 0,9-3 0 0,1-3-13 0,5-1 17 0,5 1-4 16,4-4 6-16,8-1 1 0,6-5 9 0,5-2-9 15,6-3-20-15,16-3-33 0,5-6-51 0,-4-4-49 16,5-2-54-16,3-5-73 0,-5 1-307 0,1-5-629 16,-5-5 279-16</inkml:trace>
  <inkml:trace contextRef="#ctx0" brushRef="#br0" timeOffset="35202.58">9416 3682 192 0,'0'0'260'0,"-4"-4"-23"15,4 4-16-15,0 0-22 0,-5-1-18 0,5 1-20 0,0 0-16 0,0 0-18 16,-4-4-12-16,4 4-13 0,0 0-12 0,0 0-12 16,0 0-7-16,-13 7-9 0,7-3-4 0,-2 5-9 15,-1-3-5-15,-2 5-4 0,-2 1-6 0,-1 3-2 16,5-1-2-16,-1 1-3 0,-2-1-5 0,3 2-1 15,4-3-1-15,0-2 9 0,2 1 3 0,2 1-1 16,2-4 7 0,3 0 4-16,4 3 5 0,1-5-1 0,9 0 0 15,0-4-3-15,10-6-1 0,0 2-7 0,3-4 2 16,2-3-4-16,-1-4-2 0,-4 0 10 0,0-1 12 16,-9 4 13-16,4-8 1 0,-6-2-1 0,-4 4-4 15,-2-1-4-15,-4 0-11 0,-2-3-10 0,0 2-7 16,-4 0-18-16,-4 1-11 0,-2 0-19 0,0 5-12 15,-5-1-19-15,0 2-20 0,-6 0-17 0,-3 7-14 0,-1 1-20 0,-10 4-17 16,1-1-47-16,2 4-36 0,8 0-227 0,0 1-483 16,1 0 215-16</inkml:trace>
  <inkml:trace contextRef="#ctx0" brushRef="#br0" timeOffset="35672.58">9943 3799 216 0,'-2'1'269'0,"2"-1"-23"0,0 0-26 15,0 0-21-15,0 0-23 0,0 0-17 0,33-8-16 16,-15 1-12-16,9-2-15 0,4-1-12 0,1-2-13 15,-2-3-10-15,4 1-8 0,-1 2-6 0,-5-2-10 16,-3-3-6-16,0 2-2 0,-9 4-6 16,0-1 0-16,-5-2-4 0,-1 5 0 0,-5-3 7 0,1 2 1 15,-4 0-4-15,-2-2-4 0,-6 6-3 0,-1-2-5 0,-5 5-8 16,-5-1-2-16,-5 3-6 0,-8 4 0 0,-5 2-2 16,0-1-2-16,2 6-2 0,3 2-2 0,-1 0-4 15,4 1-1-15,2 4-1 0,2 1 0 0,7-4 0 16,2 7-1-16,4 5 8 0,3-6 5 0,5-1 7 15,7 0 7-15,4 4 4 0,3-8 6 0,8 3 3 16,3-2 8-16,9-5 0 16,0 1 5-16,5-7 2 0,1 2-12 0,16-4 18 15,-16-3-3-15,-2 0 2 0,-3 2-7 0,-11-4-7 16,-2 2-2-16,-7-3 6 0,0 3 5 0,-4 0-2 16,-1 0-2-16,-1-2-1 0,-7 2-16 0,8 0-34 15,-8 0-75-15,0 0-78 0,-9-10-76 16,-4 10-96-16,-1-3-214 0,0-2-584 0,1 1 259 0</inkml:trace>
  <inkml:trace contextRef="#ctx0" brushRef="#br0" timeOffset="36891.24">10662 3263 193 0,'1'-7'213'0,"-1"2"-5"16,3-2-12-16,-3 5-21 0,1-2 5 0,0 0-19 15,-1 4-23-15,0 0-17 0,4-3-15 16,-4 3-11-16,4 13-8 0,-3 2-12 0,3 3-7 16,-4 14-5-16,1 0-10 0,-2 15-3 0,-3 0-4 0,0 1-8 15,-1 0-4-15,-1 5-1 0,2-4-4 0,0 2 2 16,1-1 0-16,1 1-7 0,3-16 0 0,-1-1-2 15,4 1 1-15,1-3 7 0,-1-5 2 0,1-2 2 0,1-8 2 16,0 0 5-16,-3-6 1 0,1-1-3 0,0-3 14 16,0 0 14-16,2 0 15 0,-3-5 14 0,2-1 11 15,-1 1 13-15,-4-2 6 0,0 0-19 0,17-9 12 16,-11 3-3-16,0-1-3 0,-2-3-12 0,1 1-4 16,-2-4-13-16,-2 2-9 0,-1-5-15 0,-1-1-21 15,-4 0-30-15,-2 1 15 16,-1-1-17-16,-4 0 4 0,-5-4-3 0,1 7-4 15,0 3-5-15,-3-1 4 0,0 3-5 0,2-1 0 16,-2 4 2-16,6-1 0 0,2 2-1 16,-1 3 0-16,7-1-3 0,-3 2 2 0,2-2 0 0,6 3-19 0,-9-7-1 0,9 7-9 0,0-3-1 15,0 3-15-15,15-8-20 0,3 3-22 0,12-2-34 16,2-1-40-16,5-1-47 16,1-2-62-16,-1 0-280 0,9-6-597 0,-9 5 265 15</inkml:trace>
  <inkml:trace contextRef="#ctx0" brushRef="#br0" timeOffset="37593.11">11031 3315 146 0,'0'-9'292'0,"0"2"-12"16,0 0-14-16,1 3-20 0,3-3-19 0,-4 3-25 16,0 2-23-16,0 2-22 0,1-7-23 0,-1 7-11 0,0 0-14 0,0 0-21 15,0 0-5-15,13 17-8 0,-9-1-11 0,1 8-8 16,-1 1-5-16,-4 6-4 0,4 1-6 0,-4 3-9 16,-5 11 3-16,1 3-3 0,0-15 0 0,0 14-5 15,-1 0-1-15,4 1 0 0,-3-15-2 0,0 10-1 16,0-10-1-16,4-2-3 0,-1-2 1 0,6-3 0 15,-4-2-4-15,3-7 2 0,-4-3 1 0,4-1 1 0,0-5-3 16,-3 0 5-16,3-2-1 0,-4 1 7 0,3-4 28 16,-2-2 28-16,-1-2 34 0,1 5 15 0,-1-5 17 0,0 0-14 15,0 0-20-15,0 0-4 0,9-17-15 0,-8 8-10 16,2-4-17-16,-2-3-36 0,-1-1-4 0,-1-1-10 16,-2-1-16-16,-3-1-13 0,2 2-11 15,-5 1-10-15,0-3-1 16,-1 3 0-16,1 3 5 0,-4 1-4 0,3 2 6 15,1 3-2-15,1 1 6 0,-2 0 4 0,3 3-5 16,0-2 2-16,2 5 1 0,1-3-20 0,0 0-23 16,4 4-21-16,-6-3-2 0,6 3 7 0,0 0 2 15,17-2-3-15,-5 0 6 0,17-3-6 0,4 3 8 16,5-4 5-16,15 1-6 0,1-2-3 0,4 2 2 16,-3-4 2-16,-3 4 2 0,-2-4 3 0,-13 5 6 0,0-4 6 0,-2 1 5 15,-6 1 10-15,0-1 11 0,-12 4 19 16,-3 1 35-16,-4-1 27 0,-1-1 31 0,-1 2 24 15,-3 1 21-15,-5 1 3 0,9-3 5 0,-9 3-6 16,7-3-8-16,-7 3-18 0,8-1-10 0,-8 1-8 0,0 0-14 16,0 0-6-16,0 0-25 0,0 0-17 0,11 5-13 15,-11-5 7 1,-3 9-6-16,3-2-3 0,0 1-2 0,-6 5 10 16,6-4-13-16,-2 8 3 0,1 0-15 0,0-5 11 15,1 5 6-15,-3-1-4 0,3 0 6 0,0-1-1 16,0-1 1-16,0-3-23 0,3-1-15 0,-3-2-10 15,0 1-18-15,1-4-11 0,0-1-12 0,-1 0-8 16,2 0 0-16,-2-4 1 0,0 0-9 0,0 0-51 16,0 0-72-16,0 0-67 0,0 0-252 0,-12-21-578 0,7 5 256 0</inkml:trace>
  <inkml:trace contextRef="#ctx0" brushRef="#br0" timeOffset="37740.28">11602 3467 137 0,'0'-4'348'0,"-1"-3"-42"0,0 3-15 0,-2 0-26 0,3 1-24 0,0 3-29 0,-1-6-22 0,1 6-21 16,0 0-22-16,0-4-27 0,0 4-20 0,5-1-36 16,-5 1-39-16,0 0-48 0,20 4-45 0,-9-3-90 15,1 2-237-15,-1-2-427 0,0 2 189 0</inkml:trace>
  <inkml:trace contextRef="#ctx0" brushRef="#br0" timeOffset="38141.21">11983 3602 216 0,'-4'4'205'15,"4"-4"-21"-15,0 0-15 0,0 0-17 0,16-1-16 16,-6 0-14-16,4-3-11 15,5-1-14-15,0-1-11 0,2 2-16 0,0-1-11 0,0-3-9 0,-1-1-7 16,-1 1-6-16,-2-1-3 0,1 0 2 16,-3 0 0-16,-3 1 14 0,-3 0 4 0,-2 1 3 0,-2 2 17 15,1 0 13-15,-1 1 10 16,-2 0-6-16,-1 0-10 0,-2 1-10 16,0 3-17-16,-4-4-2 0,4 4-3 0,-15-1-9 15,3 4-5-15,-2 1-4 0,-5 3-7 0,-5 3-2 16,-2 4-2-16,3 1-3 0,1 2-1 0,-1 1-4 0,0 3-1 15,3 0-4-15,4 1 2 0,-1 1-2 0,4 4-1 16,4-5 3-16,3-5 4 0,3 9-4 16,3-9 6-16,3 1 3 0,4 0 8 0,3-2 0 0,6-3 0 0,7 3 1 15,4-5 0-15,5 0-15 0,6-7-27 0,0 0-40 16,15-4-46-16,0-4-57 0,2 1-85 0,-20-2-183 16,1-3-461-16,-2-1 205 0</inkml:trace>
  <inkml:trace contextRef="#ctx0" brushRef="#br0" timeOffset="38426.11">12554 3534 104 0,'0'0'361'0,"0"0"-14"0,-5-3-13 0,5 3-25 0,0 0-30 0,0 0-26 0,0 0-30 15,0 0-21-15,-1-3-24 0,1 3-15 0,0 0-23 16,0 0-38-16,0 0 8 0,0 0-14 0,0 0-8 16,-4 13-25-16,4-8 7 0,0 3-9 0,0 1-5 15,-3 5-5-15,3-2-3 0,0 4-5 0,0 0-3 16,3 1-11-16,-3-3 4 0,1 4-8 0,3-6 5 16,-4 5-9-16,0-4-1 0,4-3-28 0,-3 0-18 0,-1-3-21 0,0-1-25 15,0 0-25-15,1-1-20 0,-1 1-11 0,0-6-7 16,0 0-4-16,0 0-76 0,0 0-268 15,0 0-522-15,0 0 230 0</inkml:trace>
  <inkml:trace contextRef="#ctx0" brushRef="#br0" timeOffset="38579.48">12495 3323 101 0,'0'-6'352'0,"0"1"-30"0,4-1-33 16,-4 4-27-16,1-3-33 0,-1 2-21 0,0 3-36 15,2-4-27-15,-2 4-40 0,7-3-45 0,-7 3-47 16,12 7-55-16,-6-5-57 0,2 5-73 0,1 0-153 16,-4-2-350-16,5 1 155 0</inkml:trace>
  <inkml:trace contextRef="#ctx0" brushRef="#br0" timeOffset="39027.33">12788 3727 230 0,'0'0'233'0,"0"0"-16"15,0 0-18-15,4 3-15 0,5-3-17 0,1 0-17 16,2-3-13-16,5-2-13 0,2 0-14 0,7 0-12 0,1-6-6 0,1 5-14 15,-1-7-5-15,2 1-6 0,-2 2-5 0,1-5-8 16,-2 3-7-16,-2-3-5 0,-1 3-2 0,-5-1-5 16,-3 4-2-16,1-3 12 0,-5 3 11 0,-2 2 16 15,-3-3 5-15,1 5 11 0,-3-2 5 0,1 1 3 16,-4 2-12-16,2-3-10 0,-3 2-8 0,-3 2-14 16,-1-1-6-16,-1 2-7 0,0 1-4 0,-4-1-6 0,-4 2-3 0,-3 2-2 15,-1 1-2-15,-3 1-5 0,-1 1-5 0,-1 1 1 16,-3 3-6-16,6 3 0 0,-7 1 1 0,2 3-7 15,1-1 5-15,0 2 0 0,5 2-1 0,4-5-2 16,0 10 0-16,4-10-8 0,1 4 5 16,2-1-4-16,6-2 4 0,2 1 0 0,5 1 0 15,1 1-1-15,7-3 6 16,10 1 0-16,3-1 0 0,6-5-7 0,5-6-21 16,13 7-39-16,-14-6-44 0,1-1-47 0,14-7-56 15,-13 1-53-15,-2-2-200 0,2-4-501 0,-3 0 221 16</inkml:trace>
  <inkml:trace contextRef="#ctx0" brushRef="#br0" timeOffset="39675.35">13441 3524 61 0,'0'0'242'0,"0"0"-18"16,0 0-20-16,0 0-18 0,0 0-20 0,0 0-20 15,0 0-20 1,0 0-10-16,0 0-12 0,0 10-11 0,0-5-11 16,-3 2-8-16,3 2-6 0,0 2-6 0,-1 3-11 0,1-2 0 15,0 2-7-15,-1 4 0 0,1-3-3 0,0 2-5 16,-3-2-3-16,1 2-3 0,2 3 0 0,-3-10-1 16,3 4-6-16,-1-4-2 0,1 2 0 0,0-6 3 15,-1 0 1-15,-2-1 15 0,3-5 38 0,0 5 34 16,0-5 30-16,0 0-4 0,0 0-19 0,0 0-11 0,8-14-9 15,-2 3-28-15,-1-1 14 0,4-2-11 16,-1-2-2-16,5 0-14 0,0-7-9 0,-3 8 1 16,1 1-14-16,-3 3-12 0,0 2 11 0,-1 1 4 15,-2 1-5-15,-1 2-5 0,0 1-8 0,0-1-13 0,0 5-4 16,-4 0 1-16,10 0-9 0,-10 0-7 0,11 8 0 16,-2-2-3-16,1 2 2 0,2 4-7 0,2 1-2 0,0 0-1 15,5 5 1-15,-6-1-25 0,9 0-1 0,-3 2-12 16,1-9-9-16,3 8-6 0,-6-9-7 0,2-1-6 15,0-1-3-15,-2-2 8 0,-6-4 3 0,2-1 11 16,-4-3 4-16,1 0 7 0,-1-4 12 0,-1-2 10 16,-3-1 17-16,5-6 23 0,-6-1 13 0,0-3 18 15,0 3 13-15,0-2 8 16,-3-8 6-16,3 3 2 0,-3-3-1 0,4-5 4 16,-1 2-6-16,1-1 0 0,-4-2-4 0,3 4 0 15,-1-2 17-15,2 5 19 0,-4 9 26 16,1 7 12-16,0-1-8 0,-1 2-30 0,2 1 2 15,-3 3-10-15,0 1-29 0,1-1-37 0,-1 5-45 0,1-3-10 16,-1 3-1-16,0 0 9 0,-1 22 3 0,1-4 3 16,0 6-3-16,-1 3 7 0,-2 1 5 0,1 2 0 0,-1 1-12 15,2 2 16-15,0-1 3 0,-1-2 7 0,1-1-10 16,1-1-10-16,0-3-14 0,0-6-14 0,0 0-15 16,-1-3-16-16,2-4-19 0,-1-6-25 0,-1 1-23 15,1-2-9-15,0 3-1 0,0-8-6 0,-3 3-76 16,3-3-238-16,0 0-513 0,0 0 228 0</inkml:trace>
  <inkml:trace contextRef="#ctx0" brushRef="#br0" timeOffset="39975.78">13721 3509 51 0,'-7'0'225'0,"4"1"0"15,-5-1-8-15,8 0-8 0,0 0-24 0,0 0-13 16,0 0-12-16,0 0-15 0,26-4-12 0,2 3-14 16,6-2-12-16,21-3-11 0,3 3-10 0,4-6-8 0,2 5-9 15,4-5-7-15,-4 2-6 0,-2-1-4 0,-3 0-7 16,-6-1-1-16,-15 3 5 0,-6 0 10 0,-3 1 11 31,-10 0 38-31,-5 1 20 0,-3 4 26 0,0-3 22 16,-5 2-16-16,2 0 2 0,-3-1 0 0,-1 1-18 0,-4 1-18 15,8-2-15-15,-7-1-24 0,-1 3-39 0,6-1-32 16,-6 1-47-16,0 0-56 0,0 0-40 0,4 6-31 16,-4-6-33-16,-5 5-62 0,0-2-64 15,0 2-205-15,0-1-566 0,5-4 250 0</inkml:trace>
  <inkml:trace contextRef="#ctx0" brushRef="#br0" timeOffset="40784.33">14779 3456 53 0,'0'0'244'15,"0"0"-17"-15,0 0-24 0,0 0-23 0,0 0-20 16,0 0-15-16,0 0-26 0,0 0-14 0,0 0-8 16,0 0-11-16,0 0-9 0,-18 9-7 0,9-3-4 0,0-1-9 0,-1 1-7 15,-3 1-5-15,4-1-4 0,-4 2-2 0,3 3-7 16,1 1 4-16,-1-4-12 0,6 3 1 0,-1-1-7 16,2 1 2-16,0 0 7 0,4 4 4 0,0-3-4 15,3 2 0-15,2 1-2 0,2 1 2 0,4-1-4 16,0 1-1-16,1-1-1 0,1-1-1 0,0 0-6 15,-5 1 0 1,3-2 0-16,-7-4-4 0,1 2-3 0,-1-2-5 16,-2-1 5-16,-2-1 9 0,-2 0 2 0,-3-2 3 15,-7 1 0-15,-1 1-4 0,-10 1 2 0,3-2-3 16,-8-3-3-16,0 3 3 0,1-4-2 0,-2-2-2 16,-1 0-4-16,8 1 0 0,-1-4-11 0,3 0-23 15,1 1-26-15,5 1-33 0,2-2-56 0,1 0-73 16,2-1-156-16,8 4-399 0,-2-10 177 0</inkml:trace>
  <inkml:trace contextRef="#ctx0" brushRef="#br0" timeOffset="40981.97">15161 3805 368 0,'0'0'487'0,"5"2"-32"16,-5-2-39-16,0 0-40 0,0 0-41 0,0 0-47 16,5 3-62-16,-5-3-79 0,0 0-98 0,0 0-148 15,0 0-409-15,0 0-551 0,0 0 244 0</inkml:trace>
  <inkml:trace contextRef="#ctx0" brushRef="#br0" timeOffset="51295.34">4986 6227 67 0,'1'-3'231'15,"4"-1"-14"-15,-5 0-10 16,5 0-12-16,-5 0-24 0,0 0-18 0,0 0-15 15,-6-3-17-15,1 5-13 0,-3-1-18 0,-1-1-12 16,-5-1-8-16,-4 4-8 0,-11 1-5 0,0 0-12 16,-1 3-1-16,-3 0-6 0,-4 1-1 0,-3 3-8 15,-10-2-5-15,11 3 2 0,1-1-4 0,0-1-5 16,-4 2-3-16,8 2 0 0,-1 0-3 0,2 5 2 16,2-1-3-16,3-2-4 0,4 5 1 0,-2-3-3 0,8 3-1 15,3-5 2-15,2 4-3 0,4-3 1 0,0 3 0 0,5 0 2 16,3-2 2-16,1-3 5 0,5 5 2 0,5-2 2 15,2-1 6-15,7-2 1 0,3 2-1 0,6-5-2 16,5-2-1-16,2-1-1 0,0-2-1 0,1-3-1 16,0-3-2-16,-1 1 1 0,-3-7 3 0,1 1 17 15,-5-5 16-15,-1 1 25 16,-2-4 19-16,-2-1 21 0,-2-3 15 0,-5-4 11 16,1 2 12-16,-3-4-9 0,0-1-2 15,-3-6-7-15,-3 0-18 0,5-14 3 0,-5 12-13 16,-3-11-5-16,-1 11-2 0,-1 2 1 0,0 1 9 15,2 2-10-15,-4 3 0 0,4-1 8 0,-5 10-1 0,0 1-8 16,0 0-1-16,-1 5-1 0,1 0-5 0,0 6-3 16,0-5-3-16,-2 6-10 0,2-1-5 0,0 1-9 0,0 0-12 15,0 5-15-15,-3-6-7 0,3 3-11 0,0 3-17 16,0-5-15-16,0 5-11 0,0 0-27 0,0 0 4 16,-1-5-11-16,1 5-10 0,0 0 4 0,0 0-8 15,0 0 4-15,0 0 2 0,0 0 0 0,0 0 5 16,0 0 6-16,0 0 7 0,0 0 3 0,0 0 5 15,0 0 5-15,0 0 5 16,0 0 2-16,0 0-5 0,0 0 6 0,0 0 4 16,0 0 4-16,0 0 8 0,0 0-4 0,0 0-10 15,0 0-24-15,0 0 7 0,0 0 2 0,2 14 9 16,-3-6-2-16,1 1 5 0,0 3 2 0,0 6 0 16,-1 2 1-16,0 5 3 0,2 4 3 0,-4 2 4 15,2 1 1-15,2 4 1 0,-1-3 12 0,-1 2 5 16,1 3-15-16,-1-1 5 0,-1-4-2 0,1 3 15 0,2-3-14 0,-1 1 1 15,0-7-4-15,2 1 10 0,-4-7 0 0,4-3-1 16,-2-1 2-16,1-5-19 0,-1-2 20 0,1 0-7 16,-1-3 12-16,2 0-13 0,-4-3 13 15,1 2-2-15,-2-1 4 0,3-1-1 0,0-4-1 0,2 5-1 16,-2-1 2-16,0-4 0 0,1 3-17 0,-1-3 15 16,1 2 5-16,-1-2-3 0,0 0 4 0,2 4-5 0,-2-4 6 15,0 0-2-15,0 0 10 0,0 0-10 0,0 0-3 16,0 0 14-16,-2 5-14 0,2-5 14 0,0 0-15 0,0 0-2 15,0 0 3-15,0 0 1 0,0 0-6 0,0 0 3 16,0 0-1-16,0 0 0 0,0 0 2 16,0 0-2-16,0 0-2 0,0 0 4 0,0 0 0 15,0 0-2-15,0 0 17 16,0 0-8-16,0 0 25 0,0 0 4 0,0 0 0 16,0 0 0-16,22-9-3 0,-3 3-14 0,13-5-43 15,23-8-75-15,6-1-110 0,40-11-158 0,-5-4-335 0,-13 5-753 16,-27 6 333-16</inkml:trace>
  <inkml:trace contextRef="#ctx0" brushRef="#br0" timeOffset="52834.55">5075 5591 21 0,'0'-3'237'0,"1"-2"-5"0,1 1-7 16,-1-1-6-16,0 1-10 0,2-1-9 0,-2-1 1 15,3 4-3-15,-3-2-1 0,0 0-7 0,2 0-11 16,-3 4 2-16,2-4-18 0,0 1-13 0,-2 3-6 0,0 0-27 0,1-3-22 15,-1 3-5-15,0 0-27 0,0 0-21 0,0 0-11 16,0 0-4-16,0 0-8 0,3 15-1 0,-1-6-3 16,-1 3 3-16,2 0-4 0,-2 3-3 0,1 2-5 15,0 0 4-15,0 2-4 0,1-1-3 0,-3-1 5 16,1 0-3-16,-1-1-2 0,3-5 1 0,-3 1 1 16,0 0 3-1,3-3-5-15,-3 0 2 0,2-4-2 0,-2 0 6 16,0 1 0-16,0-2 24 0,0-4 32 0,1 4 48 15,-1-4 33-15,2 3 42 0,-2-3 29 0,0 0-4 0,0 0-23 16,13-13-16-16,-5 4-18 0,1-6-17 16,3 0-14-16,2 0-12 0,0-6-12 0,-4 5-12 15,2 2-7-15,-2 2-8 0,-3 3-8 0,0 0-8 16,-3 4-9-16,1 1-4 0,-2-2-10 0,-1 2-8 0,1 1-15 0,-1 3-25 16,-2 0-23-16,5-2-26 0,-5 2-12 0,0 0 6 15,7 4-5-15,-4 1 3 0,1 2 4 0,2 1 0 16,0 2 7-16,1-1 1 0,-1 2 6 0,0 0 3 15,-1 0 3-15,4 0-31 0,-3-1-33 0,0 2-45 16,1-1-53-16,1 2-54 0,2-1-90 0,-5-3-340 16,3 1-749-16,-3-5 332 0</inkml:trace>
  <inkml:trace contextRef="#ctx0" brushRef="#br0" timeOffset="53937.33">5452 6081 119 0,'0'-4'314'0,"1"-3"-6"16,-1 1-2-16,1 0-13 0,-1 1-19 0,2 2-12 0,-2 3-26 15,0-8-20-15,1 4-21 0,-1 4-28 0,0-4-5 16,1 2-35-16,-1 2-2 0,0 0-42 15,0 0-18-15,0 0-26 0,0 0-8 0,0 0 1 16,0 0-13-16,9 14-3 0,-6-6-1 0,3 5-7 0,1-3 0 0,0 6-2 16,1 0-3-16,0 0-4 0,1 0-6 0,-2 0-6 15,1-2-14-15,1 1-2 0,0-6-3 0,-3 0 6 16,2 0-1-16,-2-2 3 0,1 0 6 0,-1-5 4 16,0 1 2-16,2-1 8 0,1-4 5 0,0-1 9 15,-4-1 14-15,4-1 9 0,0-3-3 0,-1-1 8 16,-2-2 9-16,2-2-3 0,1-1-3 0,-3-1 7 0,0-2 2 0,-3 7 6 15,1-2 21-15,-1 4-12 0,-2 1 5 0,2-1-9 16,-1 2-9-16,0 3-2 0,0 1-21 0,-2-3-8 16,0 5-21-16,1-5-24 0,-1 5-23 0,0 0-29 15,0 0 8-15,0 0 5 0,0 0 5 0,2 17 9 16,-3-5 1-16,1 6 4 0,0 8-2 0,-2 3 1 16,0 2 4-16,2 1 6 15,0 2 2-15,-6 12 4 0,5-10 5 0,-3 11 2 16,4-14 29-16,0 1-8 0,0 0 4 0,0-1-2 15,0 1 1-15,3-2 3 0,-2-3 2 0,-1 0-5 16,-4-3 4-16,3-6-1 0,-3-3 1 0,0 1-1 16,0-3-7-16,0 0 2 0,-2-5 2 0,0 0 2 15,-1-1 4-15,1-2 20 0,-2 0-5 0,-2-4 6 16,-2 0 13-16,2-1 3 0,-4-4 10 0,-3 1 17 0,2-4 24 0,-4-2 6 16,4 1 6-16,-1-2 19 0,2-1 8 15,3-3 8-15,-2-1 4 0,1-4-6 0,0-5-3 16,3-2-5-16,5-3-13 0,3-2-10 0,3-2-12 0,5-1-15 15,5-2-14-15,5-8-10 0,1 12-11 0,1-1-8 16,5 4-3-16,3 3-5 0,-3 0-3 16,4 4-3-16,-1 2-6 15,0 0-1-15,-2 5-1 0,-6 2-2 0,-3 1-5 0,0 3-1 16,-6 5 1-16,1-4-4 0,-6 0 3 16,1 5 2-16,-1-1-5 0,-1 1-7 0,0-3 3 15,0 3-1-15,0-1-4 0,-4 2-10 0,5-2-22 16,-5 2-24-16,0 0-36 0,0 0-36 0,0 0-52 15,0 0-49-15,0 0-56 0,0 0-94 0,-17 9-353 0,6-6-794 16,2-3 351-16</inkml:trace>
  <inkml:trace contextRef="#ctx0" brushRef="#br0" timeOffset="54654.68">4122 7070 81 0,'-8'0'161'0,"8"0"-12"0,0 0-17 16,0 0-7-16,0 0-8 0,0 0-12 0,0 0-7 15,0 0-11-15,0 0-5 0,-6-1-9 16,6 1-6-16,0 0-9 0,0 0-4 0,0 0-10 0,0 0-2 0,0 0-13 16,0 0 7-16,0 0-6 0,0 0-6 0,0 0 9 15,0 0 4-15,0 0-5 0,0 0 6 0,0 0 12 16,0 0 10-16,15 3 5 0,3-4-1 0,16 0-6 16,6-1-6-16,21-4 2 0,37-3-5 0,6-1 3 15,9 0 7-15,3 0-3 0,9 0 8 0,13 5 1 16,4-8 2-16,8 0 3 15,-2 6 2-15,-8 2 2 0,-11-2-1 0,-11 1-7 16,-14 2-3-16,-37 1-7 0,-6 3-7 0,-8-1-1 16,-16 0 3-16,-8-1-2 0,-11 1 11 0,-4 0 10 15,-3 1 16-15,-2-1 25 0,-3 1 16 0,2-3 17 16,-3 2 1-16,1 1-14 0,-6 0-15 0,4-3-29 16,-4 3-37-16,0 0-42 0,-3-5-49 0,3 5-61 15,-10-2-56-15,-3 4-79 0,3-1-77 0,-9 0-271 0,2 2-632 0,-2-3 281 16</inkml:trace>
  <inkml:trace contextRef="#ctx0" brushRef="#br0" timeOffset="55873.45">5101 7643 115 0,'1'-4'264'0,"0"-1"-14"0,0 0-17 0,1 1-13 15,-1 0-20-15,-1-1-15 0,-1 0-23 0,1 5-15 16,-4-4-19-16,0 0-11 0,-2 1-18 0,-6 3-13 0,-1 0-11 0,-1 2-8 16,-2 0-16-16,-6 2-2 0,3 1-6 0,-7 3-4 15,-2 2-6-15,1-1 0 0,2 5-8 0,-1 3 0 16,1 1-5-16,3-4-5 0,4 1-1 0,5-1-1 16,-6 4-4-16,6-2-4 0,2 0 1 0,3-2 0 15,0 3 1-15,6 0-1 0,-2 0 0 0,0-1 1 16,8-1 0-16,0-1 2 15,1-3 3-15,4 2-4 0,5-1 7 0,0-5 3 16,6 0 0-16,0-4 1 0,0-1 4 0,2-2 7 16,-3-1 12-16,1-3 7 0,7-4 12 15,-8-1 21-15,-1 0 15 0,0-3 16 0,-2-2 9 0,3-6-3 16,-5-3 5-16,1-2-4 0,-2 0-6 0,-2-5-10 16,0 0-6-16,-4-1-9 0,0-3-3 0,-1-2-9 15,-1-9-14-15,-4 10-6 0,2-2-1 0,-3 0-12 0,0-9 3 0,-1 16-10 16,-1-2-4-16,1 7 14 0,0 7 6 0,1 2 4 15,-1 5-6-15,-1 2-6 0,1 2-3 0,1 1-19 16,-1 2-23-16,1-1-34 0,-2 2-48 16,2 3-46-16,0 0-12 0,0 0 14 0,0 0 16 0,-3 24 7 15,0-7 10-15,2 10 13 0,1 5 7 0,0 4 9 16,0-2 5 0,3 12 9-16,3 4 9 0,-1-16 2 0,1 2 6 15,5 7-2-15,-1-11 12 0,-4-1 2 0,3-2 3 16,-2-6 3-16,0-5 3 0,-2-3 7 0,-1-2 4 0,0-4 3 15,0 1 4-15,-3-4 2 0,3-1 3 0,-3-1 7 16,2 1 4-16,-1-1 4 0,-2-1 8 16,0-3 16-16,4 2-13 0,-4-2 3 0,0 0-3 15,1 4-11-15,-1-4 16 0,0 0-18 0,3 3-13 0,-3-3-17 0,0 0-37 16,0 0-86-16,0 0-83 0,0 0-76 0,-4-12-279 16,3 4-615-16,-4-1 272 0</inkml:trace>
  <inkml:trace contextRef="#ctx0" brushRef="#br0" timeOffset="56359.15">5398 7549 138 0,'12'-8'202'0,"-1"6"-19"0,2-2-15 0,0-2-21 15,1 5-12-15,0 1-13 0,0 0-19 0,-2 3-7 16,5 2-8-16,-1-1-10 15,-4 4-7-15,1 1-10 0,1 2-1 0,-1 3-12 16,-5-1-3-16,-3 3-7 0,0 2-3 0,-4-1-1 16,-1 2-2-16,-5 1-2 0,3-2 0 0,-6 1-2 15,-1-2 1-15,0 2 0 0,-4-3 1 0,3-2 0 16,-3 0 0-16,3-2 1 0,2-2 3 0,1-2 5 16,2-1-2-16,1-5 8 0,0 4 8 0,1-1 15 15,1-1 24-15,-1-3 27 0,3-1 36 0,0 0 37 0,-1 3 24 0,1-3 19 16,0 0-21-16,0 0-24 0,4-15-27 15,0 9-11-15,2-12-22 0,3 0-21 0,3-4-33 0,0-3-27 0,4-3-35 16,-1-4-23-16,3 6-21 0,-4-4-6 16,0 8-5-16,0 0 9 0,-5 8 8 0,-1 2-1 15,-3 2 10-15,0 3 2 0,-1-1 2 0,-2 3-2 16,2 1-8 0,-4-1-19-16,4 2-24 0,-4 3-10 0,0 0 4 0,0 0 7 15,-1 12 4-15,-2-2 3 0,-3 5 8 0,1 3 7 16,0 7 1-16,2-4 6 0,-1 3 0 15,4 1 8-15,-1 3 3 0,5-6 5 0,0-1 4 16,2-5 2-16,3 2 4 0,4-2 1 0,6-1 2 16,4 0 0-16,5-5-23 0,3-6-53 0,3 1-76 0,3-8-93 15,0 1-251-15,-1-5-543 0,-3-2 240 0</inkml:trace>
  <inkml:trace contextRef="#ctx0" brushRef="#br0" timeOffset="56848.93">5924 7346 208 0,'1'-3'301'0,"0"0"-5"0,-1 3-6 16,4-4-14-16,-1 2-19 0,-3 2-24 0,3-3-25 15,-3 3-21-15,3-3-22 0,-3 3-21 0,0 0-15 16,0 0-32-16,0 0-9 0,0 0-12 0,5 10-13 16,-4-3-3-16,-1 2-10 0,1 4-7 0,-1-3 1 15,0 6-9-15,-1 3-1 0,0-2 9 0,0 3-13 0,-1-3-8 0,0-1 0 16,0-3 0-16,1-2 8 0,-2-1-15 0,1-4-3 15,2 1 6-15,-1 0-1 0,0-3 13 0,1 0 20 16,1 1 38-16,-1-5 44 0,-1 4 34 0,1-4 29 16,0 0-20-16,0 0-18 0,7-12-17 0,0 4-18 15,2-5-18-15,2-3-1 0,3 2-17 0,-4 2-11 16,3-3-10-16,0 1-8 16,1 1-9-16,-8 5-7 0,2 0-1 0,-3 3-7 15,2-2-8-15,-5 5-19 0,3-1-17 16,-1 3-20-16,1-1-9 0,-5 1 0 0,13 5-6 0,-3 0 0 15,-1 0-8-15,1 5 6 0,3 0-3 0,-1 2-19 16,2 0-21-16,-3 0-20 0,1 0-38 0,2 0-32 16,-4-2-47-16,0 1-64 0,-1-5-82 15,0-1-225-15,-4 1-648 0,0-5 287 0</inkml:trace>
  <inkml:trace contextRef="#ctx0" brushRef="#br0" timeOffset="57477.18">6950 6878 113 0,'0'0'123'0,"0"0"-9"0,-7 2-4 16,7-2 3-16,-5 2-8 16,5-2-1-16,0 0 9 0,0 0 2 0,0 0-4 15,0 0-2-15,-6 1 2 0,6-1-4 0,0 0-3 16,0 0-4-16,0 0 3 0,0 0-2 0,0 0-5 15,0 0 1-15,0 0 6 0,0 0 6 0,0 0-1 16,0 0-6-16,0 0-6 0,0 0-3 0,0 0-14 16,0 0-6-16,20-5-6 0,1 2-4 0,7-1-10 15,6 0-5-15,5-2-3 0,13-2-5 0,-1 1-6 0,3 2-5 0,-13 1-2 16,-4 1 1-16,1-2-6 0,-2 3-2 0,-5-3 0 16,-3 3 0-16,-9-1-9 0,-8 1 3 0,3 0-3 15,-5 1-1-15,-1 0-12 0,-3 1-14 0,1-1-8 16,-6 1-23-16,0 0-24 0,0 0-21 0,0 0-21 15,0 0-16-15,-34 2-8 0,20-1-2 0,1 1-15 16,-5 0-23-16,3 1-30 16,-4-3-138-16,-3 1-373 0,3 2 165 0</inkml:trace>
  <inkml:trace contextRef="#ctx0" brushRef="#br0" timeOffset="57708.94">7235 6740 48 0,'-2'-2'324'0,"0"-2"5"0,1-2-1 16,-1 1 1-16,1-1 10 0,0 4-9 0,1 2-6 15,-3-6-18-15,3 6-25 0,0-4-24 0,0 4-26 16,-3-3-28-16,3 3-23 0,0 0-19 0,0 0-25 16,0 0-14-16,0 0-34 0,0 0-42 0,0 0-27 15,0 0-8-15,4 16-14 0,-4-3-1 0,3 5 0 0,2 7-4 16,-1 8-1-16,3 1 7 0,0 13-21 0,-2-11-34 0,3 11-36 15,-2-1-41-15,-1-1-65 0,-1-12-86 0,1-1-311 16,-4-7-645-16,3-9 286 0</inkml:trace>
  <inkml:trace contextRef="#ctx0" brushRef="#br0" timeOffset="61672.33">8657 6526 115 0,'0'-4'203'0,"1"-1"-6"15,-1 1 19-15,0-2-4 0,0-1-4 0,-1 2-8 16,-2-2-6-16,3 2-10 0,-1-2-10 0,1-2 1 16,-4 3-10-16,3-1-1 0,-2 1-15 0,-1-1-21 15,3-1-9-15,-4 3-12 0,0-1-13 0,1-2-15 16,-5 5-5-16,1-5-5 0,-3 4-18 0,-1 0-7 16,0 3-8-16,-1-2-3 0,-5 1-11 0,3 5 0 0,-4 0-8 0,-2 2-5 15,1 3-1-15,-6 2-3 0,-2 5-1 0,1 1-3 16,4 4-1-16,0-3 0 0,-2 6-1 0,3 0-2 15,-1 0 3-15,5 2-2 0,0-2-1 0,3 5 1 16,2-5 1-16,4 2 1 0,1-8-3 0,3 3 5 16,3-2-3-16,-1-3-3 0,6 1 2 0,-1 0 4 15,-1-7 3 1,2 1 1-16,2-2 10 0,3-1 2 0,-3 0 13 0,8-1 11 16,-3-5 1-16,3 2 22 0,0-6-7 0,2-2 10 15,3-2 21-15,0 1 8 0,-2-5 6 0,1 0 2 16,-2-1-4-16,0-3-17 0,4-4 10 15,-3-2-9-15,-3 5-9 0,1-1 2 0,0-5-1 0,-4 5-1 16,-1 1 3-16,0 1 10 0,-1 0 3 0,-3 6 0 16,1-3 1-16,-3 2-5 0,1 1-7 0,-2 4-2 0,1-1-5 15,-1 2-8-15,0-2-8 0,-1 2-12 0,-1 4-6 16,3-5-7-16,-3 5-20 0,1-2-20 0,-1 2-41 0,0 0-17 16,0 0-11-16,0 0 4 0,0 0 9 0,3 14 4 15,-6-2 7-15,2 1 6 0,-2 4 3 16,0 2-1-16,1 6 11 0,-3-2 3 0,1-3 2 15,-1 5-2-15,1-1 9 0,0-3-1 16,2-1 10-16,-1-2-1 0,2-2-1 16,-2-4 5-16,3-2-2 0,0 1 5 0,0-4 1 15,0 0-1-15,-1-3-8 0,1 2 22 0,1-2 5 16,-1 1 5-16,0-2 13 0,0-3 5 0,3 4 8 16,-3-4 4-16,11-1-1 0,3-3-3 0,13-3-11 0,6-4-49 15,14-6-89-15,2-4-128 0,6-4-160 16,-4-5-382-16,-3 2-837 0,-4-4 371 0</inkml:trace>
  <inkml:trace contextRef="#ctx0" brushRef="#br0" timeOffset="62258.27">8874 6720 4 0,'0'0'317'0,"3"-4"-13"0,-3 4-14 0,1-3-21 15,-1 3-20-15,0-4-30 0,0 4-22 0,0 0-19 16,0 0-23-16,0 0-22 0,0 0-13 0,0 0-18 16,0 0-10-16,0 0-10 0,0 0-12 0,2 12-7 15,-2-2-4-15,-2-1-8 0,2 8-4 0,-1 0-7 16,-3 2-4-16,0 0-3 0,0 6-1 0,0-6-4 15,-1-2 0 1,1 0-7-16,3 0 0 0,-4-3-1 0,2-4-5 16,2-1-2-16,0-1 4 0,1-3 2 0,-3 0 10 0,2 0 25 15,1-1 36-15,0-4 50 0,0 4 40 0,0-4-5 16,0 0-17-16,0 0-14 0,10-18-17 16,0 5-12-16,-1-3-14 0,3-1-5 0,3-5-15 15,3 3-13-15,-5 2-5 0,-2 2-5 0,2 2-8 0,-6 5-7 16,0-1-2-16,0 1-7 0,-2 3-4 0,-2 0-8 0,1 3-11 15,0 0-14-15,-1-1-17 0,-3 3-6 0,0 0-7 0,10 5-1 16,-4-3-5-16,-2 7 0 0,3-1 0 0,-1 2-2 16,0 6 5-16,5 1-23 0,-4-3-28 0,2 0-31 15,0 1-34-15,-4 2-38 0,0-4-45 0,2-3-63 16,-5 1-334-16,5-2-682 0,-6-4 301 0</inkml:trace>
  <inkml:trace contextRef="#ctx0" brushRef="#br0" timeOffset="62552.53">9265 6890 126 0,'0'0'287'15,"-2"5"-16"-15,2-5-19 0,0 0-17 0,-3 3-12 16,3-3-23-16,0 0-21 0,-1 4-16 0,1-4-14 15,0 0-11-15,0 0 4 0,0 0-21 0,0 0-6 16,0 0-6-16,0 0-9 0,16 0-6 0,-8 0-9 16,2-4-12-16,3 1-2 0,-3 0-8 0,3 0-5 0,0 1-10 0,0-1-3 15,-1 1-3-15,0-2-6 0,-1 3-18 16,-3-2-8-16,0 3-14 0,-3-2-9 0,1-2-9 0,-1 3-8 16,1 0-10-16,-2 0-16 0,0-3-28 0,-1 1-29 15,1 0-44-15,-2 0-46 0,2 0-70 0,-3-4-137 16,2 2-444-16,1 0 196 0</inkml:trace>
  <inkml:trace contextRef="#ctx0" brushRef="#br0" timeOffset="62790.88">9646 6703 36 0,'0'0'375'0,"0"-4"-5"15,0 4-14-15,0 0-29 0,0 0-34 0,-4-4-29 16,4 4-39-16,0 0-8 0,0 0-37 0,0 0-27 16,0 0-16-16,0 0-21 0,0 0-6 0,0 18-14 15,1-7-9-15,-2 2-9 0,0-1-10 0,2 8-11 16,-4 4-1-16,1 5-2 0,1 1 1 0,-2 0-12 16,1-6-20-16,2 3-34 15,-3-7-48-15,0-3-49 0,1 0-75 0,1 0-96 16,-2-5-244-16,0-6-566 0,1-4 250 0</inkml:trace>
  <inkml:trace contextRef="#ctx0" brushRef="#br0" timeOffset="64764.75">10410 6427 74 0,'1'-7'207'15,"3"1"2"-15,-4 3-7 0,0 0-8 0,3-1-9 16,-2-1 1-1,-1 1-16-15,0 4-20 0,-4-4-16 0,0 0-17 16,4 4-14-16,-15 0-11 0,2 1-10 0,0 0-8 0,-8 4-7 16,-9 0-6-16,2 4-8 0,-1-1-8 0,-1 4-4 15,0-2-2-15,3 2-5 0,0 3-2 0,-1-1-6 16,2 1 1-16,8-4-4 0,-3 5-3 0,5-3-4 16,0 2 0-16,3 0-1 0,4-1-2 0,3-3-3 15,3 0 4-15,-2 0 2 0,5-1-4 0,4 0 2 0,1-3-1 16,5 0 1-16,0-2 1 0,8 0-1 0,2 0 1 15,1-3 1-15,9-4-4 0,0-3-2 0,-2 0 1 16,3-5-4-16,0-1 1 0,-5-3 3 0,-1-1-4 16,-2-3 8-16,1-1 8 0,-5-3 8 0,1-4 0 15,-3-3-2-15,0-1-4 0,5-15-4 0,-6 1-3 16,-8 9 8-16,5-10 8 0,-4-3 13 0,-4 14 17 0,-1 3 38 0,-2 0 10 16,2 2 16-16,-4 2 8 0,0 7-14 0,0 3 25 15,0 1-3-15,0 6-2 0,0 0-9 0,0 3-12 16,0 0-9-16,0 2-11 0,0 0-9 0,0 0-12 15,0 1-11-15,0 1-9 0,0 3-7 0,0-5-15 16,0 5-19-16,0 0-23 0,0-7-15 0,0 7-25 16,0 0-19-1,0 0-5-15,0 0 0 0,0 0 7 0,0 14 2 0,0-4 5 16,0 2 9-16,0 3-3 0,-1 4 10 0,1 5 3 16,-2 2 10-16,0 1 3 0,1 0-1 0,-2 2 8 15,0 0 1-15,1 0-3 0,-2-1-2 0,-1 0 2 16,4 1 6-16,-3 1-3 0,3-2 2 15,-2-3 2-15,1-4 4 0,-1 5-3 0,2-2 3 0,-2-6 0 16,2-2-8-16,-2 1 12 0,2-2-2 0,0-5-2 0,-2 1 4 16,2-1-2-16,1-2 6 0,-4 2 0 0,4-4 0 15,0-1-2-15,0 0-1 0,0 0 15 0,0-3 3 16,-1 3-2-16,1-5-3 0,1 5 3 0,-1-5 6 0,0 3 7 16,0-3-13-16,0 0-1 0,-1 5-1 0,1-5 0 15,0 0-5-15,1 4 15 0,-1-4-6 16,0 0 0-16,0 0 1 15,0 0 0-15,0 0 7 0,0 0 9 0,0 0-9 16,0 0 4-16,0 0 2 0,0 0 5 0,0 0 1 16,0 0 17-16,0 0-7 0,0 0 3 0,0 0 3 15,0 0 7-15,0 0 10 0,0 0 4 0,8 0-12 16,-8 0-3-16,24-7-5 0,3-2-35 0,11-1-54 16,17-8-85-16,4-1-116 0,2-5-152 0,22-12-389 15,-28 10-842-15,-5-3 373 0</inkml:trace>
  <inkml:trace contextRef="#ctx0" brushRef="#br0" timeOffset="67086.16">10793 5717 104 0,'1'-8'243'0,"2"3"0"0,-3-1-5 16,1 0-5-16,-1 0 1 0,3 1-3 0,-3 1-12 0,1 0-5 15,1 0-12-15,0 1-14 0,-2 3-23 0,0-5 2 16,0 5-33-16,0 0-19 0,0-4-20 16,0 4-18-16,0 0-20 0,0 0-8 0,0 0-8 15,0 0-3 1,0 20-6-16,-4-10 0 0,3 5-2 0,-3 2-2 16,1-2-4-16,1 4-4 0,-3 0-1 0,1-2 0 0,-1 2-7 15,1-2 2-15,2-1-2 0,-1-4 1 0,0-1 0 16,2-1-5-16,-1-3 1 0,-1-2 1 0,3 0 3 15,-1 0 5-15,1-1 18 0,0 0 10 0,-1 0 24 16,1-4 50-16,0 4 19 0,0-4 22 0,0 0-6 16,0 0-16-16,0 0-16 0,16-16-12 0,-9 6-15 15,5-2-14-15,1 0-3 0,-4-1-9 0,1 1-9 0,-1 3-10 0,-1 1 1 16,-3 2-12-16,-1 3-5 0,2 0-1 0,-3-2-17 16,2 1-11-16,-4 1-22 0,3 3-18 0,-4 0-18 15,8 0 12-15,-8 0-23 0,9 6-4 0,-3 2-1 16,0-2-4-16,0 5-8 0,1-2-9 0,1 2-24 15,1 1-24-15,-1 3-24 0,2-1-34 0,-4 1-49 16,2-4-58-16,-2 1-299 16,-2-6-651-16,2 0 289 0</inkml:trace>
  <inkml:trace contextRef="#ctx0" brushRef="#br0" timeOffset="67471.64">11150 5838 112 0,'0'0'254'0,"-5"2"-17"0,5-2 5 16,0 0-20-16,0 0-22 0,0 0-20 0,0 0-17 0,0 0-16 15,0 0-15-15,-3 3-6 0,3-3 0 16,0 0 2-16,0 0 6 0,0 0 1 0,0 0 1 16,0 0-17-16,0 0-3 0,0 0-12 0,0 0-9 15,0 0-10-15,0 0-7 0,23-5-10 0,-11 3-2 0,8-2-9 16,-2 0-7 0,5 3-3-16,0-2-1 0,-4 0-14 0,2 1 1 15,-4-1 8-15,-5 1-17 0,-1 1-1 0,0 1 0 16,-5-2-9-16,1 1-6 0,-1 1-13 0,-6 0-10 15,8-1-17-15,-8 1-18 0,6-1-18 0,-6 1-5 16,0 0-16-16,0 0-24 0,0 0-30 0,0 0-26 16,0 0-28-16,0 0-32 0,0 0-208 0,0 0-474 15,-20-5 211-15</inkml:trace>
  <inkml:trace contextRef="#ctx0" brushRef="#br0" timeOffset="67742.89">11468 5704 42 0,'0'0'364'0,"0"-6"3"0,0 6 4 0,0-6-27 16,0 6-3-16,1-4-27 0,2 2-33 0,-3 2-22 16,0 0-29-16,0 0-29 0,0 0-14 0,1-4-26 15,-1 4-19-15,0 0-31 0,0 0-2 16,0 0-19-16,0 0-29 0,0 0-4 0,0 0-18 15,0 13 1-15,0-6-9 0,1 0 0 0,2 4-2 0,-3 2-2 0,0-1 1 16,1 3-3-16,2 2-8 0,-2-1-41 0,-1 1-36 16,0 0-47-16,0 1-43 0,0-2-59 0,0-1-83 15,0 0-285-15,-1-6-623 16,-2-1 276-16</inkml:trace>
  <inkml:trace contextRef="#ctx0" brushRef="#br0" timeOffset="68789.28">11177 6269 47 0,'0'-3'288'0,"0"3"-12"0,0 0-23 0,0-5-20 15,0 5-23-15,0 0-25 0,1-3-19 0,-1 3-19 16,0 0-15-16,0 0-16 0,0 0-14 0,0 0-13 16,0 0-9-16,0 0-4 0,0 0-9 15,11 8-6 1,-7-1-13-16,1-2-11 0,1 4-8 0,1-1-4 15,2 1-9-15,0 1-6 0,0 0-4 0,-1-1 11 16,2 0-4-16,0-1-10 0,-1 1-1 0,4-2-5 16,-5-2-1-16,2 0 2 0,-4-4 5 0,4 4-2 15,-2-5-1-15,3-3 2 0,0 1 9 0,-4-3 10 16,4 0 8-16,-2-4 11 0,0 0 5 0,3-4 11 16,-3 1 11-16,-4 2 4 0,3-2 2 0,-3 1 0 0,1-3 0 0,-2 1 2 15,0 3 7-15,0 2 5 0,0-1 0 0,-3 3-15 16,3 2 3-16,-4-1-7 0,1 0-10 0,-1 5-6 15,3-4-22-15,-1 1-15 0,-2 3-7 0,0 0-25 16,0 0-26-16,0 0-4 0,0 0 2 0,0 0 2 16,0 0 2-16,-2 19-2 0,-1-5 3 15,2 3 5-15,-3 6 4 0,-4 3 5 0,2 1-1 0,-4 3 1 0,2-1 4 0,2 3 4 16,-1-2 0-16,2 1 2 0,-4 1 4 16,3-3 1-16,2 0 2 0,0-3 1 0,-1 2-1 15,-1-3 4-15,1-6-1 0,1-1 3 0,-1 3 3 16,0-2-2-16,2-4 0 0,-2 0 0 0,-1-2 0 0,2-4-1 15,0 0 0-15,0-1 3 0,0-1 3 0,-1-2 5 16,2 0 11 0,-1 0 1-16,-3-2 7 0,2 1 6 0,-4-2 1 15,0-2 6-15,0 0 8 0,-1-2 21 0,-3-1 8 16,4-1 15-16,0-1 10 0,-1-3 11 0,1-1 1 16,1 0 3-16,-1-6 4 0,3 0-1 0,0-4-4 15,3-1-8-15,2-5-13 0,3-1-8 0,6 1-9 16,4 0-18-16,3-1-7 0,1 0-2 0,6 0-8 15,5 7-4-15,0-3-8 0,6 3-10 0,-3 2 0 0,0 0-2 0,1 3 1 16,-3 3 0-16,-8 0-9 0,1 5 1 0,-4-1-1 16,-1 0 0-16,-4 3-3 0,-3 0 1 0,-3 2-4 15,0 0 0-15,-2 0-5 0,1-1-4 0,-1 1-9 16,-4 2-15-16,8-2-15 0,-8 2-20 0,0 0-42 16,5 0-17-16,-5 0-18 0,0 0-25 0,-15 4-49 15,4 1-68-15,-4-1-82 16,-3 2-292-16,2-4-709 0,-1 2 313 0</inkml:trace>
  <inkml:trace contextRef="#ctx0" brushRef="#br0" timeOffset="69390.95">9967 7074 118 0,'0'0'224'0,"-7"0"-8"0,7 0-11 0,0 0-12 16,-5 3-10-16,5-3-10 0,0 0-13 0,0 0-15 16,0 0-8-16,0 0-14 0,0 0-9 0,0 0-8 15,0 0-5-15,0 0-2 0,0 0-4 0,0 0-7 16,0 0-6-16,0 0-3 0,0 0-3 0,0 0-8 15,0 0-6-15,0 0-2 0,0 0-6 0,0 0-5 0,0 0-4 0,0 0 0 16,0 0-4-16,0 0-4 0,0 0 4 16,13 4 6-16,-4-4 0 0,0-2 3 0,5 1 4 15,4-3 1-15,12 1-2 0,6 0-5 0,19-4 1 0,9-2 6 16,33-1 5-16,8-4 13 0,6 4 1 0,4-2 5 16,5 2 1-16,5 0 4 0,2-2-6 0,4 3 2 15,-8 0-7 1,-10 1-5-16,-18 4-6 0,-29 5-9 0,-8-5-8 15,-1-1 10-15,-19 1-13 0,-5 1-1 0,-6 1-4 16,-5-3-6-16,-8 4 15 0,-5 1 7 0,2-1 23 16,-3 0 10-16,-4 1 4 0,2-2 0 0,-6 2-5 15,9-1-10-15,-9 1-24 0,6-1-26 0,-6 1-28 0,0 0-40 16,6-1-45-16,-6 1-61 0,0 0-64 0,0 0-67 16,0 0-83-16,0 0-359 0,-21 2-782 0,12-3 346 0</inkml:trace>
  <inkml:trace contextRef="#ctx0" brushRef="#br0" timeOffset="70655.95">10599 7700 26 0,'1'-6'217'0,"2"1"-1"16,-3 1-3-16,0-4-1 0,1 2-2 0,-1 2-11 16,-1-1-15-16,1 0-15 0,0 0-12 0,0 5-15 15,-4-7-18-15,3 2-18 0,-3 4-15 0,4 1-10 16,-13-3-12-16,0 5-11 0,-1 0-10 0,-2 3-7 16,-5 1-6-16,-3 4-1 0,-2 0-3 0,6-3-5 15,-4 8-5-15,3 0-5 16,-3 1 5-16,8-3-6 0,-4 6-2 0,2 0-3 15,2 1-1-15,3-5-2 0,3-1 4 16,3 3-6-16,0 0 2 0,3 0 1 0,3-1-2 0,1-3-1 16,2-1 1-16,2 0 4 0,4 0 1 0,1-3 3 15,0-1 0-15,7 2 1 0,-3-5-1 0,6 0 6 0,-1-3 6 16,1-1 2-16,3-2 6 0,-3-4 6 0,2-2 8 16,-1-3 8-16,2-4 11 0,-1-4 3 0,0 1 6 0,-2-5 1 15,-4-2 4-15,3-2 3 0,-5-4 5 0,1-2-10 16,4-14-5-16,-3 3-9 0,-5-6 3 15,-3 16 2-15,1-14-8 0,-3 11-8 0,0-12-6 16,-1 15 3-16,-2 1-5 0,1 2 8 0,-1 10 6 0,-2 2 6 16,2 3 6-16,-1 4 1 0,-1 4-8 0,0 0-8 15,0 2-13 1,0-1-14-16,1 1-51 0,-1 1-37 0,0 4-25 16,0 0 4-16,0 0 11 0,-2 20 4 0,2-2 23 0,-4 7-14 15,2 4 10-15,0 6 4 0,1-1 4 0,1 1 4 16,2 14 7-16,2 0 3 0,0-14 3 15,2 2 1-15,4-5 17 0,-4-1-11 0,0-2 2 16,0-2 5-16,0-8 10 0,-3-3-10 0,2-1-5 0,-1-5 3 16,-3 1-10-16,2-5 7 0,-2 0-5 0,1 0 1 0,0-2 3 15,0-1 1-15,-2 2 7 0,1-2 1 0,-1-3-10 16,0 0-18-16,0 0-46 0,0 0-71 0,0 0-68 16,-9-11-54-16,5 3-272 0,0-1-587 0,0 1 259 15</inkml:trace>
  <inkml:trace contextRef="#ctx0" brushRef="#br0" timeOffset="71127.17">10902 7540 169 0,'6'0'202'15,"1"-1"-22"-15,0 1-14 16,2-3-19-16,0 3-19 0,3 0-13 0,-2 4-8 15,3 1-17-15,-2 2-6 0,0-2-9 0,2 8-4 16,-1-4-6-16,-3 7-3 0,1-3-5 0,-2 7-7 16,-3-5-4-16,-1 4-5 0,-3-1-3 0,-1 4 0 15,0-4 3-15,-1 2-2 0,-3-2-2 0,-4 2-1 16,-2 2 1-16,1-5-3 0,0-2 1 0,0 1-2 16,-1-2-2-16,-3 1 4 0,6-6 3 0,-1 0-1 0,4-4 3 15,0 2 4-15,-1-1 5 0,3-3 13 0,-1 2 19 0,0-1 27 16,0-1 27-16,1 0 39 0,2-3 24 0,-1 2 20 15,1-2 0-15,0 0-22 0,0 0-19 0,5-18-24 16,-1 9-12-16,8-8-17 0,0 1-19 0,5-9-22 16,-2 1-30-16,6-1-15 0,-2-3-4 0,0 6-15 15,-1 1 4-15,-4 8-3 16,-2 0-2-16,-1 0-3 0,-3 2-3 16,-2 4 0-16,-2 0 7 0,1 0-14 0,-2 3-8 15,1 1-22-15,0-1-17 0,-2 3-24 0,-2 1-14 0,0 0 4 16,0 0 1-16,5 8 12 0,-5 2-4 0,-1-1 26 15,-1 5-1-15,0-4-7 0,-3 9 6 0,1-2 5 16,1 3 4-16,1-1 3 0,0 0 8 0,4-2-3 16,-1 3 6-16,3-3 3 0,1 0 6 0,4-1-4 0,-1-6-18 0,4 0-32 15,8-3-44 1,1 0-64-16,15-7-103 0,-4-5-291 0,6-2-612 16,1-1 271-16</inkml:trace>
  <inkml:trace contextRef="#ctx0" brushRef="#br0" timeOffset="71696.67">11468 7400 24 0,'0'0'275'0,"0"-6"-17"15,0 6-16-15,0 0-19 0,0-4-21 0,0 4-20 0,0 0-23 16,0 0-14-16,1-1-20 0,-1 1-12 0,0 0-8 16,0 0-13-16,0 0-16 0,0 0-8 15,0 14-8-15,0-9 0 16,0 2-7-16,-1 3-3 0,1 1-6 0,-3-1-3 16,2 5-10-16,-3 2 1 0,2-6-3 0,-2 2-4 15,0-4-4-15,3 4 3 0,-3-1-2 0,4-4-4 16,-3 1 0-16,2-4 2 0,1 0 0 0,0 0 28 15,0 0 22-15,0 0 14 0,0-5 38 0,0 4 44 16,0-4 29-16,0 0 24 0,0 0 3 0,0 0-19 0,0 0-15 16,14-8-18-16,-4-1-18 0,2 0-17 0,6-4-11 0,-4 1-17 15,1 0-11-15,1-1-9 0,-1 2-11 0,-4 2-8 16,-3 1-3-16,1 2-14 0,-4 2-13 0,0 1-17 16,0 1-24-16,1-3-18 0,-3 5-16 0,-3 0-13 15,12 6 0-15,-6 0-4 0,1 2 1 0,-1 3 4 16,4 3 0-16,-3 2-15 0,-1 1-11 0,3 3-32 15,-3 3-39-15,-2-3-48 16,-4 4-61-16,1-7-73 0,-2-1-344 0,-3-4-727 16,-2-6 321-16</inkml:trace>
  <inkml:trace contextRef="#ctx0" brushRef="#br0" timeOffset="72714.48">11909 7533 16 0,'-4'3'243'0,"4"-3"-7"0,0 0-10 16,-4 3-10-16,4-3-7 0,0 0-10 0,0 0-1 15,0 0-15-15,0 0-10 0,0 0-14 0,0 0-10 16,0 0-5-16,0 0-4 0,0 0-3 0,0 0 0 0,0 0-7 16,0 0-9-16,0 0-7 0,12-8-10 0,-5 5-9 0,5 2-12 15,0-2-7-15,0 0-9 0,1 1 4 0,2 1-19 16,2-1-3-16,-3-3-10 0,4 4 1 0,-5-2-3 16,-2 2-6-16,-4-1-3 0,1 1-2 0,-2 1 1 15,1-1-7-15,-3 1-3 0,-4 0-8 0,10 0-4 16,-10 0-8-16,5-2-18 0,-5 2-10 0,0 0-24 15,8-1-23-15,-8 1-22 16,0 0-26-16,0 0-31 0,0 0-32 0,0 0-34 16,4-4-45-16,-4 4-192 0,0 0-497 0,0 0 220 15</inkml:trace>
  <inkml:trace contextRef="#ctx0" brushRef="#br0" timeOffset="72930.63">12281 7403 159 0,'2'-3'379'0,"-2"3"-8"16,0 0-6-16,3-4-32 0,-3 4-37 0,2-3-29 15,-2 3-26-15,0 0-30 0,0 0-26 0,0 0-24 16,0 0-30-16,0 0-17 0,0 0-8 0,2 13-21 16,-2-6-3-16,0 2-15 15,0 2-24-15,0 5-16 0,0 0-24 0,-3 0-25 16,3 3-26-16,-1 2-37 0,-2-2-33 0,-3 1-48 15,3-3-46-15,0 1-285 0,-3-6-536 0,3-4 238 16</inkml:trace>
  <inkml:trace contextRef="#ctx0" brushRef="#br0" timeOffset="73516.48">12697 6978 228 0,'0'0'230'0,"0"0"-10"16,0 0-14-16,-2-4-15 0,2 4-18 0,0 0-11 15,0 0-17-15,0 0-8 0,0 0-7 0,0 0-7 16,0 0-5-16,0 0-6 0,0 0-7 0,0 0-6 0,0 0-6 0,0 0-5 15,0 0-7-15,0 0-6 0,0 0-10 16,0 0-7-16,0 0-6 0,0 0-6 0,0 0-2 16,0 0-4-16,0 0-7 0,0 0 3 0,0 0 1 0,0 0-5 15,0 0 0-15,0 0-1 0,0 0 3 0,0 0 1 16,20 1-3-16,-7-2-2 0,7-1 1 0,11 0-6 16,5-1-2-1,2 1-3-15,16-2-3 0,6 1-6 0,0-2 0 0,-1 5 12 16,-4-4-12-16,-16 3-1 0,2-2 2 15,-6 1-7-15,-6-2 2 0,-10 1 3 0,-5 3-1 16,-1 0-3-16,-4-2 7 0,1 2 3 0,-5-1 5 16,1 1-2-16,-6 0-7 0,7-2-9 0,-2 0-16 0,-5 2-33 15,0 0-22-15,0 0-30 0,0 0-20 0,-14-2-31 16,7 2-23-16,0-3-30 0,7 3-24 0,-15 3-204 0,3-6-465 16,1 1 206-16</inkml:trace>
  <inkml:trace contextRef="#ctx0" brushRef="#br0" timeOffset="73763.89">13092 6817 286 0,'-4'-4'345'0,"3"1"-2"0,0-3-9 0,-1 2-10 16,0 3-19-16,2 1-23 0,-1-5-24 0,1 5-34 15,0 0-21-15,-4-5-21 0,4 5-24 0,0 0-27 16,-2-3-12-16,2 3-32 0,0 0-21 0,0 0-7 0,0 0-8 0,4 27-7 16,-1-11-10-16,-1 4-7 0,2 5 2 0,0 7-3 15,1 0 3-15,-1 0-16 0,2 3-20 0,-2-2-32 16,-1 0-37-16,2 2-51 0,-1-7-69 0,1 1-103 16,-1-8-238-16,-2-10-580 0,-2-4 258 0</inkml:trace>
  <inkml:trace contextRef="#ctx0" brushRef="#br0" timeOffset="74688.55">14369 6871 85 0,'0'0'317'0,"-8"-5"-18"16,8 5-12-16,0 0-20 15,0 0-12-15,0 0-19 0,0 0-17 0,0 0-14 16,0 0-16-16,0 0-13 0,0 0-17 0,0 0-15 16,0 0-9-16,0 0-14 0,0 0-16 0,0 0-11 15,0 0-12-15,0 0-9 0,0 0-7 0,0 0-17 16,0 0-13-16,0 0-19 0,0 0-28 0,0 0-39 0,0 0-45 15,0 0-44-15,13-6-45 0,-4 2-58 16,-2 2-241-16,2-2-522 0,4 0 230 0</inkml:trace>
  <inkml:trace contextRef="#ctx0" brushRef="#br0" timeOffset="74866.92">14958 6820 168 0,'0'0'307'16,"6"0"-19"-16,-6 0-21 0,0 0-19 0,0 0-26 16,8 0-26-16,-8 0-40 0,5-3-39 0,1 3-36 15,3-2-27-15,2 2-34 0,4 0-36 0,2 0-39 16,3-3-49-16,9 2-52 0,-8-3-144 0,8 0-323 16,-2-1 144-16</inkml:trace>
  <inkml:trace contextRef="#ctx0" brushRef="#br0" timeOffset="75020.64">15502 6795 203 0,'0'0'276'0,"0"0"-12"15,0 0-25-15,0 0-25 0,0 0-29 0,10-2-26 16,-10 2-29-16,7-3-33 0,-1 2-40 0,4-2-42 0,-1 1-58 0,10-3-57 16,-2 0-183-16,2 0-306 0,8-2 135 0</inkml:trace>
  <inkml:trace contextRef="#ctx0" brushRef="#br0" timeOffset="75167.81">16082 6765 93 0,'0'0'378'0,"3"2"-16"0,-3-2-30 16,0 0-19-16,1 4-29 0,-1-4-42 0,0 0-54 15,0 0-59-15,0 0-75 0,12-7-85 16,-5 4-101-16,1-1-237 0,1-1-400 0,4 1 177 15</inkml:trace>
  <inkml:trace contextRef="#ctx0" brushRef="#br0" timeOffset="76288.25">17503 6694 49 0,'0'0'162'16,"-7"1"-9"-16,7-1-8 0,0 0-2 0,-7 0-11 0,7 0-3 0,0 0-9 16,0 0 1-16,-8 0-3 0,8 0 3 0,0 0 6 15,0 0-6-15,0 0-3 0,0 0-3 0,0 0-4 16,0 0-2-16,0 0-2 0,0 0 0 0,0 0-2 16,0 0 4-16,0 0 0 0,0 0 3 0,0 0 4 15,0 0-2-15,0 0-3 0,0 0-8 0,0 0-12 16,0 0 9-16,0 0-15 15,0 0-13-15,0 0 2 0,0 0-17 0,0 0-1 16,0 0-8-16,0 0-5 0,0 0-8 0,0 0-1 16,0 0-4-16,0 0 0 0,0 0-8 0,0 0-3 15,0 0-6-15,0 0 2 0,0 0-3 0,0 0-1 16,0 0 1-16,0 0-2 0,0 0-4 0,0 0 3 16,0 0-3-16,17 4 15 0,-17-4-13 0,0 0-1 15,0 0 0-15,0 0 0 0,0 0-4 0,0 0 0 0,10 0-2 0,-10 0 2 16,0 0-4-16,5 0 1 0,-5 0-1 0,6 0 2 15,-6 0 1-15,0 0 1 0,10 0-1 0,-10 0-3 16,7 0 2-16,-7 0 1 0,7 0 6 0,-7 0-11 16,0 0 5-16,0 0-3 0,6 1 0 0,-6-1 0 15,0 0 0-15,0 0-3 0,4 2 4 0,-4-2 5 16,0 0-2 0,0 0 1-16,0 0 2 0,0 0-12 0,0 0 5 15,0 0-1-15,0 0-3 0,0 0-5 0,5 2 8 0,-5-2-7 16,0 0-3-16,0 0 1 0,0 0-6 0,0 0 3 15,0 0 2-15,0 0 0 0,0 0-3 0,0 0 1 16,0 0-2-16,0 0 7 0,0 0 1 16,0 0-11-16,0 0 4 0,0 0 4 0,0 0-2 0,0 0-2 15,0 0 6-15,0 0-2 0,0 0 2 0,0 0 0 16,0 0-1-16,0 0 1 0,0 0 2 0,0 0 3 16,0 0 1-16,0 0-4 0,0 0 14 0,0 0-7 15,9 0 0-15,-4 0 5 0,4-1 5 16,9-2 0-16,3 2 2 0,9-3 0 0,6 1-5 0,2-1-1 0,16 0 4 15,1-1-3-15,5 1 7 16,1 0 10-16,3 0-6 0,-6-1-3 0,-3 3 5 16,-3 0-2-16,-16-1-2 0,-3 2-2 0,-5 0 1 15,-7 1-13-15,-3 0-3 0,-6 0-15 0,-1-3-9 0,-4 3-8 16,1 0-6-16,-2-1-15 0,-6 1-21 0,7-1-27 16,-5-2-41-16,-2 3-28 0,0 0-16 0,-14-5-13 15,5 3-35-15,-5 2-36 0,2-2-150 0,-3 0-457 16,-1 0 202-16</inkml:trace>
  <inkml:trace contextRef="#ctx0" brushRef="#br0" timeOffset="76492.75">18036 6517 185 0,'-2'-5'379'0,"2"0"0"16,-2-2 0-16,1 5-26 0,1 2-30 0,-1-7-33 15,1 4-37-15,0 3-35 0,-3-5-44 0,3 5-54 0,0 0-7 16,-4 11-22-16,4 0-12 0,-1 9-8 0,0 9-7 16,-2 0-2-16,3 5-5 0,4 14-21 0,0-2-36 15,4 0-42-15,-2-12-60 0,3 12-95 0,-8-12-351 16,3-3-593 0,-3-12 263-16</inkml:trace>
  <inkml:trace contextRef="#ctx0" brushRef="#br0" timeOffset="79415.48">19682 6341 65 0,'0'-7'201'15,"0"2"-9"-15,0 0-9 0,0 0-8 0,0-2-11 16,0 2-15-16,0 1-8 0,0 0-4 0,-3 0-1 15,2 0-13-15,1-2-10 0,-4 3-9 0,2 1-11 16,2 2-9-16,-3-7-5 0,-3 3-14 0,2 1-6 16,1 1-8-16,-7 2-5 0,0-1-5 0,0-1-5 15,-3 4-7-15,0-1-6 0,-5 1 1 0,-1 1-3 0,0 6-3 0,-8 0-5 16,4 3 1-16,-4 3-3 0,5 2 0 0,-3 2-2 16,1 3-3-16,-1 1-1 0,5-2-7 0,2 3 8 15,0-2-1-15,9 2 5 0,-5-2 7 0,8-4 2 16,-2 0 1-16,7 2 3 0,1-3 0 0,0-1 4 15,1-6 2-15,3 3 2 0,0-2 8 0,2-1 4 16,-1-2 13-16,3-2 6 16,1 1 12-16,1-4 11 0,2-1 16 0,-1 1 11 15,2-6-17-15,0 1 15 0,6-3-10 0,-1-2 18 16,-2-1-15-16,2-3-6 0,0-1-5 0,0 0-7 16,-3-1-7-16,-1-2 1 0,3 0-10 0,-3-1 2 15,0 3 3-15,-2-1 1 0,-6 5 0 0,2-2 1 16,-2 2 7-16,-1 2-6 0,0 1-5 0,-1 1-7 15,-1-1-3-15,0 5-13 0,-1-2-15 0,0 1-20 0,-2 2-23 0,4-3-21 16,-4 3-7-16,0 0 1 0,3 8 1 0,-4-1 3 16,-1 2 8-16,2 3 3 0,-1 1-4 15,1 2 4-15,0 2 3 0,0 1 6 0,3-1 3 16,-2 0-1-16,3-5 0 0,3 2 6 0,-2-2-28 0,4 1-27 16,5-2-41-16,4-1-55 0,5 1-80 0,9-7-103 15,0-4-329 1,0 0-724-16,0-6 321 0</inkml:trace>
  <inkml:trace contextRef="#ctx0" brushRef="#br0" timeOffset="79901.13">20097 6539 163 0,'0'0'334'0,"0"0"-19"0,4-2-19 0,-4 2-27 16,0 0-28-16,0-3-23 0,0 3-27 0,0 0-21 15,0 0-27-15,0 0-15 0,0 0-15 0,0 0-10 16,-15 15-14-16,5-9-6 0,-1 3-11 16,-2 1-10-16,-1 3-6 0,3-1-9 0,0 1 0 0,2-1-8 0,2 0-5 15,1 0 5-15,-2-2-2 0,7 2 2 0,-2 0-1 16,3-2-3-16,2 1 0 0,0-3 4 0,6 2 5 16,-2-3 4-16,6-1 0 0,2-3 3 0,0-2-4 15,4-1-2-15,0-1-8 0,1-4 2 0,-4-2-1 0,4 2 3 16,-8-2 4-16,5-3 0 0,-3-1-2 15,-2-2-3-15,-2-1-4 0,2-1-13 0,-8-2-9 0,2-1-13 0,-3-2-8 16,-4 3 0-16,0 2-6 0,-4-3-5 0,-1 2-5 16,-2 2-10-16,-5 2-9 0,1 0-11 0,-1 4-13 15,-5 2-6-15,-1 0-7 0,2 6-9 0,-3-1-20 16,1 1-25-16,7 1-25 0,0 2-34 0,2 0-28 16,0 1-37-16,5-1-176 0,1 1-467 0,5 1 207 15</inkml:trace>
  <inkml:trace contextRef="#ctx0" brushRef="#br0" timeOffset="80602.73">20561 6317 184 0,'-2'-5'325'15,"2"0"-18"-15,0 2-22 0,0-1-26 0,0 4-26 0,0-5-30 16,0 5-26-16,-2-4-35 0,2 4-16 0,0 0-14 16,0 0-12-16,0 0-8 0,0 0-11 0,4 18-10 15,-3-8-6 1,2-1-12-16,3 1-13 0,-5 2-4 0,3 1-16 16,4 1-17-16,-3-2-4 0,-1-1-9 0,5 2-7 0,-3-4-6 15,2 2-7-15,-3-3 1 0,7-1-2 0,-2-3 3 16,-1 1 3-16,2-5-1 0,1 0 3 15,-2-3 0-15,1-1 4 0,1-3 7 0,-1-1 13 16,2-2 14-16,0-4 15 0,-3 2 8 0,-3 1 6 0,4-2 8 16,-2 0 10-16,-4 4 11 0,0-2 8 0,-1 3 14 0,0 2 2 15,-3-1-2-15,3 3-8 0,1-1-10 0,-5 4-11 16,1-3-22-16,-1 4-18 0,4-3-28 0,-4 3-9 16,0 0 3-16,0 0-5 0,0 17 3 0,-1-2 3 15,-3 3-4-15,-2 10 24 0,-2 4 1 0,0 1-4 16,-3 13 5-16,0-2 4 0,2-9-11 0,-3 13 4 15,1-3-4-15,4-10 2 0,3 2 1 0,-2-3 3 0,4 2-2 0,-2-2 0 16,0-1 0-16,-3-3 1 0,3 0-3 0,2-11-2 16,-2 0-2-16,0-3 2 0,1-4-3 0,0-1 6 15,0-2 1-15,-2-2 3 0,0 0 15 0,-4-3-6 16,-1-2 0-16,0 0 15 0,-4-2-10 0,-4-2 0 16,-4-1 3-16,3-6-2 0,-7 1 13 0,1-4 15 15,2-2 24 1,5-1 21-16,4 1 15 0,2-3 6 0,0-7-6 0,1-2-15 15,6-4-12-15,4 1-12 0,7-3-9 0,6-1-19 16,13-13-17-16,4 2-14 0,8 4-9 0,6 3-1 16,3 7-2-16,0-1-1 0,0 5-1 0,3 2 5 15,4 4-31-15,-7 1 23 0,-12 7 3 0,-1 0 0 16,-4 6-1-16,-3-3-2 0,-6 4 1 0,-7 2 1 16,-2-2-5-16,1 3-3 0,-6-1 4 0,2 2-7 0,-2-2 2 15,1 2-7-15,-7 1-13 0,6 0-7 0,-6 0-18 16,8-1-26-16,-8 1-5 0,0 0 1 0,0 0 1 0,0 0-15 15,0 0-20-15,-17 10-26 0,12-6-32 0,-4-1-37 16,3 2-51-16,-1-1-52 0,2-2-266 0,1 3-625 16,4-5 278-16</inkml:trace>
  <inkml:trace contextRef="#ctx0" brushRef="#br0" timeOffset="80919.2">21480 6440 125 0,'0'0'352'0,"0"0"-7"0,0 0-5 0,0 0-18 0,0 0-10 0,0 0-22 0,-12-4-27 0,12 4-25 15,0 0-25-15,0 0-32 0,0 0-33 0,0 0-30 32,23-8-20-32,-12 5-23 0,6-2-31 0,2 1-37 0,2-1-39 0,8-1-34 0,2 0-42 0,1 2-44 15,-1 1-58-15,-2-1-80 16,-6 0-146-16,-3-1-472 0,-3 1 209 0</inkml:trace>
  <inkml:trace contextRef="#ctx0" brushRef="#br0" timeOffset="81066.34">21526 6599 3 0,'-9'5'214'0,"0"1"8"0,0-1 10 0,5-3-2 0,2 2-2 15,2-1-6-15,0-3-14 0,13 5-23 0,4-2-14 16,15-2-23-16,4-1-49 0,6-2-64 0,12-1-84 15,6-1-112-15,-6-3-171 0,-3 1-359 0,-13-3 160 16</inkml:trace>
  <inkml:trace contextRef="#ctx0" brushRef="#br0" timeOffset="82369.17">23039 5946 115 0,'1'-4'205'0,"-1"0"-16"16,0-2-16-16,0 6-19 0,0 0-16 0,0 0-20 16,-10 0-14-16,0 6-10 0,-6 2-7 15,-3 1-11-15,-8 6-5 0,-1 6-5 0,-11 12 3 0,0-2-9 16,-2 8-3-16,3 0 2 0,-3 5-7 0,5-1-5 15,2 3-10 1,-1 3 8-16,2-4-8 0,5-2-1 0,10 1-2 16,4-13 0-16,5-1 8 0,0-2 1 0,6-1-1 0,2-1 0 15,2-6 3-15,7-3 5 0,-3-3 1 0,7 0 2 16,3-1 1-16,-2-6 0 0,9 1 1 0,-3-3-7 0,0-3 5 0,1 1-3 16,0-4-1-16,-2-1 5 0,1-3 1 15,-6 3 8-15,-1-4-1 0,-1 0-4 0,-2-1-3 16,2-2 11-16,-5-1-16 0,1-1 0 0,-2 0-8 15,-4-2-9-15,-1-3-4 0,0 5-4 0,-5-6-6 16,0 3-1-16,-3 0-1 0,-2 3-7 0,1 0 2 16,0 1-1-16,-4 1 7 0,4 1-13 0,-2 2 0 15,1 0-1-15,1 1-1 0,2-1-1 0,2 3 2 16,0 0-5-16,0 1-1 0,1 1-7 0,0-3-11 16,4 4-4-16,-4-3-2 0,4 3 4 0,-5-2 2 0,5 2-3 0,0 0 6 15,0 0 0-15,9-5 1 0,-1 4 6 0,7-2-1 16,4-2 0-16,3 3 0 0,5-2-4 0,6-2-8 15,1 1 4-15,0 2 0 0,2 0 3 0,0-4-1 16,-1 1 5-16,-3 1 1 0,0 1 2 0,-5 0-4 16,-5-1 6-16,-3 2-4 0,-5 2 4 0,-1-2 1 15,-3 2 15 1,-4 0-5-16,2 1 10 0,-3-3 3 0,-5 3 5 0,10 0 4 16,-10 0 0-16,5-1-5 0,-5 1-3 0,0 0-7 15,0 0 1-15,0 0-3 0,-15 10-2 0,2-2 1 16,-3 3-5-16,-2-1 2 0,0 1-4 0,-5 6 2 15,-2-1-1-15,4 1-1 0,2 0-4 0,2-2 3 16,1-1-2-16,5 0-2 0,-1 1 8 0,1-1-3 16,6-4 3-16,0 3 2 0,4-3 5 0,-1 0 7 0,5 1 3 15,2-3 13-15,4 1 0 0,9-1 8 0,0-1 6 16,9 0 1-16,2-5-5 0,1 2-5 0,-1-3-3 0,0 1-2 16,-1-2-3-16,-6 0-3 0,-4-2-1 0,1 1-1 15,-6 1 12-15,-3-1 10 0,2 1-9 0,-6 0 13 16,-2-3-3-16,-4 3 5 0,10 0 2 15,-10 0-4-15,8 0-20 16,-8 0-20-16,4-1-21 0,-4 1-36 0,0 0-33 16,0 0-38-16,-8-9-28 0,3 7-38 0,-1-2-32 15,-1 1-50-15,2-2-67 0,1 0-175 0,2-1-546 16,-1 0 242-16</inkml:trace>
  <inkml:trace contextRef="#ctx0" brushRef="#br0" timeOffset="82839.27">23795 6165 44 0,'0'0'220'0,"0"0"-23"15,13 2-19-15,-8 1-22 0,1 1-15 0,2 1-16 16,1 2-10-16,1 3-15 0,-2 1-8 0,0 4-8 16,-2 0-7-16,2 2-8 0,-6-2-9 0,1 3-4 15,-3-2-5-15,-3 1-8 0,1-1 1 0,-6-3 2 16,4 3 3-16,-1-6-3 0,-5 3 7 0,-3-1-5 0,4-1 6 0,1-6 5 16,-2 4 3-16,1-4 5 0,6-2 7 0,-4 0 13 15,3 2 17-15,4-3 26 0,-5 0 30 0,5-2 33 16,0 0 0-16,0 0-15 0,0 0-18 0,5-12-17 15,2 4-15-15,-1-4-13 0,8-5-9 0,0 3-14 16,5-8-9-16,-1 3 2 0,-4 2-19 0,-1 3-7 16,0 1-7-16,0 1-2 0,-4 4-8 0,-2-1-13 0,1 2 9 0,-3 1-11 15,-1 0-2-15,0 4-5 0,-2-1-10 0,1 1-16 16,-3 2-23-16,4-3-26 0,-4 3 1 0,0 0 8 16,2 7 7-16,-3 0-7 0,0 3 3 0,-2 2 5 15,1-2-5-15,-1 8 13 0,0-2 0 0,2 3 9 16,0-3-5-16,1 1-14 0,-1 1-19 0,3-1-19 15,1-5-21 1,-1 1-16-16,3-1-40 0,-1-3-49 0,5-1-63 16,0-3-277-16,1-3-589 0,4-2 261 0</inkml:trace>
  <inkml:trace contextRef="#ctx0" brushRef="#br0" timeOffset="83039.73">24295 6138 335 0,'4'-5'312'16,"-2"4"-29"-16,-2 1-33 0,4-4-31 0,-4 4-21 16,0 0-22-16,10 5-18 0,-2 4-19 0,2 1-8 0,-1 4-7 15,0 3-8-15,4 5-7 0,-4 4-12 0,-1 3-4 16,-2-2-14-16,-3 5-4 0,-1-2-2 16,-6-2-8-16,-1 3-1 15,-3-3-29-15,-7 1-23 0,-3-3-19 0,-6-2-29 16,-3-3-35-16,-5-1-45 0,-2-3-66 0,-4-5-274 15,0-2-493-15,-1-5 219 0</inkml:trace>
  <inkml:trace contextRef="#ctx0" brushRef="#br0" timeOffset="83309.25">23920 5903 81 0,'-11'0'234'0,"-3"5"-26"0,-5 2-18 0,-7 10-18 0,2 6-18 16,-12 10-7-16,0 11 1 0,-1 3-8 0,4 6-7 16,-8 19-2-16,18-16-7 0,9-2-8 0,1 2-6 15,13-4-3-15,13-3-9 0,4-3-4 0,16-4-6 16,9-4-24-16,8-6-61 0,8-6-96 0,4-9-316 15,38-3-441-15,-6-11 195 16</inkml:trace>
  <inkml:trace contextRef="#ctx0" brushRef="#br0" timeOffset="88207.21">7516 9486 1 0,'3'-10'300'0,"0"3"-13"0,-2-4-3 16,3 6-13-16,-4 1-14 0,0 0-23 0,1-1-25 15,-1 5-16-15,3-5-31 0,-3 5-20 0,0-4-30 16,0 4-16-16,0 0-16 0,0 0-12 0,7 18-11 15,-4-2-5-15,1 3-5 0,1 7-7 0,-4 3-2 0,3-2-1 0,0 7-6 16,-3-2-3-16,2-1 1 0,-2 0-1 0,2 3-4 16,1-5 0-16,-3 0-5 0,4 0 1 0,-4-2-1 15,2-8-1-15,1 8-1 0,-3-11-3 0,0 1-3 16,3-9 2-16,-4 2-1 0,0-4 15 0,0 2 40 16,0-5 39-16,0 0 57 0,0 1 46 0,0-4 44 15,0 0-10-15,0 0-26 0,0 0-20 0,-4-24-18 0,3 7-18 0,-3-1-19 16,0-8-13-16,3-1-11 0,-4-3-21 0,1-4-9 15,4-13-12-15,3 1-5 16,-2 0-9-16,0-4-6 16,3-1-8-16,1 3-2 0,-5 1-3 0,3 13-4 0,-3 3 9 0,1 2-2 0,-1 2 2 15,1 10 3-15,2-2 0 0,-3 2-4 0,0 0-6 16,1 7-3-16,-1 3-5 0,3 2-6 16,-3 1-9-16,1-3 0 0,3 1-32 0,0 2-24 15,3 1-20-15,3 1-18 0,7 4-11 0,4 4-31 16,7 1-30-16,4 0-24 0,2 5-26 0,3 1-28 15,0-2-24-15,-2 6-40 0,-2-1-55 0,0-1-63 16,-3-1-284-16,-5-4-749 16,-6 0 332-16</inkml:trace>
  <inkml:trace contextRef="#ctx0" brushRef="#br0" timeOffset="88657.64">7626 9675 39 0,'-6'0'253'16,"0"1"-7"-16,6-1-11 0,-9 0-16 0,9 0-10 16,-7 2-11-16,7-2-10 0,-7 0-6 0,7 0-10 15,0 0-19-15,-5 2-6 16,5-2-11-16,0 0-2 0,0 0-7 0,24-2-9 15,-7 0-14-15,12-2-14 0,6 0-6 0,4-1-4 16,14-2-9-16,-1 4-1 0,1-2-9 0,0 0-3 16,-20 1-8-16,-1 2-6 0,-1 1-1 0,-10 1-5 15,-2 0-5-15,-5 0-11 0,-3 0 3 0,0 0 10 16,-5 0-10-16,3 0-6 0,-4-2-2 0,-5 2-3 16,8 0-6-16,-8 0-7 0,5-1-6 0,-5 1-15 15,0 0-19-15,0 0-30 0,-20 4-35 0,9 0-36 0,1-2-40 0,2 1-49 0,-1 0-265 16,2-3-535-16,0 0 236 0</inkml:trace>
  <inkml:trace contextRef="#ctx0" brushRef="#br0" timeOffset="94137.23">8699 9411 143 0,'0'-8'194'0,"0"4"0"0,0-1-1 0,0 5-6 16,1-6-11-16,0 0-1 0,1 2-18 0,-1 2-11 0,-1-2-12 15,0 4-12-15,3-4-10 0,-3 4-10 0,0 0-14 16,0 0-7-16,0-4-14 0,0 4-13 0,0 0-12 0,0 0-12 16,0 0-2-16,0 0-6 0,2 14-3 0,-2-3-4 15,-1 1-3-15,0 5 0 0,1 1-1 0,-3 0-1 16,2 0 0-16,-1 1-2 0,0-2 0 0,2 1-3 16,-1-1 2-16,1-1-1 0,0-3 6 0,-4-2-7 15,4-1-1-15,0-3 0 0,-1-2-3 0,1 1 7 0,0 0-2 16,0-2 2-16,0-3-2 0,0-1 3 0,0 9 27 0,0-9 12 15,-3 3 10-15,3-3 5 0,0 0 1 0,3 3-7 16,-3-3-7-16,0 0-2 0,0 0-7 0,0 0 0 16,0 0-7-16,0 0-25 0,0 0-35 0,0 0-28 15,0 0-27-15,0 0-28 0,-5-15-30 0,2 12-30 16,3-2-34-16,-4-4-198 0,3 2-433 0,-2-4 192 16</inkml:trace>
  <inkml:trace contextRef="#ctx0" brushRef="#br0" timeOffset="94500.3">8666 9336 168 0,'2'-4'213'16,"-2"4"-2"-16,0-6-12 0,0 6-17 0,0-4-19 0,0 4-16 0,0 0-17 16,0-3-13-16,0 3-14 0,0 0-14 0,0 0-11 15,0 0-9-15,0 0-7 0,13 6-4 16,-6 0-2-16,3 1-12 0,-1 2-2 0,2 2-4 15,3 2-6-15,-1 1 6 0,6 6-7 0,-6-5-3 0,3 8 0 16,1-1-3-16,-7-5 1 0,1 0-4 0,0 4 0 16,-1-4-2-1,-5 1 0-15,2-3-4 0,-6 2 1 0,3-2 3 16,-4-3-1-16,-3-1-1 0,2 1 4 0,-4 1 3 16,-3 2-2-16,-1-7 0 0,0 2-2 0,0 0-1 0,-2-4-2 15,1 2-2-15,-2-1 1 0,1-2-3 16,1 2 2-16,0-2-1 0,3-1-4 0,1-3 3 15,2 2 5-15,0-2-5 0,4-1 4 0,-8 3 9 16,6-2 22-16,2-1-1 0,-4 3 8 0,4-3 7 0,0 0-1 0,0 0-9 16,0 0-2-16,-7 1 4 0,7-1-22 0,0 0-17 15,0 0-15-15,0 0-15 0,0 0-27 0,0 0-41 16,0 0-50-16,0 0-55 0,0 0-47 0,2-9-214 16,0 5-483-16,1 0 214 0</inkml:trace>
  <inkml:trace contextRef="#ctx0" brushRef="#br0" timeOffset="94805.4">8949 9333 235 0,'2'-2'222'0,"-2"2"-25"0,4-5-19 15,-4 5-19-15,6-1-19 0,-6 1-17 0,8 4-6 16,-1 0-15-16,0 2-1 0,2 1-10 0,1 3-7 16,0 2-10-16,-1 5-8 0,4 7-1 0,-2 0-10 15,0 0-2-15,-4 3-3 0,-2-1-3 0,-1 1-4 16,0 0-3-16,-8-1 3 0,0 3-5 0,-1-5-2 0,-5 1-2 16,-3 1-2-16,-3-4 1 0,-4 2 0 0,-1-4-6 15,-5 2-6-15,-2-3-26 0,-1-2-34 0,-2-2-53 0,-4-4-76 16,0 0-205-16,-1-5-404 0,3-3 180 15</inkml:trace>
  <inkml:trace contextRef="#ctx0" brushRef="#br0" timeOffset="95154.67">8645 9247 24 0,'0'0'239'15,"3"-3"-21"-15,-3 3-21 0,0 0-25 0,0 0-18 16,0 0-17-1,0 0-11-15,0 0-14 0,0 0-17 0,-21 20-12 16,11-3-19-16,-5 4-2 0,-1 4-8 0,0 6-8 16,-1 0-7-16,-6 13 0 0,7-10-4 0,0 9-6 15,6-10-6-15,0-2 4 0,6 0-3 0,2 0 1 16,2-2 0-16,1-4 0 0,4-1-1 0,4-7 4 16,9 5-3-16,5-6-7 0,4-1-19 0,4-7-61 0,22 1-76 15,-17-6-190-15,2-3-356 0,3-3 158 0</inkml:trace>
  <inkml:trace contextRef="#ctx0" brushRef="#br0" timeOffset="95934.7">9113 9124 45 0,'0'0'267'0,"0"-4"-15"0,0 4-15 0,0 0-14 16,0-5-25-16,0 5-21 0,0 0-19 0,0 0-18 15,3-4-16-15,-3 4-18 0,0 0-19 0,0 0-22 16,0 0-10-16,0 0-4 0,0 0-7 0,11 7-8 0,-7-2-7 0,1 0-9 16,4 0-3-16,2 2-7 0,0 0-3 0,-1-1 0 15,4-4 0-15,-4 3-6 0,3-1-1 0,-3-2-1 16,0-1 4-16,0-1-4 0,-2 0 2 0,0-1 3 0,-8 1 2 16,12-1 18-16,-5-4 2 0,-3 3 9 15,-2-2 15-15,5 2 11 0,-6-1 6 0,3-1 4 16,0-1 1-16,1 1 8 15,-4 1-5-15,-1 3-2 0,3-5 4 0,-2 1-10 16,0 0-3-16,-1 4-5 0,3-5-7 0,-3 5-6 16,0 0-3-16,1-4-8 0,-1 4-3 0,3-2-7 15,-3 2-4-15,0 0-6 0,0 0-9 0,0 0-21 16,1-5-20-16,-1 5-6 0,0 0 0 0,0 14 6 16,0-1 1-16,0 5 4 0,-1 7 3 0,-6 7 1 15,7 4-5-15,-1 12 3 0,-3 3-2 0,4-2 2 0,0-1 7 0,0 2 7 16,0-3-4-16,3 0-1 0,-2-12 2 0,4 9 5 15,-1-11 4-15,4-1-4 0,-1 3 5 0,-3-4 1 16,4 2-2-16,-3-4 1 0,0 0 4 0,-1-5-4 16,-1-4 5-16,0-3-2 0,-2-2 23 0,2 2-2 15,-3-8-3-15,0 0 2 0,0 2 0 0,-1-2 0 16,1-2-1-16,-2-2 1 0,2 0-2 0,0-1 1 0,-1 1-2 0,1 0-2 16,0-1 3-16,0 2-3 0,0-4-2 0,0-2-3 15,-1 7 0-15,1-7 5 0,0 5-3 0,0-5 3 16,0 5-6-16,0-5 1 0,-2 3-2 0,2-3 3 15,0 0-1-15,0 0 13 0,0 0 5 0,0 0 2 16,0 0-4-16,0 0-2 0,0 5-3 0,0-5 1 16,0 0 1-16,0 0-8 15,0 0 2-15,0 0-2 0,-3 4 0 0,3-4 8 16,0 0-8-16,0 0-1 0,0 0 0 0,0 0 4 16,0 0 4-16,0 0 5 0,0 0 3 0,0 0 5 15,0 0-4-15,0 0-3 0,-9 0 1 0,-1-2-17 16,-12 0-42-16,-10-2-68 0,-25 2-89 0,-3-2-132 15,-7-6-190-15,-26-5-556 0,30 1 246 0</inkml:trace>
  <inkml:trace contextRef="#ctx0" brushRef="#br0" timeOffset="97276.04">7698 9068 170 0,'0'0'162'0,"0"0"-15"0,0 0-12 0,0 0-12 15,0 0-14-15,0 0-16 0,0 0-10 0,-24 7-7 0,10-4-6 16,-1 4-13-16,-6-3 0 0,-4 4-8 0,-6-1-6 15,-1 3-1-15,0 1-6 0,0-1-3 0,-1-3-3 16,2 4-2-16,1-4 0 0,-1 0-6 0,4 0-3 16,9-5-4-16,-1 2 2 0,5 0 0 0,3 0-6 15,0-3 3-15,5 1 8 0,-2-1 10 0,2 1 17 16,1-2 20-16,5 0 20 16,-8 2 12-16,8-2 10 0,0 0 8 0,0 0 7 15,-10-2-11-15,10 2-16 0,0 0-5 0,-4-3-10 16,4 3 2-16,-2-5 3 0,2 5-6 0,-3-2-9 15,3 2-4-15,0 0-4 0,0 0-12 0,0 0-5 16,0 0-2-16,0-5-6 0,0 5-3 0,0 0-5 16,0 0-6-16,0 0-2 0,0 0-3 0,0 0-6 15,0 0 8-15,0 0-27 0,0 0-22 0,0 0-28 0,0 0-16 0,0 0 8 16,-3 17 3-16,2 0 9 0,-1 9-1 0,-2 5 5 16,-5 15 6-16,0 2 3 0,-3 3 3 0,1 3 2 15,-2 0 2-15,1-1 8 0,2 0-2 0,0-5 3 16,1-1 1-16,2 0 1 0,1-12 4 0,5-1-3 15,-1-3 7-15,2 2-1 0,-3-5 4 0,2-1 2 16,-1-9 0-16,1-1-1 0,1 0 1 0,0-4 1 0,0-2 3 0,0-3 0 31,0 4 3-31,0-7-2 0,0 0 3 0,0 2 0 16,0-5 2-16,0 2 4 0,0-4 5 0,-4 6 5 16,4-6-1-16,2 3 1 0,-2-3-5 0,0 4 7 0,0-4-8 0,0 0 1 0,0 0-2 0,0 0-1 15,0 0 0-15,-2 5-3 0,2-5 1 0,0 0-4 31,0 0 0-31,0 0 2 0,0 0-2 0,0 0 0 0,0 0-1 0,-1 5-1 16,1-5-1-16,0 0 0 0,-1 3-1 0,1-3 2 16,-5 6-3-16,5-6 3 0,-4 5-1 0,1-5-1 15,3 0 1-15,-2 3-1 0,2-3-1 0,-4 4 2 16,4-4 1-16,0 0-5 0,-1 4 4 0,1-4-3 16,0 0 5-16,0 0 11 0,0 0-2 0,0 0 19 15,0 0 0-15,0 0 1 0,21-1 8 0,-3-4-1 0,10 0 0 16,8-2 0-16,5 0 4 0,-5-1-7 0,1 2-1 15,-4 1-2-15,-3 1-2 0,-9 2-4 0,1 0-5 0,-5 0 9 16,-4 2-15-16,-1 0-2 0,-3 0-3 0,0 0 0 16,-1-1 8-16,-2-1-9 0,-6 2 1 0,9 2-8 15,-9-2-7-15,6-2-20 0,-6 2-20 16,0 0-26-16,8 0-23 0,-8 0-28 16,0 0-20-16,0 0-31 0,0 0-41 15,8 0-35-15,-8 0-199 0,0 0-482 0,0 0 214 16</inkml:trace>
  <inkml:trace contextRef="#ctx0" brushRef="#br0" timeOffset="98694.52">9807 9368 198 0,'0'-4'256'15,"-1"0"-12"-15,1 4-9 16,1-6-18-16,-1 6-22 0,0-4-19 16,0 0-18-16,0 4-17 0,0 0-16 0,-4-5-15 0,4 5-13 0,0 0-10 0,0 0-13 15,0 0-7-15,0 0-9 0,0 0-7 0,10 12-12 16,-7-9-4-16,4 6-3 0,-1 1-6 0,0 0-2 16,0-1-3-16,4 6-1 0,-1-3-4 0,2 2 2 15,-3-2 1-15,2-2-5 0,-4 2-2 0,3-4 0 0,-4 1 3 0,1-6-3 16,0 4-2-16,-3-3 5 0,1-1-3 15,0 0-1 1,0-1 9-16,-4-2 16 0,0 0 1 0,15-5 4 16,-7-4 4-16,0 1 5 0,-1-2-4 0,1 0-2 15,2-3 4-15,-1-3-1 0,-1 5 3 0,-2 0 4 16,3-2-2-16,-4 3 4 0,1 0 5 0,-2 1-2 16,-1 4 14-16,-1-2-18 0,0 2-8 0,2 2-14 0,-3 1-2 15,-1-2-6-15,0 4-17 0,3-4-9 0,-3 4-32 16,2-4-33-16,-2 4-15 0,0 0 8 0,0 0 2 15,3 15 10-15,-3-4 6 0,-2 6 7 0,0 10 2 16,1-1 3-16,-1 6 8 0,0 0 4 16,0 1 2-16,1 3 5 0,-3 0 0 0,-1-1 4 15,1 1 5-15,2 0-2 0,-2-2 5 0,0 3 5 0,4-4 0 0,-2 13-3 0,-1-13 6 16,3-1 2-16,-3 0-4 0,2-2 0 0,2-3 6 16,-3 1-1-16,2-10-1 0,0 0 2 0,-1-1-2 15,1-1 2-15,-3-3 2 0,2-3 1 0,-2-2 2 16,1 0 2-16,3 0 7 0,-5-3 1 0,4 2-1 15,0-2 2-15,-5 0 2 0,5-1 2 0,-1-1 3 16,-3-1 1-16,0 3 4 16,0-2-4-16,-1-2 0 0,5-1 9 0,-10 3 4 15,10-3 8-15,-8 1 5 0,8-1 9 0,-9-3 15 16,4 1 21-16,-4-2 10 0,4 0 6 0,-3-4 13 16,2 0-13-16,-3-2-3 0,0-7 9 0,0 1-1 15,0-3 0-15,-1-6-13 0,2-2-13 0,4-5-9 16,3 1-7-16,4 2-12 0,1-2-6 0,5 0-9 15,5 1-7-15,6 1-6 0,1-1-4 0,4 2-8 0,12-7-3 0,-10 12 2 16,1 1-3-16,-1 1-4 0,-3 1-2 0,-1 5-9 16,-5 3 8-16,0 2-1 15,-4 0-3-15,-5 4-2 0,-3 1 1 0,2 2-2 0,-3-1-1 16,-1 0-4-16,1 0 1 16,-1 2-5-16,0 2-10 0,-2-5 2 0,-2 5-21 0,4-2-27 0,-4 2-18 15,4-1-21-15,-4 1-14 0,0 0-22 16,0 0 1-16,0 0-4 0,0 0-10 0,0 0-21 15,-10 8-25-15,2-6-22 0,3 3-29 0,1-1-27 16,-1-1-42-16,1 0-178 0,0 2-532 0,4-5 236 16</inkml:trace>
  <inkml:trace contextRef="#ctx0" brushRef="#br0" timeOffset="99327.23">10608 9639 150 0,'0'0'173'0,"-5"-2"-7"0,5 2 1 16,0 0-5-16,0 0-11 0,-5-1-8 0,5 1-5 15,0 0-11 1,0 0 4-16,0 0-11 0,0 0-3 0,-7 0-2 15,7 0 1-15,0 0-2 0,0 0 3 0,0 0 4 16,0 0 0-16,0 0-1 0,0 0-5 0,0 0-6 16,0 0-4-16,0 0-8 0,0 0-6 0,0 0-4 15,0 0-3-15,0 0-7 0,0 0-8 0,0 0-9 16,0 0-11-16,13-8-2 0,-5 5-8 0,2 0 3 16,-1 3-14-16,5-3 4 0,4 1-12 0,2 0-2 0,2-2-6 0,6 0-4 15,4 2-13-15,-5 0-9 0,-8-1-13 0,4 2-19 16,0-3-22-16,-4 4-24 0,3 0-24 0,-3 0-33 15,-7 0-21-15,1-1-27 0,-2 1-34 0,-1 0-210 16,-5 0-477-16,-5 0 211 0</inkml:trace>
  <inkml:trace contextRef="#ctx0" brushRef="#br0" timeOffset="99512.06">10698 9760 126 0,'-3'2'238'16,"3"-2"6"-16,-4 5-8 0,4-5-3 0,-2 2-13 16,2-2-14-16,0 0-17 0,0 0-9 0,13 0-18 15,-1-3-16-15,8 2-16 0,12-4-12 0,3 2-27 16,2-1-45-16,14-4-55 0,-12 6-87 0,0-2-110 16,-6 0-170-16,-1-3-407 0,-2 1 180 0</inkml:trace>
  <inkml:trace contextRef="#ctx0" brushRef="#br0" timeOffset="100915.46">12301 9099 39 0,'0'0'185'0,"0"0"-19"0,0 0-21 15,0 0-14-15,0 0-18 0,0 0-10 0,-17 2-14 16,6 4-9-16,-3 2-8 0,-6 0-6 0,-5 6-3 15,0 2-4-15,-2 5-5 0,-4 2-5 0,3 2-3 16,1 0-6-16,-9 13-7 0,11-13 3 0,2 3-12 16,0-1-4-16,8 2-4 0,-6-2 4 0,7 1 1 15,4-1-11-15,-2 0 8 16,6-4-1-16,-2-5-2 0,7 2 1 0,1-1-2 16,1 0 5-16,4-2-2 0,3 0 31 0,1-2 12 15,5-1 13-15,0-2 2 0,7-1 2 0,3 0-4 16,-4-5-6-16,7 0-1 0,-5-2-9 0,2-1-3 15,-6-2 3-15,2 1 13 0,-7-4 13 0,1 1 15 16,-1-1 17-16,-3 0 9 0,-1-1 4 0,-2-1-14 16,-3 1-7-16,-1-4 3 0,-3 0-34 0,2-2-6 0,-5 0-14 15,-2 0-8-15,-3-1-1 0,-4-2-7 0,0 2 7 0,-2 1-18 16,-4-2-2-16,0 4-6 0,2-2-6 0,-1 4-1 16,2 0 0-16,2 1 2 0,1-1-7 0,2 1 1 15,-1 1 1-15,3 0-5 0,2 2 2 0,0 0 1 16,0 1-10-16,1-3 8 0,5 3-4 0,-6 0-12 15,6 0-11-15,-7-2-3 0,7 2-1 0,0 0 2 0,-5-2 3 16,5 2 4-16,0 0 1 0,0 0 0 0,0 0 0 16,14-8 1-16,-3 3 3 0,1 1-1 0,4-1 0 0,3-2-3 15,1 1 1-15,5-2 0 0,-4 0-3 0,-2 2-2 16,9 0 0-16,-1 0 0 0,-6 0 2 0,-2-2-2 16,0 3 4-16,-2 0 4 0,-5-2-2 15,-1 4 8-15,-4 2-2 0,0 0 1 16,0-1 12-16,-3 0-5 0,1 1 5 15,0-1-3-15,-5 2-1 0,6-2-2 0,-6 2 1 16,0 0-4-16,0 0-3 0,0 0-5 0,0 0 0 16,0 7-1-16,-6 0 1 0,-4 3 0 0,-4 2 2 0,-3 1 0 15,-6 4 3-15,2 2-3 0,0-3 0 0,2 4-1 16,6-6 3-16,1 1-4 0,0-1-1 16,3 0 4-16,4-2 0 0,1-2 3 0,0 3 2 0,3-2 4 0,2-1 2 15,3-2 1-15,0 1 11 0,6 2 9 0,3-2 12 16,2 0 8-16,6-1 0 0,6-2-5 0,3-3 5 15,-2 2-6-15,1 2-2 0,-8-5-8 0,0-2-1 16,-5 3-1-16,0-3-9 16,-6 3 0-16,-2-2 0 0,-2 0 0 0,3-1 17 0,-4 0-4 15,-5 0 10-15,8 3 3 0,-8-3 4 16,0 0-1-16,7-3 0 0,-7 3-13 0,0 0-6 16,8 3-16-16,-8-3-13 0,0 0-16 0,0 0-18 15,0 0-23-15,0 0-25 0,4 1-25 0,-4-1-30 16,0 0-36-16,0 0-45 0,0 0-46 0,0 0-279 15,0 0-588-15,0 0 260 0</inkml:trace>
  <inkml:trace contextRef="#ctx0" brushRef="#br0" timeOffset="101501.47">13003 9315 135 0,'7'-1'185'0,"0"-3"-22"0,2 4-16 0,-3-2-18 15,4 2-10-15,-1 2-13 0,-1 0-12 0,5 1-10 16,-3 1-5-16,-2 1-15 0,2 2-1 0,-3-2-7 16,1 3-3-16,-1 4-9 0,-4 0 0 0,0 2-7 15,-1 3-4-15,-2-1 8 0,-3 4-13 0,-2-2 5 16,-1 1-4-16,-3-2-2 0,-2 0 10 0,-2 4-2 16,2-6-2-16,-2-2 3 0,0 0 1 0,2 1 5 0,-1-6-3 0,6 1-2 15,-1-3 2-15,0-1-2 0,0 1 8 0,5-3 6 16,-5 0 17-16,6-1 22 0,-3 2 29 0,0-1 30 15,4-3 32-15,0 0 22 0,0 0 13 0,0 0-10 16,0 0-25-16,0 0-15 0,8-17-16 0,1 6-21 16,5-4-15-16,3-5-8 0,2 1-14 0,-1 0-8 15,1 0-9 1,-4 6-6-16,-1-1-9 0,-1 2-7 0,1-2-7 16,-5 8 0-16,0-6-8 0,1 7-6 0,-6 1-7 15,1-1-1-15,-1 2-7 0,0 0-10 0,-1 1-12 0,-3 2-27 16,7-3-25-16,-7 3-25 0,5 0-7 0,-5 0 1 15,0 0 13-15,4 11 5 0,-4-2 5 0,0-1 2 16,1 3 12-16,2 2-1 0,-2 3 8 16,2-3 1-16,-2 2-2 0,3 2-8 0,-3-1-20 0,4-5-17 0,-1 0-22 15,-3 1-32-15,3-2-33 0,0 0-37 0,1-4-51 16,-2-3-238-16,1 0-546 0,-4-3 242 0</inkml:trace>
  <inkml:trace contextRef="#ctx0" brushRef="#br0" timeOffset="101733.15">13423 9247 50 0,'3'-3'310'0,"-1"-1"-34"0,-2 4-30 0,5-5-24 16,-5 5-28-16,0 0-25 0,0 0-16 0,12 7-16 15,-7 2-12-15,4 4-10 0,0 4-15 0,-2 2-5 16,1 5-7-16,0 3-8 0,-1-1-10 0,-1 0-4 0,-3 4-5 0,0 1-4 15,-4-2-5-15,-3 0-18 0,-3 0-14 0,-3-4-14 16,-4 3-13-16,-5-3-12 0,1-1-29 0,-5-6-22 16,-2 1-53-16,-5-4-70 0,0-5-185 0,-2-3-409 15,0-3 181-15</inkml:trace>
  <inkml:trace contextRef="#ctx0" brushRef="#br0" timeOffset="102033.95">13017 9069 181 0,'-17'9'193'16,"-1"2"-19"-16,-6 6-14 0,-3 8-20 0,-6 15-3 0,1 0-12 16,3 5-8-16,2 2-4 0,1 1-6 0,9-2-12 0,5 4-4 15,4-14-6-15,8 9-2 0,4-9 10 0,6-1 3 16,8-3-1-16,17 7-8 0,10-5-1 0,6-6-51 0,9-3-87 16,28 1-164-16,1-9-122 0,-30-11-366 15,1-6 162-15</inkml:trace>
  <inkml:trace contextRef="#ctx0" brushRef="#br0" timeOffset="126429.32">25042 6397 168 0,'0'0'175'16,"0"0"-13"-16,-5-2-15 0,5 2-11 0,0 0-19 15,0 0-4-15,0 0-5 0,0 0-7 0,0 0-1 16,0 0 0-16,0 0-7 15,0 0-4-15,0 0-6 0,0 0 1 16,0 0-5-16,-1-3 0 0,1 3-3 0,0 0 4 0,0 0-5 16,0 0-3-16,0 0-3 0,0 0-10 0,0 0-1 15,0 0-9-15,0 0 1 0,0 0-8 0,0 0-6 16,0 0-6-16,0 0 1 0,0 0-3 0,0 0-3 16,0 0 0-16,0 0 2 0,0 0 5 0,0 0-1 0,0 0 4 15,0 0-3-15,0 0-8 0,19 3 2 0,2-4-4 16,9-1-3-16,7 2 0 0,22-1-5 0,-1 2-3 15,4 1-2-15,-3-2 3 0,0 1-2 0,-4-1-2 16,-3 1 0-16,-14 0-1 0,1 1-1 0,-6-2 1 0,0 1-2 16,-10 0 1-16,-4-1-1 0,-4 0 2 0,-3 0-6 15,-3 2 0-15,0-2-2 0,-4 0 0 16,-5 0-2-16,13 0-4 16,-9 0 1-16,-4 0-12 0,0 0 0 0,6-2-5 0,-6 2-15 15,0 0-16-15,0 0-24 0,0 0-26 16,0 0-34-16,-19-5-33 0,12 4-43 0,1-2-162 15,-1 0-405-15,0 0 180 0</inkml:trace>
  <inkml:trace contextRef="#ctx0" brushRef="#br0" timeOffset="127046.53">25801 6181 140 0,'0'0'242'0,"0"0"-4"16,0 0-17-16,0-6-15 0,0 6-19 0,0 0-17 16,0 0-15-16,0 0-19 0,0 0-9 0,0 0-15 15,0 0-16-15,0 0-9 0,0 0-8 0,0 0-9 16,0 0-9-16,0 0-12 15,12 9 2-15,-8-7-4 0,-2 3-10 0,2-1-1 16,0 1-4-16,-3 0-6 0,3 5-1 0,0-1-5 16,-1 1-1-16,-1 2-5 0,-2 2 1 0,0 3-1 15,0-1 1-15,-1 1-6 0,-2 0 3 0,-2 1-1 16,-1 0-5-16,-3-2 4 0,0 1-1 0,1 0 0 16,-1-2-4-16,-3 0 1 0,5 1 0 0,-5-4-4 15,4-2 2-15,1-1 0 0,1 0-1 0,-1-3 2 0,3 1-4 16,0-2 2-16,-2-1-2 0,4 1 4 0,-1-2-4 0,-1 2 3 15,3-2-2-15,1-3 2 0,-4 4 1 0,4-4 3 16,-2 3-1-16,2-3 16 0,-3 2 15 16,3-2 13-16,0 0 10 0,0 0 10 0,-5 3 13 15,5-3-6-15,0 0 3 0,0 0 15 0,0 0-12 16,0 0-8-16,0 0 13 16,0 0-17-16,0 0-10 0,0 0-5 0,0 0-4 15,0 0-5-15,0 0-7 0,0 0 4 0,0 0-11 16,0 0-7-16,0 0-4 0,0 0-2 0,0 0-1 15,0 0-9-15,0 0-1 0,0 0 3 0,0 0-6 0,0 0 1 16,0 0-1-16,0 0-8 0,0 0 5 0,0 0 2 16,0 0-4-16,0 0 2 0,0 0 1 0,0 0-3 15,0 0 5-15,0 0-2 0,0 0 14 0,0 0-16 0,0 0 2 16,0 0-1-16,0 0-5 0,0 0 6 0,0 0-16 16,0 0 7-16,0 0-34 0,0 0-20 0,0 0-25 15,0 0-45-15,0 0-94 0,0 0-88 0,-1-10-270 16,0 5-627-16,1 0 278 0</inkml:trace>
  <inkml:trace contextRef="#ctx0" brushRef="#br0" timeOffset="127632.43">25667 6175 233 0,'0'0'248'16,"0"0"-14"-16,-5-1-20 0,5 1-15 0,0 0-20 15,0 0-26-15,0 0-11 0,0 0-16 0,0 0-17 0,0 0-10 16,0 0-11-16,0 0-12 0,0 0-6 0,9 8-8 15,-4-4-12-15,3 2 2 0,0 2-1 0,3-1-7 16,1 1-3-16,1 1-7 0,4-1-7 0,-2 3 3 16,1-5-1-16,-1 5-5 0,-1-7-4 0,-2 0 6 15,-1 3-8-15,1-4-2 0,-2 0 0 0,-2-1 1 0,-1 2-2 16,-1-2 8 0,0-1 19-16,-1 0 13 0,-1 0 22 0,0 2-4 15,-4-3 9-15,6 0 0 0,-6 0-3 0,0 0-6 16,5 0-3-16,-5 0-7 0,0 0-5 0,0 0-21 15,4 3-19-15,-4-3-19 0,0 0-6 0,-3 6 2 16,-2 0-2-16,-6 5 2 0,-3 1-2 0,-4 8 2 16,-5 2-2-16,-3 0 4 0,0 3-5 0,-1 2 5 15,0 0 1-15,2 0-1 0,-1-3-1 0,0 3-1 0,3-3 5 0,0-3 3 16,6 0 0-16,1-3 1 0,4-3 0 0,7-3 5 16,-4-5 13-16,6 0-9 0,-1-2 1 0,1 0 6 15,-1-1 7-15,-1-1 12 0,4 1 9 0,-2-1 20 16,3-3 13-16,-5 3 15 0,5-3 2 0,-2 3 7 15,2-3-12-15,0 0-9 0,0 0-10 0,-3 4-1 16,3-4-8-16,0 0-12 16,0 0-23-16,0 0-19 0,0 0-39 0,0 0-44 15,13-9-33-15,-9 5-39 0,2 3-41 0,1-3-47 16,3 0-51-16,1-3-66 0,-2 2-192 0,5-2-584 16,0-3 258-16</inkml:trace>
  <inkml:trace contextRef="#ctx0" brushRef="#br0" timeOffset="128086.92">26617 6133 201 0,'0'0'260'16,"4"-3"-19"-16,-4 3-17 0,0 0-21 0,2-2-21 15,-2 2-21-15,0 0-17 0,0 0-18 0,0 0-19 16,0 0-13-16,0 0-10 0,0 0-12 0,0 12-16 15,-4-4 0-15,-2 3-5 0,-2 4-7 0,-1-1-2 16,0 2-6-16,-3 7-3 0,-3-3-4 0,3 2-2 16,-4 1-2-16,2-1-4 0,3-4 0 0,2-1-5 15,0 0 1-15,0-1-3 0,1-2 0 0,3-2-5 0,1-4 4 0,-1 3-5 16,4-5 3-16,-3 1 0 0,3-2 11 0,-3 0 8 16,3-1 15-16,1-1 7 0,0 2 9 0,0-5 25 15,2 8 26-15,6-7-4 0,-2 4-8 0,7-4-8 16,5 3-5-16,9-2-10 0,2-2-8 0,-1-1-7 15,2 0 5-15,2-2-51 0,1-1-31 0,-4 1-38 16,4-3-45-16,-3 0-52 16,-2-1-53-16,-1-3-59 0,-8 1-231 0,-2 1-535 15,-5-3 237-15</inkml:trace>
  <inkml:trace contextRef="#ctx0" brushRef="#br0" timeOffset="128418.99">26862 6309 105 0,'0'0'302'0,"-4"-2"-6"16,4 2-4-16,0 0-15 0,0 0-21 0,0 0-25 0,0 0-22 16,-4-4-26-16,4 4-18 0,0 0-12 0,0 0-22 15,0 0-14-15,0 0-27 0,0 0-9 0,0 0-11 16,-6 12-10-16,4-3-3 0,-2 3-8 0,-3 2-9 16,1 6 3-16,-1-2 19 0,-3 8-12 0,3-2 0 15,-2 2-10-15,0-2-1 0,2 0-2 0,1-4-6 0,2-2 0 16,0 2-5-16,0-5-1 0,2 2-3 0,-1-7 0 15,2 2-3-15,0-3-3 0,0-4 1 0,-1 2 0 16,1-2 12-16,1 0 8 0,-1 0 21 0,1-5 20 16,0 5 19-16,0-5 2 0,0 2 10 0,0-2 0 15,0 0-3-15,0 0-3 0,0 0-8 0,0 0-10 16,0 5-9-16,0-5-9 16,0 0-17-16,0 0-34 0,0 0-47 0,0 0-51 15,0 0-39-15,0 0-32 0,5-10-38 0,-4 5-51 16,0 1-62-16,3-3-59 0,-4-1-210 0,3 3-621 15,-1-4 274-15</inkml:trace>
  <inkml:trace contextRef="#ctx0" brushRef="#br0" timeOffset="129120.53">26829 5968 50 0,'-9'-5'152'0,"-1"1"-11"15,1-2-9-15,0 0-11 0,0 5-5 0,-1-2-12 0,1 1-8 0,-1-3-4 16,0 1-7-16,3 3-2 0,-5 1-4 0,2-2-10 16,1 2-4-16,0 0-4 0,-1 0-6 0,-3 2-6 15,-1 1 5-15,5 4-6 0,-4-2-2 0,-1-2 1 16,0 6-2-16,-4-3 2 0,6 5 12 0,-5 0-13 16,-1 0 8-16,3 2 0 0,-7 3-1 0,3 4-2 15,-3-1-3-15,3-2 5 16,-2 4-5-16,2 1 0 0,4-2-9 0,-3 0-5 15,3 1-2-15,-2 0-2 0,1 1 5 16,4-2 0-16,-2 6-1 0,5-9 3 0,0 1-5 0,0 5-2 16,-1-1 0-16,6-2-1 0,-2 0-1 0,2-1-1 15,1 0-3-15,1 7 0 0,-2-1-1 0,4-6 0 16,0 0 4-16,5 1 1 0,-4-1-1 0,3 1 3 16,1-1 4-16,-1 1 3 0,3-2 3 0,4 5 6 0,-2-5 1 0,1-2 0 15,2 2-4-15,-1-3 2 0,2 0 5 0,8 3 1 16,-4-5 11-16,-3-1 5 0,4 1 1 15,0-2 7-15,8 3-3 0,-1-2 2 0,0-2 1 16,3-2-11-16,-2-2 1 0,1 1-3 0,0 0-6 0,0-1 1 16,1-4 2-16,-6 0-1 0,6-2 2 0,-8 1 13 15,7-1 6-15,-6-2 8 0,0 1 9 0,-3-4 9 0,4 0-3 16,-2-2-7-16,7-3 0 0,0-3-11 0,0-2-3 16,-1-2-2-16,-1 0-11 0,1-5 0 0,-1 1-3 0,3-7-10 15,4-7-5-15,-2-3-8 0,-2-4-4 16,-6-4-11-1,-2-7-3-15,-1-1-12 0,-2-3-7 0,-6 2-4 0,-1-24-16 16,-11 25-24-16,-1 4-17 0,-7 2-15 0,-11 4-41 16,-6 1-11-16,-10 5-31 0,-10 3-23 0,-13 9-27 15,-33-6-25-15,0 13-39 0,-4 4-68 0,-5 8-343 16,33 8-735-16,-25-1 326 0</inkml:trace>
  <inkml:trace contextRef="#ctx0" brushRef="#br0" timeOffset="145752.6">16882 9068 49 0,'0'0'134'0,"0"0"-5"0,0 0-8 0,0-3-10 16,0 3-2-16,0 0-3 0,0 0-2 0,4-4-5 0,-4 4-7 0,0 0-6 15,0 0-4-15,0 0-3 0,0 0-4 0,0 0-9 16,0 0-5-16,0 0-13 0,0 0-7 0,0 0-8 0,0 0-7 15,0 0 0-15,0 0-8 0,0 0 0 16,-25 7-2-16,14-4 0 0,-5 3-5 0,-1-1-5 16,-1 0 5-16,0 2 0 0,-1 1-4 0,0 1 1 15,0-2-5-15,0 6 4 0,2-7-2 0,-1 6 2 0,1-3-5 0,2 2 2 16,0-1-6-16,1 0 1 0,6-2 3 0,0 1-6 16,0-4 8-16,4 4-5 0,0-1-6 0,1-1-2 15,3 2 3-15,2 0 3 0,4-1-1 0,3 2 2 16,2 4 3-16,5-4 3 0,8 3 1 0,0 0 4 15,3-1 3-15,1 1 4 0,-1-5-5 0,-4 3 1 16,4 2-4-16,-11-4-5 16,1 1 3-16,-5-4-4 0,-1 2 1 0,-1 0-1 15,-1-1 2-15,-5 2-3 0,1-4 0 0,-1 5 3 16,-4-3-1-16,-2 1 2 0,-5-1 5 0,-2 2-9 16,-5-1 5-16,-4 1 5 0,-1-3-2 0,-8 0-6 0,0 2 2 15,-2-4-3-15,2 1 7 0,5-1-6 16,2-3 0-16,-3 2 5 0,4-1-2 0,-2-1 2 15,2 0-3-15,5 0-2 0,1-1 9 0,3 0-6 0,2 0-2 0,2 0 2 16,-1 0 10-16,7 0 10 0,-10-1 5 0,10 1 1 16,-6 0-8-16,6 0 3 0,0 0-16 0,0 0-21 15,0 0-21-15,0 0-14 0,0 0-14 0,26-4-26 16,-14 4-34-16,7-3-14 0,2 1-153 0,-2-2-308 16,9-1 136-16</inkml:trace>
  <inkml:trace contextRef="#ctx0" brushRef="#br0" timeOffset="146106.81">17262 9382 173 0,'2'-2'197'16,"-2"-2"-12"-16,1 0-14 0,-1 0-13 0,0 4-23 16,0 0-9-16,-1-7-11 0,-3 5-10 0,4 2-14 0,-8-3-12 0,2 3-11 15,6 0-4-15,-12 0-11 0,3 2-2 0,-2 0-6 16,0 2-9-16,0 0-1 0,-2 3-5 0,-1 0-5 15,1 0 1-15,4 1-7 0,-5 5 0 0,6-5-4 16,-1 2 3-16,-1-1-7 0,5 3 3 0,1-3-5 16,0 4 1-16,0-3-7 0,3 0 2 0,2 0 0 15,3-1 6-15,0-1 4 16,3 1 2-16,5-1 9 0,-3-5 11 0,4 1 2 16,6-2 0-16,-1-2 14 0,-1 0-4 0,-1-5 4 15,1 1 9-15,-2-3-6 0,-1 1 4 0,0-2-11 16,-1-3-6-16,-4 2 3 0,1 1 1 0,-3-4-11 15,-1 4-3-15,-1-5-5 0,0 3-11 0,-4 0-13 16,3 0-12-16,-5 1-17 0,1-2-21 0,-4 2-31 16,-1 4-37-16,0 1-32 0,1-4-41 0,-1 3-199 0,-3 1-418 0,2 1 185 15</inkml:trace>
  <inkml:trace contextRef="#ctx0" brushRef="#br0" timeOffset="146592.16">17563 9542 76 0,'-5'1'215'16,"5"-1"-22"-16,0 0-20 0,0 0-14 0,9-8-16 16,-5 4-17-16,1 0-7 0,3-3-14 0,1-2 2 15,-2 1-5-15,1-2-1 0,1-4-2 0,5-1-8 16,-4-1-1-16,4-8 1 0,0 2-7 0,2-2-7 16,-2-1-11-16,-4-3-6 0,1 0 0 0,2-1-9 0,1 0-1 0,-3 0-5 15,-1 2 3-15,-3-2 6 0,1 3-6 0,-3 1 2 16,2 2-5-16,-5 3 5 0,1 2 8 0,-2 1 0 15,3 2 0-15,-4 3 5 0,1 0-7 0,-2 2-5 16,2 2-7-16,-1 1 3 0,-1 0-13 0,-3 2-5 16,8 0-11-16,-8 1-9 0,8 0-23 0,-4 4-20 15,-4-4-17-15,4 4 0 16,0 0 5-16,-13 7 0 0,8 3 2 0,-4 5 7 16,-1-1-1-16,1 2 2 0,-5 9 2 0,6 0 7 15,-1 2-1-15,0 1 0 0,4 4 7 0,1-3 5 16,3 0 2-16,4 2 2 0,-1-4 2 0,3 0 4 15,-1-2 1-15,5 0 4 0,4-2-3 0,-2-6 9 16,2-1-13-16,1-2-20 0,-1 1-31 0,5-4-44 16,-3 1-39-16,-1-4-61 0,-2-5-158 0,-3 1-390 0,0-4 173 0</inkml:trace>
  <inkml:trace contextRef="#ctx0" brushRef="#br0" timeOffset="147510.04">18000 9274 253 0,'3'-3'249'0,"-3"3"-29"0,0 0-24 16,0 0-23-16,0 0-23 0,0 0-17 0,0 0-12 15,0 0-17-15,0 0-6 0,0 14-12 0,-3-9-6 16,2 5-9-16,-3 0-4 0,3 1-10 0,-2 0-9 16,-1-1-3-16,2 1-2 0,1-1-5 0,-2-1-6 15,2 0-3-15,-2-3 4 16,6-1-4-16,-6 0-1 0,2-3-1 0,1 2 27 15,0-4 15-15,0 6 31 0,0-6 27 0,0 0-12 16,0 0-11-16,0 0-17 0,14-15 1 16,-9 6-2-16,4-1-18 0,0-2-13 0,5-3-1 0,-5 1-5 15,5 1-13-15,-2 0-2 0,-5 5 6 0,2 0-11 16,-2 2-9-16,-2 1 0 0,-1 2-8 0,-1-1 0 16,3 0 12-16,-4 0-35 0,3 2-3 0,-5 2-7 0,9 1 5 15,-9-1-14-15,12 3-6 0,-6 0 4 0,4 4 0 0,-1 0-1 16,2 2 2-16,1 1 0 0,2 3-1 15,0-3-3-15,-1 2-1 0,1-1 2 0,-5-5 0 0,0 3-2 16,4-3 2-16,-4-2 6 0,-2-1 4 0,2-1 4 0,-1-1 0 16,-2-4 2-16,2 1 3 0,2-6-3 0,-2-1 4 31,0 0 5-31,-1-5 4 0,2-3 0 0,-2-2 3 16,-1-5 2-16,1-3 2 0,-2-1-1 0,2 0 0 15,-2-3 6-15,-1 2-1 0,1-2 0 0,0 4 5 16,-1-1 7-16,4 8 12 0,-6 3 12 0,1 6 11 15,-2-2 15-15,2 5-16 0,-2 0-8 0,0 3-8 16,2-2 2-16,-2 2-31 0,-1 1-26 0,0 4-34 16,0-2-28-16,0 2 6 0,0 0 6 0,0 11 5 0,0 1 6 0,-1 5 7 15,-3 3 1-15,0 7 7 0,-5-1 7 0,3 4 3 16,2-1 5-16,-1 4 5 0,-1-5 3 0,-1-2 2 16,5-6-2-16,-3-3 7 0,2-1 1 0,-1-5-7 15,2 1 13-15,-1-4 1 0,2 0 2 0,1-3 2 16,-2 0 15-16,1 1 25 0,1-4 30 0,0-2 8 15,-2 5 1-15,2-5-9 0,0 0-7 0,-9-9-9 0,4 2-4 0,-2 0-4 16,-2-1-4-16,0 1-6 0,-1 0-4 0,1-1-2 16,1 1-5-16,3 0-1 0,-2 2 0 0,2 0-6 15,-2 0 2-15,5 2 4 0,-2-1-12 0,4 4-2 16,-4-4-4-16,0 2-5 0,4 2 1 0,0 0-10 16,0 0 0-16,21-5-5 0,-4 2 0 0,4 3-2 15,10-4 1-15,4 0 1 16,1 3 3-16,5-4-1 0,11 0 0 0,-13 4 2 15,-3-4 0-15,-1 0 3 0,1 0 3 0,-3 1 0 16,-1-1 1-16,-11 0 1 0,0-2 9 0,-3 5 11 16,-5-3 14-16,1 3 23 0,-5-1-6 0,0 0 9 15,-4 1-7-15,1 1-1 0,1 0-5 0,-7 1-2 16,6-3-5-16,-2 1-9 0,-4 2-3 0,5-2-10 16,-5 2-10-16,0 0-17 0,0 0-21 0,9 2-8 0,-5 2 1 0,-3 1 5 15,-1 1 4-15,0 1 1 0,0 4 5 0,-1 1 1 16,0-2 4-16,1 1 3 0,-3 0 0 0,3 1 4 15,0 0-1-15,0-2-1 0,-1 1-15 0,-3-3-17 16,4-2-12-16,0 1-8 0,-1-2-5 0,1-1-2 16,-3 3 5-16,3-4 9 0,0-3 8 0,-1 3 2 15,1-3-29-15,0 0-63 16,-9-11-58-16,4 2-213 0,-3-5-447 0,-2-3 198 16</inkml:trace>
  <inkml:trace contextRef="#ctx0" brushRef="#br0" timeOffset="147641.6">18800 8958 118 0,'2'-4'256'0,"0"1"-5"0,-2-1-15 16,2 1-11-16,1-1-20 0,-3 4-23 0,1-5-21 0,3 2-18 0,-4 3-17 15,5 0-18-15,-5 0-28 0,9 0-33 0,0 3-34 16,-4 1-35-16,3 0-36 0,0 2-45 16,2-1-40-16,-1 5-162 0,-4-6-329 0,0 3 146 15</inkml:trace>
  <inkml:trace contextRef="#ctx0" brushRef="#br0" timeOffset="148011.29">19201 9085 4 0,'-6'0'142'0,"2"4"-25"0,-1-1-1 15,-3 2-22-15,-2 0-2 0,1 3-9 0,0-2-13 16,-1 2-8-16,0 1 1 0,0 5-7 0,2-4-7 16,-1 0-9-16,3 2 2 0,2-2 3 0,-1 0-1 15,2 1 10-15,2-1 3 0,1-2 5 0,1 2 17 16,3-1 7-16,1-2 16 0,3 0 7 0,1 0 10 16,2-2 3-16,2-2 1 0,6 2-2 0,-1-5-3 0,0-5 0 0,1 2 15 15,-1-4-7-15,-1 1 1 0,-1-3-15 0,2 0-1 16,-4-1-6-16,-5 4-13 0,4-5-2 0,-4 0 1 15,-4 0-4-15,0 1-14 0,-2-1-14 0,-2-1-14 16,1 1-8-16,-5 0-12 0,-1 4-14 0,-3-4-18 16,0 5-17-16,-2-4-18 0,-3 5-22 0,2 0-24 15,-3 4-30-15,3-2-28 16,-4 2-23-16,1 1-21 0,-1 3-31 0,5-1-220 16,-4 3-478-16,6-2 212 0</inkml:trace>
  <inkml:trace contextRef="#ctx0" brushRef="#br0" timeOffset="148358.68">19416 9114 265 0,'3'-4'286'0,"-3"4"-21"0,2-3-28 0,-2 3-27 15,0 0-26-15,0 0-21 0,0 0-16 0,0 0-24 16,0 0-18-16,0 0-10 0,0 0-13 0,7 8-7 15,-7-3-12 1,0 0-2-16,0 5-8 0,-2-1-8 0,0-1-1 16,0 0-5-16,4 1 0 0,-2-3-8 0,0 0-2 15,0-1-4-15,0 0-1 0,-2-2 3 0,2-3-1 16,0 7 14-16,0-7 31 0,2 2 14 0,-2-2 4 0,0 0-2 16,13-2 3-16,-3-3 2 0,-3 0 11 0,1 2 2 15,1-2-22-15,-4 1-1 0,2 1-14 16,-1 1-2-16,-1 2-12 0,-1-3-7 0,1 1-8 0,0 0-6 0,-5 2-6 15,10 2-8-15,1 3-13 0,-1 1 2 0,-1 3-9 16,4 1-22-16,1 2-20 0,-3 2-40 0,2 0-51 16,-3 3-62-16,2-2-95 0,-2-1-254 0,-5-2-589 15,0-6 260-15</inkml:trace>
  <inkml:trace contextRef="#ctx0" brushRef="#br0" timeOffset="149583.5">21292 8910 61 0,'0'-7'286'0,"4"2"-8"15,-2-2-14-15,-2 2-13 0,2-1-9 0,-1 1-15 16,-1 1-17-16,0 4-17 0,1-7-23 0,-1 7-15 15,1-4-20-15,-1 1-16 0,0 3-16 0,0 0-16 16,0 0-24-16,0 0-26 0,0 0-13 0,0 0-1 16,0 0-4-16,8 7-6 0,-4 1 3 0,1 1-2 0,1 1-3 0,1 0 0 0,2 4 2 15,-1 3-6-15,2-2 3 0,1-1-8 0,0 0-3 0,2-2-1 16,-4-2 2-16,4-4-4 0,-3 3 2 0,2-4 1 16,2 2 3-16,-1-4-3 0,-3 1 10 0,5-4-7 15,-2 0 1-15,0-2 5 0,0-3 6 0,-1 0 4 16,0-2 6-16,1-3-6 0,1-2 5 0,-4 0 7 15,1-1 4-15,-3 4 0 16,1 0-2-16,-4 1 15 0,-1 1 0 0,1 3-1 16,0-1 1-16,-5 0-7 0,4 2-4 15,0-1 2-15,-4 4-25 0,1-3-22 0,-1 3-20 16,4-4-23-16,-4 4-33 0,0 0-2 0,0 0 6 0,0 0 4 16,0 18 16-16,-2-5 4 0,0 5 4 0,-3 10 1 15,3 1 11-15,-5 2 4 0,0 5 5 0,-2 12 2 16,2 2 6-16,-2-3 0 0,0-1 5 0,3-11 1 0,-1 10 4 0,2-12 3 15,0 1 0-15,-1-1 2 0,1-4 4 16,0 0-5-16,-2-3 3 0,2-7 2 0,-1-1-1 16,-1-1 3-16,1 0 0 0,1-6-2 0,-3-3 5 15,3 3 2-15,-1-3 4 0,1-3 5 0,-2 0 1 16,-3-2 5-16,5-1 1 0,-7 1 4 0,3-3 2 0,-1-3 3 16,1 3 0-1,-4-3 3-15,2-4 6 0,1 0 11 0,3 0 5 16,-5-6-4-16,3-2 0 0,1-4-1 0,3-7-10 15,2-1-5-15,6-4-3 0,3-1-7 0,6-2-7 16,8-11-3-16,6 6 0 0,4-4-6 0,6 1-1 16,5 4-1-16,5 2 3 0,1 4-3 0,3 5-3 0,-2 3 1 0,-13 8 7 15,-2 0-7-15,-1 3-1 0,-1 0-1 0,-3 4 5 16,-10 3-5-16,-1 0-1 0,-7 2-1 0,1 2-1 16,-4-1 0-16,-2-1 3 0,0 3-6 0,0-2 9 15,-5 3-19-15,8-1-16 0,-8 1-16 0,5-2-14 16,-5 2 0-16,0 0 8 0,0 0-1 0,0 0-5 15,0 0-12-15,0 0-18 0,-10 12-27 0,7-10-28 16,1 1-30-16,-1 0-51 0,3-3-123 0,0 0-379 16,0 4 168-16</inkml:trace>
  <inkml:trace contextRef="#ctx0" brushRef="#br0" timeOffset="149846.47">22355 9097 53 0,'-9'0'301'0,"9"0"-17"0,0 0-21 0,0 0-27 16,0 0-25-16,0 0-22 0,0 0-23 0,14-8-14 0,-2 4-17 15,-2 1-20-15,4 2-21 0,3-3-32 0,2 2-29 16,0-2-41-16,0 1-48 0,2 3-47 0,-2-4-60 0,0 3-165 16,-5-3-354-16,-1 3 156 0</inkml:trace>
  <inkml:trace contextRef="#ctx0" brushRef="#br0" timeOffset="150000.09">22353 9240 115 0,'-4'3'189'0,"1"1"2"0,-1-4-6 16,4 0-4-16,0 0-10 0,12 4-15 0,6-3-16 15,3-2-14-15,13-3-25 0,3 0-37 0,20-3-36 16,-2-1-66-16,6-2-75 0,-4 0-137 0,-6 0-270 0,1 1 120 0</inkml:trace>
  <inkml:trace contextRef="#ctx0" brushRef="#br0" timeOffset="150532.57">23507 9003 170 0,'-8'0'236'0,"8"0"-12"0,0 0-18 16,0 0-16-16,0 0-16 0,0 0-16 0,0 0-8 16,-3 2-5-16,3-2-5 0,0 0-14 0,0 0-11 15,0 0-11-15,0 0-11 0,0 0-11 0,23-5-8 16,-11 2-10-16,2-1-9 0,2-1-10 0,6 2-8 0,-4-4 0 0,1-1-8 15,9-1-3-15,-10 1-3 0,0 2 0 0,0-4-3 16,-1 3-3-16,-1-3-1 0,-2 4-2 0,-4 0 0 16,1-1 2-16,-6 3 2 0,3-2 4 0,-2 1 1 15,-4 0-7-15,2 1-1 0,-4 1-10 0,-2-2-8 16,-4 1 2-16,0 2-3 0,-7 1-2 0,-6 1 1 16,-1 2 2-16,-8 3-4 15,-2 0-1-15,-2 5 1 0,-1-1 1 0,-4 6-4 16,-9 5 4-16,-1 4-4 0,3 5-1 0,2-2 1 15,3 4 4-15,11-6-6 0,4 0 3 16,4 2 1-16,3 2 2 0,3-2-1 0,5-1 0 0,2-1 3 16,4-1 5-16,3-5 5 0,10 0 14 0,1-1 5 15,12 0 3-15,6-3 6 0,4-1-1 0,17 1-3 16,1-4 0-16,-1-6-6 0,-13-1-9 0,-1-4-21 0,-2-3-31 16,-2 3-28-16,2-4-37 0,-4-1-48 0,-3 0-46 0,-8-2-214 15,-3-1-443-15,-5 2 196 0</inkml:trace>
  <inkml:trace contextRef="#ctx0" brushRef="#br0" timeOffset="150748.68">23990 9290 12 0,'-8'4'315'16,"8"-4"-29"-16,0 0-25 0,0 0-25 0,-9-2-23 15,9 2-23-15,0 0-32 0,0 0-51 0,0 0-57 16,0 0-51-16,0 0-55 0,0 0-60 0,25-2-161 16,-12 0-298-16,-4 0 132 0</inkml:trace>
  <inkml:trace contextRef="#ctx0" brushRef="#br0" timeOffset="151265.6">24405 9038 113 0,'-2'-4'299'16,"2"4"-15"-16,0-7-18 0,0 7-18 0,2-5-27 16,-2 5-18-16,-3-3-22 0,3 3-23 0,0 0-18 15,0 0-16-15,0 0-19 0,0 0-13 0,0 0-11 16,0 0-12-16,0 0-12 0,7 11-7 0,-7-3-11 0,0 3-4 0,0 5-4 16,0 1-4-16,-2 0-2 0,-3 9-1 0,1 2-4 15,0-1-2-15,-2-1-5 0,0-1 4 0,2 0-5 16,-1-5 0-16,0-2 0 0,1 0-3 0,-2-1 1 15,3-5 0-15,0-2-2 0,1 0-3 0,1-3 6 16,-2 0-4-16,2-2 5 0,-1 0 11 0,1-3 36 16,1 1 31-16,0-3 51 15,0 4 28-15,0-4 29 0,0 0 23 0,0 0-22 16,0 0-19-16,0 0-18 0,-4-21-18 16,4 9-16-16,2-7-14 0,-1-6-9 0,1-4-17 0,4-3-21 15,-1-4-11-15,6-10-13 0,-2 0-12 0,3 0-10 16,2 12-1-16,-4 2 1 0,0 1 9 0,0 0-2 15,-1 4 5-15,2 1-1 0,1 4-1 0,-4 5 0 16,-2 1-4-16,3 1-8 0,0 0-1 0,3 3-4 0,-1 2-1 0,-2 1-5 16,3 2-8-16,3-3-21 0,-2 6-31 0,5-2-36 15,0 4-25-15,3-1-37 0,-3 3-21 16,0 5-17-16,3-2-24 0,-4 1-16 0,0 6-29 0,1-3-11 16,0 1-32-16,-3 1-44 0,-2-4-193 0,0 2-582 15,-4-3 258-15</inkml:trace>
  <inkml:trace contextRef="#ctx0" brushRef="#br0" timeOffset="151550.81">24475 9197 65 0,'-4'4'292'0,"4"-4"0"0,0 0 2 16,0 0-13-16,-4 2-24 0,4-2-29 0,0 0-20 0,0 0-24 0,18-6-20 16,-5 0-14-16,6-1-20 0,8-3-20 0,1 2-31 15,4-1-34-15,0 2-43 0,1 0-48 0,-1-1-48 16,0 1-62-16,-2-1-77 0,-4 3-143 0,-8-1-406 15,-1-1 179-15</inkml:trace>
  <inkml:trace contextRef="#ctx0" brushRef="#br0" timeOffset="151835.96">24958 9270 276 0,'0'0'329'0,"0"6"-22"15,0-6-14-15,0 0-29 0,0 5-26 0,0-5-23 0,0 0-27 16,0 0-40-16,0 0-50 0,8 0-65 0,-8 0-76 16,14-5-120-16,-8 3-202 0,1-2-393 15,0 0 175-15</inkml:trace>
  <inkml:trace contextRef="#ctx0" brushRef="#br0" timeOffset="152537.44">25814 9027 112 0,'0'0'155'0,"0"0"2"0,0 0-1 16,-9 2 1-16,9-2-1 0,0 0 1 0,0 0 6 15,0 0-11-15,0 0-15 0,0 0-9 0,0 0-7 16,0 0-9-16,0 0-6 0,0 0-9 0,27-4-10 16,-4 3 1-16,8-2-15 0,7 1-6 0,18-1 1 15,-1-1-14-15,5 0-6 0,-5 3-4 0,4 1-4 16,-8-2 0-16,-10 0-21 0,-3 1-12 0,-4 1-20 0,-6-2-25 0,-8 1-25 16,-6 0-20-16,-1 1-25 0,-3-1-24 0,-5-2-38 15,-1 3-179-15,-4 0-379 0,-4-7 168 0</inkml:trace>
  <inkml:trace contextRef="#ctx0" brushRef="#br0" timeOffset="152791.31">26282 8865 65 0,'-1'-5'306'0,"1"2"-19"0,0-1-14 0,1-1-22 16,-1 1-23-16,0 4-22 0,1-4-26 0,-1 4-24 0,0 0-22 0,-1-5-44 16,1 5-25-16,0 0-12 0,-1 13-7 0,-2-4-4 15,-1 8-7-15,4 2 1 0,0 8-2 16,-5 2-1-16,5 5-2 0,0 2-4 0,-1-2-5 16,2-2-14-16,4 15-13 0,-1-13-18 0,0-2-21 0,1-3-20 15,3 1-30-15,-2-5-52 0,2-5-226 0,-2-6-403 16,2-4 178-1</inkml:trace>
  <inkml:trace contextRef="#ctx0" brushRef="#br0" timeOffset="153123.44">27124 8765 155 0,'0'-1'276'0,"0"-3"-21"0,0 4-29 0,1-4-26 16,-1 4-18-16,0 0-23 16,0 0-28-16,0 0-21 0,0 0-11 0,0 0-9 15,0 16-11-15,3-3-10 0,-6 3-6 0,2 3-9 16,-3 9-3-16,2-2-7 0,-5 1-5 0,6 3-1 15,-7 0-6-15,4-3 0 0,-2 2-4 0,1-4-1 16,-1 2-3-16,4-2 1 0,-3-5-4 0,3-3 1 16,-2-3-3-16,1-1-24 0,1-2-12 0,-1-3-19 15,1-1-9-15,2-2 1 0,-2 0 9 0,-2-3-22 0,4-2-64 0,0 0-83 16,-7-10-127-16,4-1-360 0,-3 1 160 0</inkml:trace>
  <inkml:trace contextRef="#ctx0" brushRef="#br0" timeOffset="153424.22">27170 8651 76 0,'-1'-4'257'0,"1"4"-18"0,0-3-23 16,0 3-23-16,0 0-21 0,0-7-19 0,0 7-18 16,0 0-14-16,0 0-10 0,16 12-12 0,-7-7-13 15,7 5-6-15,0 1-8 0,-2 1-8 0,2 3-7 16,-2 0-4-16,0-1-8 15,-1 1-5-15,-1 0-4 0,-3 0-6 0,0-2 3 16,-5-1-12-16,2 1-1 0,-3-3-6 0,-3 1-2 16,-3-1-1-16,0 0 1 0,-4-1-1 0,-6 3 1 15,-2 0-2-15,-3-2-1 0,-7 1 0 0,4-2-1 16,4-2 0-16,-3-1-2 0,2-1 2 0,3 1 2 16,-3-1-3-16,8-3-12 0,-2 1-23 0,2 1-26 15,5-2-25-15,-3 1-21 0,4 1 16 0,4-1-23 0,0-3-34 0,8 3-186 16,1-3-354-16,8 0 158 0</inkml:trace>
  <inkml:trace contextRef="#ctx0" brushRef="#br0" timeOffset="153593.49">27404 9140 125 0,'0'0'260'0,"0"0"-17"15,0 4-18-15,0-4-27 0,0 0-16 0,-3 3-16 16,3-3-27-16,0 0-27 0,0 0-28 0,0 0-45 16,3 5-58-16,-3-5-64 0,0 0-196 0,13-5-301 15,-8 0 133-15</inkml:trace>
  <inkml:trace contextRef="#ctx0" brushRef="#br0" timeOffset="153956.81">27906 8665 44 0,'-1'-6'303'0,"2"0"-14"0,-1 2-21 15,0 2-29-15,0 2-22 0,0-5-30 0,0 5-23 16,-1-6-29-1,1 6-22-15,0 0-11 0,0 0-13 0,0 0-12 0,2 17-9 16,0-5-8-16,0 6-7 0,-4 1-6 0,2 1-5 16,0 6-3-16,-2 1-2 0,1-1-6 0,-1 1-6 15,0 0 3-15,2-2-5 0,-4-4-3 0,-1 3 0 16,3-6-5-16,0 0-2 0,-2-1 9 0,2-1-10 16,0-3 1-16,-1-3-1 0,0 2 2 0,1-2-1 15,1-5-2-15,-2 4-1 0,2-4-2 0,-2 1-16 0,-1-2-15 16,4 0-11-16,-1 1-16 0,0-1-10 0,-1 0-13 15,0-3-3-15,2-1-15 0,-6 3-39 0,6-3-73 0,0 0-150 16,-8-8-382-16,5 0 169 0</inkml:trace>
  <inkml:trace contextRef="#ctx0" brushRef="#br0" timeOffset="154157.4">27799 8589 16 0,'0'-10'240'0,"1"2"-18"0,2-1-26 15,2 4-19-15,1 0-20 0,7-2-14 0,0 5-16 0,7-1-12 0,3 0-13 16,5 4-16-16,3 1-14 0,-2 3-16 0,1 0-30 16,-1 2-22-16,-3 1-37 0,-1 2-35 0,-5-1-33 15,-3 0-156-15,-3 1-277 0,-5 0 123 0</inkml:trace>
  <inkml:trace contextRef="#ctx0" brushRef="#br0" timeOffset="154357.7">27796 9169 238 0,'-1'3'325'0,"1"-3"-13"0,-3 3-8 0,3-3-14 0,0 0-14 16,0 0-27-16,0 0-21 0,0 0-32 0,22-9-33 16,-2 3-32-16,9-1-44 0,4 2-51 15,0-3-61-15,0 5-77 0,2-3-72 0,-6 0-249 0,1 0-458 16,-9 1 204-16</inkml:trace>
  <inkml:trace contextRef="#ctx0" brushRef="#br0" timeOffset="155360.01">27004 9610 91 0,'-18'0'148'0,"4"-3"-1"0,0 3-2 0,1 0-1 0,-1-2-5 0,6 2 7 16,1-1-3-16,-2 1-5 0,9 0 0 16,-12 0-8-16,12 0-4 0,-9 0-5 0,9 0-4 0,-4-1-2 15,4 1-2-15,0 0-4 0,0 0-2 0,-10 0-3 16,10 0-11-16,0 0-3 0,0 0-3 0,0 0-5 15,0 0-3-15,0 0-1 0,-5-3-4 0,5 3-6 16,0 0-7 0,15-2-7-16,7-3-7 0,13 2-4 0,16-2-6 15,6-2-4-15,35-1-2 0,3 2-2 0,11-3 3 0,8 3-10 16,13 1-1-16,1-1-5 0,3 0-2 16,-1 5-4-16,-7-2 0 0,-10 0 0 0,-13 3 3 15,-9 0-3-15,-35 1-2 0,-5 1 1 0,-18-2-4 16,-3 0 2-16,-9 0 0 0,-4 2 0 0,-2-2 2 0,-6-2-1 15,-1 2 0-15,-2-1-5 0,1 1 2 0,-7 0-6 0,6-2-10 16,-6 2-23-16,0 0-25 0,0 0-23 0,-10-7-39 16,10 7-48-16,-18-1-55 0,5 2-266 0,1-2-532 15,1-1 236-15</inkml:trace>
  <inkml:trace contextRef="#ctx0" brushRef="#br0" timeOffset="160741.99">3070 11734 167 0,'3'-5'205'0,"-1"-2"-5"16,1 2-6-16,-1-2-7 0,-2 2-14 0,4 0-8 16,-3 1-6-1,1 0-6-15,0 1-8 0,0-1-9 0,-2 4-10 0,2-2-14 16,-2 2-13-16,1-4-12 0,-1 4-14 0,3-4-28 15,-3 4-34-15,0 0-29 0,0 0 0 0,-1 15 6 16,-2 3 4-16,-3 8-6 0,-3 4 2 0,0 6-3 16,-4 10 4-16,2 4 4 0,-2-2 13 0,0 1 0 15,-1-3 3-15,5 1-4 0,-1-1-2 0,3-8 1 16,1-5 2-16,2-1-2 0,-1-3-1 0,0 0-1 0,5-1 1 16,-2-10-1-16,0-2 2 0,2-3 3 0,-1-3 4 15,1-2 0-15,0 0 5 0,-1-2 9 0,1-1 17 0,1 1 13 16,-1-3 14-16,0-3 7 0,-1 5 6 0,1-2 5 15,0-3 3-15,0 0-7 0,0 0 4 0,0 0-29 16,0 0-36-16,0 0-27 0,0 0-26 16,4-11-27-16,-4 4-45 15,2 0-47-15,3-3-48 0,-4 1-245 0,3-1-479 16,0-2 212-16</inkml:trace>
  <inkml:trace contextRef="#ctx0" brushRef="#br0" timeOffset="161058.01">3365 11765 243 0,'0'0'214'0,"-1"-8"-21"15,1 8-21-15,0 0-21 0,0 0-15 0,-3 21-15 16,0-7-17-16,0 4-9 0,1 8-2 0,-1 0-16 0,0 1-10 0,1 2-5 15,1 0-10-15,-1-3-5 0,0 5-6 0,0-1-5 16,2-3-2-16,-1-1-4 0,2-1-3 0,-1-5-4 16,0-1 1-16,2-2-4 0,-4 1 6 0,2-3-11 15,0-1 4-15,0-1-2 0,-1-3 0 0,0 2 0 16,-2-3-1-16,1 2-1 0,-1-2-9 0,1-2-4 16,-1-2-7-16,1-3-2 15,-1 4-2-15,1-1-3 0,-4-4-19 0,1-1-39 16,5 0-43-16,-12-1-53 0,5 0-135 0,-2-6-324 15,3-2 144-15</inkml:trace>
  <inkml:trace contextRef="#ctx0" brushRef="#br0" timeOffset="161358.84">2976 12176 198 0,'-3'0'254'0,"3"0"-4"0,-9 0 1 0,9 0-11 16,0 0-13-16,-7 3-20 0,7-3-16 0,0 0-21 16,0 0-19-16,0 0-12 15,25-11-18-15,-5 3-12 0,11 1-10 0,6-3-12 16,15 1-8-16,3-5-7 0,-1 3-12 0,4 3-5 16,-5 4-15-16,-2-6-11 0,-11 8-5 0,-5 0-7 15,-2 1-8-15,-2 1-6 0,-11 0-11 0,-1-2-9 16,-6 2-6-16,-2 2-13 0,-1-2-6 0,-3-2-3 15,-1 4 0-15,-6-2-3 0,9 1 4 0,-9-1 7 16,5 2 3-16,-5-2 3 0,0 0 4 0,0 0 3 0,-14 7 1 0,8-2-5 16,2-4-22-16,-4 2-21 0,2 0-27 0,-2 0-35 15,1 0-36-15,0 1-173 0,0-3-370 0,2 0 164 16</inkml:trace>
  <inkml:trace contextRef="#ctx0" brushRef="#br0" timeOffset="161775.5">3820 12071 139 0,'-2'-3'210'0,"2"3"-22"16,0 0-19-16,0 0-22 0,0 0-16 0,0 0-17 15,0 0-7-15,-10 6-14 0,4-2-7 0,1 0-12 16,-1 2-8-16,-2 3-7 0,-1-3-9 0,2 5-5 16,-2-3-7-16,1 2-3 0,-2 6-4 0,2-6-3 15,-1 7-3-15,2-3-3 0,1 1-5 0,0-3 1 16,2 0 3-16,3-2-5 0,-1 2 4 0,2-2 4 0,0 0 2 0,2-4 6 16,3 4 7-16,0-3 12 0,3-3 11 0,3 2 4 15,1-4 6-15,0-2 3 0,3-1 4 0,-4-2 11 16,2-2 17-16,-2 2 13 0,1-3 0 0,-2-1-9 15,-1-3-7-15,-1-1-8 0,-1-3-17 0,-2-1-17 16,2 0-8-16,-6-2-12 0,-2 1-11 0,-2 1-9 16,2 3-7-16,-3 0-5 15,-1 1-11-15,1 0-9 0,-5 4-19 0,0-3-15 16,0 3-17-16,-1 2-15 0,0 1-25 0,0 2-19 16,-2 1-41-16,5 1-44 0,0 0-38 0,-1 0-172 15,1 0-449-15,3 2 199 0</inkml:trace>
  <inkml:trace contextRef="#ctx0" brushRef="#br0" timeOffset="162276.72">4044 12091 205 0,'0'0'277'0,"0"0"-31"0,0 0-28 0,0 0-26 16,0 0-24-16,0 0-15 0,0 0-19 0,2 11-13 0,-2-5-11 16,-1 2-11-16,0 5-10 0,-2-3-11 0,2 6-5 15,-3 1-6-15,0 2-10 0,2-2-4 0,0-2-3 0,1-2-8 16,-1-1-4-16,2-2 0 0,0-1-5 16,0 0-2-16,2-2-2 0,-1-2 0 0,3-2 2 15,0 2 14-15,1-4 8 0,0-1 7 0,3 0 9 0,1 0 7 16,0-4 4-16,0-2 2 0,1 0-13 0,-1-2-5 15,0 0-5-15,8-2-12 0,-5 0 2 0,-1 2-6 16,-2 1-6-16,-2 0-3 0,0 2-4 0,-2 1-7 16,0 0 11-16,0 2-15 0,0-2-8 0,-1 3 1 15,-4 1-12-15,4-2-12 0,-4 2-6 0,0 0 0 16,9 0 1-16,-7 4 3 0,-1 0-4 0,3 1-3 0,-1-1 5 0,1 1-1 16,2 4 7-16,-2-4 0 0,6 5 1 0,-1-4 4 15,0 0 3-15,1 1 3 0,1-3 4 0,1 1 5 16,2-4 15-16,-1-1 20 0,1 3 3 0,-1-6 23 15,0-1 13 1,-3-1 0-16,-1 0-1 0,0-5-14 0,-2 2-7 16,-1-4-6-16,-5-4-13 0,-2-2-27 15,-7-8-41-15,-6 4-39 0,-4-5-19 0,-6 7-23 0,-7 0-12 16,0 2-6-16,-1 1-20 0,-2 8-31 0,-3-1-37 0,4 3-52 16,-3 0-213-16,0 5-515 0,8-1 228 0</inkml:trace>
  <inkml:trace contextRef="#ctx0" brushRef="#br0" timeOffset="163410.84">5092 11797 248 0,'1'-6'241'0,"0"1"-14"0,0 2-25 16,1 0-21-16,-2 3-25 0,1-6-12 0,-1 6-22 15,0 0-32-15,0 0-13 0,0 0-6 0,4 12-12 16,-4 4-11-16,1 4 0 0,-3 8-8 0,2 3-2 16,-4 3-4-16,-1 1-6 0,-1 12 0 0,-1 2-7 15,1-15-1-15,2 0-4 0,0 3-4 0,1-4 5 16,-1-1 0-16,2-3-1 15,-2-2-4-15,4-8-1 0,-1 0 2 0,1-3-2 16,-1-3-6-16,2-1 3 0,-2-5-6 0,1-2 11 16,0 1 3-16,-2 0 31 0,1-3 24 0,0 1 20 15,1-1 20-15,0-3 14 0,0 0 11 0,0 0 3 16,0 5-18-16,0-5-2 0,0 0-33 0,-8-10-20 16,2 3-22-16,-3 0-7 0,1 0-15 0,-5-4-10 15,-2 2-2-15,-2-3-5 0,-1 3-1 0,0-1 0 0,1 1-1 16,-2 1-1-16,3 3-2 0,0-5 2 0,4 7 2 0,-1-1 2 15,6 0-5-15,-1 1 0 0,3-1 2 0,-3 1 0 16,4 1-8-16,1 0-6 0,3 2 1 0,-7-3-16 16,7 3-9-16,0 0-9 0,10-8-4 15,4 3-5-15,7 2 3 0,9-4 0 0,4 0 0 0,4 2-4 16,16-4 3-16,-1 3-8 16,1-1-4-16,6 1-4 0,-5 1-11 15,5 0-7-15,-5 1 2 0,-3 1-6 0,-12 2 0 16,-3 1-3-16,-1-3 0 0,-4-1 18 0,-3 4 3 15,-10 0 8-15,-2 0 3 0,-3-2-1 0,-5 4 24 0,-1-2 15 16,-2 0 20-16,-1-2 3 0,-5 2 11 0,0 0-2 16,0 0 3-16,0 0-1 0,0 0-6 15,-20 9 5-15,8-5 6 0,-3 0-7 0,-2 3-2 0,-1 2 0 0,0 1-2 16,1 2-5-16,0 0 3 0,3 0-3 0,-1 3 7 16,2-1-5-16,5 0-2 0,-2 2 1 0,5-4 10 15,1 1 2-15,4-2 2 0,3-1 13 0,0-1 13 16,5-1 18-16,0-1 9 0,5-2 7 0,0-3 4 15,8-2 3-15,-1-2 2 0,7-3-1 0,0-3-1 0,-9-2-6 16,1 3 2-16,-1-5-4 0,-5 1-9 0,2-4-7 0,-3-2 1 16,-5-3-18-16,-1 2-17 0,-2 0-19 0,-6-8-20 15,-3 7-15-15,-4-6-12 0,-1 4-19 0,-7 2-21 16,-6 2-23-16,1 2-21 0,-5 7-36 0,2-3-44 16,-3 6-201-16,7 0-438 0,3 1 194 0</inkml:trace>
  <inkml:trace contextRef="#ctx0" brushRef="#br0" timeOffset="164635.69">6335 11703 101 0,'1'-2'211'0,"-1"2"-19"0,0-5-24 0,0 5-19 15,0 0-16-15,0 0-17 0,0 0-10 0,0 0-18 16,5 14-6-16,-3 1-14 0,-2 6-13 15,0 5 1-15,-3 6-7 0,-1 4-6 0,-1 13-2 16,-5-3-9-16,1 0-2 0,-1 4-2 0,-4 1-2 0,2-4-6 0,-2-1 4 0,5-11-7 16,4 10 1-16,-3-13 0 0,2-4-5 0,2-1 5 15,3-8-7-15,-2 0-4 0,3-6 7 0,-1-3 4 16,1 1 9-16,0-4 11 0,0-2 16 16,0 1 25-16,0-1 32 0,0-1 27 0,0-4 25 0,0 2 28 15,0-2-11-15,0 0-27 0,0 0-10 0,10-12-16 16,-6 3-16-16,0-1-12 0,-2-1-8 0,1-2-33 15,-3 0-24-15,0-4-22 0,0 6-9 0,-4-2-14 16,-1-3-6 0,-2 2-9-16,-4 1 7 0,1 1-9 0,-7 0 1 0,3 4-1 15,-5 0 1-15,1 0 4 0,0 2 3 0,-2 4-2 16,5-3 3-16,1 3 2 0,1 0-3 16,0 1-2-16,5-1-12 0,2 1-23 0,-1 1-19 15,7 0 0-15,0 0 10 0,-7 3 3 0,7-3 9 16,0 0 5-16,37 2 3 0,-6-2 6 0,6-4 0 0,15 2 5 15,3-3 6-15,3 0 1 0,-1-1-3 0,-3 2-6 0,-1-1-5 16,0 0 0-16,-15-1 2 0,0 2-2 0,0-2 14 16,-6 3 3-16,-2-4 1 0,-8 2 8 0,-3 3 29 15,-8-1 22-15,0 3 24 0,-1-1 19 0,-5 0 15 16,3-1 4-16,-3 1-3 0,-1-1 0 0,-4 2-9 16,9-2-7-16,-9 2-15 0,6 0-7 0,-6 0 6 15,0 0-32-15,5 2-12 0,-5-2 1 0,1 6-4 0,-1-6-3 0,-2 6-3 16,1 1 1-16,-2-2-3 0,2 5 5 0,-1 0-9 15,0 1 14-15,-1 1-10 0,2-1 0 0,-1 0-1 16,0 0-1-16,0-1-11 0,0-2-8 0,2 2-5 16,-2-3-9-16,1-2-12 0,1 0-10 0,-2 1-16 15,2 0-1-15,-1-6-2 0,1 0-6 0,-3 5-16 16,3-5-68-16,0 0-76 16,-7-11-196-16,3 3-466 0,-2-7 206 0</inkml:trace>
  <inkml:trace contextRef="#ctx0" brushRef="#br0" timeOffset="164782.76">6763 11898 138 0,'3'-4'298'15,"-3"1"-28"-15,1-1-30 0,-1 4-23 0,1-5-28 0,-1 5-16 16,1-3-23-16,-1 3-18 0,0 0-19 0,0 0-36 0,13 6-31 16,-6-2-31-16,-4 3-43 0,5 0-22 0,-1 1-43 15,0 2-41-15,-2-1-159 0,2-3-316 0,-2 2 140 16</inkml:trace>
  <inkml:trace contextRef="#ctx0" brushRef="#br0" timeOffset="165669.54">7014 12061 119 0,'0'0'201'0,"3"4"-26"16,-3-1-9-16,3 1-17 0,-2 1-15 15,-1 0-9-15,2 1-19 0,-2 4-9 0,1 0-7 0,-1 1-10 0,0-1-8 16,1 2-4-16,-1 2-11 0,1-2 2 0,-1 0-10 16,3-2-6-16,-3-1 0 0,1 1-7 0,-1-5-2 15,0-2-1-15,0 2 38 0,0-1 27 0,0-4 31 16,0 5 30-16,0-5 24 0,1 2 33 0,-1-2-11 16,0 0-20-16,0 0-20 0,12-13-14 0,-4 5-17 15,3-5-17-15,-1 1-15 0,3 1-1 0,-5 1-19 0,2 0-6 0,-5 5-8 16,0-2-9-16,4 3-8 0,-5 1-6 0,0-1-14 15,-2 1-14-15,1 0-21 0,1 2-20 0,-4 1-23 16,4-3-9-16,-4 3-2 0,0 0 10 0,7 4-2 16,-3-1 0-16,0 4 3 0,-3 0 0 0,8 1 3 15,-5-1 2-15,9 2-1 0,-3 3-4 0,6-2-2 16,0 2-2-16,11 1-4 16,2-2-12-16,0-3-20 0,7-3-15 0,4 4-9 15,15-6-8-15,-3-1-11 0,3 0 1 0,0-4 7 16,-5 2 6-16,-12-2 9 0,3-3 14 0,-5-2 8 15,-4 1 5-15,-4 1 15 0,-8-3 24 0,-4 2 21 16,-2-1 27-16,-5-1 27 0,0 2 18 0,-5 1-5 16,-2-1-3-16,-2-3-4 0,-2 4-1 0,-6-2-1 15,-2 2-6-15,-7-2-5 0,-1 0-6 0,-4 4 3 0,1 1 2 0,-6-2-7 16,-1 2-1-16,-1 6-2 0,7-2-4 0,0-1-1 16,2 3 0-16,2 1-4 0,0 3-2 0,1-2 1 15,3 4-1-15,1-4 4 0,3 4-4 16,1 1-9-16,5-3-3 0,0 3 3 0,7 0-2 0,-2-3 1 15,4 2 6-15,6-1-1 0,4 1 3 0,2-3-9 16,3-3 7 0,8 2 1-16,0-6 0 0,2-1-8 0,-1-3 1 15,0 1 5-15,2-4-2 0,-5-1 1 0,-8 0 1 16,1-5 3-16,2-3 13 0,-5 3 5 0,2-8 7 0,-7 5 3 16,3-12-6-16,-5 1-1 0,0-1 0 15,-4-2 5-15,4-3 18 0,-4-1 24 0,0 2 19 16,-2 1 19-16,1 1 21 0,-3 4 16 0,-1 6-5 15,0 2 22-15,1 5-12 0,-1 1-13 0,3 3-12 0,-3 2-13 0,0 1-13 16,0 2-14-16,0-1-20 0,0 5-32 0,0-5-44 16,0 5-35-16,0 0-10 0,0 0 11 0,0 0 1 15,0 18 9-15,0-1 1 0,-4 1 5 0,-1 11 2 16,1 1 15-16,-1 0-15 0,-3 2 4 0,2 0 0 16,-3 2-1-16,1-1 5 0,3-1 3 0,-5-1 2 15,6-3 3-15,-4-1 2 16,2-2-5-16,3-6 4 0,-1-2 1 0,0 1-1 15,1-6-1-15,2-2 3 0,-2 0 3 0,2-2-2 16,0-2 4-16,1 1-4 0,0 0 8 0,-2-5-9 16,2 3 11-16,0-2 10 0,0-3 9 0,0 0 14 15,0 8-6-15,0-8 0 0,0 1 12 0,0-1-8 16,0 0 6-16,0 0 2 0,0 0 2 0,0 0-4 16,3 5 1-16,-3-5 2 0,6 0-1 0,-6 0-5 0,14-1 1 0,-3 0-9 15,8-3-51-15,1-4-68 0,7 0-73 0,4-1-106 16,1-5-415-16,1-3-739 0,1 0 327 0</inkml:trace>
  <inkml:trace contextRef="#ctx0" brushRef="#br0" timeOffset="166139.67">8972 11801 277 0,'0'-7'293'0,"3"2"-10"16,-3 1-12-16,1-1-30 0,0 1-27 0,1 1-21 15,-2 3-24-15,1-5-21 0,-1 5-16 0,3-3-22 16,-3 3-7-16,0 0-14 0,3 9-6 0,-3 2-15 16,2-2-7-16,-2 9-9 0,-3 3-4 0,1 4-6 15,-1 2-3-15,-1 1-5 16,-1-1-5-16,-1 1-6 0,1 0 1 0,1-2-3 15,-1 0-2-15,0-6 2 0,1-3-5 0,-3 1 0 16,4-1-2-16,0-5 1 0,0-3 1 0,1 3-2 16,-2-7 3-16,4 2-5 0,-4 0 2 0,4-4-6 15,0 2 9-15,-1-1-8 0,1-4-7 0,-4 2-35 16,4-2-62-16,0 0-44 0,-5-11-46 0,5 3-41 16,-1-4-205-16,0 0-464 0,-2-2 205 0</inkml:trace>
  <inkml:trace contextRef="#ctx0" brushRef="#br0" timeOffset="167086.62">8996 11670 112 0,'0'0'173'0,"0"0"-21"16,0 0-15-16,0 0-22 0,0 0-11 0,0 0-8 16,0 0-8-16,0 0-11 0,3 11-7 0,0-2-4 0,-2 3-2 0,-2 3-4 15,-2 4-5-15,3 8 0 0,-3 1-1 0,-3 2 8 16,2 4 0-16,-1 2-6 0,-2 8-5 0,0-9-3 16,-4 10-5-16,3-9-5 0,-1-2-4 0,-1 1-6 15,4-1-1-15,-2-1 7 0,-1 1-1 0,4-4 7 16,0-1 6-16,1-4 2 0,-1-5 1 0,2-2 0 15,-1 2-6-15,2-8 1 0,-2-2-6 0,4 0 4 0,-1-1-8 16,-2-1 3-16,2-4 3 0,1 1 4 0,0-1 8 0,-3 1 6 16,6-2 2-16,-6 1 9 0,3-4 11 0,0 0-7 15,-1 6 3-15,1-6-3 0,0 0-9 16,1 3-2-16,-1-3-5 0,0 0-5 0,0 0 2 16,0 0-7-16,0 0-8 0,0 0-1 0,0 0-3 15,0 0-1-15,0 0-4 16,0 4-3-16,0-4 1 0,0 0-1 0,0 0-8 15,0 0-3-15,0 0-11 0,0 0-37 0,0 0-36 16,0 0-49-16,-1-17-39 0,1 10-55 16,0-2-38-16,-1-1-233 0,1-2-522 0,1-3 231 15</inkml:trace>
  <inkml:trace contextRef="#ctx0" brushRef="#br0" timeOffset="167489.26">8958 11664 177 0,'2'-7'206'15,"-1"3"-12"-15,2-2-24 0,0 2-16 0,4 2-16 16,-2-2-13-16,1 3-12 0,3-2-11 0,4 2-6 15,0-2-10-15,2 3-6 0,3 1-4 0,5 2-6 16,4 0-5-16,-7 1-2 0,6 6-3 0,-6-3-5 16,1 3-7-16,-3-2-4 0,-3 2 0 0,-1 2-10 15,1 1-2-15,-4-1-4 0,-2 1 0 0,-2-1-7 16,-2-2 2-16,-4 2 0 0,-2 1 3 0,-3 1 6 16,-1 0 0-16,-9-1 0 0,0 2-3 0,-9-1 1 0,-2 1-1 15,-1-2-2-15,-5-2-2 0,2-1-1 16,1-2-2-16,-1 1-3 0,0-2-4 0,4 1-1 15,3-4-3-15,4 1 1 0,5 0-4 0,-1-2 0 0,4-1 0 0,1 1-20 0,4 0-14 16,-2-1 1-16,4 2 0 0,-1-2 4 0,4-2-1 16,4 7-9-16,5-1-29 0,1-2-25 0,3-1-39 15,5-1-35-15,-7 1-203 0,3-3-391 0,-1 2 173 16</inkml:trace>
  <inkml:trace contextRef="#ctx0" brushRef="#br0" timeOffset="167727.1">9108 12318 78 0,'0'0'375'0,"-4"4"-7"0,4-4-17 0,0 0-8 15,0 0-19-15,0 0-24 0,-1 3-31 0,1-3-28 16,0 0-23-16,0 0-49 0,0 0-53 0,0 0-61 16,15-12-64-16,-6 9-71 0,3-2-89 0,-1-1-72 15,3-5-211-15,-2 4-488 16,2-3 216-16</inkml:trace>
  <inkml:trace contextRef="#ctx0" brushRef="#br0" timeOffset="168128.11">9641 11780 5 0,'1'-6'293'0,"1"1"-11"0,1 1-8 0,-2 3-16 16,-1 1-18-16,2-7-21 0,0 5-22 0,-2 2-21 0,3-2-17 15,-3 2-27-15,0 0-24 0,0 0-19 16,0 0-12-16,0 0-10 0,1 16-7 0,-3-3-7 16,0 5-8-16,-2 1 0 0,-2 9-7 0,-2 2-2 15,3 2-6-15,-1-3-5 16,-2 3-1-16,2 3-4 0,-4-4 1 0,2 1-3 15,0-3 1-15,3-3-5 0,-5 1 3 0,6-5-1 16,0-3-1-16,2-7-4 0,-2 0 1 0,1-1-1 16,1-2 2-16,-2-4-4 0,3 2-21 0,-2-2-6 15,3-2 5-15,-4 1-4 0,3-1-7 0,1-3-39 16,0 0-50-16,0 0-43 0,-9-11-33 0,6 3-31 16,1-3-165-16,-1-2-415 0,-3-3 184 0</inkml:trace>
  <inkml:trace contextRef="#ctx0" brushRef="#br0" timeOffset="168290.71">9535 11708 39 0,'6'-10'236'0,"3"1"-23"16,0 1-17-16,0-1-15 0,5 5-19 0,-1-2-15 16,6-1-14-16,0 4-15 0,3 1-9 0,7 2-16 0,-1 1-6 15,0 5-16-15,3-1-29 0,-5 5-30 0,-8 1-49 16,-2 2-25-16,1-4-48 0,-5 8-162 0,-1 0-295 15,-6-1 131-15</inkml:trace>
  <inkml:trace contextRef="#ctx0" brushRef="#br0" timeOffset="168459.94">9462 12346 58 0,'-3'2'239'0,"-2"1"-1"0,4-1-2 0,1-2-8 16,0 0-10-16,0 0-14 0,6 5-18 0,3-5-15 15,2 0-11 1,10-2-22-16,7 1-15 0,4-1-15 0,3 0-39 16,1-1-60-16,-1-3-70 0,4 1-93 0,-4-3-208 15,0 1-392-15,-4 3 173 0</inkml:trace>
  <inkml:trace contextRef="#ctx0" brushRef="#br0" timeOffset="168660.43">10028 12247 355 0,'3'-2'349'0,"-3"2"-33"0,4-2-38 16,-4 2-40-16,6-5-52 0,-6 5-62 0,7-1-75 0,-1 0-85 0,-6 1-94 15,12-1-159-15,-5 1-311 0,-1-2 138 16</inkml:trace>
  <inkml:trace contextRef="#ctx0" brushRef="#br0" timeOffset="170295.09">2959 12878 30 0,'0'0'98'0,"0"0"-15"0,5-2-6 0,-5 2-7 15,0 0-15-15,10 3 7 0,-2-3-11 0,-4 0-10 16,7 2-3-16,1 0-2 0,2-1 0 0,4-1-5 0,1 2 5 15,1 0 1-15,2-2-11 0,6 3-2 0,2-1 0 16,2-1 13-16,1 1-15 0,-1 0-9 0,0-1 6 16,-2 1-7-16,1 0 0 0,2 0 2 0,3-2 10 15,1 0 7-15,1 0 5 0,2 3 3 0,1-3-3 16,10-3 8-16,3 3-4 0,-2-1 4 0,-12 1 6 16,9-1-17-16,-9-1 2 15,15 0-1-15,-3 1-6 0,0-3 4 0,0 1-2 16,4 0-1-16,0 2 2 0,-1 0-8 0,0-1 2 15,3 2-7-15,2-1-3 0,-4 0 5 0,-1 0-7 16,-1 1 5-16,-1-2-2 0,1 2-4 0,-3-3-1 16,1 1 3-16,-13 0-17 0,-1 2 12 0,17-3-3 15,-15 0 4-15,11 2 2 0,-13 0 3 0,13-2 0 16,3 1 0-16,-5 0-2 0,-9 1-1 0,10 0 1 0,1-1-10 0,-12 1 6 16,13-1-3-16,-16 2 3 0,5-2-1 0,-3 1 0 15,0-2-2-15,15 1 4 0,-3-1 1 0,-13 1-1 16,0-1 3-16,1 1-3 0,-2 0 1 15,5 0 4-15,-4 1-1 0,0 0 4 0,1-2-10 16,3 2-2-16,-4 0-5 0,4-2 7 0,-1 6-1 0,-3-3-2 16,1 0 2-16,-2 0-2 0,1 0 4 0,0 1-7 0,-5-1 3 15,1-1 1-15,-1 1 2 0,0 1-3 0,0-1-2 16,-1 0 6-16,2 1-5 0,-2-1-4 0,1 0 4 16,0 0 1-16,-1-1-2 0,4 1 1 0,3-1-3 15,1-2 3-15,-2 3-1 0,15-4 2 0,-12 1 1 16,11 3-1-16,-14-1-1 0,0 0 2 0,1 0 2 15,-1 1-3-15,2-3-2 16,-4 3 0-16,3 0-1 0,-2-1 2 0,0 1 0 16,0-3-3-16,-1 2 2 0,0 1 3 0,4-2-2 15,-5 1-2-15,3-2 1 0,3 2 1 0,-2 0-1 16,0 1-3-16,16-3 2 0,-16 1 3 0,15 2-6 0,-3-3 4 0,3 1 0 0,-3-1-6 16,-9 0 5-16,10 2-1 0,3-2 2 0,-15 1-4 15,11-2 3-15,-9 1-1 16,12-1-1-16,-1 3 2 0,-15-2 0 0,0 3 0 15,0-2 1-15,3-1-2 0,-3 2-2 0,15-2 2 0,-1 1 1 16,2-1-1-16,-1 0 0 0,-13 2-2 0,14 0 2 16,2-2-1-16,-15 2-5 0,15 0 6 15,-3-1-2-15,-11 2-1 0,10-1 3 0,-10-1-12 16,-2 2 9-16,11 0 2 0,-9-4 7 0,12 2 3 16,-14 1 3-16,11 1-4 15,-13-2 6-15,4 2-3 0,-4-1 0 0,2 2 1 16,-1-2 4-16,-1 0-2 0,1 1-5 0,-2 0 0 15,0-1 5-15,1 1-1 0,-4 0 4 0,0 0 1 16,-1 0 7-16,-9 0 8 0,3-2 6 0,-6 1 11 0,-2-1 6 16,-5 2 7-16,-3 0 13 0,-1 0-1 0,-3-2 4 15,1 2 5-15,-1 0-3 0,-6 0-6 0,10 0-5 16,-6 2-8-16,-4-2-8 0,0 0-4 0,8-2-6 0,-8 2-3 16,0 0-9-16,0 0-23 0,0 0-11 0,6-2-25 15,-6 2-26-15,0 0-36 0,0 0-36 0,0 0-59 16,0 0-67-16,0 0-228 0,0 0-516 0,0 0 229 15</inkml:trace>
  <inkml:trace contextRef="#ctx0" brushRef="#br0" timeOffset="181894.28">10865 11705 194 0,'0'0'345'0,"0"-5"-3"0,0 5-10 0,0-7-4 16,0 3 0-16,0 4-12 0,1-5-21 0,-1 5-25 15,0-4-26-15,0 4-25 0,0-4-23 0,0 4-21 16,0 0-37-16,0 0-62 0,0 0-58 0,0 0-70 0,0 0-83 0,0-5-105 16,0 5-326-16,0 0-611 0,0 0 271 0</inkml:trace>
  <inkml:trace contextRef="#ctx0" brushRef="#br0" timeOffset="182063.27">10804 12215 90 0,'0'6'301'0,"0"-1"-25"0,2-1-9 0,-2-1 1 16,0-3-6-16,0 4-9 0,0 2-23 0,0-6-24 15,0 4-18-15,0-4-42 0,0 0-48 0,0 3-46 16,0-3-71-16,0 0-77 0,5 2-48 0,-5-2-57 15,13-4-163-15,-8 3-392 0,4-5 174 0</inkml:trace>
  <inkml:trace contextRef="#ctx0" brushRef="#br0" timeOffset="182426.27">11354 12088 54 0,'-5'0'276'0,"5"0"-23"0,0 0-9 0,0 0-18 16,0 0-18-16,0 0-16 0,0 0-12 0,0 0-14 0,0 0-17 15,0 0-16-15,0 0-16 0,0 0-12 0,0 0-10 16,0 0-10-16,16 3-7 0,-2-1-10 16,7-2-3-16,9 1-6 0,4-2-8 0,6 2-7 15,-2-2 2-15,15 2-10 0,-2 2-7 0,-12-3 0 0,-3-3 5 16,2 6-12-16,-6-3-3 0,-2 0-2 0,-9 1 0 0,1-1-3 16,-9 3-8-16,-3-3-14 0,-1 1-10 0,-4-1-18 15,3 0-9-15,-8 0-32 0,9 0-30 0,-8 2-42 16,-1-2-60-16,0 0-203 0,0 0-445 0,0 0 196 15</inkml:trace>
  <inkml:trace contextRef="#ctx0" brushRef="#br0" timeOffset="183313.17">14904 11425 17 0,'0'0'147'0,"0"0"-6"15,0 0-10-15,0 0-15 0,0 0-9 0,0 0-4 0,0 0-12 16,0 0-2-1,0 0 0-15,0 0 1 0,0 0-14 0,0 0-2 16,0 0-5-16,0 0-2 0,0 0 1 0,14-2-3 16,1 4-5-16,6-2-10 0,8 0-3 0,6 0-5 0,2-3-2 15,3 4-3-15,17-2-3 0,-1-3-6 0,-2 3-4 16,2-1-3-16,-5 0 0 0,-10 1-2 16,-4-1 0-16,-2 2-7 0,-3-2 3 0,-6-1-3 0,-4 1 2 15,-4 1-4-15,-4 0-3 0,-5 0 0 0,0-1-5 0,-4 1-17 16,3 1-5-16,-8 0-22 0,4-1-24 0,-4 1-28 15,0 0-27-15,-22 0-17 0,4 1-124 0,-2-1-282 16,0 3 125-16</inkml:trace>
  <inkml:trace contextRef="#ctx0" brushRef="#br0" timeOffset="183645.17">15330 11490 123 0,'0'0'285'0,"-2"-4"-16"0,2 4-17 0,-2-3-17 15,2 3-22-15,0 0-14 0,0 0-25 0,0 0-20 0,0 0-20 0,-3-4-19 16,3 4-35-16,0 0-38 0,0 0-25 0,0 0-2 16,-4 13-2-16,3-2-5 0,-3 4 0 0,-1 10-1 15,0 1 1-15,-1 3-2 0,-2 3 0 0,0 2 0 16,-1-2-3-16,4 3 1 0,-1-2 0 0,2-1 3 15,-2-2 0-15,2-1-2 0,-1-2 1 0,1-2 0 16,3-7-4-16,1-2 3 0,-2-3-2 0,1-2 3 0,1-3-2 0,-1 3 2 16,2-6 3-16,-1 2-2 0,0-3 6 0,0 1-2 15,0-2 3-15,0-3-2 0,-1 5 1 0,1-1 1 16,0-4-1-16,0 0 1 0,0 0-1 0,0 0-24 16,0 0-51-16,0 0-56 0,0 0-60 0,-4-14-190 15,4 2-396-15,1 4 175 0</inkml:trace>
  <inkml:trace contextRef="#ctx0" brushRef="#br0" timeOffset="184233.31">15933 11429 239 0,'0'-4'234'0,"0"4"-15"16,0 0-20-16,1-3-21 0,-1 3-19 0,0 0-14 16,1-3-20-16,-1 3-16 0,0 0-18 0,0 0-13 0,0 0-9 15,2 11-8-15,-4-5-5 0,1 6-8 0,-2 8-5 0,-3-2-4 16,-3 13-4-16,0-1-8 0,-2 2 1 0,-2 2-4 16,-2 8-3-16,1-9 0 0,1 1-3 0,0 0-5 15,0 0 1-15,-1-2-4 0,1 1 1 0,3-4-5 0,-3-4 5 16,7-6 3-16,0-3-8 0,3-3 5 15,-1-1 2-15,2-5-3 0,0 3 6 0,0-5 10 16,-1 1 23-16,2 0 31 0,1-4 31 0,-1 1 25 0,1-3-3 0,0 0-17 16,0 0-14-16,21-12-5 0,-5 3-16 0,-1-6-12 15,12 1-4-15,-7-3-9 0,2 1-6 0,-5 6-7 16,-2 0 9-16,0 1-21 0,-4 2-2 0,-1 3 6 16,-3-1-13-16,0 2-5 0,-2-2-15 0,0 5-10 15,-5 0-11-15,13 3-7 0,-9-2-7 0,2 3-4 16,-2 0 0-16,1 1 1 15,0 4 1-15,0 2 1 0,0-1-5 0,3 1-3 16,-4 1-22-16,-1-1-17 0,1 0-30 0,0 0-25 16,0 0-40-16,0-4-17 0,1 3-28 0,-2-5-192 15,-3-1-447-15,0-2 198 0</inkml:trace>
  <inkml:trace contextRef="#ctx0" brushRef="#br0" timeOffset="184600.63">16190 11820 236 0,'2'-4'262'0,"3"0"-17"16,-4 1-15-16,-1 3-23 0,4-5-21 0,0 3-21 15,-4 2-18-15,4-1-16 0,-4 1-15 16,0 0-11-16,9 3-15 16,-4 1-14-16,0 0-9 0,0 4-6 0,-1 1-8 0,0 0-6 15,0 3-7-15,-3-2-4 0,2 2-5 16,-2 1-2-16,0 3-2 0,-1-1-5 0,-1-1-3 15,1-3-4-15,0 1 0 0,-1-1-1 0,-2-2 0 16,2 2 1-16,-3-4-5 0,4-1 1 0,0 0 2 0,-3-1 0 16,2-1 14-16,1-1 27 0,0-3 30 0,0 6 24 15,0-6 49-15,0 0 41 0,0 0 17 0,0 0 0 0,0 0-24 16,0 0-25-16,9-16-25 0,-5 4-19 0,6-5-13 16,3 1-20-16,2-7-13 0,2 0-17 0,2 2-13 15,-2 0-3-15,-3 4-7 0,-1 5-5 0,0-1-4 16,-1 1-35-16,0 1-5 0,-2 2-21 0,0 1-34 15,0 1-21-15,3 0-21 0,-4 2-29 0,5-1-23 16,-4 5-31-16,3-4-39 16,-3 4-32-16,6 0-56 0,-4 0-232 0,-3 1-598 15,2-1 265-15</inkml:trace>
  <inkml:trace contextRef="#ctx0" brushRef="#br0" timeOffset="185001.71">16605 11885 160 0,'0'0'153'16,"-3"4"-6"-16,3-4-12 0,0 0-12 0,0 0-16 15,0 0-8-15,0 0-9 0,16-2-7 0,-9 0-6 0,0-1-13 16,3 0-4-16,4-4-6 0,-4 3-8 0,8-4 0 0,0 2-8 15,-1-5-3-15,1 4-1 0,-1-7-6 0,2 4-3 16,-2 0-2-16,1-2 2 0,-4 2-5 0,1-2-2 16,0 1-3-16,1 1 11 0,-7 2 2 15,-4 0 6-15,4 2 11 0,-4 0 13 0,-1 0 5 0,1 3-4 16,-1-2-8 0,-3 2-7-16,-1 3-7 0,-1-4-4 0,1 4-7 15,-13 0 3-15,1 4-13 0,-4 2 4 0,-2 3-5 16,2 0-4-16,-4 2 0 0,-1 5-5 0,4-4 1 15,-3 8-3-15,2-2-1 0,5-2-1 0,3 1 3 0,-3-1-4 16,4 0-3-16,0-3 2 0,4 0 3 16,4-2-3-16,-2 0 7 0,3-2 0 0,3 1 4 15,3-1-1-15,3-1-3 0,3-2-5 0,4 0-25 0,2-1-38 0,4-2-49 16,7-3-52-16,-2-1-176 0,-3 0-367 0,-6-1 163 16</inkml:trace>
  <inkml:trace contextRef="#ctx0" brushRef="#br0" timeOffset="185502.71">16972 11937 90 0,'0'0'162'0,"0"0"-2"0,0 0-10 0,0 0-15 16,0 0-8-16,0 0-15 0,0 0-16 0,0 0-4 16,16-5-6-16,-8 3-14 0,4-2-10 0,-1 1-4 15,2-2-4-15,4 1-7 0,0-1-5 0,2-1-5 0,-1-1-3 16,0 0-2-16,0-1-9 0,-1-1 12 0,-1 2-15 16,0-3 15-16,-5 5 2 0,-1-4 7 0,3 1 2 15,-3-2 15-15,-1 3-4 0,0-1 5 0,-1 0-3 0,-2 0-2 0,1 1 3 16,-5 0 6-16,2 1 4 0,-1 2 1 15,-1-3-1-15,-2 2-13 0,0 0-5 0,0-2-9 16,-5 3-12-16,1 1-7 0,-1 1-8 0,-3-1-3 16,-2 2-3-16,-1 1 0 0,-5 4-6 0,1 0 2 15,-1 5-1-15,-1 0-7 0,-1 5 1 0,-1 2 2 0,2 0-1 16,-1 4 0 0,8-4-3-16,-3 7 0 0,3-6 0 0,8 1 3 15,0 0 3-15,4-1 2 0,4-1 3 0,7 0 5 16,2-4 2-16,9 5 3 0,7-5-2 0,2 2-1 15,3-8 0-15,5 0-1 0,-3-2-4 0,-2-2 0 16,0 0 1-16,-3-4-8 0,-6 1-6 0,-8-1-4 16,-4-2-8-16,-3 3 0 0,-2-3-1 0,-2 4-11 15,-3-3-4-15,-1 3-23 0,-2-3-46 0,-2 3-58 0,0 0-50 0,-19-7-177 16,9 3-415-16,-4 1 184 0</inkml:trace>
  <inkml:trace contextRef="#ctx0" brushRef="#br0" timeOffset="186636.76">18459 11891 111 0,'0'0'160'0,"0"0"-18"16,4 1-13-16,-4-1-12 0,0 0-16 0,0 0-6 16,3 2-9-16,-3-2-11 0,0 0-5 0,0 0-5 0,0 0-1 0,0 0 6 15,0 0 6-15,0 0 27 0,0 0 24 0,0 0 23 16,0 0 14-16,0 0-10 0,0-9-20 0,5 3-10 15,1-4-13-15,0-1-12 0,6-1-7 16,3-11-9-16,1 2-9 0,1-1-7 0,0-5-9 0,5 0 0 16,-2 2-10-16,-1-6-8 0,2 3 7 0,-2 0-12 15,-1 0 6-15,-3 5 1 0,-1-1 3 0,-4 7 12 0,-3 7 7 16,1 0-8-16,-3 0-5 0,-1 4-3 0,0 0-8 16,0 1-9-16,-1 2-13 0,-2-1-28 0,2 1-29 0,-2 2-23 15,-1 1-11-15,0 0 5 0,6 7 6 0,-3 5 9 16,1 2 3-16,1 6 8 0,1 5 2 15,-2 0 6-15,1 1 6 0,0 2 2 0,3 1 2 16,-3 0 6-16,0-3-2 16,0 1 3-16,1-1 5 0,-3-8-2 0,1 0-11 15,1 0-15-15,-5-7-21 0,0 2-19 0,0-3-16 16,1-4-24-16,-1 0-4 0,0 1-5 0,0-3 7 16,-1-1-5-16,1-3-41 0,0 0-139 0,0 0-332 15,-14-7 148-15</inkml:trace>
  <inkml:trace contextRef="#ctx0" brushRef="#br0" timeOffset="186852.91">18556 11785 88 0,'-8'0'108'15,"2"0"3"-15,6 0-2 0,-9 0 7 0,9 0-8 16,0 0 1-16,0 0-6 0,0 0-7 0,42-2-3 16,-10-1-6-16,0 1-10 0,7-2-4 0,1-1 3 15,13 1-15-15,-1-3-4 16,-1 2-5-16,-12 3-3 0,-3-1-3 0,-2-1-4 15,-3 2-12-15,-2-1-2 0,-11 3-16 0,-4-3 11 16,-1 2-17-16,-3-2-10 0,-5 2-14 0,-1-1-26 16,0-1-24-16,-4 3-22 0,-8-7-27 0,3 6-120 15,-3-3-256-15,-1 0 113 0</inkml:trace>
  <inkml:trace contextRef="#ctx0" brushRef="#br0" timeOffset="187153.62">19346 11419 135 0,'0'0'196'0,"1"-2"-26"0,-1 2-20 16,0 0-14-16,0 0-17 0,0 0-10 0,0 17-18 15,-1-5-8-15,-3 6-8 0,-1 10-13 0,-3 3-5 16,4 4-2-16,-6 12-7 0,1-1-2 0,3-10-10 16,-2 9-1-16,2-9-4 0,-2-3 0 0,4 2-5 0,4-3 0 0,-5-2-6 15,1-4 0-15,4 0 1 0,0-7 1 0,-1-1-11 16,-3-1-26-16,3-6-5 0,1-1-19 0,-2 2-14 16,2-3-15-16,0-4-27 0,0 0 11 0,-2-2-57 15,2-3-75-15,0 0-234 0,0 0 103 0</inkml:trace>
  <inkml:trace contextRef="#ctx0" brushRef="#br0" timeOffset="187871.05">19377 11690 13 0,'1'-3'206'0,"-1"3"-25"16,2-3-18-16,-2 3-18 0,0 0-9 0,13 1-9 15,-13-1-6 1,14 3-10-16,-1 5-8 0,-1-3-7 0,3 4-7 15,0-1-11-15,0 0-6 0,-3 1-7 0,-2-2-12 0,0 2-10 16,-1-3-2-16,-1 2-6 0,-3-1-12 0,0 1-4 16,-1-3-9-16,-1 1-3 0,-2 0 6 0,-2 0-3 15,-6-1 3-15,-3-1-4 0,-4 4 5 16,-4-3-6-16,0-1 6 0,0-2-5 0,-5 0-1 0,4 1 5 16,0-3-1-16,1 0-3 0,4 0 4 0,4 0-3 0,-3-2 4 15,7 1 8-15,-1 1-1 0,3-3-5 0,2-1-23 16,2 4-17-16,6-7-4 0,2 0-4 0,6-1-7 15,4 0-7-15,1-2-3 0,5-3-1 0,6-1-33 0,0 2 7 16,3-1-8-16,1-2-2 0,-4-1-7 16,0-2-2-16,-2 0 3 0,1-3 14 0,-6 3 7 15,3-3 11-15,-6 3 18 16,-4-2 20-16,-5 6 33 0,1-2 18 0,-3 0 35 16,-2 1 20-16,-3 4 8 0,3-1 20 0,-4 0 11 15,1 3 12-15,-1-1 3 0,-2 3-3 0,0 0-6 16,2 2-13-16,-1 0-10 0,1 1-14 0,-2 0-13 15,-1 4-9-15,3-5-24 0,-3 2-24 0,0 3-19 16,0 0-2-16,0 0-6 0,-3 15 2 0,1-5-1 16,-5 7 0-16,2 10 2 0,-4 2-4 0,3 5 4 0,-4-1-2 0,1 12 4 15,-3 2-3-15,2 0-4 0,1-1 5 0,4-13 2 16,-2 3-2-16,5-6 1 0,-6 0 2 0,7-1-5 16,-1-10 10-16,0-1-4 0,1-2 2 0,-2-5-1 15,3-4 0-15,-1 5 2 0,1-7 5 0,0 0 26 16,0-1 34-16,-2-1 35 0,2-3 29 0,0 0 11 15,0 5 0-15,0-5-17 0,0 0-8 0,-2-14-29 0,6 4-23 0,-3-7-16 16,3-4-21-16,0-6-16 0,1 0-4 0,5 1-1 16,-2-1 10-16,1 5-8 0,-3 5-4 0,2 0 3 15,-3 1-2-15,2 5 2 0,-1 1 0 0,3 1-5 16,-1 1-2-16,1-1-2 0,1 5-2 0,1-1 1 16,0 2-2-16,2 3-5 0,0 0-10 0,1 3-15 15,-1 1-9-15,-3 1-9 16,4 2-8-16,-2 0-11 0,-1-1-8 0,-3 4-4 15,0-3-7-15,-6 2-12 0,1-2 2 16,-3 1 9-16,-4-3 9 0,-1 2 10 0,-4 0 4 16,-9-1 13-16,1 0 3 0,-4-3-6 0,-1-1-7 0,-5-2-22 15,7 0-24-15,-2-5-35 0,3-1-35 0,1 1-172 16,0-3-379-16,5-1 168 0</inkml:trace>
  <inkml:trace contextRef="#ctx0" brushRef="#br0" timeOffset="188557.07">20069 11604 132 0,'5'-3'237'0,"-1"3"-23"0,4-3-27 16,-2 3-20-16,4 3-15 0,2-3-21 0,-2 4-11 15,3 4-7-15,2 0-14 0,-1 3-11 0,0 1-7 16,-2 2-9-16,-1 1-10 0,-3 0-2 0,1 2-12 16,-5 0-1-16,0 3-5 0,-2-3-3 0,-3 4-5 0,-2-4-7 0,-1 2-1 15,-2 1-3-15,0-6-3 0,-1 0-2 0,-3-6-2 16,4 4 4-16,-1-5-1 0,1-1 7 0,-2 0 12 16,6-3 23-16,-2 1 23 0,1-1 30 0,-2-2 18 15,5-1 7-15,0 0-5 0,0 0-7 0,-4-11-23 16,8 0-27-16,1-4-29 0,4-2-20 0,9-6-25 15,4 0-22-15,1-2-25 0,4 0-17 0,11-7-6 0,-10 12 1 16,3-2-2-16,2 4 0 0,-1 1-4 0,-3 5-2 0,-2 1-5 16,0-2 3-16,-1 5 3 0,-7 3 8 0,0 0 8 15,0 1-2-15,-1-1 11 0,-4 2 3 0,0 0 5 16,-1 2 4-16,-3-3 5 0,1 2 20 16,-4-1 14-16,-1 0 10 0,1 2 9 0,-2-2 15 0,-1 3 8 15,-1-2-2 1,-3 2-3-16,4-5-6 0,-4 1-3 0,0 4-4 15,0 0-4-15,0-5-1 0,0 5-5 0,0 0-3 16,0 0-3-16,-5-3-2 0,5 3-2 0,0 0-1 16,0 0-2-16,-12 2 1 0,12-2-5 0,-11 6 2 0,2-1-2 15,-1 1 3-15,-4 2 0 0,0 4-2 0,0-3-1 16,-3 1-3-16,3 4 0 0,-4 0-5 16,6 2 5-16,-8 2-4 0,8-3 5 0,-4 5-3 0,6 0 3 0,-2-6-3 15,2 3 3-15,3 0-1 0,2-1 0 0,1-4 1 16,1-1 4-16,2 2-2 0,1-2 4 0,1 0 9 15,3-3 6-15,2 1 9 0,1-1 4 0,3-3 5 16,-1-1-3-16,3 0 4 0,0-4 8 0,0-1 2 16,2-2-2-16,-1-3-2 0,2-2-4 0,-1-1-7 0,0-3 3 15,-1-1-7 1,-3-4-6-16,-1 2-4 0,-1-1-10 0,-2-1-9 16,-2 2-14-16,-3 2-3 0,-1 2-4 0,-1-1-10 15,-2 0-10-15,1 3-14 0,-3 0-19 0,-3 2-24 16,4 0-30-16,-1 4-38 0,1 0-46 0,0 0-180 15,4 3-424-15,-2-4 188 0</inkml:trace>
  <inkml:trace contextRef="#ctx0" brushRef="#br0" timeOffset="189196.44">21106 11573 149 0,'0'0'197'16,"1"-5"-9"-16,-2 1-22 0,1 4-19 0,-3-4-13 15,0-1-24-15,3 5-5 16,-7-2-13-16,7 2-9 0,-17 2-16 0,8 1 1 16,-4 2-16-16,-2 1 1 0,-2 4-7 0,2 1-8 15,-8 4-5-15,1 2-3 0,1 1-7 0,-1 1 0 16,4 1-2-16,-1 1 0 0,5-4-8 0,4-3 3 15,-1 2-2-15,5-6 5 0,0 1 1 0,-1-1 1 0,6-2-5 16,-2-1 15-16,2 0 24 0,2-2 20 16,2 0 16-16,2-3 10 0,0-2 9 0,4 0-2 0,1-3 0 0,1-1-4 15,2-1-11-15,3-2-5 0,2-1-10 0,1-2-13 16,-4 0-3-16,2 1-8 0,-2 1-8 0,-1 3-3 16,-1-1-1-16,-4 1-4 0,2-1-5 0,-3 5-3 15,1-5-10-15,0 6 8 0,-4-1-19 0,4 1-5 16,0 0-4-16,1 1-10 0,0 2-15 0,1 1-21 15,1 0-23-15,-1 2-40 16,3 0-48-16,1 0-60 0,0 1-258 0,-2-4-514 16,-2 2 227-16</inkml:trace>
  <inkml:trace contextRef="#ctx0" brushRef="#br0" timeOffset="189913.86">21382 11650 145 0,'0'0'235'0,"0"-4"-20"16,0 4-18-16,0 0-15 0,0 0-19 0,1-4-20 0,-1 4-11 15,0 0-17-15,7-1-7 0,-3 0-15 0,-4 1-5 16,9 0-14-16,-9 0-7 0,14 0-8 0,-5-1-3 16,0-1-7-16,1 0-3 0,3-1-8 0,-3 1-2 0,4-3-3 15,-1-1-4-15,1 2-4 0,0-4-4 0,3 2-2 0,-6-2-5 16,4 0 1-16,-3 0-7 0,-2 0 3 15,1 1-1-15,-2-3-1 0,-2 4-2 0,-2-2 0 16,3 1 1-16,-3 2 7 0,-2 1 10 0,-1-1 2 16,2 0 2-16,-4 1-11 0,1 0-2 0,-1 1-3 15,0 3-4-15,-5-4-1 16,0-1-1-16,-4 4-7 0,4 1-1 0,-6-1-3 16,-1 1-1-16,2 1-2 0,-2 1-2 0,0 2 0 15,1 1 2-15,-5 2-4 0,4 1-1 0,2 1 1 16,-4 0 3-16,8 2 3 0,-2 1-4 0,-1 2 1 15,4 0 1-15,1 3 3 0,4-1 2 0,0 0 1 16,1 0 3-16,6 0 2 0,4-4-7 0,-2 1 8 16,8 0-5-16,1-3-8 0,1 0-7 0,-1-3-16 0,11-3-2 0,-8-3-5 15,0-1 2-15,2-5 4 0,-5-1 5 0,12-2-2 16,-14-5 10-16,7 0 7 0,-2-6 12 0,-7 5 3 16,2-9 11-16,0 2 0 0,-4-5 7 0,1 4 18 15,1 1 5-15,-3-3 5 0,-3 7 18 0,1-2 7 16,-4 2 11-16,3 1 21 0,2 2 21 0,-7 1-4 15,-2 4 1-15,4 0 10 16,-2 3-9-16,-2 0-3 0,2 0-16 0,-1 1-4 16,0 1-12-16,-1 2-19 0,-1 2-7 0,1-7-16 15,-1 7-10-15,3-4-24 0,-3 4-41 0,0 0-27 16,0 0-4-16,0 0 4 0,0 0 3 0,-3 16 12 16,2-4 2-16,0 5-2 0,-2 2 7 0,2 6 7 15,-2 4 4-15,-1 2 2 0,-1-2-1 0,0 0 4 16,0-1 3-16,1-3 3 0,0-6-3 0,3-4 4 0,-3-2 13 15,4-3-12-15,0 1 1 0,0-6 6 0,0-1 5 16,0 3 27-16,0-5 10 0,4 1 2 0,-4-3-3 0,10-3-1 16,3 2-5-16,-1-4-1 0,-1 2-4 0,-1 1-5 15,-1-1 4-15,0 1-7 0,-3 0 5 16,1 2-12-16,1 0-3 0,-1 0-5 0,0 1-9 16,2 3-33-16,0 0-23 15,-1 5-36-15,3 6-43 0,-4-2-74 0,1 3-110 16,-7-3-186-16,4-1-550 0,-1-1 244 0</inkml:trace>
  <inkml:trace contextRef="#ctx0" brushRef="#br0" timeOffset="191147.36">12792 13332 106 0,'0'-3'268'16,"0"3"-6"-16,0-6-6 0,0 6-5 0,1-7-11 15,-1 3-17-15,0 4-11 0,4-5-23 0,-4 5-16 16,0-5-14-16,0 5-10 0,0-4-17 0,0 4-14 16,0 0-10-16,0-4-16 0,0 4-9 0,0 0-10 15,0 0-12-15,0 0-13 0,0 0-27 0,0 0-19 0,0 0-24 16,0 0 1-16,0 0 0 0,0 13-3 16,0-4 2-16,-5 4 4 0,5-1 1 0,-4 4 2 15,4-1 5-15,-4 0 0 0,4-1 16 0,-1 1-1 16,-2-1 1-16,2-4 0 0,1 0-3 15,0 1 1-15,0-3 2 0,0-1-2 0,0-2 1 0,0 0 3 16,0 0-5-16,-1-2 0 0,-2 1 6 0,3-4-1 16,0 5 0-16,0-5 1 0,0 4 1 0,0-4 0 15,0 0 1-15,0 0 2 0,0 4 0 0,0-4 0 16,0 0-6-16,0 0-11 0,0 0-18 0,0 0-20 16,0 0-19-16,0 0-19 0,0 0-168 0,0 0-213 15,-9-17-497-15,7 9 221 0</inkml:trace>
  <inkml:trace contextRef="#ctx0" brushRef="#br0" timeOffset="191554.72">12807 12982 135 0,'-5'-2'135'16,"0"-1"-13"-16,-4 1-10 0,0 2-16 0,0 0-12 0,-5 2-1 15,1 1-13-15,-6 5-15 0,-2 6 0 16,-1 3-10-16,-4 3-5 0,2 4-3 0,0 4-8 0,-2-1 0 0,0 14 1 0,2 0-5 0,2 1-2 16,2 1 30-16,5 3-2 0,4-11-1 0,-3 11-5 15,7-13 5-15,2-2 2 0,-2 1 7 0,7-1 1 16,3 1 12-16,1-3-4 0,2-5 5 0,4 1 3 16,5-2 11-1,2-5 4-15,6-2 5 0,1-1-1 0,11-6 4 16,1-4-4-16,3-1-2 0,18-8 7 0,-4-1-1 15,0-4-1-15,-3-6 1 0,-14 3 19 0,0-3-22 16,0-3 1-16,1-11-4 0,-7 6-14 0,-5-3 0 16,3-16-9-16,-7 0-13 0,-5-6-19 0,-6-2-18 15,-6 0-7-15,-4 3 3 0,-10 2-9 0,0 11-14 16,-3 0 0-16,-6 5-11 0,-4 2-1 0,-4 3-8 0,-5 5-2 16,2 5-5-16,-5 3-4 15,0 6-13-15,1 3-17 0,-2 4-25 0,4 6-41 16,1 2-38-16,3 6-38 0,5 4-61 0,2 2-158 15,7-1-464-15,8-4 205 0</inkml:trace>
  <inkml:trace contextRef="#ctx0" brushRef="#br0" timeOffset="191964.22">14387 13216 143 0,'0'-6'234'0,"1"1"-18"0,0 1-20 0,-1 4-18 16,0-5-22-16,1 2-20 0,-1 3-18 0,0 0-24 0,2-3-11 15,-2 3-10-15,0 0-11 0,1 11-4 16,-2-1-14-16,-1 1-5 0,1 6-6 0,-1 3-4 16,0 1-4-16,-2 5-4 15,1-1 3-15,-1 4-5 0,-1-2-1 0,2 0 1 16,1-1-3-16,-1-2-2 0,-2-5-2 0,1-1 5 15,1-1-5-15,-4-1 0 0,3-4-25 0,2 0-13 16,-5-4-26-16,6-1-13 0,-3 3-13 0,0-5-23 16,0 0-51-16,-3-4-117 0,0-1-292 0,7 0 129 15</inkml:trace>
  <inkml:trace contextRef="#ctx0" brushRef="#br0" timeOffset="192318.09">14355 13043 197 0,'-3'-2'185'0,"3"2"-21"16,-1-4-23-16,1 4-3 0,0 0-23 0,0 0-15 16,0 0-8-16,0 0-19 0,10 9-9 0,-2 0 4 0,6 4 1 15,6 6-6-15,3 0 4 0,1 2-6 0,5 0 2 16,0 7-3-16,8 1-13 0,-11-2-5 0,6 9 2 15,-12-7-5-15,-1 0-3 0,-4-1-8 0,-3 1-8 16,-2 0 9-16,-5-2 7 0,-7-4 1 0,-1-2-8 0,-10 1 10 16,-1 0-9-16,-2-8 2 0,-10 4 3 0,-2 0-3 15,-2-3 1-15,-5-3-2 0,-1 1 0 0,2-3-1 16,-1 1 2-16,1-3-1 0,2-1-4 0,2 0-1 16,10-2-6-16,-2 2 0 0,9-4-1 0,2 1-4 0,3 0-12 15,1-3-2-15,1 2-1 0,4 0 6 16,2-3-2-16,6 9-14 0,3-7-39 0,9 2-53 0,11-1-79 0,2-3-196 15,1 0-409-15,0-4 180 0</inkml:trace>
  <inkml:trace contextRef="#ctx0" brushRef="#br0" timeOffset="201809.29">16160 13242 87 0,'3'-5'140'0,"-2"2"-4"0,-1 3 3 16,2-5-7-16,-2 5-7 0,0-4-17 0,0 4 4 15,0-5-3-15,0 5-10 0,0 0-12 0,0 0-6 0,-4-5-12 16,4 5-10-16,-9 1-13 0,9-1 2 0,-17 6-10 16,2 1-9-16,-4 1-4 0,1 1 6 0,-8 6-8 15,-1 2-3-15,0 0-2 0,3 3-2 16,0 3-3-16,2-3-2 0,-1 1 4 0,0 1-4 0,8-1-3 0,-2 0-5 0,8-5 3 16,0 1 12-16,4-2 0 0,0-3-6 15,5 1-3-15,0-2 1 0,5 1 2 0,0-2 2 16,8 0-3-16,2-1 3 0,6-1-1 0,6-4-3 15,3 0 0-15,6-4-1 0,1-1 3 0,-4-2-4 16,2-4 0-16,-2 0 1 0,-4-3-3 0,-2 1 2 0,-4-4 1 16,-5 4-1-16,-4-3-1 0,-1-1 2 0,-8 4 7 0,0-3 3 15,-2-2 6-15,-1 1 1 0,-7-2-1 0,3 6 0 16,-6-3-6-16,-4 0-5 0,-3 0 0 0,-2 4 1 16,0 1-4-16,-2 1-9 0,1 1-4 0,-4 2-6 15,2 1-11-15,0 2-11 0,1 0-27 0,6 1-18 16,2 2-33-16,-1-2-30 0,7 1-27 0,0 2-119 15,0-1-305-15,5 0 135 16</inkml:trace>
  <inkml:trace contextRef="#ctx0" brushRef="#br0" timeOffset="202174.81">16602 13012 134 0,'2'-3'177'0,"-2"0"-22"0,0 3-16 16,0 0-16-16,2-4-26 0,-2 4-10 0,0 0-11 15,0 0-5-15,3 12-9 0,-3 0-7 0,1 5-14 16,0 7-3-16,-1 6-5 0,-1 3 0 0,-2 1 3 16,1 14-11-16,-3 1 0 0,0-1-3 0,1 1-2 15,-4-3-7-15,2 0 10 0,2-13-5 0,0 1-4 16,0 0 6-16,0-5-4 0,-1 3-4 0,3-5 0 0,-1-4 3 0,1-5-2 16,-2-1 0-16,1 0-2 0,-1-5-5 0,1-1-14 15,0-2-10-15,2-5-7 0,-3 2 4 0,2-1-30 16,-1-2-59-16,3-3-124 0,0 0-253 0,-10-10 112 15</inkml:trace>
  <inkml:trace contextRef="#ctx0" brushRef="#br0" timeOffset="202473.07">16592 13309 198 0,'-4'-4'197'16,"4"4"-22"-16,0 0-16 0,0 0-17 0,0 0-13 0,0 0-13 0,17 7-15 16,-7-3-2-16,7 6-10 0,-1-2-10 0,7 7-6 15,0-2-5-15,-5 0-10 0,4-1 8 0,-7 2-21 16,-3-2-7-16,-2-4-5 0,-1 4-6 0,-3-3-7 16,0-1-11-16,-1-1-6 0,-4-2-2 0,-2 2 2 15,-3 0 2-15,-4-1-1 0,-2 3 1 0,-8-4-2 16,-1 4 16-16,0-4-18 0,-3 0-2 0,-5 0 2 0,-4 0 3 0,10-1-2 15,-6-1-1-15,0-1-1 0,7 1-2 0,2-1 3 16,5 0 0-16,3-2-14 0,1 1-19 0,1-1-36 16,8 0-32-16,0 0-32 0,0 0-140 0,0 0-294 15,23-10 131-15</inkml:trace>
  <inkml:trace contextRef="#ctx0" brushRef="#br0" timeOffset="202874.03">17057 13452 55 0,'-4'-2'259'0,"4"2"-16"0,0 0-21 15,0 0-21-15,0 0-20 0,-5 0-18 0,5 0-18 16,0 0-24-16,0 0-14 0,16-6-11 0,-6 5-16 0,9-5-15 15,0 2-17-15,-1 1-12 0,12-6-9 0,-2 2-10 16,0-3-8-16,-1 2-3 0,-2-1-7 0,3-3-1 16,-10 3 0-1,1-2 0-15,-1-1 3 0,-4 1-3 0,-1 1 12 16,1-3 4-16,-6 2 9 0,-3 5 2 0,1-6 10 16,-2 3 6-16,-3-1-2 0,-1 3-6 0,-2 0-6 15,-1 2-3-15,-2-3 0 0,-4 3-5 0,-1 1-2 16,-3 0-6-16,2 4 2 0,-6 0-6 0,0 4-1 15,-2-1-3-15,5 3 4 0,-5 5-8 0,4-1 1 16,-2 3 1-16,6 2-6 0,-6 6 5 0,8-4-1 0,1 1-3 0,1-2 4 16,6 4 0-16,1-3-3 0,1 0-12 0,4 2-7 15,1 0-14-15,3-5-18 0,3 1-42 0,4-3-34 16,-2-4-218-16,-1-3-376 0,1-1 166 0</inkml:trace>
  <inkml:trace contextRef="#ctx0" brushRef="#br0" timeOffset="203227.73">17532 13215 115 0,'4'-4'201'0,"3"1"-17"0,-2 3-20 15,-5 0-18-15,10 3-17 0,-1-1-12 0,4 2-11 16,1 7-13-16,-4 0-5 0,0 4-10 0,2-1-10 15,-3 2-7-15,-1 4-7 0,2 2-8 16,-5-2-1-16,1 4-6 0,-5-7-6 0,2 2-4 16,-4 8-1-16,-1-10 2 0,1 0 2 0,-3-1-9 0,0-3-7 15,1-4 7-15,-2-1-2 0,2 0 6 0,2-2 7 16,-2-1 10-16,2 0 16 0,0-1 28 0,-1-1 32 0,2-3 33 0,-1 5 32 16,1-5 15-16,0 0-20 0,0 0-10 0,0 0-6 15,-1-16-41-15,5 5-5 0,1-1-21 0,1-4-11 16,4-2-19-16,2-3-23 0,3-4-18 0,1 5-11 15,0-1-11-15,2 2-8 0,-7 4-17 0,5 3-17 16,-10 2-19-16,7 1-16 0,-4 1-33 0,-1 3-31 16,2-1-37-16,-2 3-37 15,-2-1-41-15,0 4-232 0,2 0-524 0,-8 0 232 16</inkml:trace>
  <inkml:trace contextRef="#ctx0" brushRef="#br0" timeOffset="204476.67">18299 13243 202 0,'-4'-4'191'15,"-1"2"-16"-15,-2-2-15 0,0 3-16 0,0-2-17 16,-5 2-14-16,1 0-9 0,-2 2-13 0,-5 1-13 0,0 2-9 15,1 4-7-15,2-1-7 0,-2 3-9 0,2-1-4 16,-1 3-6-16,-1 3-1 0,4 1-5 0,1-1-3 16,0 0-2-16,3 1-3 0,0-2-4 0,4-2 2 15,1-1-4-15,0-1 1 0,4 0 1 0,-1-3 3 16,2 0 17-16,1-2 12 0,3-3 12 0,0 2 11 16,1-1 3-16,3-3 5 0,1-2 2 0,2-3 4 15,1 0-5-15,-2 1 2 0,2-4-6 0,2-1-1 0,-1-4-7 16,-1 1-2-16,-2-1-6 0,2 0-6 0,-4 4-4 15,1 0 3-15,-2 1-1 0,0 0-5 16,-3 3 1-16,-1-2-9 0,2 4-1 0,-3 0-6 16,-1 1-12-16,1-2-10 15,-2 2-15-15,-1 2-10 0,7-1-2 0,-7 1 1 16,7 7-3-16,-1-2-1 0,2 0-3 0,0 3-2 16,0-1 0-16,3 7 0 0,1-4-7 0,-3-1-10 15,3 4-11-15,1-4-8 0,1 2-9 0,-4-2-10 16,1-3-5-16,0-2-9 0,-2 0 1 0,-3-1-3 0,6-3-2 15,-6 0 7-15,3-5-3 0,1 1 7 16,-2-4 8-16,0-1 14 0,-2-6 8 0,3 1 18 0,-3-2 11 0,2-2 13 16,-1-5 13-16,-1-3 10 0,0-2 6 0,-1 1 1 15,1-1 4-15,-1 0 10 0,0-1 9 0,1 2 18 16,-2 3 16-16,0 4 15 0,-2 9 13 0,0 0 3 16,-1 0-2-16,0 4 0 0,2 1-14 0,-2-1-16 15,0 2-9-15,-1 2-15 0,2-1-30 0,-2 4-31 16,0 0-20-16,0 0 1 15,0 0 0-15,0 0 3 0,-4 17 2 0,4-5 4 16,-3 6-1-16,3 7 4 0,-4 2 3 0,2 4 2 16,0-3 1-16,-1 1 2 0,1-1 2 0,1 1-1 15,-3 0 6-15,6-3-1 0,-4-6 1 0,2-3 1 16,0 0 2-16,-1-6 4 0,1-2-4 0,1-2-1 16,-2 1 5-16,1-3 3 0,0-1 2 0,-1 1 24 15,1-2 25-15,0-3 12 0,0 0-2 0,0 0-9 0,0 0-3 0,0 0-7 16,-9-8-8-16,4 1-4 0,-2-1-6 0,0 1-1 15,0-3-5-15,0 4-1 0,-4-2-9 16,1 1 0-16,0 0-7 0,-2 2-2 0,2-2-3 0,0 3-6 16,-3-1-3-16,4 1-3 0,2 0-8 0,0 3-9 15,3-1-8-15,-2-1-13 0,2 3-17 0,4 0-14 16,-6-2 4-16,6 2 7 0,0 0 7 0,0 0 6 0,0 0 2 16,27-2 5-16,-7 2 0 0,2-3-1 0,7-1 4 0,7 3 2 15,2-2 7-15,20-3 5 0,-6 1 4 0,3 0-4 31,-16 2 6-31,1-4-1 0,-4 2-4 0,0 0 12 0,-3-2-8 0,-3 1 0 0,-1-2 8 16,-7 1 1-16,-4-1 9 0,-6 4 16 0,1 1 23 16,-2-2 20-16,-3 0 15 15,-1 3 6-15,-1-2 9 0,0 1-4 0,-2 0-10 16,-3 0-8-16,2 0-6 0,-3 3-9 0,-3-6-2 16,3 6-9-16,-5-2-3 0,0-1-4 0,5 3-3 15,0 0-13-15,-14 5 0 0,6-3-5 0,0 4-5 16,1 1 0-16,-2 0 1 0,-5 5-1 0,5-2 1 15,0 2-3-15,-2 1 0 0,2 0 4 0,1 2-1 16,0 0-5-16,1-1 2 0,3-2-1 0,0 3-11 0,4-3 7 0,0 0-5 16,2 0 4-16,0 0 1 0,3-3 5 0,5 0 4 15,-2-3 4-15,2 2 3 0,2-1 5 0,-2-1 4 16,0-3 11-16,2 0 14 0,-6-3 19 0,3 1 11 16,-1-2 7-16,-2-2 3 0,-1-1 1 0,4-4-7 15,-4 2-5-15,0-2-5 0,-3-4-13 0,0 2-14 16,-6-1-9-1,2-2-15-15,-4 3-9 0,-1 0-4 0,-5-4-8 0,1 2-17 16,-6 4-16-16,2 1-14 0,-2 2-18 0,4 1-20 16,0-1-25-16,-3 5-38 0,6-3-43 0,-2 3-41 15,5 0-46-15,1 3-143 0,6-3-460 0,-7 0 205 16</inkml:trace>
  <inkml:trace contextRef="#ctx0" brushRef="#br0" timeOffset="204815.17">19223 13242 118 0,'4'-3'219'0,"-4"3"-18"0,10 0-25 0,-10 0-17 0,10 3-19 0,-2 0-13 16,2 1-16-16,2 2-12 0,3 3-8 0,-1 3-7 15,-2 1-9-15,2 0-6 0,-4 2-7 0,1 2-6 16,0 6-5-16,-4-8-6 0,0 5-2 0,-5 0-2 15,2-2-6-15,-5-1-5 0,-2-2-1 0,-2 2 4 16,-1-5-2-16,-2 2 3 0,-4-4-3 0,0-2 2 16,0-2 2-16,0-2 11 15,0 0 31-15,3-4 34 0,0 0 21 0,3-3 10 16,-2 1 6-16,3-3 23 0,0-5-37 0,1 0 0 16,6-4-21-16,6-3-14 0,5-8-4 0,6 1-17 15,7-2-32-15,-2 0-30 0,17-6-35 0,-1 0-37 16,-2 1-40-16,-5 11-51 0,-1-1-61 0,14-1-62 15,-17 10-231-15,0 1-543 0,-1 1 240 0</inkml:trace>
  <inkml:trace contextRef="#ctx0" brushRef="#br0" timeOffset="206118.72">20452 13164 141 0,'0'-5'157'0,"2"0"1"0,-2 5-8 0,2-6-10 16,-2 6-4-16,2-5 1 16,-2 2-12-16,0 3-3 0,1-5-13 0,-1 5-2 15,0 0-5-15,1-5-8 0,-1 5-4 0,0 0-9 16,0 0-7-16,1-3-9 0,-1 3-6 0,0 0-9 15,0 0-6-15,3-2 1 0,-3 2-14 0,0 0-6 16,0 0-9-16,0 0-3 0,0 0-6 0,6 12-1 16,-4-5-7-16,-1-1 10 0,3 5-10 0,-3 4 1 15,0 2 3-15,-1-2-5 0,0 2 2 0,1 1 1 0,-1 0-5 0,-1 1 3 16,2-1 3-16,-2 1 2 0,0-2-7 0,1-5 4 16,0 0 1-16,0-2-2 0,0 0 1 0,1-4 4 15,-1-1 1-15,-1 1 1 0,1-2 27 0,0-2 48 16,-1 3 36-16,1-5 22 0,0 0-16 0,0 0-13 15,14-9-7-15,-4 1-17 0,0-2-7 0,4-2-7 16,2-1-12-16,4-5-3 0,-6 5-8 0,5-5-4 0,3-2 3 0,-5 8-20 16,-3 0 4-16,0 1-3 0,-4 3-3 0,-2 0-8 15,-1 3 4-15,1 1-3 0,-3 1-14 0,0 1-7 16,-1 0-15-16,-4 2-1 0,11 3-3 0,-5-2-1 16,-1 4-2-16,1 2 2 0,1 1 0 15,-1 1 5-15,0 1 1 0,-2 2 1 0,1-2-2 0,0 5 6 16,-1-2 1-1,1-1 0-15,0-1 1 0,-1 1 2 0,-3-1-2 16,2-3 8-16,1-1-3 0,-3-2 3 0,1 1 0 16,0-2 3-16,-2-2 2 0,0-2 19 0,4 6 27 15,-3-5 18-15,-1-1-6 0,0 0 2 0,14-7-1 0,-6 2 2 16,1-4-6-16,0 1-8 0,4-2-2 16,-2-1-9-16,4-3-2 0,-2 3-1 0,2-1-6 15,-6 3-7-15,4 3-2 0,-4-3-17 0,-1 4 12 0,-2 3-8 0,0-1 3 16,2-1-7-16,-3 1 1 0,1 1-6 0,1 0-3 15,-1 2-5-15,-6 0-4 0,13 2-26 0,-5-2-16 16,1 2-21-16,0 3-26 0,1 0-30 0,0 0-28 16,3 0-39-16,0 1-27 0,0-2-53 0,0 2-227 15,-1-4-546-15,0-1 241 0</inkml:trace>
  <inkml:trace contextRef="#ctx0" brushRef="#br0" timeOffset="206751.26">21256 13298 42 0,'0'0'245'0,"0"0"-16"0,0 0-16 0,0 0-14 15,0 0-10-15,0 0-14 0,0 0-15 0,0 0-16 0,0 0-15 16,0 0-13-16,0 0-12 0,18 0-11 16,-13-1-13-16,7-1-15 0,2 2-16 0,-1-2-9 15,-1-2-11-15,6 0-6 0,0-1-6 0,-1 3 0 0,1-4-1 16,-2 0 4-16,0-1-8 0,0-2-1 0,-2 1 1 15,-1-2-3-15,1 0-1 0,-5 1 2 0,1 1-3 16,-2-1 8 0,-2 2 1-16,-1-3 10 0,-1 5 2 0,0 0 5 15,0 0 1-15,-3 0-4 0,-1 0-9 0,-1-1-8 0,1 6-1 0,-6-5-6 0,0 4 5 0,-1-1-8 32,-5 1-4-32,2 2-1 0,-3 2-3 0,-1-1-5 15,0 1-3-15,1 4-7 0,-1 2 4 0,3-2-4 0,-1 1 1 0,1 3 4 0,4-1 2 0,-1 0 0 0,2 2 5 31,4 0-2-31,2 1 0 0,4 3 5 0,3-1 2 0,7 0-4 16,-1 1 2-16,10-3 9 0,4-1-9 0,0 0-3 16,5-4-3-16,2-2-5 0,2-4-5 0,1-3-4 15,1 0-2-15,3-1 2 0,-5-5 2 0,-1-1 1 16,-3-2 3-16,-2-1 1 0,-5-4 7 0,-4-3 8 16,2 0 3-16,-5-6 13 0,3 2 15 0,-4-4 1 15,-4-2 7-15,0-1 4 0,-2-2 3 0,-2 4 6 0,4 1 15 0,-4 2 9 16,-2 6 16-16,0 2 3 0,-3 4 6 0,0 1 5 15,0 0-2-15,-1 4-13 0,0-1-5 0,-2 4-14 16,1-1-15-16,0 2-13 0,-2 1-32 0,0 2-27 16,1-5-33-16,-1 5-8 0,0 0 6 0,0 0 2 15,0 0 10-15,-6 19-5 0,2-4 6 0,0 3 2 16,-2 7 7 0,0 0 3-16,-1 3 0 0,1 2 5 0,-1-1 8 0,2 0-4 15,-1 0 3-15,1-3 2 0,1 2 2 0,1-10 1 16,1 2 2-16,-1-3 0 0,2-7 2 0,0 4 0 15,-3-4 2-15,3-3 1 0,1 2 1 16,-1-4 5-16,1-2 2 0,-2 0 3 0,1 1 2 0,1-4 2 16,-1 5 1-16,1-5 0 0,0 0-2 0,0 0-19 15,0 0-39-15,0 0-45 0,-13-12-47 0,9 6-60 0,-4-3-205 16,3 0-438-16,0-2 193 0</inkml:trace>
  <inkml:trace contextRef="#ctx0" brushRef="#br0" timeOffset="206973.84">21779 13157 123 0,'0'0'247'0,"0"0"-16"0,-4-1-19 0,4 1-20 16,0 0-20-16,13-4-18 0,-2 0-12 0,6 3-10 16,3-3-11-16,11 0-9 0,0-3-13 0,2 2-10 15,1 3-4-15,-3-2-6 0,0-1-11 0,-11 3-4 16,3-1-12-16,-4 0-1 0,-6 0-5 0,0-1-5 15,-3 3 3-15,-5-2-6 0,4 0-8 0,-1 2 5 0,-4 0-5 0,-2 0-13 16,2-1-15-16,0 0-19 0,-4 2-23 0,0 0-31 16,0-5-34-16,0 5-40 0,-4-6-42 0,4 6-171 15,-6-1-386-15,6 1 171 0</inkml:trace>
  <inkml:trace contextRef="#ctx0" brushRef="#br0" timeOffset="207421.69">22388 12915 36 0,'2'-6'256'0,"0"2"-7"15,1 3-25-15,-3 1-20 0,2-6-24 0,-2 6-23 16,3-2-16-16,-3 2-16 0,0 0-19 0,0 0-10 15,0 0-12-15,6 5-11 0,-4 2-8 0,0 3-7 16,-2 2-9-16,0 7-6 0,-1 7-3 0,-3-1-5 16,-1 3-3-16,-3 2-1 0,1 3-4 0,-1-2-4 15,0 1-1-15,2-3-2 0,-2 0-4 0,-1-4-1 0,4-4-1 0,1-4 0 16,0-7 0-16,3 2-4 0,-3-2 2 0,4-2 3 16,-2-1 27-16,-1-3 35 0,3-1 40 0,0 1 46 15,0-4 35-15,0 0 24 0,0 0-16 0,0 0-23 16,0 0-15-16,17-14-22 0,-11 7-16 0,7-7-11 15,-3 0-4-15,6 2-31 0,-1-5-17 0,0 5-15 16,1-1-6-16,-5 4-7 16,-1 0-7-16,-2 2 4 0,0 0-11 0,-4 3 2 15,1 1-8-15,1-2-9 0,-2 3-25 0,2 1-19 16,-1 1-16-16,-5 0-11 0,12 3-15 0,-6 1-12 16,1-1-11-16,3 3-7 0,1 0-10 0,-2 4-16 15,4 0-20-15,6 2-29 0,-1-3-28 0,-3 3-27 16,6-4-16-16,-3 2-25 0,3-3-178 0,0-1-492 15,8-2 218-15</inkml:trace>
  <inkml:trace contextRef="#ctx0" brushRef="#br0" timeOffset="207769.28">23008 13176 48 0,'4'-7'220'0,"-3"2"-15"0,-2-2-20 16,1-2-16-16,-1 4-17 0,-2-1-17 0,-1-1-12 0,-1 3-17 15,0 0-11-15,-1 0-13 0,-1 2-8 0,-2 2-10 0,-1-2-6 16,-1 4-3-16,0 0-9 0,-8 5-5 0,5 0-5 15,-2 3-7-15,3-2-3 0,3 3-2 0,-3 0-7 16,2 0-1-16,-1 2-2 0,4-4-1 0,3 3-1 0,-3-1-2 16,3 0 7-16,4 1-4 0,1-2 1 15,0 2-1-15,5-2 9 0,3 2 11 0,-2-3 2 16,6-4 7-16,4 2-3 16,2 0-1-16,1-4 2 0,0-3-5 0,-1 0-2 15,-4-3 3-15,3-3 7 0,1 0 2 0,-4-1-5 16,-4 0 1-16,4-7-6 0,-5 3-4 0,1-6-9 15,-5 1-5-15,-2-1-13 0,2 3-7 0,-5-4-3 16,-2 1-5-16,-1 5-4 0,-2-4-4 0,-4 1-12 16,-1 8-5-16,1-3-5 0,-4 5-3 0,4-2-10 15,-4 6-10-15,-6 0-13 0,8 1-23 0,-1 0-14 0,3 2-24 0,2 3-12 16,3 0-34-16,-2 2-92 0,6 2-299 0,4-1 132 16</inkml:trace>
  <inkml:trace contextRef="#ctx0" brushRef="#br0" timeOffset="208386.08">23552 13118 87 0,'-10'-2'135'0,"-2"-1"-14"0,1 3-17 15,-1-2-8-15,-3 4-11 0,1-1-10 0,-1 3-4 0,-3 3-15 16,3-2-6-16,-2 3-3 0,4-1-7 0,-2 2 1 16,2 1-9-16,2 2-3 0,3-2 2 0,-1 0-8 15,3-1-1-15,1 3 1 0,3-1-3 0,2-2 3 16,2 1-5-16,1 1 4 0,5-3-1 0,4-1-1 16,4 0 2-16,-2-2 2 0,0-1-2 0,7-1-6 15,-3-3 4-15,0-4-1 16,-2-1 1-16,2-1-3 0,-2-3 17 0,0-1 5 15,-2-2 10-15,-1-4 10 0,-2 1 3 0,2-4 5 16,1-3-2-16,-5-4-3 0,5 3-8 0,-5-6 2 16,0 1-5-16,1-1 9 0,-6 2 7 0,5-1 11 0,-5 0 10 0,1 4 11 0,0 5 7 0,0 2 11 15,-2-1-9-15,2 4-3 0,-4 0 3 16,1 4-2-16,0 2-3 0,1-2-8 16,-3 6-7-16,1-3-11 0,2 2-9 0,-2 3-10 15,-1-4-10-15,0 6-17 0,0 0-19 16,2-6-17-16,-2 6-19 0,0-3-13 0,0 3-9 0,0 0-5 15,0 0 8-15,0 0 0 0,0 0 1 0,0 0 3 16,0 0 2-16,0 0 3 0,-7 15 3 16,5-13 4-16,0 3 2 0,-3 5 1 15,2-1 1-15,1 1 1 0,-5 0 5 0,6 4 1 0,-8 0-1 0,5 1 6 0,0 1-3 0,2-3 2 16,-2 6 1-16,0-1 0 0,0-1 1 0,-1 1 0 16,1-3 4-16,3 4-2 0,0-1-1 15,-2 1 1-15,2-1 2 0,-2 0 1 0,2 3-1 16,-2-1 3-16,3-1-1 0,-1-1 5 0,-3-1-5 15,4-2 0-15,0-1 1 0,0 0 1 0,-1-2 2 0,1 1-3 16,1-1 5 0,2-3 1-16,-1 4 10 0,6-2 24 0,-3 1 13 15,9-4-3-15,6 4 1 0,9-3-3 0,8-1-20 16,1-5-55-16,17 1-87 0,0-8-146 0,-1-4-201 16,-2-6-501-16,-1-10 221 0</inkml:trace>
  <inkml:trace contextRef="#ctx0" brushRef="#br0" timeOffset="210159.69">12549 14701 11 0,'0'0'124'0,"0"0"-10"0,0 0-5 16,0 0-5-16,0 0-9 0,0 0 6 0,0 0-11 15,0 0-8-15,0 0-5 0,0 0-3 0,0 0-1 16,0 0 2-16,0 0-12 0,0 0 7 0,0 0-10 16,0 0 8-16,0 0-18 0,0 0-8 0,0 0 0 15,0 0 5-15,0 0-14 16,0 0 4-16,0 0-9 0,14 0-5 0,-2-1 0 16,4-2-2-16,5 2 0 0,0 1-9 0,8 0 4 15,-1 1-2-15,-7 3 0 0,7-2-3 0,0 2 14 16,-7-3-8-16,-2 4-1 0,3 0-4 0,-3 0 0 15,-5-3-4-15,-2 5-13 0,-1-2-4 0,-1 0-8 16,-2 3-1-16,-3 0-1 0,0 0 2 0,-5 0 4 16,0 1-2-16,-5 3-1 0,-1-2 4 0,-11 3 4 0,3-1-3 0,-5 6 2 15,4-7 1-15,-3 2 2 0,0-2-4 0,0-2 5 16,1 3 5-16,-2-1-7 0,1-2 7 16,2-3 0-16,-2 4 5 0,4-3-6 0,1-1 4 15,3-1-2-15,2-1 0 0,-1 0 2 0,3 0-4 0,-2-2 0 16,4 2 3-16,-1-4 3 0,1 3-8 0,4-3-2 15,-5 3 5-15,0-1 2 0,5-2 1 0,0 0 0 0,-5 1 15 16,5-1 6-16,0 0 4 0,0 0 12 0,0 0 5 16,0 0-1-16,0 0-3 0,-4 3 1 0,4-3-1 15,0 0-5-15,0 0 5 0,0 0 6 0,0 0 0 16,20 0-1-16,-8 0-1 0,0 0-4 0,7 0-7 16,-2 0-20-16,0-2-3 0,4 4 3 0,-1-2-1 15,-2 0-4-15,2 0-2 16,-3 3-1-16,2-3-3 0,-6 0 3 0,1 2 2 15,-2-1-1-15,-1 0-5 0,-2 0 3 0,-1-1-2 16,-2 0 0-16,-1 1 2 0,-5-1-4 0,12 0 3 16,-12 0 0-16,6 0 0 0,-6 0-3 0,0 0 2 15,7-1-2-15,-7 1 1 0,0 0 2 0,8 1 0 16,-8-1-4-16,0 0 4 0,0 0-2 0,4-2-3 16,-4 2-17-16,0 0-16 0,0 0-24 0,0 0-33 0,0 0-39 0,0 0-25 15,0 0-36-15,0 0-119 0,0 0-335 0,0 0 147 16</inkml:trace>
  <inkml:trace contextRef="#ctx0" brushRef="#br0" timeOffset="210692">12848 14491 13 0,'-11'0'71'16,"-2"0"-2"-16,0 0-6 0,-6 1 1 0,2 2 5 15,-2-1-8-15,-1 2-9 0,-7 4 20 0,0 2-16 16,-1 1-9-16,1 4-9 0,2-2 10 0,-2 2-7 15,0 4 3 1,0 2-2-16,5 2-6 0,-1 0-4 0,-1 4-2 0,6-2-10 16,-1 1-1-16,1 3-1 0,3 2 0 15,1-2 3-15,2 3-7 0,3 0 1 0,0-2 3 16,4 0-11-16,0-1 4 0,2 0 2 0,3-1-1 16,3-2-6-16,1-1 11 0,1 0 14 0,1-7 4 15,3-1 10-15,8 4 10 0,2-2 11 0,3-2 4 0,2-2 1 16,4-1 3-16,0-2 0 0,9-4 2 0,-1 1 0 0,3-6-7 15,13-2 1-15,0 0 2 0,-15-2-2 0,18-3-1 16,-2-3-3-16,-14 0 5 0,0-1-1 0,-1-2 4 16,9-8 3-16,-11 1-3 0,-2-1-5 0,9-8-3 15,-4-3-7-15,-11 4-6 0,8-11-1 0,-10-5-2 16,-4 0-6-16,-7 7-5 0,-5-11-2 0,-6 9-4 16,-7-12 1-16,-3 12-2 0,-8-7 2 0,-8-1-12 0,-5 3-1 0,2 15-11 15,-18-6-17-15,-8 6-22 0,-7 8-23 0,-33-2-27 16,24 16-35-16,-28 1-62 0,-1 9-78 15,4 1-172-15,29 0-462 0,-2 1 204 0</inkml:trace>
  <inkml:trace contextRef="#ctx0" brushRef="#br0" timeOffset="214670.36">14716 14569 171 0,'2'-8'183'0,"0"2"-1"0,-2 2 0 15,0-4-7-15,1 4-7 0,2 0-7 0,-2-1-13 16,-1 5-13-1,0-5-9-15,0 1 0 0,0 4-11 0,3-3-28 16,-3 3-33-16,0-6-37 0,0 6-23 0,0 0-2 16,0 0 1-16,1 22 2 0,-2-5 2 0,-2 2 2 0,-2 5-3 15,1 7 0-15,-1-1 2 0,-4 1-1 16,4 2-1-16,0-1 4 0,1-3-2 0,-2 0-1 16,0-1 1-16,2 2-1 0,-2-6 3 0,5-4 2 15,-4-3-3-15,2-4-11 0,1-2 0 0,-1-1 2 0,2-5 6 0,0 2 23 16,-1-2 28-16,-1-1 31 0,3 1 33 0,-1-2 37 15,1-3 17-15,0 0-13 0,0 0-12 0,0 0-12 0,-2-19-11 16,0 6-16-16,4-1-16 0,-2-5-6 0,4-6-10 16,2-3-7-16,1-2-11 0,3-1-7 0,0-1-6 15,0 1-5-15,-1 1-5 0,4-3-4 0,-4 6 2 16,0 2-6-16,-4 7-3 0,3 2 4 0,-3 3-2 0,-1 4-6 16,0 1 0-16,-3 2-8 0,0-1-2 0,3 2-3 15,-4 1-34-15,3 1-27 0,-3 3-33 0,5-4-3 16,-5 4 9-16,0 0 9 0,5 10 9 0,-3-4 7 15,1 6 7-15,2 3 7 0,-1 1 1 16,1 0 8-16,-1 1-2 0,5 0 2 0,-2-1-5 0,2 1 2 16,1-3 1-1,-1 0 11-15,-1-5 2 0,1 1-1 0,3-3 5 16,-1-2 7-16,0 0 1 0,5-4 5 0,-3-2 0 16,2-5 0-16,3 1 3 0,-1-6 4 0,-1 3 10 15,0-6 4-15,5-4-1 0,-3-1 2 0,1-2 6 0,-1 0-5 16,-6 4 5-16,4 1 4 0,-7 0 2 0,-2 8 7 15,-1-4 3-15,2 3 0 0,-2 2 0 16,0-2 0-16,-2 5-9 0,0 0-1 0,0 0-4 0,-3 0-8 0,3-1-26 16,-4 5-20-16,4 0-15 0,-4 0 3 0,0 0 6 15,-3 10 0-15,3 1 0 0,-6 7 6 0,-2 9 5 16,3 5 5-16,-4-1 4 0,0 3-4 0,-1 1 8 16,1 0 0-16,-5 9 6 0,4-9-1 0,2-2 1 15,-1-3 5-15,0-2 1 0,3-3-6 0,1-7 8 16,0 1-3-16,2-9 2 15,-1 0 1-15,2-3 5 0,2 0 13 16,-3-2 26-16,2 1 26 0,1-3 22 0,-1 0 16 0,-1 1 9 16,2-4 14-16,-1 3 3 0,1-3-1 0,0 0-11 15,0 0-18-15,0 0-9 0,0 0-10 0,0 0-10 16,0 0-8-16,0 0-10 0,0 0-11 0,12-7-12 16,-12 7-34-16,0 0-17 0,3-2-20 0,-3 2-27 15,0 0-25-15,0 0-28 0,0 0-30 0,0 0-31 0,0 0-24 0,0 0-44 16,0 0-206-16,-7-7-494 0,7 7 218 15</inkml:trace>
  <inkml:trace contextRef="#ctx0" brushRef="#br0" timeOffset="-214125.06">15251 14962 56 0,'0'0'197'0,"0"0"-17"0,0 0-15 0,0 0-15 16,0 0-17-16,0 0-7 15,0 0-21-15,8-8-12 0,0 7-9 0,2-2-11 16,4-2-6-16,3 1-3 0,1-1-9 0,2-2-4 16,2-1-4-16,2-1-9 0,3-1-1 0,-4-1-2 15,3-1-5-15,-3 1-2 0,0-4-4 16,-7 3-1-16,6-4 0 0,-7 0-3 0,-1 7-1 15,-1-5 12-15,0 3 14 0,-8 2-5 0,4 0 8 0,-4 0-2 16,-2 0-8-16,-2 3-4 0,-1-2-3 0,-1 3-6 0,-2-2-6 16,-2 1 0-16,-5 1-4 0,-2 3-1 0,-7-3 0 15,1 5-5-15,-5 2-3 0,-5 3-1 0,0 1-5 16,1 6 2 0,2-2 0-16,-1 2-3 0,4 5 1 0,7-2-3 0,-2-1-5 15,0 6 0-15,6 1-1 0,1-5-7 0,2 0 6 16,5 2-1-16,1-1 5 0,6 0 3 0,3 0-1 15,6 0 2-15,9 1 0 0,5-1 2 0,9-4 2 16,1 0-1-16,15-1-2 0,-2-5-11 0,1-2-3 16,-11 0-7-16,-3-8 3 0,1 0-5 0,-2-5 4 15,-3 1 6-15,2-1 0 0,-6-6 2 0,-2-4 7 16,-2 1 1-16,-4-1 8 0,-1-7-3 0,1-1 14 16,-6-3-5-16,3-2-1 0,-4-13 4 15,0 12 7-15,-2-2 9 0,-6 4 14 0,4-1 16 0,-2 5 10 0,-3 1 1 16,-1 9 6-16,-4-1-3 0,4 9 1 0,-3-4-7 15,-1 5-4-15,4 0-8 0,-3 2-10 0,-1 2-10 0,0-1-23 16,0 0-28-16,0 4-20 16,0 0 1-16,0 0 3 0,0 0-1 15,-6 18 7-15,2-3-1 0,-1 5 3 0,-4 9 4 0,1 0-2 0,-2 2 7 16,5 2-1-16,-3-1-2 0,-2 0 1 0,6 1-1 0,-3-1 4 0,3-2 1 16,-2-2 2-16,3 0 1 0,1-10 0 0,1-1 2 15,-4-1 0-15,5-3 4 0,-2-4 0 0,2 0 3 16,0-2-1-16,-2 0 0 0,2-3 0 0,-1 1 2 15,2-2 3-15,-1 0 2 0,0-3 1 0,-1 5 1 16,1-5 3-16,0 5-1 0,0-5 2 0,0 0-2 16,-1 4-10-1,1-4-14-15,0 0-15 0,0 0-21 0,0 0-41 0,0 0-82 16,0 0-197-16,-14-10-399 0,10 3 176 0</inkml:trace>
  <inkml:trace contextRef="#ctx0" brushRef="#br0" timeOffset="-213855.63">15707 14872 68 0,'0'0'199'16,"-4"-2"-13"-16,4 2-14 0,0 0-15 0,0 0-15 16,0 0-13-16,20-1-19 0,2-1-9 0,11-2-4 15,4 2-15-15,3 0-6 0,16-2-9 0,0 2-4 16,-5-1-9-16,-11-1-14 15,0 3-12-15,-3-1-9 0,-4 0-5 0,-7-2-9 16,-5 3 0-16,-7-1 5 0,-1 1-1 0,-4 0-4 16,-3-1 4-16,1 1-1 0,-5-2-6 0,-2 3-5 15,0-5 0-15,0 5-1 0,-11-5-3 0,-1 4-7 16,3 1-22-16,-2-1-12 0,-1 1-15 0,-1 0-21 16,2 0-27-16,0 1-14 0,-1-1-102 0,3 1-245 15,-1-1 109-15</inkml:trace>
  <inkml:trace contextRef="#ctx0" brushRef="#br0" timeOffset="-213438.96">16454 14558 58 0,'0'-3'232'16,"4"0"-25"-16,-3-1-20 0,2 1-27 0,-3 3-17 16,0 0-20-16,4-2-13 0,-4 2-13 0,0 0-12 15,6 12-11-15,-5 2-5 0,-2 1-10 0,1 5-2 0,-5 9-10 16,0-3-7-16,-3 6-3 0,-1 0-4 0,0 2-4 0,-4-1-2 16,6-1-3-16,0 1-1 0,-3-2-2 0,1-4-5 15,1 0 2-15,1-9-4 0,2-1-2 16,1-6 1-16,1-2 4 0,0 1 1 0,1-4 12 15,1-2 47-15,0 1 43 0,-1-2 41 0,1 0 36 16,1-3-5-16,0 0-18 0,0 0-22 0,16-13-17 0,0 3-10 0,-2-5-13 16,5-2-11-16,4-2-17 0,-2 0-15 0,2 1-13 15,-3 1-14-15,-4 5-2 0,-1-1-10 0,-2 4-1 16,-2 2-10-16,-2 2-13 0,0-1-16 0,0 3-14 16,-1 1-13-16,-1 2-11 0,4 0-16 0,-1 2-11 15,0 2-16-15,0 3-16 0,4 1-24 0,-2 3-38 16,-1 3-30-1,7-1-46-15,3 3-223 0,-7-2-505 0,4-2 225 0</inkml:trace>
  <inkml:trace contextRef="#ctx0" brushRef="#br0" timeOffset="-213075.79">17113 14824 133 0,'-5'-5'131'0,"-3"3"-6"0,1-3-26 0,7 5 3 0,-19 2-9 16,9 1-15-16,-2 2-4 0,1 2-15 0,-2 0-5 16,0 0-6-16,-1 5-2 0,1 1-9 0,-1-2 2 15,0 2-12-15,4 2-1 0,2-3-1 0,2-1-4 16,1 0 5 0,1 0-16-16,1-1 12 0,3 2 11 15,0-3 13-15,4 1 12 0,5 0 8 0,0-4-4 0,5 0 0 16,3-1-6-16,2-2-5 0,1-3-4 0,1 0-3 15,-1-1 6-15,-3-1 3 0,2-4 9 0,-4 0 4 16,1-2-2-16,-2-4-3 0,-4 3-5 0,0-5-6 16,-1-1-4-16,-4-2-7 0,-2 0-4 15,-3 0-5-15,-2 0-8 0,-4-2-7 0,1 3-4 0,-4 6 0 0,-1-1-7 16,-4 1-4-16,-2 3-5 0,-3 2-6 0,3 1-4 16,-3 4-9-16,6 0-10 0,-1 0-20 0,1 4-34 15,3 1-21-15,1 1-23 0,1 3-7 0,5 1 3 16,2 1-15-16,2 1-113 0,5 1-284 0,5 1 127 15</inkml:trace>
  <inkml:trace contextRef="#ctx0" brushRef="#br0" timeOffset="-212474.03">17710 14864 171 0,'-5'-9'153'15,"0"0"-16"-15,-3 0-14 0,1 2-5 0,-3 1-12 16,-1 0-15-16,-3 0-8 0,3 3-11 0,-7 1-8 16,0 2-7-16,0 0-8 0,0 2-4 0,0 1-2 15,4 1-10-15,0 2-2 0,1 1-9 0,-3 0 4 16,2 2-3-16,2 0-3 0,3-1-7 0,0 2 6 16,4 1-6-16,-2-2 12 0,3 3-18 0,1-1 0 15,3-2 8-15,3 0-6 0,2-1 5 0,4-2 4 0,0 1-3 0,0-3-2 16,5-3-4-16,-3-1-6 0,4 0 16 0,2-5-9 15,2-2 7-15,-5-2 11 0,4-3 6 0,-1-1 13 16,2-8 12-16,1 2-3 0,-4-4 6 0,2-1-1 16,-3-5-4-16,0 0-1 0,-2-2-11 0,1-1 2 15,-4-2 15-15,2 4 16 0,-1 1 14 0,-2 1 1 16,-1 2 7 0,1 11 1-16,-4-2 2 0,0 5 0 0,-2 2-9 15,1 1-1-15,-3 1-1 0,0 4-26 0,2-3-1 0,-2 4-10 16,-1 3-9-16,0-9-11 0,0 9-29 0,4-3-25 15,-4 3-22-15,0 0 1 0,0 0 2 16,0 0 11-16,0 0-6 0,-8 22 2 0,3-8 2 16,0 5 6-16,-3 6 10 0,-2 3-8 0,1 0 0 15,-3 1 6-15,1 2-5 0,2-2 7 0,0 2-1 0,-1-6 1 0,6 3 0 16,-4-3 2-16,3-1 0 0,0-6 2 0,3 2 1 16,0-2-2-16,-1-1 5 0,0-1 0 0,2-4-4 15,-2 1 4-15,2-3 1 0,-2 1 7 0,2-2-10 16,0 2 1-16,-1-5 2 0,1 0 1 0,0 1-1 15,1-2 4-15,-1 0 3 0,-1 0-2 0,2-2 7 16,0-3 9 0,-1 5 7-16,1-1 4 0,0-4 7 0,0 0 15 15,0 3 5-15,0-3 17 0,0 0 12 0,0 0 17 0,0 0 5 16,0 0 16-16,4 4-11 0,-4-4-14 0,27-4-3 16,-8 1-29-16,19-5-51 0,-2 1-74 0,18-3-95 15,2-3-131-15,0 2-314 0,3-2-648 0,0-2 288 16</inkml:trace>
  <inkml:trace contextRef="#ctx0" brushRef="#br0" timeOffset="-211434.51">18994 14630 5 0,'0'0'156'0,"0"0"-11"0,0 0-18 0,0 0-13 0,0 0-10 15,0 0-7-15,0 0-19 0,0 0-9 0,0 0-8 16,0 0-14-16,-12 7 1 0,7-1-9 16,-2 2-3-16,-7 5 2 0,3 2-16 0,-4 1-4 15,-2 7 14-15,-1 0-1 0,1 2-6 0,-1-1-8 0,0 1 6 0,3 1-3 16,4-5-1-16,-1 4-1 0,6-8-6 0,1-1 3 16,1 0-5-16,1-5 8 0,4 1 8 0,1-1 7 15,2-2 23-15,1-2 15 0,3 0 13 0,4-3 11 16,1-1 2-16,3-5 5 0,5 0-2 0,-2-1 5 15,2-6-1-15,4-4 12 0,-3-3-17 0,0-1 3 16,-5-2-8-16,0 0-5 16,-3-4-7-16,-5 0-11 0,0-2-11 0,1-1-3 15,-5-1-7-15,-2-1-7 0,-3 3-8 0,-4 2-10 16,-2 2-4-16,-2 1-8 0,-1 6-4 0,-3-1-4 0,-1 5-10 0,-2-1-4 16,3 6-11-16,-4-2-17 0,1 6-11 0,2 0-25 0,-6 1-24 15,4 5-27-15,1-1-29 0,2 3-38 0,2 1-34 16,1 1-160-16,4-1-416 0,2-2 185 15</inkml:trace>
  <inkml:trace contextRef="#ctx0" brushRef="#br0" timeOffset="-211033.64">19356 14379 183 0,'3'-5'220'0,"-2"2"-24"0,1 0-21 16,-2 3-26-16,3-2-23 0,-3 2-13 0,0 0-11 15,3 10-20-15,-3 0-3 0,-3 8-7 0,-1 1-13 0,-1 9-7 16,-6 6-1-16,-1 11-3 0,3 6-4 0,-9-2-9 16,4 0-2-16,-1-3-3 0,-3 3-6 0,5-5-1 0,4-10-3 15,3-4 3-15,0-1-7 0,2-2-3 16,1-7 1-16,2-2-2 0,0-1 2 0,2-6-1 15,-1-1 13-15,0-1 10 0,2-2 18 0,-2-1 22 0,2-2 28 16,0-2 26-16,-2 3 16 0,0-5 1 0,0 0-9 16,0 0-12-16,0 0-13 0,12-13-11 0,-10 5-5 15,-2-4-34-15,-2-5-19 0,-2-1-25 0,-4-7-15 0,-1 0-7 16,-6 0-8-16,2-2 5 0,3 4 4 0,-2 5-5 16,5 4 17-16,-1 1 20 0,3 1 4 0,1 3 4 15,0 4-5-15,2-2-3 0,1 2-7 0,1 2-4 16,5-1-4-16,7-1 2 0,9 3-15 0,11-5-23 15,7 4-27-15,19-2-37 0,1 0-45 0,7 1-59 16,31-7-80-16,-32 2-219 16,26-4-529-16,-32-1 235 0</inkml:trace>
  <inkml:trace contextRef="#ctx0" brushRef="#br0" timeOffset="-210084.32">20500 14530 50 0,'1'-4'197'0,"-1"4"-16"0,0-4-10 0,0 4-19 15,0 0-19-15,0-4-11 0,0 4-19 0,0 0 3 16,0 0-24-16,0 0-13 0,3 15-5 0,-3-5-10 0,0 2-1 16,3 6-5-16,-3 1-9 0,0 8-4 0,0-1-5 15,0 1-4 1,-5 2-5-16,5-5 0 0,0 5-3 0,2-4 2 15,1-4-3-15,0-3-13 0,1 7-2 0,0-9 0 16,1 0-1-16,-1-4 2 0,1 0 4 0,2-2 28 16,2-1 18-16,-1-4 16 0,-2 0 17 0,7-3 9 15,-4-3 3-15,6-3 3 0,2-2-5 0,2-1-1 16,-1-4-4-16,0 0-2 0,5-7-7 0,-5-1-6 16,2-2-9-16,-2-2-7 0,1 1-10 0,-1-2-2 0,0 0-4 0,-1 3-5 15,-7 3-4-15,0 1 6 0,-1 1 3 0,-2 7-5 16,-1-2 4-16,-1 1-7 0,-1 3-4 0,-3 3-2 15,3-1-11-15,-2 2-8 0,-2 3-21 0,4-5-23 16,-4 5-6-16,0 0-3 0,0 0 7 0,0 0-2 16,0 0 6-16,0 17 1 0,-1-4 1 0,0-1 12 15,-2 4-6-15,2 0 1 0,1 2 1 0,0-1 3 0,4 0 2 16,0 1 3-16,3-2 4 0,6 1 4 0,5 2 0 0,6-3-23 16,3-4-30-16,1-1-52 0,4-1-57 0,7-4-67 15,-4-2-184-15,0-5-451 0,0-5 200 16</inkml:trace>
  <inkml:trace contextRef="#ctx0" brushRef="#br0" timeOffset="-209182.1">21337 14629 23 0,'1'-4'241'0,"-1"4"-6"0,1-4-20 0,-1 4-21 16,0 0-21-16,2-3-19 0,-2 3-19 0,0 0-17 16,0 0-13-16,0 0-9 0,0 0-15 15,6 8-2-15,-6-1-13 16,1 3-6-16,1 2-4 0,-2 0-12 0,0 6-3 0,-3 0-4 15,-1 1-3-15,2 1-5 0,-4 4-4 16,3-4 4-16,-3 3-7 0,0-6-6 0,1 0 1 16,4-3-2-16,-2-1-2 0,2-3-2 0,0-3 1 15,-1 4 4-15,1-7 13 0,0 1 22 0,-1-1 22 16,1-2 31-16,1-2 12 0,0 0-9 0,0 0-15 0,0 0-2 16,18-14-13-16,-9 5-1 0,-1-1-12 0,-1 0-4 0,6-5-6 15,-3 3-1-15,1-5-4 0,1 3-12 0,1 2-5 16,-4-1-2-16,1 4 5 0,-2 1-13 0,-3 2 1 15,0 1-8-15,-1 0-9 0,1 2-16 16,-1 0-26-16,-3 0-23 0,3 0-6 0,-4 3 5 0,0 0 2 16,10 9 8-16,-3-3-5 0,-1-1 3 0,3 2-2 15,3 4 1-15,3 2-1 16,2-2-3-16,7 3 0 0,6 0 1 0,6-3-1 16,15 1-1-16,4 0-7 0,-1-6-6 0,-3 1-13 15,0-1 1-15,-12-5-3 0,1 2 7 16,-4-3 5-16,-1-3 8 0,-5-1 11 0,1-2 5 0,-4-1 13 15,-9 1 12-15,0-3 13 0,-7 4 16 0,-1-2 13 16,-2-2 13-16,-3 1 2 0,0-2-6 0,-2 2-2 16,-4-3-2-16,-3 1-4 0,-3 2-5 0,0-2-1 0,-7 0-4 15,-2 0 2-15,0 3-5 0,-11 1 3 0,6 2 0 0,0 3 1 16,-7 1-9-16,-2 1 0 0,3 3 3 16,8 0-4-16,0 3-3 0,1 0 2 0,3 1-3 15,-2 3 0-15,4-1 2 0,6 0-1 0,-5 2 2 16,5-1-3-16,1-1 2 0,2 0 3 0,3 1 0 15,5 0 1-15,-1 1 4 0,4-2 4 0,9 2-2 0,0-3-6 0,11 2 1 16,0-3-5-16,1-2-2 0,-1-3-6 0,1-3 0 16,-7-1 1-16,0-3-2 0,2-2 0 0,-5-1 2 15,1-2 3-15,2-3 9 0,-7-1 9 0,0-2 10 16,1-6-1-16,-1-2 4 0,-2-3 0 0,-3-3 0 16,-1-2-1-16,-1-1-1 0,3-16-2 0,-7 14-1 15,5-12-3-15,-5 10 2 16,2 1 0-16,-1 2 4 0,-1 1 6 0,1 1 0 15,-2 5 9-15,-1 1 2 0,2 6 2 0,-3 7 6 16,1 2-5-16,-1 1-6 0,0 1-7 0,2 3-12 16,-2 1-34-16,-2 1-18 0,2 3 1 0,0 0-1 15,0 0 4-15,-5 15 2 0,1-3 4 0,0 6 0 0,-1 5 0 16,1 4 2-16,0-1 8 0,-2 5-3 16,4-1 3-16,2-1 4 0,2 5 7 0,2 0-4 0,-2-5 3 15,1 3 1-15,2-5 2 0,0 1-12 0,3-3-28 16,-4-9-36-16,1 1-15 0,0-4-53 0,2-2-50 15,3-3-115-15,-4-2-338 0,7-1 150 0</inkml:trace>
  <inkml:trace contextRef="#ctx0" brushRef="#br0" timeOffset="-208812.34">22401 14750 56 0,'0'0'158'0,"0"0"-12"16,0 0-17-16,0 0-8 0,0 0-12 0,27-5-11 0,-14 2-12 15,7 1-11-15,1-1-5 0,-1-1-7 0,7-4-3 16,1 2-9-16,-1-2-1 0,0-1-5 0,-7 0 6 0,-1 1 0 16,4-5-4-16,0 0 4 0,-5 1 3 0,-3-2 1 15,1 1 1-15,-5 0 10 0,-2 0 1 0,-1 3 4 16,-3 1-1-16,0 1-8 0,-5-1-7 0,0 2-8 15,-2-1 0-15,-2 1-13 0,-4 4-1 0,-1-4-5 0,-5 4-4 16,1 2-4-16,-6 0-4 0,3 5-2 0,-4 0-5 16,4 3-1-16,-5 2-2 0,-2 4-1 0,0 4-4 15,3 4 2-15,1 2-2 0,-2 1-1 0,6-3-1 16,2 5 3-16,8-3-4 0,1-2 2 0,4-1-1 16,5-1 4-16,5 3 2 0,2-5-2 0,7 0-11 15,8-3-24-15,-1-3-26 16,4-2-45-16,2-2-63 0,-1-4-170 0,2-4-363 15,-14-1 162-15</inkml:trace>
  <inkml:trace contextRef="#ctx0" brushRef="#br0" timeOffset="-207840.87">23183 14233 127 0,'4'-7'233'0,"-3"5"-22"15,2-1-25-15,-3 3-21 0,1-4-20 16,-1 4-26-16,0 0-16 0,0 0-12 0,0 0-9 16,5 9-12-16,-5 4-6 0,0 3-10 0,0 4-7 15,-4 9-7-15,4 0-6 0,-1 0-5 0,0 5-2 16,-2-3-7-16,2 4 3 0,1-2-2 0,-4 2 3 0,4-1-8 15,0-3 0 1,-2-1-3-16,2-4-2 0,-2-1 2 0,2-8 0 16,-1-3-3-16,1-2-1 0,0-1 0 0,0-2 1 15,-4-1 0-15,4-3 3 0,4 1-2 0,-8-1 0 16,4 0 1-16,0-5 2 0,-1 6 1 0,1-2 0 16,0-4-4-16,0 2-17 0,0-2-33 0,0 0-51 15,0 0-66-15,-15-6-154 0,8 0-335 0,-2-1 149 16</inkml:trace>
  <inkml:trace contextRef="#ctx0" brushRef="#br0" timeOffset="-207593.44">23013 14555 150 0,'0'0'157'0,"0"0"1"0,0 0-15 16,0 0-8-16,0 0-3 0,0 0-2 0,21 0-14 0,-2-1-8 15,12 0-9-15,4 0-10 0,4-3-8 0,17-1-8 16,-1 1-8-16,-3 1-3 0,-1 0-7 16,-15-1-4-16,0 4-1 0,-7-3-10 0,-7 2-3 15,-3 1-2-15,-7 0-8 16,-2 0-4-16,1-2-9 0,-6 1-8 0,2 1-6 16,-7 0-5-16,0 0 4 0,0 0-21 0,0 0-18 15,0 0-29-15,-28 1-34 0,14 2-30 0,-3-3-145 16,-1 3-300-16,4-3 133 0</inkml:trace>
  <inkml:trace contextRef="#ctx0" brushRef="#br0" timeOffset="-207192.62">23581 14654 16 0,'0'0'135'0,"0"0"-8"0,0 0-6 0,0 0-8 16,11 3-12-16,-2-5-4 0,5 1-15 0,0 1-1 16,5-3-10-16,8-1-12 0,-5 2 5 0,5-7-10 15,-8 2-5-15,8-3-6 0,-8 0-5 0,-2 0-3 0,3 0-6 16,-2-1-2-16,-3 0-5 0,-2-2 10 0,0 0 5 0,-7 2 8 15,3 2 19-15,-1 0 4 0,-5 1-7 0,-1 1-7 16,-2 0-6-16,-3 0-8 0,-1 4 6 0,-6-2-17 16,-1 1-5-16,-3 3-2 0,-6 0-6 0,1 2-1 15,-4 2-2-15,0 4-6 0,3 3-1 0,-4 0 1 0,-1 4 1 16,10 1-7-16,-4 4 2 0,2 2 0 16,3-1 0-16,4-2-3 15,-3 5 1-15,8-6 2 0,5 2-1 0,0 1 3 16,5-2 2-16,9-2-3 0,-1 0 2 15,15 0-15-15,-1-2-31 0,2-4-49 0,3-3-57 16,-4-4-148-16,4-2-318 0,-2-1 141 0</inkml:trace>
  <inkml:trace contextRef="#ctx0" brushRef="#br0" timeOffset="-206807.22">24015 14523 30 0,'5'-2'192'0,"-5"2"-20"0,5-3-22 16,-5 3-16-16,14 3-17 0,-6-2-5 0,1 3-14 16,1 0-16-16,2 2-1 0,-1 1-15 0,3 4-7 15,3 3 1-15,-4-2-9 0,0 3-8 0,0 1-2 16,-2-1-1-16,1 9-3 0,-4-7-3 0,-1 2-6 15,-4-1 0 1,1-2-9-16,-4 3 4 0,0-1-3 0,-2-2-7 0,-3-2-1 16,-1-4 5-16,1 1 7 0,-4-2 3 0,0-1 6 15,0-4 7-15,-3 1 12 0,1-3 13 0,1-1 19 16,-2-2 14-16,0-2 0 0,3-1 7 0,-1-4 0 16,2-1-8-16,3-3 1 0,1-5-10 15,4-2-19-15,5-8-14 0,8 3-21 0,6-4-27 16,5 1-28-16,14-8-30 0,1 2-31 0,5 6-30 0,-10 7-39 0,11-4-33 15,-10 9-206-15,0 1-422 0,-2 2 187 0</inkml:trace>
  <inkml:trace contextRef="#ctx0" brushRef="#br0" timeOffset="-206120.99">24539 14533 14 0,'3'-4'263'0,"2"1"-11"15,-3 2-2-15,-2 1-19 0,5-7-14 0,-1 5-20 16,-1 0-19-16,-3 2-16 0,4-5-22 0,-4 5-16 16,2-1-17-16,-2 1-10 0,0 0-15 0,0 0-23 0,0 0-8 0,0 0-3 15,5 10-6-15,-5-3-4 0,3 4-4 16,-3-1-5-16,-4 2 1 0,3 0-6 0,-3 8-3 0,0-2-3 16,0 2 16-16,-1 3-3 0,0-3-1 0,-1-2-6 15,2 0 1-15,1 0-4 0,1-6-4 0,-1-1-1 16,3-2 2-16,0-2 0 0,-1-2 2 0,1 1 13 15,-3-1 31 1,3-2 33-16,0-3 48 0,0 5 9 0,0-5-3 16,0 0-13-16,13-8-17 0,-3-1-13 0,2 1-7 0,4-5-13 15,-2-1-7-15,5-4-8 0,3-3-11 16,-6 7-9-16,5-3 0 0,-8 3-8 0,2 2-4 16,-6 2-7-16,0 3 2 0,-1 0-8 0,-2 3-3 15,1 1-12-15,-5 1-22 0,2-3-26 0,1 4-18 0,-5 1 2 16,9 3 5-16,-6 1 0 0,-1 1 5 0,2 3 2 0,-4 1 1 15,4 1 6-15,-1 0 2 0,-2 2 4 0,0 1-2 16,2-2-1-16,-3 4-5 0,1-1-7 0,-1-4 4 16,0 1 3-16,-1-2 0 0,1-2 3 0,1-1 8 15,-1-1 1-15,0 0 14 0,0-2 21 0,0-3 41 16,3 3-8-16,-3-3 0 0,12-6-13 0,-2 0-2 16,4-4 1-16,2 0-3 15,2 0-1-15,2-4-2 0,-1 1-7 0,4-2-7 16,-5 4 4-16,0-1-1 0,0 3 0 0,1 1-12 15,-4-2-7-15,-2 0 6 0,-2 4 1 0,0 1-20 16,-2 2-10-16,1 3-11 0,0 0-16 0,-2 2-6 16,2 0-11-16,0 3-15 0,-1 3-11 0,0-3-16 15,2 4-20-15,-4-1-18 0,2 3-36 0,0-1-35 16,1 1-40-16,-2-1-212 0,1-2-513 0,0-1 227 0</inkml:trace>
  <inkml:trace contextRef="#ctx0" brushRef="#br0" timeOffset="-205858.03">25380 14512 128 0,'1'-5'273'0,"-1"-2"-12"0,1 2-25 16,2 2-19-16,-3 3-26 0,1-5-19 0,-1 5-23 15,0-4-22-15,0 4-23 0,0 0-14 0,0 0-11 16,0 0-9-16,0 0-13 0,-1 12-1 0,1-2-10 15,-3 1-6-15,2 2-4 0,0 8-3 0,-3-2 1 16,0-1-9-16,0 3 0 0,3 4-2 0,-3-6-4 0,0 1-1 0,3-1 0 16,0-2-2-16,-2 0-1 0,2-3 1 0,-2-3-17 15,2-2-24-15,1-2-24 0,-2-2-13 0,0 2-13 16,2-5-1-16,0-2-27 0,-4 3-100 0,4-3-127 16,-3-14-358-16,1 4 158 0</inkml:trace>
  <inkml:trace contextRef="#ctx0" brushRef="#br0" timeOffset="-205720.03">25371 14270 212 0,'1'-7'336'0,"-1"1"-28"0,0 2-31 0,1-1-29 16,-1 1-35-16,0 0-50 0,0 4-71 0,3-2-40 16,-3 2-55-16,0 0-67 15,10 9-69-15,-6-3-143 0,-4-2-305 0,4 1 136 16</inkml:trace>
  <inkml:trace contextRef="#ctx0" brushRef="#br0" timeOffset="-199604.7">25704 14386 127 0,'2'-3'202'15,"-1"-1"-7"-15,0-1-4 0,0 2-9 0,1 0-12 16,-2 3-7-16,2-6-11 0,1 2-6 0,-2 1-18 15,-1 3-9-15,3-5-5 0,-3 5-23 0,2-3-4 16,-2 3-17-16,0 0-11 0,0 0-25 0,0 0-17 16,0 0-1-16,0 0-5 0,0 0-3 0,0 12-2 0,0-3-1 0,-2 2-1 15,-1 3 0-15,-1 6 0 0,-2-1-4 0,1 0 1 16,0 5-2-16,-2 2 1 0,2-1-1 16,-1 3 1-16,2-2-1 0,-1-6 0 0,2-1-1 15,-2-1 2-15,3 2 0 0,-2-5-3 0,1-1 13 0,3-3-11 16,-1-1 1-16,0 0 2 0,-2-4-2 0,3 1 5 15,0-3 17-15,0 1 27 0,0-5 29 0,-1 6 29 0,1-3 34 16,0-3 30-16,0 0 25 0,0 0-6 0,0 0-19 16,0 0-24-16,6-11-4 0,1 1-42 0,1-4 6 0,3-2-6 15,3-6-26-15,4-3-9 0,-1 3-23 16,2-2 12-16,0 2-12 0,0 4-1 0,-5 6-8 16,-4-1-2-16,0 3 0 0,-1 3-4 0,-5 1-7 15,4-1-2-15,-3 3-10 16,1 0-7-16,-3 3-33 0,-1-4-12 0,3 5-5 15,-5 0 4-15,10 5 3 0,-5-1 1 0,1 4-3 16,-1 1-1-16,-1-1-2 0,1 4 7 0,0 1 0 16,-1 3-5-16,4 0-3 0,-5-1-4 0,1 0-13 15,-1-2-10-15,-1-1-10 0,1-1-20 0,-2 1-31 16,1-1-23-16,0 0-28 0,-2-1-30 0,1-1-24 16,1 4-207-16,0-8-483 0,-2-1 215 0</inkml:trace>
  <inkml:trace contextRef="#ctx0" brushRef="#br0" timeOffset="-198686.78">26066 14682 70 0,'0'0'250'15,"0"0"-4"-15,0 0-6 0,0 0-15 0,0 0-17 16,0 0-11-16,0 0-33 0,0 0-15 0,6-7-17 15,-2 4-11-15,1-1-15 0,4 0-10 0,1-1-8 16,1 0-15-16,0-2-3 0,1 2-8 0,3-1-8 0,0 0-6 16,0 0-3-16,2-2-6 0,1-1-1 0,-4-1-4 0,3 0 2 15,-6 4-9-15,0-2-3 0,0 3-3 0,-2-5-2 16,-1 4 0-16,-1 0-1 0,1 1-4 0,-4 3 4 16,0-1-2-16,-2 0 1 0,2-1 0 0,-1 1-3 15,-3 3-7-15,1-4-3 0,-1 4-7 0,0 0-2 16,-10-3 2-16,10 3-2 0,-19 4-2 0,2-1 2 15,-2 4 0-15,1-2-1 0,-4 0 0 0,4 4-2 0,0-3-1 0,-1 8 0 16,4-3-12-16,-2 1 3 0,8-3-15 16,-3 3 1-16,1 2-9 0,6-3 2 0,4 0 10 0,2 1 6 15,6 3-1-15,5-1-1 0,14 1 6 0,7 0 4 16,18 3-6-16,4-5-6 0,6-4-11 0,5-4 0 16,30 2-7-16,-31-4-7 0,26-2 5 0,-28-4 6 15,-3 1 8 1,3-4 4-16,-7-1-1 0,-2-2 10 0,-18-1 2 15,-4 0 4-15,-2-2 9 0,-7 0 9 0,-5 7 27 0,-4-3 14 16,-1-1-3-16,-7-1-6 0,-2 2-12 16,-5-3 0-16,-4 1-5 0,-5 1-1 0,-6-1-1 15,-8-4-4-15,-3 7-1 0,-5-1-3 0,0 3-1 16,-2 2-2-16,-1 1-3 0,-2 3-2 0,0 1 0 16,0 7 1-16,5-2-4 0,1 3 2 0,6 0-2 0,8-4-8 0,1 3 7 15,4-1-1-15,2 0-2 0,1 1-3 0,1-1 1 16,4 2 1-16,3-1 3 0,5-1 1 0,0 0 3 15,6 1-3-15,8-4-2 0,4 2 7 0,5-3 1 16,2-3-1-16,0-1 1 0,1-3 0 0,-1-1 3 16,2-6 2-16,-4-2 17 0,-2 1 7 0,-1-4 10 15,-8 2 12-15,4-6 2 16,-2-6 5-16,-1 1-6 0,-1-2-4 0,-5 2 8 16,0-6-12-16,-1-1 0 0,-2-2-8 0,-3-1 0 15,3-1-4-15,-2-1-2 0,-1 2 5 0,-1 0 7 16,0 4-3-16,-3-1 4 0,2 5-2 15,-2 7 5-15,-1 0 5 0,3 7 2 0,-6 2-6 0,6 0-8 16,-3 3-2-16,0 2-10 0,0 0-5 0,1 0-19 16,-2 1-35-16,1 4-26 0,0 0-11 0,0 0 4 0,0 0 7 15,-3 16 4-15,2-5 4 0,-6 7 3 0,6 2 6 16,-4 7 4-16,-2 2 0 0,1 0 3 0,1 0 3 16,1-1 1-16,0 2 3 0,1 0 2 0,1-1 1 0,-3-3 11 15,3 2-7-15,-1-3 3 0,-1-6 0 16,4 0 4-16,-5 6 1 0,5-6 0 0,0-2 3 15,0 0-5-15,-2-5 2 16,0 0 1-16,2-2 0 0,0 0 2 0,0-3 0 16,-2 0 1-16,2-2 2 0,-2-1 0 0,2 1 1 15,0 0 0-15,-1 0-2 0,1-5 4 0,0 5 2 16,0-5-2-16,1 4 0 0,-1-4-3 0,0 4 7 16,0-4 0-16,0 0 10 0,2 4 6 0,-2-4 12 15,2 2 6-15,-2-2 6 0,11 3 3 0,1-3-4 16,5 0 4-16,3-1-22 0,12-3-49 0,3-2-79 0,1-4-119 15,13-10-252-15,1-1-513 0,-1 1 227 0</inkml:trace>
  <inkml:trace contextRef="#ctx0" brushRef="#br0" timeOffset="-197715.59">28573 14236 84 0,'0'0'223'0,"0"0"-8"15,-4-2-17-15,4 2-14 16,0 0-17-16,0 0-16 0,0 0-16 0,-2-3-11 16,2 3-15-16,0 0-11 0,0 0-12 0,0 0-8 15,0 0-9-15,0 0-4 0,0 0-11 0,0 0-5 16,0 0-8-16,0 0-1 0,0 0-4 0,0 0-7 15,0 0 4-15,11-1-5 0,-2-3-1 0,-3 2 0 16,7-1-6-16,1-1 1 0,4-4-3 0,4 1-4 16,2-4 1-16,0 0-1 0,-6 1 0 0,0 1-2 0,-2-2 9 15,3 0-6-15,-1-1 1 0,-2 0-2 0,-2 2 1 0,-5 1 5 16,-1-1 6-16,2 4 4 0,-5 0-2 0,0-1 1 16,-1 4-4-16,-4-2-4 0,3 1-8 0,-2 0-5 15,-1 4-11-15,-8-1 1 0,-4 1-2 0,-4 2-2 16,-4 5-2-16,-7 1 1 0,-2 6 1 15,-2 3 0-15,-2 3-3 16,-7 7-1-16,8-6 0 0,-9 13-5 0,2 1 6 0,12-8-1 16,4 0 0-16,1 2-2 0,3-2 3 15,2 2 2-15,7-1-1 0,6-2 3 0,4 3 0 16,12-6 1-16,7-1 3 0,9-1 1 0,22 6 1 16,6-7-4-16,4-4-27 0,30-3-42 0,-28-8-62 15,1 0-53-15,-1-5-184 0,-2-5-402 0,1-2 178 0</inkml:trace>
  <inkml:trace contextRef="#ctx0" brushRef="#br0" timeOffset="-197314.83">29358 14379 213 0,'-3'-3'198'0,"3"3"-8"0,-5-4-23 0,4 1-10 15,1 3-18-15,-4-3-15 0,2-1-13 0,2 4-14 16,0 0-12-16,0 0-9 0,0 0-9 15,0 0-12-15,-15 5-6 0,10-4-5 0,-4 3-4 16,0 3-3-16,-2 0-6 0,-1-2 0 0,-3 8-3 0,-2-2-6 16,1 1-2-16,0 0-6 0,2 1 1 0,-1 1-6 15,0 0 0 1,2 1-1-16,0-2 0 0,5-3 0 0,-2 2 1 0,3-2-6 0,1 0-1 16,3-2 2-16,-1 2-1 0,1-5 6 0,3 4 17 15,0-2 10-15,5-1 15 0,3 1 14 0,5-2 1 16,3-4 1-16,6 0 1 0,6-3 2 0,0-6 11 15,-10 0 4-15,4 0 12 0,-3-2 3 0,-5 2 1 16,7-3-11-16,-6-2-4 0,0 1-7 0,-2-3-1 16,-2 1-19-16,-2-6-8 0,-2 6-6 0,-4-2-13 15,-2 3-9-15,-2 1-8 0,-5 2-15 0,1-1-14 16,-4 3-14-16,-3-2-15 0,-3 3-11 0,-1 0-15 16,-1 3-14-16,-2 3-23 0,0 0-27 0,2 2-45 15,3 0-32-15,0 0-38 0,3 3-151 0,2-1-430 16,6 0 190-16</inkml:trace>
  <inkml:trace contextRef="#ctx0" brushRef="#br0" timeOffset="-196951.49">29686 14457 25 0,'0'0'247'0,"0"0"-18"0,0 0-29 15,0 0-23-15,0 0-18 0,10-10-18 0,4 5-13 16,3 0-9-16,3-3-17 0,6-1-8 0,2 2-9 16,-1-3-11-16,2-2 0 15,-2 3-12-15,-4-5-1 0,-4 5 7 0,-1 0 1 16,0-3 5-16,-3 0 7 0,-3 2 1 0,-2 1 2 15,-3 1-3-15,0-2-4 0,-3 5-12 0,-1-2-10 16,-5 2-9-16,0 0-15 0,-6 1 0 0,-3 3-11 16,-6 1 1-16,-2 5-6 0,-12 0-3 0,4 3-1 15,-1 3-6-15,-2 2 0 0,3-1 7 0,4 2-14 16,-2 3 12-16,5 2-14 0,6-6 12 0,1 4-14 0,4-2 6 16,5 1-6-16,4 2 3 0,5-1 4 0,7-3-14 15,12 3-20-15,7 2-29 0,19-5-53 0,2-2-71 16,3-5-233-16,10-7-453 0,0-5 201 0</inkml:trace>
  <inkml:trace contextRef="#ctx0" brushRef="#br0" timeOffset="-195949.43">30257 14040 261 0,'1'-7'264'0,"3"2"-23"16,-4-1-21-16,2 2-21 0,-1 0-22 0,0 1-21 16,-1 3-29-16,1-4-39 0,-1 4-14 15,0 0-7-15,4 9-10 0,-4 1-5 0,-4 7-5 16,-2 8-22-16,1 5-5 0,-4 2-3 0,1 4-2 0,-3 10-5 16,-3 0 1-1,2 0 0-15,2-12-5 0,0 0-1 0,-4 12-1 16,7-13-1-16,-3 0 4 0,6 1-6 0,-1-2-1 15,5-4 8-15,0-9 6 0,0 2 2 0,3-6 4 16,-1-3 6-16,1 0 10 0,1-3 6 0,3 0 14 16,2-2 9-16,-1-3 11 0,2-1 16 0,-2-2 1 15,2 0 5-15,-1-2 0 0,3-2 5 0,-2 1-15 16,-2-1 8-16,0-3-19 0,0-2-11 0,-3 2-2 16,2-2-10-16,-3-1-13 0,0-3-16 0,-4 2-15 15,-3-1-8-15,-2 0 0 0,-4-3-7 0,-3 2-7 16,-4 2 1-16,-4 0-4 0,-4-4-2 0,5 8 1 15,-3 0 6-15,4-1-4 0,3 1-1 0,2 2 5 16,0 1 0-16,4-1-4 0,4 1-11 0,-2 2-16 16,0 0-8-16,5-2-13 0,2 3-34 0,0 0-14 0,12-9-6 0,1 5-4 0,10-1-13 15,5-4-6-15,3 2 1 0,0 1-10 0,1-5 13 16,-4 1-3-16,4-4 15 0,-2-1 3 0,1-3 16 16,-3-2 9-16,-4 2 6 0,0-3 20 0,-1-1 17 15,-2 1 33-15,-4-3 33 0,-3 1 23 0,-4 5 20 16,3-4 22-16,-5 5 16 0,-3 2 11 0,1-2 13 15,-2 3 0-15,-3 2 1 16,-1 2-9-16,3 0-1 0,-1-1 2 0,-1 2-5 16,2 1 0-16,-2 2-3 0,-1 2-8 0,0 1-11 15,0-4-9-15,0 7-15 0,0-6-18 0,0 6-32 16,0 0-29-16,0 0 1 0,0 0 1 0,0 0 2 16,-10 22-3-16,6-5 5 0,1 1 1 0,-4 10 2 15,1 2 2-15,-1-1-4 0,0 5-1 0,2-2 3 16,-1 4 0-16,1 0-1 0,1-1 4 0,2 0-1 0,-3-4 1 15,5 4 3-15,-1-2-1 0,1-1 1 0,1-5 0 16,0-1 2-16,-2-6-4 0,0-3 3 0,1-1 4 0,1-5-3 16,-1 0 1-16,0-5 3 0,0 2 1 0,1-4 2 15,-2 2 5-15,2-3 14 0,-2 1 14 16,0-1 5-16,1-3 7 0,2 5 8 0,-2-5 4 16,0 0 14-16,0 0 5 15,0 0 5-15,0 0-7 0,0 0-12 0,0 0-9 16,0-15-7-16,0 8-15 0,0-4-12 0,-1 0-12 15,0-5-7-15,-1-2-13 0,-2 2-6 0,2-1 3 16,-3-1 2-16,2 1-6 0,-3 1 3 0,0 3-1 16,-2 1 7-16,1-1-4 0,0 4 1 0,-3-4-3 15,2 4 2-15,0 0 10 0,2 2 1 0,-2 2 4 16,6 0 5-16,-1 0-7 0,-1 0 4 0,4 0-8 0,4 1-25 0,1 1-18 16,16-1-13-16,8-1-15 0,9 3-22 0,0-2-25 15,21 0-40-15,-5 2-53 0,2 2-72 0,0-4-146 16,-1-2-463-16,0 1 205 0</inkml:trace>
  <inkml:trace contextRef="#ctx0" brushRef="#br0" timeOffset="-195595.26">30944 14379 246 0,'0'-6'270'0,"0"2"-9"16,0 4-14-16,3-7-16 0,0 4-13 0,-3 3-15 15,0-5-18-15,0 5-15 0,0-4-19 0,0 4-21 16,2-3-15-16,-2 3-11 0,0 0-13 0,4-2-13 0,-4 2-30 0,0 0-9 15,0 0-11-15,0 0-2 0,0 13-3 0,0-5 0 16,-2 0-5-16,0 3-6 0,2 1 5 0,-5-1-5 16,4 4 0-16,0 2-1 0,-2 0-1 15,3-4-4-15,-2 0-26 0,0-1-19 0,-1-2-22 16,1-1-10-16,-2 0-19 0,4-2-22 0,-2 1-1 0,0-5 16 16,2-3 2-1,-5 2-44-15,5-2-219 0,0 0-389 0,-19-10 172 16</inkml:trace>
  <inkml:trace contextRef="#ctx0" brushRef="#br0" timeOffset="-195448.15">30959 14166 238 0,'6'-9'258'0,"-1"3"-18"0,-1 0-27 0,1 0-18 0,-4 1-22 0,1 1-18 16,0 2-25-16,2-1-42 0,-4 3-24 0,5-2-31 15,-5 2-27-15,9 4-48 0,0-1-43 0,-4 3-53 16,0-2-117-16,3 2-276 0,-3-1 122 0</inkml:trace>
  <inkml:trace contextRef="#ctx0" brushRef="#br0" timeOffset="-194862.15">31268 14333 125 0,'0'0'161'15,"0"0"-8"-15,0 0-13 0,0 0-14 0,0 0-16 0,0 0-10 16,0 0-10-16,19-4-23 0,-9 1-10 0,1 1-19 16,3-1-10-16,-3-2-5 0,6 1-1 0,-4 1-9 15,1-2 2-15,2-2 0 0,-4 2-5 0,-1 0 20 16,0-4 4-16,1 6 5 0,-4-3 7 0,-3 2 5 0,0 0-1 15,-2 1-5-15,-1 0-4 0,-2 3-11 0,5-2-6 16,-5 2 0-16,0 0-6 0,0 0 2 0,-20 2-1 16,8 1-4-16,-2 2-7 0,-2 5-7 0,-1 1 2 15,-1 0-3-15,-4 3 5 0,5 0-6 0,-1 3 2 16,-1 1-5-16,1 0 3 0,6-3-7 0,-2 2 12 16,5-2-4-16,4 2 1 15,1-5 1-15,3 5 4 0,2-3 1 0,4-4-7 16,2-1 10-16,8 3-4 0,3-3 8 0,2-2-3 15,8 1 6-15,3-3-1 0,0-3 0 0,-2-4 5 16,3-2-1-16,-4 1 19 0,0-4 7 0,-2 0 9 16,-5 1 11-16,-4-3 9 0,2-3 2 0,-4 0-1 15,2-1 4-15,-4 0 1 0,-4-5 1 0,4 2 5 16,-4-2-4-16,-3 3 10 0,4 1 12 0,-6 4-1 0,3-1-2 0,-5 1-10 16,1 5-5-16,-2-2-17 0,2 3-7 0,-2-1-6 15,-1 2-9-15,3 0-22 0,-3 3-23 16,2-5-38-16,-2 5 3 0,0 0-10 0,0 0 7 15,0 0 0-15,-4 13 6 0,3-6 2 0,-3 3 1 16,0-1 5-16,3 3-9 0,-3-3-6 0,0 4-1 0,0-2-5 16,-2-3-15-1,5 4-4-15,-2-4-15 0,-1 1-17 0,3-1-17 16,0-3-17-16,-2 2-16 0,2-3-10 0,-2 2-11 16,2-2 16-16,1-1 4 0,0-3-30 0,0 0-119 15,0 0-316-15,-14-9 140 0</inkml:trace>
  <inkml:trace contextRef="#ctx0" brushRef="#br0" timeOffset="-194693.07">31623 14091 123 0,'0'-5'293'0,"0"-2"-22"0,0 1-24 0,1 2-16 16,-1 1-30-16,4-1-22 0,-4-1-19 0,0 5-18 15,2-3-49-15,-2 3-40 0,7 0-42 0,-7 0-44 16,10 5-56-16,-2-2-48 15,0 3-155-15,-3-1-314 0,0 1 139 0</inkml:trace>
  <inkml:trace contextRef="#ctx0" brushRef="#br0" timeOffset="-193728.75">31922 14458 198 0,'0'0'199'0,"0"0"-22"0,0 0-14 0,0 0-20 15,0 0-16-15,12-7-16 0,-7 5-11 0,1-2-14 16,4-1-3-16,-1 2-15 0,3-2-2 0,1 0-21 15,-2 1 2-15,6-2 1 0,-2-3-8 0,2 3-2 16,-6 0-4-16,8-1-3 0,-10 2-5 0,5-3 4 0,2 0 1 16,-7 2 6-16,-2-1 4 0,4-1 3 15,-6 4 9-15,0-2-2 0,-1 2 2 16,1 0-6-16,-4-1-5 0,0-1-3 0,-1 4-11 16,-1-3-4-16,-3 1-1 0,0 1-6 0,-1 0-3 15,-4-1-3-15,-1 3 0 0,-4 0-5 0,1 2-2 0,-5 0-2 16,4 2-2-16,-4 1-1 0,1 3-1 15,0 0 2-15,2 3-6 0,1-4 1 0,0 5-1 16,5-2-2-16,-2 4 2 0,4-4-7 0,0 1 0 0,5 5 1 0,0-3 6 16,5-2-8-16,3 8-2 0,3-2-3 0,3-4-4 15,4 2-12-15,5 0-10 0,-1-4-12 0,7 1-8 16,0-4-3-16,-7-3-5 0,2-3 17 0,1 2 2 16,-2-6 3-16,-2 2 17 0,1-3 23 0,-2-3 24 15,-1-2 25-15,-1 2 15 0,-7 0 12 0,5-5 6 16,-1 0 27-16,-3-1 11 15,-1 4 14-15,0-1 10 0,-1 0-8 0,-3 1-2 16,-1 0 1-16,-3 3 11 0,5 1-18 0,-2-2-7 16,-4 3-2-16,5 1-22 0,-3 0-15 0,0-1-21 15,1 1-29-15,-3 3-31 0,1-3-18 0,-1 3-7 16,0 0-4-16,0 0 3 0,0 0 3 0,-4 15 2 16,0-7 5-16,2 0-2 0,-3 2 1 0,-3 1 3 15,4 1-10-15,-5 2-2 0,7-1-1 0,-1-3-4 0,-1-1 4 0,-1-2 6 16,5-2 5-16,-2 1 4 0,-1 0 8 15,2-4 8-15,1-2 20 0,1 5 8 0,-1-5 1 16,0 0 5-16,17-5 12 0,-11 3 3 0,3-4 7 0,1 0-4 16,1 1 1-16,-2-2 4 0,1-2-8 0,-1 1-4 15,0 0-9-15,2 0 0 0,1-5-4 0,-3 5-3 16,-1 1 38-16,1 2-1 0,-5 1-7 0,3-2-9 0,-1 3-9 16,-2 0-15-16,-2 0-27 0,2 1-26 0,-4 2-25 15,5-3-5-15,-5 3 3 0,8 5-7 0,-5-2-1 16,1 0-8-16,4 1-8 0,-3 3-6 0,3-2-4 15,1 5-12-15,0-3 0 0,-3-2 1 0,6 2-7 16,-1-2 1-16,-3-1-2 0,0-3 13 0,3 2 4 16,-3-3 5-16,-2-1 11 15,1-1 13-15,-1 0 7 0,2-4 14 0,-3-1 21 16,1 0 13-16,-1-3 10 0,-1-2 12 0,1 1 22 16,0-5 12-16,-2 0 7 0,3 0 13 0,-4-2 1 15,0 0 7-15,3-6 3 0,-1 3 0 0,1-3-1 16,0 4 3-16,-3 1 11 0,1 0 5 0,1 6 0 15,-2 1-3-15,0 3-8 0,-2 1-12 0,2 3-29 16,-2-1-34-16,2 3-33 0,-2 3-27 0,0 0 5 0,0 0 3 0,0 0 4 16,-8 20 7-16,3-3 1 0,-3 9 5 0,0-3 0 15,-1 5 4-15,2-2 3 0,0 4 5 0,2-4-22 16,-2 0-27-16,1 1-21 0,3-2-18 16,-1-7-34-16,2 0-37 0,-2-3-160 0,-1-3-362 0,0-3 160 15</inkml:trace>
  <inkml:trace contextRef="#ctx0" brushRef="#br0" timeOffset="-193474.88">32497 14321 308 0,'-5'-3'333'0,"5"3"-34"0,0 0-31 0,19-7-27 16,9 3-25-16,10 1-23 0,16 0-21 0,10 1-20 15,31 3-17-15,-3-1-25 0,-27 1-13 0,28 0-23 16,-31-1-16-16,-6 2-11 0,-5-2-40 0,-18-3-6 16,-2 2 3-16,-11 0 8 0,-20 1-5 0,30-3 3 15,-30 3 6-15,0 0 1 0,22-5-15 0,-22 5-23 16,0 0-26-16,0 0-26 0,0 0-22 0,0 0-42 0,0 0-39 16,0 0-196-16,-64-14-403 0,64 14 178 0</inkml:trace>
  <inkml:trace contextRef="#ctx0" brushRef="#br0" timeOffset="-191185.11">12458 16160 22 0,'0'0'103'0,"0"0"-7"0,0 0-9 16,0 0 7-16,0 0-18 0,0 0-19 0,0 0 9 16,0 0-12-16,0 0-5 0,0 0 4 0,0 0-9 15,-2-5-11-15,2 5 1 0,0 0-11 0,0 0 12 0,0 0-17 0,0 0 3 16,0 0-7-16,0 0 5 0,0 0 2 0,0 0-6 15,14-2-5-15,-14 2 7 0,19 5-9 0,-6-5 10 16,2 2-13-16,3 0-4 0,2 1 5 0,0-1-5 16,-1 1 0-16,1 4 7 0,-2 0 0 0,1 0 4 15,-1 0-16-15,1-1-14 0,-2 1 3 0,-4 2-14 16,-3-1 1 0,1 1-8-16,-3-1-6 0,-4 2 11 0,1 1 2 0,-6 0 3 15,-3 0 3-15,-2 4 0 0,-6 1 3 0,1-3 2 16,-4 1 4-16,2-2 3 0,-3 0-2 15,0 0 3-15,-1-2-2 0,-1-1 9 0,3 0-2 16,3-3-2-16,1 0-2 0,-1 0 10 16,3-1-7-16,4-2-1 0,1 1 0 0,-1-1 13 15,0-1 0-15,1 2 4 0,4-4 10 0,0 3-10 0,0-3 6 0,9 6 1 0,-4-2 5 16,4-1-1-16,4-1-11 0,5 1-2 0,0 4 3 16,-2-3 1-16,2-1-2 0,0 1 14 0,-1 2-20 15,0 1-5-15,-1 0 1 0,3-2 1 0,-6 2 4 16,-3-1-1-16,0 1-10 0,-2-2 3 0,-3 1-7 15,2-1 4-15,-1 1-3 0,-5 0 1 0,-1 1 8 16,0-2 13 0,-5 1-8-16,0 3 4 0,-4-2 3 0,-4 1 1 15,-2 1 3-15,-5-2 4 0,0 1 2 0,-1-3 2 0,-7 0 8 16,-2 2 10-16,1-2 5 0,2 0 6 0,5-3 3 16,0-2-1-16,2 2-12 0,3-2 1 15,5 3 1-15,1-3-9 0,5 0 1 0,-2 0-2 16,8 0-1-16,-9 0-10 0,9 0-8 0,-7 0-18 15,7 0-43-15,0 0-75 0,-2-7-118 0,5 2-257 0,2 0 114 0</inkml:trace>
  <inkml:trace contextRef="#ctx0" brushRef="#br0" timeOffset="-190699.47">12548 15965 24 0,'-16'-3'125'0,"3"3"-9"0,0 0-6 15,-6 0-12-15,0 1-20 0,0 2 3 0,0 0-12 0,0 1-7 16,-1 2-12-16,-2 1-1 0,-1 7-2 0,-4 1-6 15,0-1-6-15,4 7-9 0,-2 4-1 0,3 2 3 16,-8 9 2-16,1 3 3 0,10-8-1 0,-4 12-1 16,9-11-10-16,-4 16 7 0,7-14-8 15,1 10-5-15,2-10 0 0,5 0 2 0,-1-3-6 0,8 1 3 0,-1-1-6 16,4-3 7-16,4 0-8 0,4-2 7 0,4-2 0 16,0-2 35-16,9-5 13 0,7 1 14 0,13 0 9 15,7-1 1-15,4-7 0 0,5-3 4 0,29-3-4 16,-25-4 2-16,28-8 5 0,-30 0-6 0,31-4-2 15,-6-5 8-15,-31 5 11 0,-2-5 8 0,-6-2 16 16,-6-4 9-16,-14 5-3 16,0-6 0-16,0-13-10 0,-3-2-9 0,-7-1-13 15,-6-7-10-15,-9-2-20 0,-7-4-18 16,-7 1-6-16,-6-2-6 0,-9 5-3 0,-5 2-6 0,-2-2-15 16,-7 14-17-16,-6 3-12 0,-5 7-23 0,-11 4-25 15,-5 8-34-15,-29 4-33 0,-9 11-63 0,2 8-87 16,-10 4-250-16,4 3-571 0,3 0 253 0</inkml:trace>
  <inkml:trace contextRef="#ctx0" brushRef="#br0" timeOffset="-188146.51">14648 16122 182 0,'0'-6'209'0,"0"0"-10"0,2 1-12 0,-2 0-11 16,0 2-8-16,0-1-21 0,0 4-13 0,0-6-18 16,0 6-15-16,0-3-19 0,0 3-35 0,0 0-14 0,0 0-9 0,0 0-5 15,2 18-2-15,0 0 0 0,-2 10 0 0,-2-2-6 16,1 4 0-16,0 3-1 0,-4-1-3 0,2 1 5 16,1 1 22-16,0 0-1 0,-1-2-8 0,1-3 2 15,0 0-6-15,0-2-1 0,1-8-6 0,0 1 2 16,-1-4-1-16,0-3 0 0,1-2 1 0,-1-1-2 15,1 0 0 1,0-3 0-16,-2-1-5 0,2-2-15 0,1 0-3 16,-1 0-13-16,1 0 0 0,0-4-3 0,-3 4-26 15,3-4-56-15,0 0-21 0,0 0-36 0,-10-11-117 16,6 5-302-16,-2-3 134 0</inkml:trace>
  <inkml:trace contextRef="#ctx0" brushRef="#br0" timeOffset="-187629.61">14573 16201 78 0,'1'-17'195'0,"1"-1"-4"16,-1 2-7-16,3 4-18 0,-1 1-6 0,0-1-18 16,0 2-5-16,-1 3-14 0,0 0-5 15,1 1-10-15,-3 1-13 0,2 0-9 0,-2 5-13 16,1-5-9-16,-1 5-24 0,3-4-6 0,-3 4-7 16,0 0 1-16,0 0-16 0,15 12 6 0,-9 1 3 0,1-2-6 0,2 6-1 15,1 0-3-15,1 8 3 0,0-3 2 0,1 3-6 16,-3-8-1-16,4 5-5 0,-7-5-3 0,6 0-8 15,-6-3-3-15,3-4 3 0,0 1 2 0,-1-2-1 16,2-1 1-16,2 0 6 0,0-5 0 0,6-1-4 16,0-3 1-16,3 0 8 0,-1-6-7 0,5-5-1 15,0-1 5 1,-1-4 5-16,-1 3 4 0,-4-7 1 0,2-1-2 16,-2 1 0-16,-2-1-1 0,0-3-3 0,4 5-3 15,-6-3 1-15,-3 6 6 0,-3 1 2 0,-3 6 10 0,3 1 3 16,-4-3 2-16,-4 7-2 0,3 0-4 0,0 0-1 15,0 0-6-15,-3 0-4 0,-1 5-26 16,0 0-14-16,0 0 7 0,0 0-4 0,0 0 1 16,5 24 2-16,-6-5 2 0,1 7 0 0,1 5 4 0,-6 0-4 0,-3 17 7 15,2-13-5-15,-3 13 7 0,2 0 2 0,1-13-1 16,1 1 3-16,1-3-4 0,1-1 5 0,0-3 0 16,3-2 1-16,-5-3 1 0,4-7-4 0,1-4 1 15,-2-1 4-15,2-1 5 0,0-4 4 0,-1 1 4 16,1-3 11-16,-1-1 19 0,2 1 20 0,0-2 14 15,-1-3 11-15,2 6 5 16,-2-6 7-16,0 3 0 0,0-3-10 16,0 0-7-16,0 0-9 0,0 0-22 0,0 0-20 15,0 0-33-15,0 0-33 0,0 0-42 0,0 0-65 16,0 0-46-16,2-12-227 0,-2 12-453 0,-2-8 202 16</inkml:trace>
  <inkml:trace contextRef="#ctx0" brushRef="#br0" timeOffset="-186959.43">15232 16578 198 0,'0'0'179'15,"0"0"-19"-15,0 0-16 0,0 0-12 0,0 0-18 16,0 0-8-16,0 0-13 0,20-6-9 0,-8 2-8 15,0 2-7-15,1-4-9 0,2 0-5 0,4-1-8 16,-1-2-4-16,9-1-7 0,-8 0-5 0,4-4-1 16,0 1-6-16,1-1 1 0,-1-1-4 0,-2-3 5 15,-3 0-6-15,-6 3 2 16,0 1-1-16,-3 0 5 0,1-2 10 0,-3 5 0 16,-1 0 6-16,-5 0-1 0,3 2-2 0,-4 1-5 15,-4 2-6-15,0-5 1 0,-1 9-11 16,-4-3-2-16,-3 1-5 0,-1 4 2 0,-6 1-4 15,0 4-2-15,-8 5-1 0,0 1 2 0,1 2-7 0,3 4 3 16,-1 0-6-16,6 2 2 0,-2 0-3 0,3 0 0 16,0 2 2-16,10-4 0 0,-3 2-1 0,3-2 0 0,6 0 4 15,1 0 1-15,5-2 1 0,1 1 0 0,7-3 5 16,5-1-5-16,10-1-3 0,8 1 4 0,13-2 0 16,3-4 1-16,0-5-9 0,7 4-11 0,-4-10 6 15,0 3-2-15,-18-4 0 0,1-3 1 0,-2 1 3 16,-8-3 2-16,4-3 2 0,-5-4 4 0,-4 0 11 15,-1-4-3 1,-4 0-4-16,-3-5 7 0,0-2 2 0,-6-2 3 0,0-1 12 16,-5-2 13-16,2 5 11 0,-1-2 14 0,-5 2 4 15,3 0 0-15,-2 11 6 0,2 1-1 16,-3 4 1-16,0 3-5 0,-3 0-8 0,3 5-10 16,0-1-4-16,0-2-13 0,0 8-26 0,3-5-33 15,-3 5-10-15,0 0 5 0,0 0 3 0,-8 14-1 16,7-4 2-16,-6 12 2 0,1 4 3 0,-1 3-2 0,0 1 10 0,-1 3-7 15,2-1 3-15,2 0 0 0,-1 2 4 0,1-3-5 16,0 0 2-16,3-3 2 0,0-3 4 0,1-8 0 16,4 0 0-16,-4-5 1 0,0 0 1 0,0-4 8 15,0-1-7-15,0 1 6 0,2-2-2 0,-2-1 2 16,0 0 4-16,0 0 1 0,0 0 3 0,0-5-5 16,0 2-5-16,0-2-18 0,-2 3-18 0,2-3-43 0,0 0-62 15,0 0-79-15,0 0-173 0,-7-13-425 0,3 5 187 16</inkml:trace>
  <inkml:trace contextRef="#ctx0" brushRef="#br0" timeOffset="-186658.67">15722 16405 120 0,'0'0'195'0,"0"0"-12"16,0 0-13-16,0 0-13 0,0 0-21 16,0 0-8-16,40-1-15 0,-6-3-8 0,4-2-10 0,1-1-13 0,14 0-24 15,-1-3-8-15,-13 6-13 0,-3-4-14 0,-4 1-9 16,-2 0 9-16,-8 2-11 0,-3 0 4 0,-5 2-4 16,-1 1 4-16,-5-2-1 0,-2 0 4 0,-1 2-9 15,-1-1-4-15,-4 3 0 0,0 0-2 0,-14-5 1 16,14 5-1-16,-14-1-1 0,14 1-6 0,-15 0-9 15,5-3-9-15,10 3-19 16,-25 5-31-16,18-2-18 0,0-3-28 0,1 1-19 16,6-1-86-16,-14 3-240 0,14-3 107 15</inkml:trace>
  <inkml:trace contextRef="#ctx0" brushRef="#br0" timeOffset="-186226.32">16353 16123 164 0,'1'-4'289'15,"-1"4"-19"-15,4-7-28 0,-4 7-26 0,2-7-24 16,-2 7-22-16,0 0-21 0,0 0-17 0,5-3-20 16,-5 3-13-1,0 0-11-15,4 14-10 0,-1 3-8 0,-4 3-9 16,1 6-6-16,-2 3-7 0,-2 0-6 0,0 0 3 15,-1 5-15-15,1-2 1 0,-4 1-4 0,3 1-5 16,-1-4 1-16,1-1-6 0,-2-1 1 0,3-9-3 16,-1-1 0-16,3-4-4 0,-1-4 3 0,-2-1-3 15,5 1 3-15,0-5 2 0,-1 1 15 0,-1-2 46 16,2-4 27-16,0 7 37 0,0-7 15 0,0 0-5 0,0 0-19 0,0 0-13 16,0 0-6-16,25-15-15 0,-16 8-13 0,0-3-7 15,3 0-5-15,3-3-8 0,-2 0-14 0,0 1-3 16,1 0 2-16,-6 3-9 0,1 4-2 15,-6 0-10-15,3-1-12 0,0 2-18 0,-4 2-20 16,-2 2-12-16,7-3-36 0,-7 3-12 0,0 0 5 16,12 0 8-16,-7 3-10 0,0 1-9 0,0 0-12 0,3 4-15 0,-2-2-16 15,6 3-14-15,0 1-17 0,1 1-20 0,6-3-24 16,3 0-8-16,5 1-10 0,2-2-16 0,-2-2-139 16,-8-5-408-16,3 0 182 0</inkml:trace>
  <inkml:trace contextRef="#ctx0" brushRef="#br0" timeOffset="-185909.94">16872 16494 109 0,'12'-15'130'15,"0"3"9"1,-7 1 5-16,3 0 9 0,-3 2 9 0,-1-1-4 16,2-1 3-16,-2 2-6 0,-1 2-8 0,-3-2-14 15,1 6-15-15,-1-4-14 0,0 7-12 0,-4-10-13 16,0 8-12-16,-3 1-3 0,7 1-13 0,-20 3-3 16,7-1-7-16,-3 3-4 0,-2 3-4 0,2 0-6 15,-1 4-4-15,-1 1-8 0,-1 2 3 0,2 0-2 16,3 2 0-16,3-5-2 0,-2 0-3 0,8 3 2 0,-3-4-9 0,3-2 4 15,0 1 0-15,5-2 0 0,0-1 4 0,5 3 0 16,3-3 3-16,2-2 0 0,9 1-1 0,8-2 0 16,1-4 0-16,0 0 0 0,-1-2-3 0,3-1 3 15,-9-2-3-15,2 0 0 0,-5-4 0 16,1 1 5-16,-3-1-3 0,1-3-1 0,-4-4-1 16,-1 0-2-16,-3-1-5 15,-2 0 0-15,-3-4-8 0,1 3 1 0,-5 2-5 16,0-1-3-16,-6 2-3 0,0 5-3 0,-2 1-4 15,-4-2-9-15,1 3-5 0,-2 5-12 0,-2 2-15 16,-2 0-3-16,-3 2-18 0,7 3-26 0,0 3-19 16,0-5-30-16,3 7-13 0,1-2-126 0,0 3-320 15,5-2 141-15</inkml:trace>
  <inkml:trace contextRef="#ctx0" brushRef="#br0" timeOffset="-185307.03">17567 16339 48 0,'-10'-6'145'0,"1"2"-12"16,-7 2-12-16,3 0-14 0,-2-1-13 16,-4 8-8-16,0-3-8 0,0 0-9 0,0 4-7 15,-1 1-12-15,1 2-2 0,-1 0-5 0,-3 4-8 0,5-1 0 16,-1 5-5-16,4-3 0 0,1-1-2 0,3 0-6 15,2 0 0 1,2-1-3-16,4-2 2 0,3 0-4 0,0 1 12 16,4-3-15-16,4 1 4 0,3-2 2 0,0-2 2 15,6 0-4-15,1-4 3 0,0-2-3 0,4-1 5 16,-4-5 21-16,2-1 4 0,-1-1 21 0,-3-4 13 16,5-3 5-16,-6 2 2 0,2-8 1 0,1 0-2 15,-5 0 3-15,1-2-8 0,-4-6-5 0,3 1-3 16,-3-4-5-16,-2 4-6 0,1-5-1 0,-4 3 3 0,5-3 7 15,-2 8 7-15,-3-1 8 0,-1 6 16 0,-2 5 1 0,1 4-2 16,0 0-3-16,-2 2-17 0,1 4-13 0,0-2-5 16,-2 8-12-16,1-7-5 0,-1 7-11 15,1-10-20-15,-1 10-31 0,0-2-22 0,0 2 2 16,0 0 6-16,0 0 0 0,0 0 2 0,-10 26 2 16,5-12-1-16,-2 4 3 15,0 9 3-15,-2 2 2 0,0 2 9 0,0-4-8 16,1 6 3-16,-2-2-4 0,1 1 4 0,0 0 1 15,3-1 2-15,-4-2 0 0,3 1 2 0,-2-3-1 16,4-2 3-16,5-8 1 0,-2-1-4 0,0-2 4 16,1-5-1-16,1 1 3 0,-1-1 0 0,-1-4 0 15,2 1 7-15,-1-2 10 0,1 3 5 0,0-4 10 16,0-3 6-16,0 4 17 0,0-4 11 0,-2 5 5 0,2-5 16 16,0 0-3-16,0 0 11 0,0 0-7 0,6 3-3 15,-6-3-9-15,19-3-5 0,-5-4-12 0,8 2-69 16,9-6-67-16,1 1-75 0,1-3-103 0,0-4-361 15,14-7-669-15,-2 0 296 0</inkml:trace>
  <inkml:trace contextRef="#ctx0" brushRef="#br0" timeOffset="-184306.02">18717 16243 56 0,'0'-3'221'0,"1"0"-4"0,-1 3-13 0,0-9-18 15,0 9-14-15,0-3-18 0,0 3-13 0,0 0-15 16,0 0-18-16,-1-5-10 0,1 5-15 0,0 0-16 16,0 0-22-16,0 0-13 0,0 0-3 0,0 0-3 31,-10 12-3-31,5-4-1 0,0 3-4 0,-4 3-3 0,-1 2-9 0,1-6 3 16,1 6 1-16,-1-1-3 0,1 0 28 0,3 2-7 15,4-5 2-15,-3-2-3 0,1 2 0 16,3-1-7-16,3-3 5 0,1-1 8 0,2 0 4 0,6-2 5 15,-2-2 4-15,3-1 0 0,5-4-1 0,1-1 4 16,-2-2 8-16,-1-2 7 0,-2-2 6 16,0-3 5-16,0 2 0 0,-3-5-8 0,-4 0-11 15,2-4-9-15,0-4 5 0,-5 2-12 0,-3-4-5 16,-1 5-9-16,-1 0-12 0,-3 3-5 0,0-2-10 0,-5 2-7 0,-1 3-6 16,1 4 3-16,-2 1-11 0,-3 3-5 0,-2 2-4 15,2 2-2-15,-4-1-11 0,-2 6-13 0,7-2-13 16,-5 2-28-16,3 4-21 0,-2 0-34 0,8-2-22 15,0 6-29-15,4-3-161 0,5-2-394 0,0-6 175 16</inkml:trace>
  <inkml:trace contextRef="#ctx0" brushRef="#br0" timeOffset="-183905.32">19130 15908 118 0,'3'-4'253'0,"-2"0"-27"0,-1 4-25 16,0 0-26-16,2-4-21 0,-2 4-16 0,0 0-13 15,-3 22-17-15,-4-6-9 0,1 12-12 0,-2 1-9 16,-2 6-7-16,2 12-10 0,-5 4-7 0,-2-1-1 16,2 1-7-16,3-4-10 0,2 1 2 0,3-14-8 15,3-1-2-15,-1-2-28 0,3-1 0 0,3-4 3 16,0-1 0-1,0-7 4-15,2-7 2 0,5 1 16 0,-2-1 19 0,-2-3 19 16,6-3 11-16,1 0 9 0,-2-5 3 16,2 0 6-16,-3-3 7 0,2-3 0 0,-2 1 4 15,-4-3 0-15,2-1-11 0,-3-1-21 0,-2-2-10 16,-3-6-31-16,-3-1-20 0,-6-7-10 0,-1 1-11 16,-8 1-5-16,-1-1 1 0,1 4 4 0,-8 0 0 15,6 4 0-15,5 4 13 0,1 1 9 0,5 3 6 0,2 2 3 0,0 1 0 16,0 2 3-16,2 0-2 0,5-1-4 0,4-1-18 15,13-1-14-15,13-2-34 0,25-1-48 16,5-1-73-16,33-7-93 0,-34 1-204 0,36-3-505 0,-6-4 224 16</inkml:trace>
  <inkml:trace contextRef="#ctx0" brushRef="#br0" timeOffset="-183165.89">20262 16061 49 0,'0'-5'285'0,"0"0"-13"16,0 2-25-16,0 3-16 0,0-7-31 0,0 7-18 15,4-3-23-15,-4 3-18 0,4-2-15 0,-4 2-15 16,0 0-14-16,0 0-14 0,0 0-8 0,9 13-10 16,-4-4-9-16,1 3-6 0,-1 5-7 0,0 2-1 15,4 8-7-15,-3 2-2 0,-3-2-4 0,1-1-5 16,-4-1-3-16,3 1 6 0,-1-6-7 0,-1-1 20 0,3-2 2 0,-4 0-8 16,2-5-3-16,0-1 0 0,2-1-1 15,-3-6-2-15,-1 3 29 0,0-3 49 0,-1-1 41 16,1-3 47-16,1 4 26 0,-1-4-7 0,0 0-21 0,8-9-17 31,-2-1-17-31,-1 0-15 0,7-5-14 0,-2-2-13 16,4-6-14-16,2-4-12 0,0-2-11 0,0 1-14 15,-1 0-11-15,3-1-6 0,-3 5-8 0,0 0-3 0,-6 8-14 16,0 2 4-16,-4 6-7 0,4 0-6 0,-5 1-13 16,-1 0-20-16,-1 4-27 0,2-2-47 0,0 2-31 15,-4 3-42-15,5-2-3 0,-5 2 2 0,10 2-7 16,-5 3-11-16,2 1-10 0,2 3-14 0,1-2-21 15,4 8-20-15,1-3-18 0,1 0-19 0,0 3-182 16,6 2-506-16,4-5 224 0</inkml:trace>
  <inkml:trace contextRef="#ctx0" brushRef="#br0" timeOffset="-182833.86">21125 16116 234 0,'3'-10'244'0,"0"2"2"0,-2 0-5 0,1 1-9 0,-2-1-15 16,-2 1-21-1,1 1-19-15,-4-1-27 0,0 3-9 0,-7-1-18 16,2 4-13-16,-8 0-17 0,0 5-7 0,-2-2-8 16,-7 7-10-16,0 2-10 0,3-3-7 0,-3 5-6 15,3 1-4-15,0 2-6 0,-2 2 0 0,4 5-3 16,-1-3-9-16,2 3 2 0,1-2-3 0,4 1-3 16,5-5 0-16,1-1-11 0,5 1-2 0,1-4 2 15,2-5 1-15,0 2 3 0,1-2 1 0,2-1 7 0,5-3 5 0,1-3 5 16,3 0 3-16,3-2-5 0,6-3-1 0,-2-4 0 15,2 2-2-15,3-4-1 0,-4 1-4 0,5-3-1 16,-4 0-2-16,3-3-2 0,-3 4-4 16,-4 0 3-16,10-3-3 0,-12 3-1 0,3 3-2 15,-5 2-1-15,-2 2-4 0,3-1-1 0,-2 1-2 16,-2 1-6-16,-3 2-8 16,5 1-10-16,-2-1-19 0,-8 1-18 0,16 2-31 15,-8 2-27-15,0 1-36 0,2-2-45 0,-4 1-47 16,-1 2-172-16,-5-6-454 0,9 7 202 0</inkml:trace>
  <inkml:trace contextRef="#ctx0" brushRef="#br0" timeOffset="-182363.87">21309 16058 92 0,'12'-12'234'15,"0"4"-11"-15,-2 2-19 0,-2 0-23 0,2 1-20 0,-2 3-18 16,1 2-17-16,1 0-15 0,1 3-7 0,-3 1-9 15,3 2-12-15,-3 0-10 0,1 2-6 16,-1 4-3-16,-2 2-7 0,-1 2-9 0,0 2-1 0,-1 0-6 0,-1 8-3 16,-3-7-1-16,-3 0-9 0,-1-1 0 0,3 1-2 15,-4-4 3-15,1-3-10 0,-1 0 6 0,1-4-7 16,0 1 5-16,3-4 4 0,-3-1 27 0,4 1 34 16,-1-2 41-16,1-3 17 0,0 0-11 0,0 0-20 15,0 0-10-15,5-22-13 0,3 11-13 0,3-3-11 16,6-9-7-16,3 3 3 15,2-2-20-15,-1-2-9 0,2 0-11 16,1-2 4-16,-3 5-8 0,1 0-11 0,-3 2 14 16,-2 6-5-16,-8 4 2 0,-3 1-2 0,2 2-3 15,1 1-15-15,-4 0 12 0,-1 0-4 0,0 3-7 16,-2-1-15-16,-2 3-9 0,0 0 1 0,0 0 3 16,11 7-3-16,-10 1 1 0,-1 1 1 0,-1 3 0 0,2 6-7 15,-2 0 12-15,-2 0 0 0,-1 9 2 0,2-3 2 0,-1 2 4 16,-2-2 4-16,1-5-2 0,-1 1-1 0,1-3 3 15,-1 0 1-15,1 0-9 0,0-7 12 0,0 2-8 16,3-5-20-16,1 0-5 0,-1-3 4 0,-2 0 0 16,3 3 10-16,-4-5 4 0,4-2 7 0,0 0-3 15,0 0-39-15,0 0-46 0,0 0-34 0,-11-19-57 16,9 7-64 0,-5-5-202-16,3-10-487 0,2-2 215 0</inkml:trace>
  <inkml:trace contextRef="#ctx0" brushRef="#br0" timeOffset="-182216.76">21666 15741 42 0,'0'-7'298'0,"0"2"-22"15,0 0-26-15,0 5-27 0,0-7-26 0,0 7-21 0,4-5-38 0,-4 5-34 16,8 0-47-16,-8 0-37 0,14 7-62 0,-5 0-64 16,-1 0-167-16,-2 1-294 0,2 0 130 0</inkml:trace>
  <inkml:trace contextRef="#ctx0" brushRef="#br0" timeOffset="-181176.53">22111 16075 126 0,'5'-7'310'0,"-5"0"-3"0,1 0-25 0,2-1 7 16,-2 3-23-16,-1-3-13 0,4 4-13 0,-4-3-28 15,0 4-17-15,0-1-25 0,0 0-23 0,0 4-24 0,-9-3-14 0,0 3-16 16,0 3-15-16,-8 1-4 0,6 2-11 0,-8 5-9 15,4 0-5-15,-3 2-5 0,-1 4 0 0,1 1-12 16,1 3-1-16,3-4-25 0,4 4-11 0,-3-4-10 16,8 0-3-16,0 0 0 0,1-1 0 0,4-5-2 15,1 2 1-15,-1-2 5 0,4-3 4 0,4-2 1 16,2 2 6 0,0-5 0-16,1-3 10 0,4-1-2 0,-2-2 1 15,2-4 8-15,0 1 5 0,2-3-1 0,-2-4-10 16,3 0 15-16,-4 1 0 0,8-6-2 0,-7 4-1 0,-2 0-2 15,-3 0-1-15,3 4-4 0,-5 0 2 0,-2 1 7 16,4 1 7-16,-5 4-4 0,0-1 0 0,-1 2-9 16,-1-3-4-16,-2 5-7 0,2-2-21 15,-3 3-20-15,5-1-2 0,-5 1 2 0,9 4 3 0,-5-1 1 0,1 6 4 16,1-2 3-16,1 1 1 0,3 1-4 0,1 3-5 16,0 1-12-16,4-1-9 0,0 0-10 0,-1-3-10 15,0 1-4-15,0-6-3 0,-1 2 4 0,0-4-2 16,-2 0 5-16,1-4 4 0,1-2 8 0,-3-1 8 15,-2-4 0-15,3-4 14 0,-3 0 21 0,-2-3 9 16,3-1 12-16,-3 0 13 16,-2 0 3-16,1-8 6 0,1-1 7 0,-1 1 6 15,0-1 1-15,0-5-5 0,-1 2 3 16,1-3 6-16,-3 3 10 0,6-2 6 0,-4 2-4 16,-2 10 10-16,2 2 7 0,-3 7-6 0,2 0-9 0,-2 3-13 15,-1 1-8-15,0 1-20 0,0 1-31 0,0 4 2 16,0 0 1-16,0 0 2 0,-1 18-3 0,-3 0 3 15,0 0 0-15,-6 7 2 0,4 5-2 0,-3-1 6 0,-1 3-1 16,1-1 2-16,1-1-1 0,1 1-1 0,1-1 4 16,2-2 2-16,2-4-2 0,-1-5-8 0,2-7-4 15,0 3-1-15,-2-6-3 0,3-1 6 0,-1-3 4 16,1 2 5-16,0-2 26 0,-1-1 29 0,1-1 26 16,0-3-8-16,0 0-9 0,0 0-13 15,-16-7 1-15,10-3-12 0,-4 3-16 0,-4-3-13 0,-2-1-7 0,1-3-15 0,-7-1-4 16,4 4-1-16,-1 1 1 0,4 1 2 0,4 4 5 15,-1 0-2-15,4-2-1 0,2 2 5 0,0 3 0 16,2-1-13-16,1 0 9 0,3 3-4 16,0-5-4-16,0 5-5 0,18-2 4 0,2-2 2 15,12 1-3-15,5 0-6 0,16 1 1 0,4-1 1 0,3 2 4 16,2-3-2 0,-6 1 6-16,-1 2 4 0,-6-4-4 0,-10 3 5 15,-7 2 3-15,-3-2 2 0,-7-1 0 0,-5 1 12 16,-3 0 25-16,-4 1 18 0,-2 1 11 0,-1-3 23 15,0 2 14-15,-2-2 5 0,1 3-10 0,-6 0-1 16,7 0-8-16,-7 0-14 0,8-2-9 0,-8 2-13 16,0 0-11-16,0 0-18 0,5 5-10 0,-2-4 2 0,-3-1-5 15,-3 11-1-15,2-6 1 0,1 7-3 0,-4-3 3 0,3 0 0 16,-3 3-16-16,-1-1 19 0,5 0-1 0,-4-1-2 16,3 0-25-16,-1 1-10 0,0 1-18 0,0-1-17 15,4-1-9-15,-2 3-18 0,0-5-10 0,0 1-22 16,0-4-15-16,-2-1-22 0,2 3-22 15,0-7 1-15,-2 6-6 0,1-3-222 0,1-3-447 16,0 0 198-16</inkml:trace>
  <inkml:trace contextRef="#ctx0" brushRef="#br0" timeOffset="-181013.8">22906 15831 93 0,'1'-5'305'0,"-1"-1"-30"15,3 5-29-15,-3 1-28 0,0 0-26 0,2-7-46 0,-2 7-53 16,0 0-31-16,0 0-28 0,0 0-45 0,0 0-49 16,11 14-66-16,-8-9-119 0,7 0-265 0,-1 3 118 15</inkml:trace>
  <inkml:trace contextRef="#ctx0" brushRef="#br0" timeOffset="-180675.33">23308 15969 116 0,'-7'2'191'0,"-5"-1"-19"15,2 4-15-15,-3-1-14 0,-1 2-18 0,-2 5-10 16,0 1-8-16,0-3-12 16,0 6-13-16,1 0 3 0,2 1-21 0,0-1-2 15,1 2-6-15,3-2 0 0,2 1 10 16,2-5-4-16,3 4 5 0,2-3 4 0,2-1 6 15,3-2 9-15,2-1-1 0,4-1 5 0,8-2-5 16,-1-3-9-16,4-2 2 0,0 3-2 0,-2-6 6 16,-2 1 9-16,-1-4 6 0,-5 2 6 0,2-1-1 15,-1-5 0-15,-1-2-9 0,-2 5-8 0,-4-5-11 0,-2 1-6 0,0-5-22 16,-1 0-15-16,-3 0-12 0,0 0-9 0,-4 0-18 16,-3 1 2-16,2 5-12 0,-5 0-11 0,0 1-11 15,-4 1-12-15,-5 1-7 0,-1 5-8 0,0-2-6 16,-2 4-28-16,3 1-27 0,-1-1-28 0,3 5-38 15,0-2-44-15,2 2-159 0,7 2-430 0,2-3 191 16</inkml:trace>
  <inkml:trace contextRef="#ctx0" brushRef="#br0" timeOffset="-180358.98">23545 16025 2496 0,'4'-1'244'0,"-4"1"-121"0,7-3-47 16,-5 1-35-16,-2 2-11 0,5 0-15 0,-5 0-5 16,0 0-6-16,0 0-1 0,7 2-2 0,-7-2-3 15,-1 5 1-15,1 1 2 0,-2 0 1 0,0 1-2 16,-2 6 2-16,-1-3 1 0,0 2 2 0,1 2 2 16,-3-3-1-16,3 0-1 0,-1-3 1 0,2-1-3 15,2 1 3-15,-3-2 4 0,3-1 4 0,-1-3 20 0,0 1 54 16,2-3 29-16,0 0-13 0,0 0-10 0,14-5-1 15,-3-2-16-15,5-5 4 0,4 2-18 0,2-4-6 16,2 4-5-16,3-2 5 0,-8 4-9 0,1 1-7 16,0 0 0-16,-2 3-17 0,-5 3-15 0,4 2-12 15,-2 1-20-15,-2 2-14 0,-1 3-19 0,2 4-37 16,0 1-42-16,-3 2-56 16,0 0-81-16,-5 1-292 0,3 1-610 0,-1-5 270 15</inkml:trace>
  <inkml:trace contextRef="#ctx0" brushRef="#br0" timeOffset="-179409.79">24763 16019 132 0,'0'0'153'15,"0"0"-20"-15,0-4-10 0,0 4-15 0,0 0-15 0,0 0-8 16,0 0-12-16,0 0-9 0,-13 4-10 0,5 6-1 16,-5-1-21-16,-1 6 10 0,-1-2-2 0,1 2-7 15,1 1-6-15,-1 6-3 0,-3-1 1 16,6-3-5-16,3-2-8 0,-1-1 5 0,5 1-6 15,3-4 8-15,0-2-4 0,2 0 7 0,2 1 21 0,4-4 15 0,1-1 7 16,7-3-4-16,5-3-2 0,9-3-4 0,-1-2-2 16,2-4-13-16,-2-1 4 0,-3-4-3 0,-2-1-2 15,-1-2-3-15,-11 5-2 0,2-2-6 0,-5-3 1 16,-2 0-4-16,-1-1-4 0,-3-1-14 0,-4 0-11 16,-2 0 0-16,1 1-8 0,-7 2-2 0,2-1-3 15,-2 3 0 1,-3 2-7-16,-1-1 5 0,-3 7 0 0,6 0-8 0,-7 1 5 15,1 4-15-15,2 1-10 0,-3 0-17 0,-3 4-15 16,11-1-25-16,-4 3-26 0,3-2-122 0,0 2-272 16,5-1 121-16</inkml:trace>
  <inkml:trace contextRef="#ctx0" brushRef="#br0" timeOffset="-179008.87">25170 15642 19 0,'0'0'133'0,"0"0"-11"16,3 20-27-16,-6-2 3 0,3 10-14 16,-5 5-7-16,0 13-9 0,-4 0-8 0,-4 3-7 15,3-1-1-15,-4 3-10 0,2-3 6 0,2 7-6 0,1-6-2 16,4 1-4-16,5-15-6 0,-2-1 17 0,6-3 3 15,1-2-5-15,2-2 21 0,-2-8 1 0,3-1 7 16,1-4 9 0,-3-2 9-16,3-4 11 0,3-2 3 0,-1-1 4 15,2-3 2-15,6-3-6 0,-3-2 0 0,-4-1-2 16,0-4-5-16,-3 2-6 0,0-3-3 0,-2 1-3 16,-3-4-19-16,0-5-31 0,-4-1-21 0,-4 0-11 15,-6-6-7-15,-5 2-4 0,1 0 3 0,-4-2-3 16,-4 3 3-16,4 1-3 0,-5 1 5 0,5 6 4 15,5 4 13-15,4 0 8 0,-1 4 6 0,3-2-2 0,1 3-7 0,1 0 0 16,1 1-4-16,4 3-3 0,7-7-9 0,12 5-10 16,14-4-24-16,4 0-37 0,27 1-41 15,1-6-95-15,29-3-233 0,-29 2-471 0,26-4 208 16</inkml:trace>
  <inkml:trace contextRef="#ctx0" brushRef="#br0" timeOffset="-178369.49">26292 15725 19 0,'1'-13'201'0,"-2"-1"-16"0,1 3-9 0,-1 2-14 15,1-3-6-15,0 8-16 0,0-2-13 0,0 2-15 16,0-1-13-16,0 5-22 0,0-4-23 0,0 4-7 16,0 0-8-16,0 18 0 0,-3-1-12 0,1 10-1 15,-3 5-6-15,-2 3 0 16,-3 12-1-16,-3 1-9 0,-1 5 8 0,4-7-6 15,-2 10-6-15,2-5 5 0,3-3 3 16,1 0-1-16,3-16 20 0,1 14 2 0,0-12-6 16,0-3-3-16,2-2 3 0,-2-2-16 0,2-8-19 15,0-2-24-15,0-5-26 0,0-1-31 0,0-2-15 16,0-4 1-16,0-1-36 0,0-4-110 0,0 0-265 16,0 0 118-16</inkml:trace>
  <inkml:trace contextRef="#ctx0" brushRef="#br0" timeOffset="-177767.87">26277 15903 119 0,'0'0'142'16,"0"0"-12"-16,0 0-13 0,0 0-14 0,-3 23-10 15,10-12-8-15,-1-1-2 0,4 4-12 0,6 2-6 16,-4-2-6-16,9 7 0 0,0-1-10 0,-3 1-3 15,-2-7-10-15,3 6-4 0,-8-5-4 0,-2-2-1 16,-1 1-14-16,-3-4 5 0,-1 1-3 0,-3-1 4 16,-2-3-9-16,-7 3 15 0,-1-3 3 0,-10 3-12 0,3-1 5 0,-9 0-6 15,-4 1-1-15,3-5-1 0,6 0 1 0,-2-3 3 16,2 1-5-16,3 1 1 0,3-4 0 0,1 0 0 16,1 0 8-16,3 0 25 0,9 0 0 15,-9-4-19-15,9 4-25 0,3-7-13 0,6 0-13 16,9-1-3-16,8-4-2 0,3 2 3 0,8-4-5 0,11-4 4 15,5 2 15-15,2 2-8 0,3-2-4 0,-1 5 5 0,-1-3-12 16,-6-1 15-16,1 3 2 0,-15 2 2 0,-5-2 0 16,-2 0 11-16,-2 2 6 0,-11 3 23 0,-4 2 12 15,0-2 22-15,-2 2 8 0,-5 0 12 0,-1-2 1 16,-2 5-2-16,0-3-6 0,-4 0-8 0,-3 0-13 16,1 2-1-16,-6 1-7 0,-3 2-5 0,-6 0-4 15,0 1-4 1,-8 3-8-16,-2 3 1 0,1 3-5 0,0 2-4 15,1 3-8-15,-1-1 4 0,4 3 0 0,0-2-10 0,3 5 3 16,0-2 5-16,6 1-1 0,4-1-8 0,0-1-5 16,5-3-8-16,2-2 2 0,3-3 5 0,-2 1 0 15,3-2 3-15,5-1 10 0,2-3 8 16,3 0 6-16,3-3 5 0,5-1 3 0,3-1-5 16,-2-4-3-16,3 2 4 0,0-5-6 0,-2 3-5 0,7-1 1 0,-8-2-4 15,2 4-2-15,0-4 1 0,-5 1-3 0,4-1 1 16,-6 4 2-16,0 2-9 0,-5-1 0 0,3 1-13 15,-1-2-19-15,-3 3-22 0,0-1-30 0,2 2-38 16,0 0-46-16,-1-3-53 0,-9 3-125 0,14-2-373 16,-8 0 165-16</inkml:trace>
  <inkml:trace contextRef="#ctx0" brushRef="#br0" timeOffset="-177154.42">27210 15926 51 0,'7'5'145'0,"1"1"-12"0,-2 2-23 0,3 2-11 16,-1 1-7-16,0 4-5 0,-3 4-6 0,1-2-14 16,-1 3-3-16,0 4-10 0,-3 0-1 0,0-5-17 15,-2 0 8 1,0 1-7-16,-2-5-5 0,-3 2-1 0,3-5-5 0,0-3-4 0,-1 0 9 15,3 1 22-15,-4-5 25 16,4 0 29-16,0-5 26 0,-2 5 31 0,2-5 24 16,-2 4 4-16,2-4-12 0,0 0-23 0,0 0-22 15,0 0-18-15,4-23-14 0,0 12-24 0,1-5-12 16,4 1-20-16,0-4-23 0,9 0-26 0,1-5-24 16,4 4-11-16,0 3-14 0,4 1-4 0,1 0 2 0,0 3-1 15,5 0-3-15,-1 1-5 0,-1 5-5 0,2-3 4 0,-3 6-3 16,-1-2 3-16,0 2 10 0,-3-2 3 0,-5 4 3 15,0-3 6-15,-4 3 6 16,-2-2 6-16,-2 1 17 0,-2-1 22 0,-4 2 14 16,-1-2 14-16,-2 1 12 0,0-1 13 0,0 0 4 0,-3 0 0 0,0 0-9 15,-1 4-4-15,-6-7-6 0,1 4-11 0,-3 1-4 16,0 1-8-16,-4 0-1 0,-4 2-3 0,-3 2-4 16,1 2-6-16,-1 2 2 0,-3 0-6 0,-4 8 3 0,-2 0-6 15,4 5 5-15,-1-2-5 0,-1 2-4 0,3 2 1 16,4-1 2-16,-3 2 0 0,3 0 1 0,5 1 0 15,3-2-15-15,4-6-1 0,3-3 2 0,1-3-5 16,0 1 5-16,4-3 4 0,1-1 12 0,1-2 9 16,4-3 8-16,2-1 7 0,2-1 0 0,2-3 5 31,1 0-2-31,2-5 3 0,0 0-5 0,-2-2 1 0,5-2 1 16,-1 2-2-16,-1-1-2 0,-1-2-6 0,0 1-1 0,-2 3 1 0,-3 1-5 0,-2 2-6 15,-1 0-1-15,-2 1-6 0,-1 3 0 16,1-1-9-16,1 0-13 0,-1 4-5 0,-6-1-10 15,13 2-5 1,-5 2-15-16,2 2-13 0,0-1-23 0,6 5-31 16,-2 2-52-16,3-5-49 0,-1 0-197 0,3 0-450 15,-3-4 199-15</inkml:trace>
  <inkml:trace contextRef="#ctx0" brushRef="#br0" timeOffset="-176571.54">28061 15940 180 0,'0'0'266'0,"0"-8"-21"16,0 8-20-16,2-5-24 0,-2 5-26 0,0 0-17 15,3-4-18-15,-3 4-19 0,0 0-14 0,0 0-11 16,0 0-7-16,0 0-17 0,0 0-5 0,6 15-3 0,-6-8-13 0,1 3-5 15,1 1-4-15,-5 6-5 0,1 2-2 0,-1 1-8 16,-2 6-1-16,-1-1-1 0,-1 0-4 0,1-7-3 16,1 2 1-16,0-6-7 0,1 3 2 0,1-5 2 15,-1-3-7-15,3-2 3 0,0-1-2 0,-2 1 7 16,3-7 23-16,0 4 27 0,0-4 28 0,0 0-5 16,0 0-13-16,0 0-7 0,16-12-10 0,-8 3 3 0,4-5-13 15,2 2-8-15,-2-3-5 0,5-4 3 0,1 0-9 16,0 0-1-16,0 1-6 0,-4 4 1 0,0 2-6 15,0 0 0-15,-5 4-2 0,0 0-7 0,-5 4 2 16,2-1-7-16,1 1-1 0,-3 1-8 0,1 0-15 16,-5 3-2-16,9 3-4 0,-4 0 4 0,0 4 0 15,-1-3 3-15,1 8 3 16,-1-2-5-16,-2 3 4 0,2 3 2 0,1 2 4 16,-1 1 3-16,-3 2-3 0,0-1-3 0,1-2-12 15,-2-2-6-15,1 2-2 0,-2-6 7 16,2-1-8-16,-2-6 5 0,2 4 4 0,-2-3 3 0,1-2 6 15,0 3 24-15,0-6 34 0,0-1 26 0,0 5 22 16,0-5 2-16,0 0-12 0,0 0-8 0,13-17-10 16,-5 7-4-16,5-5-11 0,-2 0-8 0,5-5 2 0,3 2-12 15,3-3-12-15,0 1 0 0,-2 2-23 0,1 0-5 16,-3 7-11-16,-3 2-19 0,1-1-19 0,1 3-27 16,2 1-29-16,-5 2-34 0,-1 4-27 0,6 0-37 15,-1 0-48-15,-4 2-191 0,0-1-489 0,0 1 218 16</inkml:trace>
  <inkml:trace contextRef="#ctx0" brushRef="#br0" timeOffset="-176016.88">28712 16067 187 0,'0'0'179'0,"0"0"-16"0,0 0-13 0,0 0-16 0,0 0-13 0,0 0-11 15,0 0-14-15,0 0-14 0,0 0-6 0,41 1-19 16,-24-3-17-16,2 1-2 0,0-2 2 0,2 0-21 16,-1 2-11-16,2-3 4 0,-4-1-4 0,-6 2 3 15,0-2-5-15,1 0 14 0,-6 0 10 0,1-1 4 16,-2 0 10-16,-2 2 4 0,-2 0-5 0,1-4 5 16,-3 5-10-1,0 3-2-15,-2-10-4 0,-3 3-8 0,-2 5-1 16,0 0-6-16,7 2-1 0,-22-1-5 0,7 4 1 15,-6-3-4-15,3 6-2 0,-1 2 2 0,0-1-4 16,2 3 0-16,-2 2-4 0,6 0 1 0,-2 0-1 16,5 1 0-16,-2-1 4 0,2 2-2 0,2 1-2 15,5-1 2-15,1-1 2 0,6 3 0 0,3-6 1 16,10 4 0-16,0-6-12 0,11 4 11 0,4-5-4 0,3-2-4 0,0-3-4 16,0-4-6-16,-1 0 0 0,-2-4-3 0,0-4 3 15,-5-3 8-15,0 3-6 0,-4-6 4 0,-3-1 8 16,-4 2 4-16,-1-6 7 0,-1 0 17 0,-4-5 2 15,1 1 5-15,-3-1 8 0,0-5 12 0,-1 1 21 16,0-1 9-16,2-1 6 0,-4-6 1 16,2 6 7-16,-1 1-1 0,-1 1 5 0,4 7-6 0,-8 8-3 0,2 5-12 15,0 0-13-15,-1 4-8 0,-1-2-22 0,2 5-34 16,-3 1-29-16,0 2-5 0,0 0 2 0,-8 15 2 16,4 0 4-16,-1 3 0 0,-7 11 3 0,3 5 2 15,2-1 1-15,-7 12 1 0,6-9 1 0,3 9 1 16,0-13 4-16,3 5 2 0,-1-4-1 0,6 1 4 15,-2-6 2-15,1 4-1 16,2-9-25-16,-2-4-17 0,-1-6-27 0,-1-2-22 16,0-4-19-16,0-1-7 0,1-1 20 15,-1-5-3-15,-1 5-89 0,1-5-168 0,0 0-386 16,-8-21 170-16</inkml:trace>
  <inkml:trace contextRef="#ctx0" brushRef="#br0" timeOffset="-175816.36">28932 15930 53 0,'0'0'284'0,"-9"1"-8"0,9-1-13 16,0 0-22-16,0 0-26 0,0 0-23 0,16-6-17 16,4 3-22-1,13-2-26-15,3 0-34 0,1 1-34 0,21-3-33 16,-6 2-40-16,2 0-40 0,-19 1-30 0,5 0-59 0,-4 2-168 15,-8-2-336-15,-6-1 149 0</inkml:trace>
  <inkml:trace contextRef="#ctx0" brushRef="#br0" timeOffset="-175446.78">29498 16049 166 0,'0'4'232'0,"0"-4"-19"15,0 0-23-15,14-3-20 0,0-1-15 0,4 1-21 16,0-2-24-16,1-1-27 0,3 0-18 0,0-1-16 16,-1 0-18-16,5-2-4 0,-7 1-6 0,8-4-1 15,-13 5 6-15,1-3-9 0,-4 4 2 0,0-2-4 16,-5-1 12-16,0 3 1 0,-1-1 6 0,-4 2 2 15,2 0-7 1,-2-1-3-16,-1 6-8 0,-10-9-1 0,2 8-2 16,-5 0-3-16,0 1 2 0,-6 2-7 0,1 2 1 15,0 1 0-15,-2 4-4 0,3 0-6 0,0 2 3 0,1 2-5 16,0 0 4-16,1 1-1 0,-2 5-4 0,6-2 1 0,2 0 6 0,1 0 0 16,4 2-3-16,4-1-9 0,2-1-17 0,6 3-37 15,5-3-39-15,6 0-77 0,-4-8-92 16,3-2-295-16,1-5 131 0</inkml:trace>
  <inkml:trace contextRef="#ctx0" brushRef="#br0" timeOffset="-175146.28">29949 15905 111 0,'7'-1'184'15,"-2"0"-14"-15,-5 1-24 0,16 6-7 0,-9 1-16 16,-1 3-14-16,4 4-13 0,-1 2-4 0,-2 5-12 0,-2 2-2 16,-1 3-14-16,-2 1-6 0,-4 0-5 0,-3 3-6 15,-3 0 2-15,-2-1-14 0,-2-4 3 0,2-8-9 16,1-1 5-16,0 1-6 0,3-6-1 0,2-2 10 16,-4-4 37-16,6 0 40 0,-2 2 49 0,-3-7-1 15,7 0 6-15,0 0-18 0,-5-12-11 0,5-1-16 0,4-1-12 16,1-3-7-16,9-7-15 0,0 0-8 0,7-3-16 15,1 5-20-15,3-6-11 0,3 3-34 0,16-12-26 16,-6 4-24-16,-2 0-26 0,-7 13-26 16,-2-2-32-16,-3 4-29 15,0 1-50-15,-7 5-235 0,-2 3-485 0,-4 2 215 16</inkml:trace>
  <inkml:trace contextRef="#ctx0" brushRef="#br0" timeOffset="-174961.38">30464 16184 3597 0,'-3'3'359'0,"0"-2"-131"0,3-1-109 0,0 0-50 16,-8 1-27-16,8-1-66 0,-2 2-64 0,2-2-70 15,0 0-148-15,0 0-334 0,-8-9-693 0,8 9 307 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4-25T06:05:18.2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3138 2052 2 0,'0'0'161'0,"1"-4"-15"15,-1 4 5-15,0 0-8 0,4-2-4 0,-4 2-9 16,0 0-3-16,2-4-2 0,-2 4 1 0,0 0 6 0,3-4-5 15,-3 4 4-15,0 0 1 0,0 0 0 16,3-4-6-16,-1 1-3 0,-2 3-6 0,0 0-5 16,0-4-5-16,0 4-8 15,1-5-3-15,-1 5 4 0,0-5-16 0,0 2-7 16,0 3-4-16,2-6-3 0,-2 6-5 0,-2-5 1 16,2 5-7-16,2-5-4 0,-2 5-5 0,1-3 2 15,-1 3-2-15,0-5-6 0,0 5-11 0,1-3 1 16,-1 3-3-16,-5-4-5 0,5 4-2 0,0 0-3 15,0-5-2-15,0 5 0 0,0-5-5 0,0 5-8 16,0 0-3-16,-4-3-3 0,4 3-5 0,0 0-2 0,-8 0-4 16,8 0-2-16,-9 0-3 0,9 0 0 0,-11 0-4 15,6 3-3-15,-4-3-7 0,0 5-6 0,-1 2-3 16,-3-1-2-16,2 8 5 0,-4-2 1 0,-5 7 2 16,0 5 2-16,-2 0 4 0,4-1 1 0,-1 8 6 15,-5 12 2-15,4 0 2 0,5-14 3 0,2 5-2 16,0-4 4-16,5 4 2 15,0-3-2-15,5 1 4 0,2 0 3 0,1-1 3 16,-1-3-2-16,6 1 2 0,3-3 0 16,2-1 1-16,4-3 5 0,-2-5 0 0,7 1 7 0,-5-4 2 15,5-5 3-15,6 3 7 0,5-5 6 0,-2-2-5 16,4-2 3-16,1-6-1 0,-2 0 6 0,1-3 3 16,-2-4 5-16,2-2 5 0,-2-3 4 0,-6-1 8 15,5-6-2-15,-1-2 8 0,8-10-8 0,-15 5 0 0,3-12-2 16,-2-5-2-16,-2-3 12 0,-11 15 20 0,-1 0 20 15,-3-1 14-15,-5 2 6 0,0 0 2 0,-5 4-6 16,-4 0-8-16,-3 2-15 0,-2 2-9 0,0 3-14 16,-5 1-11-16,-3 3-5 0,1 2-21 0,-2 3-8 15,2 5-15-15,-6 0-23 0,8 4-30 0,-4 2-41 16,-5 4-56-16,6 0-51 0,-6 6-55 0,5 2-67 0,-1 3-55 0,0 3-290 16,8-5-707-16,6 3 313 0</inkml:trace>
  <inkml:trace contextRef="#ctx0" brushRef="#br0" timeOffset="1117.83">3740 1970 50 0,'0'0'107'16,"0"0"1"-16,0 0 8 0,0 0 6 0,-4-2 9 16,4 2 13-16,0 0 2 0,-3-7 2 0,3 7 15 15,0 0-2-15,-1-8 14 0,1 8 30 0,-3-5 4 0,1 1-8 16,2 4-2-16,-4-7 1 0,4 7-6 0,-5-6-6 16,5 6-9-16,-1-6 0 0,1 6-19 0,-1-5-12 15,1 5-15-15,0 0-16 0,0 0-7 0,-3-5-15 0,3 5-17 16,0 0-19-16,0 0-39 0,0 0-34 0,0 0-40 15,0 0-1-15,-4 17 8 0,3 2 0 0,0 6 8 16,-2 8 5-16,-2 18 3 0,1 8 3 0,-5-2 10 16,4 3 5-16,1-1-4 0,-1-1 12 0,1-2 15 15,4-2 15-15,-5-4 6 0,5-16-14 0,1-1 16 16,-1 0 6 0,0-5-5-16,0-2 2 0,4-7-4 0,-5 0-1 15,2-3-2-15,-1 1-15 0,-1-5 9 0,2 0-2 16,-2 0 1-16,2-4-4 0,-1-2 2 0,0 0-4 15,0-6 6-15,0 7-8 0,0-7 0 0,0 8 9 16,0-8 2-16,0 0-22 0,0 0 21 0,0 8-6 16,0-8-1-16,0 0 3 0,0 0 0 0,0 0-9 15,0 0-30-15,0 0-50 0,0 0-43 0,0 0-47 0,0 0-41 0,-8-25-41 16,11 13-68-16,-6-1-257 0,2-4-614 0,1-2 272 16</inkml:trace>
  <inkml:trace contextRef="#ctx0" brushRef="#br0" timeOffset="1449.95">3708 2261 107 0,'0'0'293'16,"0"0"-9"-16,-4-8-16 0,4 8-18 0,0-6-25 16,0 6-32-16,0 0-15 0,0 0-17 15,0 0-19-15,6-5-15 0,-6 5-11 0,0 0-14 16,25-1-12-16,-14 2-7 15,3 3-22-15,3-1 9 0,2 1-8 0,0 2-6 16,-1 1-6-16,1-2-5 0,-5 9-11 0,3-6-8 16,-3 2-2-16,-1 1-5 0,-7-3-4 0,3 1-10 15,-1 1 6-15,-5-3-1 0,0 4 4 0,-3-1 1 16,-4 1 2-16,-6 3 6 0,-4-2-6 16,-1 2 5-16,-2-1 1 0,-9 0 6 0,2 1-5 0,-3-4 0 15,2 1-2-15,-1-1-15 0,1 0 12 0,3-5 1 0,3-1-1 16,2 3-3-16,2-4 1 0,6-1-7 0,-3 1 2 15,2-1-3-15,5-2 2 0,-1 3-14 0,6-3-29 16,-8 0-29-16,8 0-30 0,0 0-39 0,0 0-47 16,0 0-60-16,21-11-221 0,-5 2-496 0,3 0 219 15</inkml:trace>
  <inkml:trace contextRef="#ctx0" brushRef="#br0" timeOffset="1989.14">4128 2407 255 0,'0'0'256'0,"0"0"-16"0,0 0-7 15,0 0-10-15,0 0-11 0,0 0-17 0,0 0-20 16,0 0-18-16,0 0-15 0,7-13-15 0,-1 10-13 16,-1-2-11-16,4-1-10 0,1-2-8 0,3-1-9 15,-3 1 0-15,3-3-10 0,0-2-8 0,2 3 6 16,-1-2 4-1,-2 1-3-15,4 1 1 0,-3-4-10 0,1 4 10 16,-4-3-1-16,-2 3 6 0,1-1 7 0,-3 3 18 16,2 0 3-16,-4 3 13 0,0-1-16 0,0 1 1 15,-3 3-8-15,-1 2-14 0,6-5-14 0,-6 5-14 16,0 0-2-16,-10-7-23 0,10 7-7 0,-13 0 1 16,13 0-10-16,-23 7-2 0,5 0 3 0,-6 5-5 15,6-2 5-15,-3 6-7 0,4-6 1 0,0 3-6 0,-1 7-1 0,3-6-5 16,3 0 9-16,-2 8-5 0,4-7-3 0,4 0-10 15,2 1-9-15,3-4 3 0,1 4 3 0,2-3 5 16,5-3-1-16,2 2 6 0,2 1 2 16,4-6-7-16,4 2 8 0,1-4-5 0,1 0-21 15,2-2-30-15,-1-2-34 0,0-2-46 0,6-5-50 16,-1-1-69-16,-8-2-290 16,-1 2-602-16,0-4 266 0</inkml:trace>
  <inkml:trace contextRef="#ctx0" brushRef="#br0" timeOffset="2422.69">4510 2201 58 0,'0'0'304'0,"0"0"-11"0,0 0-19 16,0 0-25-16,0 0-14 0,0 0-32 0,5-3-20 15,-5 3-23-15,0 0-13 0,0 0-17 0,12 7-13 16,-7-4-14-16,-5-3-12 16,9 5-9-16,-8 0-6 0,4 0-8 15,-1 3-4-15,3 0 2 0,-1 0-14 0,-2 4 0 16,1 2-5-16,-1 1-7 0,-1 2-4 0,0 2-5 16,-3-1 3-16,0 0-3 0,-3 2-2 0,1-3-6 15,1 0 1-15,-3 0 0 0,1-7-7 0,0 2 0 16,0-2 4-16,2-4-5 0,-2 1 5 0,3-2 7 15,-2 0 33-15,-1-2 40 0,3-3 52 0,0 0 48 0,0 0 32 0,0 0-19 16,0 0-22-16,0 0-21 0,3-25-17 0,-1 13-17 16,6-7-16-16,2-8-12 0,-1 3-10 0,5 1-10 15,-4-2-9-15,2 4-7 0,-2 5-7 0,-1-1-8 16,0 1-5-16,-3 3-9 0,0 3-3 0,0 0-6 16,-2 4-1-16,-1 0-5 0,-1 2-8 0,2 2-19 15,-4 2-30-15,3-7-32 0,-3 7-44 0,4-5-49 0,-4 5-60 16,0 0-14-16,0 0-28 0,9 12-39 0,-6-7-82 15,-3 0-343-15,0-5-776 0,-2 11 343 0</inkml:trace>
  <inkml:trace contextRef="#ctx0" brushRef="#br0" timeOffset="3276.42">5002 2227 216 0,'0'-7'333'0,"3"1"-7"0,-3 1-5 16,1-1-9-16,-1 1-6 0,0 1-21 0,0-1-30 15,-1 1-11-15,-2 0-37 0,3 4-24 0,-5-5-21 0,0 4-15 16,5 1-24-16,-9-1-16 0,0 6-6 0,0 0-17 16,-1 0-15-16,1 4-7 0,-5 3-8 0,1 3-9 15,0 1 2-15,-1 0 4 0,1 9-9 0,1-9-8 0,3 8-1 16,1-8 0-16,2 2-14 0,1-7-19 16,2 2-6-16,1-4 0 0,-1 3 0 0,2-6-2 15,-1 0-2-15,2 1 15 0,0-6 11 0,3 2 24 0,-3-3 19 0,0 0-7 16,20-6 10-16,-11-3-4 0,5-3-5 0,-1 0 10 15,0-3-5-15,1 0-4 0,1-6-6 0,3 0-7 16,-6 4-1-16,-2 0-3 0,-1 3-1 0,-4 2-2 16,3 1 9-16,-2 4-6 0,-1 2-7 0,-2-2 1 15,1 3-5-15,-2-1-10 0,-1 4-19 0,1-3-33 16,-1 0-26 0,-1 4-24-16,0 0 9 0,6 8 6 0,-1-3 13 15,2 4 7-15,2 0 1 0,-1 1-19 0,5 3 1 16,-1 2-18-16,3-1-11 0,7 3-9 0,-5-5-13 15,7 2-15-15,-5-3-9 0,7-2-10 0,-7-4-9 16,-1-1 6-16,1-4 6 0,0 0 9 0,-6-2 12 16,3-5 10-16,-3-1 22 0,0-4 29 0,-3-2 17 15,-2-2 35-15,1 0 22 0,-3-3 9 0,-2-8 16 0,0 1 9 0,-3-3 12 16,-1 0 3-16,-1 2 14 0,3-2 22 0,-2 3 18 16,0 5 25-16,0 3 20 0,-1 3 12 0,0 3 15 15,1 2 0-15,0 1-8 0,0 4-20 0,0-2-18 16,-3 2-15-16,3 3-22 0,0 2-29 0,0 0-44 15,0-7-53-15,0 7-31 0,0 0 4 0,0 0 2 16,-1 17 10-16,2-6-4 16,-2 7 14-16,1 1 2 0,-3 6 9 15,3 4 1-15,-1-1 5 0,1 1 2 0,1-4 15 16,-1 0-13-16,3 0 6 0,-3-8 16 0,0 0-18 0,1-5-18 0,2 0-9 0,-3 0-21 16,0-7-18-16,0 5-20 0,1-5-16 0,-1 1-8 15,1-3 1-15,-1-3-38 0,0 0-81 0,0 0-289 16,0 0-567-16,0 0 251 0</inkml:trace>
  <inkml:trace contextRef="#ctx0" brushRef="#br0" timeOffset="3852.19">5195 2131 53 0,'0'0'158'0,"-6"4"-21"0,3-4 10 0,3 0 2 15,-1 3 3-15,2 2 11 0,-1-5-7 0,13 4-1 16,6-1-8-16,13-5-16 0,7 1 2 0,17-6-7 16,4 2-22-16,2 0-5 0,2-4-10 0,3 3-6 15,-5-3-12-15,3 5-2 0,-5-6-6 0,-3 4-13 16,-6-3-5-16,-13 5-8 0,-1-1-5 0,-4 0-3 16,-2 0-1-16,-13 3-5 0,1 1 6 0,-7-2 17 0,-2 2 26 0,0-2 28 15,-6 3 19-15,4-2 25 0,-2 2 0 0,-6 0 14 16,8 0-7-16,-4-3-13 0,-4 3-11 0,0 0-14 15,6-1-15-15,-6 1-9 0,0 0-12 16,0 0-11-16,6 0-10 0,-6 0-6 0,0 0-2 16,0 0-12-16,0 0 1 0,0 0-9 0,0 0-7 15,0 0-18-15,0 0-4 0,8-1-11 0,-8 1-7 0,0 0-3 0,0 0 1 16,0 0 0-16,0 0 3 0,-20 10 1 0,8-5 3 16,-2 2 2-16,0-2-5 0,-5 4 7 0,0 3-4 15,-6 2 17-15,-2 1-14 0,1-2 8 0,1 3-9 16,2 1 4-16,3 0-1 0,-2 3 0 0,7-6 1 15,6 2 0-15,-4 0 0 0,2 1-1 0,0-5 7 16,9 0 10 0,-2 2-5-16,4-3 0 0,0-2 8 0,1 0 4 15,3-2 2-15,5 1 19 0,4-3-2 0,4-1 3 16,3-1-1-16,7-3-3 0,2-3-12 0,-1-4 6 16,0 1 2-16,-2-2-5 0,-7-2 2 0,0 0-5 15,-2-1-1-15,-2-1-2 0,-2-3-1 0,1 0 4 16,-5 0 3-16,-4-1 2 0,-1-4-6 0,-1 3-10 15,-5 5 2-15,-2-2-13 0,-1 0 1 0,-1 4-5 0,-7-2-8 0,-1 2-4 16,-1 2-1-16,-2 1-10 0,6 2-19 0,-6-2-15 16,3 4-24-16,1-1-37 0,0 3-32 0,-1 1-41 15,9-1-45-15,-4 1-61 16,2 0-48-16,7 0-184 0,0 0-578 16,0 0 256-16</inkml:trace>
  <inkml:trace contextRef="#ctx0" brushRef="#br0" timeOffset="4156.46">6289 2024 90 0,'0'0'268'0,"5"0"-25"0,-5 0-31 0,0 0-18 16,0 0-25-16,9 3-14 0,-5 1-8 0,1 1-9 0,0 2-11 0,3 2-7 15,-2 2-7-15,3 3-2 0,-5-2-10 0,4 5-1 16,-3 0-10-16,0 3-5 0,-1 0-4 0,-3 5-7 15,-1-7-9-15,-1 0-3 0,1-5-4 0,-3-1 2 16,2-2 2-16,-3 0 6 0,2-6 4 0,2 3 19 16,-2-2 30-16,1-2 51 0,1-3 37 0,0 0-4 15,0 0-27-15,0 0-23 0,6-24-10 0,1 11-18 0,4-11-13 16,3 0-17-16,2 2-32 0,1-1-20 0,1-2-33 16,5-1-33-16,-1 5-34 0,-1-2-43 0,2 3-44 15,1 3-60-15,-3 1-83 0,-6 6-99 0,4-2-219 16,-4 2-653-16,-5 2 290 0</inkml:trace>
  <inkml:trace contextRef="#ctx0" brushRef="#br0" timeOffset="5413.05">7650 1896 1 0,'0'0'277'0,"0"-6"0"0,0 2-10 0,0 4-8 0,0-5-10 16,0 5-4-16,0 0-13 0,0-9-12 16,0 9-17-16,0 0-23 0,0-5-15 0,0 5-19 15,0 0-20-15,0 0-15 0,0-3-20 0,0 3-33 16,0 0-26-16,0 0-5 0,1 17-3 0,-1-5-7 16,0 5-2-16,-1 4-2 0,1 4 2 0,-3 7 1 15,2-3-4-15,0 0 7 16,-2 0-10-16,4 0 5 0,-2 2-1 15,2-4-2-15,-1-1 1 0,2-8-5 0,-2-2 1 16,1-4 0-16,-1-4 2 0,3 3 1 0,-2-7-3 0,-1 3 38 16,0-7 41-16,0 0 57 0,0 7 37 0,0-7 35 15,0 0-18-15,0 0-19 0,0 0-21 0,1-20-13 16,0 3-14-16,1-2-15 0,0 0-9 0,0-8-17 16,-1-4-17-16,0 0-20 0,2 1-10 0,-3-1-8 0,3 2-4 15,0 0-4-15,-2 4-1 0,1 6-1 0,-1 6 1 16,-1 1 3-16,1 6-6 0,0-2-3 0,1 1-3 15,-2 3-8-15,2-1-23 0,-2 5-29 0,0 0-35 16,0-5-32-16,0 2-40 0,0 3-1 0,0 0 14 16,5 9 16-16,-3-1 11 0,2 2 10 0,-2 2 11 15,6 5 12-15,-2 0-1 16,1 2 4-16,0-4 1 0,3 4 4 0,1-5 2 16,0 0 11-16,3-1 2 0,-1-1 9 0,-2-7-1 15,6 3 5-15,-3-4 7 0,3-1 3 16,1-2 3-16,-2-5 5 0,2 0 2 0,-1-4 6 15,3-2 4-15,-5-2 6 0,6-4 17 0,-6 3 8 0,3-8 1 16,0-2 9-16,0 1-4 0,-4-2 4 0,-5 1 9 16,1 6 13-16,-2 0 14 0,-2 5 14 0,-1 3 5 0,2 0 12 15,-5 1 2-15,-1 2-9 0,3 2-8 0,-2-2-10 16,-1 2-17-16,-1 4-18 16,4-6-37-16,-4 6-25 0,0 0-40 0,2-1 0 0,-2 1 12 15,2 15 5-15,-4-3 0 0,2 6 9 0,-2 9 0 16,-1 0 9-16,-1 6 3 0,0-1 1 0,1 0 2 15,-1 1 7-15,0-1 2 0,0-3-4 0,3-1 8 0,0-2 4 0,1-1-1 0,0-7 9 16,1-5-13-16,-1-1 9 0,1-3-1 0,-1 2 13 16,0-6 11-16,2 2 7 0,-2-7 24 0,1 8 16 15,-1-8 19-15,1 5 15 0,-1-5-6 0,0 0-8 16,0 0-16-16,15-2-2 0,-15 2-8 16,17-6-26-16,-4-3-25 0,-2 4-38 0,7-2-43 15,-2 0-39-15,1-1-44 16,5 2-54-16,4-5-60 0,-6 6-75 0,0-2-275 15,-3 5-670-15,0-5 296 0</inkml:trace>
  <inkml:trace contextRef="#ctx0" brushRef="#br0" timeOffset="6144.99">8369 2159 155 0,'-5'4'163'16,"5"-4"3"-16,0 0 3 0,0 0-3 0,0 0-2 0,0 0-7 15,0 0 0-15,0 0-10 0,0 0-12 16,0 0-8-16,0 0-17 0,16-11-9 0,-5 5-10 0,-1 0-5 0,0-1-17 0,7-5 0 15,-3 3-12-15,3-2-3 0,-3 1-8 0,1 0-1 16,-1-3-6-16,1 1-4 0,-2-2-6 16,0 2 7-16,0-1 3 0,-5 3 11 0,-2 3 14 0,-1-3 6 15,1 3 13-15,-2 0-3 0,-4 1-7 16,0 2-12-16,0 0-8 0,-5-1-6 0,5 5-7 16,-14-3-8-16,1 5 0 0,-1-2-7 0,-4 5 0 15,-3 2-5-15,-6 1-6 16,0 3-1-16,0 2 7 0,0 1-13 0,4 2 2 15,-1 2 4-15,0-1-10 0,3 3 1 0,6-6-2 0,1 7 3 0,5-3-4 0,3-1 11 16,-1 0-5-16,7 0-4 0,0-1 0 0,4-1-1 16,1-3 7-16,8-2-2 0,6 0 0 15,7-1 6-15,7-1-3 16,1-6-2-16,6-3 2 0,11-4-3 0,4-3 1 16,-4 2-1-16,-16-8-3 0,12-5-9 0,-10 6 2 15,-4-6-5-15,-1 2 3 0,-3-5-3 0,0-4-1 16,-5 2-6-16,-1-6 2 0,-1 1-1 0,-2-13 0 0,-6 12 4 15,-5-4 15-15,0 7 21 0,-5-2 25 0,-2 3 27 16,0 6 9-16,-1 3 23 0,-1 0 15 0,-1 5 4 16,-2 0-8-16,3 3-6 0,0 2 0 0,-2 2-9 15,2 0-15-15,-2-1-14 0,2 6-8 0,0-6-16 16,0 6-39-16,0 0-43 0,0 0-18 0,0 0 4 16,0 0 7-16,0 0-4 0,-7 30 12 0,5-12-6 0,0 11 15 0,-2-2-6 15,-1 6 5-15,1-1 4 0,0 1 11 16,2 1-11-16,-1-1 1 0,2-2 4 0,-3-2 3 15,3-3 1 1,1 3 3-16,0-12-1 0,1 1 18 0,-1 0 0 16,4-5 4-16,-4-1-2 0,1-3 4 0,-1-1-2 15,0-1-2-15,0 0 16 0,0-7 3 0,4 8 7 0,-4-8 11 16,0 0-5-16,-1 7-6 0,1-7 1 0,0 0-3 16,0 0-5-16,0 0-43 0,0 0-70 0,0 0-59 15,0 0-50-15,0 0-50 0,-8-22-64 0,6 12-65 16,-2-2-231-16,1-1-647 0,-1 2 287 0</inkml:trace>
  <inkml:trace contextRef="#ctx0" brushRef="#br0" timeOffset="6432.45">8736 2014 135 0,'-4'3'214'0,"-2"-3"-14"16,6 0 1-16,-9 2-1 0,5 1 10 0,4-3-5 15,0 0-5-15,0 0-17 16,0 0-8-16,-6 3-2 0,6-3-17 0,0 0-4 16,0 0-9-16,42-4-20 0,-13-3-8 0,5 2-11 15,0-1-12-15,7 0-6 0,-8 0-15 0,4 3-5 16,-5-4-8-16,-4 2-4 0,-7 2-6 0,-3 0-3 16,-1 1-8-16,-4 0 2 0,-3-1-6 0,-2 3-4 15,-3-2-8-15,-5 2 0 0,9-5-10 0,-9 5-7 0,9 0-16 16,-9 0-16-16,0 0-25 0,0 0-22 0,0 0-23 15,0 0-27-15,0 0-29 0,0 0-30 0,-24-3-44 0,17 2-214 16,7 1-477-16,-11-3 211 0</inkml:trace>
  <inkml:trace contextRef="#ctx0" brushRef="#br0" timeOffset="6861.72">9265 1782 58 0,'0'0'375'0,"0"-9"-14"0,0 9-4 0,0-8-12 16,0 8-12-16,0-5-23 0,0 5-31 0,0 0-26 16,0-5-26-16,0 5-27 0,0 0-24 0,0 0-24 15,0 0-31-15,0 0-36 0,0 0-6 0,0 0-8 16,1 15-16-16,-2-4 0 0,1 7-18 0,0 2 0 15,-2 4-3-15,-2 5 1 0,1 1-11 0,1 3 13 16,-4-2-15-16,0 1 1 0,2-3-3 0,0-3 0 16,1 1-2-16,0-9 0 0,2-3 0 0,2-4-3 0,-2 0-5 15,-1-1 17-15,2-5 13 0,0-5 17 0,-1 8 27 16,1-8 34-16,0 6 40 0,0-6 30 0,0 0 21 0,0 0 15 16,0 0-20-16,0 0-24 15,0 0-19-15,13-14-18 0,-3 7-18 16,-5-1-12-16,2-3-12 0,0 3-9 0,2-1-18 15,-4 3-7-15,-1 2-14 0,1-2-13 0,-1 2-17 16,0 1-18-16,-4 3-20 0,4-4-32 0,-4 4-31 16,0 0-13-16,10 0-10 0,-10 0-6 0,9 4-17 15,-1 1-27-15,-3-2-27 0,4 4-32 0,0-2-23 16,1 0-37-16,8 6-35 0,-3-7-48 0,4 2-45 16,0-1-284-16,-1-3-737 0,4-1 327 0</inkml:trace>
  <inkml:trace contextRef="#ctx0" brushRef="#br0" timeOffset="7231.51">9712 2031 37 0,'3'-5'274'16,"-3"-2"-5"-16,1 1 1 0,-1 0-8 0,0 6-4 15,-1-9-14-15,-2 4-20 0,3 5-19 0,-1-5-18 16,1 5-19-16,-3-7-17 0,3 7-23 0,-6-1-11 16,6 1-17-16,0 0-8 0,-18 8-12 0,10-4-5 0,1 2-14 0,-3 3 1 15,1-2-15-15,-4 8 1 0,3-3-7 0,-2 0-3 16,1 4-8-16,2 0-1 0,1-2 2 0,-1 0-4 15,4 2 4-15,0-7-6 0,5 3 0 0,0-2 2 16,-1 1 4-16,5-1-2 0,-2 0 12 0,3-5 12 16,-1 0 11-16,4-1 11 0,2 1-5 15,4-2 0-15,3-6-8 16,4-1 1-16,-2-1-8 0,-2-3-1 0,2 0-11 0,-1 2 12 16,-3-6-1-16,-2-2-3 0,1-1-3 15,-2-2-6-15,-2 2-8 0,0 0-1 0,-6-1-15 16,2 1 6-16,-4 3-4 0,-2 0 1 0,-2 3-19 15,-1-1-2-15,-3 2-5 0,-1 0-7 0,-3 0-8 16,-2 5-9-16,2 0-5 0,-4 0-19 0,1 3-14 16,-1 1-19-16,2 2-36 0,-1 2-19 0,2 0-34 0,0 2-32 0,1 0-33 15,3 2-43-15,3-3-42 0,2-2-171 0,4 4-538 16,3-1 238-16</inkml:trace>
  <inkml:trace contextRef="#ctx0" brushRef="#br0" timeOffset="7864.45">10241 1963 143 0,'-11'1'152'16,"-1"1"-11"-16,0 0-7 0,-1 0-19 0,-1 1-8 0,1 0-15 0,-5 5-3 15,0-4-14-15,-1 5-4 0,4 1-11 0,-3 0 0 16,4-1-9-16,-2 3-7 0,3 1-4 0,1-1-10 16,2 0-2-16,3-2-2 0,1 2-1 0,2-3 1 15,-1 1 6-15,4-2 3 0,3 5 5 16,-2-7 0-16,7 2 5 0,0-4-6 0,3 1 3 16,1-2-3-16,3-3 0 0,-1-1-8 0,6-3 1 0,-3-4-7 0,3 0 1 15,-1-3 5-15,-4 1 11 0,8-7 6 0,-9 2 4 16,2-9 5-16,-2 3 3 0,1-4-1 0,-5-3 2 15,-1-4 1-15,-3 0 14 0,0-16 2 0,-1 14 19 16,-3-2 10-16,-2 2 23 0,-3 0 21 0,0 5-1 16,3 2 13-16,-3 8 9 0,3 0 5 0,-1 2-3 15,1 7-4 1,-1 0-8-16,2 1-8 0,-2 1-16 0,1 3-12 0,1 1-16 16,0 4-16-16,-4-8-8 0,4 8-13 0,0 0-17 15,-1-7-31-15,1 7-30 0,0 0-33 0,0 0-20 16,0 0 2-16,0 0 3 0,0 0 6 0,-2 17 8 15,2-5 0-15,-1 2 3 0,1 2 5 16,1 1-1-16,-2 2 12 0,0 0 0 0,2 7 3 16,-1-6 2-16,-1 4 1 0,1-4-3 0,1 4 6 0,-1-4-5 0,0 0 6 15,1-2-6-15,1 2 10 0,-1-1 1 0,-1 1 5 16,0-3-5-16,0 3 6 0,0-2-5 0,-1-2 2 16,2 1 3-16,-1-2 0 0,-1-2-1 0,1 3 5 15,-2-4 0-15,4 0 3 0,-2-1-2 0,-2 0 5 16,2 0 7-16,-1 1 1 0,2-3 4 0,-1 2-5 15,0-3 6-15,0-1 9 16,0-2 10-16,0-5 3 0,2 8 9 0,-2-8 21 16,1 7 20-16,-1-7 23 0,0 0 17 0,9 4 10 15,-9-4-5-15,27-7-13 0,2 0-9 0,7-2-30 16,14-7-60-16,0-1-85 0,9-4-117 0,-4-4-143 16,2 4-188-16,-2-8-305 0,-5 3-875 0,-7 0 387 15</inkml:trace>
  <inkml:trace contextRef="#ctx0" brushRef="#br0" timeOffset="9437.34">3014 3050 87 0,'0'0'218'0,"0"0"-22"16,0 0-13-16,0 0-15 0,0 0-6 0,0 0-15 16,0 0-7-16,14-5-8 0,-14 5-11 0,13-2-15 15,-8 0-11-15,5 1-4 0,2-1-9 0,-2-1-13 16,4 1-3-16,4-3-8 0,1 4 0 0,3-3-9 15,10 2 0-15,1-3-5 16,-5 7-3-16,3-6-5 0,2 2 0 0,1 0-2 16,5 1 3-16,1-4 2 0,17 4 4 0,-6-3-1 15,4 2 2-15,1-3-3 0,-1-5 1 0,2 3-2 16,3 0 1-16,-6 2-5 0,5 0 0 0,4 0 1 16,-1 1-2-16,2-1-4 0,1-2-1 0,0 4 0 15,2-2 0-15,1 2 0 0,25 1 1 0,-29-5 1 16,3 4-6-16,-4-1-4 0,29 2-1 0,-27 1 4 0,0 1-6 15,29 0 1-15,-29-2-3 0,0-1-1 0,4 0-1 0,22-1 6 16,-34 1-10-16,1 2-1 0,2 0 4 0,1-1 1 16,-2 1-6-16,1-4-5 0,-1 3 8 15,-2-2 0-15,6-1-3 0,-3 2 2 0,0 0-1 16,4 0 0-16,-1 0 0 0,2-1-1 0,1 1 1 16,-6-1 4-16,4 0-1 15,-5 2 6-15,6-3-3 0,-1 0 4 0,-4 3-1 16,7-1 1-16,-1-3-3 0,2 2 4 0,-3 0-5 15,1-1-1-15,25-2-2 0,-31 4 4 0,1-2-7 16,2 0-2-16,-3 1-3 0,3 2 5 0,-6-4 0 16,6 5-3-16,-3-3-2 0,-3 3-1 0,6-2-4 15,-4 2 5-15,1-1-1 0,2 0 1 0,1 2 0 16,-2-3-2-16,2 4 0 0,-3-2 6 0,1 0 10 0,2 1 1 16,-2 2 5-16,2-4 1 0,0 1 2 0,-1-1 4 15,2 0-1-15,-1-1 2 0,2 0-5 0,0 1 5 16,1 0-2-16,-4 1-7 0,3 0-1 0,-1 0 3 0,-5-1-9 15,3 1-1-15,-2-1 5 0,-1-5-8 0,4 4-3 16,-2 1 0-16,3 0 2 0,1-1 2 16,3-1-5-16,25-5-1 15,-29 8 4-15,1-2-4 0,27 0 0 0,-30 1 1 16,28 0-10-16,-27 0 7 0,-2 2 7 0,4-3-11 0,29 6 0 0,-29-6-2 16,24 6 3-16,-26-3-3 0,1 4 4 0,-4-4-4 15,1 1 0-15,-3-4 2 0,-3 3 0 0,-16 0 1 0,-2 0 1 16,2-2 1-16,-4-1 17 0,-1 0 12 15,-5-1 6-15,-1 3 10 0,-5 0 7 0,-4-2-5 16,2-1-3-16,-1 0-2 0,-2 3-8 0,0-2-7 16,1 1-2-16,-7 2 0 0,0-3-5 15,-4 3-1-15,0 0-7 0,0-2-2 0,-2 2 0 16,-1-2 1-16,-5 2 0 0,9 0-2 0,-9 0-3 0,8-1 0 16,-8 1-13-16,0 0 13 0,0 0-4 0,7-1 0 15,-7 1-1-15,0 0-2 0,5-1-2 0,-5 1-10 16,0 0 2-16,0 0-8 0,0 0-21 0,0 0-28 0,0 0-50 15,0 0-33-15,0 0-53 0,0 0-90 0,0 0-423 16,-19-7-769-16,10 2 341 0</inkml:trace>
  <inkml:trace contextRef="#ctx0" brushRef="#br0" timeOffset="12768.25">8438 4414 16 0,'0'0'90'15,"0"-6"3"-15,0 6-1 0,0 0-1 0,-1-5 1 0,1 5-11 16,0 0-12-16,0-3 0 0,0 3-11 0,0 0-3 0,0 0-6 16,0 0-6-16,-1-7-1 0,1 7-5 0,0 0-2 15,0 0 2-15,0 0-9 0,0 0 4 0,1-4-6 16,-1 4 1-16,0 0 4 0,0 0-14 0,0 0 1 0,0 0 6 15,0 0-8-15,0 0-9 0,0 0 4 0,0 0-8 16,0 0-8-16,0 0-4 0,0 0 1 16,0 0-4-16,0 0 1 15,-4-1 6-15,4 1-7 0,0 0 1 0,0 0 11 16,0 0-10-16,0 0 8 0,0 0-3 0,0 0 2 16,0 0 3-16,0 0-3 0,0 0 9 0,0 0-12 15,0 0-2-15,0 0-9 0,0 0-19 0,0 0-12 16,0 0-9-16,0 0-5 0,0 0-32 0,0 0-52 15,0 0-157-15,0 0 70 0</inkml:trace>
  <inkml:trace contextRef="#ctx0" brushRef="#br0" timeOffset="14287.93">8799 3695 171 0,'0'-8'279'0,"0"3"-13"15,0 0-11-15,0-1-15 0,2 2-21 0,-2 1-26 16,0 3-20-16,0-4-10 0,0 4-37 0,1-4-29 16,-1 4-31-16,0 0-10 0,0 0-7 0,0 0-4 15,2 22-10-15,-2-5-5 0,-2 11 0 0,1 4-3 0,-3 2-5 16,-1 1 1-16,0 3 0 0,0 9-1 0,-1-12-1 0,2 1-6 15,-1-3-1-15,-2 0 2 0,4-4-3 0,-1-2-1 16,1-8-2-16,-1-2 2 0,3-6-5 16,0-1 2-16,-1-2 8 0,1 0 6 0,0-1 40 15,0-4 34-15,-1 1 43 0,2 2 64 0,0-6 46 16,0 0 36-16,0 0-21 0,0 0-25 0,-5-13-28 0,4 1-21 0,0-7-19 16,-3-4-17-16,4-6-20 0,4-4-20 0,-3-3-12 15,3-13-20-15,2-1-6 0,-1-1-19 0,-1 0-10 16,7 2-7-16,-3 2-4 0,-1 14-3 0,-3 4-2 15,-1 3-8-15,0 7 3 0,2 2-1 0,0 0-2 16,-4 5-1-16,1 3 0 0,0 0-2 0,-2 1-7 16,3 0-2-16,-1 4-3 15,2-4-12-15,1 4-23 0,4 1-19 0,1 0-17 16,3-1-12-16,9 4-23 0,-3 1-5 0,9 4-30 16,4-2-23-16,-4 2-20 0,0 2-13 0,-8-2-23 15,1 0-21-15,-2 4-13 0,-2-2-16 0,2 3-40 16,-3 0-26-16,-2-1-237 0,-9 0-611 0,-4-2 270 15</inkml:trace>
  <inkml:trace contextRef="#ctx0" brushRef="#br0" timeOffset="14510.43">8709 3950 14 0,'-2'5'162'0,"2"-5"2"0,-4 1 2 0,4-1 0 16,-2 4 9-16,2-4-2 0,0 0-5 0,-2 3-11 15,2-3-10-15,0 0-7 0,0 0-5 16,13 0-13-16,-3-1-9 0,12-2-12 0,8-1-11 0,6-5-21 16,0 4-41-16,15-8-49 0,-14 6-96 0,15-5-64 15,-17 3-148-15,0-2-356 0,-5 4 158 0</inkml:trace>
  <inkml:trace contextRef="#ctx0" brushRef="#br0" timeOffset="15512.76">9765 3601 157 0,'2'-2'214'0,"-2"2"-13"0,4-4-18 16,-4 4-15-16,3-3-21 0,-3 3-10 0,2-3-19 15,-2 3-16-15,0 0-20 0,0 0-7 0,0 0-14 0,0 0-6 16,-6 11-5-16,1-2-5 15,-8 3-2-15,0 2-5 0,-6 8 2 16,1 3-8-16,-5 6 0 0,1-2-5 0,-6 9 2 16,9-7-6-16,0-1-2 0,1 0-4 0,0 3 0 15,4-2-5-15,0-4 3 0,1 2-2 0,8-4 3 16,0-2-1-16,1-3-1 0,4-3 2 0,-1-1 14 16,2-3 2-16,0-5 5 0,3 3-3 0,3-3 5 15,-1 0 4-15,3-3-4 0,1-1 2 0,3-2-7 0,1 1-2 0,0-4 0 16,0-2-2-16,3-1-1 0,-4 1-5 0,-1-1-2 15,1-3-4-15,-4 0-1 0,1-1 5 0,-1 0-1 16,-2-2-2-16,-4 2-5 0,0-4-5 0,-3 1-6 16,-3 2 1-16,-2-1-4 0,0-1-1 0,-6-2-3 15,1 4 0-15,-1 3 0 0,-4-5 1 0,1 4 0 16,-3-1-4-16,6 3 2 16,-2 1 0-16,3 1 4 0,-2 1-4 0,5-4 3 15,-1 5-3-15,4-1 3 0,-1 1 0 16,5 1-5-16,-8-4 3 0,8 4-3 0,-1-1 0 15,1 1 1-15,9-6 6 0,0 2-3 0,10 1-2 0,-2-1-4 16,4 0 4-16,6-4-4 0,3 0-6 0,-4 4-7 16,3-1 0-16,0 0-2 0,-11 0-5 15,4 1 7-15,-2-2 0 0,-3 1 3 0,-3 1 2 0,-4 2 1 0,0-1 5 16,2-1 2-16,-7 3 8 0,1-1 5 0,-2 0 10 16,0-1 3-16,-4 3 3 0,0 0-1 0,9 0-2 15,-9 0-5-15,0 0 0 0,0 0 4 0,0 0-9 16,0 0 2-16,-19 4 0 0,12-1-3 0,-3 0-2 15,1 2 0-15,0-1 0 0,0-1-4 0,-1 5-1 16,-2-2-5-16,5 1 4 0,-3 0 1 16,1 1 1-16,1 1 0 0,-1 0-5 15,4 0 4-15,1-1-2 0,-1 2 4 0,1-1 7 0,5 3 2 0,2-4 3 16,1 1 3-16,1 0 4 0,0 0 7 0,4 2 8 16,2-7 2-16,6 5 6 0,1-4-1 0,1 1-3 15,3-1-5-15,-3-4 0 16,0 3-1-16,-1-3-6 0,0-1-3 0,-4 0-4 15,-4 3 0-15,-1-3-1 0,-2 2-2 0,0-2 11 0,-7 0 9 16,9 0 0-16,-5 0 10 0,-4 0 1 0,5 1 8 0,-5-1-3 16,0 0-6-16,8 0 0 0,-8 0-1 15,0 0-7-15,0 0-5 0,0 0-1 0,6 1-13 16,-6-1-14-16,0 0-13 0,0 0-9 0,0 0-18 16,0 0-12-16,0 0-24 0,0 0-17 0,0 0-20 15,0 0-25-15,0 0-21 0,0 0-49 0,0 0-71 0,0 0-165 0,0 0-473 16,-10-11 211-16</inkml:trace>
  <inkml:trace contextRef="#ctx0" brushRef="#br0" timeOffset="16416.75">9407 3687 84 0,'-50'8'149'0,"13"-4"-8"0,-17 10-9 16,7-2-3-16,10 2-16 0,-6 9-9 0,-1 3-10 15,12-4 0-15,-7 11-19 0,13-8-3 0,4 3-9 16,3 0-7-1,5-2-2-15,4 2 11 0,6 1 11 0,9-3-2 16,4-8 3-16,12 2-6 0,5 0-1 0,22-4-10 16,4-5-3-16,3-4-4 0,6-7-5 0,8-2-3 15,-2-7-7-15,21-9-2 0,-29 10-8 0,-3-9 1 16,-5 2-2-16,-18-2-3 0,1 0-3 0,-4-4-5 16,-6 0 6-16,-2-3-5 0,-5-4-8 0,-6-1-7 15,-7-3-7-15,-1-3 0 0,-10 3 2 0,-4 3 2 0,-6 0 3 0,-5 3 0 16,-4 5-2-16,-6 3 2 0,-17 1-4 0,-2 5-1 15,-4 6 0-15,0 5 1 0,-2 6 1 0,0 8-2 16,1-1 1-16,-1 10 4 0,3 6-4 0,4 7-2 16,0 3 3-16,4 5 2 0,7 4-1 0,8 4 1 15,8-7 2-15,9 2 13 0,10-11 0 0,7-2 4 16,9-2 2 0,9-2 2-16,16 2 1 0,9-6-2 0,9-9 0 0,5-6-4 15,5-10 0-15,27-4-1 0,-24-4-3 0,21-13 0 16,-35 4-4-16,4-2 2 0,-9-4 0 15,-17 4 8-15,-2-3 8 0,-5-4-2 0,-6-1-1 16,-2-6-7-16,-8-3-11 0,1-9-9 0,-10 11-6 16,-5-1 2-16,-8-11 0 0,-1 15 5 0,-8 5-2 0,-4 2-2 15,-4 6 1-15,-8 6 0 0,-16-1-4 0,-5 9 7 0,1 5-6 16,-5 5 1-16,-28 11-3 0,30 1 1 0,-25 16 4 16,26-4-2-16,-15 15 4 0,24-10-2 0,6 1 3 15,4 5-2-15,9-4 5 0,14-7-3 0,8-1 3 16,10-2 6-16,12-3-1 0,13-6 3 0,24 0 0 15,8-7-2-15,34-11-12 0,6-4-12 0,-2-12-9 16,-2-7-5-16,-1-4 6 16,-8-2 1-16,-22 7-7 0,-11-7 2 0,-9-3-13 15,-5 0-6-15,-18 6-6 0,3-17 3 0,-13 11 9 16,-9 5 14-16,-8 1 3 0,-6 1 6 0,-9 3 1 16,-9 4-2-16,-18-2 5 0,-6 11 1 0,-4 3 1 15,-5 6 2-15,5 3-2 0,-3 6 5 0,7-1 4 16,0 7 0-16,10 8-5 0,14 0-24 0,1-2-45 15,8 5-65-15,9 2-173 0,14-3-339 0,6-7 150 0</inkml:trace>
  <inkml:trace contextRef="#ctx0" brushRef="#br0" timeOffset="17217.48">11509 3577 237 0,'4'-7'293'15,"-4"0"-7"-15,1 2-13 0,-1-2-22 0,3 4-29 0,-2 0-25 0,-1 3-16 16,0-6-29-16,4 4-35 0,-4 2-29 0,0 0-8 16,0 0-8-16,6 9-18 0,-3 3-9 0,-2 1 0 15,0 8-9-15,-1 2-2 0,0 8-3 0,0 4-1 16,0 1-2-16,-1 11-1 0,-3-15-4 0,3 2 2 16,-1-2-4-16,0-2 0 0,1-1-6 0,-3-6-1 15,4-5 2-15,-1-5-3 0,1 2-3 0,-3-6 3 0,3-1 28 0,0-2 37 16,0-2 30-16,0-1 42 0,0 2 59 0,0-5 50 15,0 0 3-15,0 0-28 0,-9-9-28 0,9-3-18 16,-5-2-19-16,0-2-14 0,2-3-17 16,-3-11-16-16,5-3-8 0,1-13-12 0,0-1-10 0,1 2-15 15,4-6-10-15,-4 4-8 0,2 12-9 0,1-1-7 16,-2 0 1 0,2 4-3-16,4 3 1 0,-8 5-6 0,4 6-2 15,2 2-5-15,-4 4-2 0,4 2 13 0,-4 0-7 16,1 5-10-16,-1-1-5 0,4 0-7 0,1 3-14 15,2 0-14-15,5 0-19 0,5 1-17 0,2 4-30 0,-1 1-21 16,8 0-31-16,3 1-30 0,-3 5-31 16,-8-5-29-16,0 4-25 0,-1-1-30 0,-3 1-33 15,1-1-60-15,-7 0-297 0,2-1-725 0,-6-2 320 0</inkml:trace>
  <inkml:trace contextRef="#ctx0" brushRef="#br0" timeOffset="17402.32">11552 3762 120 0,'-5'2'293'16,"4"1"-6"-16,1-3-19 0,-4 4-20 0,4-4-26 15,0 0-16-15,10 0-23 0,3-3-19 0,7 1-16 16,15-5-41-16,15-2-48 0,4 1-70 0,-1-2-89 0,3-4-266 15,-2 4-396-15,-1-2 175 0</inkml:trace>
  <inkml:trace contextRef="#ctx0" brushRef="#br0" timeOffset="18082.12">12448 3471 16 0,'0'0'244'0,"0"-6"0"16,0 6-5-16,-1-3-14 0,1 3-15 0,0 0-22 15,-1-3-17-15,1 3-21 0,0 0-16 0,0 0-15 0,0 0-15 16,0 0-9-16,0 0-20 0,0 0-10 0,0 0-7 16,3 9-8-16,-4-1-7 0,1 1-4 0,0 2-2 15,0 6-5-15,-1 2-3 0,-2 0-6 0,3 7 1 0,-2 1-3 16,-1-7 0-16,3-1 0 0,-2 5-4 0,0 4 2 16,1-10-3-16,0 1-1 0,-3-4-3 15,4-3 2-15,0 0-3 16,0-2-2-16,-1-3 0 0,1-2 1 0,1 0-3 15,-2-1 4-15,0 0 0 0,1-4 3 0,0 6-1 16,0-2-1-16,-2 0 1 0,2-4-1 0,0 0 2 16,0 0-9-16,0 0-13 0,0 0-33 0,0 0-38 15,0 0-34-15,0 0-52 0,-9-10-43 0,5 5-177 16,0-1-417-16,2-2 186 0</inkml:trace>
  <inkml:trace contextRef="#ctx0" brushRef="#br0" timeOffset="19472.14">12417 3451 56 0,'-2'-5'168'0,"2"5"-1"0,-1-4 2 15,1 4 5 1,0 0 1-16,-3-3-5 0,3 3-11 0,0 0-15 16,0 0-1-16,0-5-16 0,0 5-1 0,0 0 7 15,3-4-14-15,-3 4-15 0,9 2-11 0,-9-2-12 16,14 1-7-16,-3 1-10 0,1 5-2 0,2-4-8 15,1 4-2-15,4 1-10 0,-4 3-1 0,2 1-5 16,-2 0-2-16,1 4-6 0,-6 0 1 0,0 2-9 16,1-1 1-16,-5 1-4 0,3 4 1 0,-8-3-3 0,2-1 1 0,-6-2-3 15,-1 0-4-15,-3 4 3 0,-1-3-1 0,-5-2 0 16,2 0 0-16,-1-1-3 0,-2-4 0 0,0 1-1 16,5-3 1-16,-4-1-1 0,3-2 2 15,1 1-2-15,2-3 2 16,1 0-6-16,3-1 10 0,-3 1-4 0,2 0 4 15,2 0 5-15,2-3 10 0,0 0 3 0,-9 4 10 0,8-4-6 0,1 0 1 0,0 0-5 0,0 0-11 16,0 0-10-16,0 0-23 0,0 0-23 0,0 0-29 31,0 0-36-31,16-11-35 0,-9 8-52 0,-2-1-46 16,0 0-196-16,3-6-465 0,-1 4 206 0</inkml:trace>
  <inkml:trace contextRef="#ctx0" brushRef="#br0" timeOffset="19754.57">12728 3375 111 0,'10'2'200'16,"-10"-2"-16"-16,10 4-16 0,-1 4-15 0,4 3-4 15,1 2-8-15,4 7-14 0,0 1-12 0,2 1-8 16,-2 4-6-16,-2 3-8 0,-2 3-11 0,-5 0-5 16,-2 0-7-16,-1 4-3 0,-8 0-7 0,-4 11-4 15,-7-2-5 1,-2-12-4-16,-4-2-11 0,-10 7-14 0,4-8-15 16,-15 2-23-16,-2-5-37 0,7-9-37 0,-13 3-59 15,1 0-171-15,7-13-345 0,0-2 152 0</inkml:trace>
  <inkml:trace contextRef="#ctx0" brushRef="#br0" timeOffset="20108.79">12412 3288 122 0,'0'-4'203'0,"0"4"-21"0,0 0-23 0,-5-2-15 16,5 2-13-16,-12 12-28 0,3-2 0 0,-4 5-11 0,-9 9-11 0,0 3-8 15,-6 13-3-15,0 2-10 0,-3 1-6 0,3-1-4 16,5 1-1-16,-1 0-9 0,6 0 0 0,5-10-1 16,11 1 0-16,-1 1 23 0,3-4 3 0,5-1 0 15,8 0-1-15,5-7-2 0,5-4-3 0,4-2-15 16,11-2-31-16,12-3-51 0,5-5-81 0,-3-6-234 16,3-4-380-16,-1-4 169 0</inkml:trace>
  <inkml:trace contextRef="#ctx0" brushRef="#br0" timeOffset="20857.32">12948 3231 197 0,'0'0'225'0,"-4"-5"-24"15,4 5-20-15,0 0-15 16,0 0-20-16,0 0-18 0,0 0-12 0,0 0-12 16,0 0-7-16,0 0-13 0,0 0-6 0,17 2-9 15,-17-2-6-15,20 4-6 0,-10 1-8 0,3-3-11 16,1 1-8-16,0-1-8 0,4 0-2 0,-6 0-4 16,1 0-3-16,-1 1-6 0,-2-3 3 0,-1 1-4 15,-1-1 1-15,-3-1 1 0,1-1 10 0,1 1 13 16,-2-3 17-16,0 2 0 0,-2 1 22 0,-3 1 1 0,3-6 10 15,0 0 4-15,-2 1 10 0,1 1 8 0,0-1 9 0,-2 2-3 16,0 3-1-16,1-6-14 0,-1 6 3 0,0-5-4 16,4 2-14-16,-4 3-3 0,0 0-13 0,1-2-9 15,-1 2-13-15,0 0-5 0,0 0-9 0,0 0-29 16,0 0-9-16,0 0-4 0,0 0 0 16,0 19-1-16,-1-6 1 0,-4 12 3 0,0 2 0 0,-1 8 3 0,-3 11-1 15,-3 4 5-15,2 1 4 0,0-1-2 0,0 2-2 16,3 0 11-16,2 3-6 0,4-1 0 0,-2-4 0 15,2-3 2-15,2 4 5 0,-1-5-3 0,1-11 5 16,-1-1-7-16,2-2 0 0,-2-2-14 0,0 2 14 16,0-5 0-16,0-1 2 0,-2-7-7 0,0-3 10 15,0 1 2-15,1-5-5 16,1 0 1-16,-1-1 1 0,1-4 1 16,-1 0-3-16,1-2 7 0,0 0-9 0,0 0 4 15,0-2 1-15,0-3 1 0,-2 7-3 0,4-4 7 0,-2-3-2 16,0 0-6-16,-2 6 2 0,2-6-3 0,0 0 1 15,0 3 1-15,0-3-1 0,0 0 2 0,0 0-15 16,-1 4 13-16,1-4 0 0,0 0-2 0,0 0-14 16,0 0 16-16,-5 3 2 0,3 0 0 0,2-3 6 0,-9 3-1 15,-2-1-5-15,-4 1 8 0,-2-1-23 0,-12-1-9 16,-7-1-38-16,-2 0-78 0,-14-3-112 0,-6-4-320 16,3-2-612-16,-3-5 271 0</inkml:trace>
  <inkml:trace contextRef="#ctx0" brushRef="#br0" timeOffset="22070.66">11379 3203 191 0,'0'0'219'16,"0"0"-16"-16,2-3-20 0,-2 3 7 0,0 0-22 0,0 0-14 0,0 0-19 15,-15-1-13-15,5 1-21 0,-5 1-11 0,-2-1-11 16,-11 5-2-16,-2-2-11 0,0 3-7 0,-4 0-8 16,2-1-2-16,2-1-7 0,-2 4-3 0,1-4-5 15,0-1-3-15,3 1-3 0,7-1-2 0,3 1-3 16,2-3-1-16,5 2-3 0,-2-2-1 0,4 2 1 16,3-3-5-16,0 0 2 15,6 0-6-15,-10 0 3 0,10 0-2 0,-7 0 9 16,7 0-6-16,-5 3-2 0,5-3 1 0,0 0-1 15,0 0 2-15,-8 0 3 0,8 0-2 16,0 0 10-16,0 0 3 0,0 0 5 0,0 0-1 16,-9 0 1-16,9 0-4 0,0 0 2 0,0 0-4 15,0 0-5-15,0 0-1 0,0 0-6 0,0 0-4 0,0 0-3 16,0 0-8-16,-3 2-12 0,3-2 5 0,0 7-6 0,2-1-5 16,-1 5 4-16,4 3-4 0,-5 13 1 0,0 3 2 15,0 5 2-15,-2 18 3 0,-4 5 0 0,0 0 2 16,-4 30 5-16,-3-1 1 0,9-2 6 0,-1-27-1 15,-4 27 1-15,4-30 1 0,0-2 2 0,1-2-5 16,-1 0 2-16,1-15 0 0,-1-2-1 0,1-2-1 16,-5-1 4-16,4-3 0 0,-3-3-1 0,3-8-3 0,1-2 2 0,3-5-2 15,-4 0 7-15,3-3 19 0,0-2 15 0,1 0 22 16,0 0 12-16,1-5 17 0,-1 6 9 0,1-6 2 16,-4 6-3-16,4-6-5 0,0 0-7 15,0 6-15-15,0-6-5 0,0 0-8 0,0 0-6 16,0 0-11-16,0 0 5 0,-2 5-9 0,2-5-1 15,0 0-7-15,0 0 1 16,0 0-11-16,0 0 5 0,0 0-3 0,0 0-3 16,0 0 6-16,-4 3-2 0,4-3 8 0,0 0-4 15,0 0 4-15,0 0 0 0,0 0-9 0,0 0-5 16,44-12 4-16,-12 4-8 0,6-1 3 0,17-3-8 16,8-1-1-16,-1 1-3 0,28-4-1 0,-33 7 1 15,-3 2-2-15,-3 2-26 0,-14 3 22 0,-2-3-13 16,-5 1-2-16,-1 3-10 0,-10 1-14 0,-7-1-6 0,1 0-11 15,-4 1-12-15,0-3-5 16,-4 3-13-16,3 0-17 0,-8 0 1 0,0 0-40 0,0 0-39 16,0 0-55-16,0 0-64 0,0 0-219 0,-17-8-559 15,12 4 248-15</inkml:trace>
  <inkml:trace contextRef="#ctx0" brushRef="#br0" timeOffset="23579.58">13557 3478 73 0,'0'-3'221'0,"-1"-1"-6"0,1 4-4 0,0-6-8 16,0 6-11-16,-1-6-9 0,1 6-12 0,0-3-16 15,0 3-14-15,0 0-17 0,0 0-12 0,1-5-9 16,-1 5-26-16,0 0-20 0,0 0-10 0,0 0-5 0,0 0-12 15,10 11-3-15,-7-2-6 0,3 1-3 0,-2 2-6 0,4-2 5 16,-1 7 1-16,1-3-4 0,1 6-1 0,1-4 4 16,0-1-4-16,2 1-6 0,-2-2-5 0,2-1-4 15,-3-3-7-15,1-3-1 0,-1 1-1 16,0-2 12-16,1-3-10 0,-1-1 2 0,0-2 4 16,0-1 1-16,1-3 9 15,-1-3 5-15,1-1 4 0,0-4 7 0,-1-2 5 16,0 1 6-16,1-3 4 0,-2 0 28 0,1 2-4 15,0-2 6-15,-4 1-2 0,0 4 6 0,-3 0-7 16,1 1 13-16,0 2-4 0,1 3-11 0,-3-1-5 16,0 2-10-16,3 2-19 0,-4-2-19 0,0 4-33 15,4-3-1-15,-4 3-2 0,0 0 8 0,-4 13-4 16,0-2 5-16,3 1-3 0,-4 5 0 0,-3 8 1 0,0 0 2 0,3 5 1 16,-1 3 0-16,-5 11 4 0,0 3 3 0,1-1 3 15,0 0 2-15,1 0 3 0,1-10 0 0,1 12 2 16,3-14-4-16,0 2 5 0,0-4 0 0,0 0 1 15,2 0-2-15,-2-7 0 0,0 4 4 0,3-10 0 16,0 0 0-16,-1-3-3 0,2 1 0 0,-4-7 4 16,2 2 2-1,-2-1 1-15,0 0 7 0,-2-3 3 0,-3 1-1 16,2-4 2-16,-3 4 2 0,5-5 1 0,-5 1 5 0,1 1 3 16,0-2 3-16,0-2 2 0,9-2-5 15,-14 3 17-15,1-3 6 0,13 0 16 0,-16-5 9 16,9 1 5-16,-2-3-25 0,2 1 28 0,1-6 2 15,0-3 2-15,1-2 3 0,0-7-1 0,4-3-12 16,2-6-5-16,5 1-11 0,4-14-14 0,2-2-7 0,11 1-6 0,5 1-23 16,0 3 12-16,8 0 4 0,0 2-7 0,3 4-7 15,0 8-8-15,-10 5 3 0,-1 4 3 0,-6 2-3 16,1 1-3-16,-4 4 5 0,-5 1-10 0,-4 7-2 16,-1-1 4-16,0 0 2 0,-2 2 0 0,-2 1-5 15,-1-1-10-15,-1 3-11 0,-3 1-10 0,7-6-18 16,-7 6-18-1,5-1-20-15,-5 1-22 0,0 0-8 0,0 0 9 16,0 0-3-16,0 0-3 0,0 0-17 0,0 0-20 16,-14 13-35-16,7-9-41 0,3 0-41 0,0 1-259 15,4-5-565-15,-8 6 250 0</inkml:trace>
  <inkml:trace contextRef="#ctx0" brushRef="#br0" timeOffset="24134.39">14490 3621 59 0,'-5'-3'234'16,"5"3"1"-16,0 0-8 0,0 0-10 16,0 0-12-16,-6-3-6 0,6 3-7 0,0 0-16 15,0 0-16-15,0 0-11 0,0 0-17 0,0 0-11 16,0 0-14-16,11-6-15 0,-2 6-11 0,1-3-14 16,3 1-13-16,5-2-19 0,1 1-22 0,2-1-21 0,2 0-28 15,-2 4-27-15,0-2-38 0,8-1-45 0,-8 1-40 0,-1 2-184 16,-7-2-399-16,3-1 177 0</inkml:trace>
  <inkml:trace contextRef="#ctx0" brushRef="#br0" timeOffset="24319.24">14496 3837 93 0,'-2'3'227'0,"-2"0"-17"16,3-1-8-16,1-2-20 0,0 0-11 15,11 1-20-15,2-1-14 0,10 0-11 0,12-1-19 16,3-1-43-16,16-7-37 0,-1 5-57 0,5-4-65 16,-19 3-167-16,12-5-285 15,-1-1 126-15</inkml:trace>
  <inkml:trace contextRef="#ctx0" brushRef="#br0" timeOffset="25252.84">15870 3226 130 0,'-6'2'133'15,"-7"1"-11"-15,-1 5-9 0,-4 3-12 0,-5 2-8 16,1 8-13-16,-3 0-5 0,0 0-4 0,0 3-5 16,1 5-9-16,-7 9 2 0,2 0 0 0,5-9-8 15,-1 11-1-15,5-10-2 0,4 0-7 0,2-1-2 16,4 0-1 0,3 0 0-16,1-1 18 0,4 0 6 0,3-8-3 15,5 0 6-15,-1-2-4 0,3-3 2 0,2 1-3 16,3-4-2-16,1-2-2 0,4-2-7 0,-3-1-1 15,3-6-8-15,0 3 1 0,-4-3-3 0,5-2-3 16,-7-6-4-16,-1 2-2 0,1 0 1 0,-2-2-3 16,-2-2-3-16,-1 0 1 0,0-2-1 0,-3 0-3 15,-3 0-1-15,0-4-3 0,-6-1 4 0,0 6-11 0,-4-7-3 0,0 8 0 16,-5-3-2-16,0 4-1 0,-1-1-5 0,-2 2 5 16,-1-3 0-16,8 6-1 0,-3-1 2 0,3 1 1 15,1 2-2-15,3-3-3 0,0 5 1 0,1-1-5 16,5 1-3-16,-9-3-5 0,6 2-1 0,3 1 6 15,0 0 1-15,0 0-3 0,14-4 1 0,-3 2 1 16,2 1-3-16,10 1-6 0,5-4-6 0,1 2-3 0,2 0 0 16,2 0 3-16,3-1-2 0,-3 1 1 0,2-3 0 0,-7 2 0 15,5 1 1-15,-12 1 7 0,-1-2-1 16,-4-1-1-16,1 0-1 0,-4 2 9 0,-5-1 9 16,-2 2 11-16,-1-2 12 0,3 3 10 0,-8 0-7 15,5-4-3-15,-5 4-3 0,0-3-6 0,0 3 1 16,0 0-4-16,-11-2 0 15,11 2-4-15,-21 0-2 0,10 1 0 0,-2 2 7 16,-1-1-9-16,-3 2-2 0,-2 4 2 0,1 0-4 16,0-2 3-16,2 3-2 0,0 1-4 0,-2 2 2 15,4 1-2-15,0-2 1 0,4 3-1 0,-3 2-2 16,6 0 5-16,1 0 11 0,3-1 3 0,3 2 5 16,2 0 5-16,2-2 5 0,5 0 11 0,1-1 6 15,6-2 7-15,1-3 1 0,10 3 4 0,3-4-8 0,-4-3-5 16,1 2-2-16,2-5-5 0,-8 0-1 0,9-2-4 0,-9 0 0 15,-4-2-8-15,-2 0 7 0,-6 2 6 0,0-3 17 16,0 1 9-16,-4 0 4 0,-5 2-9 0,10-3-14 16,-6 1-11-16,-4 2-15 0,2-7-15 15,-2 7-19-15,-2-9-14 0,2 9-14 0,-7-5-31 16,3 3-35-16,-3-4-32 16,1 3-46-16,0-1-45 0,-1 1-218 0,7 3-486 15,-9-10 215-15</inkml:trace>
  <inkml:trace contextRef="#ctx0" brushRef="#br0" timeOffset="25794.6">16454 3410 59 0,'0'0'160'0,"13"3"-11"0,-8 0-16 16,0 2-13-16,0-1-7 0,2 3-11 0,-1 0-9 16,-1 2-6-16,0 2-8 0,-1-3-9 0,1 5-6 15,-4 0-1-15,1-3-7 0,-2 4-11 0,-2-2 2 16,0 1-4-16,-2 3 4 15,-2-2-7-15,-3-1 3 0,1-2-1 0,-1-1 0 16,-1-3 3-16,1 3 5 0,1-3-1 0,-1-2 3 16,0 1 7-16,4-3 9 0,0-1 1 15,1 2 7-15,0-2 14 0,4-2 18 0,-5 4 16 0,2-3 18 16,3-1 25-16,0 0 30 0,0 0-5 0,0 0-27 16,0 0-20-16,0 0-11 0,7-15-19 0,-2 5-17 15,3 1-4-15,1-5-9 0,5 1-10 0,-4 0-6 0,4 0-8 16,-2-1-8-16,-2 3 3 0,0-4-16 0,0 6 11 15,-2 1-17-15,0 0-2 0,-1 1 0 0,-3 2-8 16,0 1 0-16,-1-1-8 0,1 2 6 0,-2 0-17 16,-1 1-3-16,-1 2-9 0,4-3-22 0,-4 3-17 15,0 0-20-15,0 0-27 0,0 0 15 0,0 0-1 16,3 8 9-16,-6-1 9 16,1 1 5-16,-1 1 6 0,1 2 6 0,-1 1 5 15,2 1 2-15,-1-3 1 0,1 9-2 0,2-4-18 16,1 1-14-16,-1-5-26 0,3 5-13 0,2-5-22 15,-2 0-21-15,4-2-43 0,1-2-46 0,1-2-216 16,-1-3-494-16,1-1 219 0</inkml:trace>
  <inkml:trace contextRef="#ctx0" brushRef="#br0" timeOffset="26055.08">16795 3341 165 0,'0'0'189'0,"0"0"-21"0,0 0-14 16,12 7-14-16,-7 2-17 0,3 1-10 0,1 4-7 16,3 1-7-16,1 11-5 0,-2-3-7 0,-2 3-6 15,1 3-4-15,1 0-4 0,-10 1-8 0,3 0-6 16,-8 5 0-16,-2-4-19 0,-7 1-12 0,-5-3-17 15,0 1-19-15,-7-5-23 0,-5-2-23 0,-2-4-45 0,-1-2-28 16,0-2-142-16,-7-6-292 0,3 0 130 0</inkml:trace>
  <inkml:trace contextRef="#ctx0" brushRef="#br0" timeOffset="26403.67">16469 3171 28 0,'-6'-1'183'0,"6"1"-17"16,0 0-18-16,-9 7-21 0,0 1-16 16,-4 6-12-16,-3 8-2 0,-3 5-15 0,-7 14-3 15,-1 3 0-15,2 4-6 0,-2 1 1 0,0 1-7 0,5 0-5 0,6 2-2 0,4-3 26 16,8 1 10-16,8-1 11 0,5-15 0 0,9 12-6 16,14-3-5-16,9-4-27 0,10-5-59 0,5-7-117 15,35-3-243-15,-34-17-380 0,2-7 169 0</inkml:trace>
  <inkml:trace contextRef="#ctx0" brushRef="#br0" timeOffset="31351.62">7738 6065 30 0,'0'-7'276'15,"0"-1"-15"-15,0 3-12 0,0 1-18 0,-3-3-26 16,3 4-13-16,0 3-28 0,0-6-28 0,0 6-28 16,0 0-12-16,0 0-15 0,0 0-7 0,0 20-4 0,0-3-8 15,-1 7-7-15,1 4-4 0,0 3-7 16,1-1-4-16,-2 3-5 0,1 2-3 0,0-1 14 16,0-2-2-16,0 1-5 0,-2 0-3 0,2-2-2 0,0-4-1 0,0 1-7 15,0-3-3-15,0-6-1 0,2-2 1 0,-2-1-3 16,0-5-2-16,0 1 0 0,0-6-3 0,0 0-1 15,0 1 3-15,0-4 0 0,0 2 0 0,-2-1 1 16,4-1 4-16,-2-3-5 0,-5 4-21 0,5-4-29 16,0 0-38-16,-14-9-34 0,10 2-38 0,0 1-30 15,-1-7-38-15,-1-2-168 16,-2-2-410-16,4-2 181 0</inkml:trace>
  <inkml:trace contextRef="#ctx0" brushRef="#br0" timeOffset="31668.05">7664 5953 157 0,'-1'-12'309'0,"-2"0"-4"16,2 3 5-16,1-1-19 0,-1 3-19 0,1 3-29 0,0-3-22 0,0 3-17 15,1 0-34-15,-1 4-17 0,1-5-18 16,-1 5-13-16,8-3-1 0,-8 3-27 0,16 6-14 16,0-2-4-16,0 3-11 0,3 3-2 0,-1-1-10 0,8 6-5 15,-3-3-13-15,-1 5-4 0,-8-5-9 0,1 2-10 16,-1-1-1-16,0 4-9 0,-4-3-3 0,-2 1-5 15,-3-6-2 1,-3 4 2-16,-2 0 3 0,-3-5 6 0,-3 4 6 16,-5 2 0-16,-7-1-2 0,-4 0 2 0,-3-2-1 15,2 1-5-15,-1-2 3 0,2-5 5 0,0 2-5 16,2-2 1-16,0 0-3 0,2 0-1 0,0-1 2 16,6 0 0-16,1 1-2 0,3-4-5 0,2 2-32 15,-1 0-30-15,2-2-35 0,0 2-16 0,3 1 1 16,-1-1-7-16,3-3-19 0,0 0-49 0,13 9-69 0,-8-8-167 0,4 0-458 15,0 0 203-15</inkml:trace>
  <inkml:trace contextRef="#ctx0" brushRef="#br0" timeOffset="31837.33">7876 6410 270 0,'4'3'350'0,"-3"-2"-12"0,-1-1-11 0,3 4-17 15,-3-4-8-15,1 4-27 0,-1-4-22 0,0 5-26 16,0-5-24-16,0 0-32 0,3 1-34 16,-3-1-34-16,0 0-41 0,0 0-41 0,0 0-41 15,0 0-41-15,0 0-44 0,0 0-71 0,0 0-95 0,0 0-182 16,9-10-491-16,-6 5 217 0</inkml:trace>
  <inkml:trace contextRef="#ctx0" brushRef="#br0" timeOffset="32169.33">8278 6062 209 0,'2'-5'396'0,"-2"5"-18"0,2-7-11 16,0 5-29-16,-2 2-25 0,1-7-42 0,-1 7-30 15,0 0-25-15,0 0-21 0,0 0-34 0,3-5-44 16,-3 5-10-16,0 0-9 0,2 18-13 0,-1-8-7 15,-1 3-5-15,2 6-11 16,2-1-8-16,-8 10-4 0,1 1-13 16,2-1 9-16,-3 0-10 0,4-1-15 0,0 2 9 0,3-3 0 15,-6-1 5-15,2-5-10 0,-2-2 0 0,2 1-2 16,-1-4-12-16,0 0 1 0,1-3-13 0,-3 0-8 16,1-3-5-16,1-2-14 0,-2 3-8 0,-1-5-16 15,1 0-13-15,-4 0-15 0,1-3-26 16,-1 0-37-16,-2-2-37 0,-3-2-37 0,2-3-40 0,0-1-235 0,-5-4-533 15,4 0 235-15</inkml:trace>
  <inkml:trace contextRef="#ctx0" brushRef="#br0" timeOffset="32318.45">8143 5997 42 0,'1'-11'338'0,"1"2"0"0,-2 1-20 0,1 0-23 16,2 3-21-16,-1-4-29 0,1 5-26 0,0-1-27 15,3-2-18-15,3 2-21 0,3-1-19 0,5 1-25 16,2 0-32-16,8 3-37 0,-7-1-34 0,10 3-46 16,-7 3-46-16,4 2-54 0,-6-1-63 15,-3 4-212-15,0-1-448 0,-4 3 198 0</inkml:trace>
  <inkml:trace contextRef="#ctx0" brushRef="#br0" timeOffset="32509.93">8164 6529 282 0,'-3'3'333'0,"0"1"-8"0,2-1-10 15,-3 0-27-15,4-3-32 16,0 3-28-16,0-3-27 0,13 4-18 0,0-7-18 0,7 3-16 0,11 0-17 16,0-1-39-16,-1 2-49 0,4-1-60 0,-2 0-76 0,2-1-102 15,-3-1-255-15,-2-2-487 0,1 1 216 0</inkml:trace>
  <inkml:trace contextRef="#ctx0" brushRef="#br0" timeOffset="33688.24">8925 6203 93 0,'0'0'218'0,"0"0"2"0,0 0 3 0,0 0 1 16,0 0-1-16,0 0-4 0,0 0-6 0,0 0-10 15,0 0-17-15,0 0-8 0,0 0-19 0,0 0-7 16,0 0-24-16,0 0-18 0,13-10-10 0,-3 8-13 0,2-1-16 0,4-2-24 15,1 1-23-15,11-1-32 0,-5 0-29 0,-3 1-44 16,11 1-53-16,0 0-57 0,-3-2-248 0,-2 0-473 16,-9 3 210-16</inkml:trace>
  <inkml:trace contextRef="#ctx0" brushRef="#br0" timeOffset="33886.92">8975 6382 23 0,'-6'4'255'0,"2"-1"-4"0,0 0 17 15,0 0-18-15,3-2-17 0,1-1-21 0,0 0-24 16,9 3-16-16,5-5-18 16,5 2-17-16,9-1-32 0,4-3-42 0,5 1-44 0,3 2-63 0,-2-3-72 0,17-1-83 15,-18 0-130-15,-1-2-356 0,-2-2 158 0</inkml:trace>
  <inkml:trace contextRef="#ctx0" brushRef="#br0" timeOffset="34743.61">9851 5995 22 0,'-2'-7'321'0,"1"1"-16"16,0 1-12-16,-1-1-14 0,1 3-28 0,1-2-21 0,0 5-25 16,-1-5-24-16,1 5-22 0,0 0-18 0,-2-5-34 15,2 5-20-15,0 0-8 0,0 0-10 0,0 0-8 0,7 13-7 16,-2-4-11-16,-1 1-11 0,1 0-9 0,0 2-15 15,0 2-10-15,2 3-10 0,3-2-13 0,-1-1-9 16,-2-2-3-16,2 0-3 0,0-4-8 0,0 1 2 16,0-4 1-16,0-2 2 0,1 1 5 0,-2-2 3 15,2-4 1-15,-1-2 5 0,0-1 4 0,1-5 6 16,0 2 9-16,1-6 12 0,0 0 11 0,1-1 10 0,-3 1 8 0,2-3 7 16,-1 1 9-16,-1-1 8 0,0 1 8 0,0 4 7 15,-6 0 8-15,3-2 2 0,-5 7 8 0,3-3 5 16,1 5 1-16,-4-1-12 0,2 2-10 0,-2 0-10 15,3 1-19-15,-2 1-18 0,-2 2-29 0,2-5-22 0,-2 5 0 16,0 0 2-16,1 10 0 0,-2-2 2 16,-3 3 3-16,-1 5 3 15,1 4 1-15,-6 9 1 0,1 2 1 0,-4 15 0 16,-1 0 2-16,1-2 7 0,-4 1-3 0,5 0-1 16,1 1 5-16,-2-1-3 0,8-10 10 0,0 13-5 15,-3-14-2-15,4 3 3 0,2-2 0 0,-2-1-3 16,1 2 3-16,3-3 9 0,-5-3-8 0,1 2 2 15,-2-1 1-15,-2-4-2 0,3 0 2 0,0 0-3 16,-2-8 3-16,1-3 10 0,1-1-12 0,-4-1-4 0,4-5 2 0,-4-1-2 16,0 1 3-16,-2-5-2 0,-2-2 3 0,1 0-1 15,1-4 10-15,-3-1 11 0,-2-7 0 16,-1-2 10-16,4-3 7 0,0 1 2 0,0-9 1 16,3 0-6-16,1-3 8 0,4-4-7 0,6 0-5 15,3-4-5-15,5-12-3 0,5-4-10 0,8 1-1 0,0-2-8 16,6 4 0-1,2-1 1-15,1 5-2 0,1 4 7 0,9 3 8 16,-4 2 1-16,-9 12 2 0,1 3-2 0,-1 0 6 16,-1 4 0-16,-5-4 4 0,1 6-3 0,-8 3 1 0,-2-1-5 15,-4 6-2-15,2-2-3 0,-4 2 4 16,-2 2-12-16,-2 1-22 0,1 0-24 0,-1-2-35 16,2 3-31-16,-5 1-34 0,0 0-30 0,0 0-43 15,0 0-51-15,0 0-251 0,-17 7-551 0,9-5 244 0</inkml:trace>
  <inkml:trace contextRef="#ctx0" brushRef="#br0" timeOffset="35846.15">10271 6570 154 0,'0'-6'218'0,"1"0"-7"0,0-1-2 0,2 1-5 0,-2 2-4 16,-1 0-11-16,1-1 13 0,-1 5-18 16,2-6-16-16,-2 4-22 0,0 2-13 0,0 0-17 0,0 0-21 15,0 0-24-15,0 0-13 0,0 0-10 0,0 0-2 16,1 18-8-16,-1 1-2 0,0 5-4 0,-3 5-3 16,1 1-1-16,-3 1-5 0,2 3-3 0,-3 11-1 15,3-9 4-15,-3 12-2 0,2-2-5 0,3-11 4 0,-1-1-4 16,0-3 2-16,1 1-4 0,2-3 2 0,-2-3-2 15,-1-6 3-15,2-1 0 0,0-2-4 0,-1-6-1 16,0 0 1-16,1 1-15 0,0-3-15 0,0-5-15 16,-1 3-6-16,1-3-9 0,0 0 0 0,-3-3-31 15,3-1-64-15,0 0-51 0,0 0-226 0,-8-8-453 0,8 1 201 16</inkml:trace>
  <inkml:trace contextRef="#ctx0" brushRef="#br0" timeOffset="36162.65">10282 6717 45 0,'-1'-4'284'0,"1"0"-25"0,0 4-25 0,-1-6-29 16,1 6-19-16,1-4-23 0,-1 4-16 0,0 0-15 16,0 0-15-16,0 0-11 0,19 10-5 0,-7-3-11 15,2 1-2-15,2 3-12 0,-2 2-7 0,3 0-6 16,-4 0-5-16,-1 1-10 0,0 1-2 0,0-1-5 15,-5-2-7-15,-1 0-2 0,0-3-5 0,-5 0-2 16,0 3 2-16,-3 0 0 0,-4-5 4 0,-5 5-2 0,-3-3-5 0,0-1 0 16,-4 1-3-16,-4-1 0 0,3-3-3 0,-3 0 1 15,1-1-3-15,0-1-1 0,1 0 0 16,-1-2-2-16,1 0-2 0,7-1 1 0,3 0-1 16,-3 2 0-16,8-1-10 0,-3-1-28 0,3 1-29 15,5-1-28-15,0 0-34 0,0 0-43 0,0 0-42 0,0 0-193 16,0 0-428-1,32-9 189-15</inkml:trace>
  <inkml:trace contextRef="#ctx0" brushRef="#br0" timeOffset="36679.05">10590 6874 103 0,'0'0'364'0,"0"-3"-15"0,0 3-5 0,4-4-18 16,-4 4-35-16,1-2-24 0,2-2-29 0,-3 4-21 15,0 0-28-15,0 0-36 0,1-3-43 0,-1 3-39 16,0 0-41-16,4-3-45 15,-4 3-46-15,0 0-50 0,0 0-48 0,14 0-58 16,-14 0-199-16,8-2-448 0,-6 1 198 0</inkml:trace>
  <inkml:trace contextRef="#ctx0" brushRef="#br0" timeOffset="36995.44">10838 6688 46 0,'0'0'339'0,"0"-6"-11"0,3 3-22 0,-3 3-30 16,1-4-14-16,-1 4-31 16,0 0-27-16,0 0-20 0,4-3-27 0,-4 3-24 15,0 0-12-15,0 0-14 0,0 0-13 0,4 10-8 16,-3-3-14-16,-2 3-5 0,2 2-6 0,-1 5-8 15,0 2-2-15,-1 1-15 0,-2 8 6 0,2-1-4 16,1 4-3-16,-3-2-3 0,1-4-1 0,-2 6-4 16,0-6-4-16,0-1-14 0,0-5-26 0,-2-1-16 15,3-3-19-15,2-2-14 0,-4-1-21 0,1-2-13 0,-1-1-20 0,1-2-22 16,-1-2-23-16,-3-2-30 0,3-3-218 0,5 0-446 16,-13-8 197-16</inkml:trace>
  <inkml:trace contextRef="#ctx0" brushRef="#br0" timeOffset="37164.75">10733 6676 268 0,'0'-6'292'0,"1"-1"-18"16,2 2-21-16,0 0-25 0,-2-2-24 16,1 4-21-16,2-2-21 0,2 1-11 0,0 2-18 15,3-1-15-15,1 3-19 0,0 0-26 0,3 2-29 16,1 1-30-16,5 3-34 0,2 0-38 0,-3 3-41 15,-1 3-42-15,-1 0-58 0,-4 1-132 0,1 1-356 0,-2 2 158 0</inkml:trace>
  <inkml:trace contextRef="#ctx0" brushRef="#br0" timeOffset="37296.31">10775 7141 97 0,'-5'4'308'0,"1"0"7"15,3 0-22-15,-1-3-27 0,2-1-26 0,0 0-27 0,0 0-22 0,18-5-17 16,-5 0-44-16,8-3-54 0,1 1-59 0,7-2-78 15,3-1-78-15,-1 0-215 0,1-1-383 0,1-1 170 16</inkml:trace>
  <inkml:trace contextRef="#ctx0" brushRef="#br0" timeOffset="40958.61">11585 6142 5 0,'0'0'258'16,"0"0"-10"-16,0 0-12 0,0 0-12 0,0 0-11 0,0 0-16 0,0 0-15 15,0 0-13-15,-2-2-12 0,2 2-11 16,0 0-4-16,0 0-16 0,0 0-5 0,0 0-19 15,0 0-8-15,0 0-9 0,0 0-13 0,15 0-11 0,-3-2-13 16,1 0-18-16,10-1-35 0,-2 3-35 0,6-1-29 16,3-1-44-16,-10 2-33 0,3-2-39 0,-1 2-40 15,-4 0-131 1,-4-3-385-16,-3 3 171 0</inkml:trace>
  <inkml:trace contextRef="#ctx0" brushRef="#br0" timeOffset="41121.39">11592 6258 97 0,'-8'2'154'0,"2"1"20"0,0-2 8 16,0 1 5-16,4 1-16 0,2-3-8 0,-4 6-10 0,4-6-2 0,9 3-9 15,1-3-13-15,8 3-15 0,10-1-9 0,0-2-11 16,4 6-13-16,4-4-32 0,-4 2-45 0,4-1-63 16,-3 1-73-16,-4-4-195 0,2 2-353 0,-4 1 156 15</inkml:trace>
  <inkml:trace contextRef="#ctx0" brushRef="#br0" timeOffset="42233.78">13465 5349 157 0,'0'-5'220'16,"0"-2"-3"-16,-1 2-10 0,-1-1-8 0,2 0-6 16,-3 0-7-16,3 2-8 0,0 1 2 0,0 3-6 0,3-7-10 0,-3 3-15 15,0 4-16-15,2-5-11 0,-2 5-17 0,0-3-11 16,0 3-9-16,1-3-13 0,-1 3-26 0,0 0-23 16,0 0-6-16,0 0 3 0,-6 20-4 0,2 0-2 15,0 6-2-15,-1 5-2 0,0 3 0 0,-3-2-3 16,2 1 0-16,2 2 22 0,0-4-2 0,0 1-6 15,4-3 0-15,-2-1-1 16,2-1 1-16,0-8-5 0,0 1 2 0,0-5-1 16,1-3-2-16,-2 0-13 0,1-3-8 0,0-1-1 15,1-2-8-15,-1 0 2 0,0-1 1 0,0-3-4 16,0-2-4-16,0 5-10 0,0-5-36 0,0 0-65 0,0 0-77 0,0 0-242 0,0 0-488 16,0 0 216-16</inkml:trace>
  <inkml:trace contextRef="#ctx0" brushRef="#br0" timeOffset="42724.93">12857 6017 122 0,'-6'2'156'0,"6"-2"-11"15,-8 0-11-15,8 0-16 0,-5 2-14 0,5-2-6 16,-5 0-10-16,5 0-6 0,0 0-6 0,-5 3 10 0,5-3-2 16,0 0 0-16,0 0-1 0,-4 1-3 0,4-1-1 15,0 0 2-15,0 0-7 0,0 0-1 0,0 0-3 16,0 0-2-16,0 0 1 0,0 0-3 0,0 0-5 15,0 0 2-15,0 0-3 0,0 0 0 0,0 0-6 16,0 0 3-16,0 0-7 0,0 0 7 0,0 0-1 16,19-1 2-16,13-4-7 0,6 1-2 0,25-4-2 0,33-2 7 15,7 0 8-15,8-2 13 0,8 0 10 0,4 2 2 16,7 3 1-16,3 0-8 0,-4-3-4 0,-10 2-9 0,-13 1-3 16,-9 1-8-16,-38 2-3 0,2 3-10 0,-4-5-5 15,-20 5-2-15,-3 0-3 0,-7-1-7 0,-8 0 0 16,-6 2-3-16,-3-3 2 0,-1 3 15 15,-3 0 13-15,1-2 6 16,-3 0-7-16,-4 2-21 0,6-5-22 0,-5 1-21 0,-1 4-32 16,-7-5-30-16,-1 2-39 0,-1 2-37 15,-5 1-50-15,-1-1-55 0,-6 3-71 0,3 0-176 16,-1 0-543-16,-4 1 239 0</inkml:trace>
  <inkml:trace contextRef="#ctx0" brushRef="#br0" timeOffset="43743.18">13143 6464 111 0,'0'0'230'0,"0"-7"-8"0,0 7-21 0,-1-3-4 16,1 3-24-16,-3-2-9 0,3 2-28 0,0 0-16 15,0 0-14-15,0 0-4 0,0 0-19 0,0 0-8 16,0 19-11-16,-2-7-4 0,-1 4-9 0,1 2-6 0,-3 1-3 0,1 9-4 16,-3 0-5-16,2-1 3 0,1-1-6 0,1 0-4 15,-1 3 2-15,-1-1 2 0,1 0 0 16,1 0 1-16,2-1 8 0,-3-2-15 0,2-7 2 0,-1 1-1 15,2-3 0-15,1 1-1 0,-3-6-2 0,2 1 4 16,0-5 4-16,-1 0 12 0,1 0 17 0,-1-4 26 16,2-3 33-1,0 8 44-15,0-8 28 0,-2 4 28 0,2-4 23 16,0 0-21-16,0 0-25 0,0 0-19 0,-3-24-18 0,0 10-13 16,-1-7-14-16,4-3-10 0,0-5-10 15,-2-3-13-15,3-1-11 0,4-15-12 0,3 1-9 16,2-1-11-16,0 0-5 0,3 0-7 0,-3-1-7 15,4 5 0-15,-2 10-11 0,-3 3 0 0,0 5 0 16,1 2-2-16,-3 7-9 0,5 2 2 0,-7 3-1 0,0 0-6 0,0 5-4 16,4-3-12-16,-1 5-25 0,3 1-25 0,2-1-33 15,6 4-36-15,1 2-39 0,0 4-29 0,5 0-35 16,4 9-39-16,-4-1-53 0,1 0-52 0,-11 0-280 16,0-1-708-16,1 1 313 0</inkml:trace>
  <inkml:trace contextRef="#ctx0" brushRef="#br0" timeOffset="43959.32">13175 6629 52 0,'-4'2'256'0,"3"1"-4"15,-3-1-13-15,4-2-19 0,-5 2-16 0,5-2-14 16,0 0-17-16,0 0-21 0,19 5-14 0,-1-4-11 0,10-1-27 16,5-3-44-16,2 2-54 0,16-3-74 0,-13-1-81 15,15-2-170-15,-16-1-350 0,1-1 156 16</inkml:trace>
  <inkml:trace contextRef="#ctx0" brushRef="#br0" timeOffset="44400.63">13970 6410 243 0,'0'-6'267'15,"0"2"-9"-15,0-1-5 0,0 5 11 0,0-6-18 0,0 6-30 16,0 0-22-16,0-5-24 0,0 5-17 0,0 0-24 16,0 0-20-16,0 0-15 0,0 0-11 0,0 0-12 15,0 20-6-15,-2-10-9 0,-1 7-5 0,2 0-1 16,-3 2-7-16,-3 4-3 0,5-4-6 0,-4 8-1 0,2-9-6 0,2 8-1 15,0-7 4-15,-2-1-3 0,1 1 1 0,2-5-9 16,0-1-3-16,0-1 3 0,1-3 0 16,-2 1-5-16,1-4-10 0,0 2-16 0,1-3-9 15,-3 0 0-15,3-2-3 0,0-3 0 0,-1 4-26 16,1-4-41-16,0 0-33 0,0 0-24 0,-13-9-10 0,12 3-9 16,-3-2-6-1,0-1-11-15,3-2-12 0,0-1-131 0,-2-4-354 16,2 0 158-16</inkml:trace>
  <inkml:trace contextRef="#ctx0" brushRef="#br0" timeOffset="44698.93">13892 6499 11 0,'1'-16'126'0,"-1"4"6"0,2-5 6 16,-2 4 5-16,0 0 10 0,0 1 11 0,0 6 14 0,-2-5 6 15,2 6-4-15,-1-2-10 0,2 2-1 0,-1-1-14 16,0 2-14-16,0 2-15 0,0 2-16 0,2-5-11 0,-2 5-13 16,1-6-9-16,-1 6-13 0,0 0-6 0,0 0-5 15,0 0-8-15,14 8 3 0,-4 0-6 0,0-1-5 16,1 6 4-16,3-2-1 0,0 4 3 0,5 4-4 15,0 0-5-15,2 3-2 0,-5-3-2 0,0 3-2 16,-4-6 0-16,2 5-3 0,-1 2-4 0,-3-6 2 16,-2 0-8-1,-3 0-3-15,-1-2-3 0,-4 2 1 0,0-4-6 16,-4 1 0-16,-1-3-1 0,-3 2-2 0,-4-1 1 0,-4-2 1 16,-3-1 3-16,4-2-5 0,-4 1 1 0,2 0 1 15,-2-4 2-15,1 0-1 0,5-1 0 0,0-1 4 16,2-1-5-16,1 1 2 0,2-2 3 15,2 0-1-15,-1 2-3 0,7-2-22 0,-9 0-23 16,9 0-33-16,0 0-30 0,-1-9-30 0,1 9-14 0,10-8-26 0,-2 3-28 16,2 0-216-16,0-2-451 0,-1 0 200 0</inkml:trace>
  <inkml:trace contextRef="#ctx0" brushRef="#br0" timeOffset="44983.99">14246 6338 41 0,'0'0'303'0,"3"-5"-30"0,-3 1-33 0,0 4-27 16,0 0-24-16,0 0-21 0,0 0-17 0,8 9-16 15,0-1-15-15,-3 3-11 0,8 3-12 0,1 10-8 0,-1-3-7 0,2 8-7 16,1-3-2-16,-1 3-7 0,-3 0-1 15,-2 3-6-15,-3-3-3 0,-2 3-8 0,-3-1-3 16,-4-2-3-16,-1 2-2 0,-6-1-2 0,-3 1-20 0,-5-2-15 16,-4-3-18-16,-6-1-16 0,-1-2-25 0,-5-3-36 15,-11 0-50-15,10-8-54 0,-6-5-189 16,-11 1-416-16,14-7 185 0</inkml:trace>
  <inkml:trace contextRef="#ctx0" brushRef="#br0" timeOffset="45349.97">13874 6196 38 0,'0'0'211'0,"-9"4"-18"0,0 4-13 15,3 4-14-15,-7 2-8 0,-3 13-14 0,-2 4-12 16,-8 11-3-1,3 6-2-15,-2 1-9 0,3 1-5 0,0-2-1 16,8 3 4-16,1-5-7 0,4-1-6 0,3-10 4 16,7-2-5-16,9-1 1 0,7 0-11 0,5-1-10 0,15 1-34 15,9-3-60-15,-1-10-105 0,7-9-309 16,-1-6-461-16,0-8 204 0</inkml:trace>
  <inkml:trace contextRef="#ctx0" brushRef="#br0" timeOffset="47151.78">15698 5266 160 0,'0'0'145'16,"2"-5"-18"-16,-2 5-9 0,0 0-12 0,2-2-9 15,-2 2-23-15,0 0-3 0,0 0-12 0,0 0-4 0,0 0-4 16,0 0-12-16,-15 15 0 0,5 2-9 0,-1-3 2 16,-5 8-4-16,-3 5 10 0,-1 4 3 0,-7 9-8 15,-2 3-6-15,3 2-2 0,0 1 6 0,1 0 2 0,1-3-6 0,2 0 1 16,3-1-5-16,2-10 7 0,8-1-9 16,-1 1-1-16,1-3 0 0,4-2-5 0,1-2 4 15,1-5 16-15,6-3 1 0,-2 0-1 0,4-3 1 16,2 0 1-16,-1-3 3 0,2-3-1 0,-2 1 1 15,6-4 9-15,-2 0-6 0,-2-2 2 0,2 1 9 0,-3-4 8 16,1 0 5-16,0-2 4 0,-2-1-1 0,1-2-3 0,-4 0-2 16,1 0-8-16,0-1-2 0,-1-4-5 0,-2 2-8 15,-1 1-4-15,-1-3-9 0,-3-1-4 0,0 2-2 16,-2 0-7-16,-3-3-3 0,0 4-2 0,-3-4-4 16,-3 2 0-16,5 5-2 0,-7-3 0 0,8 0-3 15,-5 3 2-15,5-2-1 0,-2 5 0 0,4-2-3 16,0 0-5-16,0 2 0 15,3 0-1-15,0-1 0 0,4 3-7 0,-5-4 2 16,5 4-15-16,0-5-14 0,0 5-3 0,8-7-6 16,2 4-3-16,4-1-2 0,3-2-5 0,3 0-3 15,7 0 0-15,5-3 3 0,-4 2 1 0,4 1 6 16,0-4 10-16,0 4-8 0,0-4 8 0,-1 3 5 16,-3 2 2-16,-1-6 10 0,-8 5 2 0,0 0 2 15,-1 1 11-15,-7 1 11 0,1 2 7 0,-2-1 13 0,-1 2 7 0,-4-2 5 16,0 2 4-16,3-1 20 0,-6 0-1 0,1-1-1 15,-3 3-7-15,5-1-6 0,-5 1 1 0,0 0-13 16,0 0 0-16,0 0-6 0,0 0-4 0,-23 4 1 16,13-2-3-16,-4 4-4 0,-4-1-3 0,-1 0-1 15,2 2 0 1,1 2-3-16,-1-2 0 0,-1 3-2 0,4 2 0 16,-4-3-5-16,4 6 1 0,1-3 0 0,3 1 1 15,0 3-1-15,2-2 1 0,3 1 4 0,1 0 4 16,3-2 3-16,1-1 0 0,5 4 7 0,0-2 3 0,9 1 7 15,3-3 4-15,2-3 2 0,7 2-1 16,2-2-1-16,0-2 1 0,4-1-6 0,-4-2-2 16,-8 1-3-16,2-3-2 0,0-2 2 0,-7 1-5 15,-2-1-5-15,0 2 3 0,-3-3-2 0,-4 2 2 0,2 1 1 0,-8-2 12 16,10 1-3-16,-10-1 4 0,0 0-3 0,0 0-7 16,11-1-20-16,-11 1-12 0,0 0-16 0,0 0-13 15,0 0-19-15,0 0-23 0,-20-8-25 0,20 8-31 16,-10-2-42-16,5 0-59 0,0-2-165 0,5 4-437 15,-4-8 194-15</inkml:trace>
  <inkml:trace contextRef="#ctx0" brushRef="#br0" timeOffset="47806.36">16150 5612 62 0,'3'-4'181'0,"-1"3"-16"0,5-2-17 0,0-1-14 15,1 4-16-15,0-3-9 0,-1 4-7 16,5 1-18-16,-1 2 0 0,1 0-15 0,-1 1-8 0,1 2-2 15,-2 0-6-15,-1 3-1 0,-3 1-2 0,2 4-6 16,2 0 0-16,-6-1-2 0,-2 3-5 0,-2-1 1 16,-1 2-1-16,-4 1 3 0,-5-2-2 0,2 0 4 15,-3 1-1-15,-2-4 0 0,0 1-3 0,2-1 1 0,-3-1 1 0,5-5-2 16,-3-2 2-16,5 1 0 0,-2-2 5 0,5-2 4 16,-2 1 6-16,2-2 10 0,1 2 22 15,-1-1 32-15,4-3 21 0,0 0-10 0,0 0-20 16,0 0-1-16,1-12-7 0,6 3-27 0,2 0-5 15,2-3-6-15,3-4-7 0,0 3-10 0,2-1-3 0,4-4-1 16,2 1-6 0,-8 1-4-16,1 2-1 0,-2 2 1 0,0 0-2 15,-4 4 0-15,0-1-1 0,-2 4 7 0,0 1-12 16,-3 1 1-16,-1-2-9 0,3 3-6 0,-4 0-9 16,-1-1-12-16,-1 3-16 0,0 0-18 0,7-2-1 15,-7 2 1-15,0 0 6 0,2 12 6 0,-2-7 0 16,0 4 2-16,1 3 5 0,1 0 2 0,-2 1-8 15,2 3-2-15,2-6-15 0,-4 2-19 0,3 5-28 0,-1-6-50 0,2 0-51 16,0-3-57-16,-1-2-206 0,2-1-496 0,0-2 220 16</inkml:trace>
  <inkml:trace contextRef="#ctx0" brushRef="#br0" timeOffset="48053.81">16665 5493 13 0,'4'-1'189'0,"-4"1"-14"0,11 4-15 16,-2 1-15-16,0 4-8 16,3 2-15-16,-1 5-5 0,2 6-9 0,0 3-10 15,-3 3-6-15,-4 3-4 0,-2-1-6 0,-2 4-9 16,-5 0-1-16,-5 13-9 0,-2-15-2 0,-4 1-21 15,-5 9-26-15,-3-11-24 0,-1-2-25 0,-2-3-40 16,-3 0-50-16,-6-7-143 0,2 0-289 0,-1-5 127 16</inkml:trace>
  <inkml:trace contextRef="#ctx0" brushRef="#br0" timeOffset="48408.94">16217 5395 147 0,'-32'36'159'0,"2"8"-14"0,2-1-6 16,-1 4-18-16,3 1-9 0,4 3-10 0,6-3-5 15,4-1 1-15,12 2 6 0,5-3-5 0,8-12-9 0,14 7-17 0,9-4-51 31,12-8-100-31,7-4-161 0,8-9-258 0,-2-7 114 16</inkml:trace>
  <inkml:trace contextRef="#ctx0" brushRef="#br0" timeOffset="100012.84">2921 8540 76 0,'-4'-4'152'0,"4"4"2"0,0 0-9 0,-4-3 4 0,4 3-16 0,0 0-5 15,0 0-7-15,0 0-8 0,-3-4-2 0,3 4-5 16,0 0-11-16,0 0-10 0,0 0-3 0,0 0 0 16,0 0-9-16,0 0-6 0,0 0-5 0,0 0-4 0,0 0-4 0,0 0-3 15,0 0-6-15,0 0-2 0,0 0-5 0,0 0 0 16,0 0-4-16,0 0-4 0,-6 0-2 0,6 0 1 16,0 0-5-16,0 0-1 0,0 0-5 0,0 0 1 15,0 0 1-15,0 0-5 0,0 0-1 0,0 0-3 16,0 0 0-16,0 0-2 0,0 0-2 0,0 0-1 15,0 0 2-15,0 0-1 0,0 0 2 0,0 0-2 0,0 0-5 0,0 0-3 16,0 0 5-16,0 0 1 0,0 0 0 0,0 0 0 16,0 0 0-16,0 0-3 0,0 0 0 0,0 0 0 15,0 0-1-15,0 0-1 0,0 0-1 0,0 0-1 16,0 0 3-16,0 0-3 0,0 0 0 0,23 2 1 16,-10-5 4-16,8 1 0 0,10-3 4 0,5 0 5 15,19 2 2 1,-1-4 4-16,3 0-1 0,-2 2-2 0,0-3 3 15,-3 4 0-15,0 2-4 0,-13-1-1 0,-2 0 1 0,-2-1-2 16,-3-1-2-16,-3 4 7 0,-7 1-11 0,-3-3 0 16,-4 2-3-16,-6 0-10 0,3 1-6 15,-6 0-8-15,-1-3-7 0,-5 3-18 0,12 0 0 16,-12 0-5-16,5 0 6 0,-5 0-1 16,0 0-11-16,0 0-16 0,-14 9-15 0,6-4-19 0,-2 0-23 0,-2 0-12 0,2 0-50 15,-6 4-99-15,1-4-314 0,-2 4 138 0</inkml:trace>
  <inkml:trace contextRef="#ctx0" brushRef="#br0" timeOffset="100430.84">3337 8582 21 0,'0'0'263'0,"0"0"-3"0,-1-3-5 16,1 3-15-16,0 0-15 0,-3-4-19 0,3 4-23 0,0 0-18 0,0 0-19 15,0 0-8-15,0 0-27 0,0 0-12 0,0 0-12 16,0 0-34-16,0 0-28 0,0 0-5 0,-5 10 0 16,3-1-3-16,-3 8-8 0,1 2 4 0,-6 9-2 15,0 1 0-15,-1 4-3 0,1-2-1 0,1 3-2 16,-1-4 1-16,1 3 1 0,2-4 0 0,2-2 1 15,-1-1-6-15,5-7 3 0,-2-2-1 0,-1 2-5 0,3-6 7 0,1-3-5 16,-4-1-1-16,4-2 2 0,0-2 2 16,-1 0 1-16,1-1 3 0,-3-1 23 0,3 0 8 0,0-3 16 15,-1 5 15-15,1-5 7 0,1 4 10 0,-1-4-3 16,0 3 2-16,0-3-6 0,0 0-4 0,0 0-8 16,0 0-10-16,0 0-2 0,0 0-4 15,0 0-7-15,0 0-6 16,0 0-5-16,0 0-2 0,0 0-28 0,0 0-25 0,0 0-25 15,0 0-28-15,3 4-31 0,-3-4-37 0,0 0-64 16,0 0-69-16,0 0-203 0,0 0-517 0,6-7 228 16</inkml:trace>
  <inkml:trace contextRef="#ctx0" brushRef="#br0" timeOffset="101701.51">3456 8816 223 0,'0'-2'252'0,"0"2"9"0,1-6-8 16,3 1-10-16,-4 5-13 0,0-4-20 0,0 4-18 15,0-2-23-15,0 2-19 0,0 0-17 0,0 0-11 16,0 0-18-16,0-7-22 0,0 7-16 0,0 0-11 16,0 0-7-16,9 7-8 0,-5-5-13 0,1 3-2 0,4 2-9 0,-3 0-1 15,3 1-3-15,1 1-1 0,3 1-2 0,1 0-2 16,-2 0-9-16,2-1-6 0,-4-1-4 0,2 0-3 15,-1-2 0-15,-2-1 4 0,1 0-2 0,3-2 6 16,-8-1 0-16,3 1 2 0,1-2 2 0,-3-3 5 16,6-1 7-16,-6 1 8 0,3-5 4 0,0 0 7 15,-1-1 9-15,-2-1 5 16,2 1 0-16,-2-3 3 0,0 1-6 0,0 0 7 16,-3 0 4-16,3 1 4 0,-4 4 14 15,2-1-4-15,-2 0-6 0,0 3-3 0,-1 1-8 16,2-4-7-16,-2 4-16 0,-1 2-18 0,2-4-30 0,-2 4-24 15,0 0-12-15,0 0 4 0,0 0 3 0,2 14 7 16,-4-4-4-16,1 7 5 0,-1 1 0 0,-1 7 2 16,0 2 5-16,-1 0 3 0,0 3 2 0,1 0 7 0,-2 1-2 15,2-2 4-15,-1 3 6 0,3-3 1 0,-1-2 1 16,-1 0 4-16,-2 1 0 0,3-5 0 0,-2-4 7 16,1-3-6-16,-2 0-1 0,0-6 4 0,0 2 2 15,-4-4 3-15,0 4 4 0,0-4 2 0,-5-2-1 16,2 0 2-16,-3-1 2 0,1 1-1 0,2-5 9 0,0 1-7 15,-1-2 1 1,0 0 5-16,2-2-3 0,-2-1 0 0,0-3 1 16,4 0-1-16,-2-3 0 0,3 1-2 0,-1-9-4 15,0 2-11-15,4-3-10 0,4-7-5 0,2 6-9 16,7-8-12-16,1 0-10 0,5 1-3 0,3 1 0 16,6 3 1-16,0-3 6 0,3 1 5 0,1 2 3 15,2 2 0-15,1-1 3 0,-1 3 2 0,-2-2 2 16,1 3 0-16,-2-1 6 0,-5 1 5 0,2 2 4 0,-5 3 0 0,-1 0 9 15,-2-2 16-15,-3 2 20 0,-1-3 13 0,1 3 8 16,-6 3 13-16,4-4 18 0,-3 4 9 0,-2-1 10 16,-1-1 4-16,-1 0-3 0,1 2 5 0,-2 2 4 15,1 1-4-15,-2-1 4 0,1 0 2 0,0 2-18 16,0 0-19-16,-1 2-5 0,-1-1-6 0,1-1-11 16,-1 5-21-16,2-2-23 0,-2 2-33 0,2-3-26 0,-2 3-6 0,0 0 7 15,-4 13 6-15,2-2 3 0,-2 8 2 0,-4 7 5 16,3 5 4-16,-4 5 5 0,0 7 1 0,-2 3 1 15,0 0 2-15,1 3 2 0,0-5 3 0,4-9 0 16,-2 11 4-16,3-10 0 0,-4-3 7 0,6-2-6 16,-2-2 5-16,1 0 2 0,-1-6-2 0,0-6 2 15,3 1 0 1,-2-4 2-16,0-6 0 0,1 2 1 0,1-3 3 16,1-3 3-16,-1 2 8 0,1-1 25 0,1-1 26 15,0-4 26-15,0 5 46 0,0-5 5 0,-3 3 10 0,3-3-14 16,0 0-19-16,-6-8-31 0,5 1-32 0,1-1-39 15,-3-1-42-15,-2 0-42 0,1 0-41 16,-2-7-52-16,2 1-46 0,-1 0-48 0,1 4-68 16,-5-6-176-16,5 5-541 0,-1-4 239 0</inkml:trace>
  <inkml:trace contextRef="#ctx0" brushRef="#br0" timeOffset="102033.47">3865 8969 71 0,'4'-3'204'0,"2"2"-15"0,2 0-13 16,2 1-14-16,8-3-13 0,-4 6-8 0,3-3-10 15,3 1-15-15,-1 0-8 0,2 3-10 0,-3 2-10 16,2 0-9-16,-5-1-12 0,-1 3-7 0,-2 0-13 0,-2 1-8 0,-1 0-5 15,-4 0-6-15,-1 0-11 0,-4 3 0 16,0 0 3-16,-4-2-9 0,-1-1-1 0,-4 1 2 0,-6 1-3 16,-9 2 1-16,0 2 4 0,-1-8-3 0,3 2-2 15,-5-3 1-15,7-2-2 0,-3-1 1 16,1 1-1-16,4-3 0 0,-1 3-1 0,5-6-1 0,0 2 2 16,2-1 2-1,1 1-4-15,2-2-2 0,1 2-9 0,2-4-20 0,0 1-46 16,4-1-29-16,2 1-41 0,3-3-42 0,1 0-98 15,1 1-305-15,5-3 134 0</inkml:trace>
  <inkml:trace contextRef="#ctx0" brushRef="#br0" timeOffset="102519.1">4155 9072 168 0,'0'0'171'0,"0"0"-9"0,0 0-5 16,0 0-17-16,0 0-6 0,0 0-5 0,0 0-11 15,18-8-5-15,-7 4-6 0,2 0-12 16,4-1-11-16,0-2 0 0,2 1-11 0,0-1-9 0,0 0-4 16,0-4-7-16,3 1-3 0,-4 1-3 0,1-2 2 15,-2 1 1-15,-2 1 5 0,-1-1-1 0,-3 3 8 16,-2 0 7-16,-1-1 4 0,-3 4 9 0,1-2 0 16,-2 2-1-16,-1-1-13 0,-3 0-7 15,-1 0-13-15,-5 0-5 0,-2 4-4 0,-3-2-6 0,-3 2-4 16,-5 2-6-16,-1 4-2 0,-1 0-2 0,-7 2-6 0,4 4-3 15,2-1-1-15,-1 5-1 0,0-4-2 0,1 7 0 0,3 0-5 16,5-4-1-16,1 2-1 0,3-1 1 0,4 2 3 16,-2-4-1-16,3 0-2 0,4-1 1 0,2-3 2 15,4 3 4-15,0-2 0 0,7 2 1 0,2-2 1 16,4-4 2-16,3 1-3 0,7 0-19 0,3-3-26 16,-3-1-40-1,4-3-51-15,1-5-72 0,-2 1-252 0,0-4-488 16,-6 0 216-16</inkml:trace>
  <inkml:trace contextRef="#ctx0" brushRef="#br0" timeOffset="102804.31">4675 9041 5 0,'0'0'234'16,"0"0"-8"-16,0 0-12 0,-2 2-21 0,2-2-21 0,0 0-18 15,0 0-12-15,0 0-18 0,21-1-12 0,-11 1-11 16,7 0-5-16,1-1-33 0,13-1-33 0,1 2-43 15,-2-1-56 1,4-3-74-16,0-3-131 0,-2 4-297 0,1-2 133 16</inkml:trace>
  <inkml:trace contextRef="#ctx0" brushRef="#br0" timeOffset="103236.62">5469 8768 157 0,'1'-4'279'0,"-1"4"-21"0,0 0-27 16,0 0-22-16,0 0-23 0,0 0-22 0,0 0-18 15,0 0-19-15,0 0-18 0,0 0-10 0,0 0-11 16,0 0-8-16,3 16-12 0,-6-7-9 0,2 4-7 0,-2 3-4 16,-2 2 2-16,0 3-13 0,0 2-1 0,-2 3-8 0,1-1-5 15,2-7 2-15,-1 1-3 0,4 1-3 0,-2-1-1 16,3-2-1-16,-1 1-1 0,2-4-4 0,-2-1 1 15,2-1 0-15,-1-3-1 0,0 0-1 16,0-1 0-16,0-1-2 0,0-5 4 0,0 3 1 16,0-1 0-16,0 2-3 15,0-6-2-15,0 0 2 0,0 4-12 0,0-4-29 16,-5 1-57-16,5-1-53 0,0 0-54 0,-13-12-198 16,8 3-425-16,0 1 187 0</inkml:trace>
  <inkml:trace contextRef="#ctx0" brushRef="#br0" timeOffset="103421.48">5361 8676 67 0,'4'-7'242'16,"-3"3"-14"-16,7-3-17 0,0-2-22 0,2 5-17 15,0 0-15-15,2-1-18 0,7 1-18 0,0 3-10 16,2 0-12-16,1 1-8 0,5 2-28 0,-5 1-25 0,-1 3-42 0,0 0-48 15,-2 0-45-15,-2 5-59 0,-3-1-115 0,-1 1-291 16,-8-1 129-16</inkml:trace>
  <inkml:trace contextRef="#ctx0" brushRef="#br0" timeOffset="103590.83">5314 9148 274 0,'0'0'280'0,"-1"2"-15"0,1-2-20 16,0 0-26-16,19 0-21 0,-2 0-22 0,4 0-17 0,11 0-19 15,4-1-29-15,4 0-53 0,12-2-64 0,-1 0-97 16,-14-2-233-16,2 3-364 0,-6-1 161 0</inkml:trace>
  <inkml:trace contextRef="#ctx0" brushRef="#br0" timeOffset="104295.89">2848 9493 5 0,'-5'3'91'16,"5"-3"-7"-16,0 0-11 0,0 0-5 0,0 0-7 16,0 0-8-16,0 0-5 0,0 0-5 0,0 0-5 0,0 0-3 15,0 0 22-15,0 0 7 0,5 7 2 16,-4-4 8-16,5 0-11 0,4-1 11 0,3 2 6 0,7-1-8 0,14 1 0 16,16 0-6-16,9-3 2 0,32 0 6 0,7-2 3 15,16-3 10-15,15 3 4 0,10-3 7 0,10 1 2 16,6 1-4-16,10-3-5 0,11 0-9 0,2 1-6 15,-7-1-8-15,-3-1 1 0,-8 1-15 0,-5-1-1 16,-10 1-4-16,-14 2 2 0,-12-5 2 0,-13 1 0 16,-14 3 2-16,-32 1-1 15,-1-1 3-15,-7-2 3 0,-12 4 10 0,-7-1 11 16,-5-1 26-16,-10 2 5 0,-4 0 38 0,-2-1 8 16,-3 1-2-16,-2 2-11 0,-2-1-5 0,3 1-18 15,-8 0-6-15,9-2-18 0,-9 2-32 0,5 0-30 16,-5 0-50-16,0 0-63 0,9 0-69 0,-9 0-82 15,4 4-12-15,-3 0-56 0,4-2-281 0,-5-2-625 16,4 5 278-16</inkml:trace>
  <inkml:trace contextRef="#ctx0" brushRef="#br0" timeOffset="108549.3">10471 8645 157 0,'0'0'170'0,"3"-8"-11"0,-1 6-10 0,1-1-11 16,-3 3-12-16,4-4-8 0,-3 0-9 15,0 0 3-15,3 2-5 0,-4 2-7 0,4-5 3 0,-4 5-10 16,3-5 2-16,-3 5-13 0,2-2-8 0,-2 2-4 16,0 0-11-16,4-5-5 0,-4 5-15 0,0 0-1 15,0 0-6-15,1-3-10 0,-1 3-13 0,0 0-6 0,0 0 0 0,0 0-6 16,0 0 2-16,-9 8-3 0,2 0 2 0,-7 5-1 16,-5 7 2-16,-6 1 1 0,-8 15-3 15,-4 2 3-15,-3 5-3 0,-1-2-1 0,-2 7-2 16,2-4 0-16,-1 3 4 0,2-2-1 0,3 1 1 0,6-1 1 15,9-4-1-15,5-11 1 0,2 1-3 0,3-4 6 16,2-1-4 0,2-1 1-16,4-6 1 0,4 2 1 0,0-3 3 15,3-1 4-15,2 2 1 0,4-4 4 0,1 0 3 16,3-1-1-16,6-1 1 0,4-2 2 0,3-1 4 0,-1-6-7 16,3 3-1-16,1-6-2 0,-3 0 4 15,-4-1-1-15,-4-2 2 0,2 0 9 0,-6-3 17 16,-2 2 23-16,-2 1 13 0,0-3-2 0,-5-2 14 15,1 3 10-15,-4-4-12 0,-1-2-9 0,-2-1-11 0,-4 1-11 0,-3-5-4 16,-4 1-12-16,-4 2-3 0,-8-5-4 0,0 3-7 16,-3-1 2-16,-2 3-7 0,3 0-2 0,-3 0-2 15,3 3-3-15,4 4-1 0,2-3-3 0,3 3-2 16,-2-2 3-16,9 2-1 0,-3 2 10 0,4 1-13 16,4-1 2-16,-2 2-6 0,4-2-10 0,3 3-14 15,-8-3 1-15,6 1-6 16,2 2-10-16,0 0-4 0,10-8 3 0,1 4 2 15,1 1 1-15,7-4 0 0,0-1-1 0,8 1-1 16,-5 3-4-16,4-2 4 0,1-1 2 0,-7 1 3 16,0 1 2-16,3 1 3 0,-4 0 3 0,2 1 1 15,-2-3 0-15,-3 3 2 0,-2 1 2 0,-5-1 2 16,3-1 3-16,-5 3 3 0,0-1 1 0,-1 1-1 16,-1 0 7-16,-5 1 2 0,11-3 5 0,-11 3 3 0,6 0 3 0,-6 0 3 15,5-1-4-15,-5 1 1 0,0 0-3 0,5 0 1 16,-5 0-3-16,0 0 1 0,0 0-3 0,0 0 10 15,0 0-10-15,7-1-2 0,-7 1-1 0,0 0 2 16,0 0-5-16,0 0 2 0,0 0 4 0,0 0-1 16,0 0 1-16,0 0-2 0,0 0 5 0,0 0 0 15,0 0 3-15,0 0 0 16,0 0 1-16,0 0 0 0,0 0 4 0,0 0-2 0,0 0-3 16,0 0 1-16,0 0 2 0,0 0-3 0,2-4 6 15,-2 4 0-15,0 0 0 0,0 0 0 0,0 0-1 16,0 0-4-16,0 0-1 0,0 0-1 0,0 0-6 15,0 0 0-15,0 0-3 0,-11 8-2 0,6-3-1 16,-2 0-3-16,-3 3 2 0,2 3-3 0,-2 2-1 16,1 1 3-16,-1 1-4 0,1 2-1 0,0-1 5 15,1 4 0-15,2-2-1 0,1 3-2 0,2-3 4 16,2 2 7-16,2-1-4 0,3-1-3 0,3 2 0 0,1-3 4 16,3 1 4-16,3-3 0 0,7 2 1 0,-1-6 3 15,3 2-1-15,2-3 1 0,-6-1-2 0,3-6 0 16,-4 4 1-16,-2-3-2 0,-3-1-3 15,-1 0 1-15,-5 0 0 0,1-2 7 0,-3 0-1 0,0 2 12 0,3-2 20 0,-4 1 2 16,-4-2 13-16,6 1 4 0,-6-1 2 0,5 0-1 16,-5 0 5-16,0 0-10 0,4 3-1 0,-4-3-4 15,0 0-9-15,0 0-5 0,0 0 0 0,0 0-4 16,5 1-8-16,-5-1-1 0,0 0-9 0,0 0-10 16,0 0-11-16,0 0 2 0,0 0-23 0,0 0-1 15,0 0-7 1,0 0 0-16,0 0-13 0,0 0-9 0,0 0-13 15,0 0-15-15,0 0-17 0,0 0-14 0,0 0-34 16,0 0-109-16,0-9-270 0,-2 2-570 0,-1 1 253 16</inkml:trace>
  <inkml:trace contextRef="#ctx0" brushRef="#br0" timeOffset="109204.4">10921 9027 104 0,'17'2'130'16,"-2"-2"-18"-16,2 2-8 0,1 1-11 0,-1 2-11 15,0-1-8-15,-2 6-5 0,1-4-7 0,-7 0-7 16,1 5-2-16,-2-1-6 0,-3 1-10 0,0 6 3 15,-5 0 1-15,-1-1 2 0,-6 1 0 0,1 0-2 0,-11 5-3 0,3-4 5 16,-1-3-6-16,-6 1 1 0,3-3 4 0,-1-2 3 16,1 0 5-16,3-1-3 0,0-4 4 0,1-1 3 15,3 2-2-15,1-3 7 0,3-1 10 0,1 0 16 16,0-3 20-16,2 2 24 0,4-2 27 0,-6 4 16 16,6-4-14-16,0 0-17 0,0 0-17 0,4-14-16 15,5 5 0-15,5-1-20 16,1-3-5-16,3 1-8 0,7-9-12 0,-3 4-1 15,2 0-14-15,-1 2-2 0,-6 1-2 0,9 0-6 16,-10 4-3-16,-3-1-3 0,0 5-1 0,-4-2-3 16,-2 4-4-16,1-1 1 0,-3 2-2 0,0-2-4 15,-2 5 3-15,1-3-6 0,-4 3-2 0,3-4-9 16,-3 4-9-16,4-1-9 0,-4 1-12 0,0 0 0 16,0 0-2-16,0 0 4 0,-6 13 0 0,1-6 2 0,-2 5 2 0,-3 1 1 15,1 3 4-15,3-1 1 0,-2 0-2 0,1 1 1 16,3 0 3-16,0-1-15 0,0 1 8 0,4 1 1 15,3 0-1-15,-2-4-2 0,0-2 0 0,6 1-3 16,0 0-12-16,3-4-20 0,3 1-29 0,4 0-42 16,1-4-50-16,11-2-54 0,-8-6-246 0,0 3-513 15,0-5 227-15</inkml:trace>
  <inkml:trace contextRef="#ctx0" brushRef="#br0" timeOffset="109467.46">11380 9007 6 0,'0'0'176'0,"10"0"-18"16,-3 3-15-16,5 0-11 0,-3 3-10 0,6 0-11 15,-2 5-10-15,4 1-5 0,2 5-4 0,-5 0-10 16,2 5-12-16,-1 6 6 0,-5 0-5 0,-3 1-7 15,-4 2-5-15,-1-2 3 0,-9 4-11 0,-3 0-2 0,-5-2-3 0,-6 0 0 16,-7 7-7-16,-8-4-8 0,-5-6-16 0,-1 1-29 16,-5-5-52-16,-3-5-77 0,-7-7-137 0,2-1-302 15,-3-7 134-15</inkml:trace>
  <inkml:trace contextRef="#ctx0" brushRef="#br0" timeOffset="109852.74">10972 8877 160 0,'0'0'164'0,"0"0"-13"0,-9 0-21 16,9 0-10-16,-14 9-13 0,4-3-5 0,-4 6-9 15,-8 6-11-15,-2 3-6 0,2 2 0 0,-1 8-8 16,-9 10-8-16,4-1-4 0,3 2-1 0,0 2-2 0,10-12-5 15,1 0-4-15,4 1-3 0,2-4-6 0,5 3 1 16,3-3-1-16,3-2 11 0,6-2 4 16,6 0-2-16,5-1-2 0,6-4-6 0,10-4-8 0,15 2-29 0,5-6-66 15,7-5-87-15,-3-5-158 0,-5-3-332 0,0-4 147 16</inkml:trace>
  <inkml:trace contextRef="#ctx0" brushRef="#br0" timeOffset="110269.38">11923 9240 91 0,'0'0'302'0,"-5"-2"-2"0,5 2-4 0,0 0-12 0,0 0-9 16,0 0-19-16,0-6-9 0,0 6-21 0,0 0-20 15,0 0-24 1,0 0-18-16,0 0-17 0,6-4-20 0,2 1-19 16,1 0-19-16,4-1-28 0,2 0-27 0,4 1-36 0,3 0-40 15,7-2-50-15,0 3-53 0,3-5-60 0,-2 1-281 16,-11 1-525-16,3-1 234 0</inkml:trace>
  <inkml:trace contextRef="#ctx0" brushRef="#br0" timeOffset="110422.82">11974 9339 113 0,'-2'3'227'0,"2"-3"-4"16,0 0-10-16,0 0-14 0,20 4-18 0,-1-6-20 15,10 0-14-15,5-1-35 0,4 2-54 0,2-3-70 0,9-1-98 0,-13-2-142 16,-2 1-273-16,-4-2 120 0</inkml:trace>
  <inkml:trace contextRef="#ctx0" brushRef="#br0" timeOffset="111425.97">12894 9226 77 0,'0'0'160'0,"0"0"-23"0,0 0-13 0,0 0-14 15,-6 2-11-15,6-2-5 0,0 0-11 0,0 0-12 16,0 0-2-16,0 0 1 0,0 0 4 0,0 0-6 15,0 0-6-15,0 0 7 0,0 0 1 0,0 0 2 16,0 0-2-16,18-6 0 0,-6 2-5 0,6 0-3 16,9-4-8-16,1-4-1 0,4 2-5 0,1 0-3 15,-1 0-4 1,4-2-2-16,1-3 2 0,-1 3-5 0,-3-3-4 16,2-1-4-16,-2 0 0 0,-5 1 0 0,0-1-2 15,-4-2 3-15,-2 2 7 0,0 0 0 0,-7 2-3 16,-6 0 2-16,0 1 15 0,-5 4 13 0,2-3 5 15,-2 3-9-15,-5-2-8 0,-2 4-5 0,-3-3-5 16,-2 3-6-16,-1 0-8 0,-7 0-3 0,-5 5-4 0,2 2-4 16,-12 2 1-16,1 5-5 0,-2 2-4 0,-3 4-2 0,2 0-5 0,-3 3 9 15,4 6-10-15,-7 8-2 0,4 4 1 0,8-9-2 16,6 4 0-16,3-1 3 0,1 4 2 0,7-1-3 16,6-5 6-16,4 2-4 0,5-4 9 0,4-7 2 15,13 5 8-15,5-6 3 0,6-3 1 0,19 0-4 16,3-4-1-16,9-4-4 0,1-5-9 0,26-3-34 15,-32 1-35-15,-4-5-55 16,0 1-68-16,-16 0-80 0,1-4-148 0,-6 0-449 16,-3-3 198-16</inkml:trace>
  <inkml:trace contextRef="#ctx0" brushRef="#br0" timeOffset="112528.75">13787 8603 14 0,'0'0'253'0,"2"-4"-10"0,0 2-7 16,-2-2-12-16,0 4-17 0,0 0-20 0,2-3-18 16,-2 3-20-16,0 0-15 0,0 0-14 0,0 0-18 0,1-4-17 15,-1 4-9-15,0 0-9 0,0 0-9 0,0 0-8 16,2 11-9-16,-3-7-1 0,2 4-8 0,-1 1 1 16,0 3-8-1,0 0 0-15,-1 0 0 0,1 5-3 0,0-1-1 0,0 1-4 16,-1-1-4-16,0-1 2 0,1-3-5 15,0 1 2-15,0-3-1 0,0 0 4 0,0-4-8 16,0 2 1-16,0-5 4 0,0 2-5 0,0-1 6 16,0 1 33-16,1-2 30 0,-1-3 28 0,0 0 23 0,0 4 15 15,0-4-14-15,0 0-14 0,11-10-16 0,-2 1-4 16,0 0-9-16,1-5-9 0,3-1-18 0,-3 1 3 0,7-3-7 16,-4 2-1-16,1 0-16 0,-1 3 7 0,1 0-7 15,-5 1-1-15,0 4-9 0,-1-2-4 0,0 2-6 16,-3 2 3-16,0 0-5 0,-1 3-1 0,1-1-6 15,-1-1-18-15,0 3-11 0,-4 1-6 0,8 0-11 16,-6 5-4-16,5-2-1 0,-4 2 3 0,4 4 2 16,-1 0 2-16,-5 3 5 15,3-1 2-15,1 3-1 0,-1 3 1 0,0 0 6 16,-4-1-1-16,5-5 3 0,-5 2 5 0,1-2-2 16,-1-1 3-16,2-1 0 0,0-6 4 0,-2 3 16 15,1 0-13-15,-1-1 6 0,3-4 20 0,-3-1 48 0,0 4 26 0,0-4 20 16,0 0-10-16,0 0-15 0,10-11-9 15,-1 0-6-15,0-1-9 0,0-3-9 0,5 1-1 16,-1-8-4-16,2 0-9 0,-3 6-6 0,-2 2-2 0,1 1 5 16,-3 3-18-16,-1 0 5 0,-2 3-2 0,-1 0-7 15,2 3-4-15,-2 0-8 0,-2-1-8 0,1 1-24 16,1 4-17-16,-4 0-15 0,0 0-9 0,11 4 2 16,-5 2-5-16,2 1-3 0,-1 5-1 0,0 2-9 15,2 0-16-15,-5 3-36 0,5 1-25 0,-5-1-42 16,-1 0-23-16,4 0-58 0,-6-6-244 0,-1-1-575 0,4-3 255 0</inkml:trace>
  <inkml:trace contextRef="#ctx0" brushRef="#br0" timeOffset="113161.56">14481 8542 23 0,'4'-5'262'0,"1"-1"-21"0,-1 3-17 15,2-1-23-15,2-2-20 0,-3 3-20 0,4-1-17 0,4 4-15 16,-7 0-15-16,5 0-10 0,0 3-15 0,-1-1-11 0,1 7-8 16,-1-3-10-16,-1 3-4 0,1 4-14 0,-3-3-3 15,1 4-4-15,-3 3-2 0,-2-1-7 0,-3 2-6 16,0 1 3-16,-3-1-6 0,-2 2-1 0,-1 5-1 0,-4-1-2 15,2-7 0-15,-2 2 2 0,-3-4 1 16,3 1-6-16,1-2 2 0,1-3-3 0,2-2 0 16,-1-1 7-16,2-2 7 0,1-1 3 0,0-1 22 0,3-2 21 0,-4 2 26 15,5-1 39-15,0-3 34 0,-4 4 33 0,4-4 0 16,0 0-19-16,0 0-22 0,8-13-13 0,-3 4-13 16,5-5-20-16,2-1-15 0,7-8-24 0,-1-1-18 15,0 0-17-15,1-1-17 0,0-1-1 0,0 3-6 0,0 1-8 16,-8 5 9-16,0 3-4 0,-1 0 10 15,-2 5 3-15,-3 0 13 16,0 1-1-16,0 0 2 0,-1 3-5 0,0 0-7 16,-3 2-4-16,3 0-1 0,-4 3-18 0,4-4-12 15,-4 4-18-15,1-2-22 0,-1 2-32 0,0 0 7 16,0 0 5-16,0 0 5 0,-5 13 5 0,0-3 4 16,-3 4 4-16,-1 0 17 0,4 1-6 0,0 2 4 15,0 0-1-15,1 2 6 0,-1 0 2 0,5 1 5 16,2-3 4-16,1 2 3 0,4-2 4 0,0 0 0 0,2 0 1 0,5-3 9 15,2-4 5-15,0 2 4 0,4-5 3 0,-1 1 18 16,2-2 7-16,-4-2 20 0,1 0 8 0,-2-3 10 16,-5 0 13-16,0-1 5 0,-1 0 12 0,-2 0 12 15,-3 1 0-15,-5-1 6 0,10-1-3 0,-10 1-7 16,9 0-11-16,-9 0-7 0,0 0-12 0,9 0-10 16,-9 0-14-16,0 0-22 15,0 0-28-15,8 0-43 0,-8 0-59 0,0 0-57 16,0 0-54-16,0 0-55 0,0 0-75 0,1 5-87 15,-1-5-273-15,-1 5-752 0,1-5 333 0</inkml:trace>
  <inkml:trace contextRef="#ctx0" brushRef="#br0" timeOffset="117261.43">9250 11131 57 0,'2'-8'210'0,"-2"4"12"16,0-3-5-16,0 0-3 0,0 2 0 0,2-2-4 15,-2 0-11-15,0 2-13 0,-2 0-10 0,2 2-7 16,0 3-14-16,2-6-13 0,-2 1-14 0,0 2-6 16,0 3-27-16,0 0-16 0,-2-7-28 0,2 7-27 15,0 0-27-15,0 0-2 0,0 0-2 0,-2 20-1 16,-1-3 0-16,-4 7 0 16,1 2 1-16,1 4 1 0,1 2-1 0,-1 2 0 15,0 0 3-15,-2 1 0 0,4-2 0 0,-1 1-3 16,3 0 3-16,1-3 2 0,0 1 0 0,0-4 2 15,-3-4 0-15,3-6-2 0,0-1 0 0,-1-4 2 16,1-2 0-16,1 0-1 0,-1-3 5 0,2-3-3 16,-4 0 3-16,1 1 1 0,2-2 2 0,-2-1-3 15,2 0 7-15,-1-3-1 0,0 0 4 0,-1 5-3 0,1-5 3 0,0 4-2 16,0-4-1-16,0 0 0 0,0 0 0 0,0 0-37 16,0 0-37-16,-9-12-45 0,4 2-52 0,1 0-62 15,-2-2-166-15,1-5-419 0,1-12 186 0</inkml:trace>
  <inkml:trace contextRef="#ctx0" brushRef="#br0" timeOffset="117577.8">9187 11023 52 0,'-1'-8'249'0,"2"3"-3"0,-2 0-18 15,1-1-17-15,0 2-18 0,0 1-22 0,0-3-20 16,0 6-18-16,2-4-15 0,-2 4-12 0,9 0-12 15,-9 0-14-15,19 4-9 0,-6-1-6 0,5 4-10 0,1 0-5 16,0 3-6-16,7 6-4 0,1-1-4 0,-4 3-6 0,-1-1-4 16,-3 2-3-16,-6-4-8 0,0 2-2 0,-5-2-4 15,-3 3-2-15,-2-2-4 0,-3 2 2 0,-3-1-1 16,-3-2 1-16,-7-1 1 0,-5 6 1 16,-3-2-2-16,-1-4 0 0,-4-1 1 0,2 0 1 0,6-5 6 15,-3 2-5-15,3-2 1 0,-3-2-1 0,4 2 0 0,3-2-1 16,4-4-2-16,-1 1-1 0,3 1 1 0,3-1 2 15,-2-2-4-15,7-1 2 0,-7 1-1 0,2 1-12 16,5-2-15-16,-5 2-11 0,5-2-28 0,0 0-28 0,0 0-46 16,15 4-86-16,-6-4-125 0,-9 0-376 15,24-4 167-15</inkml:trace>
  <inkml:trace contextRef="#ctx0" brushRef="#br0" timeOffset="117747.07">9436 11479 42 0,'0'0'313'0,"0"4"-3"0,0-4-15 15,0 0-8-15,-1 3-14 0,1-3-20 0,0 0-25 0,0 0-23 0,0 0-29 16,0 0-33-16,0 0-38 0,0 0-41 0,0 0-44 16,0 0-50-16,0 0-53 0,0 0-83 0,0 0-241 15,0 0-438-15,0 0 193 0</inkml:trace>
  <inkml:trace contextRef="#ctx0" brushRef="#br0" timeOffset="118101.32">9794 11174 157 0,'0'-5'292'16,"3"0"-20"-16,-3 2-16 0,1-1-9 0,-1 4-17 16,2-6-22-16,-2 6-20 0,0-5-19 15,2 3-20-15,-2 2-20 0,0 0-11 0,0 0-22 16,0 0-11-16,0 0-21 0,0 0-13 0,0 0-7 0,9 12-12 16,-8-3-4-16,-1 5-3 0,1 3-5 0,-1 4-6 15,-1-3 0-15,2 11 6 0,-2-3-8 0,-2 2-1 0,1-2-1 16,-2-1-3-16,3 2 2 0,-2-8 4 0,2 2-4 0,-3-3-3 15,-1 0-2-15,4-3 2 0,-3-1 1 16,3-1-1-16,-2-5-2 0,2 0-12 0,-2 1-4 16,1-2-10-16,-1-2-6 0,3 2-13 0,-1-5 9 15,-2 1-5-15,3-3-11 0,-1 5-30 0,1-5-89 16,-9-1-257-16,9 1-458 16,-14-9 203-16</inkml:trace>
  <inkml:trace contextRef="#ctx0" brushRef="#br0" timeOffset="118301.87">9738 11123 297 0,'0'-5'292'16,"1"-1"-15"-16,-1 1-21 0,0 1-24 0,1 1-23 16,2-1-22-16,-2 1-14 0,3-1-28 0,4 3-16 15,3-2-23-15,1 2-21 0,7 1-25 0,-1 1-33 16,1 4-36-16,0 1-43 0,-1 1-42 0,1 4-37 15,5 3-57-15,-12-3-146 0,2 3-362 0,-4 1 161 16</inkml:trace>
  <inkml:trace contextRef="#ctx0" brushRef="#br0" timeOffset="118450.3">9652 11683 101 0,'-6'2'264'0,"3"0"12"15,3-2-11-15,-4 3-20 0,4-3-28 0,0 0-24 0,9 3-17 0,4-6-16 16,5 1-16-16,11-2-16 0,3-4-23 0,4 4-40 16,1 0-40-16,14-2-66 0,-15 2-77 0,4 0-250 15,-2-3-398-15,-6 2 176 0</inkml:trace>
  <inkml:trace contextRef="#ctx0" brushRef="#br0" timeOffset="119705.37">10429 11337 64 0,'0'0'147'16,"0"0"1"-16,0 0 8 0,0 0-1 0,0 0 2 0,0 0-5 0,-1-2-2 15,1 2-3-15,0 0-7 0,0 0-5 0,0 0-9 16,0 0-11-16,0 0-13 0,0 0-9 0,0 0-12 15,0 0-6-15,20-3-10 0,-7 1-15 0,5 2-21 16,2-1-28-16,2 1-33 0,0-3-38 0,0 3-29 16,7-1-49-16,-10 0-176 0,2-1-350 0,-7 2 156 15</inkml:trace>
  <inkml:trace contextRef="#ctx0" brushRef="#br0" timeOffset="119868.11">10503 11444 146 0,'-2'3'153'0,"2"-3"0"0,-4 1 0 0,4-1-9 0,0 5-1 0,0-5-6 15,11 2-15-15,2-1-13 0,8 0-12 0,5-1-21 16,5 1-57-16,1-1-72 0,-3 0-181 0,2-3-252 16,-3-1 111-16</inkml:trace>
  <inkml:trace contextRef="#ctx0" brushRef="#br0" timeOffset="120607.6">12316 10790 90 0,'0'-5'256'0,"-1"0"-11"0,1 5-18 0,0-6-23 16,0 6-20-16,0-5-22 0,0 5-20 0,0 0-17 0,0-2-23 15,0 2-25 1,0 0-10-16,0 0-7 0,1 13-5 0,-2-3-8 15,1 7-6-15,0 2-12 0,-4 0-3 0,3 0-2 16,1 8-3-16,-4-8-1 0,3 1-5 0,-1 0 3 0,0-1 1 16,0 1-3-16,-1-6-2 0,1 0-2 0,0-2-1 15,2 1 4-15,-2-4-2 0,0 4-22 16,1-4-25-16,0-2-22 0,-2 2-31 0,3-2-22 16,0-2-47-16,-6-1-159 0,3-2-341 0,3-2 152 0</inkml:trace>
  <inkml:trace contextRef="#ctx0" brushRef="#br0" timeOffset="121002.17">11836 11310 92 0,'-5'1'189'0,"1"1"-20"0,-1-1-20 0,1 3-11 16,4-4-12-16,0 0-8 0,-6 1-15 0,6-1-10 16,-3 3-7-16,3-3-12 0,0 0-11 0,0 0 2 0,0 0 6 0,0 0-4 15,0 0-6-15,0 0-11 0,0 0-3 0,22-1-2 16,-3-2-7-16,13-1 2 0,6-2-7 0,24-1-2 16,27-2-2-16,3-2-5 0,1-1-4 0,6 3 2 15,-6-3 7-15,3 3 1 0,-4 0 0 0,-28 5 3 16,27-5-3-16,-31 3 1 0,-4 4 0 0,0-5-2 15,-19 5-7-15,-1-1 1 16,-5 3-2-16,-8-1 3 0,-6-1-7 0,-4 0 3 16,-1 2-3-16,-5 0 3 0,1-2 3 15,-3 2 4-15,-5 0 0 0,10-1-9 0,-6-1-3 0,-4 2-14 16,0 0-23-16,0 0-38 0,0 0-37 0,-19 6-58 16,8-3-217-16,-3-2-402 0,-3 2 179 0</inkml:trace>
  <inkml:trace contextRef="#ctx0" brushRef="#br0" timeOffset="121973.69">12068 11756 17 0,'-1'-3'245'0,"1"-2"-5"0,0 5-13 16,0-4-19-16,-3 0-16 0,3 4-24 0,-2-3-19 16,2 3-19-16,0 0-17 0,0 0-17 0,0 0-15 15,0 0-7-15,0 0-12 16,0 0-4-16,0 18-8 0,0-5-6 0,-1 4-9 16,0 1 0-16,1 1 0 0,-2 0-8 0,1 8-7 15,1-2 2-15,-4 1 1 0,3-8-6 0,-2 2-1 16,3-2-3-16,-1 0 0 0,-1-3-1 0,0 2 1 15,0-5-4-15,0-2-1 0,2-1-5 0,0-1 5 16,-2-4 1-16,2 2 10 0,0-2 10 0,0 0 9 16,-1-1 18-16,1-3 24 0,0 0 29 0,-3 6 30 0,3-6 33 0,0 0 13 15,0 0-21-15,0 0-6 0,-5-11-18 0,1 0-13 16,3-5-19-16,-3-2-9 0,1-9-16 0,2-5-7 16,0-1-20-16,2 0 8 0,0-2-10 0,2-1-8 15,1-11-2-15,1 13-8 0,0 5-2 0,0 1 0 16,0 0-5-16,-1 9-1 0,0 4-11 0,1-1-3 15,-1 4 2-15,2 2-5 16,-2-1 7-16,3 2-7 0,0 3-19 0,2-1-15 16,4-1-19-16,-3 3-20 0,8 2-22 0,0-1-23 15,1 4-25-15,3 0-32 0,-3 5-27 0,0 2-38 16,2 1-37-16,2 5-53 0,-7 0-205 0,-5-1-567 16,-3-3 252-16</inkml:trace>
  <inkml:trace contextRef="#ctx0" brushRef="#br0" timeOffset="122189.84">12044 11914 146 0,'-2'2'207'16,"2"-2"0"-16,0 0-10 0,0 0-20 0,0 0-16 15,0 0-17-15,0 0-11 0,0 0-13 0,15 3-13 16,0-4-9-16,6 1-12 0,12-2-13 0,3 1-40 16,2-3-48-16,13-4-72 0,-12 3-70 0,-1-1-115 0,-1 0-295 15,-1-1 131-15</inkml:trace>
  <inkml:trace contextRef="#ctx0" brushRef="#br0" timeOffset="122490.34">12703 11690 20 0,'0'0'272'0,"-2"-5"-14"0,2 5-17 16,-2-5-12-16,2 5-26 0,0 0-19 0,0-5-23 16,0 5-20-16,0 0-15 0,0 0-13 0,0 0-23 15,0 0-14-15,0 0-10 0,0 0-14 0,0 0-3 16,0 15-6-16,1-4-5 0,-2 0-4 0,-1 2-2 15,1 2-2-15,-1 1-8 16,-2 2-1-16,2-1-2 0,0 1 2 0,-1-2-1 16,1-1-2-16,0 0-2 0,0-3-17 15,-3-2-9-15,2 2-15 0,1-5-18 0,-1 1-20 0,2-1-17 16,0 0-19-16,-1-2-11 0,0-3-39 0,-1-1-188 16,3-1-363-16,0 0 161 0</inkml:trace>
  <inkml:trace contextRef="#ctx0" brushRef="#br0" timeOffset="122759.9">12706 11576 89 0,'0'0'162'0,"1"-4"-19"16,-1 4-8-16,0 0-11 0,0 0-4 0,0 0-11 16,13 9-6-1,-5-1-9-15,0 1-1 0,3 4-6 0,-2 1-11 16,5 2-4-16,-1 1 2 0,-3 0-9 0,4 5-8 15,-4-4-4-15,3 4 0 0,-4-4-11 0,0-1 0 16,-2 1-5-16,-1-1-1 0,-4-5-3 0,2 2-4 16,-2-1-1-16,-4-1-2 0,1-1 7 0,-3 2-2 15,-3-2-5-15,-1 0-1 0,-2 1 2 0,-3-2-3 16,-1 1-3-16,2-5-1 0,-6 3 0 0,8-3-3 0,-4 0-11 0,5-1-17 16,0-2-19-16,0 1-28 0,2-1-33 0,1-3-44 15,0 0-184-15,6 0-343 0,-9-3 152 0</inkml:trace>
  <inkml:trace contextRef="#ctx0" brushRef="#br0" timeOffset="123029.37">12931 11543 39 0,'0'0'144'0,"13"4"-12"0,-3 2-5 0,-1 3-8 16,4 1-10-16,-3 4-12 0,4 1-12 0,-1 2 1 15,0 6-4-15,1 3-9 0,-5-1-8 0,-2 2 1 16,-1 5-4-16,-5-3-3 0,-2 3-5 0,-7-1-3 16,-1-2-4-16,-6 4-4 0,-5-3-1 15,-9 5-11-15,2-8-9 0,-4-3-16 0,1-2-28 0,-2-1-32 16,-3-3-48-16,-3-7-143 0,6-1-263 0,-4-1 117 0</inkml:trace>
  <inkml:trace contextRef="#ctx0" brushRef="#br0" timeOffset="123377.1">12664 11439 106 0,'-5'-3'152'0,"5"3"-17"0,0 0-15 16,0 0-10-16,-6 10-18 0,2-3 2 0,-5 8-8 15,-1 0 1-15,-3 10-10 0,-1 3-1 0,0 5-5 16,0 1-5-16,-2 10 2 0,-2 5-7 16,4-6-4-16,4-7-3 0,1-2-12 0,3-2 0 15,1-1 0-15,5 0-3 0,2-4 9 0,5-3 1 16,0-6 7-16,6 1-6 0,1-5-2 0,9 6 0 16,4-6-11-16,1-5-29 0,7 1-59 0,2-8-85 15,-3-2-170-15,2-2-331 0,2-3 146 0</inkml:trace>
  <inkml:trace contextRef="#ctx0" brushRef="#br0" timeOffset="124495.14">13681 11134 122 0,'-5'2'111'0,"5"-2"-3"0,0 0-1 0,0 0-9 16,0 0-8-16,0 0 2 0,0 0-12 0,0 0-3 0,0 0 0 15,0 0 2-15,0 0-3 0,0 0 3 16,0 0 7-16,0 0-6 0,0 0 2 0,0 0-11 15,22-2 0-15,-11 0-9 0,3-2-7 0,5-1-2 16,7-3-5-16,0 0-1 0,1-1-9 0,2-4-4 0,-1 1-3 16,0-2 0-1,0-1 1-15,0 0 0 0,-2-3 1 0,-2 0-1 16,-1 0 0-16,-1 0-2 0,-3-1 3 0,-9 3-4 16,1 2 6-16,-1 0 11 0,-5-1 7 0,-4 4 4 0,-1 3-6 15,0-3-5-15,-1 1-2 0,-7 3-10 16,-2 1-3-16,-3 2-3 0,-6 1-7 0,-2 3-1 15,-5 3-2-15,-2 3-8 0,-2 5-2 0,3 0 0 16,-2 3 0-16,6 4-3 0,-1 0-2 0,4 4-1 0,0 2-1 0,7-2-1 16,-2 2 2-16,5-1-1 0,7-3 1 0,4 6 4 15,5-6-1-15,5 2 4 0,8-2 0 0,8-1-1 16,4-4-13-16,5-3-26 0,15-1-44 0,5-5-70 16,0-5-82-16,2-5-161 0,0 0-420 0,-3-7 186 15</inkml:trace>
  <inkml:trace contextRef="#ctx0" brushRef="#br0" timeOffset="125297.29">14301 10587 234 0,'0'0'236'0,"1"-7"-8"15,-1 7-23-15,3-2-17 0,-3 2-22 0,1-3-16 16,-1 3-20-16,0 0-15 0,0 0-14 0,3-4-12 0,-3 4-11 15,0 0-8-15,0 0-12 0,0 0-7 0,-3 14-3 16,3-7-5-16,0-2-5 0,0 8-5 0,-1-4-2 0,-3 1-5 16,3 0-3-16,1 1-2 0,-3-1-1 0,3 2-3 15,-1-3-2-15,-2-1 0 0,2 2-1 0,1-6-2 16,0 3 3-16,0-4-1 0,0 2 2 0,1 1 26 16,-1-2 26-16,0-4 26 0,0 2 12 0,0-2-2 15,0 0-7-15,13-6-6 0,-3-3-3 0,2 4-3 0,-2-5 5 16,1 2-7-1,4-5-5-15,-1 3-13 0,-2-2-7 0,1-1-5 16,0 3-2-16,-3 2-9 0,-3 0-6 0,1 1-2 16,-2 2-3-16,-3 0-2 0,1 1-11 0,0 3-8 15,0-3-16-15,-4 4-20 0,6-3-24 0,-6 3 7 16,0 0 3-16,8 7 0 0,-5-6 16 0,-1 8-9 16,2-1 2-16,-3 1 13 0,2 2-9 0,-2 0 2 0,0 5 2 15,2-1 2-15,-3 1 3 0,0-5 9 0,2 3-5 0,-2-2 2 16,3-3-3-16,-3-3 8 0,1-1 4 0,-1 1 2 15,0 0 7-15,0-3 26 0,0 0 0 0,0-3-2 16,0 0-2-16,17-11 0 0,-7 4 8 0,-1 0-11 16,5-6 3-16,0-1-2 0,-1 0-3 0,4 2-5 15,-3-3-2-15,1 3-1 0,-1 2-1 0,1 1 0 16,-4 1-6-16,0 1 0 0,-1 1 1 0,1 1-8 0,0-1 9 0,-1 4-16 16,-1-2-4-16,0 1-10 0,1 1-16 0,2 2-13 15,-4 0-17-15,2 0-26 0,-1 2-20 0,1 3-30 16,1-2-26-16,-2 1-35 0,0 1-34 0,-1 2-219 15,-2-4-493-15,-1 1 218 0</inkml:trace>
  <inkml:trace contextRef="#ctx0" brushRef="#br0" timeOffset="125883.19">14968 10469 143 0,'8'-1'167'0,"-2"0"-15"16,-1-2-14-1,-5 3-16-15,13 3-14 0,-7-1-9 0,2 1-12 16,0 1-9-16,-2 1-10 0,2 3-8 0,1 0 1 16,-4 0-6-16,-1 2-2 0,-1 2-3 0,-1 0-3 15,-1 4 2-15,-4-1-3 0,2 0-1 0,-3 1-7 16,-2 0-2-16,-3 0 4 0,3-2-4 0,-2 1-4 15,-1-1-10-15,0-4 5 0,4-2 0 0,1-1-4 0,2 0 2 16,-1-3 9-16,-1-1 13 0,3 4 12 0,-2-4 22 16,0 1 23-16,3-3 24 0,0-1 30 0,-3 5 14 15,3-5 8-15,0 0-14 0,0 0-25 0,10-10-11 16,-1-1-15-16,1 4-11 0,4-8-8 0,-1 0-13 16,6-5-9-16,2-1-5 0,-5 2-8 0,6-1-7 15,-4 1-13-15,-4 3-1 0,-1 0-1 0,-2 4-8 0,-3 4 0 16,-3 0 4-16,4 0 13 0,-4 3-13 0,-1 0-15 0,-3 0 3 15,3 3-6-15,0-2-3 0,-4 4-30 0,3-4-20 16,-3 4-8-16,0 0-11 0,0 0 6 0,0 0 11 16,1 13-5-16,-2-4 6 0,-2 3 11 0,-1 0-8 15,-1 5 4-15,1-2-1 0,4 2 7 0,0 0 3 16,5 3 2-16,3-4-1 16,1-1 8-16,4 1 6 0,6 3 3 0,3-1 2 15,-1-1 4-15,7-6 3 0,3-3 9 16,-2-3 7-16,2-3 1 0,-2 1 13 0,-8-4 4 0,2 1 17 15,-4-3 2-15,-5 1 15 0,-1-2 14 0,-3-1 3 16,-3 3 10-16,-1 1 5 0,2 1 2 0,-2-1-1 16,-6 1-9-16,9-3-10 0,-9 3-8 0,5 0-9 15,-5 0-11-15,4-2-12 0,-4 2-13 0,0 0-14 0,6-5-21 0,-6 5-26 16,0 0-36-16,0 0-47 0,0 0-41 0,4 0-45 16,-4 0-18-16,0 0-24 0,-4 11-43 15,-2-10-64-15,2 4-263 0,-4-1-657 0,3-1 290 0</inkml:trace>
  <inkml:trace contextRef="#ctx0" brushRef="#br0" timeOffset="131481.54">10419 13346 31 0,'0'0'236'0,"0"0"-11"0,0 0-8 0,0 0-5 15,0 0-4-15,0 0-14 0,0 0-11 0,0 0-14 16,-4 2-15-16,4-2-15 0,0 0-15 0,0 0-4 16,0 0-21-16,0 0-9 0,0 0-11 0,17-4-4 0,-8 3-13 0,5 1-13 15,4-3-32-15,2 3-36 0,2-2-32 0,6-2-50 16,0 3-35-16,1 1-48 0,-7 1-182 0,1 1-396 16,-5-2 176-16</inkml:trace>
  <inkml:trace contextRef="#ctx0" brushRef="#br0" timeOffset="131650.81">10499 13550 108 0,'-5'4'196'0,"0"-2"6"0,1 1 8 0,2 0 5 16,2-3 3-16,0 0-22 0,-4 2-17 16,4-2-15-16,15 2-14 0,-2-2-16 0,17 0-15 0,4 0-10 15,3 0-24-15,4 0-48 0,9-4-59 0,2 4-87 16,-1-3-95-16,-11 0-128 0,-3 1-359 0,2-2 160 0</inkml:trace>
  <inkml:trace contextRef="#ctx0" brushRef="#br0" timeOffset="132416.37">12633 12815 170 0,'0'-6'241'0,"0"1"1"15,2-3-15-15,-1 4-13 0,-1 1-24 0,1-3-20 16,-1 6-14-16,0-7-21 0,0 7-27 0,2-1-23 16,-2 1-16-16,0 0-12 0,0 0-1 0,-2 18-8 15,1-1-9-15,-2 0-4 0,2 3-4 0,2 5-4 16,-3 3-3-16,-2 1 0 0,4 1-3 0,-3 1 1 0,2-5-7 0,-4 2 6 16,5-2 0-16,-3-2-3 0,0-4 0 0,-1-2-5 15,0-2-35-15,2-3-23 0,-1 2-29 0,-1-2-28 16,0-4-33-16,-1 1-69 0,-1-1-116 0,-2-4-346 15,4-2 154-15</inkml:trace>
  <inkml:trace contextRef="#ctx0" brushRef="#br0" timeOffset="132900.54">11983 13384 98 0,'0'0'94'0,"-3"3"-2"16,3-3-25-16,0 0 8 0,0 0-7 15,-6 0-6-15,6 0-2 0,-5 2-4 0,5-2 1 16,0 0 16-16,0 0-14 0,0 0 0 0,0 0-7 0,0 0-4 0,-3 3 0 15,3-3-6-15,0 0-1 0,0 0 4 0,0 0 0 16,0 0-2-16,0 0-4 0,0 0-2 0,0 0-4 16,0 0 4-16,0 0-2 0,0 0-2 0,0 0 1 15,0 0-9-15,0 0-4 0,0 0 5 0,0 0-2 16,0 0 7-16,0 0 6 0,0 0 0 0,0 0-1 16,0 0 6-16,21-3-3 15,-1 1 0-15,12-1 1 0,22-4-5 0,9 1-3 16,34-7-2-16,6 1 5 0,1 0 2 0,8 2 2 15,4-2 7-15,10 0-3 0,-5 4 4 0,3-4 6 16,-8 5 0-16,-3-2-1 0,-15 3 2 0,-33 2-6 16,2 1-5-16,-7 3-4 0,-4-2 0 0,-19 0-6 15,0 0-3-15,-8 2-3 0,-9 0-4 0,-3-2 2 16,-5 1 1-16,-2 1 1 0,-1 0 6 0,-5 0 7 0,2-3 2 0,-6 3-4 16,8 0-9-16,-8 0-15 0,0 0-29 0,0 0-32 15,0 0-48-15,-30 0-52 0,11 3-59 0,-11 2-217 16,0 2-456-16,0-1 202 0</inkml:trace>
  <inkml:trace contextRef="#ctx0" brushRef="#br0" timeOffset="135043.71">12517 13871 132 0,'0'0'216'16,"-2"-5"-13"-16,2 5-18 0,2-4-17 0,-2 4-21 15,0-4-15-15,0 4-19 0,0 0-26 0,0 0-20 0,0 0-8 0,0 0-7 16,-2 15-8-16,2-3-8 0,-2 4 1 0,1 10-5 15,-2-5-1-15,2 3 1 0,-5 1-8 0,3 2 11 16,-1-1-6-16,-1-2-1 0,3 3-4 0,1-9 0 16,-3 0-5-16,1 1-2 0,3-4 3 0,-2-2-2 15,0 0-4-15,2-3-2 0,-4 1 3 0,4-4-4 16,-1-1 28-16,0-2 15 0,1 0 18 0,0-2 27 0,0-2 23 16,-2 7 27-16,2-7 31 0,0 0 32 0,0 4 16 0,0-4 15 15,0 0 5-15,0 0-24 0,0 0-23 0,-5-12-18 16,2 2-18-16,0-8-20 0,-1 1-16 0,-1-8-14 15,3-4-20-15,-1-1-13 0,0-7-14 16,2 1-11-16,2-12-7 0,1-1-2 0,-1 13-3 0,2 2-6 16,-1-3-2-1,2 6 7-15,0 0-2 0,0 6-4 0,1-1-2 16,-2 9-2-16,1 0-6 0,0 3-3 0,0 2-5 16,0 1-3-16,0 2-3 0,3 0-1 0,1 1 0 15,1 1-10-15,2-1-20 0,2 1-27 0,9 2-24 0,5 2-29 16,0 1-46-16,1-2-35 0,0 5-37 15,-1 5-36-15,0-1-45 0,-1 4-48 0,-4-1-59 16,-4-2-208-16,1 0-661 0,-3 3 293 0</inkml:trace>
  <inkml:trace contextRef="#ctx0" brushRef="#br0" timeOffset="135660.57">12433 14004 125 0,'0'0'203'0,"0"0"-11"0,0 0-9 15,0 0-6-15,0 0 0 0,0 0-18 16,0 0-9-16,0 0-15 0,0 0-10 0,0 0-15 0,0 0-8 16,0 0-10-16,0 0-11 0,24-4-6 0,-5 1-8 15,4 1-7-15,7-2-9 0,4 0-21 0,1 0-25 16,0-1-38-1,0 2-44-15,0 0-69 0,-2 1-195 0,-3-3-369 16,-3 1 164-16</inkml:trace>
  <inkml:trace contextRef="#ctx0" brushRef="#br0" timeOffset="136779.07">13122 13847 80 0,'0'0'218'0,"1"-3"-8"0,-1 3-12 0,0 0-14 16,0 0-19-16,0-7-20 0,0 7-17 0,0 0-14 15,0 0-19-15,0 0-13 0,0 0-15 0,0 0-5 16,0 0-11-16,1 13-5 0,-1-9-8 0,0 6-2 16,-1-3-4-16,0 2-2 0,1 1-4 0,-2 1-1 15,1 0-2-15,0-1-4 0,1 2-4 0,0-3 1 0,-2 1-1 16,1-1 0-16,0-1 2 0,1-3-7 0,0 2-4 0,-1-2 2 16,1 0 1-16,-2-1-1 0,4 0-2 0,-4 0 0 15,2-4 2-15,2 5-1 0,-2-5 0 0,0 4-1 16,0-4 2-16,0 3 11 0,0-3 11 0,0 0 4 15,0 0 6-15,0 0 7 0,0 5-2 0,0-5-1 16,0 0-4-16,0 0-3 0,0 0-1 0,0 0-5 0,0 0-3 0,-2 4 0 16,2-4-6-16,0 0 1 0,0 0-3 15,0 0-3-15,0 0-3 0,0 0-3 0,0 0 1 16,0 0 0-16,0 0 0 0,0 0-4 0,0 0-1 0,0 0 0 16,0 0-4-16,0 0 1 0,0 0 2 0,0 0-3 15,0 0 2-15,0 0-2 0,0 0-1 0,0 0 1 16,0 0-3-1,0 0-2-15,0 0 4 0,0 0-4 0,0 0-2 16,0 0 2-16,0 0-1 0,-2 3-2 0,2-3 4 16,0 0-1-16,-2 5-1 0,2-5 2 0,0 4 7 15,0-4-7-15,-1 3 0 0,1-3-2 0,0 0 5 16,0 7-4-16,0-7 5 0,0 3-4 0,0-3 0 16,-1 4-2-16,1-4 2 0,0 0 1 0,0 5 0 15,0-5 3-15,0 0-4 0,0 0 2 0,0 0 4 0,0 5 0 0,0-5 1 16,0 0 20-16,0 0 11 0,0 0 15 0,0 0 24 15,0 0 18-15,0 0 13 0,0 0 22 0,0 0 17 16,0 0-5-16,0 0-18 0,2-14-12 0,2 4-4 16,1 0-22-16,4-4-11 0,0-1-8 0,2-2-6 15,0 3-3-15,0-3-8 0,1 0-11 0,2 0 1 16,-1 2-3-16,0 1-8 16,-2 4-2-16,-2 1 0 0,0 0-6 0,1 1 9 15,1 4-17-15,-6-1-6 0,1 1-2 0,-1 0-5 16,0 1-14-16,-1 3-16 0,-4 0 10 0,10 0-15 15,-4 3-2-15,-2 1-5 0,2 0 1 0,-3 1-3 16,3 3 1-16,-1 0 6 0,0 2 1 0,-2-1 2 16,1 3 1-16,0-2 8 0,-2 1 1 0,0 0 3 15,1-2 2-15,-1 1-2 0,0 0 5 0,-2-3 4 0,2 0 1 0,-2-1-1 16,-2-1-2-16,4-1 6 0,-2 1 2 0,0-1 14 16,3-1-11-16,-3-3 2 0,0 2 7 0,0-2 7 15,0 0 29-15,0 0 25 0,0 6 14 16,0-6 26-16,0 0 17 0,0 0 0 0,0 0-11 15,0 0-7-15,4-11-14 0,-1 2-15 0,1-1-6 0,1-1-6 16,4-4-18-16,-4 0 2 0,4 1-4 0,-1 4-6 0,-3-2-2 16,3 1-4-16,-1 2-4 0,-3 0-3 0,1 4-3 15,3-3-1-15,-7 4-6 0,3-1-3 0,-1 3-1 16,-2 0-2-16,-1 2-9 0,6-4-8 0,-3 2-9 16,-3 2-11-16,0 0-6 0,0 0 3 0,0 0 11 15,10 5-13-15,-5-2-13 0,-1 1 3 0,0 3 2 16,1 1-5-16,-3-1 7 15,1 4 3-15,3 1-1 0,-3-4 8 0,0 4 1 16,-1-2 0-16,1 0-19 0,-1-2 26 0,0 1 4 16,-1-2-6-16,2-1 4 0,-1 0 7 0,-1-1-3 15,-1-2 1-15,0 1 6 0,0-4 3 0,1 6-3 16,-1-6 0-16,3 4-4 0,-3-4-12 0,1 2-20 16,-1-2-16-16,0 0-16 0,2 5-14 0,-2-5-15 15,0 0-19-15,1 3-17 0,-1-3-18 0,0 0-17 0,0 0-32 0,0 0-28 16,0 0-24-16,0 0-29 0,0 0-169 0,0 0-497 15,0 0 220-15</inkml:trace>
  <inkml:trace contextRef="#ctx0" brushRef="#br0" timeOffset="137010.79">13676 13657 133 0,'0'0'187'16,"5"-2"-21"-16,-5 2-9 0,7 0-14 0,-7 0-3 16,9 7-11-16,-4 1-6 0,2 1-7 0,1 4-9 15,0 4-3-15,-2 0-10 0,0 8-6 0,-1 1-4 0,-1 0-6 16,-2 0-8-16,-4 0-6 0,0 3-6 0,-5 1-4 16,-1-6-14-16,-4 4-13 0,-6-3-12 0,-1 2-38 15,-8-3-49-15,0-4-74 0,-14 6-177 0,7-11-350 16,-2-6 156-16</inkml:trace>
  <inkml:trace contextRef="#ctx0" brushRef="#br0" timeOffset="137380.6">13067 13607 20 0,'0'0'183'0,"0"0"-6"0,0 0-32 0,0 0-13 15,-12 5-10-15,6 2-6 0,-3 8-18 0,-5 0 0 0,-2 8-7 16,0 2-6-16,-2 8-2 0,3-1 1 16,-6 11-12-16,6-11-2 0,0 11-5 0,7-9-4 15,1-2-7-15,3 0-6 0,4-4 17 0,6-1 2 16,3-4 6-16,5 1 2 16,6-3-2-16,4-4-8 0,6-3-25 0,7-2-51 15,14 0-84-15,3-6-265 0,3-7-389 0,-4-4 172 16</inkml:trace>
  <inkml:trace contextRef="#ctx0" brushRef="#br0" timeOffset="138251.81">14288 13196 140 0,'0'0'140'0,"0"0"-1"0,0 0-9 0,0 0-10 16,0 0-4-16,0 0-6 0,0 0-3 0,0 0-12 15,0 0-9-15,0 0-5 0,0 0-2 0,0 0 3 16,0 0-4-16,0 0-5 0,0 0-2 0,0 0-3 15,0 0-1-15,9-5-7 0,-5 4-5 0,4-3-5 16,2-1-3-16,0 0 2 16,8-4 1-16,-3 1 1 0,3-4 2 0,-1 3-1 15,7-7-4-15,-1 0 0 0,-1 1 3 0,-3-4-2 16,1 2-3-16,-7 5 1 0,1-2 2 0,-1-1 3 16,-4 1-5-16,-1 6 6 0,-3-4 5 0,0 7 6 15,-3-4-1-15,1 4-11 0,-3-1-6 0,-1 2-7 16,-3-1-6-16,-3 3-7 0,-4 1-7 0,-2 1 0 15,-2 4-4-15,-6 0-5 0,1 5 0 0,-7 2-2 0,4 2-3 0,-2 3-1 16,0 4 1-16,2 3-1 0,2 0-1 0,4 2-1 16,3 0-1-16,4 1-1 0,3-3 2 0,6 3-8 15,1-7 0-15,5-1 1 0,7-1-1 0,7 1-6 16,8-1-13-16,5-5-23 0,2-6-43 0,18 2-63 16,6-5-74-16,-1-8-213 0,-1-1-478 0,-5-7 211 15</inkml:trace>
  <inkml:trace contextRef="#ctx0" brushRef="#br0" timeOffset="139015.97">14686 12685 36 0,'2'-2'253'0,"-2"-1"-10"16,0 3-17-16,4-5-17 0,-4 5-18 0,0-4-20 15,0 4-21-15,0 0-18 0,1-3-17 0,-1 3-13 0,0 0-16 16,0 0-12-16,0 0-10 0,0 0-10 0,4 12-6 15,-4-8-5-15,0 4-3 0,0 0-10 0,-2 3 3 0,0-2 0 16,1 3-7-16,-3 0-3 0,2 2-1 0,0-4-2 16,0 1-5-16,0-1 4 0,1-5-2 0,1 2-6 15,0 0 6-15,0-4 0 0,-3 1 16 0,3 2 22 16,0-6 20-16,0 0 4 0,6 0 5 0,-6 0-12 16,13-8 0-16,-2 1-1 0,3-3 4 0,-1 1-5 15,2-3 4-15,-2-1-11 16,4-1-2-16,-2 0-6 0,-1 2-9 0,-1 1-4 15,-3 2 8-15,-1 1-13 0,-1 0-2 0,-3 4-12 16,0-1 2-16,0 1-7 0,-1 2-6 0,0 2-13 16,-2-3-10-16,-2 3-16 0,5-3-4 0,-5 3 0 15,4 6 5-15,-3-1 3 0,2-1-1 0,-2 6 0 16,-1 0 1-16,0 4 2 0,2-2 1 0,-4 3 2 16,2-3 0-16,-1 0 5 0,0-1-2 0,1 0-4 0,0-5 1 0,-2 1 5 15,2-2 1-15,0 0 4 0,0-2 10 0,0 2 14 16,0-5 22-16,0 0-2 0,4 3-3 0,-4-3 0 15,10-10-6-15,-1 4 4 0,3-3-6 0,-2-3 1 16,4 0-4-16,0-1-2 0,4 0 10 0,-4 1-17 16,2-1 1-16,-3 4-7 0,-2 0 2 0,-1 3-1 15,-1-1-4-15,1 2-4 0,-1 2-6 0,3 1-5 0,-2-2-13 0,-2 3-10 16,2-2-18-16,-3 4-20 0,4 1-22 0,-4 0-23 16,2 1-40-16,-5 2-31 0,5 2-37 0,-4-2-237 15,-1 1-499-15,6 0 222 0</inkml:trace>
  <inkml:trace contextRef="#ctx0" brushRef="#br0" timeOffset="139617.6">15268 12548 166 0,'11'-3'171'0,"1"-2"-16"0,0 1-11 0,-1 3-17 16,3-1-17-16,-1 4-9 0,1-2-9 0,-1 3-16 16,1 3-5-16,-4 0-7 0,2 3-6 0,-2-1-2 15,2 5-1-15,-3 0-14 0,-2 2 3 0,-1 2-7 16,-2-1 7-16,-2 2-6 0,-2-1-6 0,-3 2 4 16,-1 0 5-16,-2-2-9 0,-3 0 1 0,1 0-5 0,-2-2 1 15,-3-1-5 1,4 1 2-16,0-6-3 0,4 1 2 0,-5-3 7 15,5 1 9-15,1-4 7 0,0-1 14 0,0 2 19 16,4-1 18-16,0-4 26 0,-5 3 38 0,5 0 14 16,0-3 11-16,0 0-22 0,0 0-13 0,0 0-19 15,9-18-15-15,0 8-11 0,4-5-14 0,-2-1-7 16,10-6-11-16,-4 3-7 0,2-5-11 0,-1 3-10 16,-2-2-12-16,-4 8-1 0,4-6 2 0,-4 6-7 0,0 2-3 0,-4 2-8 15,-1 4 14-15,-1-3-11 0,-3 5-3 0,4 1-5 16,-6-1-1-16,3 2-8 0,0-1-16 0,-4 2-17 15,0 2-6-15,0 0-11 0,0 0 11 0,0 0-6 16,0 0 3-16,-13 18 5 0,3-6 5 0,1 5 9 16,-2-2-10-16,1 2 5 0,0 2 0 0,1-2 5 15,3 1 0-15,0 0-2 16,2-2 5-16,3 0 4 0,1-5 2 0,2 2 2 16,1-4 1-16,3 3 8 0,2-1-4 0,3-5 4 15,5 2 8-15,2 0-2 0,3-4-2 0,10-1 8 16,-4-3-1-16,-8 2 6 0,4-2 6 0,-5 1 13 0,-1-2-4 15,-4-1 7-15,-1 2 11 0,-5-2 18 0,1 2-7 16,-3-1 2-16,1 1-1 0,-6 0-8 0,9-2-2 16,-9 2-6-16,6 0-5 0,-6 0-1 0,6-1-8 0,-6 1-10 15,0 0-16-15,8 0-39 0,-8 0-50 0,0 0-47 16,0 0-62-16,0 0-76 0,0 0-26 0,-3 6-23 16,3-6-260-16,-5 7-620 0,-1-5 274 15</inkml:trace>
  <inkml:trace contextRef="#ctx0" brushRef="#br0" timeOffset="141560.29">18752 12782 146 0,'0'-5'221'0,"0"3"-12"0,2-1-14 0,-2 3-16 0,1-5-20 0,-1 5-18 16,0 0-17-16,0-5-19 0,0 5-25 0,0 0-21 15,0 0-6-15,0 0-4 0,0 13-10 16,-1-1-3-16,-1-2-1 0,-1 7-10 0,-2 4 0 15,0 5-2-15,0-1-6 0,0 0 7 0,1 1-9 0,0 0-3 16,1-7-1-16,2 8 0 0,0-4-1 0,-3-4-5 16,3 0 5-16,1-2-2 0,-1 1-4 0,1-7-2 15,-2 3 10-15,1-5-9 0,0-1 1 16,1-3 4-16,0 2-2 0,0-2 18 0,0-2 26 16,-2 2 22-16,2-5 26 0,2 6 27 0,-2-6 25 0,0 3 33 0,0-3 28 15,0 0 3-15,0 0-14 0,0 0-22 0,-3-12-16 16,3 2-22-16,-1-6-22 0,-2-4-3 0,5 1-19 15,-1-9-24-15,-1 1-8 0,0-5-12 0,1 2-13 0,2-2-7 16,-3-1-19-16,1 4 17 0,2-5-2 16,-1 5-19-16,2-1 15 0,-2 2-13 0,2 2 3 15,0 8 14-15,1-1-8 16,-1 2 2-16,1-2-10 0,3 4-1 0,-1-1 0 16,1 1-6-16,1 3 8 0,1 2-6 0,3-2-7 15,1 1-10-15,0 0-2 0,5 4-27 0,2-2-19 16,1 4-15-16,3-1-14 0,-2 2-17 0,5 1-14 15,0 3-17-15,-6 3-28 0,-2 0-28 0,2 1-25 16,0 1-42-16,-3 3-46 0,-2-2-188 0,-6 0-533 16,0 1 236-16</inkml:trace>
  <inkml:trace contextRef="#ctx0" brushRef="#br0" timeOffset="141823.29">18742 12932 55 0,'-6'2'183'16,"6"-2"3"-16,0 0-11 0,-3 3-11 0,3-3-12 0,0 0-14 0,0 0-12 15,20 0-8-15,-7-3-15 0,8 3-7 0,14-2-16 16,1 0-21-16,16-3-23 0,3 1-49 16,5 0-59-16,-4-2-71 0,-2 0-98 0,0-1-261 0,-16 2 117 15</inkml:trace>
  <inkml:trace contextRef="#ctx0" brushRef="#br0" timeOffset="142625.14">19796 12739 125 0,'2'-3'226'16,"-2"3"-8"-16,2-4-14 0,-2 4-12 0,1-3-23 15,-1 3-20-15,0 0-10 16,0 0-24-16,0 0-14 0,0 0-8 0,0 0-22 16,0 0-2-16,7 8-10 0,-5-2-10 0,-1 1-2 15,0 2-6-15,0 4-6 0,1-2-7 0,-2-1 1 16,0 7-3-16,-2-1-1 0,1-2-8 0,-1-1 2 16,0-1-4-16,0 1-1 0,-1-3 0 0,2 1 0 15,0-2-3-15,0-2 0 0,-1-1 1 0,1-1 2 16,1-1 0-16,0 0 27 0,0-4 33 0,-1 5 36 0,1-5 28 0,0 0 5 15,4 2-13-15,-4-2-11 0,13-11-14 0,-4 3-12 16,4-1-12-16,1-3-5 0,0-1-8 0,4 1-7 16,1-7-2-16,-2 6-15 0,1 1-2 0,-5 1-4 15,2 0-1-15,-5 5-4 0,-1-2-10 0,-1 3 0 16,-2 1-1-16,-2 0-10 0,1 1 4 0,-1 0-14 16,0 1-10-16,-4 2-11 15,5-3-13-15,-5 3 0 0,0 0-2 0,9 5 1 16,-8 0-3-16,0 0 4 0,1 0-1 0,-2 3 3 15,0 2 3-15,0 1 3 0,0 1-2 0,-2 0 4 16,0-1 2-16,-2 0-4 0,3 1 7 0,-2-2 1 16,2-3 1-16,0 2 3 0,0-2 1 0,-1-1-1 15,2-2 7-15,-1 0 5 0,1 0 18 0,0-4 24 0,0 0 23 16,0 0 1-16,3 3-6 0,-3-3-4 0,10-8-6 0,-3 0-12 16,1-1 17-16,6-3-24 0,-4-1 0 15,3-1-4-15,2-2-7 0,0 2-2 0,-3 1 2 16,1 1-5-16,-6 3 0 0,4 1-5 0,-5 3-6 0,1 0 5 15,-5 0-2-15,2 0-5 0,1 3-10 0,-1-1-9 16,-4 3-10-16,8 0 2 0,-8 0-5 0,0 0-3 16,13 5-9-16,-5 1-2 0,-3 0 2 0,-2-2-8 0,5 7-10 15,-2-5-14-15,0 5-16 0,1-4-16 0,-1 2-20 0,-1-2-21 16,2-1-22-16,-4 3-8 0,4-4-32 16,1-3-36-16,-4 1-151 0,-1-3-428 0,-3 0 189 15</inkml:trace>
  <inkml:trace contextRef="#ctx0" brushRef="#br0" timeOffset="142879.14">20409 12560 178 0,'3'-5'171'0,"-3"5"-25"16,0 0-2-16,0 0-21 0,0 0-11 0,12 10-17 0,-5 0 0 0,0 4-6 15,5 2-3-15,1 8-5 0,2 2 1 0,-2 3-2 16,0 1-3-16,-1-1-12 0,-3 0 2 0,-1 3-7 16,0 1-6-16,-6-3-6 0,-2 1-4 0,0 1-6 15,-6-3 0-15,-6 2 1 0,1-4-17 0,-6 2 0 16,-2-3-2-16,-5-1-18 0,-7-4-23 0,-19 4-55 16,4-9-56-16,-6 1-177 15,-3-7-333-15,1-5 147 0</inkml:trace>
  <inkml:trace contextRef="#ctx0" brushRef="#br0" timeOffset="143280.13">19774 12482 61 0,'-8'7'113'0,"-2"0"-12"0,-5 6-8 0,-2 5-5 0,-5 5-13 0,2 6-3 16,-2 0 6-16,-7 14-3 0,1 3-4 15,1-2-19-15,3-2 15 0,3 1 2 0,11-12-7 0,-2 0 0 16,6 1 12-16,5-1 17 0,2-2-7 0,4 2-5 16,5-4 2-16,8-3 1 0,1-2-6 0,10-1-3 15,16 1-8-15,8-4-38 0,3-6-53 0,11-3-73 16,-5-2-192-16,6-4-316 0,-4-7 140 0</inkml:trace>
  <inkml:trace contextRef="#ctx0" brushRef="#br0" timeOffset="143797.14">21016 12798 115 0,'-4'-1'125'16,"4"1"-25"-16,0 0 10 0,-8-3-13 0,8 3-8 16,0 0-3-16,0 0-1 0,0 0-8 0,-3-1 6 15,3 1-1-15,0 0-4 0,0 0 4 0,0 0-2 0,0 0 4 16,0 0-7-16,0 0 3 0,0 0-3 15,0 0 1-15,0 0-9 0,0 0-5 0,0 0-5 16,0 0-2-16,15-1-6 0,-5 1-3 0,3 0-6 0,9 0-8 0,6 0-3 16,2-1-1-16,4-1 0 0,0 2-6 0,2-2-4 15,0 2 2-15,1-3 1 0,-1 2-6 0,-5-2-3 16,3 2-3-16,-5 1 2 0,-11-2-1 0,1 1 1 16,-6 0-3-16,-3 1 1 0,-1 0-6 0,-1 0-4 15,-2 0-15-15,-6 0-6 0,8 0-5 0,-8 0-16 16,0 0-18-16,0 0-13 0,0 0-33 0,-31 1-15 0,17 0-21 0,1 1-160 15,-2 1-324-15,2-3 144 0</inkml:trace>
  <inkml:trace contextRef="#ctx0" brushRef="#br0" timeOffset="144129.18">21016 12978 168 0,'0'0'192'0,"-4"2"-3"0,4-2-6 15,0 0-10-15,0 0-16 0,0 0-11 0,0 0-11 16,0 0-10-16,28-4-11 0,-10 1-8 0,5 1-13 15,7-3-12-15,5 0-6 0,2 2-7 0,3-4-4 0,11 0-13 16,-1 2-5-16,6 0 5 0,-3-2 1 0,-15 2-7 16,0 4-6-1,-1-3-5-15,-5 2-1 0,-4-2-4 0,-10 1-1 16,0 3 1-16,-8-3-12 0,-1 3-17 0,-1-2-21 16,-6 0-32-16,-2 2-41 0,3-3-34 0,-3 3-19 15,-9-4-30-15,-5 3-141 0,1-4-343 0,-3 1 152 16</inkml:trace>
  <inkml:trace contextRef="#ctx0" brushRef="#br0" timeOffset="144467.68">21375 12625 121 0,'0'0'188'0,"0"-4"-19"0,0 4-16 16,0 0-23-16,-1-5-7 0,1 5-16 0,0 0-16 16,0 0-18-16,0 0-4 15,-4 17-10-15,3-6-1 0,-3 4-9 0,1 2-6 16,-3 7-9-16,-2 2 0 0,2-1-1 0,-1 3 1 0,2-1 0 15,-1 2-2-15,0 0 3 0,2 0-6 0,-1-4-5 16,1 0 2-16,0-5-8 0,3 1 7 0,-1-1-6 16,0-4-3-16,-3 0 5 0,2-2-4 0,2-1-20 15,0-1-29-15,1 0-40 0,0-3-27 0,0 4-57 16,1-6-95-16,0 0-271 0,2-3 120 0</inkml:trace>
  <inkml:trace contextRef="#ctx0" brushRef="#br0" timeOffset="145363.41">22162 12719 30 0,'0'0'84'0,"-5"-3"-6"0,5 3 0 0,0 0 1 15,0 0-8-15,-4-2 5 0,4 2-2 0,0 0 3 16,0 0-9-16,0 0-4 0,-4-5-2 0,4 5-8 16,-2-2-3-16,2 2 1 0,-5-3-12 0,5 3-4 15,0 0-4-15,-8-1-9 0,8 1 2 0,0 0-3 16,-5-1-7-16,5 1-1 0,0 0-3 0,0 0-1 0,-12 1 0 0,12-1 2 16,-7 1-4-16,7-1 5 0,-9 3-15 0,2-1 18 15,2 0 2-15,-3 1-2 0,-2 0-2 0,0 2-4 16,0 2-1-16,0 0-2 0,0 0 3 0,-2 0-4 15,2 6-3-15,1-4 11 0,-1 2-11 0,-1 0 0 16,1 4-1-16,-2-3 5 0,3 1-3 0,-2 0-5 16,5-1 3-16,0 5 4 15,-1-7 3-15,3 2 6 0,2-1 10 0,-2 2 6 16,1-2 3-16,3 0 6 0,0 1 0 0,0-2-6 16,0 2 5-16,3-2 2 0,-2-1 6 0,4-1 0 15,-1 1 5-15,0-4 4 0,1 2 8 0,1-4 1 16,1 2 3-16,-2-1 1 0,4 1 2 0,0-2 0 15,-3 0 2-15,4-1-2 0,1 1-4 0,-1-2 1 16,1-1-7-16,3-1-1 0,-1-2 0 0,0 5-2 0,-3-4-9 0,0 0 4 16,2 2 0-16,2-3 0 0,-4 0-2 0,3-1 11 15,-3-1-9-15,-1 2 1 0,1-2 5 0,-3 1-4 16,2-1-1-16,0 0 2 0,0-1-6 0,-2 0-3 16,0-2 6-16,3-2-14 0,-2 3-5 0,1-4-3 15,0-2-1-15,2 1-6 0,-1-2 2 0,-3-2-6 16,5 3 4-1,-3-4-4-15,0 0 0 0,1-1-2 0,-2 0 0 16,1-2-5-16,-1-4-3 0,-3 5 4 0,-3 2-2 16,1 1-3-16,-3 3 0 0,0 1-8 0,-4 1-11 0,3 0-17 15,-7 1-15-15,2 3-17 0,-6 0-25 0,-3 2-17 16,-6 0-34-16,-2 5-38 0,-6 0-35 16,7 2-50-16,-8 2-231 0,2 1-528 0,7-2 233 15</inkml:trace>
  <inkml:trace contextRef="#ctx0" brushRef="#br0" timeOffset="146851.51">18539 12172 104 0,'0'-1'173'0,"2"-3"-10"16,-2 4-18-16,-2-7-11 0,2 7-14 0,2-2-18 16,-2 2-12-16,0 0-10 0,0 0-2 0,-14 10-18 15,5-2-5-15,-9 17 0 0,0 2-13 0,-9 14-5 0,0 7-4 0,-2 4-9 16,-12 25-7-16,0 0-9 0,2-2 6 0,13-19 4 16,-6 19-8-16,14-21 3 0,-1 3-5 0,6-1 1 15,3-1 4-15,2 28 19 0,10-30 5 0,2-1 9 16,5-2 0-16,3-2 3 0,-3-13 16 0,13 8-3 15,-8-14 1-15,5-1-1 0,0-3 5 0,0-4-1 16,-1-2-3-16,-2-5-2 0,-1-3-3 0,-2 0-4 0,-2-5-2 0,-2 1-1 16,-4-2 2-16,3-2 4 0,-5 1 14 0,4-2 9 15,-3 1 14-15,-3-1 8 0,-1-2 8 0,8 3-4 16,-7-1 3-16,-1-2-9 0,4 2-8 16,-4-2-15-16,0 0-5 0,4 3-8 0,-4-3-9 0,5 1 10 15,-5-1-20-15,0 0-1 0,0 0-12 0,0 0 2 16,1 4-5-1,-1-4-12-15,0 0-8 0,0 0-6 0,0 0 1 16,0 0-7-16,0 0-6 0,0 0-1 0,0 0-15 16,0 0-12-16,0 0-9 0,0 0-20 0,0 0-14 0,0 0-20 15,0 0-22-15,0 0-28 0,0 0-119 0,9-9-256 16,0 1-568-16,4-4 252 0</inkml:trace>
  <inkml:trace contextRef="#ctx0" brushRef="#br0" timeOffset="147722.37">22457 12201 90 0,'0'0'160'0,"0"-4"-20"16,0 4-12-16,0 0-16 0,0 0-19 0,0 0-7 15,13 8-9-15,-1 0 2 0,4 4-7 0,11 6 1 16,-3 4-8-16,12 10-13 0,0 6 0 0,1 0-2 15,-1 4-11-15,-6 3 5 0,1 8-5 0,-9 0-8 16,-2 3-3-16,1 24-4 0,-18-27-1 0,-4 5-4 16,-5 1 1-16,-11 25-3 0,3-26 6 0,-10-2-4 15,-17 18-3-15,10-28 0 0,-3-3 3 0,-4-1-3 0,-5-5 4 0,4-3 12 16,-3-3 7-16,10-11 8 0,0-1 2 0,2-5 15 16,2 1 5-16,1-1 3 0,13-9 10 0,0 0 1 15,4 0-2-15,-1-2-3 0,4-1-3 0,3 2 2 16,-1-3 5-16,1 3 5 0,4-4 9 0,-8 2 8 15,6-1 2-15,2-1-4 0,-5 3-4 0,5-3-14 16,0 0-6-16,-4 2-6 16,4-2-15-16,0 0-16 0,0 0-28 0,0 0-37 15,0 0-46-15,0 4-54 0,0-4-74 0,0 0-82 16,0 0-206-16,-4 3-526 0,4-3 233 0</inkml:trace>
  <inkml:trace contextRef="#ctx0" brushRef="#br0" timeOffset="153938.46">10304 15698 91 0,'0'0'165'0,"0"0"-4"0,-5-3 2 15,5 3 2-15,0 0-6 0,0 0-1 0,0 0-4 0,0 0-7 16,0 0 0-16,0 0-16 0,0 0-8 0,0 0-6 16,0 0-13-16,-4-3-7 0,4 3-10 15,0 0-7-15,0 0-9 0,0 0-7 0,0 0-3 16,0 0-12-16,13-2-10 0,-7 0-5 0,7 0-9 0,6-1-13 0,0 0-20 15,11 3-26-15,-1-1-25 0,1 1-19 0,-9 0-36 16,1 1-49-16,-3-1-14 0,0 3-152 0,-6 1-356 16,-2-1 158-16</inkml:trace>
  <inkml:trace contextRef="#ctx0" brushRef="#br0" timeOffset="154092.07">10364 15901 101 0,'-5'4'177'15,"1"-1"-5"-15,0-3-8 0,4 0-4 0,-5 3-9 16,5-3-12-16,-3 3-14 0,3-3-9 0,9 3-4 16,3-2-4-16,11 1-17 0,9-4-7 0,6 2-13 15,19-4-38-15,0 2-39 0,3-2-59 16,0 1-72-16,-5-1-129 0,0-2-289 0,0-1 128 0</inkml:trace>
  <inkml:trace contextRef="#ctx0" brushRef="#br0" timeOffset="155294.91">12724 15202 27 0,'12'-3'117'0,"0"3"-17"16,1 0-5-16,6 3-12 0,-1-1-1 0,0 3-3 15,0 2-12-15,-3 2-10 0,2 2 2 0,-3-2-3 0,0 8-16 16,-4 0 1-16,4 5-5 0,-6 2 0 0,-3-5-7 16,-2 7 4-16,-3 2-11 0,-5-4 5 15,-2-5 2-15,-5 5-9 0,1 1-2 0,-4-4 10 0,5-5 2 0,-3 0-11 16,-2-2 0-16,2-1 3 0,-1-3-2 0,5-2 6 15,-3 0-3-15,5-1 8 0,0-2 3 0,2-1 16 16,1 0 7-16,-1 0 21 0,1-2 24 0,-2 1 30 16,6-3 20-16,-4 0-11 0,4 0-14 0,0 0-18 15,8-12-5-15,-2 3-15 0,7-4-8 0,1-3-10 16,5-4-7-16,2 1-14 0,1-5-5 0,3-1-5 0,-1 1-12 0,2-2 0 16,-1 1-4-16,-3 3 0 0,0 1-5 15,-2 0-1-15,-1 3-1 0,-6 4-1 0,-3 2 7 0,-1 2 8 16,0 2 0-16,-2 1 6 0,-2-1 3 0,1 2 2 15,-2 0-6-15,0 4-6 0,-2-2-7 0,0 1-6 16,1 0-18-16,-3 3-12 0,2-2-7 0,-2 2 6 16,0 0-5-1,-11 13 2-15,1 0 5 0,-3 3-2 0,-1 2-1 16,-2 8 2-16,3 2 4 0,-1-1-2 0,5-1 2 0,4 0 1 16,1-1 2-16,3 3 0 0,3-9 2 15,5 0 4-15,6 5-4 0,3-3-10 0,8-2-27 16,1-4-37-16,4 0-57 0,8-5-85 0,-4-1-230 15,6-7-487-15,-2-1 215 0</inkml:trace>
  <inkml:trace contextRef="#ctx0" brushRef="#br0" timeOffset="155942.76">12100 15829 9 0,'0'0'137'15,"0"0"1"-15,-7 2-14 0,7-2-5 0,0 0-2 16,0 0-13-16,0 0-5 0,0 0-11 16,-8 0-11-16,8 0-5 0,0 0-8 0,0 0-5 15,0 0-6-15,0 0-9 0,0 0-7 0,0 0 1 0,0 0-4 0,0 0 0 16,0 0-8-16,0 0-3 0,0 0 1 0,0 0-4 16,-4 0-3-16,4 0-2 0,0 0 1 0,0 0-8 15,0 0 2-15,0 0 0 0,0 0 5 0,0 0 1 16,0 0 13-16,0 0 5 0,19 2 9 0,1-2 2 15,12 0 6-15,21-2-9 0,9 0-1 0,36-3 6 16,13-4 0-16,8-1 7 0,10-1 3 0,13 0 2 0,10 3 4 0,0-4 0 16,8 4-2-16,0-6 2 0,3 4-1 0,-4-4-3 15,-11 6-4 1,-9-3 6-16,-11 4-9 0,-13-1 0 0,-8 4 3 16,-11-2-1-16,-6-1-2 0,-33 7-7 0,-2 0-2 15,-18-3-4-15,-2 5-3 0,-6-4-5 0,-10 2 0 16,-5 0-6-16,0-1-1 0,-5 2-6 0,-2-1-6 0,-1 0-18 15,0-1-14-15,-6 1-11 0,4 3-11 16,-4-3-20-16,-10 6-20 0,-3 1-48 0,-9-4-59 16,-7 7-74-16,-2-3-142 0,1 0-438 0,-1 0 193 15</inkml:trace>
  <inkml:trace contextRef="#ctx0" brushRef="#br0" timeOffset="158781.18">12722 16515 122 0,'0'-7'249'16,"-2"3"-12"-16,4-2-15 0,-2 2-16 0,0-2-13 0,0 4-19 15,2-2-17-15,-2 4-11 0,0-8-17 0,0 8-16 16,1-4-13-16,-1 4-15 0,0 0-15 0,0 0-21 16,3-1-14-16,-3 1-5 0,0 0-8 0,1 18-1 15,-1-7-5 1,2 6 0-16,-2 1-5 0,-3 5-1 0,4 2 1 15,-1 2-3-15,-1 2-1 0,1-4-5 0,-3 3 5 16,3-2 3-16,-1-1-8 0,1 0 0 0,-2-5 4 16,0-2-5-16,4 0 4 0,-4-2-2 0,2-5 0 15,0-1 1-15,-1 0 1 0,2-3-3 0,-1 0 2 16,0-2 4-16,0 1 15 0,-1-2 27 0,1-4 27 16,1 3 31-16,-1-3 36 0,0 0 34 0,-1 7 24 0,1-7-11 15,0 0-15-15,-4-13-19 0,4 4-18 0,0-8-10 16,-4 0-14-16,3-7-10 0,2-3-10 0,1-4-10 15,-2-1-3-15,2-14-12 0,1-1-5 0,-1-3-13 16,3 1 3-16,3 2-7 0,-3-2-8 0,2 15-2 16,-1 2-4-16,0 1 0 0,3 3-8 0,-4 8-5 15,-1 1 2-15,4 2-3 0,-3 2-4 0,-1 4-5 0,1 1-2 0,0 2-7 16,0 0-38-16,4 2-5 0,3 1-24 0,-1 0-23 16,8 3-32-16,-1 2-30 0,9 5-28 0,-5 0-37 15,4 6-32-15,1 2-54 0,-2 4-45 0,-10-3-210 16,-2 3-603-16,2-3 267 0</inkml:trace>
  <inkml:trace contextRef="#ctx0" brushRef="#br0" timeOffset="159066.34">12671 16653 73 0,'-4'2'273'0,"4"-2"0"0,0 0-6 0,0 0-13 15,0 0-21-15,0 0-17 16,-7 1-30-16,7-1-13 0,0 0-15 0,0 0-18 15,17-5-15-15,-4 3-14 0,8-2-14 0,7 0-17 16,8 0-6-16,19-4-26 0,-2 2-32 0,4-2-37 16,-1 3-64-16,-1-3-103 0,-18 4-230 0,-2-3-451 15,-2 0 200-15</inkml:trace>
  <inkml:trace contextRef="#ctx0" brushRef="#br0" timeOffset="159768.22">13530 15960 156 0,'0'0'215'0,"0"0"-22"0,0 0-16 16,0 0-12-16,0 0-20 0,0 0-14 16,0 0-19-16,2-5-10 0,-2 5-14 0,0 0-12 15,0 0-8-15,-9 11-4 16,4-1-7-16,-2-3-7 0,-4 10-5 0,2-2-2 16,-4-1-4-16,0 8-4 0,-1 2 2 0,-1 0-1 15,-2 1-30-15,3 1-23 0,0-2-37 0,3-2-45 16,1 2-61-16,-1-2-125 0,4-8-309 0,3-4 136 15</inkml:trace>
  <inkml:trace contextRef="#ctx0" brushRef="#br0" timeOffset="160870.79">13892 16336 187 0,'0'0'198'0,"0"0"-18"0,0 0-18 0,3-3-13 15,-3 3-21-15,0 0-14 0,0 0-10 0,0 0-14 16,0 0-13-16,0 0-8 0,0 0-11 0,0 0-3 15,0 0-9-15,2 8-5 0,-2-3-3 0,0 0-3 0,0 6-3 16,0-1 0-16,3 2-3 0,-3 1-4 0,0 2-4 16,0-3-3-16,-3 5 0 0,3-3-2 0,0 1-1 0,3 2-4 15,-3-3 0-15,0-3 1 0,0 0-2 0,-3-1-1 16,6-1 0-16,-6-2-3 16,3-2 10-16,3 0-7 0,-3-2 1 0,0 1 29 0,1-1 31 15,-1-3 36-15,-1 4 34 16,1-4 36-16,0 0 6 0,0 0-19 0,0 0-11 15,9-12-17-15,-3 3-16 0,3-3-3 0,1-2-27 16,2 0-9-16,0-3 1 0,-1 3-11 0,1-1-11 16,-1 1-7-16,-2 5-4 0,2-1-7 0,-4 3 2 15,-2 1-9-15,1 1-1 0,-2 0-10 0,1 0-5 16,-3 4-5-16,2-2-12 0,-4 3-8 0,5-1-8 16,-5 1-1-16,8 4-6 0,-4-3-1 0,-3 4-2 0,3 1-2 15,1 2-12-15,-1 1 15 0,0 2 1 0,-3 0 1 16,3 0-1-16,-3 0 1 0,-1-1-4 0,3 3 4 15,-3-2 1-15,0-2 2 0,0-1 3 0,0-2 4 0,1 0 1 16,-2-2-2-16,2 1 3 0,-1 0 7 0,0-5 9 16,0 5 34-16,0-5 22 0,0 0 24 15,3 2-3-15,-3-2-8 16,0 0-11-16,15-14-5 0,-10 5-7 0,3 0-1 16,4-3-11-16,-1-2-8 0,-1-2 1 0,3 3-4 15,-3 1-7-15,2 0 2 0,-4 5-6 0,-1-3 2 16,-1 5 1-16,-1 0-7 0,1 1-5 0,0 1 0 15,0 1-7-15,-6 2-8 0,5-4 0 0,-5 4-16 16,0 0-8-16,13 2-4 0,-8 2-6 0,2 0-2 16,-1 3-4-16,1-1-11 0,1 4-4 0,-4-3-20 0,1 5-7 0,2-4-21 15,-2 3-10-15,-1-4-33 0,-2 4-17 16,3-5-25-16,-2 0-26 0,-2 0-30 0,3-1-24 16,-3-1-149-16,-1-4-457 0,0 0 203 0</inkml:trace>
  <inkml:trace contextRef="#ctx0" brushRef="#br0" timeOffset="161109.07">14402 16234 148 0,'0'0'198'0,"5"-4"-19"0,-5 4-23 0,6-3-15 16,-6 3-17-16,0 0-1 0,16 10-9 0,-7-4-6 0,-2 5-5 15,6 4-7-15,-3 2-6 0,1 8-7 0,-1 0-5 0,1 4-3 16,-6 1-8-16,-6 2-6 0,2 3-2 0,-2-3-3 16,-3 3-7-16,-6-2-1 0,-4-1-18 15,-6 1-8-15,-1-4-17 0,1 0-25 0,-19 5-34 16,9-13-53-16,-15 5-67 0,-2-5-136 0,8-9-335 16,2-6 147-16</inkml:trace>
  <inkml:trace contextRef="#ctx0" brushRef="#br0" timeOffset="161487.94">13764 16106 160 0,'0'0'156'0,"0"0"-11"16,-22 14-17-16,10-1-7 0,-4 6-18 0,-4 8-4 15,2 0-13-15,-9 15-7 16,-1 0 0-16,5 7-1 0,0-1 2 0,3-4-15 16,6 4-2-16,2-3-3 0,3-10-7 0,7-1-3 15,3 0-3-15,5-5-2 0,6 0-1 0,3-1-1 16,8-5-3-16,9 1-12 0,15-2-31 0,11-4-74 16,-2-6-219-16,4-7-319 0,-1-5 141 0</inkml:trace>
  <inkml:trace contextRef="#ctx0" brushRef="#br0" timeOffset="162590.81">15347 15705 59 0,'0'0'129'0,"0"0"-3"16,0 0-3-16,0 0 1 0,0 0 6 0,0 0-2 16,0 0 4-16,16-5-3 0,-11 3 1 0,4-1-5 15,1-1-7-15,-1 0-8 0,5-2-1 0,2 1-10 16,0-5-4-16,2 4 4 0,0-2-4 0,0-2 1 15,0-2-1 1,-1 2 1-16,0-2-2 0,1-1-7 0,-4 1 0 0,4 0-3 16,-4 0 5-16,0 1-1 0,-6 1 6 15,1 2-9-15,-2-1-5 0,0 1 0 0,-3 4-4 16,-2-3 0-16,1 0-8 0,-2 3-6 0,-1-3-14 16,0 2-8-16,-4 1-14 0,0 1-8 0,-3 0-10 15,-6 2-2-15,0 2-6 0,-9 3 2 0,2 3-7 0,-2 5 0 16,2-4-3-16,1 4 1 0,-3 4 1 0,3 1-1 0,6 0 1 15,0-2-3-15,2 6 9 0,5-3-7 0,4 2 2 16,3 6 0-16,6-8 2 0,9 4-9 0,6-5-3 16,9-2 21-16,4-4-35 0,19 0-59 0,5-6-84 15,5-5-114-15,-2-7-210 0,5-2-538 0,-7-2 238 16</inkml:trace>
  <inkml:trace contextRef="#ctx0" brushRef="#br0" timeOffset="163577.81">15997 15083 166 0,'0'0'210'0,"2"-4"-12"0,2 1-12 0,-4 0-15 15,0 3-14-15,0 0-20 0,4-4-12 0,-4 4-16 16,0 0-9-16,0 0-19 0,1-3-7 0,-1 3-11 16,0 0-10-16,0 0-4 0,0 13-5 0,0-6-6 15,0 2-4-15,0 1-4 0,-1 2-1 0,1 5-5 0,0-1-3 16,-4 0 0-16,4 0-7 0,0 0 3 0,-2-1 1 0,0-2-2 16,2-2-2-16,0-1-2 0,0-2-3 0,0-1 3 15,0 0-2-15,0-2 1 0,0 0 26 0,2-2 31 16,-2-3 29-16,2 2 15 0,-2-2-7 0,0 0-9 15,11-8-5-15,-2 2-5 0,2-2 2 0,0-4-5 16,2-1-13-16,1 0 1 0,0-2-6 0,6-4-6 16,-5 5-5-16,4-7-9 15,-6 7-3-15,0 2-5 0,-2 0-4 0,-1 4-5 16,-3 1-5-16,0 0 0 0,-2 3-4 0,0 0-1 16,-1 0-11-16,0 1-5 0,0 1-10 15,-4 2-11-15,6 0 0 0,-6 0-5 0,8 5-2 0,-6-1-3 16,2 2-2-16,0 3 0 0,0-2 3 0,-4 3 0 15,1 0 2-15,-1-1 2 0,0 4 1 0,-1-3 7 16,2 1-7-16,-1-6-1 0,0 4 8 0,3-2 0 0,-3-2 1 16,-3-1 3-16,3-4 5 0,0 5 7 0,3-3 16 15,-3-2 15-15,0 0-2 0,0 0-9 0,0 0 1 0,19-14-4 16,-11 6 5-16,2 0-7 0,0-5 2 16,5 2-4-16,-3 0-3 0,2-1 0 0,0 1-2 15,-2-1-2-15,0 6-2 0,-3 0 5 0,0 0 4 16,1 1-2-16,-1 1-16 0,-1 2-1 0,1 0-6 0,1 0-6 0,-1 4-6 15,3-2-10-15,-1 4-15 0,-2 0-19 0,0 1-30 16,1 1-35-16,-2 2-36 0,0-1-54 0,-1 3-227 16,0-3-488-16,-4-1 216 0</inkml:trace>
  <inkml:trace contextRef="#ctx0" brushRef="#br0" timeOffset="164217.18">16729 14965 148 0,'4'-3'170'15,"1"0"-14"-15,1 3-15 0,1-2-11 0,-1 0-17 16,-6 2-12-16,12 0-12 0,-5 3-7 0,-2-2-5 16,2 2-15-16,-2 0-1 15,-1 2-6-15,2 4-7 0,-1-2-2 0,-2 4 7 16,-1 1-10-16,-1 1-13 0,-2 2 4 0,0 2 1 16,-3-1-6-16,0 1 5 0,-2 0 3 0,-2 0-7 15,0-3-3-15,1 2 1 0,-5-3-4 0,3 0 0 16,2-3 3-16,-1-2-3 0,3 1-2 0,0-4-1 15,1-1 12-15,0 2 13 0,3-4 22 0,-2 1 24 16,3-3 19-16,-2 5 10 0,2-5 20 0,0 0-8 0,0 0-13 0,0 0-12 16,13-9-13-16,2 0-8 0,-1-1-9 15,0-1-9-15,10-4-5 0,-8-2-12 0,4-3-1 16,3 2-4-16,0-5-8 0,0 4-5 0,-5-2-3 0,-3 4-3 16,-2 0-3-16,1 3-2 0,-5 1-7 0,-2 3 8 15,-1 3-10-15,0 0 5 0,-2 2-6 0,-1 0 1 16,0 2-16-16,0 2-9 0,-3 1-6 0,0 0 3 0,0 0 3 15,-12 14-4-15,1-1 4 0,-2 0-2 0,-6 9 4 16,4-1-3-16,-2 3 1 0,4-1 2 0,-1-2 0 16,8 3 3-16,-1-4 1 0,6-3-2 0,1 3 7 15,5-3-3-15,3-3 5 0,3-2 4 0,6 2-1 16,9-2 2-16,3-2 0 0,6-3 0 0,2 1 0 16,3-4-3-16,13-1 2 15,-15-6 0-15,1 1 1 0,-2-1-2 0,-5-1-1 16,-11 1 2-16,2 2-4 0,-6-3 4 0,-3 3 1 15,-4-2-3-15,-2 1 2 0,-3 0-3 0,4 2 8 16,-9 0-8-16,9-1-6 0,-9 1-9 0,6 0-18 16,-6 0-23-16,0 0-33 0,0 0-45 0,0 0-43 15,0 0-64-15,-15 10-267 0,10-7-546 0,-1 1 242 16</inkml:trace>
  <inkml:trace contextRef="#ctx0" brushRef="#br0" timeOffset="165567.34">19246 15104 76 0,'0'-4'215'0,"4"-1"-6"0,-4 2-8 0,0-2 1 15,0 5-12-15,1-4-10 0,1 0-20 0,-2 4-7 16,0 0-17-16,2-5-17 0,-2 5-12 0,0 0-16 15,0 0-10-15,0 0-20 0,0 0-8 16,0 0-10-16,0 16-2 0,0-4-7 0,-2 5 2 0,2 2-9 0,-3 7-4 0,0 0-1 16,0 0-1-16,-1 3-7 0,1-2 0 15,-1-1-1-15,2 3 1 0,-2 1-1 0,2-12-2 16,0 7 1 0,2-8 3-16,-5 0-4 0,4-5 0 0,0 0-4 15,1-6 0-15,-2 3-1 0,2-3 1 0,-2-2 0 16,2 4 2-16,0-5 1 0,0 1 0 0,0-4-3 15,-2 4-4-15,2 2-11 0,0-6-5 0,-2 2-7 0,2-2-38 16,0 0-56-16,-12-8-44 0,6 5-39 0,-3-3-156 16,-4-5-381-16,2-2 168 0</inkml:trace>
  <inkml:trace contextRef="#ctx0" brushRef="#br0" timeOffset="165736.59">19161 15066 75 0,'1'-4'170'16,"3"0"-14"-16,2 3-34 0,-1-4-1 0,3 3-15 16,1-1-10-16,5 2-6 0,-1 1-10 0,4 0-10 0,2 3-22 15,1-1-17-15,-4 4-33 0,1-1-18 0,0 4-32 16,-5 3-25 0,2 0-92-16,-7-2-184 0,-1 1 82 0</inkml:trace>
  <inkml:trace contextRef="#ctx0" brushRef="#br0" timeOffset="165883.66">19141 15554 147 0,'3'3'179'0,"1"-1"-7"0,3-2-20 16,5 3-4-16,8-3-25 0,1 0-13 0,8 0-7 16,-9-3-32-16,10 1-44 0,2-2-57 0,2-1-55 15,-4-1-102-15,-1 0-201 0,1-2 89 0</inkml:trace>
  <inkml:trace contextRef="#ctx0" brushRef="#br0" timeOffset="166422.49">19954 14947 21 0,'0'-7'221'16,"3"0"-11"-16,-2-1-9 0,-1 2-11 0,4 2-16 16,-3-3-14-16,-1 3-14 0,0 4-17 0,0-6-16 15,1 2-11-15,-1 4-16 0,3-2-18 16,-3 2-7-16,0 0-6 16,-3 12-10-16,3 0-3 0,-2 5-3 0,-6 8-5 15,2 5-1-15,-5 2-5 0,0 14-5 0,-1 1 0 16,2 1 0-16,-4-1-6 0,3 0 3 0,2 6 0 15,-1-4-1-15,6-2-2 0,0-2-3 0,1-11 1 16,-1-2-1-16,2 1-4 0,-1-5 1 0,2 0-3 16,-3-9-1-16,2-2-2 0,-1-5 1 0,2-1 0 15,-2 3 4-15,-1-8 7 0,2 6 4 0,-1-7 8 0,1 2 12 0,-2-5 40 16,-1 4 1-16,0-6-4 0,-2 1-7 0,0-1-9 16,-6-1-3-16,3-5-10 0,-2 4-5 0,-2-3 1 15,1-3-18-15,3 0-23 0,1-1-35 0,0-3-39 16,1 1-29-16,4 0-24 0,1 0-35 0,0-1-40 15,6 0-212-15,0-2-444 0,5-3 197 0</inkml:trace>
  <inkml:trace contextRef="#ctx0" brushRef="#br0" timeOffset="166738.99">19746 15345 122 0,'-8'2'214'0,"8"-2"-9"0,0 0-3 16,0 0-2-16,0 0-6 0,0 0-19 0,0 0-18 15,0 0-13-15,0 0-11 0,0 0-11 0,0 0-11 0,0 0-6 16,36-6-12-16,-8-1-9 0,3 3-10 0,3-1-8 15,7 0-9-15,-4 1 0 0,2 0-5 0,-5 0-3 16,-1 0-5-16,-6 0-6 0,-8 2-2 0,-4 0 0 16,-3 2-7-16,-3-1-2 0,1 0-4 0,-10 1-10 15,13 0-18-15,-8-1-21 0,-5 1-26 0,0 0-10 16,0 0-16-16,0 0-47 16,0 0-50-16,0 0-56 0,0 0-121 0,-18 12-380 15,18-12 168-15</inkml:trace>
  <inkml:trace contextRef="#ctx0" brushRef="#br0" timeOffset="167302.81">20837 15044 13 0,'4'-2'229'0,"-4"2"-15"16,1-5-16-16,3 4-19 0,-4 1-21 0,3-4-16 15,-3 4-19-15,0 0-10 0,0 0-15 0,0 0-8 16,0 0-7-16,10 9-8 0,-9-3-4 0,4 4-5 15,-2 2-7-15,0 5-3 0,0 0-2 0,-3 4-5 0,3 2-3 16,-3 5-1-16,0 1-7 0,-3 0-1 16,3-3-7-16,0 6 4 0,-1-5-6 0,-1-1 0 15,0 0-5-15,0-8-1 0,0 1-2 0,1-2-4 16,0-5-2-16,-2-2-2 0,6-1 3 0,-6-3 10 16,3-1 25-16,-1 1 21 0,1-2 25 0,0 0 27 15,-3-2 16-15,3-2 29 0,0 0 17 0,0 0 2 0,0 0-18 0,0 0-15 16,0 0-16-16,-10-13-15 0,6 2-17 0,-2-4-5 15,2-3-11-15,-1-7-3 0,-3-4-2 0,7-1-17 16,-2-3-6-16,3 0-15 0,0-4-4 0,3-8-4 16,1 7-17-16,-2 5 7 0,9-13 4 0,-4 17-13 15,1 2 3-15,0 1-3 0,-2 7-3 0,3 2 2 16,-2 1-2-16,4 2-10 16,-3 4-3-16,2-1 1 0,1 2-1 0,7-2-3 15,1 4-21-15,0 2-11 0,12 2-21 0,-3 1-26 16,3 2-22-16,-4 3-24 0,1 3-28 0,1 1-24 15,-11-1-29-15,2 6-23 0,-2-1-29 0,-4-1-33 16,3 1-267-16,-8-4-604 0,-1 0 267 0</inkml:trace>
  <inkml:trace contextRef="#ctx0" brushRef="#br0" timeOffset="167819.81">20882 15286 222 0,'0'0'238'0,"0"0"-9"16,0 0-14-16,0 0-17 0,0 0-19 0,0 0-17 15,0 0-12-15,0 0-17 0,0 0-8 0,0 0-11 16,0 0-18-16,0 0-10 0,20-7-8 0,-10 4-7 16,5 1-6-16,2-1-9 0,5 1-5 0,1-1-4 15,5-1-6-15,6 0-5 0,-4 3-2 0,1-2-4 16,-4 2-1-16,-6 0-9 16,-3-1 2-16,-5 0 3 0,-1 4-9 0,0-4 1 15,-7 2-2-15,2 0-2 0,-7 0 3 16,11 0 1-16,-7-1-1 0,-4 1 2 0,8 0-6 15,-8 0-7-15,0 0-14 0,0 0-12 0,0 0-17 16,0 0-26-16,0 0-35 0,0 0-36 0,-12 6-43 0,6-4-215 16,6-2-424-16,0 0 187 0</inkml:trace>
  <inkml:trace contextRef="#ctx0" brushRef="#br0" timeOffset="168590.4">21779 15037 55 0,'4'-5'286'0,"-2"0"3"0,-1 1-4 0,2 1-5 15,1 2-25-15,-3-3-25 0,-1 4-24 0,1-3-26 16,-1 3-27-16,0 0-4 0,4-4-23 0,-4 4-16 16,0 0-14-16,0 0-15 0,4 7-10 15,-3-2-17-15,1 1-3 0,-1 5 2 0,-1 1-9 16,1 0-7-16,-2 5 1 0,0 0-5 0,-2 0-5 0,1 1-3 0,-4-1-2 16,3 0-1-16,-3 0 0 0,4-5-7 0,-3-1 4 15,2-3-2-15,0 3-3 0,1-5 0 0,1 1 3 16,1-3 2-16,-1-1 21 0,-1 1 33 0,1-1 29 15,1-3-5-15,0 0-8 0,10-7-10 0,-1 1-10 16,1-2-2-16,2-2-12 0,6-2-1 0,-5-2-20 16,8-3 13-16,-5 4 0 0,4-4-12 0,-3 5 0 15,-2-2-5-15,-1 2-5 0,-5 4 3 0,4 0-12 0,-6 2 3 0,-1 2-6 16,0 0-7-16,-2 0 5 0,1 0-12 0,-4 3-10 16,-1 1-16-16,7-3-7 0,-7 3 5 0,0 0 2 15,7 8 1-15,-5-3 3 0,0 2 1 0,-1 0 4 16,1 2 0-16,-1 1 1 0,-2 0-3 0,2 0-3 15,-1-4-6-15,0 4 1 0,0-3 0 0,-1 0 4 16,1-1 1 0,-2-2 3-16,4 0-5 0,-2 0 23 0,0-1-4 15,0-3 7-15,-2 7 27 0,2-7 13 0,0 0 12 16,0 0-10-16,0 0-9 0,11-10-2 0,-5 5 0 16,0-5 5-16,3 3-15 0,0-3 4 0,1 3-8 0,3-5 0 15,1 2-2-15,-2 0-12 0,-3 4 7 16,1-2-5-16,-5 4 5 0,0 0-6 0,4 0-18 15,0 3 17-15,0-3-2 0,-2 4-11 0,0 0-7 0,1 1 3 0,1 3-12 16,0 0-8-16,2 2-14 0,-2-2-16 0,-1 7-24 16,1-4-28-16,-2 0-29 0,0 1-40 0,1 0-45 15,-1-1-48-15,-2-2-253 0,0 0-573 0,-3-5 253 16</inkml:trace>
  <inkml:trace contextRef="#ctx0" brushRef="#br0" timeOffset="168844.33">22427 14912 95 0,'2'-4'276'0,"0"3"-28"0,-2 1-27 0,2-5-25 16,-2 5-19-16,0 0-21 0,9 5-13 0,-5 1-13 0,3 4-12 15,1 3-6-15,1 3-10 0,1 3-4 0,-1 4-11 16,-4 3-4-16,3 1-11 0,-7 2-4 0,2 3-4 15,-6-3-7-15,-2 4-2 0,-4 1-3 0,-7-2-4 16,-6 8-29-16,-1-11-12 0,-3-2-20 0,0 0-31 16,-4-6-37-16,-3-1-60 0,-2-3-83 0,0-5-140 15,-5-4-394-15,3-4 174 0</inkml:trace>
  <inkml:trace contextRef="#ctx0" brushRef="#br0" timeOffset="169207.68">21788 14720 55 0,'-7'3'160'0,"-3"4"-15"0,-4 0-10 16,-6 13-6-16,-2-1-13 0,0 8-12 0,-15 13-5 16,5 4-3-16,-2 2-6 0,1-3-6 0,4 3 1 15,4-2-9-15,4-1-6 16,7-9-2-16,5-2 6 0,4 0 2 0,5-2-1 15,3 0-1-15,6 0-2 0,6-1 0 0,3-1-3 16,11-7-6-16,2 2-2 0,19 3-24 0,2-7-35 16,5-4-59-16,8-7-81 0,-3 1-194 0,5-4-360 15,22-2 159-15</inkml:trace>
  <inkml:trace contextRef="#ctx0" brushRef="#br0" timeOffset="169608.59">22940 15145 42 0,'0'0'191'0,"0"0"-13"0,0 0-1 0,0 0-2 15,0 0 4-15,-5-4-1 0,5 4 2 0,0 0 1 0,0 0-7 16,0 0-12-16,0 0-10 0,0 0-15 0,0 0-16 15,0 0-8-15,7-4-11 0,0 2-1 0,1 1-23 0,7-1-6 16,3-1-11-16,4 0-14 0,6 3-17 0,4-1-20 16,-1 0-27-16,1-1-25 0,0 1-32 0,-2 0-27 15,1 0-38-15,-2-2-38 0,-7 2-28 0,-4-2-143 16,-4 0-377-16,-2 2 167 0</inkml:trace>
  <inkml:trace contextRef="#ctx0" brushRef="#br0" timeOffset="169830.84">22984 15262 39 0,'0'0'255'0,"-7"0"-3"0,7 0-10 0,0 0-11 16,0 0-12-16,0 0-17 0,0 0-15 0,0 0-18 15,0 0-20-15,0 0-11 0,0 0-17 0,27 0-11 16,-10-3-11-16,5 3-18 0,6-2-28 0,4 2-38 16,2-2-38-16,2 0-48 0,15-3-49 0,0 4-57 15,-15-3-186 1,1-1-391-16,0-1 173 0</inkml:trace>
  <inkml:trace contextRef="#ctx0" brushRef="#br0" timeOffset="170325.63">23867 14974 15 0,'0'0'168'16,"0"0"-26"-16,-3-3-6 0,3 3-26 0,0 0-2 0,0 0-22 16,0 0-3-16,-14 3-2 0,10-1-2 0,-2 1-3 15,-2 0-5-15,-1 3-7 0,-1-1-7 0,-4 5 2 16,-2-1-6-16,3 1-5 0,0 2-6 16,-4 0 3-16,4 0 6 0,0 1-9 0,2 2-5 15,0-4-5-15,2 1 0 16,1 0 3-16,2-1 0 0,2 1 4 0,0-1 4 15,3-1 11-15,2 1 5 0,-1 0 16 0,8-1 5 16,-3 0 14-16,4-4 3 0,9 4 1 0,-2-3-4 16,3-1-3-16,-1-4-6 0,11 1-5 0,-3-3 13 15,-4-3-14-15,-2 1 7 0,1-4-5 0,-2 0-3 16,-2-5-5-16,-2 2-11 0,3-2-1 0,-5-5-7 16,-2 1-7-16,-1-2-11 0,-3-2 3 0,-6 2-10 0,0 1-9 0,-2-1-7 15,-5 0-5-15,-3 4-5 0,-5-2-11 0,-2 3-4 16,-2 1-5-16,1 1-11 0,-4 3-16 0,-6 0-20 15,8 6-25-15,1-2-30 0,0 3-35 0,4 2-35 16,2 0-42-16,1 2-217 0,4-1-484 0,2 0 214 16</inkml:trace>
  <inkml:trace contextRef="#ctx0" brushRef="#br0" timeOffset="170626.53">24246 14752 173 0,'4'-2'196'15,"-4"2"-23"-15,0 0-25 0,0 0-13 0,0 0-11 16,9 7-15-16,-9 4-9 0,4 7-9 0,-3 8-6 15,-5 3-7 1,3 7-5-16,-8 17-5 0,1 0-11 0,-6 4 4 0,-2 0-9 16,-11 25 4-16,4-25-8 0,-10 23-2 0,-2-4-2 15,6-30-2-15,-2 7-5 0,-5-4-1 16,-4-3-3-16,-4-3-6 0,-24 11-22 0,15-17-20 16,-25 2-43-16,22-14-70 0,-34 3-188 0,28-11-343 15,0-6 152-15</inkml:trace>
  <inkml:trace contextRef="#ctx0" brushRef="#br0" timeOffset="171450.89">19199 14695 104 0,'0'-5'201'0,"0"1"-12"0,0 0-2 0,-1-2-8 15,1 2-3-15,0 4-19 16,-2-6-17-16,2 6-18 0,0 0-15 0,0 0-15 16,-15 10-9-16,-5 9-6 0,-11 18-11 0,-5 9-9 15,-17 26-24-15,-1 3-2 0,0 3-5 0,2 5-1 16,-2-4-3-16,5 4-3 0,7 3 3 0,8 0-1 15,7-9 2-15,17-17 25 0,6-5 3 0,4 4 3 16,10-3 3-16,8-5 1 0,14 2-8 0,8-7 22 16,36 7-21-16,2-6-44 0,10-13-69 0,12-12-114 0,11-2-220 15,2-7-427-15,-7-7 190 0</inkml:trace>
  <inkml:trace contextRef="#ctx0" brushRef="#br0" timeOffset="175777.91">25030 9956 5 0,'0'0'160'0,"0"0"-10"0,0 0-15 0,0 0-17 16,0 0-12-16,-3-5-7 0,3 5-12 0,0 0-15 16,0 0-5-16,0 0-9 0,0 0-7 0,0 0-2 0,0 0-4 15,3 14-6-15,-6-8-3 0,3 1-4 0,-1 4-10 16,-2 0 2-16,3 0-1 0,-2 4-2 0,3 2-1 0,-4 0-7 15,3 2 4-15,0 2-7 0,0 2 0 0,2 1-1 0,-1 2 2 16,0-1-12-16,1-1 6 0,-1 0 2 16,-1 2-4-16,1-6-6 0,-1-1 8 0,3 8 0 15,-3-8-4-15,-3 1 1 0,3 4-1 0,-2-4 2 16,-1 6 7-16,0-6-9 0,0 3-5 0,0-3 2 0,-1-1 6 16,2-2-1-1,-2 4-4-15,2-3 0 0,0 3 7 0,0-1-3 16,2 5-3-16,-2-7-1 0,4 2 2 0,-2-1-1 15,2 1 1-15,0-4 0 0,0 1-1 0,-2 0 0 16,2-1-1-16,-2 0 0 0,2-2 3 0,-2 1 4 0,0-3-4 16,-2 1-3-16,2 2-3 0,-1 2 6 15,-2-4-5-15,1 2 8 0,-2-3-6 0,2 4 3 16,-3 0-3-16,1 0 10 0,0-1-9 0,0 1-5 0,1 1-4 0,2-2 4 16,0 5 7-16,-3-1 4 0,3-2-9 0,0-1 3 15,1 1 3-15,-2 0-1 0,2-1 13 0,0 0-13 16,-1-4 0-16,1 5-4 0,-1-5-6 0,-2 5 4 15,3-7 9-15,-1 1-3 0,-2 1-6 0,2-2 4 16,-3 2 0-16,4-2-12 0,-4 1 15 0,4 0-1 16,-4-1-3-16,3 1-1 15,1 2 4-15,0-2 2 0,-1-1-5 0,-3 2-2 16,4-2 1-16,0 2 3 0,0-1-2 0,0 1-4 16,0 0 10-16,0-1-5 0,0-1-1 0,0 1 0 15,0 0 7-15,0-1-19 0,-1 1 12 0,-2 1-1 16,-1 0 6-16,3 1 2 0,1-1-3 0,-4 0 1 15,3 1-6-15,-3 1 3 0,2-2 2 0,0 0 2 16,1 0-1-16,-2 0-4 0,2 1-2 0,-4-1-3 0,5-2 12 0,-1 1-9 16,-2 1 3-16,3-2 0 0,0 2-3 0,-1 0 2 15,-1 0 0-15,0-1 1 0,0 2-4 0,0-2-3 16,2 1 5-16,0 1 3 0,-4 0-1 0,3-1-9 16,-1 0 16-16,-2 1-5 0,1-1-3 0,0 0-3 15,1 1 1-15,-2 1 4 0,2 2-2 0,-1 0 0 16,1-5 2-16,-2 3-4 15,1 1 2-15,2-1-4 0,0-2 6 0,-1 3-6 16,2-1 1-16,0 0 4 0,-2 3-4 0,-1-6 4 16,3 4 0-16,-1-2-3 0,0 3 4 0,1-5 0 15,-1 1-3-15,-1 3 6 0,0 0 3 0,-2-2-5 16,0 4 6-16,0-2-2 0,2 2 0 0,-2 0-1 0,0-1-1 0,2-3-1 16,-2 6 3-16,1-4-5 0,-1 4 0 0,2-2-2 15,-2-2 4-15,1 1-1 0,2-5 1 0,0 5-1 16,-1-3-1-16,2-1-7 0,-2 4 5 0,2 1-3 15,0-4 2-15,-3 3 6 0,2-2-12 0,-1 1 10 16,0 1-3-16,0 0 5 0,-1-4-7 0,2 5 4 16,-3-6-3-16,0 5 2 15,2 1-4-15,-2-1-1 0,-4-2 3 0,6-2 4 16,0 4-1-16,-3-2 5 0,1 0 1 0,-1 1-11 16,1-3 4-16,3 0-2 0,-3-2 1 0,3 4-8 15,0-1 10-15,-2-2-10 0,-1 6 2 0,3-5 2 0,-2 3 2 0,2-3 9 0,-3 1-6 16,4-1-6-16,-1 0 6 15,-3 5 0-15,3-1 0 0,-2-3-4 16,2-2 3-16,-4 4-4 0,5-1 3 0,-2 3-2 0,0-2-3 0,2 2 5 0,0 0 1 0,-1-5 1 16,1 0 4-1,-3 5-6-15,2-2 3 0,1-1-7 0,-2 1 6 16,0 1-6-16,0-4 0 0,0 1 9 0,2 1 0 16,-1 2-10-16,-3 0 7 0,4 1-4 0,-2-5 3 0,2 0-1 15,-2 5-1-15,-3-1 5 0,4 0 2 16,-1 0-5-16,0-4 0 0,2 0 4 0,-4 4-2 15,2-3-3-15,-1 1 1 0,1 2-2 0,-1-4 2 16,1 0 0-16,-1 0 1 0,-1 0-1 0,2-2-1 0,-1 2 2 0,2 0-5 16,-2 0 3-16,1-2-1 0,-1 2 0 0,1-2 5 15,2 1-4-15,-2-1-2 0,1 2 4 0,0 1-4 16,1-4 0-16,0 3 4 0,-2-2 2 0,2 2-5 16,0-2 2-16,-2 2-13 0,2-2 11 0,-1 4-4 15,-1-2 5-15,1-1 5 0,-1 6-8 0,0-5 3 16,0 1 2-16,2-1-3 15,-3 5 3-15,1-2-1 0,0 2 0 0,0 0-3 16,1-5 3-16,-2 1 0 0,2 3-2 0,1 1 0 16,-2-4 0-16,1-3 6 0,0 6-5 0,-2 0-6 15,3 1 14-15,0 0-5 0,-1-2 4 0,1 2-7 16,-1-5-4-16,-2 5 1 0,3 0 3 0,0 0 11 16,-2-1 2-16,2 1-1 0,-3 0-5 0,2-2 2 15,1 2-2-15,-1 0 1 0,-1 0-4 0,2 0-2 0,-1-3 3 16,1 2 3-16,-1 0-1 0,2-5-1 0,0 2-2 0,2 4-3 15,-3-4 2-15,2 1 0 0,-2-2 0 0,3 0-2 16,-3 4 4-16,1-3-4 0,-1-1 1 0,0 0 2 16,0 1-3-16,-1 0 9 0,1-2-4 0,-3 1-2 15,2 0 6-15,-3 4 2 0,2-1 2 0,-1-3 0 16,2 1 1-16,-3 2-7 0,0 1 2 0,3-3 1 0,0 3 0 0,-1 0-6 16,-3 0 1-16,4-4 0 0,0 4 3 15,-2-1-1-15,3-1 0 0,-1 0-4 0,0 0 0 16,-1 2 0-16,1-2-2 0,0-2 1 0,-2 1-4 0,2 4 12 15,-2-6-13-15,3 1 1 0,-2 3 4 0,-1 2-2 16,2-4-13-16,-4 3 4 0,1-4-8 0,0 4 6 16,-1-1 9-1,1 2 9-15,0-5-11 0,0 4 4 0,2-2 4 16,-3-2 2-16,1 4 5 0,0-1-3 0,0-3-16 16,3 1 7-16,-3 2 1 0,-1 1-2 0,1-4 5 15,-1 0-4-15,1 5 8 0,1-3-4 0,-1 1-2 16,1-1-7-16,1 1 2 0,-4-1-1 0,4-1 0 15,-2 2 4-15,-2 1-4 0,3 1 12 0,-1 0-12 16,4 0 8-16,-5-2-6 0,1 0 6 0,0 2 1 0,-2 0 3 0,2 1 5 16,-1 0-1-16,1 1 3 0,-1 0-11 0,1-2 5 15,2 0 0-15,-4 2-4 0,2-1 6 0,-1 0-1 16,2 2 1-16,0-2-13 0,2 0 13 0,-1 2-6 16,-1-2 0-16,-1-1 0 0,3 3 1 0,-4-2 0 15,1 3-2-15,0-3-3 0,-1 0-1 0,1 3 26 16,-2-1-1-1,-2-1-4-15,-1 3 0 0,4-4-2 0,-3 8 3 16,1-9-8-16,-1 2 0 0,0-3 1 0,3 2-3 16,0-1-3-16,-4 1 1 0,4-1-4 0,1 2 2 0,-1 0-3 15,1-2 4-15,-2 2-5 0,2 1 4 16,-2-2-2-16,2 1 0 0,-3-1-1 0,4 1 0 16,-4-2-2-16,4 5 3 0,1 2 1 0,-3 2-3 15,1-9 3-15,0 3 0 0,2-2 4 0,-2 0-2 0,-2 7 5 0,2-6-6 16,0 1 5-16,0 4 1 0,-1-6-27 0,-1 5 0 15,-2-4 1-15,4-1 7 0,-1 3 0 0,0-4 0 16,0 6 1-16,0-5 1 0,-3 0 2 0,4 0-4 16,-1 1 5-16,4-1-5 0,-6-2 5 0,6 4 7 15,-3-2-9-15,3-1 4 0,-4 0 0 0,1 0 4 16,0 0-3 0,3 0-3-16,-3-1 2 0,2 1 1 0,0 1-1 15,-3-3 3-15,1 2-8 0,-1 2 8 0,2-2-4 16,-3 0 0-16,2 1 0 0,1 0-3 0,-3-2 2 15,3 2 3-15,1-2 3 0,-4 2-2 0,2 2 3 16,0-2-2-16,1-1 2 0,-3 3-2 0,3-3 1 16,-4 2 0-16,3-1 2 0,-2 6-2 0,2-3-2 15,-1-4 6-15,0 3-4 0,2 4 1 0,-2-5 30 0,2 0 1 0,1 2-3 16,0-3-8-16,-2 2-1 0,2-2-10 0,1 0 5 16,0 3-5-16,1-5-3 0,0 3 3 0,0-2-3 0,-3 3 5 15,2-4-1-15,-2 1-1 0,1 2 5 0,-1-4-3 16,0 5 3-16,0-4-1 0,-1 1-3 0,2 0-1 15,-1 0-4-15,-1 1-5 0,2-7 6 16,-1 4 1-16,-1 1-4 0,4 1 3 0,0-4-1 0,-2 4-3 16,-1-1 1-16,1-4-4 0,2-1 2 0,-3-1-2 15,2 1-2-15,-2-2 2 0,3 1-5 0,0 0 4 16,0-3-2-16,0 0-2 0,0 3-5 0,0-3 5 16,-1 1 5-16,0-1-1 0,-2 1-5 0,2-1 6 15,-2 2-1-15,2 0 2 0,1-1-6 0,-3 0 4 16,2 2 2-16,1-2-9 15,-1 2 9-15,-2 0-35 0,1 1 1 0,-2-3-3 16,2 1 12-16,2 1 0 0,-2-3 0 16,2-1 3-16,2 1 0 0,-4 1 4 0,4 0 6 15,-2-3-4-15,0 3 6 0,0-3-7 0,-2 0 5 16,2 2 1-16,0-3 0 0,0-4-1 0,0 10 5 16,0-10-4-16,0 7 6 0,-1-3-5 0,1-4 4 15,0 0-1-15,0 6-4 0,0-6-2 0,1 5-11 0,-1-5-21 0,0 0-31 16,0 0-57-16,0 0-59 0,0 0-165 0,0 0-381 15,0 0 168-15</inkml:trace>
  <inkml:trace contextRef="#ctx0" brushRef="#br0" timeOffset="177751.99">25796 9968 67 0,'-5'-1'156'0,"5"1"-1"0,0 0 1 15,-2-4-7-15,2 4 0 0,0 0 1 0,0 0 6 0,0 0-5 0,0 0 2 16,0 0-2-16,0 0-2 0,0 0-2 0,-3-4-8 16,3 4-9-16,0 0-9 0,0 0-13 0,0 0-14 15,0 0-10-15,10-3-12 0,-10 3-16 0,17-2-19 16,-3 2-19-16,4-1-25 0,2-1-29 0,1 2-29 16,-1 0-32-16,2 0-25 0,0 0-28 0,-1 0-35 15,-4 5-163-15,-2-5-377 16,-3 2 167-16</inkml:trace>
  <inkml:trace contextRef="#ctx0" brushRef="#br0" timeOffset="177914.75">25801 10131 152 0,'-5'4'172'0,"0"0"10"0,0-1 4 16,0-2-13-16,3 3 2 0,2-4-2 0,3 5-8 0,11-2-15 0,3-2-13 15,14 2-14-15,4-1-14 0,5 1-24 0,12 0-32 16,-2-1-47-16,-9-2-71 0,-3 3-84 0,-2-4-156 15,-4-3-330-15,-4 1 146 0</inkml:trace>
  <inkml:trace contextRef="#ctx0" brushRef="#br0" timeOffset="178901.65">26578 9762 209 0,'0'-2'207'15,"2"-4"-12"-15,-1 4-10 0,3-5-17 0,-2 2-12 16,2 2-15-16,1 1-17 0,2-2-13 0,0 1-8 15,4 1-11-15,-2 2-8 0,3-2-13 0,-3 2-7 16,2 2-1-16,1 3-11 16,0-1-3-16,-1 4-11 0,-2 1-5 15,3 1-3-15,-3 5-1 0,-2 0-4 0,-2 6-5 16,-2-2 0-16,-3 6-5 0,-3 3-1 0,-2-1 3 0,-2 4-6 16,-5 1 2-16,-1-5-3 0,-1 3-3 0,-1-1-3 15,-3-1 8-15,1-6-7 0,-2 0-3 0,3-1 1 16,4-8 5-16,2 1-4 0,-1-6 1 15,3-2 1-15,0 2 0 0,4-1 2 0,-2-3 2 0,3-1 26 0,0 2 28 16,1-3 28-16,0 1 25 0,2-3 0 0,0 0-17 16,0 0-8-16,0 0-7 0,16-17-10 0,-2 5-11 15,7-5-7-15,2 0-7 0,1-5-2 0,3 0-8 0,0-3-3 16,1 1-3-16,6-9-1 0,-9 6-3 0,0 1-2 16,-1 4-4-16,-2-2 0 0,-1 6 3 15,-1-1-4-15,-6 6 18 16,-5 0-1-16,0 2-12 0,-3 3 2 0,-2 2-1 15,0 2 4-15,-1-1-13 0,1 1-6 0,-2 1-12 16,-2 0-21-16,0 3-7 0,0 0-1 0,0 0-2 16,0 0 4-16,-10 12 1 0,1-2 0 0,0 2-1 15,-4 5 8-15,4 6 3 0,-5-1 2 0,5 1-4 16,0 2 5-16,5-7 3 0,-1 2 3 0,4-1-9 0,7 5-5 16,-4-5-1-16,5-2-9 0,2 0-13 0,1-5-18 0,3 1-23 15,4-4-40-15,-2-1-53 0,4-3-58 0,-2-2-247 16,2-3-519-16,-2-1 230 0</inkml:trace>
  <inkml:trace contextRef="#ctx0" brushRef="#br0" timeOffset="179587.77">27146 9414 204 0,'4'-4'229'0,"1"0"-11"15,-3 1-15-15,5-1-21 0,-2 2-16 0,1-1-7 0,1 2-21 16,1 0-9-16,3 1-16 0,-4 0-8 0,5 1-9 16,-3 3-8-16,1 0-10 0,3 2-8 0,-4 2-7 15,-2 1-5-15,2 2-7 0,-4 4-5 0,3 1-7 16,-4 2-6-16,-3 1-2 0,1-1-2 0,-4 8-4 16,-3-8-5-16,-4 7 3 0,0-5-4 0,0-2 1 0,-7 3-2 15,4-5-3-15,2-3-1 0,-3 1-5 0,4-5 2 16,3-1 0-16,-2-1-2 0,1 0 0 0,1-2-1 15,4-1-2-15,-2 1 2 0,1-2 1 0,0 1 24 0,-1-3 26 16,4-1 15-16,-3 5 6 0,3-5 14 0,0 0 8 16,-2 4 8-16,2-4-6 0,0 0-8 15,0 0-13-15,19-2-5 16,-5-2-9-16,-1 0-5 0,6 0-10 0,0 1-9 0,9-2-3 16,2 1-1-16,3 2-2 0,-1-1-2 15,0 2-5-15,-2-2-4 0,0 0-10 0,-1 1 5 16,-10 2-1-16,3-3-8 0,-7 3 3 0,-1-1 3 15,-2 1-6-15,-2-1-3 0,-1 1-1 0,-4 0 3 0,-5 0-8 16,12-2-12-16,-8 2-22 0,-4 0-22 0,0 0-27 16,8 2-21-16,-8-2-20 0,0 0-27 0,0 0-41 0,-21 7-39 15,10-4-57-15,-4 1-229 0,5-1-553 0,-3 2 244 16</inkml:trace>
  <inkml:trace contextRef="#ctx0" brushRef="#br0" timeOffset="180213.42">26576 10398 5 0,'0'0'170'0,"0"0"6"0,0 0-4 16,-8 0-7-16,8 0-6 0,0 0-12 0,0 0-9 15,0 0-12 1,0 0-8-16,0 0-8 0,0 0-14 0,0 0-8 16,0 0-6-16,-6 1-12 0,6-1-6 0,0 0 1 0,0 0-3 15,0 0-3-15,0 0 3 0,0 0 0 0,0 0 0 16,0 0 0-16,0 0 0 0,-3 2 2 0,3-2 2 15,0 0-2-15,0 0-1 0,0 0 1 16,0 0-5-16,0 0-6 0,0 0-7 0,0 0 0 0,0 0 2 16,0 0 4-16,0 0-2 0,0 0 5 0,0 0-15 0,0 0-2 15,32-2-9-15,0-2-2 0,7 2-1 0,24-1-4 16,34-5-5-16,3 4 3 0,1-2-4 0,5 3 2 16,2 1 18-16,5-1-6 0,5 0 6 0,-2 2 0 0,-5-4 0 15,-10 2-2-15,-8 3-2 0,-34-3-1 0,-3-2-5 16,-3 4 1-16,-15-2-8 0,-5 2 3 15,-3-4-2-15,-10 4-7 16,-1-2 5-16,-10 1-1 0,3 2 4 0,-6-2-5 16,2-1-5-16,-3 1-18 0,-1-2-24 0,-3 1-32 15,-1 3-32-15,-9-8-44 0,0 4-39 0,-1 2-53 16,-7-1-286-16,2 3-561 0,-3-3 248 0</inkml:trace>
  <inkml:trace contextRef="#ctx0" brushRef="#br0" timeOffset="181075.42">26948 10922 42 0,'2'-8'244'0,"1"-2"-6"15,1 2-5-15,-1 1-1 0,0-2-7 16,-2 4-7-16,2-2-10 0,-2 2-10 0,1 2-13 16,0-1-18-16,-1 1-14 0,-1 3-17 0,1-7-18 15,2 5-11-15,-3 2-22 0,1-5-17 0,-1 5-21 0,0 0-21 16,0 0-10-16,0 0 1 0,0 0-6 0,3 21-1 0,-3-10-5 15,0 7-4-15,1 5 1 0,-2 3 4 0,1 1 0 16,0 1-3-16,-1 1 2 0,2-1 1 0,-1-2-2 0,1 1 0 16,-1-2-2-16,3-6-1 0,-1-1 4 15,1-1-1-15,-1 1 0 0,1-1-1 0,0-8 3 16,-2 0 1-16,2-1-3 0,-1-1 3 0,-1-2-2 16,-1 0 4-16,0 0 12 0,1-1 31 0,-1-1 8 0,0-3 17 0,3 4 22 15,-3-4 14-15,0 0 11 0,0 0 6 0,0 0 2 16,0 0-18-16,0 0-24 0,0 0 2 0,-4-16-16 15,3 6-3-15,1-5-14 0,0-3-3 0,0-2-2 16,5-5-11-16,-4-5-1 0,3 0-8 0,0-3-10 16,-1 1 14-16,4-2-16 0,-4 0 1 0,4 2-4 15,-3 3 2-15,5 1 0 16,-5 1 15-16,1 9 1 0,0-1 4 0,-2 3 3 16,1 3-3-16,-2 2-6 0,3 1-2 0,-1 1-4 15,1-1-7-15,-1 0-5 0,6 4-7 0,-2-5 13 16,1 6-13-16,4-2-13 0,-2 3-3 0,7 0-34 15,-1 0-28-15,1-1-34 0,1 5-30 0,-3 5-31 16,3-1-34-16,-2 0-41 0,-2 5-35 0,2-2-53 16,-7 1-278-16,-1 1-654 0,0-2 290 0</inkml:trace>
  <inkml:trace contextRef="#ctx0" brushRef="#br0" timeOffset="181338.42">27042 11044 65 0,'0'0'236'0,"-8"3"3"0,8-3 3 0,0 0-6 0,-4 0-13 15,4 0-17-15,0 0-20 0,0 0-21 0,0 0-18 16,22-6-13-16,-2 2-16 0,-1 2-10 0,10-3-15 16,2 3-25-16,6-1-27 0,-3 0-42 0,3-1-63 15,3-2-80-15,-5 2-239 0,-2-1-416 0,-3 1 185 16</inkml:trace>
  <inkml:trace contextRef="#ctx0" brushRef="#br0" timeOffset="182055.83">27699 10619 105 0,'2'-5'171'0,"2"5"-1"0,-4 0-4 0,2-7-5 16,0 5-11-16,-2 2-3 0,1-5-4 0,2 2-5 0,-3 3-8 16,1-3-1-16,-1 3-4 0,0 0-5 0,2-4-10 15,-2 4 0-15,0 0-9 0,0 0-8 16,4-2-11-16,-4 2-10 0,0 0-8 0,0 0-4 0,0 0-15 0,0 0-5 16,0 0-12-16,0 0-5 0,0 0-1 0,0 0-4 15,-13 14-2-15,5-5 1 0,-3-1-3 0,-2 6-3 16,-3-2 1-16,2 3 2 0,-5 7-14 0,0-5-23 15,1 2-29-15,2 1-37 0,4-3-46 0,-2-3-55 16,6-2-197-16,-1-3-419 0,5-2 187 0</inkml:trace>
  <inkml:trace contextRef="#ctx0" brushRef="#br0" timeOffset="182679.46">27873 10611 67 0,'4'-4'233'0,"-2"2"7"15,-2 2-9-15,5-3-8 0,-5 3-15 0,1-5-16 16,-1 5-24-16,0 0-17 0,0 0-17 0,4-1-22 16,-4 1-14-16,0 0-16 0,0 0-7 0,0 0-10 15,-12 11-6-15,5-4-6 0,0 2-6 0,-2 3-6 16,-4 4-18-16,1 0-22 0,-3 6-29 0,0-1-27 15,-2-1-32-15,0 2-45 16,-2 0-73-16,0-6-128 0,6-1-361 0,2-2 160 16</inkml:trace>
  <inkml:trace contextRef="#ctx0" brushRef="#br0" timeOffset="183466.07">28237 10877 162 0,'3'-5'285'0,"-2"0"-8"0,-1 1-13 0,0 4-10 16,1-7-19-16,-1 4-20 15,0 3-23-15,3-4-22 0,-3 4-19 0,3-3-13 16,-3 3-21-16,0 0-24 0,0 0-9 0,0 0-17 16,0 0-7-16,3 10-9 0,-3-1-6 0,0 3-2 15,1-4-7-15,-2 6-5 0,2 4-1 0,-3-2-5 16,-1-1-1-16,3 2-4 0,-2 2-1 0,-2-2 0 15,3-4-3-15,-2 1-3 0,2-7 0 0,-2 5-1 16,2-7-3-16,0 3 8 0,1-4 0 0,0 0 0 0,-2 1 14 0,2-2 33 16,0-3 39-16,0 5 16 0,0-5-7 0,0 0-15 15,8-10-7-15,-3 6-8 0,5-5-3 0,-1-2 0 16,3-3-23-16,2 2 0 0,-1-2-11 0,2 0-11 16,-2 0 3-16,3 4-4 0,-7 1-6 0,0 1 3 15,1-1-7-15,-2 2 1 0,-4 2-18 0,1 0 10 16,-1 2-9-16,2 1-2 0,-5-1-16 0,3 2-17 0,-4 1-17 0,0 0-5 15,0 0 7-15,9 4 1 0,-6-1 1 0,-2 2 0 16,-1 0 2-16,3 1 1 0,-3 1 2 0,1 1-2 16,-1-2 1-16,1 1 3 0,-1-1 1 0,0-1 7 15,0 0 0-15,0-3 5 0,0-2 3 0,-1 8 7 16,1-6 3-16,0-2 23 0,1 5 27 0,-1-5 14 16,0 0 5-1,0 0-12-15,12-7-2 0,-7 3-9 0,1 0 5 16,3-4-4-16,0 2-15 0,0-2 5 0,1 1 6 0,0 1-17 15,-1 1-5-15,1-1 3 0,-3 0-8 0,5 2-1 16,-3 2 3-16,0-2-22 0,-1 3-8 0,3 1-13 16,-4 0-11-16,6 1-21 0,-7 1-25 0,2-2-25 15,0 3-30-15,-1 1-41 0,0 1-32 0,-1-3-52 16,-2 1-257-16,1 0-572 0,3 1 254 0</inkml:trace>
  <inkml:trace contextRef="#ctx0" brushRef="#br0" timeOffset="183697.91">28799 10725 205 0,'0'-3'239'0,"1"-2"-26"16,2 2-25-16,-3 3-20 0,5-1-19 0,-5 1-8 15,5 9-15-15,-1-3-12 0,1 5-11 0,-1 6-9 16,-3 3-4-16,3 6-10 0,-3 1-4 0,-2 2-4 15,-1 3-13-15,-5 0 0 0,-2 1-5 0,-1-2-2 0,-4 2-5 16,-3-2-3-16,-2-2-13 0,1-1-13 0,-6-4-22 0,-1-2-27 16,-5-1-44-16,3-6-50 0,-5-3-76 0,2-1-130 15,-2-6-360-15,1-4 160 0</inkml:trace>
  <inkml:trace contextRef="#ctx0" brushRef="#br0" timeOffset="183998.75">28279 10617 22 0,'-6'0'180'0,"6"0"-9"15,-13 6-10-15,4 2-17 0,-6 5-11 0,-3 10 2 16,-4 2-14-16,-1 7-7 0,-4 11-5 16,-1 4-3-16,-2-1-5 0,3 3-10 0,5-1-6 0,5 0-10 15,8-1-7-15,8-9 1 0,6 8-7 0,8-2 1 16,4-12 2-16,13 6-6 0,-2-13-28 0,9 4-64 0,9-4-101 16,-14-12-199-16,5-5-361 0,3-4 159 0</inkml:trace>
  <inkml:trace contextRef="#ctx0" brushRef="#br0" timeOffset="185185.64">29178 10131 27 0,'-4'-2'155'0,"4"2"-6"0,0 0-11 16,0 0 4-16,0 0-15 0,0 0-12 0,0 0-7 16,0 0-8-16,0 0-10 0,0 0 0 0,0 0-16 15,0 0-1-15,0 0-7 0,0 0-8 0,0 0-8 0,0 0-4 0,0 0-3 16,0 0-5-16,0 0-3 0,0 0-8 0,0 0 1 15,0 0-6-15,0 0 4 0,0 0-7 0,0 0-3 16,0 0 4-16,0 0 9 0,0 0-2 0,0 0 0 16,0 0 5-16,0 0 3 0,15-3 0 0,-4 0-5 15,2 1-4-15,8-2-1 0,8-3-1 0,-1-2-2 16,2-1-2-16,2-3-3 0,-2-1 7 0,2-2 6 0,0 1-3 0,-4-1 2 16,0-2 5-16,-2 1-1 0,-1 0-3 0,-3 0 13 15,-5 3 9-15,-3 1 1 0,-3-1-1 0,1 1-3 16,-4 4 0-16,-2 0 19 0,0-1 13 0,-3 3-14 15,-1-1-4-15,-2 1-4 0,-2 3-16 0,-1-1-7 16,-3 2-11-16,-4-2-2 0,-2 4-2 0,-7 0-3 16,-4 3-5-1,-8 4-3-15,-2 3-3 0,1 4 3 0,-4 1-7 16,3 3-2-16,1 4-1 0,5 1 1 0,2 5 0 16,1 0-3-16,4-3 1 0,4 2 6 0,4-2-4 0,8-5 1 15,3 0 3-15,5 1 4 0,2-4 3 0,7 0 1 16,10-2-1-16,9 1 3 0,8-2-4 15,13-4-1-15,9-7-1 0,0-2-4 0,0-3-32 16,-5-1-38-16,1-3-51 0,-7-3-61 0,-14 2-60 0,-8-1-225 0,3-3-500 16,-8-2 221-16</inkml:trace>
  <inkml:trace contextRef="#ctx0" brushRef="#br0" timeOffset="186050.34">30046 9501 36 0,'0'-3'269'0,"0"3"-13"0,0-9-14 16,2 6-16-16,-2 0-17 0,0 3-16 0,1-6-15 15,0 3-22-15,-1 3-18 0,2-2-18 16,-2 2-14-16,0 0-12 0,0 0-30 0,0 0-9 15,0 0-7-15,0 0-9 0,6 11-4 0,-3-3-4 16,-2 2-4-16,1 0-1 0,3 4-1 0,-3 0-7 0,0 3 0 0,1 0-2 16,-1-2-2-16,-2-1-2 0,4-2 0 0,-4-2-3 15,1 2-1-15,1-4 1 0,0 1-2 0,-2-6 4 16,0 4 0-16,0-2 2 0,0-2 28 0,2-1 28 0,-2-2 42 16,2 5 18-16,-2-5 8 0,0 0-17 15,10-7-11-15,-5 3-10 0,3-4-13 0,1 2-7 16,5-8-13-16,-1 0 6 15,1 3-13-15,5-8-11 0,0 2-6 0,-3 3-5 16,-1 2-9-16,-1 0 2 0,0 3-6 0,-6 1 0 16,0 2-1-16,-2 0-4 0,-1 3-15 0,-1-2 4 15,2 3 0-15,-3 0-11 0,-3 2-22 0,6-3-17 16,-6 3-3-16,0 0 5 0,8 7 1 0,-6-2 15 16,2 2-11-16,-3 1 4 0,-1 4 0 0,2 0 4 15,0 1-1-15,-4 3 15 0,2-2-12 0,-2-1 2 0,2-2 4 0,0-3 0 16,0 1 1-16,0-4 1 0,0 0 5 0,0 2 2 15,-1-4 4-15,-1 0 18 0,4 1 23 0,-2-4 27 16,0 0 21-16,0 0-10 0,0 0-6 0,0 0-4 16,13-8-11-16,-7-1-6 0,3 2-4 0,4-5-2 15,1 1-4-15,-1 2-10 0,-3-3-1 0,7 0-7 16,-7 6-2-16,1-1-2 16,0 2-9-16,-2 0 3 0,1-1 10 15,-4 4-29-15,1-2-6 0,0 3-12 0,5-2-9 16,-3 4-14-16,-3 2-18 0,5-2-20 0,-3 2-14 0,1 2-23 15,0 3-19-15,1-4-40 0,-5 4-31 0,3-2-38 16,-3 1-257-16,0-2-555 0,-5-2 246 0</inkml:trace>
  <inkml:trace contextRef="#ctx0" brushRef="#br0" timeOffset="186620.2">30790 9368 53 0,'4'-3'227'0,"2"-1"-19"15,-2 3-18-15,1-1-17 0,2 0-22 0,-1 2-15 16,3 0-13-16,-9 0-20 0,14 2-8 0,-5 0-9 16,1 3-14-16,-5 0-11 0,2 2-1 0,-1 3-12 15,0 0-7-15,-2-1-2 0,0 4 9 0,-3 0-3 16,-1 3-5-16,-2 1-7 0,-2 0 1 0,-1 0-8 16,-1-2-1-16,-3 1-5 0,0-2-1 0,-1 3-2 15,-1-4 0-15,0 0-3 0,-1 0 0 0,3-3-4 0,0-1 1 0,3-4-1 16,-2 2 2-16,7-2-1 0,-5-2 1 0,4-1 9 15,-2 3 20-15,1-3 25 0,3-2 30 0,-2 5 32 16,2-5 19-16,0 0 42 0,0 0 1 0,0 0-24 16,0 0-12-16,4-14-17 0,1 7-16 0,3-3-12 15,2-1-11-15,4-2-10 0,-1 0-19 0,4-3-14 16,2-4-12 0,-1 1 8-16,1 0-21 0,-1 1-3 0,-2 6-4 15,-3 0-5-15,-1-2 3 0,-5 7 2 0,2-1-3 16,0 1 2-16,-4 2 1 0,-1 1-12 0,0 0-3 0,-1 0-5 15,0 3-7-15,1-3-28 0,-4 4-22 16,4 0-24-16,-4 0 0 0,0 0 12 0,0 9 1 16,0 2 3-16,0-2 7 0,0 4 5 0,0 6 7 15,0-2 4-15,0 3 6 0,6 3 5 0,-2 4 3 0,9-3 5 0,4-3-4 16,1-1-43-16,5 0-72 0,9-3-121 0,-3-3-284 16,4-4-588-16,4-1 260 0</inkml:trace>
  <inkml:trace contextRef="#ctx0" brushRef="#br0" timeOffset="187776.53">26659 12275 188 0,'0'0'201'0,"5"-11"2"0,-5 11-2 16,1-6-3-16,3 2-16 0,-3 2-7 0,-1-2 3 15,0 4-15-15,4-3-8 0,-4 3-12 0,1-4-9 16,-1 4-9-16,3-5-15 0,-3 5-9 0,1-1-11 16,-1 1-8-16,0 0-10 0,0 0-11 0,0-5-19 15,0 5-17-15,0 0-15 0,0 0-4 0,0 0-2 0,0 17 2 16,0-4-4-16,-5 3-2 0,5 4 0 0,-4 6 1 0,-1 0-2 16,2 3 1-16,1-2-1 0,1 1 0 0,-3 0-1 15,0 1 1-15,3 0-2 0,-2-4 6 0,2-2-6 16,-2-5 3-16,2-2-3 0,1-3 20 0,0-1 1 15,0 0-5-15,-2-5 1 0,0 0-3 16,2 0 2-16,0-4-3 0,0 4 5 16,0-3-1-16,0 0 0 0,0-4-1 0,0 0 4 15,0 6 1-15,0-6 9 0,-2 3-2 16,2-3 1-16,0 0-3 0,0 0-1 0,0 0-7 16,0 0-13-16,0 0-30 0,0 0-53 0,-13-8-52 15,9 3-32-15,0 1-27 0,-1-5-34 0,-4 1-166 0,2-6-423 16,-2-1 187-16</inkml:trace>
  <inkml:trace contextRef="#ctx0" brushRef="#br0" timeOffset="187954.87">26475 12230 84 0,'-3'-7'238'0,"6"0"-23"16,-3 1-19-16,1 0-20 0,2 0-18 0,1-1-16 15,2 2-14-15,-2 0-11 0,5-1-10 0,0 2-16 16,2 1-10-16,-1 0-13 0,2 0-22 0,2 3-23 16,-1 0-34-16,-1 2-20 0,1 4-32 0,1-4-30 15,2 7-40-15,-4-1-124 0,-3 0-278 0,0 1 123 16</inkml:trace>
  <inkml:trace contextRef="#ctx0" brushRef="#br0" timeOffset="188124.2">26515 12686 14 0,'-2'3'236'0,"2"-3"-8"0,0 0-9 0,6 4-21 15,-6-4-18-15,16 0-17 0,2 0-16 0,0-1-14 0,3-1-18 16,10 0-32-16,1-2-43 0,-1 2-51 0,5-3-56 16,-1 0-71-16,-2-1-119 0,-3-1-279 0,-1-1 124 0</inkml:trace>
  <inkml:trace contextRef="#ctx0" brushRef="#br0" timeOffset="188644.52">27227 12160 111 0,'2'-7'269'0,"0"-3"-5"15,-2 5-13-15,0 1-14 0,0-4-18 0,2 4-17 16,-2 4-21-16,1-5-19 0,-1 2-17 0,0 3-26 0,0 0-30 16,0 0-24-16,0 0-11 0,0 0-7 0,0 0-6 15,-5 15-6-15,1 2-4 0,-3 2-4 0,-1 12-4 16,1 3 1-16,-2 12-6 0,0 3 0 0,3 2-2 16,-3-1-5-16,3 3-1 0,-1 0 1 0,2-4-2 0,0 3 6 15,1-14-9-15,4 8 1 0,-2-13 2 0,0-1-2 16,0-3-1-16,-1-1-3 0,2-2 3 0,0-7-1 15,-2-3 0-15,-1 0-2 0,-1-6 6 0,0 3 1 16,1-5 2-16,-1 0 3 0,1-2 7 0,-4-2 1 16,1 2 1-16,-2-5 1 15,-4 2-2-15,-1-5-5 0,-1 0 6 0,-3-4-6 16,0 1-1-16,3-1-1 0,4-1-3 0,0 1 2 0,1-3-13 16,2-1-29-16,2 3-18 0,2-3-16 0,3 1-29 15,1-1-29-15,5 0-33 0,1 0-32 0,3 1-212 16,-1-1-427-16,2 1 190 0</inkml:trace>
  <inkml:trace contextRef="#ctx0" brushRef="#br0" timeOffset="189010.43">27036 12535 211 0,'-12'-2'250'0,"12"2"-2"15,-6 0-5-15,6 0-4 0,0 0 3 0,0 0-17 16,0 0-19-16,-6-1-18 0,6 1-19 0,0 0-19 15,0 0-15-15,18-7-12 0,-1 4-13 0,14-3-11 16,2 1-11-16,6-1-10 0,16-5-5 0,3 6-9 16,1-7-4-16,-1 7-8 0,-4-4-2 0,1 4-5 15,-19 1-4-15,-5-1-2 0,-12 2-4 0,-1-2-1 16,-6 5-5-16,0-2-2 0,-1 1-5 0,-5 0-18 16,0-2-27-16,-6 3-26 0,0 0-53 0,0 0-54 0,0 0-64 0,-27 3-286 15,8-3-546-15,4 0 242 0</inkml:trace>
  <inkml:trace contextRef="#ctx0" brushRef="#br0" timeOffset="196829.21">28422 12297 56 0,'0'-6'143'0,"0"2"1"0,3-2-5 0,-2-2-3 15,3 2-2-15,-3 1-11 0,3-3-9 0,-3 4-8 0,-1 1-7 16,3-3-10-16,-3 2-11 0,1 2-5 0,-1 2-11 0,3-7-13 15,-3 7-15-15,0 0-10 0,0 0-3 0,0 0 7 16,2 19-15-16,-2-2 2 0,-5 1 0 16,1 8-1-16,-1 5 8 0,-1-2-16 0,1 1 2 15,-3 3 2-15,0 2-7 0,3 0 7 0,-5-1-7 0,6 0 2 16,-3-3-5 0,1-1 3-16,0-1 3 0,4-4-5 0,-2-6-1 15,1-3 1-15,1-1-3 0,0-3 4 0,0-3 5 16,2-1-8-16,-2-3 7 0,2-1 16 0,-1 1 36 0,1 1 36 0,0-2 56 0,0-4 30 15,-4 5 45-15,4-5 5 0,0 0-24 0,0 0-21 16,-4-15-23-16,4 5-18 0,0-7-14 16,-2-2-6-16,4-8-26 0,-2 0-11 0,4-6-14 15,0-2-18-15,1 1-6 0,4-11 7 0,1 0-20 16,-1 9-2-16,0 3-7 0,1 0 0 0,2 1-1 16,-3 3-12-16,1-2 8 0,-1 7-2 0,0 1-12 15,-2 7 9-15,1 2-1 0,1-2 2 0,-2 7-7 16,-1-1-3-16,6 2-5 0,2-5 3 0,2 6-32 15,2-3-18-15,3 6-16 0,9-3-23 0,-2 6-20 16,3 1-23-16,-1 3-35 0,0 4-30 0,-8-3-50 0,5 6-32 0,-9-3-246 16,-1 3-562-16,-1-1 249 0</inkml:trace>
  <inkml:trace contextRef="#ctx0" brushRef="#br0" timeOffset="197299.24">28416 12516 27 0,'0'0'148'0,"-8"0"3"0,8 0 5 0,0 0 3 15,0 0-6-15,0 0 11 0,0 0-7 0,0 0-13 16,0 0-11-16,0 0-15 0,0 0-11 0,23-3-12 16,-5-1-8-16,13-1-8 0,2-1-9 0,5 0-6 15,-1 1-5-15,17-6-3 0,-3 7-4 0,-14-2-1 0,0-2-3 0,-4 5-4 16,-2-2-1-16,-8 3-8 0,-5-3-3 0,1 3-4 16,-9 2 3-16,1-2-4 0,-2 1-5 0,-3 1-3 15,0-2-1-15,-2 0-5 0,-4 2 4 16,9-2-10-16,-9 2-11 0,0 0-22 0,0 0-19 0,-14-3-31 15,5 0-17-15,-1 2-33 0,2 1-15 0,-1-3-50 16,-1 1-128 0,1 1-345-16,3-1 152 0</inkml:trace>
  <inkml:trace contextRef="#ctx0" brushRef="#br0" timeOffset="197762.81">29162 11689 164 0,'0'0'241'0,"0"0"-11"16,0-4-23-16,0 4-22 0,0 0-19 0,0 0-20 0,0-4-14 15,0 4-15-15,0 0-17 0,0 0-10 0,0 0-9 0,-18 15-12 16,9-6-4-16,-3 4-6 0,-1 1-4 0,-4 7-7 16,-1 1-9-16,-1 3-23 0,2-2-26 0,-2 5-36 15,5-3-34-15,0 2-28 0,1-2-73 0,-1-3-117 16,8-4-323-16,3-2 144 0</inkml:trace>
  <inkml:trace contextRef="#ctx0" brushRef="#br0" timeOffset="198665.29">29377 12286 4 0,'1'-4'238'0,"0"-2"-2"0,1 2-11 15,-1 1-7-15,0-1-13 0,-1 4-13 0,3-6-21 0,-2 4-19 0,-1 2-14 16,1-4-14-16,-1 4-15 0,0 0-13 0,2-5-13 16,-2 5-19-16,0 0-16 0,0 0-7 0,0 0-9 15,0 0-4-15,4 11-2 0,-4-5-7 0,0 0-2 16,1 2-1-16,1 0-1 0,-2 1-3 0,-2 0-1 15,2 3-4-15,0-4 0 0,0 4 1 0,2-6-3 16,-2 2 4-16,0 0 1 16,0-2-15-16,0-2 14 0,0 2-3 0,2-4 0 15,0 1 2-15,-2-3 3 0,1 5 19 16,-1-5 25-16,3 3 18 0,-3-3 10 0,0 0-5 16,17-8-3-16,-10-1-7 0,3 2-3 0,3-6 0 0,2-1-7 15,5-6-7-15,-1-1-2 0,0 1-2 16,-6 8-13-16,-2 0 0 0,1 4-2 0,-2-1-7 15,-3 2 1-15,1 1-5 0,-4 2-7 0,1 0-14 16,-1-1-9-16,0 2-8 0,-1 2-15 0,-3 1-9 0,5-1 2 0,-5 1 2 16,7 5 1-16,-4 0 2 0,1 3 3 0,-2 2 3 15,0-2 0-15,-1 4 6 0,0 0 1 0,0 0 2 16,1 3 2-16,0-1 1 0,-2-2 4 0,0-3 0 16,2 4 3-16,-2-6-3 0,0 0 8 0,0-2-7 15,1 0 9-15,-1 0 1 0,0-4 1 16,1 3 3-16,-1-4 12 0,4 5 12 0,-4-5 13 15,0 0-12-15,0 0-2 0,15-10 2 0,-6 5-5 16,1-4 1-16,2 1-1 0,3-3-4 16,-2-2 0-16,0 1 3 0,2 3-1 0,-6-1-10 0,1 1 0 15,0 2-4-15,-1-1-2 0,-1 3-3 0,-2 1-1 16,-2 1-1-16,1 1-7 0,-1 0-8 0,-4 2-5 16,0 0-6-16,12 3 1 0,-7 1-6 0,0 0 2 0,-1 1 0 15,1 3 1-15,1 3 5 0,2-4-12 0,-2 5-13 0,-1 0-12 16,3 2-33-16,-3 2-27 0,2-5-12 15,0-1-39-15,-2-1-25 0,3-1-198 0,-4-1-427 16,2-2 190-16</inkml:trace>
  <inkml:trace contextRef="#ctx0" brushRef="#br0" timeOffset="199667.78">29420 11960 75 0,'0'0'82'0,"-9"4"-1"0,4 0 3 0,-2 3-18 15,-2 4 3-15,-2 6-11 0,-1 2 3 0,-4 7-12 16,0 4 2-16,-5 13 5 0,-2 1-4 0,5 2 14 16,4 0-1-16,0 0-12 0,5-2 5 0,4-11 1 0,3 1 12 15,4 0 14-15,5 0-10 0,5-1-2 0,5-3-3 0,3-1-1 16,7-4 4-16,4-2-19 0,-2-3-26 0,3-2-47 15,18-2-56-15,-13-8-191 0,0-2-286 0,13-3 127 16</inkml:trace>
  <inkml:trace contextRef="#ctx0" brushRef="#br0" timeOffset="200068.84">30069 12001 113 0,'0'0'131'0,"11"0"-12"16,-11 0-5-16,11 4-9 0,-1 5-1 0,3-1-15 15,2 5-3-15,2 0-8 0,6 8-7 0,-1 3 3 16,2 4-9-16,-2-1-2 0,-1 4-8 0,-1 0-4 16,3 10-1-16,-9-9-6 0,-3-2-5 0,-2 3-6 15,-4-3-3-15,0 2-3 16,-5-4-3-16,-8-2-9 0,-1 1 2 0,-4-1-5 15,-6-4 12-15,-6 3-9 0,-3-4-5 0,-4 1-3 16,0-5-20-16,-2-2-34 0,-1-1-27 0,3-4-42 16,3 0-121-16,0-4-255 0,0-3 114 0</inkml:trace>
  <inkml:trace contextRef="#ctx0" brushRef="#br0" timeOffset="200422.84">30726 12297 35 0,'-2'-1'243'16,"2"1"-17"-16,0 0-24 0,0 0-19 0,0-5-18 16,0 5-19-16,5-5-15 0,2 1-14 0,-2 1-9 15,4-1-14-15,4 0-16 0,5-1 1 0,4 1-22 16,6-3-29-16,-6 6-29 0,7-1-32 0,-1-3-28 15,2 3-42-15,-1 0-50 0,-10-4-105 0,-1 4-278 0,-4-1 124 16</inkml:trace>
  <inkml:trace contextRef="#ctx0" brushRef="#br0" timeOffset="200601.19">30763 12455 77 0,'0'0'170'0,"5"5"5"0,3-5-14 0,2 0-9 16,9 0-19-16,3-2-12 0,9-1-8 0,3-2-20 15,18-2-37-15,1 1-30 0,2-1-40 0,1-2-51 16,0 4-135-16,-7-6-217 0,-12 4 97 0</inkml:trace>
  <inkml:trace contextRef="#ctx0" brushRef="#br0" timeOffset="201040.01">31692 12137 110 0,'-6'-1'162'0,"6"1"-21"16,-7-2-19-16,7 2-10 0,0 0-11 0,0 0-13 16,-11 2-12-16,11-2-7 0,-5 0-4 0,5 0-14 0,-8 5 1 0,4-3-13 15,0 5 3-15,0-2-11 0,-2 0-3 16,1 6-1-16,-3-2-3 0,3 2-9 0,-1-1 5 16,2 3-1-16,-2-1-1 0,3 0 0 0,-1 3-9 15,-1-3-2-15,3 4 6 0,2-1 25 0,-2-3-3 0,2 2 8 16,2-2 6-16,-2 0 7 0,4-3 9 0,1 2 6 15,2-1 10 1,1-3 13-16,2 2 9 0,-1-4 13 0,6 0 10 16,1 1 4-16,3-2 4 0,-2-2-3 0,4-4 4 15,0 0 9-15,-3-4 3 0,1 2-7 0,-2-4 2 16,0-1-6-16,-4-3-17 0,5 1-17 0,-8-3-25 16,4-1-10-16,-5-1-23 0,-4 0-15 0,2-2-13 15,-7 2-10-15,-3-1-23 0,-2 2-31 0,-6 0-26 16,-5 2-27-16,-7-1-32 0,-4 3-35 0,-5 3-39 0,2 1-34 0,-6 4-267 15,3-1-550-15,1 4 244 0</inkml:trace>
  <inkml:trace contextRef="#ctx0" brushRef="#br0" timeOffset="202058.23">26536 13684 98 0,'0'0'188'0,"0"0"-19"16,0 0-16-16,0 0-32 0,0 0-28 0,0 0-20 0,0 0-28 0,0 0-37 15,0 0-5-15,0 0-3 0,-2 11-19 0,-1-5-19 16,1 5-111-16,-1 0-162 0,-2 6 71 0</inkml:trace>
  <inkml:trace contextRef="#ctx0" brushRef="#br0" timeOffset="202243.09">26305 14607 111 0,'-3'5'98'0,"2"1"-6"15,0 0-16-15,-2-1-9 0,1 2-3 0,-1-2-9 16,1 1-8-16,-2-1-5 0,-3 5 1 0,2-3-11 0,-2 4-13 16,0 2-50-16,1 1-89 0,-2-3-129 0,-1-2 58 15</inkml:trace>
  <inkml:trace contextRef="#ctx0" brushRef="#br0" timeOffset="202412.18">26309 15066 103 0,'0'0'105'15,"-2"5"-12"-15,5-2-17 0,-3-3-26 0,-3 6-41 16,2-3-51-16,-3 0-24 0,4-3-71 0,0 5 31 15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4-25T06:14:40.662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3565 1919 12 0,'0'0'145'0,"0"0"-9"0,6-2-1 0,-6 2 5 15,0 0-2-15,0 0-3 0,0 0 1 0,1-3-1 16,-1 3-3-16,0 0-9 0,0 0 33 0,0 0-7 15,3-4-6-15,-3 4-10 0,0 0 0 0,0 0-13 16,0 0 3-16,0 0-9 0,0 0-4 0,0 0-6 16,4-5-11-16,-4 5 0 0,0 0-4 0,0 0-8 0,0 0-7 0,0 0-11 15,0 0-4-15,0 0-6 0,0 0-2 16,0 0-12-16,0 0-10 0,0 0-11 0,0 0-18 16,0 0-22-16,0 0-14 0,0 0 16 0,0 0 1 15,-21 17 1-15,10-8 0 0,-6 1 7 0,2 3-3 16,-8 3 0-16,-1 4 6 0,-2-3-4 0,4 0 3 15,-1 2 3-15,0 1-3 0,2-1 5 0,0 3-1 0,-1-3-4 16,3 3-5-16,0 2 12 0,5-4-3 0,5-1 4 16,0-5-3-16,0 3 1 0,4-2-3 0,0 1-4 15,5-4 0-15,0 3 1 0,1-3 0 0,7 4 5 16,3-2 2-16,9 5 4 0,3-1-3 0,3-5-1 16,1 5 2-16,5-2 0 0,0 1 4 0,0 1 0 0,0-1-4 15,0 2 4 1,-4 0-2-16,-2-2-3 0,-2 2-6 0,-10-4-4 15,1-1-6-15,-4 0-5 0,-2 1 2 0,-2 0-6 16,-6-3 7-16,-2 0 4 0,-4 0 3 0,-8-1 1 16,-1 0 3-16,-5-2-3 0,-7 4 18 0,-3-2 8 15,0-4 5-15,-2 3 10 0,-2-3 3 0,2-2 4 16,-1 3-2-16,-4-3-4 0,0-2 9 0,5-1-1 16,9 2 1-16,-1-1-1 0,4-1-2 0,6-1-7 0,1 0 5 15,4 0-5-15,8-1-6 0,-15 2-6 0,15-2 2 16,-11 1 1-16,11-1-7 0,0 0 1 0,-10 1-4 15,10-1-1-15,0 0-2 0,0 0 3 0,0 0-5 16,-11 0-4-16,11 0 1 0,0 0-4 0,0 0-5 16,0 0-6-16,0 0-11 0,0 0-15 0,0 0-20 15,0 0-20-15,0 0-33 16,0 0-35-16,0 0-42 0,0 0-77 0,0 0-177 16,34-9-479-16,-28 8 213 0</inkml:trace>
  <inkml:trace contextRef="#ctx0" brushRef="#br0" timeOffset="501.16">3865 2601 12 0,'0'0'276'0,"4"-3"-2"16,-4 3-10-16,0 0-17 0,0 0-7 0,2-6-17 16,-2 6-11-16,0 0-19 0,0 0-13 0,0 0-16 15,0 0-18-15,0 0-15 0,0 0-13 0,0 0-8 16,0 0-21-16,0 0-11 0,0 0-6 0,0 0-11 16,-19 9-18-16,11-5 9 0,-2 1-3 0,1 2-7 15,0 1-3-15,-2 1-9 0,2 1-2 16,0-1-6-16,-2 3-1 0,0 3-1 0,5-3-3 0,-2 1 2 0,1-3-7 15,4 0-13-15,-2 3 17 0,4-4-6 0,-1 1 0 16,2 0-1-16,3-1 1 0,2 1 2 0,4-2 2 16,4 2-1-16,4-4 0 0,4-1 2 0,11 1-4 15,-3-4-14-15,6 0 12 0,-4-2 7 0,-3-5 0 16,-1-1-4-16,-1 0-1 0,1-2 1 0,-9-1-2 16,0 0 3-16,-4-2 7 0,0-2 6 0,-5 5 4 0,4-7-1 15,-4 0 0-15,-4-2 5 0,-1 0-4 0,-3-2 2 16,-2 3 2-16,-3-4-1 0,-4 5-5 0,-1 0 6 15,-1 1-11-15,0-2 3 0,-2 8-9 0,-2-2-1 16,4 3-5-16,-7-2 3 0,7 3-10 0,1 5-26 16,-5-3-30-16,5 4-35 0,-2 0-42 0,11 0-38 15,-23 4-36-15,16 0-73 16,-5 3-265-16,3-2-587 0,2-2 260 0</inkml:trace>
  <inkml:trace contextRef="#ctx0" brushRef="#br0" timeOffset="1018.09">4288 2727 48 0,'0'0'226'0,"0"8"2"0,0-8 5 0,0 0-9 15,0 0-11-15,0 0-14 0,0 0-11 0,0 0-13 16,15-14-15-16,-7 8-3 0,1-3-7 0,1 0-2 0,2-3 0 0,0-4 2 15,8-5-3-15,-4-2-17 0,0-1-5 0,0-6-10 16,-1 3-1-16,1-3 0 0,-1-4-15 0,-1 3 3 16,-5-2 6-16,4-13-15 0,-7 15 2 15,3-1-5-15,-5-4 13 0,1 4-4 0,-2 2 11 16,-6 1 0-16,3 2-5 0,-1 2-5 0,-3 6-12 16,0 2-1-16,-1 2-1 0,1 2-3 0,-2 4-13 0,3 0-5 0,2 2-13 15,-3 2-10-15,0 0-20 0,4 5-33 0,-5-5-34 16,5 5-17-16,0 0-7 0,-16 10 8 0,5 7 3 15,-5 7 5-15,-7 17 10 0,0 6 16 0,0 3-6 16,6 5-15-16,-2-9 1 0,11 4-11 0,7-1 19 16,0-16 2-16,6 1 5 0,3-4-13 0,2-3 15 15,8-3 7 1,1 0 2-16,1-6-4 0,5-2-18 0,1-4-30 16,2-4-50-16,3-1-58 0,1-7-66 0,-1-3-100 15,-2-4-207-15,-3-3-599 0,-7 1 265 0</inkml:trace>
  <inkml:trace contextRef="#ctx0" brushRef="#br0" timeOffset="1465.99">4725 2403 366 0,'0'0'403'15,"-9"1"-15"-15,9-1-19 16,0 0-23-16,0 0-25 0,0 0-24 0,0 0-25 16,0 0-30-16,0 0-28 0,0 0-26 0,0 0-15 15,0 0-25-15,0 0-14 0,0 0-16 0,0 5-14 16,0-5-19-16,-3 9-5 0,3-9-12 0,3 10-1 16,2 0-5-16,-1 2-9 0,-3 0 3 0,3 5-18 15,-3 0 0-15,3 0-3 0,-4 0-1 0,4-1-7 16,0-1-1-16,0 0-1 0,-3-3-5 0,4 1-4 0,-5-5 0 15,0 0 3-15,1-1 0 0,-1-1-3 0,0-2 0 16,4 0 9-16,-4-4 16 0,0 6 45 0,3-2 46 16,-3-4 44-16,0 0 15 0,0 0-22 0,0 0-9 15,14-18-19-15,-9 7-14 0,5-6-20 0,6-5-6 16,-3-4-12-16,0 2-12 0,3-1-5 0,-4 0-6 16,4 2-7-16,-6 7-6 15,-2 1 3-15,-2 5-2 0,0 0-10 0,-2 0-1 16,0 3-9-16,-3 3-3 0,3-1-8 15,-4 5-31-15,4-8-27 0,-4 8-41 0,0 0-49 16,0 0-53-16,0 0-34 0,9 0-7 0,-9 0-29 16,8 10-32-16,-2-1-40 0,-1 1-39 0,3-2-72 0,-2 2-331 15,-1-3-824-15,3 2 366 0</inkml:trace>
  <inkml:trace contextRef="#ctx0" brushRef="#br0" timeOffset="1920.53">5099 2560 35 0,'0'0'257'0,"-2"3"-12"0,2-3-14 0,0 0-17 0,0 0-11 15,-4 6-11-15,4-6-9 0,0 0-6 0,0 0-3 16,0 0-13-16,0 0-12 0,17 1-14 0,-17-1-12 16,25-6-12-16,-6 1-12 0,2-1-9 0,-1-1-6 15,7-3-11-15,-1 0-11 0,-2-3-1 0,-6 5-6 16,3-6-2-16,-3 0-15 0,-2 1 23 0,4-5-8 15,-7 5 12 1,-4-1 14-16,0 2 14 0,-3 3 17 0,-2-3 1 16,1 3-5-16,-2-1-2 0,-3 1 10 0,-3-1-12 0,2 5-9 15,-3 0-10-15,-4-2-3 0,-3 5-14 0,-1-2-7 16,-7 3-6-16,0 2-8 0,-1 3-20 0,-1 1 10 16,-5 5-7-16,1 2-3 0,1 1-2 15,2 5-4-15,3 2 3 0,-2 6-2 0,8-2-6 16,2 3-12-16,2-1-1 0,5-1 2 0,3 0-4 0,4-5 2 0,3-2 5 15,8 3-5-15,4-3 3 0,6-2 5 0,7-5-1 16,6 0-5-16,1-1 5 0,12-3 2 0,1-1-3 16,-15-3-4-16,0-1 16 0,-6-1 9 0,-8-2 11 15,-4 1 11-15,-5-1 14 0,-3 1 11 0,-1 0 8 16,-1-1 1-16,-8 1 2 0,11 0 3 0,-11 0-5 16,8-2-8-16,-8 2-5 15,0 0-9-15,0 0-22 0,10 2-35 16,-10-2-46-16,0 0-61 0,9 1-60 0,-9-1-79 15,0 0-88-15,5 2-107 0,-5-2-331 0,0 0-832 16,0 0 369-16</inkml:trace>
  <inkml:trace contextRef="#ctx0" brushRef="#br0" timeOffset="8283.12">8721 2126 19 0,'-2'-5'138'0,"2"5"-8"0,0-6 14 0,-1 0-7 16,1 3 1-16,-1-2-4 0,1 5 3 0,0-9-2 0,0 6-6 15,0 3-1-15,0-4-2 0,0 4-8 0,-1-5-13 16,1 5-10-16,0 0-11 0,-3-5-16 0,3 5-6 16,0 0-17-16,0 0-23 0,0 0-3 0,0 0-9 15,0 16 1-15,3-4-2 0,-3 6 3 0,-3 11-4 0,6 1-1 16,-6 0 1-16,3 2 0 0,0 0 2 0,0 1-2 16,-3-1 0-16,2-1-6 0,0 0 10 0,1-6-5 15,-1 2 1-15,2-8 1 0,-2 0-1 0,-2-4-4 16,3-3 1-16,3-3 2 0,-3 1-1 0,0-3 0 15,0-3 2-15,0 2 19 0,-3-3 15 0,3 1 16 16,0-4 14 0,0 8 9-16,0-8 6 0,0 2 5 0,0-2-1 15,0 0-1-15,0 0-7 0,0 0-12 0,0 0-8 16,0 0-30-16,0 0-21 0,0 0-22 0,0 0-25 16,0-15-30-16,0 11-35 0,0-2-33 0,0-1-35 15,0 0-29-15,0-2-28 0,3-1-153 0,-6-2-408 16,3 2 180-16</inkml:trace>
  <inkml:trace contextRef="#ctx0" brushRef="#br0" timeOffset="8853.44">8641 2014 170 0,'0'0'164'0,"0"0"-6"0,0 0-25 15,0 0-9-15,-1-4-6 0,1 4-15 0,0 0-9 16,0 0-16-16,0 0-3 0,0 0-14 0,0 0-5 0,0 0-7 15,0 0-8-15,0 0-1 0,0 0-8 16,0 0 3-16,0 0-4 0,0 0-3 0,9 11-5 16,-1-7-2-16,3 2 1 0,11 1 6 0,1 3 4 15,5 5 3 1,0-3 4-16,2 2-4 0,-1 3-2 0,0-2-7 16,2 7-1-16,-4-5 0 0,-3 4 0 0,1-1-1 15,-6 2-6-15,0 2-1 0,-4 0-3 0,-6 3-1 16,-5-1 4-16,-4-2-3 0,-4 3-1 0,-7-5 0 15,-5 2-3-15,0 2 6 0,-7-4 3 0,-3 0 2 16,-2-3 3-16,-1-2-2 0,-2 0 7 0,-1 0 3 16,1-2 9-16,1-3 10 0,2 2-2 0,-3-3-1 0,14-3 1 15,2-3-3-15,2 0-4 0,4-2-5 0,0 0-3 16,4-1-3-16,-3 1-3 0,3-1 6 0,1 0 14 16,3 0 5-16,1-2-5 0,-6 3 0 0,6-3-3 15,0 0 0-15,-6 2-7 0,6-2 6 0,0 0-13 16,0 0-1-16,-4 1-4 0,4-1-4 0,0 0-2 15,0 0 2-15,0 0-5 0,0 0-5 0,-4 2 2 0,4-2-1 0,0 0-22 16,0 0-9-16,0 0-11 0,0 0-9 0,0 0-12 16,0 0-21-16,0 0-20 0,8 4-28 0,-8-4-48 15,0 0-43-15,0 0-214 0,16-5-458 16,-11 1 203-16</inkml:trace>
  <inkml:trace contextRef="#ctx0" brushRef="#br0" timeOffset="11613.75">8958 1719 53 0,'0'0'127'0,"-1"-7"-7"15,1 7 2-15,0-5-3 0,0 5 6 0,0-5-3 16,0 5-2-16,0-5 4 0,0 5-6 0,0-5-7 16,0 5-1-16,3-4 0 0,-3 4 1 0,1-3-4 0,-1 3-4 15,1-2-10-15,-1 2-6 0,0 0-11 0,0 0-9 16,3-4-5-16,-3 4-11 0,0 0 2 0,0 0-15 16,7-1-1-16,-7 1-10 0,0 0 1 0,11 2-5 0,-8 2-9 15,3 0-4-15,-2 1-11 0,-1 4-2 16,5 1 0-16,0 4 8 0,-5-2-11 0,3 5 4 15,-3 0 1-15,0 2 2 16,-1-1 0-16,0 1 4 0,-6 0-1 0,1-2-3 16,0 0 3-16,-3 3-2 0,3-7 0 0,-1 0 1 15,-1-3 1-15,2 2-4 0,-2-5 1 0,1 1-3 16,3-2 11-16,-2-3-11 0,2 3 8 0,0-4-5 16,-1 2 6-16,1-1 9 0,0 0 23 0,1-3 17 15,0 0 6-15,-3 5 3 0,3-5 5 16,0 0 0-16,-2 2-2 0,2-2-3 0,0 0-6 0,0 0-3 0,-2 4-3 15,2-4-7-15,0 0-1 0,0 0-6 0,0 0-4 16,0 0 1-16,0 0-7 0,0 0 1 0,0 0-13 16,16-5 6-16,-6 1-7 0,7 1 4 0,3 0-6 15,-2-5-6-15,14 0 11 0,1 3-11 0,3-4-3 16,0 5 5-16,-3-4-9 0,4 2 1 0,-4-2 2 16,-2 4 1-16,1-1-2 15,-12 2 1-15,1 1-1 0,-7-1-3 0,-3 2 15 16,0-4-17-16,-5 4 5 0,0 0-6 15,1 1 8-15,-7 0-10 0,6-3 8 0,-1 2 5 0,-5 1-8 16,4-1-3-16,-4 1-11 0,0 0-3 0,5 0-18 16,-5 0-17-16,0 0-26 0,0 0-27 0,0 0-33 15,-14 6-29-15,10-3-37 0,-3 0-25 0,2-1-203 16,-1 2-467-16,3-1 208 0</inkml:trace>
  <inkml:trace contextRef="#ctx0" brushRef="#br0" timeOffset="12346.61">9400 2409 47 0,'-8'2'174'0,"8"-2"-9"15,-11 3-3-15,7-1-9 0,4-2-15 0,-6 3-8 16,6-3-12-16,0 0-8 0,0 0-1 0,0 0-10 16,0 0-4-1,0 0-10-15,16 1-7 0,-16-1-10 0,11-1-1 16,-11 1-10-16,10 0-6 0,-5 0-3 0,-5 0-4 15,7-1-1-15,-7 1-4 0,0 0 1 0,8 0 0 16,-8 0-4-16,0 0-1 0,0 0-2 0,0 0 0 0,7 0 1 16,-7 0-1-16,0 0-1 0,0 0-3 15,0 0 4-15,0 0-9 0,0 0 0 0,0 0-5 0,0 0 1 16,5 1-6-16,-5-1 6 0,0 0-9 0,0 0 4 0,0 0-2 16,0 0 4-16,0 0 1 0,0 0 0 0,0 0 2 15,0 0-5-15,0 0 3 0,0 0 0 0,0 0-3 16,0 0-2-16,0 0 1 0,0 0 0 0,0 0-2 15,0 0-1-15,0 0-3 0,0 0-2 0,0 0 4 16,0 0 0-16,9-1 7 0,-1-1-1 16,4 2-1-16,8-3 1 15,5-1 1-15,10-2-8 0,-1 4 5 0,5-5-5 16,0 2-1-16,2 0 1 0,9-2-1 0,-14 5-3 16,-1-1 1-16,-4-1 0 0,0 0-4 0,-11 3 1 15,-6 1 3-15,-1-3 0 0,-2 3 0 0,-3-1-1 16,1 0 3-16,-9 1 1 0,13-3-1 0,-8 1 0 15,-5 2 4-15,0 0-4 0,8-2-16 0,-8 2-18 16,0 0-21-16,0 0-18 0,0 0-14 0,0 0-26 0,-26-3-22 16,26 3-42-16,-14 3-31 0,14-3-178 0,-14-3-409 15,6 3 182-15</inkml:trace>
  <inkml:trace contextRef="#ctx0" brushRef="#br0" timeOffset="12933.07">10530 2038 157 0,'0'0'166'0,"0"0"-11"0,0 0-17 15,0 0-12-15,0 0-10 0,0 0-14 0,0 0-12 16,-18-4-9-16,18 4-9 0,-13 4-6 15,4 0-9-15,-5 0-4 0,-1 1-2 0,-3 1-6 16,-1 2-6-16,5 4-1 0,-9 0-4 0,-2 3-1 16,3 1-9-16,0 2 7 15,-1 6-7-15,4-1 7 0,-2 2-6 0,1 2 3 16,2 0-6-16,0 0 4 0,-1 2-4 0,5-3-4 16,5 0 1-16,-4-4-6 0,6 5 15 0,5-8 12 15,-2 1 7-15,4-3 7 0,4 2 3 0,0-2 4 16,9 0 1-16,-2-3 8 0,6-4-3 0,2 1-4 15,8-2 0-15,0-2-9 0,0-1 2 0,1-5-9 16,1-1-1-16,-7-1-5 0,-2-1-3 0,-1-5-2 0,-2 0 7 16,1 1 6-16,-6 0-3 0,-3-1 2 0,1-1 0 15,-5-1-3-15,-1 1 1 0,-3-2-8 0,-4 3-10 16,-1-2-10-16,-6 0-4 0,-4 1-7 0,-5-1-5 16,-9 1-4-16,1 3-3 0,-7 0-3 0,0 1-6 15,0 3-9-15,1 0-10 0,1 3-15 0,2-2-20 16,4 2-26-16,10 0-32 0,2 1-33 0,9 1-36 0,-3-1-22 0,3 0-162 31,5-3-410-31,0 0 181 0</inkml:trace>
  <inkml:trace contextRef="#ctx0" brushRef="#br0" timeOffset="13349.02">11068 2092 205 0,'0'0'248'0,"0"0"-20"16,0-3-20-16,0 3-21 0,0 0-20 0,0 0-20 16,0 0-14-16,0 0-20 15,0 0-15-15,0 0-8 0,0 0-14 0,0 0 0 16,4 17-13-16,-3-8-5 0,-1 0-8 16,4 9-1-16,-4 0-8 0,0 7-2 0,0-4-3 15,4 3 0-15,-3-5-8 0,-1 1 0 0,0-2 0 16,0 0-8-16,0-1 2 0,-1-4 0 0,1 3-9 0,0-4 5 15,1-2-3-15,-1-2 3 0,0 0-4 0,0-3 1 16,0 2 0-16,0-4-1 0,0-3-3 0,0 9-2 0,0-9-8 16,0 6-11-16,0-6-16 0,0 0-52 0,0 0-70 15,0 0-34-15,0 0-185 0,-9-17-395 0,5 7 175 16</inkml:trace>
  <inkml:trace contextRef="#ctx0" brushRef="#br0" timeOffset="13703.03">11063 2001 182 0,'0'-3'261'0,"0"3"-25"0,0 0-29 16,-1-5-21-16,1 5-22 15,0 0-11-15,15 2-22 0,-2 0-11 0,6 6-14 16,5 0-12-16,7 6-4 0,0 0-8 0,3 1-9 0,8 10-3 0,-11-7-8 15,8 13-4-15,-13-6-5 0,-2 1-4 0,-1-1-7 16,-4 3 2-16,-7-1-7 0,1 2-3 0,-8-2-4 16,-4-2-5-16,-5-4 1 0,-6-3 0 15,-4 4 0-15,-6-2 0 0,-3-1 4 0,-4 2 3 16,-5-7 6-16,0 1 9 0,0-5 7 0,0 2 13 16,0-3 1-16,0 0 2 0,4-2 4 0,10-4-8 15,-1 2-5-15,6-1-5 0,3-2-9 0,4-1-3 16,-1 0-5-16,2 1-16 0,5-2-10 0,-9 2-8 15,9-2-14-15,0 0-6 0,0 0-17 0,0 0-42 16,21 9-57-16,-1-13-91 0,1 3-291 0,0-6-554 16,6-1 246-1</inkml:trace>
  <inkml:trace contextRef="#ctx0" brushRef="#br0" timeOffset="15823.13">11871 2386 75 0,'-13'0'193'15,"10"1"-5"-15,3-1-8 0,-7 0-7 0,7 0-17 16,0 0-9-16,-7 2-15 0,7-2-9 0,0 0-7 16,-6 0-9-16,6 0-8 0,0 0-4 0,0 0-4 15,0 0-4-15,0 0-3 0,0 0-2 0,0 0-1 16,0 0 0-16,0 0-3 15,0 0-4-15,0 0 0 0,0 0-2 0,0 0-4 0,0 0-7 16,0 0-1-16,0 0-8 0,0 0 0 0,0 0-7 16,0 0-6-16,0 0-1 0,0 0-6 0,0 0-1 15,0 0-6-15,0 0-1 0,0 0 3 0,0 0-6 16,0 0-4-16,0 0 1 0,0 0-3 0,0 0 1 16,0 0-3-16,0 0 2 0,0 0-4 0,0 0-2 15,0 0-8-15,0 0 9 0,0 0 1 0,0 0 1 16,0 0-1-16,0 0-3 0,0 0-2 0,0 0 6 15,0 0-10-15,0 0 5 0,0 0-3 0,0 0 1 16,0 0-1-16,0 0 2 0,0 0-3 0,0 0-1 16,0 0 3-16,0 0-1 0,0 0-1 0,0 0-2 15,0 0 2-15,0 0 5 0,0 0-3 0,0 0 4 16,0 0-4 0,0 0 2-16,0 0 0 0,0 0-2 0,0 0 1 0,0 0-2 15,0 0-2-15,0 0 9 0,0 0-6 0,0 0-4 16,0 0 4-16,0 0-5 0,0 0 3 0,0 0 2 15,0 0-5-15,0 0 5 0,0 0-4 0,0 0 2 16,0 0 0-16,0 0 0 0,0 0-2 16,0 0 3-16,0 0-4 0,0 0 4 0,0 0-2 15,0 0-2-15,0 0 8 0,0 0-5 0,25-5-3 0,-12 6 3 0,7-4-3 16,7 1 1-16,4-1 2 0,5-1-1 0,-2-1-3 16,2 2 3-16,0 1-2 0,-3-1 0 0,0 1-1 15,-2-3 3-15,-4 4-4 0,-4 0-21 0,-3-2-6 16,-7 1-18-16,0 2-14 0,-3 0-10 0,-3-2-13 15,0 0-15-15,-7 2-32 0,9-4-41 0,-8 2-13 16,-1 2-20-16,0 0-11 0,-19-2-152 0,8-1-399 0,-6 3 176 16</inkml:trace>
  <inkml:trace contextRef="#ctx0" brushRef="#br0" timeOffset="16063.87">12093 2180 296 0,'0'-6'326'0,"-3"-1"-9"0,2 3-6 0,1-2-19 15,0 2-24-15,0 4-33 0,-4-7-26 0,3 4-26 16,1 3-20-16,0-5-36 0,0 5-24 0,0 0-17 16,-4 17-4-16,0-2-9 0,-1 9-2 0,-4 1-9 15,4 7-6-15,-1 0 0 0,1 2-4 0,2 1-7 0,2 0-8 0,2-1-30 16,0 2-26-16,2-5-28 0,-1-2-39 0,1 0-49 15,5-4-90-15,-4-8-267 0,3-4-531 0,-2-6 236 32</inkml:trace>
  <inkml:trace contextRef="#ctx0" brushRef="#br0" timeOffset="16772.5">13051 2109 59 0,'0'-5'295'0,"0"0"-48"0,-1-2-12 15,-3 2-13-15,2 0-21 0,-6 0-19 0,4 2-16 31,-1-2-22-31,-4-1-14 0,1 3-10 0,-2 1-14 0,1 1-13 0,-4 1-13 16,2 1-6-16,-2 1-13 0,-1 5-7 0,1-4-3 16,-2 8-4-16,0-5-10 0,1 8-1 0,5-6-5 15,-2 4-1-15,0 2-3 0,6-3-2 0,0 5-12 16,2-4-1-16,4-1-5 0,-1 2-2 0,6-1 3 16,-3-3-6-16,6 2 0 0,-1-5-1 0,5 4 4 15,-1-4-3-15,0-2 0 0,7-4 1 0,-1 1-2 0,1-2 1 16,3-2-1-16,-8-1 4 0,5-4 11 0,-3 1 5 15,-1 0 12-15,-5-1 12 0,0-1 9 0,0 4 8 0,-1-2 11 16,-2 3 14-16,-2-2 11 0,1 2-7 0,-1 1-13 16,-1 2-3-16,0-2-17 0,0 1-8 0,-1-1-10 15,-3 3-26-15,3-1-20 0,-3 1 6 16,0 0-4-16,0 17 9 16,0-4-11-16,-5 3 4 0,3 8 10 0,-3 3-8 15,-2 0-4-15,2 0 2 0,0 2 2 0,3 0 1 16,-1-2-2-16,2 1 1 0,-1-8 2 0,2 4 1 15,2-7-1-15,-2 0-1 0,1-5 0 0,-1-2 2 16,0-1 1-16,1-4-3 0,-1 2 4 0,0-2 3 16,0-1 3-16,2 1 4 0,-2-5 6 0,1 4 4 15,-1-4 10-15,0 6-3 0,0-6 7 0,0 0-3 0,2 5-1 0,-2-5-10 16,0 0 11-16,0 0-10 0,0 0-9 16,0 0-42-16,0 0-34 0,0 0-28 0,7-15-36 15,-6 9-49-15,1-4-71 0,0 0-45 0,0 1-228 16,0-1-559-16,0-2 247 0</inkml:trace>
  <inkml:trace contextRef="#ctx0" brushRef="#br0" timeOffset="17088.84">13428 1850 11 0,'0'0'253'0,"5"-3"-33"15,-5 3-21-15,0 0-22 0,4 11-17 0,4 0-15 16,-2 5-17-16,5 13-1 0,2 2-15 0,4 14-1 16,-2 4-8-16,3 1-6 0,-4 9-3 0,-2 1-12 15,3 20-1-15,-11-26-8 0,-5-2-5 0,-2 3-7 0,-2-6-2 0,-6 1-6 16,-9-5-3-16,-3 3 0 0,-7-7-5 0,-5-2-1 15,-7-3-1-15,-1-2-17 0,-7-5-23 0,-9-2-37 16,-1-3-59-16,-27 4-71 0,0-1-234 16,23-14-430-16,-33-8 190 0</inkml:trace>
  <inkml:trace contextRef="#ctx0" brushRef="#br0" timeOffset="17928.68">8415 1860 187 0,'0'0'190'0,"0"0"-4"15,0-5-15-15,0 5-24 0,0 0-6 0,0 0-23 16,0 0-14-16,0 0-25 16,0 0-6-16,0 0-14 0,-14 14-6 0,2 3-7 15,-4 10-8-15,-9 14-5 0,-2 8-5 0,-10 30 3 16,1 11-2-16,1 3 1 0,2-2-6 0,8 5 1 16,-2-6-1-16,12-5 1 0,9-25 20 0,6 0-3 15,9-3 3-15,8-2 3 0,21 20 6 0,-7-28-1 16,15-3-2-16,31 7-3 0,9-14-10 0,20-11-45 15,11-9-63-15,-5-7-113 0,-1-8-152 0,-8-5-362 0,-5-8 161 16</inkml:trace>
  <inkml:trace contextRef="#ctx0" brushRef="#br0" timeOffset="19472.75">13791 2060 109 0,'0'-5'211'0,"2"1"-41"0,-1-1-3 0,1 1-4 16,1 0-9-16,-1 0-10 0,-2 4-1 0,4-5-14 16,-3 3-5-16,1-1-14 0,-2 3-10 0,4-3-11 15,-4 3-13-15,2-4-8 0,-2 4-18 0,0 0-1 16,0 0-15-16,9 9-4 0,-8-4-5 0,8 2 3 15,-4 1-5-15,3 3 1 0,1 6-2 0,1-4-6 0,2 4 1 0,6 2-11 16,-7-2-1-16,8 5-3 0,-6-7-7 16,9 6-4-16,-9-9-3 0,2-2 8 0,-1-3-7 15,-1-2 6-15,-2-1 3 0,2-3-3 0,-3-2 5 16,1-3-3-16,1-1 4 0,-3-4-4 0,7-4 14 16,-4-1 3-16,1-3 3 0,-3-2 6 0,0 2 6 15,-3-1-2-15,-1 2 1 16,3-1 0-16,-4 2 3 0,-1 0 0 0,1 4 6 15,-2-1 1-15,-1 3 7 0,1 1 1 0,0 1-2 16,-2 0-13-16,1 4 0 0,0-2-7 0,-2 1-11 16,1 1-19-16,-1 3-7 0,0 0-2 0,0 0 2 15,0 0 1-15,0 13-1 0,-1-2-2 0,-3 4 4 16,-1 4 0-16,2 9 5 0,-3 0-8 0,-1 18 8 16,1 0 1-16,-3 1 6 0,4 0-5 0,2-1 8 0,1-11-8 0,-1 15 3 15,2-14 2-15,1 0 1 0,1-1 3 0,2-1-2 16,-1-3 3-16,1 2-2 0,1-4 0 15,-2-2 0-15,-2 0 2 0,-1-7-4 0,2 0 2 16,-1 0 1-16,-1-5-1 0,0 3 1 0,0-5-2 16,-2-1-1-16,3 0-4 0,-5 0-4 0,0-1 2 15,-1 0-3-15,-1 0 1 16,-2-2 4-16,1 2 3 0,-2-4-2 0,1 1 0 16,0 0 2-16,-5-3-2 0,4 2 5 0,-3-2-3 15,-1-3 0-15,-4 5 4 0,0-4-1 16,4-2 1-16,-2-1 2 0,-2 1 8 0,4-1 2 0,-4-2 6 15,0-1 6-15,0-4 12 0,4 0 10 0,-3-4 8 16,3 2 14-16,0-6 5 0,4 0 3 0,2-10-5 16,0-5-11-16,6 1-10 0,2-7-8 0,10-11-7 0,4-3-3 15,8 2-6-15,9 2-6 0,-2 1-7 0,8 7 0 16,-1 0-1-16,1 3-6 0,-7 12-2 0,9-6 3 16,-8 9-2-16,-2 2-1 0,-6 0-5 0,1 2 2 15,-6 5-3-15,-2 0 0 0,-5 6 2 0,-2-3 0 16,0 3 6-16,-5 1-8 0,2 3-4 15,-1-4-7-15,-5 5-14 0,8-4-18 16,-8 4-22-16,5-3-16 0,-5 3 2 0,0 0 8 0,0 0-22 0,0 0-17 16,-17 15-27-16,9-10-27 0,-1 2-23 0,0-2-47 15,-1 0-172-15,2 1-438 0,1-3 194 0</inkml:trace>
  <inkml:trace contextRef="#ctx0" brushRef="#br0" timeOffset="20164.66">14983 2351 67 0,'0'0'149'0,"-6"0"-7"16,6 0-12-16,0 0 2 0,0 0-1 0,0 0 1 15,0 0 0-15,0 0-7 0,0 0-1 0,0 0 0 16,0 0-4-16,0 0-3 0,0 0 1 0,0 0-2 16,0 0-4-16,0 0-8 0,0 0-9 0,0 0-9 15,15-5-11-15,-7 2-7 0,5-1-7 0,2-1-9 16,4 2-7-16,-1 1-3 0,12-3-14 0,-9 2-14 16,-2 1-18-16,3-3-19 0,0 5-25 0,-4-4-30 0,0 3-30 0,-7-5-34 15,3 4-38-15,-2 2-163 0,-2-1-373 16,-2-2 165-16</inkml:trace>
  <inkml:trace contextRef="#ctx0" brushRef="#br0" timeOffset="20565.64">14982 2510 6 0,'-5'0'208'0,"5"0"-9"15,0 0-14-15,0 0-9 0,0 0-13 0,0 0-18 16,0 0-17-16,0 0-9 0,19 0-10 0,-6 0-8 0,10-2-16 0,10-3-14 15,5 3-25-15,12-1-34 0,-9-1-44 0,14-2-59 16,-15 4-181-16,-3-3-295 0,0-1 131 0</inkml:trace>
  <inkml:trace contextRef="#ctx0" brushRef="#br0" timeOffset="21737.55">16547 1880 89 0,'0'0'144'0,"0"-4"-14"16,0 4-13 0,0 0 0-16,0 0-7 0,-1-5-8 0,1 5-11 0,-4-4-4 0,4 4-11 0,-4-3-9 15,4 3-9-15,-10-1 1 0,5 1-14 0,5 0 3 16,-14 1-15-16,0 4 4 0,1-2-9 0,-3 5-1 16,-1-2-7-16,-3 4 4 0,-3 4-7 0,-2 3-6 15,1 2 8-15,0 1-13 0,1 5 4 0,-4 1 0 16,-5 8 7-16,5 4-9 0,3-7 0 0,-4 12 0 0,6-1 7 15,-1 0 0-15,11-10-2 0,-1-1-1 0,5 0 16 16,4-3 3-16,0 1-1 0,4-1-4 0,5-2 8 16,3-2 8-16,2-2 11 0,7 0-2 0,2-3 6 15,5-4-1-15,1 0-3 0,1-4 0 0,4-3-7 16,-1-3 0-16,-2-3-1 0,1-4 11 0,0 0 8 16,-6-1-1-16,-4-5 1 15,0-2-4-15,-3 0 0 0,-1-2-4 0,-5 0-4 16,0-4-7-16,-4 1-7 0,-8-1 0 0,-3 2-18 15,-3-1 9-15,-5 1-16 0,-9-4 2 0,-4 3-5 16,-5 4-3-16,-4-2 0 0,-3 9-1 0,-1 0-2 16,1 0-4-16,1 3 2 0,2 1-14 0,4 1-21 15,1-1-26-15,4 5-43 0,13 0-30 16,5 2-24-16,2-3-18 0,7 2-54 0,0-6-129 0,13 14-387 0,9-11 171 16</inkml:trace>
  <inkml:trace contextRef="#ctx0" brushRef="#br0" timeOffset="22323.25">16959 2423 100 0,'0'0'167'0,"0"0"-1"16,0 0-7-16,0 0 2 0,0 0-2 0,0 0-2 15,0 0-13-15,0 0-12 0,17-3-12 16,-5-3-12-16,4-1-12 0,3 2-4 0,9-6-12 16,-3 2-7-1,2-3-3-15,3 1-3 0,-1-4-7 0,3 1-4 16,-1-3-6-16,2 1 2 0,-4-5-7 0,3 2-2 15,-5 1-8-15,0 1 0 0,-4-3-2 0,-7 6 7 16,-1 1-6-16,-4 0 8 0,-2 3 3 0,-4-2-1 16,-1 2 2-16,-3 0-7 0,-2 3-3 0,-2 0-38 15,-4 2 0-15,-6-2-1 0,-5 2-2 0,-5 2 1 16,-5 8-4-16,-4-4-2 0,-3 8 3 0,3-1 0 0,1 6 0 0,0 3-2 16,1 2-2-16,5 3 3 0,-2 6-1 0,6 0 5 15,5 3 3-15,8-2 5 0,2 1 0 0,10-1 4 16,3 1 7-16,10-3-4 0,11-2 0 0,21 4 6 15,1-5-14-15,11-5-20 0,27 1-37 0,-24-11-58 16,27-9-72-16,-25 0-216 0,-3-7-432 0,-2-3 191 16</inkml:trace>
  <inkml:trace contextRef="#ctx0" brushRef="#br0" timeOffset="23056.21">17677 1661 160 0,'0'0'173'0,"6"-5"-17"0,1 1-9 0,-2 2-18 15,1-1-14-15,8 2-4 0,-3 1-18 16,0-1-4-16,3 2-4 0,0 0-19 0,0 2-1 0,3-1-9 15,1 5-4-15,-5-4-2 0,3 5-5 0,-4-2-13 16,-1-1 0-16,-2 2-2 0,-1 1-7 0,-2 1 7 16,-2 0-14-1,0 1 2-15,-3 1-6 0,0 0 5 0,-6 0-6 16,0 0-8-16,-1 1 9 0,-1-1-11 0,0-1 8 0,-5 2 0 0,2-2-11 0,1 0 10 16,0-3-5-16,0 1 7 0,4-1-4 0,0 0-4 15,2-2 1-15,-3 2-2 0,5-1 1 0,-2-2-2 16,2 2 3-16,2 0-3 0,2 3 11 15,3-1 4-15,-1-2 4 0,4 2 0 0,1 1-7 16,6 3 7-16,-3-4-1 0,0 5 1 0,2-4-2 16,-4-2-1-16,-1 1-1 0,-2 2-3 0,2-3-7 15,-5 0-3-15,0 0-11 0,-1-2 3 0,0 0 4 16,-4 0-6-16,-2 2 9 0,0-2-4 16,-6-1 8-16,-2-1-7 0,0 2 1 0,-8 0 2 15,2-3-7-15,-5 2-3 0,2-3-22 0,-3 1-13 16,1-4-23-16,1 2-17 0,1-1-28 0,0 0-8 0,8-3-23 0,-3 2-98 15,-2-2-260-15,7-2 116 0</inkml:trace>
  <inkml:trace contextRef="#ctx0" brushRef="#br0" timeOffset="23526.3">18099 1751 112 0,'10'-5'163'15,"1"5"-16"-15,2 0-18 0,-3 2-11 0,3 1-11 16,-4 1-14-16,5 4-11 0,-5-3-9 0,0 5-5 0,1-1-9 16,-3 3-4-16,-5-2-13 0,1 7-6 0,-2-2-1 15,-5 1 1-15,-2 2-4 0,-3-3-9 0,-8 8-7 0,4-9 9 16,-4 5 4-16,0-6-10 0,2-2 6 0,-2 0-1 15,4-1 3-15,3-3-3 0,-1 0-1 0,4-4 11 16,-1-1 7-16,5 2 27 0,0-1 15 16,-2-1 37-16,3 1 32 15,2-3 25-15,0 0 20 0,0 0 14 0,0 0-11 16,0 0-13-16,0 0-33 0,10-13-12 0,0 5-16 16,5-2-9-16,2-2-19 0,-1-1-4 0,8-5-18 15,-1-3-7-15,2 2-1 0,-1 0-11 0,-1-1-3 16,-2 3-10-16,-6 3-2 0,-3 2-4 0,-3 6 2 15,1-2 5-15,-5 2 6 0,0 2-8 0,0-1-6 16,-1 3 3-16,-1-2-23 0,0 2-20 0,0-1-31 0,-3 3-17 0,0 0 6 16,0 0-1-16,-9 15-3 0,4-7 9 15,-5 7 5-15,1 1 3 0,-4 6 1 0,4-4 6 16,2 5-7-16,5-3 5 0,3 5 4 0,7 0 2 16,6-2 11-16,12 0 2 0,18 2-15 0,10-2-46 15,33 4-109-15,2-12-139 0,-25-5-258 0,0-11-622 16,0-4 276-16</inkml:trace>
  <inkml:trace contextRef="#ctx0" brushRef="#br0" timeOffset="33381.18">4711 4405 208 0,'0'-7'216'0,"0"1"-7"15,0 2 2-15,0-3-1 0,0 2-9 0,0 0-9 16,0 5-19-16,0-4-10 0,0 0-18 0,0 4-16 16,0-6-15-16,0 6-10 0,0 0-19 0,0-5-24 15,0 5-38-15,0 0-23 0,0 0 1 0,0 0-2 16,-4 23 0-16,1 2-1 0,-3 3-2 0,2 7 7 16,-6 13-2-16,1-1-1 15,-1 1 3-15,1-13 0 0,3 10 1 0,-2-13 1 16,4 2 0-16,-2-4-3 0,-1-3 4 0,2 0-4 15,1-10 2-15,3 1 2 0,-2-5-1 0,2-2 1 16,0-3-1-16,0 0 4 0,-1-1-1 0,1-2-2 16,0 0 3-16,1-3-1 0,-2 4 6 0,2-6 5 15,2 6-5-15,-2-6-1 0,0 0 2 0,-2 4-3 16,2-4-13-16,-1 3-24 0,1-3-49 0,0 0-54 0,0 0-43 16,0 0-201-16,-16-7-401 0,12 6 179 0</inkml:trace>
  <inkml:trace contextRef="#ctx0" brushRef="#br0" timeOffset="33697.71">4601 4985 230 0,'-6'3'223'0,"3"0"-12"16,3-3-10-16,-5 0-5 0,5 0-20 0,-3 4-17 0,3-4-15 16,0 0-14-16,0 0-14 0,26-3-10 0,-6 2-9 0,16-2-11 15,1-2-10-15,14-4-11 0,2 2-7 0,-2-1-13 16,-14 3-8-16,-3 0-6 0,2 1-9 16,-4 0-4-16,-4 1-7 0,-9 2-2 0,-3-1-5 15,-6 0 3-15,-2 2-1 0,0-1-3 0,-1-1-1 16,-2 2-2-16,-5 0 1 0,6-2-8 0,-6 2-13 0,0 0-10 0,0 0-10 15,0 0-16-15,-30 0-12 0,18 2-7 0,1-2-21 16,1 0-6-16,1 2-36 0,2-2-41 0,-3 0-98 16,5-2-300-16,5 2 134 0</inkml:trace>
  <inkml:trace contextRef="#ctx0" brushRef="#br0" timeOffset="34330.32">5272 4928 16 0,'-6'2'213'16,"6"-2"-21"-16,-3 3-11 0,3-3-17 0,0 0-12 15,0 0-17-15,0 0-4 0,-4 3-11 0,4-3-11 16,0 0-10-16,0 0-10 0,0 0-9 0,15 0-6 15,-3-3-7-15,6 0-8 0,0-2-7 0,3 1-6 16,6-6-7-16,-4 5 0 0,2-5-6 0,-5 3-1 16,7-4-7-16,-3 0-1 15,-9-1-3-15,2 2 0 0,-2 0-1 0,1-4 0 16,-7 7 12-16,2-2 8 0,-6 0 8 0,-1 4 0 16,0-2 1-16,-3 1-5 0,-2-1-10 0,-2 2-3 15,-2 0-6-15,-5 1-5 0,-1 1-3 0,-2 2-5 16,-5 1-2-16,-3 1-1 0,2 2 1 0,-6 3 0 15,-2 4-5-15,0-1-2 0,3 4 0 16,4-4 1-16,4 4-3 0,2 0 0 0,-1 2-1 0,4-3 2 0,1 3 1 16,6 0-5-16,1 0 1 0,3-1-1 0,2-2 0 15,8 1 0-15,2 0-2 0,4-3-6 0,4 0 4 16,9-1-4-16,4-4 4 0,3-5-1 0,2-2 0 16,-2-3-1-16,1-2 4 0,-1-3-2 0,-3 0 0 15,-1-4-4-15,-1-3 10 0,-3-2 0 0,-3 0 15 0,0-1 6 16,-5-6 0-16,-5 3 1 0,3-6 3 0,-1-1 1 0,-4 0-1 15,-4-1 9-15,-3 1 3 0,-2-3 13 0,-1 4 18 16,0 4 30-16,-3 7 3 0,0 4 9 0,0 2 2 16,0 1-7-16,0 3-16 0,0 1-15 0,0 2-15 15,-1 2-42-15,-1-1-10 0,2 4 1 0,0 0-3 16,-13 21 2-16,4-3 0 0,-4 6 1 0,0 3-3 16,4 2-1-16,-4 5 1 15,7-3 1-15,-2 1-22 0,3-2-9 0,-1 2-4 16,2-5-5-16,4 1-2 0,0-8-15 15,0 4-2-15,0-8-11 0,0-4-12 0,0-1-16 16,0-3-26-16,-2-1-22 0,2 0-3 0,0-2 2 0,2-3-27 16,-2-2-51-16,0 0-180 0,0 0-430 0,4-14 190 15</inkml:trace>
  <inkml:trace contextRef="#ctx0" brushRef="#br0" timeOffset="34568.67">5701 4735 3 0,'-5'1'170'0,"5"-1"-6"0,0 0 0 16,-10 1-9-16,10-1-3 15,0 0 4-15,0 0 0 0,0 0-2 0,25 3-3 16,-3-3-20-16,7-3-9 0,7 0-14 0,4 1-9 16,11-5-11-16,4 4-8 0,-17-1-9 0,-2 3-8 15,-4-3 2-15,-4-1-13 0,-6 3-2 0,-3 1-9 16,-7-1-14-16,-2 2-5 0,-3-1-11 0,1-1-17 15,-8 2-16-15,5 0-37 0,-5 0-20 0,0 0-47 16,0 0-35-16,-25-4-173 0,14 4-361 0,-3-3 159 0</inkml:trace>
  <inkml:trace contextRef="#ctx0" brushRef="#br0" timeOffset="43275.42">7211 4439 45 0,'2'-5'232'0,"-2"1"-3"16,0-1-17-16,0 5-21 0,-4-5-23 0,6 2-16 15,-2 3-19-15,0 0-26 16,0 0-12-16,0 0-8 0,0 0-12 0,7 11-3 16,-3-3-9-16,2 6-7 0,1 2-2 0,1 1-5 15,-1 1-6-15,4 7-2 0,0-8-1 0,-2 1-6 16,0 0-2-16,0-2-3 0,-1-2-7 0,1-4-7 16,-1-1-3-16,1-3 3 0,-4 0 1 0,0 1-5 15,3-5 1-15,-3-1 5 0,5-6-6 0,3 0 3 16,-4-5 0-16,8-1 2 0,-5-6 11 0,5-3-4 0,-4 5 4 15,2-7 2-15,-5 6-1 0,-1-1 5 0,1-3 0 16,-2 3 5-16,1 0 3 0,-3 2 4 0,-2 4 4 16,1 2 6-16,-1 3-6 0,-3-3-1 0,2 6-10 0,-2-2-12 15,2 2-17-15,-3 0-25 0,0 3-3 0,0 0 4 16,0 0-3-16,-3 17 5 0,2 1-2 0,-5 7 2 16,-1 6 3-1,-5 18 0-15,-1 1 4 0,1 0-1 0,1 4 4 16,2 0 2-16,1 1-1 0,3 0 3 0,1-4 7 15,0-3-9-15,3 1 0 0,0-15 0 0,-2 0 3 16,3 0 0-16,1-5 2 0,1 2-2 0,-2-1 8 16,-2 2-8-16,1-4 3 0,1-4-3 0,-2 2 2 15,2-8-2-15,-3-2 0 0,-1 0 0 0,3-4 0 16,0-1 4-16,-2 1-1 0,-1-3 3 0,2 2-3 0,-2-5 1 0,0 2 2 16,2-1-1-16,-2-1 1 0,0 1 2 0,-5-3-3 15,4 1 5-15,0 0-1 0,-3-2 0 0,-2 1 3 16,1-2-5-16,0-1 2 0,-4 1 1 0,3-1-1 15,0-2 1-15,-2-1-1 0,2 1 8 0,0-1 4 16,-2-1 3-16,2-1 9 0,1-4 5 0,-2 2 5 16,-1-6 2-16,0-1 1 15,0-3 3-15,-5-9 5 0,7 2 8 0,1-4-7 0,5-6-10 0,-1 0-11 0,9-15-9 0,5 2-4 16,6-1-7-16,11-1-4 0,1 1-3 16,10 2-2-16,0 3 1 0,9 2-8 0,-3 1 4 15,2 7-1-15,-2-1-3 0,-10 14 3 0,-2 0 0 0,-3 5 2 16,2-2 0-16,-7 2 0 0,-7 4 2 0,-4 5 4 15,-1-2 7 1,-2 2 4-16,-2 0-3 0,-1 0-2 0,-1 3 3 16,0-1-6-16,-1 2 0 0,-1-3-3 0,1 2-7 15,-4 2-15-15,2-4-10 0,-2 4-18 0,0 0-8 16,0 0-22-16,0 0-27 0,0 0-30 0,-19 4-32 0,7 2-39 16,1-2-37-16,-1-1-49 0,1 4-167 15,1-3-486-15,0-1 215 0</inkml:trace>
  <inkml:trace contextRef="#ctx0" brushRef="#br0" timeOffset="43769.8">8032 4708 47 0,'0'0'197'0,"-9"-3"-7"0,9 3-5 0,-4 0-9 15,4 0-13-15,0 0-10 0,0 0-6 0,0 0-6 16,0 0 0-16,0 0-9 0,0 0 10 0,0 0-2 15,0 0-19-15,0 0-6 0,0 0 2 0,0 0-15 16,0 0-10-16,0 0-10 0,8-8-10 0,2 6-9 0,3 0-5 0,6-3-4 16,4 3-9-16,4-3-3 0,2 2-6 0,2-2-5 15,-11 3-11-15,7-2-12 0,-8 1-16 16,-2 2-15-16,-3 1-16 0,-5-2-23 0,3 0-23 16,-4 2-23-16,-3 0-22 0,2 0-20 0,-7 0-8 0,0 0-24 15,0 0-163-15,0 0-373 0,0 0 165 0</inkml:trace>
  <inkml:trace contextRef="#ctx0" brushRef="#br0" timeOffset="44145.21">7980 4839 135 0,'0'0'200'0,"-7"2"-1"0,7-2 1 0,-4 1-8 0,4-1-6 16,0 0-14-16,0 0-12 0,-3 4-14 0,3-4-8 15,0 0-11-15,20 0-6 0,-1-4-16 0,9 3-9 0,5-1-11 16,6-1-11-16,13 2-7 0,-13 0-8 15,13-2-2-15,-15 2-7 0,0-4-4 0,-4 4-3 0,-2 1-10 16,-8 0-2-16,-4-3 1 0,-1 3-5 0,-5 0-7 31,-3 0 1-31,-2 0 0 0,0 0-4 0,-2 0 2 16,-6 0-4-16,9 0-7 0,-9 0-5 0,2-2-13 0,-2 2-17 16,0 0-20-16,0 0-17 0,0 0-18 0,-24 0-20 0,19 0-21 0,5 0-47 15,-12 2-38-15,7-2-138 0,5 0-374 16,0 0 166-16</inkml:trace>
  <inkml:trace contextRef="#ctx0" brushRef="#br0" timeOffset="44693.91">8887 4825 95 0,'0'0'162'0,"-7"1"-9"0,7-1-8 0,0 0-5 16,0 0-13-16,0 0-9 0,0 0-4 0,-7 0 11 16,7 0-4-16,0 0-5 0,0 0-7 0,0 0-4 15,0 0-15-15,0 0-5 0,18-9-14 0,-8 3-6 16,9 2-4-16,3-6-8 0,2 0-8 0,3-3 3 0,1 0-11 0,0-2 1 16,4-2-4-16,-4 2 1 0,3-2 0 15,-3-2 0-15,-3-2-1 0,1 1-5 0,-3-1-2 16,0 0 3-16,-5 3 2 0,-5 2 5 0,-2 1 0 15,-3 5 8-15,-2-2 2 0,-2 2-6 0,-4 0-4 0,-1 3-10 16,-3 1 2-16,-4-2-8 0,-3 0-1 0,-6 6-6 16,-2 0-3-1,-13 5-1-15,-1 3 0 0,-2 3-1 0,0 3-3 16,0 4-4-16,-1 2 1 0,-5 9-4 0,12-2 3 16,2 1-1-16,2-1 0 0,4 5 3 0,2 0 0 15,10-1-2-15,4 1 2 0,6-4 1 0,8 0 1 16,9 1 2-16,8-6 0 0,21 0-13 0,9-3-37 15,8-6-62-15,31-4-88 0,-31-6-246 0,29-7-473 16,-32-4 211-16</inkml:trace>
  <inkml:trace contextRef="#ctx0" brushRef="#br0" timeOffset="45542.93">9509 4228 205 0,'3'-4'219'0,"-2"-2"1"15,4 0-3-15,-1 1 0 0,-3-1-7 0,-1 1-2 16,1 1-11-16,2 0-10 0,-3 0-21 0,1 2-15 16,-1 2-20-16,4-2-18 0,-4 2-15 0,0 0-12 15,0 0-14-15,0 0-14 0,0 0-11 0,0 0-5 16,3 8-3-16,-3-1-3 0,0 5-5 0,-3-1-2 15,-1 2-2-15,3 4-7 0,-3 1 3 0,4-2 0 16,-4 1-5-16,-1 0 0 0,4-3-2 0,0-3 1 0,-2 0 3 16,3 1-9-16,-1-2 2 0,1-4-4 0,-3-1 2 15,2-1 6-15,1 0 15 0,0-4 25 0,0 5 34 0,0-5 38 16,0 0-6-16,0 0-16 0,15-6-2 0,-3-1-18 16,1-7-2-16,2 5-2 0,-1-3-11 0,10-5-8 15,-5 0-4-15,-1-4-10 0,2 3-3 16,-5 7-7-16,-5 0 4 15,-1 2-2-15,0 4-1 0,-3-2-8 0,-1 3-4 16,-2 1-8-16,2 0-6 0,-1 0-3 0,0 0-27 16,-4 3-24-16,0 0-9 0,6 0 0 0,-6 0 3 15,5 7 1-15,-2-1 11 0,-2 1-5 0,0 3 1 16,2 2 5-16,-3 0-5 0,0 4 5 0,-3-5 4 16,6 1 0-16,-3-2-6 0,0 1 6 0,1-2 3 0,-1-3 0 0,0-1 9 15,0 0 1-15,4 0 4 0,-4-1 21 0,0-4 17 16,3 2 1-16,-3-2 4 0,0 0-4 0,14-11 6 15,-8 5-17-15,6 0-5 0,-1-5 3 0,1-2 5 16,0 0-3-16,2 0-4 0,-2 0-5 0,2 3 1 16,-5 1-2-16,0 1 0 0,0 1-8 0,-2 1 1 15,1 2 2-15,-3-1-5 0,4 2-4 0,-5-1-12 16,5 2 2-16,-3 2-18 0,7 2-9 0,-8 0-14 0,7 1-23 0,-1 1-26 16,-3 3-28-16,2 1-39 0,2 0-36 0,-2 1-54 15,-2-1-48-15,-1 1-164 0,-1-1-514 16,-2-1 227-16</inkml:trace>
  <inkml:trace contextRef="#ctx0" brushRef="#br0" timeOffset="45944">10126 4127 17 0,'4'-6'244'16,"1"1"-13"-16,-1 1-16 0,1 1-24 0,-1 0-20 15,1 2-18-15,4 1-15 0,-9 0-11 0,13 1-17 16,-3 4-13-16,-2 2-11 0,1 0-6 0,-3 2-12 0,2 3-4 0,-3-1-8 16,1 3-4-16,-3 2-4 0,-3-1-3 0,-1 4-6 15,-2-2-3-15,-4 0-6 0,0-2-1 0,2-5-5 16,0 1 2-16,-2-2-1 0,2 0-2 0,1-2 1 16,1-3 3-16,0 1 9 0,-1-2 17 15,4 2 26-15,-4-4 39 0,4-1 43 0,-1 4 47 0,1-4-20 16,0 0-18-1,0 0-9-15,8-15-27 0,-1 3-16 0,5 0-14 16,1-3-5-16,2 1-19 0,5-6-5 0,1-2-5 16,1-2-10-16,1 2-13 0,-3 2-10 0,-1-2 5 15,-8 9-11-15,1 0 6 0,-4 5-1 0,-3 4-8 16,0-3-15-16,-1 4-17 0,1-1-21 0,-4 1-21 16,-1 3-10-16,0 0 0 0,0 0 8 0,-6 11 1 15,-4 3 4-15,-7 5 8 0,-1 3 2 0,2 5 5 0,2-3 3 0,3 2 3 16,4 1-13-16,4 0 4 0,8-3-6 0,7 2-17 15,4-6-33-15,10 2-64 0,7-4-106 0,16-2-334 16,7-7-639-16,1-6 284 0</inkml:trace>
  <inkml:trace contextRef="#ctx0" brushRef="#br0" timeOffset="82268.17">11050 4817 47 0,'-5'1'133'0,"5"-1"-15"0,0 0-8 15,0 0-6-15,0 0-15 16,0 0-10-16,0 0-13 0,0 0-3 0,0 0 0 16,0 0-7-16,0 0-6 0,-4 1-9 0,4-1-2 15,0 0 1-15,0 0-9 0,0 0-2 0,0 0 12 16,0 0-7-16,0 0 8 0,0 0 13 0,0 0 0 15,0 0 8-15,0 0 7 0,0 0 0 0,0 0-3 16,9-10-3-16,-5 6-3 0,4-1 0 0,-1-3 1 16,4-1-3-16,-2 0 3 0,1-4-3 0,1-2-3 0,1 0-4 0,0-2-7 15,5-4-6-15,1-1-3 0,-4 0 2 0,1-3-5 16,-2 0 2-16,1 1-1 0,-5-1-2 0,3-1 3 16,-2 2 4-16,-5 4-21 0,0-4 3 0,0 0 3 15,-1 6 3-15,0 1 6 0,-3-1 5 0,-1-2 0 16,3 3 2-16,-6 0 2 0,3 1-2 0,-1 0 0 15,-3 5 0 1,4 1 0-16,-1 0-6 0,-2 4 3 0,3 0-1 16,-1-1-6-16,1 2-2 0,0 1 1 0,0-2-1 15,-1 3-5-15,-2-1-3 0,3 4-2 0,3-4-2 16,-3 4 6-16,0 0-12 0,0-5 0 0,0 5-2 16,0 0-8-16,0 0-2 0,-3-5-10 0,3 5-6 15,0 0-19-15,0 0-3 0,0 0 0 0,0 0 8 16,-5 18 1-16,1-8 3 0,-4 7 1 0,1 2 4 0,-1 6 2 0,-1 3 0 15,-1 2 5-15,1 0 2 0,0 3-1 0,0 13 6 0,2-10-2 16,3-2 6-16,-1-3-2 0,2-2 4 0,3-1-4 16,1-2 4-16,1-6 1 0,-1-2 4 0,1-3 1 15,0 2 0-15,0-6 3 0,2-2 0 0,1 0 1 16,-2-2 2-16,1-1 6 0,-1-2-2 0,1 1 12 16,1-2 6-16,3-3 6 0,2 0 1 0,-1-2 0 15,5-1-11-15,-2-5 3 0,2-1-3 0,0-3-3 0,-1 2-3 16,-2 0-2-16,1-4-1 0,-6 4 5 0,3 2 8 15,-4 1 0-15,0-3 7 0,-2 3-13 0,1 1-4 16,-3 1 0-16,-1-3-1 0,0 4-7 16,0-1 2-16,-4 0-22 0,0 2-14 0,-1 1-11 15,-4 0-12-15,0 0-7 16,-1 3-16-16,-4 2-21 0,4-2-18 0,-2 3-26 16,-2-2-14-16,1 3-29 0,6 0-27 0,-1 0-6 15,3 1-173-15,-3-3-411 0,8 0 182 0</inkml:trace>
  <inkml:trace contextRef="#ctx0" brushRef="#br0" timeOffset="82785.02">11544 4678 91 0,'0'0'169'0,"0"0"-32"0,0 0-5 0,-2 5-15 15,2-5-6 1,0 0-11-16,0 0-11 0,0 0-7 0,0 0-7 16,9-2-4-16,-9 2-4 0,10-1-8 0,-1-1-3 15,3-3-5-15,1 3-2 0,1-3-4 0,3-2-10 16,0 2-6-16,1 0 2 0,-3-6-7 0,-1 1 8 16,-1 3-13-16,0-3-2 0,0 0 1 0,-3 1 1 15,-2 1 2-15,-2-3 19 0,0 3 6 0,-1-2 7 16,-2 2 2-16,-2-1 6 0,1 4-1 0,-5-4-4 0,0 3-5 0,-2 2-7 15,-1 1-2-15,-3-2-7 0,-1 1 0 0,-3 3-8 16,0 1-5-16,-6-1-4 0,0 3-1 0,-2 3-8 16,2 6 2-16,1-3-2 0,-3 8-1 0,-1-1-4 15,2 2 0-15,3 2-2 0,3-3 1 0,1 0 3 16,4 0-3-16,-1 2 1 0,6-3-6 0,3 0 9 16,2 3 0-1,3-2 1-15,5 0 4 0,1-4-1 0,9 0 4 0,-1-4 4 16,9 1 2-16,4 1 0 0,-1-8-4 0,10-2-2 15,-7 0 3-15,5 0 0 0,-3-1-1 16,-3-2-6-16,-1-1 2 0,-2 0-2 0,-10 4 1 16,-6-2 5-16,-4-1 13 0,5 2 5 0,-5 0 13 15,-4-1 10-15,2 2 3 0,-1-1-3 0,-1 0 3 0,-5 1-5 16,5-1-3-16,-5 1-6 0,6-2-10 0,-6 2-7 0,0 0-11 16,0 0-12-16,8 0-13 0,-8 0-19 0,0 0-27 15,0 0-31-15,0 0-35 0,5-3-32 0,-5 3-27 16,0 0-18-16,0 0-24 0,0 0-167 0,8 0-418 15,-3-2 185-15</inkml:trace>
  <inkml:trace contextRef="#ctx0" brushRef="#br0" timeOffset="83217.27">12807 4209 252 0,'3'-8'255'0,"-3"2"-2"0,0-6-4 16,1 9-5-16,-1-5-13 0,0 4-17 0,3 2-23 0,-3-1-23 0,0 3-17 15,0-6-24-15,0 6-27 0,0 0-30 0,0 0-13 16,0 0-11-16,0 0-2 0,-4 15-8 0,1-3-5 16,1 6-2-16,-1 3-6 0,-1 8 4 0,-2-1-8 15,2 5-1-15,0-1 2 0,4 2-2 0,-1 0-1 16,-2 12 1-16,2-14-3 0,1-2 1 0,0-1-5 16,0-4 1-16,1-5 2 15,-1-2-1-15,4-1-1 0,-4-6-3 16,3 0 5-16,-3-2-4 0,1-2 4 0,-1-1-6 15,0 0 4-15,0-1 3 0,0-2-2 0,0 0 5 16,0-3 1-16,0 5 0 0,0-5 0 0,3 4 0 16,-3-4-32-16,0 0-64 0,0 0-59 0,-8-12-44 0,4 7-45 15,0-7-202-15,-1 0-462 0,1 2 204 16</inkml:trace>
  <inkml:trace contextRef="#ctx0" brushRef="#br0" timeOffset="83502.45">12509 4521 152 0,'0'0'180'16,"-3"2"-10"-16,3-2-8 0,0 0-7 0,0 0-5 16,0 0-3-16,23-2-16 0,-4 2-9 0,9-3-11 15,7 1-15-15,4-1-9 0,11-3-7 0,-8 3-5 0,-5 0-15 16,-1 1-4-16,0-1-9 0,-3-1-13 0,-4 1-10 15,-7 1-5 1,-3 0-8-16,-6 1-6 0,-2 0-4 0,1 1 4 16,-7 0-5-16,3 0-9 0,-8 0 7 0,5-1-1 15,-5 1-2-15,0 0 2 0,0 0-14 0,0 0-5 16,-30 1-4-16,19-1-7 0,3 1-13 0,0 0-18 16,1-1-18-16,-1 2-36 0,3 0-18 0,-1-2-117 15,-1 2-273-15,7-2 121 0</inkml:trace>
  <inkml:trace contextRef="#ctx0" brushRef="#br0" timeOffset="84059.45">13177 4216 95 0,'2'-4'298'16,"-2"4"-3"-16,0-7-8 0,0 7-3 0,0-4-13 15,0 4-23-15,0-4-28 0,0 4-19 0,0 0-27 16,0 0-21-16,0 0-14 0,0 0-21 0,0 0-29 16,0 0-17-16,0 0-9 15,0 0-6-15,0 16-10 0,-2-4-5 16,0 5-5-16,0 7-3 0,-1 1-5 0,-1 5 1 16,-1 3-8-16,-2 1 4 0,0 0-5 0,1 11 4 15,1-10-4-15,1 1-1 0,0-6-4 0,4-2 1 0,0-1 0 16,0-8-2-16,2-2 0 0,-2-2 4 0,2-3-5 15,-2-3 2-15,2-2-1 0,-2-2 8 16,0-1 26-16,0 0 28 0,0 1 25 0,0-5 29 0,3 4 17 0,-3-1 17 16,0-3 15-16,0 0-10 0,0 0-19 0,8-7-17 15,-2-2-28-15,0 0-16 0,4-4-33 0,2 3-21 16,-2-5-22-16,3 1-14 0,0 2-20 0,-3 4-14 16,-1 2-27-16,0-1-21 0,4 1-7 0,-3 1-28 15,3 0-24-15,-1 0-21 0,5 5-28 0,-3-1-21 16,3 2-20-16,-4 5-16 0,5 0-12 0,-5-1-18 0,-1 1-22 0,-2 3-164 31,-1-3-501-31,0 1 222 0</inkml:trace>
  <inkml:trace contextRef="#ctx0" brushRef="#br0" timeOffset="84458.06">13492 4751 140 0,'3'2'215'0,"-3"-2"4"0,0 0-2 0,1 5 0 15,-1-5-1-15,0 0-6 0,1 3-10 0,-1-3-8 0,0 0-17 16,0 0-20-16,0 0-14 0,0 0-14 0,0 0-17 15,13-4-12-15,-4-2-6 0,2 0-13 0,1 1-9 16,6-3-10-16,-1 1-12 0,2-1-8 0,1-1-6 16,-2 1-5-16,1-4-5 0,-2 2 0 0,1-2-3 15,-4-2-2-15,1 3-5 0,-1-5 6 0,-1 4-4 16,-3-2 6-16,-3 0 7 0,-1 3 9 0,-2 2 10 0,-2-1 1 0,-1 1-8 16,-3-2-5-16,1 4-4 0,-6-3-6 0,2 4-5 15,-5 3-2-15,0-2-7 0,-4 2-3 0,-4 3-4 16,-4 1-6-16,3 3 3 0,1 2 0 0,-4 3-8 15,4 1 5-15,2 2-5 0,-3 7 5 0,4 3-2 16,3-5 3-16,5-1-1 0,4 4 0 0,3-2 2 16,1-2 0-1,3 2 6-15,6-1 0 0,5-1 2 0,4-4 3 16,7 3-4-16,3-6 3 0,7-1-3 0,-1-4 4 0,3-1-5 16,2-3 2-16,-1-2-2 0,-2 1 4 15,-2-1 8-15,-6 0 6 0,-7-1 9 0,-8 1 21 16,-2 2 4-16,-1-2 4 0,-2 1 3 0,-3 1-2 15,-1-1-11-15,0 0-9 0,-1-2 5 0,-4 3-12 16,0 0-25-16,9 0-16 0,-9 0-38 0,0 0-34 0,0 0-39 0,8 0-47 16,-8 0-87-16,0 0-81 0,0 0-222 0,-13-7-596 15,13 7 265-15</inkml:trace>
  <inkml:trace contextRef="#ctx0" brushRef="#br0" timeOffset="85476.13">15045 4146 180 0,'0'-4'220'0,"-2"0"-6"16,2 4 8-16,0-8-8 0,0 3-6 0,0 5-18 0,2-5-8 16,-4 1-6-16,2 4-14 0,3-5-13 0,-3 5-14 15,0-5-17-15,0 5-13 0,0 0-13 0,0 0-16 0,0 0-16 16,0 0-15-16,0 0-6 0,0 0-3 0,4 18-7 15,-3-4-4-15,3 5 2 0,-2 7-7 16,0 2-1-16,0 3-1 0,1 1-2 0,1-3-2 16,1 2-1-16,-1 1 1 15,-1 0-2-15,1-1 0 0,1-1 1 0,-1 0 4 16,1-2-10-16,0-3 3 0,-1-6-5 0,-3-2-3 16,2-6 4-16,-2-1-3 0,1 0 3 0,0-3 0 15,0 1-1-15,0-4 1 0,-2 1-1 0,0 2-2 16,0-5 5-16,0-2-2 0,0 5-1 0,0-1 7 15,0-4-6-15,0 3-1 0,0-3-2 0,0 0 1 16,0 0-1-16,0 5 5 0,0-5-3 0,0 0 1 0,0 0-12 16,0 0-13-16,0 0-22 0,0 0-15 0,0 0-22 0,0 0-30 15,0 0-48-15,0 0-70 0,0 0-194 0,-19-9-454 16,13 4 200-16</inkml:trace>
  <inkml:trace contextRef="#ctx0" brushRef="#br0" timeOffset="85776.95">14841 4461 22 0,'-7'0'173'0,"7"0"0"0,-6 0-7 15,6 0 6-15,0 0-15 0,0 0-11 0,0 0-15 0,0 0-6 0,0 0-16 16,23-3-13-16,-1 2-7 0,10-3-13 15,8 0-5-15,14 1-6 0,1 0-9 0,-17 0-6 0,4-1 1 16,-5 4-9-16,-2-1-8 0,-5 3-6 0,-2-2-8 16,-10 0 0-16,-2-1-4 0,-6 1-15 0,1 1-20 15,-3-1-8-15,-3 0-6 0,-1 2 5 0,-4-2 2 16,0 0 12-16,0 0-12 0,-13 7 2 0,-1-4-4 0,-2 2-3 16,-4-1-8-16,4-1-22 0,2-1-11 0,-3 1-26 0,3-2-22 15,1 0-121-15,-1-1-261 0,4 3 117 16</inkml:trace>
  <inkml:trace contextRef="#ctx0" brushRef="#br0" timeOffset="86177.42">15373 4379 167 0,'4'-4'241'16,"-2"0"-26"-16,5 4-22 0,-2 0-18 0,0-3-20 0,4 3-15 0,5-1-11 0,-2 2-13 16,2 2-9-16,1 2-8 0,4 0-12 0,-3 3-7 0,1 1-5 15,1 1-10-15,-2 3-12 0,-2 1 2 16,-2 0-6-16,0 0-2 0,-1 8-9 0,-2-3-1 16,-1-2-7-16,-4 3 1 0,-3-3-4 0,-1 2-3 15,-1-3-2-15,-3 2 1 0,3-6-3 0,-3-2 1 16,-1 2 3-16,-3 0 1 15,3-3-1-15,-3-2 6 0,3 0 10 0,1-2 18 16,-1-2 21-16,4 0 28 0,-3 1 26 0,4-4-15 0,-9-2-8 16,9 2 0-16,-7-7 5 0,4 1-6 0,0-3-7 15,3-3-5-15,3-6-24 0,2 1-19 16,2-6-12-16,4-4-18 0,3 3-10 0,4 0 3 16,0 4-23-16,1 1-11 0,-5 5-13 0,0-1-17 15,3 3-22-15,-3-2-27 0,4 5-28 0,-2-1-28 0,1 3-30 0,-4 3-29 16,3-3-33-16,-3 4-39 0,-4-1-145 0,2 1-463 15,-3 1 205-15</inkml:trace>
  <inkml:trace contextRef="#ctx0" brushRef="#br0" timeOffset="86478.31">15951 4381 309 0,'0'0'338'15,"0"0"-13"-15,0 0-19 0,0 0-17 0,-1-5-26 16,1 5-28-16,0 0-24 0,0 0-24 0,0 0-24 16,0 0-27-16,0 0-12 0,0 0-23 0,0 0-15 15,0 0-7-15,0 0-13 0,1 15-7 0,-1-9 3 0,3 2-11 0,-1-1-12 16,0 4 2-16,0 2-9 0,-1-3 5 0,1 3-9 16,2 3 9-16,-2 1-10 0,0 0-6 0,-2-2 0 15,0-1-3-15,1-2 2 0,-1-2-3 0,0-2 2 16,2 2-5-16,-2-3-25 0,0-2-12 15,0-2-10-15,-3 3-1 0,3-6-2 0,0 5 2 0,0-5 9 16,0 4 4-16,0-4 5 0,0 0-17 0,0 0-34 0,0 0-39 16,0 0-42-16,-17-19-37 0,9 4-51 0,-1 2-224 15,-3-10-496-15,2-1 220 0</inkml:trace>
  <inkml:trace contextRef="#ctx0" brushRef="#br0" timeOffset="86609.79">15898 4139 85 0,'0'0'242'0,"3"-2"-26"16,-3 2-24-16,2-3-12 0,-2 3-26 0,0 0-15 15,0 0-21-15,0 0-8 0,0 0-18 0,18 5-35 16,-11-2-35-16,-2 1-67 0,5 1-65 0,-5 1-132 16,5 0-263-16,-1-2 117 0</inkml:trace>
  <inkml:trace contextRef="#ctx0" brushRef="#br0" timeOffset="87565.5">16409 4441 233 0,'-3'-5'285'0,"0"1"-21"0,1-1-16 0,0 0-25 16,-3 1-28-16,1 3-21 0,-2-2-20 0,-2 2-19 0,-1 1-13 15,-2 4-15-15,-1-1-8 0,-1 1-13 0,-1 4-10 16,-1 5-6-16,1-1-10 0,-1 2-4 0,-1-2-5 16,2 4-5-16,5 1-5 0,-1 0-6 15,5-2-13-15,-3 1-4 0,4-5-8 0,3 0-2 16,-1 2 1-16,2-5-3 15,2-2 5-15,-2 1 7 0,4-2 7 0,1-2 5 16,4-3 3-16,4 0-1 0,-3 0 4 0,3-5 10 16,0-2 3-16,1-1 2 0,-2-4 6 0,1 1-4 15,0-1-8-15,-1-1 0 0,2 0-1 0,-2-1-3 16,0-1-1-16,-1 2-4 0,-2 4-8 0,-1-2 6 16,0 4 0-16,-3 0 5 0,-1 3-5 0,-1-2-5 15,1 3-3-15,0-1-3 0,-3 0-7 0,3 0-5 0,1 3-24 0,-5 1-14 16,0 0-2-16,8 1 4 0,-8-1 5 0,9 6-4 15,-4 0-1-15,4-1-2 0,-4 3-8 0,7-1 2 16,-2 3-6-16,-1-2 3 0,1-2 0 0,0 3 5 16,2-3-6-16,-2-2 0 0,-2-1 3 0,2 2 3 15,-4-3 4-15,1 1 6 0,-1-3-1 0,-6 0 5 16,13-8 6-16,-6 0 2 16,1 2 10-16,-2-4 6 0,0 0 10 15,-1-2 13-15,1-2 2 0,-2-6 5 0,-1 4 5 16,0-1 6-16,1-2 3 0,1-7-5 0,-5 3 13 0,4-4 2 15,-3 8 15-15,3 0 10 0,-4 0-4 0,3 1 28 16,-2 3 3-16,-1 3 2 0,0 1 1 0,0 6 6 16,1-3-7-16,-1 1-12 0,0 4-11 15,3-1-11-15,-3-2-12 0,0 2-11 0,0 4-14 0,1-2-24 0,-1 2-24 16,4-3-39-16,-4 3-31 0,0 0 9 0,0 0 3 16,-4 12 7-16,4-3 6 0,-1 3 3 0,-2 1 4 15,3 3 15-15,-1 2-11 0,0 2 5 0,-2-3 8 16,-1 2 0-16,3-1 1 0,1 2 8 0,0-2-6 15,0 1 4-15,0-1 5 0,0-2 2 0,0 3-1 16,0-4 7-16,0-1 0 16,0-3-2-16,1 6 1 0,-2-4 1 0,1-1 2 15,1 0-4-15,2-4 6 0,-2 1-2 0,-1-2 4 16,3 0-5-16,-2-1 2 0,-1 1 1 0,0-1 3 16,4-3 3-16,-3 1-3 0,-1 0 5 0,0-4 1 15,3 5 2-15,-3-5 0 0,2 5 16 0,-2-5-2 16,9 4 6-16,-1-1 3 0,7 0-2 0,7-3-15 15,10-3-65-15,5 0-82 0,12-9-127 0,3-2-409 0,0-6-722 0,2-1 319 16</inkml:trace>
  <inkml:trace contextRef="#ctx0" brushRef="#br0" timeOffset="90641.95">18193 4209 64 0,'4'-4'117'16,"-4"4"-9"-16,0 0-6 0,0 0-1 0,0 0-1 16,0 0 4-16,0 0-8 0,0 0 0 0,0 0-1 15,0 0-6-15,0-4-6 16,0 4-8-16,0 0-10 0,0 0-14 0,-8-2-13 16,8 2-3-16,-10 1-10 0,1 0 1 0,-5 0-4 15,1 1-5-15,-4 3-1 0,-4-2 2 0,2 3-7 16,-3-3 3-16,2 4 0 0,-7 3-9 0,1-4 1 15,-1 5 0-15,7-5 2 0,2 3-2 0,-2-1-3 16,1 2 2-16,1-2-6 0,-1 4 4 0,1-3-5 16,1 4 9-16,3-4-8 0,1 2 4 0,3-4 1 0,-3 3 3 15,8-3-9-15,-3 3 3 0,7-2 2 0,-3 0-5 16,4 2 11-16,5 0 5 0,3-1-5 0,7-1 2 16,2 1 0-16,9 2-3 0,0-2-2 0,1 0 2 15,1-2 6-15,2-2-10 0,-6 3 5 0,-1-2-1 0,-4-5-2 16,-2 3 8-16,-3-1-9 0,-5 0-3 15,-1-1-5-15,-1 1-1 0,-1-2 0 0,0 2-5 0,-2-3 9 0,-4 0 0 16,-3 7-4-16,-5-4 0 0,-3 1 4 0,-6-1 0 16,-3 0-1-16,-6 2 2 0,-6-1-1 0,2 1 3 15,0-3 0-15,-2 1-1 0,3-2 4 0,-2 2-8 16,2 0 4-16,8-3-2 0,2 0-12 0,0 0-18 16,6 0-10-16,7 0-27 0,-1-2-43 0,1-1-141 15,6 3-273-15,3-7 121 16</inkml:trace>
  <inkml:trace contextRef="#ctx0" brushRef="#br0" timeOffset="91089.9">18551 4325 103 0,'0'0'216'15,"3"-2"-16"-15,-3 2-18 16,0 0-24-16,0 0-15 0,0 0-20 0,0 0-21 16,0 0-14-16,0 0-13 0,0 0-4 0,0 0-10 15,-15 11-5-15,7-6-6 0,0 3-4 0,-1-1-15 16,0 2 3-16,0-1-3 0,-2 5-2 0,3-3-1 15,-3 2-8-15,3-1 2 0,3 0-6 0,-2-2 0 16,3 3 0-16,-2-4-2 0,5 1-3 0,1 0 4 16,0-1 8-16,1 4-3 0,2-6 4 0,4 0 6 0,2 3 3 15,2-4 0-15,2-5-1 0,0 3-1 0,9-3 0 16,-2-3 0-16,0 0-10 0,1-1 2 0,-4-1-2 16,0-2-3-16,0 2-3 0,0-5-2 0,-8 5 4 15,4-4 0-15,-7-1 3 0,2-1-5 0,-2 0-2 16,-2 0-1-16,-4 1-4 0,0-3-5 0,-4 3-1 15,1-1-7-15,-4 1 2 0,1 1-11 0,-11-2-1 0,7 6 1 0,-7-1-14 16,-1-1-7-16,0 3 0 0,6 3-17 0,-4 0-17 16,5-1-21-16,-1 2-26 0,2 0-37 0,1 0-153 15,-1 0-331-15,10 0 146 0</inkml:trace>
  <inkml:trace contextRef="#ctx0" brushRef="#br0" timeOffset="91506.52">18890 4081 261 0,'0'-10'251'0,"0"5"-5"0,1-1-13 0,-1 0-13 15,0 2-18-15,3 0-20 0,-3 4-21 0,1-4-16 16,-1 4-19-16,-1-5-19 0,1 5-14 0,0 0-17 16,0 0-9-16,0 0-10 0,6 15-5 0,-6-3-9 15,1 5-2-15,-1 7-6 16,0 3-2-16,-1 0-6 0,-3 1 0 0,2 3-1 16,-1-4-9-16,3 3 3 0,-1 1-5 0,2-4 6 15,-1 1-4-15,0-1-2 0,3-8-1 0,-2-2 2 16,2 0-4-16,-1-5-1 0,-1 1 1 0,-1-1-1 15,4-2 1-15,-4-3-5 0,1-1 6 0,1-1 8 16,-4 1 2-16,4-2 13 0,-1-2 17 0,-1-2 11 16,1 5 5-16,-1-5 1 0,0 0-8 0,0 5-5 0,0-5-1 15,0 0-3-15,0 0-8 0,0 0-62 0,0 0-52 16,0 0-29-16,0 0-40 0,0 0-56 0,0-16-55 16,-1 11-213-16,1 5-500 0,1-7 222 0</inkml:trace>
  <inkml:trace contextRef="#ctx0" brushRef="#br0" timeOffset="92107.63">19089 4337 112 0,'0'0'318'15,"1"-4"-25"-15,-1 4-17 0,4-1-42 0,-4 1-26 16,0 0-22-16,0 0-31 0,0 0-29 0,0 0-12 0,0 0-13 15,3 9-6-15,-3-3-11 0,0 3-9 0,0 1-8 0,-3 3-5 16,3-1-8-16,-1 3-1 0,1-1-8 0,0-2-6 16,0 2 1-16,0-2-7 0,0 0 0 15,1-4-3-15,-1 2-3 0,0-1-1 0,0-4 0 16,0 0 2-16,3 1 12 0,-2-2 21 0,-1-4 30 16,1 1 3-16,-1-1-6 0,0 0-12 0,17-9-6 0,-12 2-6 0,3 2-5 15,1-4-7-15,-1 1-6 0,1-1-6 0,0-1-2 16,0-1-6-16,0 2-5 0,-1 0 1 0,0 1-5 15,-1 1-4-15,-2 1-2 0,1 2-6 0,-3 2 0 16,1-3-4-16,1 3 11 0,0-1-31 0,-5 3-13 16,5-2-3-16,3 2 2 0,-1 0-6 0,-1 2-2 31,5 1 0-31,1 1-1 0,2-1-2 0,-4 2-1 0,8 3-7 0,-1-2-4 0,1 0-4 0,-2-1-3 16,3 1 1-16,-4-2-3 0,2-3-11 0,1 2-6 15,-4-3-3-15,-1 0 4 0,-1 0 4 0,-1-3 10 16,-2 0 7-16,4-3 2 0,-7 1 10 0,2-5 11 15,-2 1 13-15,1-1 11 0,-5 0 5 0,2-2 16 16,0-3 7-16,-3-1 1 0,2-2 4 16,-2-3 1-16,2-2 3 0,-2-3-10 0,3 2 2 15,-1-3-1-15,0 0 2 0,-2 6 4 0,2 4 1 16,-3 1 11-16,0 6 19 0,1 0-10 0,-1 5-4 16,3-2-9-16,-3 1-8 0,1 2-18 0,-1 1-21 15,0 3 6-15,0 0-9 0,0 0 3 0,-5 15-1 16,1-3 5-16,-1 6-1 0,-4 9 6 0,4-1 0 15,-3 3 2-15,-1-2 0 16,3-2 1-16,1 2-17 0,2-7-17 0,-1 3-13 16,3-5-13-16,-3 1-15 0,4-7-12 0,0-1-21 15,0 0-27-15,0-2-23 0,0 1-17 0,3-5-30 16,-2 0-135-16,-1-5-368 0,0 0 163 0</inkml:trace>
  <inkml:trace contextRef="#ctx0" brushRef="#br0" timeOffset="92524.28">19411 4299 14 0,'0'0'130'0,"-6"0"-16"0,6 0 4 0,0 0-5 16,0 0-3-16,19 4-9 0,-2-4-13 0,4 1-8 0,10-2-3 0,5-1-10 15,3 1-18-15,-1 0 7 0,15-2-9 0,-15 0-9 16,3 1-6-16,0-3-4 0,-3 3-2 0,-3-2-10 15,-2 1-4-15,-1-1 12 0,-4-1 1 0,-6 0 12 16,-5 3 11-16,-4-1 27 0,-2 2 21 0,-3 0 24 16,-1 0 18-16,-1 1 13 0,1-2 1 0,-2 1 4 15,0-1-3-15,-5 2-5 16,8-2-13-16,-8 2 5 0,0 0-28 0,7-2-5 16,-7 2-15-16,0 0-15 0,0 0-12 15,7 0-14-15,-7 0-19 0,0 0-14 0,4 4 7 16,-2-1-4-16,-2 2-10 0,0 1-4 0,2 2 0 0,-2 2-1 15,0 1-1-15,1 2 0 0,-1 1-2 0,1-1 3 16,3 4 0-16,-4-5-3 0,0 0 4 0,1 0 0 16,0-1 1-16,-1-2-4 0,2-3-19 0,0 2-13 0,-2-3-18 15,0 0-13-15,0-5-4 0,0 6 1 0,0-2 8 16,0-4 4-16,0 3 6 0,0-3-44 0,0 0-61 16,0 0-24-16,-14-11-14 0,7 6-14 0,-1-5-9 15,-2-1-152-15,2-3-392 0,-2-3 173 0</inkml:trace>
  <inkml:trace contextRef="#ctx0" brushRef="#br0" timeOffset="92646.68">19968 4142 82 0,'-1'-8'220'0,"-2"1"-5"0,3-2-14 15,0 2-13-15,0 1-13 0,3 0-19 0,-2 0-17 16,3 1-17-16,0 2-11 0,1-3-18 0,0 5-5 16,4-1-16-16,1 1-25 0,-2 1-28 0,1 0-33 15,1 1-31-15,2 2-40 0,2 1-44 0,-3-2-148 16,-2 1-298-16,1 0 132 0</inkml:trace>
  <inkml:trace contextRef="#ctx0" brushRef="#br0" timeOffset="93047.79">20484 4180 19 0,'0'0'163'0,"-6"2"-19"0,-2-1-9 16,2 1-14-16,1 2-18 0,-2 2-9 0,-3-2-6 15,3 2-12-15,-2 2-10 0,0 0 1 0,-3 2-12 16,6 0-1-16,-3-1-6 0,0 1 5 0,1 1-14 0,-1-2-5 16,4 1 5-16,-1-1 0 0,2 1 11 0,4-1-3 15,0 1 4-15,1-1 5 0,4-1 7 0,-1-2-1 0,5 2 0 16,0-3-4-16,4-1-3 0,2-1-3 0,6 0-5 15,-1-2-4-15,-3-2-2 0,0-2-1 0,0 3 3 16,-3-3 6-16,-2-2 4 0,-2-2 6 16,1 1-3-16,1-3-2 0,-6 1-3 0,2-2-1 0,-3 0-4 0,-4-3 5 15,-1 3-4-15,0-1-5 0,-1 0-6 0,-3 1-8 16,-5 2-7-16,3-1-5 0,-6 3-4 0,-3-3-7 16,-2 4-2-16,0-3-6 0,-1 4-4 0,1-1-15 15,3 2-15-15,0 3-30 0,-1 0-33 0,2 0-32 16,5 1-37-16,2 1-36 0,-2 1-153 0,6-1-387 15,-1 1 172-15</inkml:trace>
  <inkml:trace contextRef="#ctx0" brushRef="#br0" timeOffset="93426.63">20736 4195 160 0,'0'0'284'15,"9"1"-25"-15,-9-1-32 0,0 0-25 0,0 0-21 16,0 0-21-16,0 0-24 0,1 5-11 0,-1-5-15 16,-1 6-10-16,1 0-14 15,0 2-3-15,-2 1-11 0,0 2-8 0,0 1-2 16,-1-1-10-16,1 2-3 0,0-1-5 0,0-1 0 15,-2 0-6-15,3-5-5 0,-1 2-6 0,2-3-4 16,0-1 4-16,0 0 12 0,0-4 20 0,2 7 16 16,-2-7-2-16,7 0-8 0,0-7-7 0,4 3-6 15,-1-2 4-15,5-6 1 0,1 2 5 0,-2-1 3 16,4-2 1-16,-4 3-3 0,4-1 4 0,-2 2 3 0,-4 1 5 0,-3 2 3 16,0 1 0-16,-3-1-13 0,1 4-15 0,-3 0-13 15,1 0-3-15,-5 2-1 0,15 3-25 0,-5 1-6 16,1 3 3-16,5 2-23 0,-3 4-36 15,2 1-47-15,-2 0-59 0,5 7-85 0,-8-10-332 0,3 2-626 16,-8-6 277-16</inkml:trace>
  <inkml:trace contextRef="#ctx0" brushRef="#br0" timeOffset="97552.98">5756 6481 212 0,'-1'-5'230'0,"2"-1"-12"0,2 1-9 0,-3 0-6 16,2 1-4-16,-1-2-18 0,-1 3-6 0,2-2-9 0,-2 5-17 15,2-7-9-15,-2 5-14 0,0 2-17 0,0 0-8 16,0 0-18 0,3-5-20-16,-3 5-17 0,0 0-1 0,0 0-14 15,0 21-3-15,-3-8-5 0,1 4 1 0,-5 3-1 16,-3 5-5-16,1 4-3 0,-1-2-3 0,-3 2-1 0,2 0-2 15,-3 0 0-15,3-2 1 0,1 0-3 16,-1-1 0-16,2-7 1 0,1-1 0 0,3 1-4 16,-4-5 3-16,4-2-3 0,1-2 0 0,3-3 4 15,-2 0-2-15,2-2 5 0,-2 2 2 0,2-5 15 0,0 2 21 0,-2-2 14 16,3-2 15-16,0 0 15 0,-1 5 21 0,1-5-10 16,0 0-9-16,0 0-25 0,0 0-37 0,0-12-23 15,-4 6-23-15,4-1-33 0,0-3-33 0,4-1-38 16,-3-1-49-16,3-5-44 0,0 0-26 0,1 0-236 15,0-2-509-15,4 1 226 0</inkml:trace>
  <inkml:trace contextRef="#ctx0" brushRef="#br0" timeOffset="97822.5">5723 6477 24 0,'2'-10'219'16,"0"0"11"-16,-1 5 6 0,2-2 0 0,-3 2-7 15,2 0-9-15,-2 2-20 0,1-1-23 0,-1 4-20 16,4-3-19-16,-4 3-18 0,2-4-20 0,-2 4-14 15,0 0-15-15,5 11-6 0,-3-2-5 0,4 2-7 0,2 4-2 0,-3 4-12 16,4 4-6-16,1 2-4 0,-1-1-3 0,-1 1 0 16,0 1-1-16,-2-3-4 0,3 0-1 0,-4-4-3 15,3 6 1-15,-2-7 0 0,2 0-5 0,-7-1 2 16,3-4-3-16,-1-1-2 0,-2 0 3 0,3-2 0 16,-3-4-1-16,-1 0-1 0,3 0 2 0,-2-2-2 15,-1 0 6-15,0-4 3 0,0 7 2 0,0-7 6 0,0 2 2 0,0-2 4 16,0 0-4-16,0 5-7 0,0-5 0 15,0 0-30-15,0 0-65 0,0 0-54 0,-10-7-62 16,7 3-64-16,-6-3-190 0,5 1-479 0,-2-1 213 0</inkml:trace>
  <inkml:trace contextRef="#ctx0" brushRef="#br0" timeOffset="98154.31">5595 6743 61 0,'-5'0'259'0,"5"0"-7"0,-8 2-11 0,4-2-11 0,4 0-18 16,0 0-19-16,0 0-19 0,-6 2-11 0,6-2-11 16,0 0-14-16,0 0-14 0,0 0-12 0,0 0-12 15,0 0-6-15,0 0-3 0,0 0-17 0,22-4-8 16,-3 0-7-16,3 2-6 0,7-3-1 0,-2 1-8 15,1-1-4-15,-1 3-4 0,-7 1-7 0,-1-1-4 0,-6 1 0 16,-1 1-4 0,-1-1-1-16,-3 1-1 0,0 0-4 0,-1-1-2 15,-7 1-1-15,8 0-4 0,-8 0 0 0,5 0-4 16,-5 0-5-16,0 0 0 0,9 0-7 0,-9 0-6 16,0 0-7-16,0 0-14 0,0 0-16 0,0 0-16 15,0 0-29-15,-9 8-31 0,9-8-36 0,-9 1-38 16,5 0-205-16,4-1-439 0,0 0 193 0</inkml:trace>
  <inkml:trace contextRef="#ctx0" brushRef="#br0" timeOffset="98361.34">6155 6759 214 0,'-2'5'329'15,"2"-5"-17"-15,0 0-19 0,0 0-20 0,2 3-26 16,-2-3-21-16,0 0-24 0,0 0-23 0,0 0-30 16,0 0-37-16,2 3-40 0,-2-3-50 0,0 0-50 15,0 0-44-15,0 0-62 0,0 0-77 0,0 0-154 16,11-6-394-16,-6 2 175 16</inkml:trace>
  <inkml:trace contextRef="#ctx0" brushRef="#br0" timeOffset="98862.67">6452 6520 257 0,'0'0'339'0,"0"0"-18"0,-2-5-16 15,2 5-32-15,0 0-29 0,0 0-24 0,0 0-27 16,0-4-25 0,0 4-16-16,0 0-23 0,0 0-19 0,0 0-12 0,0 0-16 15,2 13-7-15,-2-8-12 0,3 5-9 16,-6 2-3-16,6 1-5 0,-6 3-7 0,1 1-2 0,0 0-6 0,0 1-4 0,1 0 0 0,1 2-4 16,-4-2 0-16,4 0-6 0,-4 0-2 15,4-2 5-15,-5 0-6 0,5-3-1 0,-3-3-2 0,2 0 0 16,1 0-1-16,-2-5 6 15,2-1-4-15,-2 1 4 0,1-1 7 0,1-1 46 16,0-3 47-16,-1 4 39 0,1-4 31 0,0 0 33 16,0 0 26-16,0 0-25 0,0 0-22 0,-4-11-19 15,2 1-28-15,-1-2-9 0,0-5-18 0,2-1-20 16,-4-7-16-16,1-2-24 0,-1-1-13 0,1 0-6 16,-1 0-3-16,1 0-3 0,0 0-7 0,3 3-1 15,-1 7-8-15,2 2 5 16,-3 5 4-16,3 0 0 0,0-1 2 0,-1 5-3 15,-1 0-4-15,1 2-1 0,1 1-8 0,1 1-2 16,-1 3-12-16,0-7-15 0,2 2-23 0,2 4-16 16,1 0-11-16,6-2-15 0,2 5-18 0,5-2-27 15,2 3-33-15,7 0-32 0,5 4-33 0,-5-1-21 16,2 2-30-16,-1 2-44 0,-1-3-45 0,-9 2-333 16,0-4-749-16,1 2 332 0</inkml:trace>
  <inkml:trace contextRef="#ctx0" brushRef="#br0" timeOffset="99078.93">6510 6849 53 0,'-2'1'250'0,"-1"3"-5"0,3-4 3 0,-4 4-5 15,4-4-9-15,-4 2-14 0,4-2-15 0,0 0-16 0,0 0-18 16,0 0-11-16,12 1-21 0,-2-2-13 15,8-1-16-15,2-3-19 0,11-2-28 0,0 2-40 16,-1 1-44-16,2-1-61 16,0-3-71-16,-1 1-84 0,0 0-143 0,-5-3-411 15,-4 5 182-15</inkml:trace>
  <inkml:trace contextRef="#ctx0" brushRef="#br0" timeOffset="99326.31">6477 6703 196 0,'0'0'300'0,"-4"-1"-19"16,4 1-22-16,0 0-25 0,0 0-22 0,0 0-25 15,0 0-19-15,15-7-17 0,2 4-15 16,5 0-18-16,4 1-13 0,8-1-39 0,-1 1-48 16,4-1-59-16,-5-1-71 0,6 1-72 0,-6 1-165 15,-2-1-379-15,-1-2 168 0</inkml:trace>
  <inkml:trace contextRef="#ctx0" brushRef="#br0" timeOffset="99564.62">7010 6723 339 0,'0'0'422'0,"0"0"-26"0,0 0-33 0,0 0-23 15,0 0-44-15,0 0-28 0,0 0-29 0,0 0-46 16,0 0-48-16,2 2-69 0,-2-2-65 0,0 0-67 15,0 0-110-15,0 0-312 0,0 0-517 0,0 0 228 16</inkml:trace>
  <inkml:trace contextRef="#ctx0" brushRef="#br0" timeOffset="107731.31">9056 6395 9 0,'2'-4'105'0,"-2"4"-7"0,0-7-4 16,0 7 13-16,0-5-3 0,1 2-2 0,-1 3-2 15,0-6 3-15,0 6-4 0,0-5-1 0,4 0 1 16,-3 3 7-16,-1 2 4 0,0-8 0 0,3 7-3 15,-3-3 6-15,0 4-9 0,1-4-2 0,-1 4-6 16,1-5 1-16,-1 5-7 0,0-4-5 0,0 4-12 0,0 0-3 16,0 0-10-16,3-4-8 0,-3 4-9 0,0 0-9 0,0 0-12 15,0 0-7-15,0 0-4 0,0 0-2 0,5 10-1 16,-5 1-2-16,3-2-4 0,-2 3-2 0,0 2 2 16,2 5-3-16,1 0 4 0,-3 1 0 15,-1 4 0-15,4-6-1 0,-4 1-3 0,0 2 0 16,-4-3 5-16,4-1-1 0,0 2-2 15,-1-2 0-15,-2-2 1 0,3-3 0 16,-1-2 1-16,1-2 0 0,0 0-3 0,0-3 4 16,0 2-3-16,0-2 3 0,0-3 4 0,0 2 10 15,0-4 30-15,0 5 24 0,0-5 23 0,0 6 28 16,0-6 29-16,0 0 2 0,0 0-17 0,0 0-13 0,5-15-19 16,0 5-7-16,0-1-14 0,4-4-7 15,0-4-13-15,0 2 9 0,6-7-20 0,-1-1-10 0,2 3-1 0,-1 1-5 16,2 1-8-16,-6 4-5 0,1 1 0 0,-1 4-8 15,-2 1-2-15,0 1 5 0,-5 1-8 0,1 5-5 16,-1-3 9-16,-3 2-18 0,4 2-17 0,-1-1-12 16,-4 3-2-16,9-1-11 0,-9 1-1 0,9 6 6 15,-5 1-1-15,5-1 1 0,-3 5-2 0,2 4 9 16,-3-3-3-16,5 2 8 16,-3 3 3-16,-2-1 5 0,-1 0 3 0,1 1 0 15,1 0 3-15,-2-2 0 0,-3-1 3 0,2-3 1 16,0 0 4-16,-1-1-4 0,0-3 4 0,0 0 13 15,-1-2-10-15,0 0 2 0,1-1 5 0,-2-1 9 16,1 1 37-16,-1-4 27 0,1 4 34 0,-1-4 40 16,0 0 7-16,0 0-20 0,0 0-11 0,8-13-15 15,-3 3-16-15,1-6-7 0,3-1-13 0,5-8-22 0,0 0-3 0,4-1-11 16,0 2-6-16,-3 1-6 0,1 1-4 0,-6 7-4 16,-4 7-4-16,2-1 0 0,-3 3-6 0,-1-1-2 15,2 4-7-15,-3-1-18 0,-2 3-38 0,-1 1-19 16,8 0 5-16,-8 0-6 0,10 8 1 0,-1 0-1 15,-4 3 5-15,5 3 8 0,-1 2 5 0,1 2 3 16,-1-2 10 0,-1 1 6-16,2 0 1 0,-1-1 5 0,-4-1-22 0,3-1-19 15,0 2-36-15,-3-5-30 0,-3-1-40 0,0 2-45 16,0-2-62-16,-2-5-292 0,-2 0-626 0,-1-3 277 16</inkml:trace>
  <inkml:trace contextRef="#ctx0" brushRef="#br0" timeOffset="111154.93">9697 5969 113 0,'0'-5'146'16,"0"5"2"-16,5-3-9 0,-4 0 6 0,-1 3-3 15,4-7-9-15,-3 3-7 0,2 3-8 0,1-1-11 0,-2-1-4 0,1 0-12 16,2-1-11-16,0 2-1 0,0-1-15 16,0 1-4-16,3 1-7 0,-4 0-4 0,6 0-5 15,-5 1-5-15,3 0-5 0,0 1-9 0,-2 0-2 16,4 2-4-16,-3-1 3 0,-1 6-6 0,4-1 0 0,-3 0-5 16,-1 3 3-16,-1 2-3 0,0 3-5 0,-1-1 6 15,-2 2-4 1,-2 0 0-16,-2-3 1 0,0 2-1 0,-4 0 1 15,1 2-1-15,-1-2-2 0,-1-1 2 0,1-6 3 16,0 2-4-16,-2 0 3 0,3-3-4 0,0 2-2 16,0-4 1-16,1 0 0 0,0 0-2 0,1-3 1 15,1 3 3-15,-2-3 1 0,4-2 1 0,-1 5-5 0,-2-3 4 16,3-2 19-16,-1 3 6 0,1-3 7 0,0 0 6 16,-4 2 1-16,4-2 7 0,0 0-3 0,0 0 2 0,0 0-1 15,0 0 0-15,0 0-1 0,0 0 8 0,0 0-9 16,0 0-4-16,0 0-8 0,18-2 3 0,-4-1-5 15,5-4-5-15,9 2-5 0,-1-1-1 0,-4-1-5 16,4 2 2-16,-8-1-2 0,3-1 6 0,-3 3-10 16,-6 1-2-16,2 1-5 0,-3-1-1 0,-5 3 2 15,3-2 0-15,-4 0 0 16,0-1 0-16,-1 2-10 0,-5 1 8 0,9-4 0 16,-9 4-3-16,6 0-4 0,-6 0-9 0,4-1-12 15,-4 1-19-15,0 0-24 0,0 0-34 16,0 0-23-16,0 0-24 0,0 0-28 0,3 6-43 0,-3-6-205 15,-1 7-455-15,1-7 201 0</inkml:trace>
  <inkml:trace contextRef="#ctx0" brushRef="#br0" timeOffset="112173.01">10143 6564 149 0,'-4'1'163'0,"4"-1"-2"16,0 0-2-16,-6 0 3 0,6 0-10 15,0 0-12-15,0 0-10 16,0 0-9-16,0 0-8 0,0 0-8 0,0 0-1 16,0 0-1-16,0 0-8 0,0 0-7 0,-7 2-1 15,7-2-8-15,0 0-5 0,0 0-9 0,0 0-1 16,0 0-6-16,0 0-6 0,0 0-4 0,0 0-6 15,0 0-8-15,0 0-3 0,0 0 2 0,0 0-6 16,0 0-1-16,0 0-2 0,0 0-5 0,0 0-1 0,0 0 0 16,0 0-5-16,0 0 2 0,0 0-3 0,0 0 2 0,0 0 0 15,0 0-1-15,0 0-3 0,0 0 4 0,0 0-2 16,0 0 1-16,0 0 11 0,0 0-8 0,0 0 3 16,0 0-2-16,0 0 0 0,0 0-1 0,0 0-2 15,0 0 0-15,0 0-2 0,0 0-2 0,0 0 3 16,0 0 6-16,0 0-13 0,0 0 3 0,0 0-2 15,0 0-2-15,0 0 1 16,0 0-1-16,0 0 2 0,0 0-5 0,0 0 5 16,0 0 5-16,0 0-9 0,0 0 0 0,0 0 1 15,0 0-3-15,0 0 1 0,0 0-2 0,0 0 2 16,0 0-4-16,0 0 3 0,0 0 2 0,0 0-3 16,0 0 2-16,0 0 0 0,0 0-1 0,0 0 0 15,0 0-1-15,0 0 2 0,0 0 1 0,0 0-3 16,0 0-1-16,0 0 0 0,0 0 1 0,0 0-1 0,0 0 1 0,0 0 3 15,0 0-5-15,0 0 1 0,0 0 12 0,0 0-8 16,0 0-4-16,0 0 2 0,0 0-1 0,0 0-1 16,0 0 0-16,0 0-1 0,0 0 0 15,0 0 1-15,0 0-3 0,0 0 5 0,0 0-3 0,0 0 2 16,0 0-3-16,0 0 4 0,0 0 0 0,0 0-2 16,0 0 1-16,0 0 2 0,0 0-2 0,0 0 3 0,0 0-3 15,0 0-2-15,0 0 5 0,0 0-6 0,0 0-1 16,22-3 5-16,-8 3-1 0,7-1-2 0,7-4 2 0,1 0 19 31,3 2-3-31,4-2-1 0,-2 3-2 0,-1-2-2 16,2 1 1-16,-4 1 0 0,-1-3 0 0,-3 3-2 15,-5 0-4-15,-5-1-1 0,-4 3 2 0,-1-1 1 16,-2 1-1-16,-1 0 0 0,-1-1-1 0,-3 1 1 0,-5 0 5 16,9 0 2-16,-9 0 0 0,5 0-4 0,-5 0 3 15,0 0-8-15,9-3-19 0,-9 3-16 0,0 0-27 16,0 0-33-16,0 0-40 0,0 0-47 0,8 3-51 15,-8-3-218-15,1-5-481 0,0 2 214 0</inkml:trace>
  <inkml:trace contextRef="#ctx0" brushRef="#br0" timeOffset="113212.85">11391 6070 171 0,'0'0'166'0,"0"0"-8"0,0 0-12 15,0 0-10-15,0 0-16 0,0 0-7 16,0 0-10-16,0 0-11 0,0 0-12 0,0 0-9 15,0 0-8-15,0 0-7 0,0 0-11 0,0 0-4 16,-10 7 0-16,4-3-6 16,-2-1-11-16,-2 6 1 0,1-5 0 0,-6 8-4 0,0-3-2 0,-1 3-2 15,2 3-2 1,-5 2-4-16,-2 2-1 0,2 0 3 0,-1 2-3 0,4 1-7 0,-3-1 8 0,5 2-5 0,-3 0-1 0,3 1 1 31,2-1-3-31,0 2 0 0,1-2 0 0,2-3 10 16,1-4-13-16,3 2 1 0,0-1 4 0,1 1 1 15,4-3 16-15,0-2 3 0,5-1 1 0,-4-1 6 0,3 2 8 0,4-3 3 16,-3 0 5-16,5 0 6 0,2-3 2 0,1 5 0 16,-1-8-1-16,2 4 0 0,4-3-4 0,-6-3-2 15,4 0 9-15,-5 1 5 16,0-3 10-16,0 1 13 0,-3-2 22 0,0-1 7 0,-2 0 6 0,-1-1 3 0,2 0-6 0,-2-1-13 16,-4-1 7-16,3 2-11 0,-4-4-22 15,-1 2-14-15,-2-3-15 0,-3 1-9 0,-2-1-20 16,-10 1-18-16,1 1-13 0,-7-2-8 0,-6 4-9 15,-2 0-8-15,-3 2-7 0,2 2-10 0,-3 1-14 16,3 0-15-16,4 3-24 0,9-3-37 0,4 0-51 16,3 3-55-16,3-1-240 0,5-2-529 0,1 1 233 15</inkml:trace>
  <inkml:trace contextRef="#ctx0" brushRef="#br0" timeOffset="114099.35">11670 6357 81 0,'0'-4'248'16,"0"4"3"-16,0 0-4 0,0 0-5 0,0 0-8 0,0-4-9 15,0 4-11-15,0 0-17 0,0 0-13 0,0 0-21 16,0 0-17-16,0 0-17 0,0 0-15 0,-3-4-13 15,3 4-11-15,0 0-17 0,0 0-13 0,0 0-19 16,0 0-13-16,0 0-5 0,0 0-6 0,0 15-4 16,0-5 2-16,0-1-3 0,-1 3-1 0,-3 0 1 0,4 5-5 15,-1 1 0-15,-2 0 1 0,0-3 0 0,0 2-1 16,3-1 0-16,0-3-1 0,-3-1 1 16,2 0-1-16,1-4 1 0,0 2-2 0,0-4 1 0,0 0 2 15,0 1-1-15,0-4 3 0,0-1 4 0,0-2 23 16,0 7 27-16,0-7 38 0,0 0 26 0,1 3-27 15,-1-3 13 1,0 0-1-16,16-11-12 0,-11 6-2 0,5-4-11 16,-1 0-4-16,5-1-11 0,0-5-11 0,-1 5-1 0,-2 1-10 15,0-1-7-15,-4 4-5 0,2-2-6 0,-4 5 4 16,1-1-12-16,-1 1-2 0,-1 0-10 16,-1-1-7-16,-3 4-12 0,7-3-10 0,-4 3-18 15,-3 0-3-15,0 0 3 0,10 7-4 0,-5-2 1 0,-3 0 0 16,2 3-1-16,0 0 7 0,0 3 2 0,-1 0-4 0,0 0 1 15,-3 2-2-15,5-2-9 0,-5 0-2 0,1-2 1 16,1-2 1-16,-1 0 6 0,0-3 7 0,1-1 4 16,0 2 17-16,-2-1 22 0,0-4 24 0,0 5 40 15,0-5 12-15,0 0-14 0,0 0-5 0,14-12-7 16,-7 7-28-16,0-5 22 0,7-1-14 0,-1-4-6 16,1 1 3-16,0 1-11 15,0-3-6-15,-1 4 4 0,0 2-9 0,-2 2-3 16,-3 0-13-16,1 2 9 0,-2 1 0 0,0 1-5 15,-1 2-6-15,2 1-11 0,1-1-14 0,1 2 1 16,0 3 1-16,3 1-21 0,-1 1-5 0,4 0-15 0,1 4-24 16,-2 1-32-16,3-1-46 0,0 1-59 0,-3-2-65 15,4-1-332-15,-3-1-672 0,-2-3 298 0</inkml:trace>
  <inkml:trace contextRef="#ctx0" brushRef="#br0" timeOffset="114716.56">12636 6484 161 0,'0'0'185'0,"-5"2"-13"0,5-2-12 0,0 0-4 15,0 0-6-15,-8 0-3 0,8 0-5 0,0 0-10 16,0 0-9-16,0 0-7 0,0 0-8 0,0 0-8 16,-2 2-10-16,2-2-6 15,0 0-7-15,0 0-10 0,0 0-7 0,0 0-9 16,0 0-3-16,0 0-6 0,0 0-3 0,0 0-5 15,-7 0-5-15,7 0-1 0,0 0-3 0,0 0-4 16,0 0-1-16,0 0-5 0,0 0-2 0,0 0-1 16,0 0 2-16,0 0-2 0,0 0-3 0,0 0 3 15,0 0 6-15,0 0 2 0,0 0 2 0,0 0 0 16,0 0 1-16,19 0 1 0,-6-2 0 0,-1 0 0 0,8 0-1 0,2-1-3 16,6 1 0-16,0-1 13 0,7-1 2 0,-2-1-4 15,5 2 2-15,-3-2-2 0,-1 0 0 0,-6 2-3 16,0-1-2-16,-6 1 0 0,-4 1-6 0,-5-2 1 15,-3 1-4-15,-1 3-5 0,-1-1-16 0,-1-1-29 16,-3 0-40-16,0 1-26 0,-4 1-50 0,0-6-47 16,0 6-22-1,-12-5-193-15,0 3-446 0,0-1 197 0</inkml:trace>
  <inkml:trace contextRef="#ctx0" brushRef="#br0" timeOffset="114932.71">12858 6332 1900 0,'-1'-11'225'0,"1"4"-16"0,0-3-46 16,0 5 12-16,0-1 0 0,0 0 0 0,0 1 0 15,0 5-36-15,0-4-26 0,0 4-13 0,1-5-16 16,-1 5-28-16,0 0-27 0,0 0-8 0,0 0-4 16,-3 18-3-16,0-2-5 0,-1 11-2 0,-1 1 1 15,4 5 2-15,-2 0 1 0,2 4 18 0,-3-2-17 16,7-1-50-16,-6-1-42 0,8-1-43 0,-1-3-69 0,2-3-96 0,0-6-235 15,1-6-566-15,0-6 250 0</inkml:trace>
  <inkml:trace contextRef="#ctx0" brushRef="#br0" timeOffset="120894.83">13919 6159 38 0,'1'-5'139'0,"-1"1"-7"0,0 1-9 0,0-2 2 16,0 5-9-16,0-9-4 0,-4 6-13 0,2-2-3 15,-2 0-1-15,0-1-10 0,-1 3-11 0,-3-2-11 0,-2-2-5 0,0 4-3 16,-3 3-7-16,-1 0 3 0,0-3-5 0,-4 3-6 16,-2 0-2-16,2 3-3 0,-1-3-3 0,1 7-4 15,-1-1-8-15,-1-1 0 0,5 4-5 0,-3 0-8 16,3 2 9-16,-2-1-3 0,4 1 0 0,3-4-10 16,5 3 5-16,-4 0 4 0,3-1-6 0,3 1 2 15,-1 0 4-15,4-1-4 16,0 1 1-16,0-2 3 0,7 0 0 0,-1 0 0 15,1-3-1-15,0 4 2 0,6-6 0 16,-3 0 6-16,4-3 6 0,-1 0 1 0,1 0 10 16,0-1 1-16,3-3 6 0,-1 1 7 0,0-6 3 0,-1 2 5 15,3-3 0-15,-8 4 10 0,1-3 12 0,1 0 6 16,-3 1 7-16,-2 0-3 0,0-1 0 0,-2 2 0 16,0 2 8-16,-1 0 0 0,0 1-7 0,0-1-9 0,0 2-10 15,-3 1-10-15,0-2-10 0,3 1-10 0,-4 3-26 0,0 0-23 16,0 0-13-16,0 0 1 0,5 8-2 15,-9 0 3-15,3 7 2 0,-4 4 2 0,0 6 0 16,1 1 3-16,-4 4 0 0,3 1 23 0,-4 0 0 16,0 2 0-16,3-3-3 0,0 4 2 0,-2-5-2 0,4-2-2 15,-2 1-1 1,2-3 1-16,1-5 1 0,2-2-2 0,-2-1-1 16,1-2 3-16,1-5 0 0,1 2-2 0,-2-3-1 15,2-1-1-15,-1-3 0 0,1 2 0 0,1-3 2 16,-2-1-2-16,0 1 3 0,1-4-2 0,0 6 3 15,0-6 2-15,0 3-4 0,0-3 10 0,-3 3 1 16,3-3 3-16,0 0-4 0,0 0 3 0,0 0-4 16,0 0 1-16,0 0 1 0,0 0 0 0,0 0 1 0,0 5-7 0,0-5 0 15,0 0 1-15,0 0-4 0,0 0-8 0,0 0-16 16,0 0-21-16,0 0-12 0,0 0-31 0,0 0-29 16,0 0-39-16,0 0-100 0,0 0-277 0,14-8-569 15,-6 2 251-15</inkml:trace>
  <inkml:trace contextRef="#ctx0" brushRef="#br0" timeOffset="121264.2">14509 6360 189 0,'0'0'255'0,"0"0"-10"0,0 0-11 0,-1-2-15 15,1 2-13-15,0 0-15 0,0 0-12 0,0 0-20 16,0 0-14-16,0 0-13 0,0 0-13 0,0 0-9 16,0 0-15-16,0 0-9 0,6-5-8 0,2 5-8 15,6-3-3 1,-1 2-19-16,9-2-20 0,6 1-22 0,1-1-27 16,-1 0-26-16,2 1-34 0,0-1-30 0,-2-1-32 0,-1 2-38 15,-5-1-44-15,-4 0-117 0,1 1-371 0,-4-1 164 16</inkml:trace>
  <inkml:trace contextRef="#ctx0" brushRef="#br0" timeOffset="121486">14627 6512 112 0,'-5'1'258'0,"2"1"-3"0,3-2-5 0,-6 5-11 15,6-5-11-15,0 0-22 0,0 0-17 0,0 0-23 0,0 0-17 16,23-3-13 0,-4 3-19-16,10-2-31 0,3 0-33 15,7-2-42-15,-2 0-41 0,15 2-42 0,2-5-71 0,-1 2-74 16,-4-2-116-16,-9 0-359 0,13-3 159 0</inkml:trace>
  <inkml:trace contextRef="#ctx0" brushRef="#br0" timeOffset="122234.25">15980 6177 106 0,'0'0'105'0,"-6"-3"-5"0,6 3-7 0,-7 0-2 0,7 0-15 16,-6 0-8-16,6 0-4 0,-7-3-4 0,7 3-7 31,-10 3-2-31,10-3-9 0,-10 0-3 0,4 3 9 16,-1-1-21-16,0 2 8 0,-2-1 6 0,0 2-11 0,-4 0-4 0,4 2 3 16,-5-1 4-16,1 5-5 0,0-2-4 0,-1 1 3 15,4 0-8-15,-4 4 10 0,3-2-7 16,0 2-2-16,1-1-1 0,1 1-2 0,1-3-6 0,3 0 4 15,-2 4 8-15,2-3 8 0,2-2-7 0,-2 2 9 0,4-2 9 16,1 3-8-16,-2-5 4 0,4 4 1 0,-1-1 7 16,3 0 0-16,1-2 4 0,1 0-5 15,3 0 1-15,0 0 9 0,4-1 1 0,4 0 9 16,0-1 0-16,0-1 1 0,2-1 2 0,3-1-4 16,7-1 4-16,0 0 5 0,1-1-2 0,0-4 5 0,-1-1-4 0,-1-2 0 15,3-2-2-15,-1-2 10 0,-2-3-14 0,2-1 1 16,-5-3-4-16,-2-2 0 0,-1-3-5 15,-3-1-2-15,-2 2-5 0,-7-3-6 0,-1 1-3 16,-5 2-8-16,-4 1-7 0,-4 0-13 0,-6-3-8 0,-7 0-7 16,-1 4-13-16,-6 2-15 0,-3 2-17 0,-3 5-26 15,-6 1-33 1,3 4-40-16,-1 1-61 0,2 1-284 0,5 3-532 16,7 0 236-16</inkml:trace>
  <inkml:trace contextRef="#ctx0" brushRef="#br0" timeOffset="126707.86">18531 6159 142 0,'0'0'150'0,"0"-7"-3"0,2 4-10 0,-2-1-2 0,0 4 1 16,1-8-4-16,1 4 1 0,-1 2-4 0,-1 2 6 15,1-6-5-15,0 4-10 0,-1 2-1 0,3-5-9 16,-3 5-2-16,1-4-19 0,-1 4-10 0,0 0-7 0,2-3-12 0,-2 3-9 16,0 0-12-16,0 0-8 0,0 0-8 0,0 0-6 15,2 14-3-15,-3-7-1 0,0 4-4 0,-1 0 0 16,1 6 2-16,-2 0-3 0,1 2-2 15,-2 1 3-15,-2 4-2 0,1-6-4 0,2 10 4 0,-1-9-2 16,0-1-2-16,3 1 5 0,-3-2-5 0,4 0 0 16,-1-5 2-1,1 0-2-15,0-2 0 0,-1-3 0 0,1 0 0 16,-3-1 5-16,3-2 1 0,0 3 13 0,0-5 24 16,-1 1 28-16,1-3 41 0,0 0 19 0,5 5 23 0,-5-5-20 15,0 0-9-15,9-13-15 0,-1 5-11 0,1-2-12 16,3-5-7-16,1 0-15 0,6-4-6 15,0-3-7-15,2 3-8 0,-2-1-8 0,-5 8 4 16,0 0-7-16,-2 0-5 0,-4 5 2 0,0 4-5 0,-1-4-4 0,-2 3-4 16,-3 1-4-16,2 0-7 0,0 0-10 0,0 1-31 15,-4 2-18-15,5-2 5 0,-5 2-2 0,6 8 0 16,-2-4 1-16,0 1 2 0,-1 5 1 0,1 1 1 16,-2-1 3-16,2 2 6 0,-2 5 1 0,0-1 2 15,0-1 7-15,-2 0-3 0,1-2 10 0,1-3-4 16,-2-1 8-16,0-1-4 15,1-1 14-15,-1-1-6 0,0-2 4 0,0-2 11 16,0-2 17-16,0 7 31 0,0-7 14 0,0 0-15 16,0 0 3-16,14-12-3 0,-6 4-10 0,-1-2-6 15,6-5-3-15,1-1-3 0,-1 2-12 0,5-7 8 16,-4-2-5-16,-1 9 1 0,-2-1-11 0,0 3 6 16,-4 5-8-16,1-2-2 0,-4 5 15 0,0-1-17 15,1-1-3-15,-3 4-20 0,2 1-23 0,-4 1-15 0,0 0 3 0,10 5 4 16,-7 2-4-16,-1-1-3 0,4 5 4 0,-1 1 3 15,1 4 7-15,0-2-8 0,1 3-15 0,-1 2-15 16,1-5-23-16,-1 3-32 0,0-2-41 0,-2-3-49 16,-1-2-279-16,-1-3-545 0,2-2 241 0</inkml:trace>
  <inkml:trace contextRef="#ctx0" brushRef="#br0" timeOffset="127277.84">19593 6225 53 0,'-6'-3'183'0,"6"3"-9"15,0 0-7-15,0 0-10 0,0 0-12 0,0 0-14 16,0 0-19-16,0 0-5 15,-7 0-11-15,7 0-9 0,0 0-5 0,0 0-11 16,0 0-9-16,0 0-6 0,0 0-5 0,0 0-3 16,0 0-6-16,0 0-5 0,0 0-6 0,0 0 2 15,0 0-2-15,0 0 6 0,0 0 3 0,0 0 7 16,0 0 7-16,0 0-1 0,0 0 8 0,0 0-1 16,0 0 1-16,0 0-3 0,0 0-2 0,0 0-5 15,0 0-5-15,0 0-2 0,28-2-6 0,-14 2-2 0,4-3-3 0,3 6-5 16,7-3-3-16,3-3 7 0,-3 3-10 0,-7 0-3 15,1 0-3-15,0 0 0 0,-2 0-2 0,-1 3-3 16,-5-3-1-16,-1-3-4 0,-2 6 1 0,-2-3 4 16,-3 0-2-16,0 1-4 0,-6-1 3 0,7 1-3 15,-7-1-3-15,8-1-7 0,-8 1-11 0,0 0-19 16,9 0-15 0,-9 0-6-16,0 0-12 0,0 0-19 0,0 0-20 0,-17 6-25 15,12-4-34-15,0 1-20 0,-1-1-160 0,-1 0-373 16,7-2 166-16</inkml:trace>
  <inkml:trace contextRef="#ctx0" brushRef="#br0" timeOffset="127594.25">19682 6363 187 0,'0'0'195'0,"-4"3"-5"16,4-3 3-16,-4 1-7 0,4-1-6 0,0 0-2 0,-4 3-9 0,4-3-10 16,0 0-11-16,0 0-11 0,0 0-12 0,0 0-15 15,0 0-9-15,0 0-10 0,31-5-13 0,-12 2-4 16,3-1-10-16,10 0-5 0,4 0-7 0,-2 0-7 16,5-1-2-16,-4 2-7 0,1 1-1 0,1-1-4 15,-5 1-6-15,-6-2 0 0,-7 3-3 0,-5-1-2 0,-3 2-5 16,0-3-10-1,-3 3-2-15,-2 0-3 0,0 0-2 0,-6 0-21 16,9 0-10-16,-9 0-11 0,0 0-2 0,0 0-9 16,0 0-13-16,0 0-24 0,0 0-21 0,0 0-13 15,-23 3-29-15,17-3-42 0,6 0-142 0,-11 0-365 16,11 0 162-16</inkml:trace>
  <inkml:trace contextRef="#ctx0" brushRef="#br0" timeOffset="128411.75">20377 6070 69 0,'0'0'181'0,"0"0"-9"16,0 0-12-16,0-3-13 0,0 3-12 0,0 0-11 15,5-5-14-15,0 3-6 0,-5 2-13 0,9-2-11 16,-2 1-3-1,-1-1-7-15,7 1-8 0,-3 1-2 0,4-1-7 16,3 1-4-16,0 0-8 0,3 1 2 0,0 2-3 0,3-1-9 16,-5 2-4-16,5 0-2 0,-4 1-5 0,-1 0 2 15,-5 0-7-15,-2 1-5 0,0-1-6 0,-1-1-7 16,-4 4 0-16,1 0-3 0,-3 2-5 0,-4-3 2 16,0 4-4-16,-4-3 1 0,-4 2 1 0,-2 2 3 15,-3 0 2-15,0-3-3 0,-3 2 7 0,3 1-3 0,-4-3-2 16,3-1 4-16,0-2 6 0,5 0-9 0,0-3 4 15,-1 3-1-15,6-4 0 0,-2 2-3 0,2-2 4 16,1 1 0-16,3-3-1 0,-6 2 10 0,6 1 2 16,0-3 2-16,6 8 8 0,-1-5-1 0,4 0 6 15,4 4-10-15,-4-2 2 0,10-1-1 0,-6 1-3 16,1 0 2-16,0 1-5 16,5 0-3-16,-3 1 0 0,0 1-1 0,-4-2 1 15,3 2-1-15,-5 1 3 0,-2-2-7 0,0 1 2 16,-1 0 0-16,-2-1-7 0,-1 3 0 0,-1-1 2 15,-3-3 2-15,-1 1-2 0,-5 0 6 0,0-2-3 16,-7 3 2-16,-1-1-3 0,-5-1 2 0,1-1 5 16,-2-2-4-16,-2 1 0 0,-1-1 5 0,5-1-3 15,-4-2 1-15,3 0 0 0,5 3 3 0,3-3 2 0,-3-3 4 0,6 3-3 16,1 0-4-16,0 3 2 0,7-3 1 0,-10-3-5 16,10 3 0-16,-8 0-18 0,8 0-18 0,0 0-27 15,0 0-20-15,0 0-20 0,0 0-33 0,0 0-174 16,17-2-329-16,-11 0 146 0</inkml:trace>
  <inkml:trace contextRef="#ctx0" brushRef="#br0" timeOffset="128634.05">21051 6508 59 0,'0'0'253'0,"3"3"-28"0,-3-3-25 15,0 4-22-15,-1 1-17 0,-4-1-17 0,-3 4-13 16,2 1-14-16,-11 3-9 0,-2 5-10 0,-8 0-26 16,-5-1-45-16,-2 3-71 0,-17 2-108 0,12-9-112 0,1-2-284 0,4-4 127 15</inkml:trace>
  <inkml:trace contextRef="#ctx0" brushRef="#br0" timeOffset="131071.4">21187 6038 100 0,'0'0'106'0,"0"0"-2"0,0 0 2 0,4-2-2 16,-4 2 2-16,0 0-6 0,0 0-3 0,0 0 1 15,0 0-6-15,0 0 0 0,0 0-6 0,5-2 2 0,-5 2-7 0,0 0-5 16,0 0-6-16,0 0-1 0,0 0-9 0,0 0 0 16,0 0-9-16,0 0-2 0,0 0-6 0,4-2-3 15,-4 2-1-15,0 0-2 0,0 0 1 0,0 0-1 16,0 0-1-16,0 0-3 0,0 0-2 0,0 0 1 16,0 0-5-16,0 0 0 0,0 0-7 0,0 0 3 15,0 0-6-15,0 0-2 16,0 0 1-16,0 0-5 0,0 0-1 0,0 0-1 15,0 0-1-15,0 0-1 0,0 0 0 0,0 0 0 16,0 0-1-16,0 0 3 0,0 0-5 0,0 0 3 16,0 0-3-16,0 0 0 0,0 0 5 0,0 0-4 15,0 0 0-15,0 0 4 0,0 0-2 0,0 0-3 16,0 0-1-16,10 0 0 0,-5-1-8 0,7 1-2 16,-1 0 4-16,1 0-3 0,3 0 3 0,2 2 1 0,1 1-2 0,-4-3-1 15,4 2 6-15,-2 1-8 0,3 1 3 0,-1 1 1 16,0 2-2-16,1 0 1 0,-2-1-2 0,1 3 2 15,-4-1 4-15,1 1-7 0,-6 0-1 0,2-3-1 16,-3 3 4-16,0 1-6 0,-2 0 2 0,-2-1-5 16,-2 2 6-16,-2 0-1 0,-3 2 1 0,-1 2 5 15,-2-4-6-15,-3 3 1 0,-5-2 2 0,2-1-2 0,-2 2 5 16,1-4-4-16,3 0 3 0,0-4-3 0,-2 4 3 0,2-2 2 16,1-2-2-16,2 2 1 0,0-3-1 0,3 1-2 15,-3-1 5-15,4-1-2 0,-1 1 7 0,2-2-5 16,-1 3 1-16,3-2 5 0,3 2 1 0,3-1 0 15,4 0 4-15,-1 4 2 0,10-3-5 16,-1 3 0-16,9 3 2 0,-5-3-2 16,2 2-3-16,5 0 2 0,-5 4-3 0,-5-7 0 15,6 7 0-15,-12-3-5 0,4 0 4 16,-2-1 0-16,-5-1-3 0,-1 0 0 0,-4 0-2 16,2-2 0-16,-5 3 0 0,1-1 0 0,-6-2-2 15,2-2 10-15,-4 3-1 0,-7 1 5 0,-3-1 2 0,-3-1-2 16,-11-2 2-16,-1 1-3 0,1-2-1 0,-3-2 0 15,0 2 2-15,1-1-3 0,3-3 0 0,7 1-12 0,0 3-47 16,2-4-53-16,5 2-88 0,2-2-142 0,6-2-364 16,6 2 161-16</inkml:trace>
  <inkml:trace contextRef="#ctx0" brushRef="#br0" timeOffset="144271.97">7871 8131 48 0,'-5'-1'135'0,"5"1"-6"15,0 0-15-15,0 0-14 0,0 0-18 16,0 0-11-16,-7-1 0 0,7 1-9 0,0 0-10 16,0 0-8-16,0 0-4 0,0 0 1 0,0 0-1 0,-3 4-6 0,3-4 3 15,0 0-8-15,-3 3-7 0,3-3-2 0,0 0 0 16,0 4-8-16,0-4 1 0,0 0 0 0,0 0 9 15,10 4-8-15,-5-4-7 0,3 0-2 0,4-1 7 16,-1-1-6-16,4 1 2 0,2-3 1 0,2 3 0 16,0-2-7-16,-1 0 8 0,0-1-4 0,0 1-4 15,-4-1 6-15,-1 0 0 16,-1 1 4-16,-1-1 1 0,-2-1 5 0,0 1 12 16,-3 2 4-16,0 1 13 0,-2-4 3 0,2 3 8 15,-3-1 1-15,2 0-3 0,-3 0-6 0,-2 3-6 16,0-5-7-16,0 5-4 0,-10-4-4 0,-1 3-7 15,0 1 2-15,-7 0-4 0,-3 1-9 0,-8 3 11 0,-2 0-13 16,-1 2 0-16,-1 0 3 0,-3 4-3 16,1 1-4-16,-5 0 0 0,4 6 0 0,-9 2-5 0,12-2 0 0,1 2-1 15,3 1 3-15,-1 0 0 0,4 3-6 0,4-4 2 16,4 1 1-16,1 2-2 0,7-8 4 0,0 3-1 16,4-2 2-16,4-3 4 0,1 0 1 0,2 0 4 15,5-2 3-15,4 0-1 0,5 0 2 0,4-1 1 16,12-2-2-16,1-4 1 0,4 1 0 0,1-1-7 15,-3-6 3-15,3 3-1 16,-4 3-5-16,-2-8 0 0,-10 5 1 16,-1-2 3-16,-2 1-6 0,-7 1 4 0,0-1-1 15,-4 1-1-15,-2 0 0 0,0-3 7 0,-1 2 6 0,-4 1-6 16,4-2-3-16,-4 2-2 0,0 0-6 0,0 0-4 16,0 0-10-16,-21-2-9 0,14 2-22 0,-1 2-14 15,1-1-31-15,7-1-26 0,-12 0-32 16,7 0-162-16,5 0-334 0,-8 0 148 0</inkml:trace>
  <inkml:trace contextRef="#ctx0" brushRef="#br0" timeOffset="144472.51">8148 8446 243 0,'0'0'303'15,"0"0"-13"-15,4 2-7 0,-4-2-34 0,0 0-24 16,0 0-18-16,0 0-24 0,0 0-11 0,0 0-51 16,0 0-43-16,0 0-55 0,0 0-60 0,0 0-63 15,17-7-50-15,-13 5-199 0,2-1-377 0,1 2 167 16</inkml:trace>
  <inkml:trace contextRef="#ctx0" brushRef="#br0" timeOffset="144935.87">8608 8237 22 0,'0'-4'301'0,"0"0"-12"16,0 4-8-16,0-5-14 0,0 5-22 0,1-5-20 15,-1 5-21-15,3-4-26 0,-3 4-8 0,0 0-29 16,0-4-17-16,0 4-19 0,0 0-28 0,0 0-26 15,0 0-13-15,0 0-6 0,0 0-3 0,0 0 2 16,-3 17-12-16,6-10-4 0,-3 3 2 0,0 2-3 16,-3-1-6-16,2 0 3 0,1 4 2 0,-3 1-2 15,1-2-1-15,1 2 0 0,-2-5 0 0,2 6-7 0,1-2 3 16,0-3 0-16,-2 0 1 0,0-2 1 16,2-3-2-16,-1 2-1 0,1-3 2 0,-1-1 0 15,1 0 8-15,0-1-4 0,-2-1 9 0,2-3 33 16,0 7 28-16,0-7 44 0,0 0 36 0,0 0-15 0,0 0-11 0,-7-16-11 15,5 8 0-15,0-5-7 0,-2-5-11 0,2 0-9 16,2-11-20-16,0-1 2 0,0 0-15 0,2-2-10 16,2-2-6-16,0 2-6 0,1-1-4 0,-3 3 10 15,2 4 8-15,0 7 9 0,-1 2-4 0,-2 2-5 16,2 1-7-16,1 5-6 0,-1-2 1 0,0 2-8 16,-1 3-7-16,-1-1-5 15,2 0-9-15,2 1-17 0,-1 2-33 0,6-1-35 16,3 1-25-16,9 2-25 0,6 1-31 0,1 2-27 15,3 1-28-15,-1 6-33 0,-1-3-44 0,1 3-30 16,-9-2-280-16,-3 0-641 0,0 2 283 0</inkml:trace>
  <inkml:trace contextRef="#ctx0" brushRef="#br0" timeOffset="145305.72">8612 8303 12 0,'-7'4'230'0,"7"-4"-5"0,0 0-8 0,-4 1-7 15,4-1-7-15,0 0-12 0,-3 3-11 0,3-3-10 0,0 0-3 16,0 0-11-16,0 0-10 0,0 0-12 0,0 0-7 15,0 0-13 1,0 0-9-16,0 0-7 0,0 0-13 0,0 0-6 16,0 0-9-16,0 0-10 0,0 0-1 0,28-4-8 0,-10-2-4 15,1 3-11-15,8-1 1 0,4 0-8 16,-3 3-2-16,-6-2-1 0,4-2-7 0,-6 5 0 16,0-4-1-16,-6 3-1 0,-5 0-1 0,1 0 1 15,-2 1-3-15,-2 0-5 0,2-4 3 0,-8 4-1 16,9-1-2-16,-9 1-1 0,5-1-15 0,-5 1-12 0,5-1-20 0,-5 1-27 15,0 0-38-15,0 0-42 0,0 0-93 0,5-3-235 16,-5 3-513-16,0 0 227 0</inkml:trace>
  <inkml:trace contextRef="#ctx0" brushRef="#br0" timeOffset="146925.73">9541 8203 62 0,'0'0'137'16,"0"0"-10"-16,0 0-14 15,0 0-7-15,0 0 2 0,0 0-23 0,0 0-9 16,0 0 2-16,0 0-7 0,-5-2 2 0,5 2 1 16,0 0 1-16,0 0-5 0,0 0 17 0,0 0-2 15,0 0 13-15,0 0-5 0,0 0-3 0,0 0-11 16,0 0-6-16,0 0-6 0,0 0-10 0,13-4-5 16,-3 4-7-16,2-2-12 0,7 1-13 0,1-1-15 15,-1 0-21-15,9-1-21 0,-6 3-24 0,1-1-28 0,5 0-9 16,-10-2-18-16,4 3-27 0,-9 0-121 0,-2-1-285 0,2 1 127 15</inkml:trace>
  <inkml:trace contextRef="#ctx0" brushRef="#br0" timeOffset="147127.72">9551 8303 76 0,'0'0'144'0,"-2"4"-2"16,2-4 3-16,0 0-3 15,0 0-1-15,19 0-14 0,-5 0-16 0,4-4-11 16,10 2-7-16,1 2-27 0,2 0-55 0,2-3-42 16,2 1-68-16,-2-2-96 0,0-2-211 0,-2 1 93 15</inkml:trace>
  <inkml:trace contextRef="#ctx0" brushRef="#br0" timeOffset="149115.34">10829 8085 61 0,'0'0'165'0,"0"0"-11"0,0 0-4 16,0 0-8-16,0-4-9 16,0 4-12-16,0 0-5 0,0 0-13 0,0 0-15 15,0 0-7-15,0 0-7 0,0 0-12 0,0 0-4 16,0 0-9-16,0 0-7 0,0 0-1 0,0 0-3 15,0 0-7-15,0 0-1 0,0 0-3 0,0 0-4 16,0 0-6-16,0 0-4 0,0 0-3 0,0 0-14 16,0 0 4-16,0 0 0 0,0 0 1 0,0 0-4 15,9 0 1-15,0-2 1 0,4 1 2 0,-3 1-1 0,2-3-3 0,3 2 1 16,3-2-7-16,-2 1 6 0,2-1-3 0,-5 1 4 16,2-1-5-16,2 0 9 0,-6 3-11 0,2-2 3 15,-4 2 4-15,1-3-1 0,-2 1 6 0,-3 0 11 16,2 0-4-16,-2 2 1 0,-5 0 18 0,7-2 5 0,-7 2-9 15,4-1-2-15,-4 1-3 0,0 0-2 0,0 0-1 16,0 0-5-16,-28 3-3 0,9-1 2 0,0 2-2 16,-9 4-8-16,-1-2 5 0,0 2-5 0,-2 1 7 15,1 3-2-15,-1 0-5 0,0 2 4 0,5 0-7 0,0 6 4 16,2-8 0-16,7 1 2 0,1 1-6 0,1-1 1 16,4 2 0-16,2-1 1 0,3-4-4 15,2 3-1-15,1-1-2 0,3-3 0 0,4 2 1 16,4-2-2-16,2-2-3 15,8 0-3-15,0 1-13 0,4-3-2 0,8-1-6 16,2-1-10-16,0 1-4 0,0-8-1 0,0 4-2 16,-1-3 10-16,-4 1 6 0,-6-1 14 0,-2-1 21 15,-2-1-2-15,-4 1 23 0,-2 0 34 0,-2 1 29 16,1-1 21-16,-3 2 7 0,-2-2 12 0,0 0 2 0,-2 0 3 0,-1 1 0 0,2 0-4 16,0 1 1-16,-4 2-7 0,5-5-8 15,-5 5-10-15,1-2 2 0,-1 2-26 0,0 0-14 16,8-2-3-16,-8 2-15 0,0 0-29 0,0 0-26 15,0 0-12-15,0 0-2 0,0 8 5 0,-4 1-2 16,3 3 4-16,-3 2 2 0,0 6 0 0,-5 10 6 16,4-2 2-16,0 1-3 0,-3 0 4 0,3 1 2 15,-1-3 1-15,2-6-3 0,1 4 1 0,2-5 1 0,-3-4 2 16,4-3 3 0,0-2-5-16,-1-1 4 0,1-2-1 0,-3-3 4 15,3 3 0-15,-1-4 3 0,1 0 14 0,0 1 15 16,0-5 18-16,0 6 14 0,0-6 16 0,1 4 10 15,-1-4 2-15,0 0 8 0,0 3 4 0,0-3-11 16,0 0-8-16,0 0-7 0,0 0-8 0,0 0-10 16,0 0-14-16,0 0-36 0,0 0-26 0,0 0-20 15,0 0-37-15,4-13-41 0,-4 7-39 0,4 1-43 0,-4-1-55 0,5-3-53 16,0 0-226-16,3 1-571 0,-2-1 253 0</inkml:trace>
  <inkml:trace contextRef="#ctx0" brushRef="#br0" timeOffset="149547.65">11450 8327 138 0,'-4'1'160'16,"4"-1"-8"-16,0 0-13 0,0 0-5 0,-5 3-7 15,5-3-12-15,0 0-6 0,-4 1-14 16,4-1-6-16,0 0-9 0,0 0-8 0,0 0-5 0,0 0-4 16,0 0 2-16,0 0-2 0,0 0-1 0,0 0 3 15,0 0 0-15,0 0-1 0,0 0-1 0,0 0-4 0,-5 0-1 16,5 0-1-16,0 0-3 0,0 0-2 0,0 0-1 15,0 0-6-15,28-4-2 0,-11 3-4 0,6-1-10 0,8 0 3 16,6-3-5-16,0 2-1 0,19-2-1 16,-2 2-5-16,1-1 0 0,-4 2-3 0,1 0-4 15,-15-1 0-15,0 0-1 0,-5 2 2 0,-4-2-4 16,-9 0-2-16,-1 3 0 16,-5 0-8-16,-3-1-5 0,-1 1-9 0,-5 0 0 15,3-3-17-15,-7 3-17 0,0 0-35 0,0 0-8 16,0 0-11-16,-20-6-29 0,5 6 16 0,1-1-22 15,-5 0-3-15,0 1-28 0,1-2-106 0,4 0-296 0,1 2 132 16</inkml:trace>
  <inkml:trace contextRef="#ctx0" brushRef="#br0" timeOffset="149832.84">11767 8211 177 0,'-3'-7'274'16,"1"2"-11"-16,1 2-13 16,1 3-11-16,1-7-12 0,-1 3-19 0,0 4-21 15,-1-7-22-15,1 7-13 0,0 0-18 0,-2-3-18 16,2 3-19-16,0 0-20 0,0 0-8 0,0 0-11 16,0 0-6-16,5 21-4 0,-5-9-9 0,-2 6-5 15,2 1-1-15,-1 8-7 0,-1-2 2 0,0 0-2 16,1 2-5-16,-2 2 3 0,8-10-5 0,-4 6-2 15,-1-8 0-15,3 0-1 0,-3-3-3 0,4-2 2 0,-3 0-5 16,0-7-22-16,1 7-15 0,-1-8-22 0,0 1-11 0,0 0-10 16,1-2-21-16,-2-3-7 0,2 1-67 0,-2-1-262 15,0 0-462-15,9-8 204 0</inkml:trace>
  <inkml:trace contextRef="#ctx0" brushRef="#br0" timeOffset="150465.44">12478 8113 55 0,'-6'1'122'0,"6"-1"-15"0,0 0-7 0,0 0 0 15,0 0-14-15,0 0-16 0,0 0 4 0,0 0 0 16,0 0-7-16,15 3-9 0,-8-3 0 0,2 0-7 15,3-2-8-15,0 1 2 0,1 0-8 0,6 0-6 16,-2-1 2 0,-2-1-2-16,3-2 2 0,0 1-8 0,-5 1 8 15,0-2 8-15,2-3-4 0,-4 4 12 0,0-3 11 0,-4 2 2 16,2 0 3-16,-4 0 8 0,-1 0 3 0,-3-1-3 16,2 2 3-16,-2-2 2 0,-2 0-11 15,0 4-10-15,-2-2-4 0,-1 1-1 0,-2-2-11 16,-3 2-6-16,-3 2-5 0,-1 1-1 0,-7 3-8 0,-7 1-2 15,-2 3-4-15,2 4-6 0,-1 2 0 0,0 1-1 0,0 5-1 16,1 1-5-16,3 3 3 0,-1 0-4 0,3 3 2 16,0-3 0-16,8 3-1 0,0-3 4 0,6-4-1 15,3-1-4-15,1 0 2 0,4 1 13 0,5 0 9 0,0-2 6 16,8-2 11-16,0-1 1 0,5-4 3 16,1 0 1-16,10 0-5 0,5 0-1 0,-1-5-3 15,0 1-5-15,1-6-3 16,-3 3 0-16,-2-3-3 0,-8 0-4 0,-2 0 0 15,-6-3-1-15,0 6-1 0,-6-3-1 0,1-3 9 16,-1 3-11-16,-7 0-4 0,12 0-12 0,-9-3-12 16,-3 3-22-16,2-2-27 0,-2 2-37 0,0 0-28 15,0 0-49-15,-17-7-36 0,9 7-202 0,0-4-446 16,-1 1 197-16</inkml:trace>
  <inkml:trace contextRef="#ctx0" brushRef="#br0" timeOffset="150919.81">12738 8358 3 0,'0'0'249'0,"0"0"-25"0,0 0-21 15,0 0-21-15,0 0-21 0,0 0-16 0,0 0-23 16,0 0-6-16,0 0-15 0,13 11-12 0,-8-7-9 15,5 1-7-15,-2 2-6 0,-3 1-11 0,4 0-7 16,0 3-9 0,-4 1-4-16,0 3 0 0,-5-1-6 0,0 3 2 0,0-1-5 15,0 2-4-15,-5-2-3 0,-4 1 1 0,3-1-7 16,-3 0 5-16,-3-3 3 0,2 2-2 16,-3-3 0-16,-1-1 0 0,5 0 2 0,0-3 1 15,1 0-3-15,0-2-3 0,3 0-1 0,1-1-4 0,1-3-1 16,1 3 3-16,-1-2 1 0,0 1-4 0,0-3 10 15,3-1 3-15,-1 6 4 0,1-6 11 0,0 0 11 0,6 5 9 16,-1-5 3-16,0 3-2 0,3-1-1 0,3-2-6 16,1 0-1-16,-1 0-3 0,3 0-7 0,-1 0 1 15,1 0-6-15,-1-2-4 0,-3 1-3 0,2 1-2 16,-2 0 10-16,-5 0-14 0,3 1-1 0,-8-1-5 16,9-1-1-16,-9 1 3 0,6-2-3 0,-6 2-6 15,5 0-10-15,-5 0-27 16,5-2-34-16,-5 2-80 0,5-6-80 0,-2 3-273 15,-1 0-532-15,4-2 235 0</inkml:trace>
  <inkml:trace contextRef="#ctx0" brushRef="#br0" timeOffset="151552.7">13175 8117 45 0,'4'-3'187'0,"5"3"-16"16,0-1-16-16,0 0-10 16,4 1-19-16,2 0-12 0,-2 2-6 0,5 1-14 15,-1 2-13-15,0 3-4 0,2 1-4 0,-3 0-9 16,0 3-7-16,-3 1-4 0,-3 0-7 0,0 2-4 16,-2 2-7-16,-4-1-3 0,-4 1-2 0,0 0-2 15,-4 1-1-15,0-1 1 0,-5 3 3 0,-6 3 1 16,0-1 4-16,-3-3-4 0,2-5 5 0,1-2-3 15,-2 0 3-15,2-2 3 0,1-3 2 0,0-1-3 0,5-1-1 0,0 1-5 16,0-2 0-16,4-2 2 0,0 3 9 0,1 0 17 16,-1-2 23-16,1-1 23 0,4-2 16 0,-5 2 15 15,5-2 23-15,0 0-24 0,0 0-13 0,0 0-18 16,14-18-13-16,-1 5-7 0,9-6-7 0,-3 1-23 16,1-1-21-16,3-2 2 0,0-2-7 0,1 3-6 15,-3 2-4-15,-2-1 0 16,-2 5 1-16,-3 1-3 0,-1 0-6 0,-3 4 23 15,-4 2-13-15,2-2 3 0,-4 4 6 16,1 0-2-16,0 1-5 0,-1 0 3 0,-3 0-8 0,3 1-8 16,-2 1-9-16,-2 2-17 0,3-5-23 0,-3 5-17 15,0 0 1-15,0 0 5 0,0 0 1 0,0 14 7 16,0-9 6-16,-3 7-1 0,1-2 5 0,1 0 3 16,-2 3 1-16,3 2 9 0,4 1-1 0,0 0 1 0,4-1 7 0,4 2 1 15,1-1 3-15,7 2-2 0,-2-7-27 0,5 2-38 16,-1-6-55-16,-3-4-57 0,12 2-75 15,-4-6-227-15,-7-3-528 0,-1 1 234 0</inkml:trace>
  <inkml:trace contextRef="#ctx0" brushRef="#br0" timeOffset="151853.62">13869 7856 28 0,'5'-3'181'16,"2"3"-13"-16,-7 0-14 0,12 4-19 0,-4 1-10 16,1 3-15-16,5 4-4 0,1 8-9 0,1 3-8 15,-2 8-3-15,1 2-9 0,-1 13-4 0,-1 2-2 16,-3 2 0-16,-10 4-8 0,0-3-5 0,-8 1-5 15,-4 5 1-15,-5-2-3 0,-3-4-3 0,-6-2-2 0,-6-1-6 0,0-5 3 16,-5-4-4-16,1 0-4 0,-7-5-1 0,-2-4-2 16,-6-1-8-16,-4-6-39 0,-33 9-75 0,0-9-110 15,21-11-115-15,-26-3-341 0,1-3 152 0</inkml:trace>
  <inkml:trace contextRef="#ctx0" brushRef="#br0" timeOffset="152593.09">10746 7657 229 0,'0'0'209'16,"0"0"-22"-16,0 0-26 0,0 0-12 0,0 0-23 15,-13 11-12-15,-1 3-14 0,-6 12-14 0,-16 15-12 16,-1 6-11-16,-18 27-4 0,-2 1-9 0,4-5-5 0,7 5-5 16,14-21-4-16,-5 23-2 0,10-24-8 15,8 4 4-15,6-1 3 0,8-4-6 0,5 0 12 16,4-3 7-16,9-3 5 0,2-12 9 0,13 10 5 16,4-5 6-16,9-7 4 0,8-3-5 0,4-4 1 0,8-3-4 0,2-5-5 15,1-2-7-15,25 0-5 0,-32-6-5 0,-3-2 0 16,-14-4-5-16,-1 1-2 0,-5 1-6 0,-3-2-5 15,-12-1-7-15,-1 0-15 0,-8-1-12 0,2-1-11 16,-6 3-14-16,2-3-17 0,-2 0-10 0,-6 0-33 16,0 0-74-16,0 0-250 0,0 0-448 0,-10-11 198 15</inkml:trace>
  <inkml:trace contextRef="#ctx0" brushRef="#br0" timeOffset="153666.07">14397 8356 90 0,'0'0'174'0,"0"0"-16"0,0 0-5 16,0 0-7-16,0 0-12 0,0 0-5 0,0 0-18 15,0 0-7-15,0 0-10 0,0 0-13 0,0 0-3 16,0 0-8-16,0 0-2 0,0 0 0 0,0 0-3 0,-5-3-1 0,5 3 1 15,0 0 0-15,0 0-3 0,0 0-5 0,0 0-7 16,14-7-7-16,-5 2-6 0,1-1-2 0,6-1-2 16,1 1-5-16,1-6-6 0,0 3-4 0,1-2-3 15,9-2-1-15,-1-1-3 0,0-1 0 0,2 1-2 16,-3 0 5-16,0-2-3 0,-1 2-6 0,-6 2 5 16,-5-1-2-16,4 4 3 0,-4-3 5 0,-1 1 9 0,-4 3 8 0,-4 0 7 15,2 3 5-15,-1 0 8 0,-2-1-2 0,-2 0-9 16,1 3-7-16,-3-1-10 0,0 4-4 0,-8-5-4 15,0 4-7-15,-7 0-3 0,-3 3 3 0,-9 3-6 16,-1 3-3-16,-3 3-1 0,1 1-1 0,2 2 0 16,-2 2-1-16,3 3-6 0,2 0 4 0,-2 2-1 15,8-1-2-15,1 0 2 16,-2 1-2-16,9-4 1 0,6 3 0 16,0-3 9-16,5 1-1 0,3-1 1 0,6 0 8 15,10 3 1-15,5-5 4 0,13-3-1 0,20-2-4 0,10-6-18 0,30 1-33 0,-5-7-43 16,0-2-58-16,-1-2-72 0,-30-3-187 0,3-4-431 15,-9 1 191-15</inkml:trace>
  <inkml:trace contextRef="#ctx0" brushRef="#br0" timeOffset="154497.97">15003 7616 91 0,'3'-2'139'0,"5"1"-14"0,-2-1-12 0,5-1-3 0,1 1-8 15,-1 0-8-15,1 4-7 0,2-1-7 0,3 0-8 16,2 2-4-16,0 1-2 0,-2 1-6 0,2 0-3 16,-2 4-7-16,-2-3-6 0,-1 5-4 0,-5-2 0 15,1 1-11-15,-3-2-10 0,-2 3 5 0,0-2-5 16,-3 1-5-16,-2 2 6 0,-2-3-3 0,-2-1-1 15,-1 1-2-15,-3 2 5 16,-2-3 4-16,1 0 0 0,-2-3 1 16,-1 2-16-16,2 1 8 0,1-2-3 0,1-2-4 0,2 0 5 15,1 2-1-15,1-2-9 0,-1 0 2 0,1-3 0 16,1 4-2-16,2-2 1 0,1-3 4 0,1 9-2 16,3-5 1-16,0 1 1 0,4 0 13 0,-2 0-8 15,7 5 3-15,0-3-8 0,1 3-1 0,-1-1-3 16,-2-1 3-16,1 1-4 0,-3-2 4 0,-1 3-3 0,0-3-4 15,-1 3 2-15,-2-3-3 0,-1 2 1 0,-2-3-3 16,-1 1 3-16,-1 0 3 0,-1 1-4 0,-1-4 10 16,-4 2-2-16,-3 1-3 0,-2-2 1 0,-6 2-2 0,-3-1-16 15,-11-2-16-15,3 0-25 0,6-1-18 0,3-2-25 16,-2-1-29-16,3-1-140 0,5-2-286 0,3 0 127 16</inkml:trace>
  <inkml:trace contextRef="#ctx0" brushRef="#br0" timeOffset="155014.79">15523 7667 231 0,'2'-3'214'0,"3"0"-18"0,-2-1-17 0,3 3-18 15,-3-2-18-15,3 2-12 0,4 0-18 0,-2 2-10 16,1 0-7-16,1 3-16 0,3 0-8 0,-4 2-9 16,0 1-8-16,1 0-3 0,-2 3-7 0,1 6-8 0,-8-3-1 0,4-1-4 15,-4 5-2-15,-1-1-7 0,-6 1-4 0,1 0 1 16,-3-2-4-16,-1 1 0 0,-2-1-3 0,-1 1-2 16,-2-2 1-16,1-2 2 0,3 0 1 0,0-3-2 15,1-2-5-15,1-1 5 0,3-2-4 0,0 2 3 16,0-4 5-16,1 0 23 0,2-1 20 0,2-1 22 15,-4 6 18-15,4-6 20 16,0 0-4-16,0 0-17 0,0 0-5 0,15-14-14 16,-1 4-8-16,5-1-10 0,3-6-5 0,5 0-7 15,0 0-7-15,1-4-3 0,0 4-9 0,-3-1-3 16,2 3 0-16,-7 1-2 0,-4 4 6 0,-2-1-15 0,-4 5 0 0,-1-1 1 16,-1 3-4-16,1-1-7 0,-3 2 2 0,-2 1-6 15,-1-1-4-15,1 3-14 0,-4 0-11 16,0 0-16-16,0 0 7 0,0 0 1 0,-3 12 3 15,2-2 6-15,-7 4 1 0,-2 3 1 0,1-1 1 0,0 8 2 16,0-5 3-16,5 2 4 0,4-4 0 0,2 2 2 16,1-2 4-16,10 5 6 0,9-3 0 15,0-1 8-15,11-3 2 0,20 2-4 0,8-4 7 16,1 0-12-16,33-4-32 0,-30-4-47 0,26-2-53 0,-29-3-74 16,-3 0-74-1,-8-5-152-15,-16-1-467 0,-3 4 207 0</inkml:trace>
  <inkml:trace contextRef="#ctx0" brushRef="#br0" timeOffset="156665.81">3915 11185 44 0,'0'0'195'0,"0"-5"1"0,0 5-6 16,1-6-11-16,-1 6-6 0,0-6-8 0,0 6-11 16,0-5-6-16,3 3-10 0,-3 2-9 0,1-4-9 15,-1 4-10-15,0 0-12 0,0-4-15 0,0 4-8 16,0 0-9-16,0 0-26 0,0 0-25 0,0 0-22 16,0 0-4-16,0 0 2 0,0 16-3 0,0-5-1 15,-4 9 4-15,1 9-2 0,-3 2 0 0,1-1 3 0,-1 2-4 16,-2 5-4-16,4-4 6 0,-5 14 3 0,8-12 4 15,-7-1-3-15,3 1 3 0,4-3 1 0,-3-1 1 0,1-2 2 16,2-4-3-16,1-5 4 0,-4-2-6 0,4-2 2 16,0-4 3-16,0-1 0 0,0-1-1 15,2-1 4-15,-2-2-2 0,0-2 0 0,-2-1 2 16,2-1-1-16,0 2 5 0,0-5 1 0,0 5-4 0,-1-3 7 0,1-2 1 16,0 0 10-16,0 6 5 0,0-6-5 0,0 0-26 15,0 0-24-15,0 0-27 0,-10-17-31 0,7 6-30 16,2-6-51-16,-4-1-143 0,4-7-334 0,-1-4 148 15</inkml:trace>
  <inkml:trace contextRef="#ctx0" brushRef="#br0" timeOffset="156982.23">3830 11057 26 0,'-2'-13'221'0,"2"1"-7"15,-1 7-8-15,1-3-16 0,-2 2-14 0,1 0-20 16,1 2-18-16,0 2-18 0,0 2-20 0,0-6-26 15,0 6-18-15,0 0-7 0,5-1-7 0,-5 1-5 16,12 5-8-16,-1-1-9 0,3 6-5 0,4 0-1 0,0 2-1 0,4 3-3 16,1 2-6-16,1 1 7 0,-5 0-9 0,3 1 8 15,-7-5-9-15,1 8-1 0,-4-5 6 0,-1 0-7 16,-4 0 0-16,-2-1-1 0,-1-1 3 0,-4 0 6 16,-1-2 2-16,-3 0 4 0,-5 1 3 0,-4-1 9 15,-2 1 8-15,-7 1-3 0,4-5 3 0,-1 3-1 16,-5 2-2-16,2-5-1 15,3 1-1-15,0-5-1 0,2 2-4 0,2-1-3 16,2-2-3-16,2 0-5 0,3-2 1 0,0 1-3 16,1-2-3-16,3 1-7 0,-4 0-26 15,6-1-35-15,-2 2-13 0,3-1 6 0,1-3-4 0,1 6-7 16,4-3-41-16,2-1-54 0,1 1-106 0,2 0-303 16,3-3 134-16</inkml:trace>
  <inkml:trace contextRef="#ctx0" brushRef="#br0" timeOffset="157167.07">4202 11618 274 0,'0'0'272'0,"0"0"0"0,3 4-10 16,-3-4-19-16,0 0-24 0,0 0-19 0,0 0-28 15,0 0-39-15,0 0-30 0,0 0-38 0,0 0-80 16,0 0-77-16,0 0-65 0,14-8-169 0,-9 3-352 15,2 2 156-15</inkml:trace>
  <inkml:trace contextRef="#ctx0" brushRef="#br0" timeOffset="157483.54">4632 11263 51 0,'2'-3'319'16,"-1"-2"-27"-16,-1 5-22 0,4-4-23 0,-4 4-23 0,2-4-28 15,-2 4-24-15,0 0-23 0,0 0-34 0,2-4-42 16,-2 4-25-16,0 0-7 0,1 10-6 0,-1-3-2 16,2 5-4-16,-1 2 1 0,-1 3-8 0,0 2-2 15,0 6-3-15,-4 3 0 0,2-1-2 0,-2 1 3 16,1-1-2-16,-1 1-1 15,1-2 0-15,-3-2-6 0,3 3 3 16,-1-9 0-16,0-1-5 0,-1 0-13 0,2-5-7 16,-3-1-17-16,3-1-6 0,-3 1 3 0,2-1-21 15,-5-2-16-15,3 0-21 0,-2-4-23 0,3-2-33 0,-4 4-41 16,-1-6-102-16,2-3-314 0,-1 0 139 0</inkml:trace>
  <inkml:trace contextRef="#ctx0" brushRef="#br0" timeOffset="157668.47">4473 11168 76 0,'2'-10'291'15,"1"3"-14"-15,-3 0-21 0,1-1-22 0,2 3-23 16,-2-1-27-16,3 0-13 16,0 0-21-16,0 0-18 0,2 4-17 0,3-1-25 15,0 1-30-15,0 0-22 0,4 2-23 0,1 3-23 16,4 1-21-16,-4 3-29 0,4 3-18 0,0-1-27 15,0 3-20-15,-4 2-26 0,1 2-144 0,-1 5-316 16,-4-3 140-16</inkml:trace>
  <inkml:trace contextRef="#ctx0" brushRef="#br0" timeOffset="157853.44">4466 11768 188 0,'0'1'189'0,"0"-1"-14"0,0 0-14 0,0 0-19 16,0 0-8-16,13 2-14 0,-1-2-8 0,8 0-16 0,11-2-6 0,1-2-14 16,5 3-22-16,0-4-40 0,18-1-62 0,-15 4-97 15,1-2-82-15,-4-1-245 0,-5 0 108 0</inkml:trace>
  <inkml:trace contextRef="#ctx0" brushRef="#br0" timeOffset="158808.93">5090 11647 98 0,'0'0'335'0,"-4"3"-10"0,4-3-13 0,-3 2-13 15,3-2 1-15,0 0-40 0,0 0-25 16,0 0-20-16,0 0-21 0,0 0-47 0,0 0-66 15,0 0-56-15,7-10-65 0,-3 8-70 0,3-2-72 16,-4 1-234-16,5-1-451 16,1-1 200-16</inkml:trace>
  <inkml:trace contextRef="#ctx0" brushRef="#br0" timeOffset="159457.37">5889 11485 211 0,'-9'-2'247'16,"9"2"-8"-16,0 0-18 0,0 0-17 0,-1-4-20 15,1 4-22-15,0 0-21 0,10-4-16 0,-1 3-31 0,4 1-32 0,-2-2-40 16,7 1-51-16,-1-2-49 0,3 3-72 0,-3-3-127 16,2 3-298-16,-3 0 132 0</inkml:trace>
  <inkml:trace contextRef="#ctx0" brushRef="#br0" timeOffset="159604.53">5924 11621 146 0,'0'0'166'0,"0"0"-8"0,20 1-12 0,2-1-18 16,12-1-39-16,3-2-35 0,18 0-83 0,1-5-114 15,-2-1-156-15,-4 0 70 0</inkml:trace>
  <inkml:trace contextRef="#ctx0" brushRef="#br0" timeOffset="160274.94">8969 10972 92 0,'3'-5'239'0,"-1"-1"-17"16,-2 2-17-16,1 2-23 0,-1 2-19 0,1-5-23 16,-1 5-17-16,0 0-28 0,0 0-15 0,0 0-11 15,0 0-9-15,0 18-5 0,-1-2-12 0,0 3-1 0,-1 7-10 0,2 3 2 16,-3-1-1-16,1 3-2 0,1-1-2 0,0 2-6 16,1-3-10-16,-1-2-22 0,2 3-33 0,-4-1-22 15,6-2-29-15,-4-1-38 0,-1-9-147 0,4-1-301 16,-2-3 133-16</inkml:trace>
  <inkml:trace contextRef="#ctx0" brushRef="#br0" timeOffset="160713.76">8355 11684 109 0,'-6'0'185'15,"1"1"-23"-15,0-1-11 0,5 0-8 0,-10 0-6 16,10 0-6-16,-6 2-21 0,6-2-10 0,0 0-12 16,-6 1-5-16,6-1-8 0,0 0-1 0,0 0-6 15,0 0-4 1,0 0-7-16,0 0-2 0,0 0-9 0,0 0 2 0,22-3-2 15,8 2-3-15,7-3-1 0,22-1-9 0,33-3 0 16,13 0-8-16,4 1 6 0,8 1-8 0,13-1-1 16,8-3 1-16,13 2 2 0,8 2 1 0,9-2-4 15,4 7 1-15,4-7 4 0,0 6 3 0,-1-5-3 16,-2 4-4-16,-12-1-6 0,-17-3 2 0,-2 4-2 16,-9 3-2-16,-6-5 11 0,-10 0-2 0,-8 1-1 0,-11 1-4 15,-31 1 2-15,-5-1-3 0,1-1-2 0,-11-3-1 0,-16 3 0 16,-5 2 4-16,-8 0 1 0,-6 0 10 0,-4 2 11 15,-4-3 18-15,0 3-14 0,-4-4-8 0,-1 0-18 16,-4 0-32-16,-1-1-34 0,-7 0-44 0,-5 1-42 16,3-3-54-16,-9 4-222 0,-3-1-444 0,3 3 197 15</inkml:trace>
  <inkml:trace contextRef="#ctx0" brushRef="#br0" timeOffset="161409.2">8437 12446 168 0,'1'-3'248'0,"-1"-2"-17"0,0 5-23 0,0-5-23 15,0 5-18-15,0-3-23 0,0 3-19 0,3-4-30 0,-3 4-28 16,0 0-16-16,0 0-4 0,0 0-15 0,1 20 0 15,2-8-5-15,-3 5-2 0,0 9-2 16,1 3 0-16,-5 1-1 0,3-1-9 0,-3 4 4 16,0-1-3-16,-1-2 2 0,2 0-6 0,3-5 3 0,-2 2-3 0,2-1 7 15,0-8-3-15,0-2-7 0,0 0 0 0,-1-5-4 16,-2 0 9-16,2-3-2 0,1-1 2 0,0-2-1 16,-3 2-6-16,2-4-2 0,2 2-3 0,-1-5 6 0,0 5-6 15,0-5 1-15,0 0-39 0,-4 1-89 0,4-1-199 16,-5-9-354-16,4 1 157 0</inkml:trace>
  <inkml:trace contextRef="#ctx0" brushRef="#br0" timeOffset="161763.31">8385 12416 143 0,'-2'-2'197'15,"2"2"-18"-15,-1-4-23 0,1 4-16 0,0 0-17 16,0 0-20-16,0 0-6 0,9 0-8 0,-9 0-15 16,19 4-1-16,-1 3-11 0,0 1-6 0,10 4-5 15,2 2-9-15,-2 2 6 0,0 0 0 0,1 2-6 16,-1 3-4-16,-1 1-6 0,-3 1-1 0,-2 2-8 16,1 1 2-16,-4-4-4 0,-6 6-1 0,-3-3-9 0,-2-1 4 0,-4-6-2 15,-4 1-2-15,-4-1 5 0,-4-1 1 0,-3 1 3 16,-7 1 7-16,-4-1-3 0,2-1 5 0,-3-3 4 15,-3 0 2-15,8-4 1 0,-1-2 0 0,1-1 0 16,0 0-2-16,4-2-1 0,3-1-6 0,3-1 1 16,0-1-4-16,1 1-1 0,2-2-2 0,0 2-3 15,1-2-1 1,4-1 3-16,-7 3-3 0,5-2-3 0,2-1-8 0,-6 3-3 16,6-3-20-16,0 0-24 0,0 0-38 0,0 0-61 15,0 0-240-15,25-12-412 0,-14 7 182 16</inkml:trace>
  <inkml:trace contextRef="#ctx0" brushRef="#br0" timeOffset="162549.01">8874 12039 157 0,'4'-3'181'0,"2"-1"-12"0,3 3-15 16,-1-1-13-16,1 0-17 0,-3 0-11 0,6 2-17 16,2 0-9-16,-4 2-11 0,2 1-9 0,-2 1-8 15,0-1-14-15,0 4 2 0,0 0-6 0,-2 2-8 16,-2 2 1-16,2 3-7 0,-4 3 1 0,-4 1-3 15,0 3-1-15,-4-2-1 0,-1 1 4 0,-1-2-3 16,-2-1-2-16,-5 3 4 0,4-4 2 0,0-2-2 16,4-3-2-16,-2-1-1 0,0-3-6 0,3 1 2 15,2-4-7-15,-1 1 6 0,2-2-3 0,0 2 2 16,-1-2 3-16,2-3 8 0,-1 4 10 0,1-4 13 16,5 2 9-16,3 0 0 0,5-4-4 0,8 4-4 15,6-6-14-15,1 1 4 16,4 3-24-16,0 0-35 0,-1-1-49 0,1 1-56 15,0-3-63-15,-3 2-169 0,-1-3-383 0,-5 3 169 16</inkml:trace>
  <inkml:trace contextRef="#ctx0" brushRef="#br0" timeOffset="163050.34">9265 12631 86 0,'-5'3'176'0,"5"-3"-13"0,0 0-5 0,0 0-7 15,0 0-13 1,0 0-5-16,0 0-4 0,0 0-9 0,0 0 1 16,0 0-7-16,25-3-4 0,-3 2-15 0,6-4-8 15,4 2-10-15,5 2-7 0,13-8-7 0,5 5-6 16,-14 1-6-16,9 1-8 0,-13-2-3 0,-3 3-1 0,-2-1-2 16,0-1-6-16,-11 3-6 0,-2 0-1 15,0-2-2-15,-7 2 0 0,-5 0-7 0,3 0 0 16,-4 0-8-16,-6 0-5 0,10 0-12 0,-10 0-8 0,6 0-12 0,-6 0-29 15,0 0-35-15,0 0-24 0,0 0-69 0,-15-4-131 16,7 1-344-16,-1 2 153 0</inkml:trace>
  <inkml:trace contextRef="#ctx0" brushRef="#br0" timeOffset="163535.79">10352 12222 115 0,'0'0'158'0,"0"0"-22"0,0-4-16 0,0 4-15 15,0 0-8-15,0 0-9 0,-14 7-12 0,4-2-16 16,0 2-1-16,-5 6-5 0,-5 2 0 0,0 6-18 16,3-4 4-16,-4 2-4 0,-1 6 6 0,2-3-10 0,0 3 6 0,1-2-7 15,2 1-3-15,0 1-6 0,3 0 4 16,1-3-8-16,4-5-3 0,2 0-4 0,1 0 2 16,2 1 0-16,1-2 5 0,3-5-4 0,0 2 21 0,2-2 13 15,2-2 14-15,3 3 6 0,0-6 13 0,2 2 1 16,2-1 1-16,2-2 5 0,0-2-6 15,-2-2-3-15,1 0 6 16,-2 0-1-16,3-2 8 0,-7 1 13 0,1-2 14 0,0 1-10 0,-3-1-10 0,4-1-3 0,-7-2-6 16,3 1-17-16,-1-1-9 0,-3 0-32 0,-3-2-30 15,-1-2-22-15,-2 4-12 0,-4-3-12 0,-6 1-14 16,-3 6-10-16,-3-5-10 0,-5 1-19 0,6 3-17 16,-6 2-13-16,5 0-13 0,6 0-29 15,2-3-22-15,5 3-172 0,2 0-392 16,7 0 173-16</inkml:trace>
  <inkml:trace contextRef="#ctx0" brushRef="#br0" timeOffset="163798.87">10641 12390 216 0,'0'-3'251'15,"0"3"-23"-15,3-4-28 0,-3 4-20 0,0-3-24 16,0 3-20-16,0 0-15 0,0 0-13 0,0 0-12 16,0 0-16-16,1 15-4 0,-2-5-12 0,1 1-4 15,-3 5-6 1,3 1-5-16,-2 0-6 0,1 1-2 0,-3 2-7 0,0-3-4 16,0-1 1-16,4 2-2 0,-4-1 0 0,3-1-13 15,-2-4-27-15,-1 0-14 0,3-2-24 0,-4 1-21 16,4-2-12-16,-3-4-14 0,1 2-8 0,1-2-17 15,-2-3-52-15,0-2-94 0,4 0-288 0,0 0 128 16</inkml:trace>
  <inkml:trace contextRef="#ctx0" brushRef="#br0" timeOffset="164100.84">10604 12264 177 0,'0'-6'176'16,"0"6"-15"-16,0 0-17 0,0 0-17 0,8-1-16 16,-8 1-9-16,14 9-7 0,1 0-11 0,2 2-3 15,10 6-2-15,1-2 0 0,1 4-6 0,3-1-5 16,-4 3-7-16,0 0-1 0,-1-2-10 0,0 6-5 16,-9-4-5-16,0 6-2 0,-5-5-5 0,-4-3-4 15,-3-1-4-15,-2 0-3 0,-4 0-3 0,-4-1 0 16,-2 2 0-16,-5-5 2 0,-4-1 5 0,-5 5-1 0,-3-5-2 0,1-3 2 15,-1 2-5-15,-4-1-1 0,5-3 1 0,-3-1-4 16,7-2-2-16,-1 0 1 0,6-2-1 0,-1-1-4 16,4 1-9-16,2-1-14 0,-1 0-12 0,4 0-24 15,1-2-25-15,4 0-62 0,0 0-193 0,0 0-355 16,13-12 158-16</inkml:trace>
  <inkml:trace contextRef="#ctx0" brushRef="#br0" timeOffset="164400.1">11168 12528 28 0,'0'0'227'16,"0"0"-11"-16,0 0-9 0,0 0-13 0,0 0-14 16,0 0-10-16,0 0-13 0,20 0-12 0,-2-1-12 0,10 1-14 15,4-1-10-15,4 1-13 0,1-3-8 0,1 1-9 16,-1 0-7-16,-1 1-14 0,-1-1-30 0,-6 0-33 16,1-1-34-16,-10 0-32 0,1 0-43 0,-1-1-47 15,-9-1-159-15,-4 1-345 0,-4 1 152 0</inkml:trace>
  <inkml:trace contextRef="#ctx0" brushRef="#br0" timeOffset="164654.04">11361 12320 103 0,'1'-7'302'0,"0"2"-20"16,2 1-18-16,-3-3-26 0,1 3-22 0,-1 4-26 16,3-5-26-16,-3 5-20 0,2-1-18 0,-2 1-14 15,0 10-12-15,1 1-12 0,1 6-4 0,-1 6-14 16,0 6-7-16,-2 1-8 0,0 1-3 0,-2 3-9 16,2 2-14-1,-4 0-17-15,2-2-30 0,1-4-38 0,0 1-31 16,2-2-30-16,2-9-53 0,-1-1-212 0,0-7-414 0,6-2 184 15</inkml:trace>
  <inkml:trace contextRef="#ctx0" brushRef="#br0" timeOffset="165186.63">12136 12385 176 0,'-1'-7'246'0,"0"0"-14"15,-2 2-20-15,-2-1-20 16,5 1-17-16,-5 1-23 0,1 0-10 0,-1 0-20 16,1 2-14-16,-1 2-13 0,-5 0-10 0,2 1-9 15,-1 4-12-15,-5-1-7 0,-1 3-3 0,0 3-4 16,-1 0-9-16,1 2-4 0,3 0-2 0,1 1-3 16,-1 1-5-16,2-2 1 0,1 2-13 0,4-1-2 15,0-4-2-15,5 3-5 0,0-3 1 0,0-2 1 16,4-2-1-16,2 1-2 0,3-1 1 0,4-1 3 0,0-2-6 0,5-2 1 15,-1-2 1-15,3-1-2 0,-4-1 3 0,5-3 10 16,-5 0 4-16,2-3 5 0,0 5 9 0,-1-5 14 16,-7 3 12-16,0 3 9 0,-2-1-2 0,-3 0-2 15,1 2-8-15,1 2-15 0,-2 0-6 0,-1-2-9 16,-4 3-6-16,6 5-4 0,-5 2-4 0,2 3-6 16,-2 7 1-16,1 4-2 15,-2 6-2-15,-2 3 0 0,0 3-1 0,-1 0 1 16,2 2 0-16,-3-1 2 0,0-3-37 15,-2 2-40-15,-2-3-60 0,-1-1-64 0,-1-4-269 0,-3-9-502 16,3-1 222-16</inkml:trace>
  <inkml:trace contextRef="#ctx0" brushRef="#br0" timeOffset="166759.65">13537 10786 99 0,'0'-5'139'0,"0"5"-3"0,0-3-4 15,0 3-8-15,1-4-2 0,-1 4-10 0,0 0-5 16,0 0-6-16,0 0-4 0,-2-5-6 0,2 5-14 16,0 0-4-16,0 0-13 0,0 0-4 0,0 0-11 15,0 0-1-15,0 0-12 0,-16 4 1 0,6 1-4 16,-3 3-4-16,-3 4-3 15,-1 0-2-15,-6 5-7 0,-3 2-1 0,3 3 0 16,1 4-5-16,-4-1-4 0,0 3-2 0,-4 9 2 16,4-9-6-16,6 2 6 0,-1 0 0 0,2 1-9 15,3-3 3-15,0 1 1 0,7-2-1 0,-1-2-1 16,6-2 0-16,0 4 6 0,4-9-11 0,2-1 10 16,4-2 7-16,0-1 15 0,7-1 20 0,0-2 12 15,2 0 10-15,3-5 0 0,0 3 4 0,10-4-5 0,0-3-3 0,-5-2 0 16,-5-2-3-16,3 0 2 0,-5-1-2 15,-2-4 0-15,-1 2-11 0,-3-2-1 0,-1 0-6 0,-1-1-2 16,-3-2-3-16,1 0-5 0,-6-1-4 0,-2 1-7 16,-3 1-8-16,-3-2-7 0,-5-1-12 0,-3 5-6 15,-10-2-10-15,3 4-3 0,-4 3-7 0,-1-2-17 16,0 2-18-16,5 1-23 0,4 4-28 0,6-2-38 0,-1-1-37 0,6 3-148 16,7-1-371-16,1-2 165 0</inkml:trace>
  <inkml:trace contextRef="#ctx0" brushRef="#br0" timeOffset="167330.04">13892 11253 25 0,'0'0'166'16,"0"0"-21"-16,0 0-12 0,-5-2-11 0,5 2-5 15,0 0-24-15,0 0-10 0,0 0-9 0,0 0 2 16,0 0-13-16,0 0 0 0,0 0-5 0,19 0 0 16,-5 0-10-16,0-1 2 0,5-3-11 0,2 1 3 15,7-1-5-15,0-4-6 0,2 3-7 0,0-4 5 0,1 0-3 0,-3-2-2 16,1 0-2-16,-3 0 0 0,-3-3-2 0,-8 4-1 15,9-7 3-15,-2 0 1 0,-4-2-1 0,-4 5 10 16,-5-3-6-16,0 2-1 0,0 2 1 0,-5 2 3 16,0-2 4-16,-4 3-2 0,-3-1-3 0,-1 2-3 15,-3 1-8-15,-2 0-1 0,-3 4-4 0,-6 0 1 16,0 3-5-16,-1 1-4 0,-11 7 1 0,0 1-6 0,2 1 2 16,-1 4 0-16,1 2-5 0,-2 3 2 0,3 2-1 0,3 6 1 15,2-2-3-15,-1 2-7 0,7-1 9 0,3-1 2 16,8 1 0-16,3-6 2 0,9 8-1 0,2-10 4 15,11 4 3-15,7-4-1 0,6 0 2 0,17-5-30 16,4-2-28-16,3-3-52 0,4-7-70 0,-1-1-121 16,-4-6-316-16,-3-2 140 15</inkml:trace>
  <inkml:trace contextRef="#ctx0" brushRef="#br0" timeOffset="167994.24">14541 10473 9 0,'7'-1'140'0,"-2"0"-19"16,1-1-10-16,6 2-17 16,-1 0-8-16,2 0-1 0,0 3-17 0,1-2-11 15,-1 2-3-15,4 1 0 0,-4 1-13 0,1 0 1 16,-4-1-9-16,2 4 2 0,-5 0-6 0,1 1-8 15,-4 1 2-15,1 3-3 0,-2-4-3 0,-3 4-4 16,-3 3 4-16,-2 1-4 0,-4-2 2 0,-1 1-3 16,-2-1 2-16,2-1-1 0,-3 1-5 0,2-1 2 15,-2-4 4-15,4 1-6 0,1-3-2 0,1 2 0 0,1-3 5 0,0 0-8 16,0 1-1-16,3-1 3 0,2-1 9 0,0 1-1 16,2-1-2-16,4 2 1 0,0 0 8 0,4-1 6 15,1 2-5-15,5 0-1 0,0 1 0 0,0 0 12 16,3-1-8-16,-4 1-6 0,2 0 1 0,-4 1-9 15,2-3 5-15,-6 2-3 0,1-3 2 0,0 2-4 16,-5-3-1-16,-2-1-1 0,-2 2-7 0,2 0 5 0,-5-1-4 0,-2 1 3 16,-4-1 1-16,0-1-13 0,-4-1-9 0,-1 2-12 15,0-1-25-15,-4-3-34 0,5 0-39 0,-4-1-98 16,5-1-242-16,-1-2 107 0</inkml:trace>
  <inkml:trace contextRef="#ctx0" brushRef="#br0" timeOffset="168448.48">14995 10588 82 0,'11'0'123'0,"1"-1"-2"0,-1 2-25 15,0 3-6-15,0 0-8 0,-1 1-6 0,-1 4-14 16,5 2-3-16,-9-2-8 0,4 5-7 0,-2 2-4 16,-5 0 7-16,-2 2-14 0,-2 0 11 0,-6 0-13 15,-1 8-10-15,-1-3 1 0,-2 0 2 0,2-7 1 0,-3 0-2 16,1-1 8 0,1 0-5-16,-3-1 4 0,4-7 3 0,4 1 7 15,-1-4 5-15,1 3 13 0,2-3 19 0,2-1 28 16,-1 0 21-16,-1 0 20 0,3-2 19 0,1-1 15 15,0 0-9-15,0 0-17 0,0 0-21 0,9-13-11 16,1 4-14-16,3-4-11 0,1-2-7 0,9-2-15 16,-1-3-3-16,2-1-9 0,-5-3-13 0,4 2-2 15,-4 4-6-15,-6 1-3 0,1 5 0 0,-6 3 5 0,-2 0-1 0,2 2-11 16,-7 1 0-16,7 2-16 0,-6 1-8 0,2 0-21 16,0 1-19-16,-4 2-20 0,0 0-3 0,0 0 3 15,5 8 5-15,-7 2 5 0,0 1 8 0,2 9 3 16,3 4 0-16,-2 2 4 0,8 2 1 0,4-1 0 15,5 3-16-15,6-3-41 0,18 6-78 0,5-5-125 16,6-9-164-16,3-7-487 0,3-5 216 0</inkml:trace>
  <inkml:trace contextRef="#ctx0" brushRef="#br0" timeOffset="175048.84">7963 15112 9 0,'0'0'58'0,"0"0"-4"0,0 0 5 16,0 0-4-16,0 0 2 0,0 0 0 0,0 0 3 15,0 0 1-15,0 0 0 0,0 0-8 16,0 0-4-16,0 0 0 0,0 0 1 0,0 0-7 15,0 0-3-15,0 0 3 0,0 0 0 0,0 0 4 16,0 0-4-16,0 0 8 0,0 0 4 0,0 0 2 16,6-4 2-16,-6 4-3 0,0 0 6 0,0 0-4 0,0 0 3 0,0 0-7 15,0 0 6-15,0 0 0 0,0 0-5 0,0 0-4 16,0 0-13-16,0 0-2 0,0 0-8 0,0 0-2 16,0 0 5-16,0 0-10 0,0 0-2 0,0 0 0 15,0 0-2-15,0 0-8 0,0 0-18 0,0 0-14 16,0 0-19-16,0 0-42 0,0 0-37 0,4-3-162 15,1 1-306-15,0-1 135 16</inkml:trace>
  <inkml:trace contextRef="#ctx0" brushRef="#br0" timeOffset="176229.75">8061 14841 25 0,'0'0'78'0,"0"0"-6"15,0 0-3-15,-7 0-1 0,7 0-4 16,0 0-6-16,0 0-6 0,0 0-1 0,0 0 0 0,0 0-10 0,0 0 0 16,0 0 0-16,0 0-4 0,0 0-3 0,0 0-12 15,0 0 4-15,0 0-1 0,0 0 1 0,0 0 1 16,0 0 1-16,0 0 2 0,0 0 2 0,0 0 11 16,20-2-3-16,-8 0 4 0,7 2-8 0,2 2-2 15,10-2-4-15,-3 2 10 0,4-2-5 0,3 2-8 16,-2-2 8-16,-1 0-6 0,-3 0-4 0,-1 2 0 0,-6-2-5 15,-3 0-1-15,-5 0-6 0,-1 1 0 0,0-1-1 0,-7 0 3 16,2 0-7-16,-3 0-9 0,2 0-24 0,-7 0-22 16,7 1-16-16,-7-1-19 0,0 0-6 0,0 5-24 15,0-5-76-15,-10 2-203 0,4-1 91 0</inkml:trace>
  <inkml:trace contextRef="#ctx0" brushRef="#br0" timeOffset="176652.95">8009 15093 33 0,'0'0'96'0,"14"2"0"0,0-4 3 16,4 2-8-16,11-1 0 0,8 0-12 0,15 0 0 15,1-2-3-15,2 2 1 0,-1-2-3 0,2 2 0 0,0-2 0 16,3 0-1-16,-7 0-1 0,-12 1-1 0,-3 0-1 0,-4 2-10 16,-7 0-12-16,-4-3-1 0,-8 3-2 0,-3-1-7 15,-1-2 3-15,-1 3-1 0,-4 0-4 0,-5 0-2 16,11 0-10-16,-7-1 5 0,-4 1-6 0,0 0-17 16,0 0-11-16,0 0-38 0,0 0-41 0,0 0-41 15,0 0-132-15,0 0-278 0,-19 4 123 0</inkml:trace>
  <inkml:trace contextRef="#ctx0" brushRef="#br0" timeOffset="178504.37">10375 14125 96 0,'3'-3'157'0,"2"0"-15"0,0 1-19 16,8-3-15-16,-4 3-6 0,0 0-14 0,6 2-11 15,-2 2-9-15,6 0-8 0,0 4-11 0,2-2-1 16,-1 4-4-16,6 6-3 15,-2-2-4-15,-2 3-6 0,-3 2-3 0,-5-1 1 16,0 5-7-16,0 4-4 0,-6-7 0 0,-2 4-2 16,-5-1-5-16,1 2-3 0,-4-2 1 0,-4 3 5 15,-2 1-7-15,-3-2 3 0,-3-1-7 0,0-2 5 16,0-5 0-16,1 1 1 0,-3-2 2 0,1-2-2 16,0 0 10-16,4-2 14 0,0-4-9 0,1-2 7 15,4 2 3-15,1-2 6 0,-1-2 15 0,1 1 7 0,0-3 15 16,0 2 25-16,5-2 29 0,-4 5 25 0,3-3 22 0,1-2 12 15,0 0-15-15,0 0-25 0,0-13-18 0,5 2-15 16,3 3-5-16,1-7-8 0,4-1-14 0,2-3-11 16,4-3-13-16,0 1-16 0,3-2-7 15,-4 0-4-15,1 1-3 0,3 1-13 0,-4 0 7 0,-4 4-4 16,2-1-6 0,-3 2 10-16,-3 4-11 0,-1 1 2 0,-3 1-6 15,2 2 12-15,-3 3-12 0,1-4-8 0,-3 7-11 16,0-1 6-16,-2 0-4 0,-1 3-11 0,5-7-27 15,-5 7-17-15,0 0-3 0,0 0 6 0,-7 14 2 16,3-2 7-16,-4 4-1 0,-1 0 4 0,-2 7 6 16,3-1 0-16,-1 4 2 0,4-2 4 0,-1 2 3 15,3-2 2-15,6-3 3 0,4 4 5 0,2-3 2 0,4 0 7 0,7 2 2 16,7 0 1-16,6-5-27 0,21-1-67 0,2-3-88 16,4-4-326-16,-1-5-555 0,-1-4 245 0</inkml:trace>
  <inkml:trace contextRef="#ctx0" brushRef="#br0" timeOffset="179159.1">9650 14877 149 0,'0'0'169'16,"0"0"-6"0,0 0-8-16,0 0-12 0,0 0-2 0,0 0-14 15,0 0-14-15,0 0-8 0,0 0-7 0,0 0-10 16,0 0-8-16,0 0-10 0,0 0-6 0,0 0-8 0,0 0-6 15,0 0-8-15,0 0 3 0,0 0-7 16,0 0-8-16,0 0-1 0,0 0-4 0,0 0 1 16,0 0 2-16,0 0-2 0,0 0-5 0,0 0-1 15,0 0-2-15,0 0 0 0,16-2-4 0,-4 0-4 0,7 2 2 0,14-3-2 16,3 3 1-16,19-1-3 0,10-1-3 0,32-2 6 16,9 2-8-16,17-2 3 0,11 2-1 0,12 2 0 15,10 2 3-15,2-4 5 0,13 5-1 0,6 0-1 16,2 0-2-16,-3 3 0 0,-7-4 1 0,-3-1 3 15,-6 1-6-15,-5-2 2 0,-17-2-2 0,-6 1-4 16,-12-1 2-16,-11 1 1 16,-7-5 3-16,-10 2-3 0,-29 2-4 0,0-1 5 15,-6 1 1-15,-4-3 0 0,-16 4 3 0,-1-2 0 16,-17 1 12-16,3 2 16 0,-8-2 20 0,-4 2 25 16,-1-3 1-16,-1 3 8 0,-3 0-7 0,4-3-6 15,-4 3-16-15,-5 0-25 0,7-3-25 16,-7 3-32-16,5-1-39 0,-5 1-52 0,0 0-52 0,0 0-54 15,-21 5-207-15,6-5-456 0,-4 2 202 0</inkml:trace>
  <inkml:trace contextRef="#ctx0" brushRef="#br0" timeOffset="180123.36">9800 15336 73 0,'0'0'136'0,"0"0"-8"0,0 0-4 0,2-5-8 16,-2 5-4-16,1-5-11 0,4 4-11 0,-5 1-5 15,10-5-11-15,-2 4-10 0,2-2-2 0,1 2-11 16,2 1 0-16,-1 1-14 16,2-1-6-16,1 3-4 0,2 1 1 0,-5-1 0 15,5 2-10-15,-1 5-2 0,2-3-2 0,-4 5-1 16,0-1-8-16,-4 4-5 0,-1 1 4 15,-2 1-9-15,-1 1 4 0,-5 7-6 0,-4-1-3 16,-4 2 8-16,-6 0-3 0,-2 2-1 0,-6-1-11 0,-2-2 6 16,-1 1-8-16,-3-1 10 0,0-4 8 0,0-2-3 15,1 1-4-15,-1-5 6 0,1 0-9 0,7-4 12 0,2-1-7 16,2-2 1-16,2-1-1 0,6 0 0 0,-1-4 6 16,2 2-1-16,0-3-1 0,3 1 0 0,0-2 25 15,3-1 7-15,5 7 21 0,2-6 2 0,9-1 2 16,2 2-5-16,10-5-3 0,7 0 1 0,2-1-3 15,0 4-1-15,1-4-12 0,2 3 8 0,-2-4-9 0,-2 4 1 16,-2-2-5 0,-2 3-5-16,-4-4 1 0,-6 3-1 0,-6-1-8 15,-3 1-6-15,-1 0-13 0,-3 1-11 0,0 0-7 16,-4-2-8-16,-5 2-11 0,9-1-23 0,-6-2-40 16,-3 3-42-16,0 0-121 0,-11-9-290 0,9 6 129 15</inkml:trace>
  <inkml:trace contextRef="#ctx0" brushRef="#br0" timeOffset="180461.5">10499 15458 204 0,'0'0'236'0,"2"-4"-19"0,-2 4-26 15,0 0-23-15,0 0-20 0,2-3-12 0,-2 3-24 32,0 0-14-32,0 0-12 0,0 0-10 0,2 15-7 15,-1-4-3-15,-1 3-10 0,1 4-8 0,0-1-5 0,-1 2-6 16,2 6-4-16,-4-7-1 0,4 7-5 0,-4-6 3 16,2 1-6-16,-1-1-5 0,1 0 1 0,-2-2-1 15,0-2-1-15,1-4-2 0,0 0 0 0,1-1-3 16,-2-5-10-16,1 1-9 0,1 2-8 0,0-4-6 15,0 1-4-15,-1 0 2 0,1-5-5 0,-3 4 5 16,2-2-7-16,1-2 3 0,-4 2-27 0,4-2-40 0,0 0-36 16,-13-7-40-16,10 1-103 0,-5-1-294 15,0-4 131-15</inkml:trace>
  <inkml:trace contextRef="#ctx0" brushRef="#br0" timeOffset="180777.97">10424 15413 149 0,'0'0'152'0,"-2"-4"-14"0,2 4-15 15,0 0-18-15,0 0-7 0,0 0-14 16,10 0-7-16,-10 0-11 0,15 6 0 0,-5 0-4 16,8 2-3-16,6 4-6 0,-1 2-4 0,1 3-3 15,1 1-2-15,3 2-2 0,-5-2-5 0,3 4-2 16,-2 0-7-16,-4-1-4 0,-2 0 0 0,-2 2-4 15,-2 2 1-15,-7-7-1 0,1 6-4 0,-4-6-5 0,0 1 1 0,-4-4-1 16,-4 2 2-16,0-2 5 0,-2 2-19 0,-2-6 12 16,-3 4 7-16,-4-3-3 0,1-2 8 0,-5 2-7 15,0-3 4-15,5-2-4 0,0-1 1 0,1-2-3 16,4 1-1-16,-4 0 1 0,7-2-2 0,-2 1-3 16,3-3 2-16,0 1-4 0,0 0-31 0,1-1-23 15,4-1-27-15,-5 2-34 16,5-2-170-16,0 0-301 0,0 0 134 0</inkml:trace>
  <inkml:trace contextRef="#ctx0" brushRef="#br0" timeOffset="181141.18">11030 15726 40 0,'0'0'136'0,"0"0"-17"0,0 0 2 16,-4 3-15-16,4-3-3 0,0 0-5 0,0 0-5 15,0 0-1-15,0 0 0 0,18-2-8 16,-8 1 3-16,9 0-11 0,4-2-4 0,10 0-9 15,3-1-7-15,1 1-5 0,3-2-3 0,2 2-2 16,-6-1-8-16,-2 2-6 16,-3-1-2-16,-7 3 3 0,-6-1-12 0,-4-2 7 15,-1 2-8-15,-4 1-2 0,-4-2-3 0,4 2 2 16,-4-1-7-16,-5 1-7 0,9-1 1 0,-9 1-11 16,0 0-18-16,0 0-16 0,0 0-5 0,0 0-36 15,-18-5-24-15,10 4-15 0,1 1-117 0,-2 0-257 16,2 0 114-16</inkml:trace>
  <inkml:trace contextRef="#ctx0" brushRef="#br0" timeOffset="183445.83">11992 15334 98 0,'0'0'116'0,"0"0"-6"0,0 0 2 0,0 0 3 16,0 0-2-16,0 0 6 0,3-2-13 0,-3 2-7 15,0 0-10-15,0 0-8 0,0 0-9 0,0 0-10 0,0 0-8 0,0 0-3 16,0 0-7-16,0 0-5 0,0 0-5 0,0 0-3 16,-9 9-8-16,3-3 0 0,-2 1-2 0,0 2-5 15,-5 6-3-15,3 0-2 0,-4 7-2 0,0 0-2 16,1-1-2-16,-5 1-1 0,5 2 5 0,2 0-9 16,3-7 3-16,-3 9-9 0,4-6-4 0,2 2 3 15,-4 2-3-15,7-5 5 16,2 1 1-16,0-4-1 0,2 1 1 0,6 0 0 15,-1-2 16-15,2-1 8 0,7-1 13 0,-1-3 5 16,4 0-4-16,-1 0 2 0,9-3-8 0,-5 0 3 16,-3-4-8-16,0 1 3 0,-5-3 6 0,0-1 20 15,-2 0 28-15,-2-1 20 0,-4-2 4 0,1 0-3 16,0 0-9-16,-7-5-7 0,0-1-14 16,-5-6-9-16,0 2-8 0,-9-2-7 0,0 1-4 0,-5-3-13 0,-4 3 3 15,-1 0-6-15,-6 2-5 0,10 2-4 0,-1 4-1 16,-2 2-7-16,4-3-15 0,2 5-18 0,5 0-30 15,2 1-37-15,-2 2-54 0,12-1-23 0,-10 1 9 16,9 2-4-16,1-3-33 0,0 0-138 0,16 9-361 16,-3-8 159-16</inkml:trace>
  <inkml:trace contextRef="#ctx0" brushRef="#br0" timeOffset="184348.25">12386 15603 78 0,'-7'1'89'0,"7"-1"0"15,0 0-7-15,0 0-7 0,-5 1-4 0,5-1-9 0,0 0-7 16,0 0 10-16,0 0-5 0,0 0-2 0,0 0 5 16,0 0 0-16,0 0-9 0,-10-1 13 15,10 1 2-15,0 0 2 0,0 0-1 0,0 0 0 16,0 0-5-16,0 0 1 0,0 0-16 0,0 0-2 15,0 0-2-15,0 0-5 0,0 0-1 0,0 0 1 16,0 0-1-16,0 0-3 0,0 0 0 0,0 0 6 16,0 0 3-16,0 0 3 0,0 0-1 0,0 0 0 15,0 0 4-15,0 0-12 0,0 0-2 0,19-3-4 16,-7 2-2-16,8-3 1 0,8 1-7 0,3-2-6 16,3 1-2-16,3-1 2 0,4 2-5 0,10-4-3 15,0 3 3-15,-15-2-2 0,0 2-1 0,1-1-4 16,-4 3 2-16,-4-3-4 0,-9 3 0 0,-2-1 3 0,-5 2-1 0,-1 0-3 15,-3 1-9-15,-4 0-18 0,0 0-17 0,-5 0-15 16,0 0-19-16,7-3-30 0,-7 3-15 0,0 0-20 16,-25 3-18-16,12-3-4 0,-4 1-111 0,-4 0-292 15,1-1 129-15</inkml:trace>
  <inkml:trace contextRef="#ctx0" brushRef="#br0" timeOffset="184602.26">12623 15375 130 0,'1'-6'256'16,"-1"-1"-12"-16,0 4-20 0,2-2-21 0,-2 5-24 15,1-9-22-15,-1 9-19 0,3-2-21 0,-3 2-20 16,0 0-15-16,0 0-8 0,0 0-7 0,-4 23-12 15,2-3 0-15,-1 6-8 0,-1 0-2 0,-1 5-10 16,1-1 3-16,3 1-6 0,-3 1 0 0,3 0-22 16,1-1-33-16,0 2-27 0,0-4-51 0,0-1-38 0,0-10-40 15,0 2-126-15,1-8-329 0,0 0 146 0</inkml:trace>
  <inkml:trace contextRef="#ctx0" brushRef="#br0" timeOffset="185134.77">13395 15409 157 0,'-3'-5'230'0,"2"-1"-15"15,1 0-25-15,-4 1-22 0,3 1-16 0,-3 1-17 16,0-1-17-16,4 4-11 0,-12 2-14 0,5 0-9 15,-2 1-7-15,-2 5-11 0,-2 1-5 0,4 0-5 16,-4 3-9-16,2 0-7 0,0 0 0 0,1 2 0 16,0 2-5-16,5-7-7 0,0 4-5 0,0-1-2 15,1-5 0-15,3 3-1 0,-2-6-1 0,7 4-1 16,-4-1 0-16,4-4-3 0,1 2 1 0,0-3 2 0,3 0-3 0,-1-2-3 16,5-2 2-16,-2 0 1 0,2-1 5 0,0-2-2 15,-3 1 9-15,-1 1 4 0,2 1-2 0,-3-2-2 16,0 2-6-16,-3 0-5 0,0 1-6 0,-4 1-3 15,7 0-3-15,-7 0-2 0,6 3-3 0,-4 3-6 16,-1 6 1-16,-1-1 1 0,3 7 1 0,-3 6 0 16,0 1 3-16,-3 5-4 0,3-5 4 0,0 6 1 0,0-2 0 0,-1-2-20 15,1 0-28-15,-5-2-39 0,1 3-47 0,-1-10-61 16,0-1-152-16,-4-1-375 0,1-3 166 16</inkml:trace>
  <inkml:trace contextRef="#ctx0" brushRef="#br0" timeOffset="189931.21">14646 14026 107 0,'0'0'173'0,"2"-5"-10"0,-2 5-15 16,0-5-12-16,2 2-10 0,-2 3-14 0,0 0-14 15,1-5-10-15,-1 5-9 0,0 0-11 0,0 0-5 16,0 0-11-16,0 0-7 0,-16 6-6 0,5 2-5 0,-5 3-6 0,-5 6-4 16,-2 1-3-16,-1 8-4 0,-3-1 3 0,0 1-7 15,-6 9-1-15,6-8-3 0,-5 7 0 0,8-5-1 16,2-2-4-16,-1 1 0 0,4-3 1 0,5 4-6 16,0-4 3-16,6-2 0 0,3-4-1 0,5 1 2 15,0-3 7-15,1 1 14 0,7-1 4 0,5 1 8 16,1-2 7-16,9 1-4 15,4-3 4-15,1-1-1 0,1-2-6 0,1-4 0 16,0-1-4-16,-2-3-3 0,-2-2-2 16,-7-1-1-16,-1-3 4 0,-5 3 18 0,-1-2 13 15,-5-1 5-15,-1 0 0 0,-3-2-2 0,0-1-6 16,-3-1-4-16,-3-2-12 0,-5-4-8 0,-7 3-1 0,0-1-8 16,-11-5-4-16,-1 5-6 0,-1-2-2 0,-3 3-5 15,2 1-5-15,2 1-6 0,7 3-14 0,2 1-17 0,4 1-27 16,1 1-39-16,7 0-48 0,-1 2-24 0,7 0-16 15,0 0-160-15,0 0-375 0,0 0 167 0</inkml:trace>
  <inkml:trace contextRef="#ctx0" brushRef="#br0" timeOffset="190463.58">15093 14518 50 0,'0'0'178'15,"0"0"-21"-15,0 0-11 0,0 0-17 0,0 0-13 16,0 0-14-16,0 0-7 0,0 0-15 0,0 0-2 16,0 0-7-16,0 0 0 0,0 0 2 0,0 0-4 15,0 0-1-15,0 0-1 0,23-4-9 0,-12 2-1 16,2-1-5-16,4-2-5 0,2-2-3 0,2 1 1 15,3-5 2-15,-4 2 0 0,5-3 1 0,-6 3-7 0,4-5 3 0,1-2-4 16,-6 3-1-16,-4-1 6 0,8-3-3 0,-12 3 5 16,4 2 0-16,-5-3 0 0,-1 5 1 0,-3 1 5 15,-2 0-5-15,-1-2 2 0,-2 4-12 0,-2 0-2 16,-5 0-12-16,1 1-3 0,-6 2-4 0,-6 0-3 16,-2 4-2-16,-1 4-3 0,-7 3-2 0,-4 5-4 15,-1 1 0-15,1 3-3 0,0 4-3 0,5-1 1 0,0 3-2 16,3 2-1-16,3 1 2 0,5 1 0 0,2-1 1 15,6-2-1-15,6 2 5 0,7 1 1 0,4-4 3 0,10 0 2 16,7-2-16-16,8-6-22 0,2-2-47 0,16 0-61 16,6-5-76-16,-2-6-170 0,-1-4-414 0,3-5 184 15</inkml:trace>
  <inkml:trace contextRef="#ctx0" brushRef="#br0" timeOffset="191134.24">15510 13871 110 0,'8'-3'129'16,"3"1"-13"-16,-1-1-8 0,3 1-7 0,2-2-12 16,2 2-6-16,-3 1-8 0,4 1-8 0,-4 0-8 15,3 0-7-15,-3 1 2 0,-3 2-19 0,0 0 3 0,1 0-13 0,-4 4 1 16,2-2-7-16,-5 2 2 0,0-1 1 0,-1 5-7 15,-3-5 5-15,-1 4-4 0,-2 0-6 0,-3 0 2 16,-2 0 2-16,-2 1-1 0,-2 2 3 0,2-5-3 16,-1 1 1-16,1 0 2 0,-2-1 4 0,0 0-2 15,6-2-10-15,-3 1 3 0,2-2-3 0,2-1 2 16,-1 2-9 0,1 1-1-16,3-4-3 0,-2 1 14 0,3 1-4 15,3 0-2-15,1 0 8 0,-2 1 5 0,7 2 1 16,0-1 1-16,3 1-4 0,-1-1-2 0,1 5-1 15,-1-4-3-15,2 3 2 0,-4-2-3 0,1 2 3 0,-4-1-7 16,1-2 1-16,-2 1 4 0,0 1-4 16,-1-2-8-16,-2 0 1 0,-2 0 6 0,-5-2-3 15,2 1 2-15,-4-1 0 0,-3-1 0 0,-4 4-1 0,-4-5-7 0,0 2-20 16,-5-1-20-16,5-1-23 0,-5-1-36 0,1-2-34 16,3 1-82-16,1-4-235 0,5 1 104 0</inkml:trace>
  <inkml:trace contextRef="#ctx0" brushRef="#br0" timeOffset="191619.94">15916 14004 56 0,'8'3'112'0,"-1"2"-8"0,2 1-14 16,-1 2-11-16,2 0-10 0,-5 5-4 0,1-4-10 15,0 6-3-15,-3 0-6 0,-1 2-3 0,-2-1-3 16,0-1 4-16,-5 2-13 0,1 0 5 0,-4 0-12 16,-2 0 4-16,0-1 0 0,-2 1 2 0,-3-2 1 15,4-2-2-15,-1-1-1 16,-1 0 4-16,3-3-2 0,0-1 5 0,6-3 0 15,-1 0 4-15,1-1 18 0,-1-1 18 0,4 1 30 16,-3-1 24-16,1-1 21 0,3-2 18 0,-2 3 6 16,2-3-17-16,0 0-18 0,10-8-15 0,-1 1-14 15,6-4-10-15,1-1-10 0,5-4-9 0,4-5-8 16,-2 2-16-16,2-1-20 0,0-2-5 0,-3 3-5 16,0-2-5-16,-1 4-2 0,-7 5-1 0,-1 2 1 0,-7 2-3 0,3 3-3 15,-4 0 0-15,-3-1-8 0,2 2-10 0,-1 2-17 16,-3 2-1-16,0 0-1 0,0 0 0 15,0 0 1-15,-10 22 2 0,4-7 0 0,-4 2 2 0,0 7 1 16,0-1 3-16,0 4-2 0,5-2 2 0,1 3 0 16,5-2 5-16,8 0 1 0,6-2-20 0,6 0-45 15,8-2-67-15,18 2-103 0,8-9-184 0,0-4-462 0,2-3 204 16</inkml:trace>
  <inkml:trace contextRef="#ctx0" brushRef="#br0" timeOffset="193239.79">17027 13978 83 0,'0'0'85'0,"0"0"-26"16,0 0-2-16,0 12-8 0,1-2 0 0,-2 2-1 15,-1 6-3-15,0 8-8 16,-1 6-3-16,-1 0-4 0,-3 14 2 0,0 0 4 16,-2 7-5-16,-2-2 1 0,-1 0-16 0,1 0 18 15,-6 4-7-15,6 2-3 0,-7 2-2 0,2-3 5 16,5 3-3-16,2-4 5 0,-3-2 2 0,6-2 10 15,5-2-8-15,-3-14 1 0,4 0-5 0,-2-2-1 16,2 3-3-16,2-5 1 0,-4 0 0 0,2-1-2 16,2-3 0-16,-2 1 0 0,0-2-10 0,-2-7 2 0,2 0 0 15,-2 7-5-15,2-9 2 0,0 3 0 0,-2-3-6 0,-1 0 5 16,1 0-3-16,0-3 0 0,-3 0-2 0,3 1-1 16,-1-4 0-16,-1 2 2 0,2-2-6 0,-2-1 5 15,1 1-7-15,1-3-8 0,-2 2 8 0,0-1 2 16,3-1-8-16,-2 1-1 0,3-2 8 15,-3-1 1-15,1 2-5 0,0 0 3 0,0-2-2 0,1-1-3 0,0 2 5 16,0-2 6-16,-1 0-7 0,1-2 2 0,-2 2-2 16,3-5 10-16,0 7-3 0,-1-5-6 0,1-2-3 15,0 4 6-15,0-4-4 0,-1 4 4 0,1-4-5 16,0 0-4-16,0 4 6 0,0-4 6 0,0 0-5 16,0 0-7-16,-2 4 11 0,2-4-3 0,0 0-3 15,0 0 0-15,-1 4 8 16,1-4-3-16,0 0-1 0,0 5 4 0,0-5-12 15,0 0 11-15,0 0-12 0,0 0 12 0,0 0-3 16,0 0 2-16,-1 4 11 0,1-4 0 0,0 0 3 16,0 0-2-16,0 0-5 0,0 0 0 0,0 0-3 15,0 0 3-15,0 0-5 0,0 0 4 0,0 0-9 16,0 0 3-16,0 0 2 0,0 0 3 0,0 0-11 16,0 0 5-16,0 0-2 0,0 0-1 0,0 0-4 0,0 0-1 0,0 0-5 15,1 3 12-15,-1-3-1 0,0 0 2 0,0 0-4 16,0 0 4-16,0 0 1 0,0 0-4 15,0 0-5-15,0 0 12 0,0 0-4 0,0 0 6 16,0 0-6-16,0 0 3 0,0 0 2 0,0 0-2 16,0 0 12-16,0 0-18 0,0 0 14 0,0 0-1 0,0 0-1 15,0 0-3 1,0 0-5-16,0 0 5 0,0 0-2 0,0 0-5 16,0 0 2-16,0 0-10 0,0 0 4 0,0 0 5 15,0 0-4-15,0 0 1 0,0 0 4 0,0 0-2 16,0 0-6-16,0 0 8 0,0 0-4 0,0 0 1 15,0 0 4-15,0 0 8 0,0 0 9 0,0 0 2 16,0 0 13-16,0 0 5 0,0 0 3 0,0 0 6 16,0 0 2-16,0 0-7 0,0 0-7 0,32-5 1 0,-11-1-8 0,13 1-10 15,6-1-43-15,16-6-46 0,7 0-75 0,27-8-196 16,-28 3-363-16,-4-1 161 0</inkml:trace>
  <inkml:trace contextRef="#ctx0" brushRef="#br0" timeOffset="193909.91">17078 14142 78 0,'0'0'110'0,"0"0"-12"0,0 0 5 0,0 0 6 15,0 0 0-15,0 0 9 0,-7-2-4 0,7 2 3 16,0 0 0-16,0 0 0 0,0 0-2 0,0 0-7 0,0 0-9 0,0 0-4 0,0 0-8 16,26-1-13-16,-7-1-4 0,13 1-8 15,6-1-7-15,16-2-30 0,6 2-37 0,3 1-62 16,1-1-64-16,-8 0-155 0,0-1-318 0,-6-2 142 15</inkml:trace>
  <inkml:trace contextRef="#ctx0" brushRef="#br0" timeOffset="194796.54">17632 14565 49 0,'2'-4'204'15,"-2"4"-14"-15,2-6-9 0,-1 4-11 0,-1 2-13 16,0 0-15-16,2-7-15 0,-2 7-15 0,0 0-10 0,2-3-14 16,-2 3-11-16,0 0-15 0,0 0-15 0,0 0-5 15,0 0-7-15,2 12 1 0,-2-6-10 0,0 5-1 16,0 6-5-16,0-2-3 0,0 11-1 16,-3 1 10-16,3-1 2 0,-3 3 7 0,1-1-16 0,1 0 0 0,-2 1-3 0,2-4-15 15,-1 0-3-15,0 1 7 0,-1-7-5 16,1 0 4-16,1-1-6 0,-2-2 2 0,2-3-2 15,-2-3 3-15,2 1 1 0,0-5-3 0,-2 0 8 16,3-1-7-16,-1 0-6 0,-1-1 11 0,2 0 12 16,0-4 9-16,-2 6 10 0,2-6 11 0,0 5 13 0,0-5 13 15,1 3 17 1,-1-3 17-16,0 0 17 0,0 0 19 0,0 0 11 16,0 0-6-16,0 0-13 0,0 0-16 0,1-11-11 15,-2 2-16-15,0-1-6 0,1-3-11 0,-1-4-9 16,-1-1-10-16,-3-8-2 0,9-1 6 0,-4-1-4 15,1-3-25-15,2 1-11 0,-1-4-3 0,4-1-1 16,3-12 2-16,-2 14-2 0,2-1 6 0,-1 5 1 16,1 1-4-16,0 1 6 0,-3 9-4 0,1 0 3 0,1 1-6 0,-1 2-3 15,-1 1-5-15,3 2 1 0,-4 4-14 0,9-4 1 16,-5 5 7-16,4-1-11 0,6 1-22 16,0-2-16-16,12 4-25 0,2 1-28 0,-1 4-24 15,3 0-29-15,3 1-35 0,-4 2-40 0,2 2-53 0,-5 2-242 16,-10-3-562-16,-1-1 249 0</inkml:trace>
  <inkml:trace contextRef="#ctx0" brushRef="#br0" timeOffset="195244.55">17584 14791 37 0,'-8'1'171'16,"8"-1"-14"-16,0 0-6 0,-4 1-14 0,4-1-9 15,0 0-9-15,0 0-6 0,0 0-1 0,0 0-4 16,0 0 2-16,0 0-12 0,13 4 1 0,1-4-11 16,0 0-5-16,7 0-8 0,9-2-9 0,1 0-7 0,2 2-12 0,-1-1-21 15,3-1-22-15,-2 0-26 0,-4 1-25 16,1 0-19-16,-9 1-28 0,-2-3-36 0,2 3-142 16,-11 0-294-16,-1-3 130 0</inkml:trace>
  <inkml:trace contextRef="#ctx0" brushRef="#br0" timeOffset="196030.97">18439 14564 46 0,'0'0'197'16,"0"0"-9"-16,3-6-17 0,-3 6-20 0,4-3-15 16,0 2-12-16,-4 1-10 0,13-1-11 0,-8 0-9 15,3 0 4-15,2 1-25 0,-2-1-6 16,6 2-8-16,-4-1-8 0,0 1-2 0,0 2-8 0,-1-1-11 15,0 4 2 1,1-1-5-16,-3 0-2 0,-1 3-4 0,1 0-4 16,-4-1-5-16,2 4 0 0,-5-2-6 0,0 3 3 15,0-2-1-15,-5 2-4 0,2 0 1 0,-4 0 2 16,-3 0-2-16,1-2 3 0,-3 2-5 0,2-2 0 0,1-5 0 16,2 5-2-16,2-4 3 0,1-3-4 15,-1 5 0-15,1-4 0 0,1 1 2 0,1-1-1 16,0-1 1-16,1 2 6 0,2 0-7 0,3-1 3 0,3 2 2 0,0-2 6 15,2 1 0-15,3 1 5 0,-3 1-8 0,2-3 5 16,-1 2-1-16,1 1-1 0,0-2-3 0,-1 4 2 16,-1-3-3-16,-1 2 0 0,-3-2-2 0,0-1-3 15,-1 1-1-15,-3-1-4 0,0 3-1 0,-1-4-2 16,-1 1 3-16,-4 2 3 0,-4-2-11 0,0 2-13 16,-4-2-28-16,-1-1-27 15,2 0-32-15,-6 0-37 0,5-2-142 0,-1-3-314 16,5 0 139-16</inkml:trace>
  <inkml:trace contextRef="#ctx0" brushRef="#br0" timeOffset="196278.09">18795 14529 38 0,'3'-3'147'16,"3"3"-22"-16,-6 0-1 0,14 4-10 0,-9 2-21 16,4 1 3-16,1 5-11 15,3 6-3-15,-4 6 4 0,1 0-11 0,1 2-6 16,-6 3-7-16,-4 3-8 0,-1 1-15 0,-4 2 9 16,-2 1-5-16,-6-3-3 0,-11 9-1 0,4-10-5 15,-6-4-21-15,-7 9-13 0,1-13-31 0,-9 5-27 16,6-12-30-16,-12 4-45 0,-3-8-67 0,12-4-215 15,1-3 95-15</inkml:trace>
  <inkml:trace contextRef="#ctx0" brushRef="#br0" timeOffset="196600.99">18370 14463 25 0,'-9'13'96'0,"-3"8"-9"0,-3 4-6 16,0 4-2-16,-1 2-9 0,-2 0 1 0,3 1-7 15,-3 10-15-15,9-9-1 0,0-2 8 0,5 1 0 16,4-3-2-16,4 2 10 0,1-2-5 0,6-1 0 16,5-2-7-16,2-2 0 0,6-4-6 15,3-2 3-15,4-1-22 0,6-2-57 0,-1-4-67 16,-1-2-90-16,2-3-201 0,2-3 89 0</inkml:trace>
  <inkml:trace contextRef="#ctx0" brushRef="#br0" timeOffset="196901.78">19286 14749 102 0,'0'0'224'0,"0"0"-17"0,1-7-20 0,-1 7-21 16,9-3-19-16,-4 1-14 0,3 1-13 0,1-1-11 16,5 0-13-16,0 1-16 0,5 1-25 0,1 0-28 15,-2 0-27-15,3 0-22 0,-3 0-45 0,2 1-28 0,-1 0-36 16,-6 0-92-16,1-2-243 0,-4 1 108 0</inkml:trace>
  <inkml:trace contextRef="#ctx0" brushRef="#br0" timeOffset="197080.13">19241 14907 142 0,'5'5'172'0,"4"-4"-11"0,3 1-23 0,4 1-8 15,7-2-17-15,7 0-32 0,-1 0-27 16,6-1-19-16,-3 0-32 0,2 2-38 0,-1-4-39 16,3 0-80-16,-4-2-166 0,-3-2 74 0</inkml:trace>
  <inkml:trace contextRef="#ctx0" brushRef="#br0" timeOffset="197519.01">19913 14650 56 0,'-9'0'101'0,"9"0"-12"0,-10 5-1 0,2-2-8 0,3 1-5 15,-4 1-1-15,-3 2-1 0,1-1-9 0,-3 5-1 16,1 1-15-16,2-2 4 0,1-1-11 0,-2 3 4 0,2 2-8 16,0-1-4-16,2-3-5 0,3 2-6 0,0 0 12 15,-1 0-8-15,2-2 7 0,1 2 10 0,2-2 2 16,1 1 14-16,1-2 3 0,2 2 8 0,1-1 6 0,3 0 7 16,2-1 3-16,1-1 1 0,6 1 2 15,-1-6-5-15,5 2 0 0,1-4-4 0,-2 0 3 16,4-3-4-16,-3-1-1 15,-1-2-2-15,1-3-6 0,-1-1-8 0,-5 0-6 16,9-9-7-16,-10 5-2 0,-2-3-5 0,-3-1-7 16,-3-1-1-16,-2 1-7 0,-2 0-2 0,-4 1-11 15,-2 5 0-15,-2-4-8 0,-3 2-10 0,-1-1 0 16,-3 4-12-16,-2 1-8 0,-2 2-11 0,1 0-22 16,-1 2-21-16,0 2-19 0,4 3-60 0,1 0-21 15,2 0-38-15,-1-2-125 0,12 2-368 0,-10 0 163 0</inkml:trace>
  <inkml:trace contextRef="#ctx0" brushRef="#br0" timeOffset="198668.77">19800 13941 160 0,'0'0'150'0,"-2"-3"-18"16,2 3-11-16,0 0-17 0,0 0-11 0,0 0-9 16,0 0-12-16,0 0-8 0,0 0-6 0,0 0-4 15,0 0-6-15,0 0-7 0,0 0-6 0,0 0 0 16,0 0-5-16,14 8 1 0,-5-2-6 0,7 0 8 16,4-1-13-16,8 4-5 0,1-2-5 0,2 1-1 15,1-1-13-15,1-1 8 0,2 0-12 0,-3-3-3 0,1 1-3 0,0-1-1 16,-2-1 1-16,-2-2 3 0,-2 3 5 0,-6-6-4 15,0 3 5-15,-3-2 15 0,-6 2 14 0,1-3 16 0,-1-2 13 16,-3 3 7-16,-2 0 8 0,-1-1 8 0,0-1-10 16,2 2-3-16,-4-2-4 0,-3 2 1 15,4 0-7-15,-1-2-4 0,0 1-4 0,-4 3-2 16,1-5 0-16,4 3-9 0,-5 2-4 0,3-2-1 0,-3 2-6 0,0 0-3 16,2-3 0-16,-2 3-3 0,0 0 5 0,0 0-9 15,3-5 1-15,-3 5-4 0,0 0 0 0,0 0 0 16,0 0-1-16,0 0-2 0,1-3-2 0,-1 3-2 15,0 0 1-15,0 0-2 0,0 0-4 0,0 0 3 16,0 0-1-16,0 0-4 0,0 0-2 0,0 0-14 16,0 0-10-1,0 0-16-15,0 0-2 0,0 0 3 0,0 0 4 16,0 15 4-16,-4-6 1 0,3 8 3 0,-4 3 13 16,-4 9-6-16,1 2 4 0,-4 16 0 0,-4 1 0 0,2 2 2 15,-5 8 2-15,-4 24 1 0,5-30-1 0,-1 27 11 16,9-22-1-16,0 1-3 0,4-1 2 15,4-1-1-15,-2-1 3 0,10 1 4 0,0-2-2 16,-4-7 3-16,3 0 2 0,-5-11 4 0,4-2 2 0,1-1 1 0,-2 0-5 16,-2-2 6-16,-1 0 5 0,0 0-4 0,-3 1 6 15,3-3-2-15,-1 1 0 0,-1-1 5 0,-2 0-6 16,0-1 2-16,0-1 0 0,0-1-1 0,0 0 3 16,-2 0-4-16,1-1 0 0,0-5-2 0,-3 5 0 15,3-2-1-15,1-3 6 0,-1-3-6 0,1 1 0 16,2-2-4-16,-1-1 2 15,-2-3-1-15,4 0 0 0,-2-3-1 0,3 0-3 16,-1 0 2-16,0-2 4 0,-2-1-2 0,3 1-1 16,0-1 2-16,-1-1-3 0,1 0 0 0,-3-2-1 15,6 3 0-15,-3-6-2 0,1 5 1 0,-1-2 0 16,0 1-1-16,0-4 0 0,0 9-1 0,0-7 0 16,0 3 1-16,0-5 2 0,0 8 0 0,0-3-2 15,0-1 3-15,-1 0-1 0,-2 1-6 0,3 0 2 0,0-3 1 0,-1 3 1 16,-2-1-1-16,3-4-1 0,-1 5 5 15,1-2-1-15,0-3-3 0,-1 5 6 0,1-5-4 16,0 0 1-16,0 0 3 0,0 4-2 0,0-4 3 16,0 0-1-16,0 0 25 0,-3 4 35 0,3-4-1 15,0 0-4-15,0 0 3 0,0 0-2 0,0 0-1 16,0 0-2-16,0 0 7 16,0 0 4-16,0 0-7 0,-5 1-8 0,5-1-10 15,-10-5 1-15,-3 2-13 0,-6-1-28 0,-19-5-37 16,-18-3-51-16,-6-1-81 0,-30-5-303 0,28 1-506 15,-24-6 225-15</inkml:trace>
  <inkml:trace contextRef="#ctx0" brushRef="#br0" timeOffset="201730.07">12502 15443 66 0,'-2'-5'213'0,"2"5"-6"15,2-6-12-15,-2 6-15 0,1-6-11 0,-1 6-9 0,0-5-21 16,0 5-13-16,1-4-7 0,-1 4-17 0,0 0-10 16,4-4-11-16,-4 4-10 0,0 0-6 0,5-1-9 15,-5 1-7 1,13 5-9-16,-4 0 0 0,5 3-7 0,5 3-1 15,7 6-6-15,1 0-1 0,3 2-3 0,13 10-5 16,2-2-3-16,0 0 2 0,4 1-3 0,-4 1-2 16,-1 0-1-16,-2-1 1 0,2-2-3 0,-16-5-1 15,1-3 2-15,1 1-1 0,-6-1-3 0,-1-6-1 16,-8-1-1-16,-1 1-1 0,-2-7 4 0,-2 3-3 16,-5-4 1-16,-1 1-2 0,4-2 12 0,-6 1 8 0,2-2 7 0,1 1 7 15,-5-3 2-15,4 4-4 0,-4-4 0 0,5 1-2 16,-5-1-3-16,4 3-6 0,-4-3-1 0,0 0-3 15,0 0-2-15,4 4-4 0,-4-4-12 0,0 0-18 16,0 0-17-16,1 1-19 0,-1-1-32 0,0 0-28 16,0 0-28-16,0 0-39 0,0 0-32 0,0 0-120 15,0 0-359-15,7-10 159 0</inkml:trace>
  <inkml:trace contextRef="#ctx0" brushRef="#br0" timeOffset="202131.01">13596 15463 15 0,'0'0'189'0,"0"0"-17"0,0-8-20 0,0 8-16 16,0 0-19-16,0 0-10 0,0 0-15 0,0 0-5 16,-19 8-8-16,4 2-15 0,-1 3-10 0,-11 9 0 15,0-2-3-15,-10 11-4 0,-3 1-13 0,2-1 5 16,-3-1-5-16,3 1-2 0,9-7 1 0,-2-2-7 16,0 2 4-16,-1-2-5 0,7-3-1 0,-2-1-3 15,1 1 3-15,6-5-7 16,2-2 4-16,5-3-8 0,2-1 8 0,2-3-7 15,1-1-1-15,4 0 2 0,-1-3 13 0,0 2 6 16,1 1 8-16,0-3 4 0,3 2 3 0,-3-1-3 16,4-2-1-16,-4 3-4 0,4-3 1 0,0 0-6 15,-5 2-3-15,5-2-3 0,0 0-6 0,-1 2-11 16,1-2-15-16,0 0-9 0,0 0-12 0,0 0-16 16,0 0-12-16,0 0-72 0,0 0-78 0,-9-8-118 0,5 2-345 15,3 0 153-15</inkml:trace>
  <inkml:trace contextRef="#ctx0" brushRef="#br0" timeOffset="202516.41">12684 15345 104 0,'0'0'139'0,"0"0"-9"15,0 0-9-15,0 0-16 0,0 0-9 0,23 17-16 16,-8-4-1-16,10 7-13 0,-1 4 6 0,6 0-11 16,8 8-4-16,2 1 0 0,2-3-5 0,0 4-2 15,-2-3-2-15,1-1 0 0,-1-1-7 0,-10-8-5 16,-2 0 2-16,0-1-10 0,-4-1 0 0,1-4-6 15,-5 0 0-15,-2-5 0 0,-5 0-4 0,-3-4 5 0,-1 0-5 0,-4-1 1 16,1-3 9-16,-2 2 13 0,0-1 8 0,0-3 12 16,0 4 9-16,-4-4 3 0,4 4 0 0,-2-2-3 15,-2-2-6-15,0 0-8 0,0 0-4 0,0 0-10 16,5 2-14-16,-5-2-14 0,0 0-16 0,0 0-27 16,0 0-33-16,0 0-53 0,0 0-47 0,0 0-177 15,0 0-366 1,-1-16 161-16</inkml:trace>
  <inkml:trace contextRef="#ctx0" brushRef="#br0" timeOffset="202917.41">13551 15412 39 0,'-8'5'110'0,"-6"4"-7"0,-2 3-20 16,-9 4 11-16,1 5 6 0,-3-2-10 0,-1 6 9 15,-13 6-10-15,4 1-1 0,-1-1-9 0,10-6-1 16,-11 10-4-16,10-10-17 0,-11 6 6 0,11-9-6 16,3 2 0-16,3-6-12 0,2 0 5 0,-1-2-8 0,9-3-5 0,4-5-3 15,-1 1-3-15,1-4 0 0,1 3-7 0,3-4 0 16,-1-1 3-16,2 1 8 0,2-2 8 0,-1 1 4 16,3-3 1-16,-4 2 2 0,4-2-3 0,-4 3-6 15,4-3-3-15,0 0-18 0,0 0-27 0,0 0-56 16,-9-4-61-16,7 0-39 0,-2 0-124 0,1-3-310 15,-2 0 138-15</inkml:trace>
  <inkml:trace contextRef="#ctx0" brushRef="#br0" timeOffset="203280.48">12562 15386 8 0,'0'0'141'0,"0"0"-15"0,0 0-10 0,5 18-14 0,0-2-4 0,3 1-8 15,3 7-8-15,7 5 1 0,6 10 9 16,6 2-9-16,4 0-2 0,2 0-9 0,1-2-3 15,0-3-10-15,-1 0-1 0,-9-9-6 0,0-1-4 16,-2 1-4 0,-3-5 5-16,-3-1-14 0,0-2-7 0,-7-4 0 15,-2-4-2-15,0-1-4 0,-3-1 5 0,-1-4-8 16,-2 1 1-16,0-2 11 0,-3 0 21 0,5-2 14 0,-3 3 7 16,-2-3 3-16,-1-2-1 0,4 3-9 0,-4-3-4 15,4 2-23-15,-4-2-27 0,0 3-37 0,0-3-117 16,0 0-216-16,0 0-386 0,0 0 171 0</inkml:trace>
  <inkml:trace contextRef="#ctx0" brushRef="#br0" timeOffset="209997.79">21610 10411 28 0,'0'0'69'16,"0"0"-8"-16,-1 3-17 0,1-3 10 0,1 7-8 15,-1-7 2-15,0 7-5 0,0-3-1 0,1 1-4 16,-1 0 0-16,2 0 0 15,0 3 1-15,-2-1-5 0,4 3 0 0,-3-1-9 16,3 3 6-16,-2 0-6 0,2 2 4 0,0-1-11 16,0 1-7-16,0 4 10 0,0-2-4 0,-3 1 0 15,1 0-6-15,0-1-3 0,-2 4 10 0,1-1-7 16,2-2 8-16,-6 4-11 0,6-1-13 0,-3-3 15 16,0 3 0-16,-4-3 1 0,4 2-5 0,1-1-1 15,-1 0 5-15,-1 1-3 0,1 1 8 0,0-2-22 0,0 0 7 0,-2 1 4 16,4 1 10-16,-4-1-10 0,2 1 8 0,2-3-1 15,-1 2-2-15,-1 0 9 0,-1-1-2 0,2 1-7 16,-1 2-5-16,0-4 8 0,0 0-3 0,0 2 1 0,3-2 5 16,-6 1-15-16,3 1 10 0,0-3-4 0,0 2 6 15,0-1-7-15,-1 0 2 0,1 0 1 0,-2 0 1 16,0 1 5 0,2 0-8-16,-1 2-1 0,-2-3 1 0,2 2-8 15,-3 0 2-15,2 6 6 0,-1-1-5 0,0 2 10 16,1-9-19-16,-2 4 16 0,0-1-9 0,3 4-1 15,-3 0 5-15,4-5 4 0,0 1-2 0,0 5-4 16,0 0 10-16,0-5-10 0,0 5 5 0,0 1-3 16,0-6 4-16,-2-1-8 0,2 5 1 0,-3 4 3 15,3-10-1-15,0 3-9 0,-4 4 8 0,2-6-2 0,-2 6-2 0,0-4 3 16,-1-1-6-16,2-1 4 0,0 0 6 0,-1 5-6 16,1-4 3-16,-1-1 0 0,2 0-1 0,-1-1 5 15,0 8-10-15,1-7 3 0,1 0 3 0,-2 1-4 16,3 5-1-16,-1-6 0 0,0 0 1 0,1 1 6 15,-3-1-5-15,2 1 1 0,-2-1 1 0,2 0 2 16,-1-1-1-16,-1 3 5 0,0-2-12 0,-1 0 6 0,1 1 5 0,0-1-4 16,1-1 4-16,-1 1-7 0,2 0-8 0,0 0 2 15,-2 1 7-15,2-4 1 0,-2 2 0 16,1 1 12-16,-1-2-14 0,2 0-5 0,-2-3 11 16,0 3-5-16,0-1-1 0,-1 0-5 0,3-4 6 0,-3 5 6 15,-1-1-7-15,1-2-3 0,-1 2 0 0,-3-2 0 16,3 1 4-1,0 0 4-15,1-4-4 0,-4 1 2 0,3 0 0 16,0 3-8-16,0 0 17 0,0-1-2 0,1 0 0 16,-2-1 3-16,3-4 0 0,-2 5-1 0,0 1-1 0,1 0-3 15,0-1-4-15,-1-1 0 0,3-1 4 16,-2 5 3-16,-2-3 1 0,4 3 2 0,-3 0-6 16,4-1 1-16,-2-1-4 0,-1 2-3 0,2-2 7 15,-1 2-6-15,1-3-7 0,0 1 15 0,-3 2-6 0,3 0-7 0,-1-3-2 16,1 3 14-16,-1-2-8 0,1 1-1 0,0-3 4 15,1-1 0-15,-3 5-1 0,2-3 7 0,-1-2-7 16,2 1 0-16,-1-1 1 0,0-1-7 0,2 2 4 16,-1 2-4-16,-2-1 1 0,3-2 5 0,-1 0-5 15,0 0-1-15,-1 0 6 0,1 0-4 0,0 0 5 16,-1 0-3-16,1-2-4 16,-1 9-1-16,2-9 6 0,-2 4 4 0,1-3-3 15,1 2-5-15,0-3 4 0,-3 6 2 0,2-3-8 16,0-1 3-16,0 1 9 0,-1-1-5 0,2 2-1 15,-2 2-3-15,-2-1 1 0,4-5-4 0,0 4-1 16,0 2 2-16,0-5 5 0,0 2 0 0,0-1 1 16,0 0 1-16,0 1-3 0,0-2-3 0,-1 1 9 15,0 3-1-15,-1-4-4 0,2 0 4 0,0 2 4 0,-1 2-1 0,0-3 2 16,-2 1-1-16,3-1 1 0,-1 5-1 0,1-3-2 16,-3 1 8-16,3 2 2 0,0-1-7 0,0-1-2 15,-1 0 2-15,0 2-4 0,-2-1 2 0,3 1-2 16,-1-1-1-16,-2 0 0 0,3-1 5 0,0 1-5 15,3 0-2-15,-6 0-1 0,3 0-4 0,0-3 6 16,-1 4 2-16,-2-4-6 16,3 3 2-16,-1-2-4 0,-1 1 1 0,-1-1 3 15,3 3-1-15,0 0-6 0,-1 1 9 16,-2-2 0-16,2 2-3 0,0-1 0 0,-2 1 0 0,2-1 0 16,-2 4 4-16,2-3-2 0,-2 7-5 0,2-5 5 15,1-1 1-15,-1 6-3 0,-2-5 1 0,-2-1 0 16,5 2 0-16,0 5 0 0,-1-1 4 0,1-4-9 15,-3 2 6-15,2 2 1 0,-3 0-1 0,7 0 9 0,-2 0 1 0,-2-1-1 16,1 1 1-16,-3 0 1 0,3-5-15 0,-1 0 13 16,-2-1-19-16,2 5 5 0,1 1 2 15,-2-5-3-15,0 0 1 0,1-1-3 0,-2 1 9 16,2 4-5-16,1 1 3 0,-4-7 0 0,1 2 0 16,1 5-7-16,1 1 3 0,1-7-1 0,1 8 5 0,-2-2 0 15,-1 1 3-15,0 1 2 0,0-1-7 0,0 0-4 0,1 0-2 16,1 1 2-16,-4 1-1 0,4 1 4 0,-4-1 2 15,0 1 0 1,3-1 1-16,-6 0-3 0,2 1 8 0,1-2-9 16,1 0 1-16,-1 0 6 0,-1-2 7 0,2 3 1 15,-5-3-3-15,3 0 4 0,-1 1-5 0,3 1 1 0,-1-2-1 16,-1 1 4-16,0 0-3 0,2 1-3 0,1 1-1 16,-1 0 6-16,-4-1 3 0,4 4 1 0,-1 0-5 15,-1-1 36-15,1-1-7 0,0 0-4 0,0 2 1 16,3 1-1-16,-4-1-4 0,1 0-5 0,-4-1-29 15,1 3 6-15,-1-2-3 0,-1 1 0 16,1-3-2-16,-2 0 3 0,1 3 6 0,0-3-9 16,3 0 2-16,-4 2-2 0,1-2 7 0,2 3-6 0,-2 0 3 15,2-3-1-15,-1-5 1 0,3 7-1 0,-1 0-1 0,0-6-3 16,0 4 5-16,3-1-2 0,0-3-3 0,1 0 0 16,-2-4 0-16,-2-2 4 0,6 1-4 0,-4 6 4 15,3-8 0-15,-1 7 0 0,2-7 31 0,-2-1-4 16,2-3-4-16,2-2-5 0,-2 5 5 0,1-2-10 15,-1-3 2-15,0 0-1 0,0-1-5 0,1-2 3 16,0 2-6 0,-1-1 6-16,2-3-5 0,-1-1-2 0,0 1 2 0,1 0 4 15,0-3-4-15,-2 1-1 0,0-2 4 0,0-3-11 16,1 4-24-16,-1-4-49 0,0 0-63 0,5-13-230 16,-2 2-396-16,3-5 175 0</inkml:trace>
  <inkml:trace contextRef="#ctx0" brushRef="#br0" timeOffset="211617.29">22972 10634 26 0,'-11'0'40'16,"11"0"-5"0,-10 1 4-16,10-1 1 0,-11 0 2 0,6-1 3 15,5 1 5-15,-10 0 3 0,10 0 13 0,-8-1-3 16,8 1 12-16,-5-2 1 0,5 2 6 0,0 0-1 0,-11 0 1 16,11 0 0-16,0 0 2 0,0 0 3 0,0 0-5 15,0 0 2-15,-9 2 0 0,9-2 0 16,0 0 0-16,0 0 0 0,0 0 3 0,-4-4 2 15,4 4-1-15,0 0-5 0,0 0-4 0,0 0-10 0,0 0-5 0,0 0-10 16,22-3-3-16,-6-2-7 0,3 1-8 0,12 1-14 16,-3-2-17-16,4 2-22 0,3-1-22 0,-1 2-34 15,2-1-26-15,-4 3-25 0,-1-1-36 0,-11 1-159 0,2 0-344 16,-6-2 152-16</inkml:trace>
  <inkml:trace contextRef="#ctx0" brushRef="#br0" timeOffset="211770.93">23008 10802 38 0,'-5'3'145'0,"1"-1"-8"0,-1 1-5 0,1-1 11 16,4-2-4-16,0 0 5 0,9 5-14 0,5-7-10 16,13 1-16-16,6-1-6 0,8 1-15 0,14 0-19 0,5-4-27 15,2 5-36-15,-2-5-50 0,-2-2-45 0,-18 7-135 16,14-4-248-16,-17 0 110 0</inkml:trace>
  <inkml:trace contextRef="#ctx0" brushRef="#br0" timeOffset="212672.83">24161 10347 95 0,'9'-4'152'0,"-2"4"-7"15,6-3-12-15,1 1-8 0,0 2-14 0,4-2-14 16,1 4-2-16,3-1-19 0,-3 3-4 0,2 0-8 16,-5 4-3-16,2 1-9 0,0 1-1 0,-4 1-8 15,0 4-5-15,-2-1-5 16,-3 4-1-16,-2 0-5 0,-2 5-15 0,-5-3 14 16,0 6-7-16,-7 1-1 0,-5 1 1 0,1 0-3 15,-6-2-4-15,0 1 4 0,-3-5 1 0,1 1-3 16,2-1 3-16,-3-3-3 0,4-6-2 0,1 0-5 15,0-1 9-15,1-3 1 0,3-4-2 0,4 2 3 16,-1-4 11-16,3 1 10 0,0-1 20 0,1-1 14 16,1 1 20-16,0 1 9 0,3-4 13 0,-4 3 6 0,4-3-16 0,0 0-13 15,10-8-7-15,0-1-10 0,8-3-5 0,5-2-7 16,4-1-9-16,0-6-4 0,1 0-6 0,0-3-10 16,3 0-10-16,-4 0-8 0,3 0-9 0,-2-2-5 15,-1 3 2-15,1 1-5 0,-3-1 7 0,-7 2-6 16,-3 7 4-16,-4 1 6 0,-2 3 1 0,0 3 0 15,-2-3 2-15,-4 5 1 0,3 0-1 0,-4 2-6 0,2-2-10 0,0 1-11 16,-4 4-10-16,1-2-7 0,-1 2 0 0,0 0 0 16,-13 7 2-16,6 2-2 0,-7 3 4 0,1 3 3 15,1-1 1-15,-6 7 2 0,7 1 1 0,-2 2 6 16,4-6 0-16,3 1-2 0,3-1 2 0,2 3 1 16,2-2 7-16,7 5-3 0,-2-7-9 0,7 0-12 15,8 1-23-15,-4-8-38 16,10-1-48-16,3 0-54 0,0-4-193 15,2-6-417-15,0-2 184 0</inkml:trace>
  <inkml:trace contextRef="#ctx0" brushRef="#br0" timeOffset="213405.5">24761 9994 199 0,'4'-6'228'16,"-4"3"-12"-16,4 1-11 0,-4 2-20 0,4-3-20 15,-4 3-14-15,6-3-17 0,-1 2-15 0,-5 1-14 16,10-1-10-16,-10 1-10 0,12 2-9 0,-5-1-12 16,0 2-7-16,-1-1-9 0,1 2-1 0,-2 1-11 15,0 0-6-15,4 3-5 16,-4 1-4-16,0 3-3 0,-3 1 3 0,-1-2-8 15,-1 5 0-15,0 0-1 0,-3 1-11 0,-2-1 2 16,1 1 4-16,-2-2-4 0,0-3 2 0,-1 2 0 16,1-3-4-16,1-1 2 0,-1 1-3 0,-1-4-2 15,2 3 4-15,1-6 2 0,1 2-3 0,1-2-1 16,-1 0 3-16,1-3 2 0,0 3 1 0,1 0 1 16,1-4 6-16,-4 4 11 0,4-4 3 0,-2 3 15 0,2-3 6 0,0 0-4 15,0 0-3-15,10 2-2 0,-4-2-6 0,7-2-4 16,5-1 0-16,10 1-5 0,1-4-1 0,7 2-6 15,0 0 2-15,3 0-7 0,0-1 2 0,-3 1 2 16,2 2-4-16,-5-3-3 0,1 2 1 0,-2 1-1 16,-11 1-1-16,-2 0 1 0,-7 1-3 0,-1-3 0 15,-2 3-1-15,-4 0 1 16,3-1-1-16,-4 0 3 0,-4 1-2 0,10 1-4 16,-10-1-11-16,7-3-13 0,-7 3-19 0,0 0-21 15,0 0-13-15,0 0-16 0,0 0-27 0,0 0-28 16,0 0-43-16,-11 8-189 0,4-7-409 0,4 2 181 15</inkml:trace>
  <inkml:trace contextRef="#ctx0" brushRef="#br0" timeOffset="-213816.88">23900 11142 123 0,'0'0'123'0,"0"0"-4"0,-6-2-6 0,6 2-4 15,0 0 0-15,0 0-11 0,0 0-2 0,0 0-12 16,0 0-4-16,0 0-9 0,-4-1 0 0,4 1 2 16,0 0-19-16,0 0-7 15,0 0-3-15,0 0-4 0,0 0-8 0,0 0-1 16,0 0-6-16,0 0-1 0,0 0-6 15,0 0-6-15,0 0 2 0,0 0 7 0,0 0-7 16,0 0-4-16,0 0 0 0,0 0-8 0,0 0 11 0,0 0 2 16,0 0-7-16,0 0-2 0,0 0-4 0,0 0 1 15,0 0-1-15,0 0-4 0,0 0 5 0,0 0 2 16,0 0-1-16,0 0-6 0,0 0 3 0,0 0-3 0,0 0-2 0,0 0 6 16,0 0 2-16,0 0-5 0,0 0-3 15,0 0 9-15,0 0-3 0,0 0 0 0,0 0-5 16,0 0 5-16,0 0 1 0,0 0-3 0,0 0-5 15,0 0 7-15,0 0-3 0,0 0-11 0,0 0 16 0,0 0 0 16,0 0-2-16,0 0 0 0,0 0-4 0,0 0 2 16,0 0 1-16,0 0-2 0,0 0 2 0,0 0 0 0,0 0-4 15,16 4 0-15,-16-4 2 0,12 1 7 0,-3 1-3 0,2-2-1 16,2 1-4-16,6-2 1 0,9 0 6 16,4 2-3-16,4-1 12 0,20 1 2 0,8-2 0 15,31 0 3-15,-2 0-1 0,6 1 3 0,0 0 4 16,7-1-3-16,4 2-2 0,5-2-4 0,1 0 4 0,-2 1-2 15,-8-3-2 1,-4 3-2-16,-8 0 5 0,-32-3-5 0,2 2-2 16,4-2 0-16,-3 1-1 0,0 0-6 0,-7 0 4 15,-4 1-1-15,-15 1-5 0,1-3 2 0,-6 0-2 16,-3 2-2-16,-11-2 3 0,-2 2 3 0,-4 0 0 16,-1 0 19-16,-4-1 8 0,0 2 2 0,-3-3 5 15,-1 3 0-15,-5 0-6 0,11-2-7 0,-11 2-24 16,0 0-17-16,6 0-43 0,-6 0-47 0,0 0-33 0,0 0-60 0,-26-2-113 15,13 2-334-15,0 2 147 0</inkml:trace>
  <inkml:trace contextRef="#ctx0" brushRef="#br0" timeOffset="-208719.64">24521 11573 88 0,'0'0'177'0,"-1"-4"-16"0,1 4-14 0,-3-2-13 15,3 2-12-15,0 0-10 0,0-5-9 0,0 5-11 0,3-7-14 16,-1 4-7-16,2 1-5 0,0-2-4 0,1 1-9 15,5-4-6-15,1 5-10 0,5-6 1 0,3 3-3 16,2 1 0-16,7 1-4 0,1-3-1 0,-1 2 3 16,3 2-2-16,-5 0-3 0,2-1-4 0,-1 3-3 15,-6 3 1-15,0-1-6 0,-3 1-5 0,-1 3-5 16,-4 0-3-16,0 0-12 16,-3 4-3-16,-5 0-2 0,3 5 1 0,-4 0-6 15,-8 4 3-15,-5 4 2 0,-4 2 0 0,-4-1 5 16,-6 2-2-16,-3 2 3 0,-11 2-5 0,0 4 7 15,6-13 0-15,3 1 4 0,-4 0-1 0,1-2 2 16,3-3 0-16,0 0 3 0,3-2-5 0,7-5 1 16,-3 0-6-16,3-3 2 0,3 2 5 0,6-2-7 15,-1-4 8-15,2 1 11 0,3-1 9 0,1-1 18 0,-1 0 19 0,1 1 17 16,4-3 2-16,-9 3 7 0,9-3 0 0,-5 2-2 16,5-2-2-16,0 0-3 0,0 0-5 0,-6 0-6 15,6 0-2-15,0 0-7 0,0 0-9 0,0 0-2 16,0 0-3-16,0 0-3 0,0 0-7 0,0 0-1 15,0 0-5-15,0 0-3 0,0 0-5 0,0 0 3 16,0 0-4-16,0 0-3 16,0 0 2-16,0 0-2 0,0 0-3 0,0 0-4 15,0 0 0-15,-8 0 0 0,8 0 4 0,0 0 0 16,0 0-8-16,0 0-4 0,0 0 3 0,0 0 1 16,0 0-1-16,0 0-1 0,0 0-3 0,18-5 2 15,-6 4-1-15,9-2 7 0,10-1-8 0,4 1 0 16,4-2 0-16,12 0 0 0,3 2 0 0,2-2-1 15,3 0-4-15,-3 1 6 0,-1 2 0 0,-18 1-4 0,-1 1 3 16,-2 0-3-16,-4 0-2 0,-9 0-1 0,-4 0 0 0,-3 0-2 16,-5 0-1-16,1 1-5 0,-5-1 7 0,3 0 1 15,-8 0 2-15,9 1 2 0,-5-1 2 0,-4 0-2 16,0 0-7-16,10 0 1 0,-10 0-16 0,0 0-25 16,0 0-43-16,0 0-48 0,0 0-33 0,-22-2-65 15,12 2-131-15,0-3-403 0,2 1 179 0</inkml:trace>
  <inkml:trace contextRef="#ctx0" brushRef="#br0" timeOffset="-202774.19">26890 10176 44 0,'0'-3'131'0,"1"-1"-15"0,2 1 3 0,-3 3-22 16,1-6-4-16,-1 2-5 0,0 4 1 0,3-5-5 15,-3 5-7-15,1-4-15 0,-1 4 8 0,0 0-8 16,0 0-18-16,0-4 6 0,0 4-7 0,0 0-6 0,0 0 0 16,0-4-6-16,0 4 0 0,0 0-5 15,0 0-7-15,0 0-5 0,0 0-6 0,0 0 0 16,0 0-6-16,0 0 0 0,-8 11 2 0,3-4-2 0,-5 3-5 0,-4 4-2 16,-6 8 9-16,2 3-4 0,-4 3-5 0,0-1 3 15,-6 13 3-15,10-11-4 0,-2 3 1 0,-2-2 0 16,5 3-2-16,2-4 10 0,2 2-2 0,-1 1-11 15,4-4 3-15,2 2 6 0,3 1 0 0,-4-4 17 16,8 3 2-16,1-4 2 0,3-7 5 0,4 6 4 16,-4-7 4-16,7-1 0 15,-1-2 3-15,6-1 8 0,-2 1 1 0,2-5 4 16,2-1-3-16,1-1-3 0,1-2 1 0,-2-2-1 16,-3-1 7-16,-1-2 7 0,-2 1 10 0,1-2 9 15,-3-2 5-15,-2-1-1 0,-2-1-9 0,4 0-5 16,-6 0-7-16,-1-3-14 0,-2-1-9 0,-5-2-11 15,-4-1-17-15,-3-3-12 0,-11-3-10 0,-3 0-11 16,0 3-6-16,-2-1-17 0,-4 5-7 0,0 1-8 0,-1-1-20 0,1 7-8 16,3 0-16-16,7 3-27 0,2-1-18 0,2 1-22 15,5 0-140-15,1 1-334 0,6-1 147 0</inkml:trace>
  <inkml:trace contextRef="#ctx0" brushRef="#br0" timeOffset="-201539.69">27081 10747 25 0,'0'0'127'0,"0"0"-4"0,0 0-18 0,-2 4-3 0,2-4-10 16,0 0-7-16,0 0-5 0,0 0-1 0,0 0-3 0,0 0-3 16,0 0-5-16,0 0 1 0,0 0 3 0,0 0 1 0,0 0 7 15,0 0 4-15,0 0-1 0,0 0-4 16,9-9-7-16,-5 5-7 0,9-1-7 0,-3 1-8 16,3 3 2-16,2-9 1 0,2 2 1 0,-2-1-6 15,6 0 1-15,3-5-2 0,-7 4 0 0,2-3 7 0,2-2-6 16,-3 4-6-1,4-6 3-15,-8 2-18 0,8-2 1 0,-7 5 0 16,-3-5-3-16,-1 5-1 0,2-3-1 0,-4 1-3 16,-3 4-4-16,-1-2 3 0,0 2-5 0,-3 0-8 0,-2 2-5 15,-2 0-4-15,-3 3-6 0,0 0 0 16,-4 0-3-16,-4 3 0 0,-4 2 5 0,-4 4-3 16,-11 4-1-16,2 2 0 0,0 5 3 0,-2 1-2 15,7 3-5-15,-3 2 4 0,3 2 0 0,2 3-2 0,3-2 2 0,4 1 4 16,1 1 2-16,10 0-3 0,1 2 5 0,9-4 0 15,0-7 5-15,16 7 0 0,4-5 4 0,7-4 1 16,4-5-10-16,20-1-29 0,3-1-40 0,4-5-47 0,3-6-49 16,-4-3-170-16,0-8-365 0,-6 0 161 15</inkml:trace>
  <inkml:trace contextRef="#ctx0" brushRef="#br0" timeOffset="-200800.05">27624 9919 20 0,'2'-5'171'0,"1"2"-14"0,2-1-15 0,1 4-11 0,2-3-11 0,0 2-12 16,1-4-8-16,2 4-4 0,1-1-11 0,1 0-6 15,4 2-7-15,-2 1-2 0,2-1-11 0,-3 3-8 16,-1-1-1-16,-1 3-7 0,-1-2-7 0,-1 0-3 16,-2 4-11-16,-1 0-1 0,0 5-3 0,-3-3-2 15,-2 2 0-15,1 5-9 0,-4-3 1 0,-3 2-5 16,-3-1 1-16,-3 3 1 0,1-5 0 0,0 1 3 0,-2-4-5 0,3 0-5 16,-5 3 5-16,3-3-5 0,1 0 9 0,1-2-10 15,3 2-3-15,0-3 1 0,0-1-1 0,1 1 8 16,3-1-4-16,1 0 4 0,0 2-4 0,0-1 2 15,4-2-3-15,2 4 2 0,2-2 3 0,-2 1-6 16,3 1 9-16,1-4 2 0,1 2-1 0,-1 1 10 16,-1-1-10-16,0 0 1 15,-1 1 1-15,-2 1-2 0,3-4-1 0,-5 3 1 16,1-1-1-16,-1 0-5 0,-3 1-7 0,1-2 2 16,-2 1-3-16,-1-1 7 0,-1 0 8 0,-4 0-7 15,0 2 0-15,-4-1 2 0,-2-1-4 0,2 2-2 16,-4-1-10-16,1 0-18 0,-5 0-17 0,7-2-30 15,-2 0-19-15,0 0-38 0,0-1-96 0,2-2-251 16,3-2 111-16</inkml:trace>
  <inkml:trace contextRef="#ctx0" brushRef="#br0" timeOffset="-200336.61">28082 10019 21 0,'13'-2'150'0,"-1"2"-9"0,-1 0-27 0,3 1-2 15,-5 2-12-15,0 2-18 0,5 1-9 0,-5 2-3 0,-1 0-7 0,2 5-1 16,-4 2-6-16,-2-2-13 0,-1 4-23 0,-2-1 17 15,-1 0-4-15,-4 2-5 0,0-2-6 0,2 0 9 16,-5 1-8-16,-3 0 7 0,5-4-10 0,-3-2-3 16,3-1-1-16,-4 1 2 0,4-1-4 0,0-5 2 0,1 1 1 15,0-1 4-15,1-1 7 0,1 0 5 0,0-1 18 16,-2-1 28 0,3 2 35-16,1-4 24 0,-3 4 21 0,3-4 21 15,0 0-16-15,0 0-18 0,0 0-14 0,14-13-15 16,-9 4-9-16,8-4-14 0,1-3-10 0,0 2-9 15,4-8-6-15,-1 2-10 0,-1 2-6 0,-4 3-10 16,-1 1 3-16,-2 4-5 0,-2 3-5 0,-2-1-7 16,0 3-4-16,0 1-7 0,-3 0-16 0,1 0-20 0,0 3-25 15,-3 1-1-15,0 0-1 0,0 0 8 0,0 0-1 0,-8 21 6 16,4-5 1-16,-3 2 3 0,3 4 4 0,-3 6 4 16,5-2 2-16,4 5 1 0,5-3 2 0,4-1-3 15,6 0-16-15,8 2-40 0,14 2-48 0,9-6-67 16,0-7-266-16,7-4-492 0,-2-6 218 0</inkml:trace>
  <inkml:trace contextRef="#ctx0" brushRef="#br0" timeOffset="-197692.33">29153 9989 112 0,'0'0'140'0,"0"0"-10"16,0 0-5-16,0 0-9 0,3-4-12 0,-3 4-9 16,0 0-11-16,0 0-5 0,0 0-13 0,0 0-5 15,0 0-13 1,0 0-9-16,0 0-15 0,0 0-6 0,0 0 0 0,3 15-2 15,-3-5-4-15,2 2-3 0,-2 6-2 16,-2 11 1-16,-1-2-2 0,5 8-9 0,-5 12 9 16,1 1-7-16,-2 4 3 0,1-2 3 0,-3 3-4 15,3-1-2-15,-1 0 9 0,1-2-10 0,-2 0 0 0,3 4 7 16,0-4 0-16,0-1-5 0,-2-1 1 0,3-12-2 16,-1 10 2-16,0-8-4 0,-1-4 3 0,3 12 1 0,-1-11-6 15,-3-5 9-15,3 5-11 0,-2-4 3 0,-2-1 7 16,4 1-2-16,0-1 8 0,-2-3-6 0,-1 1 8 15,2-1 5-15,-1 1 7 0,2-4-2 0,-2-2-9 0,3-5 14 16,-1 3 1-16,1 6-2 0,0-6-4 0,0-2-1 16,0 2 2-16,0-3-7 0,1 2 6 0,-1-1-5 15,3 1 3-15,-3-2-2 0,1 1-3 0,-1-2-3 0,0-3-1 16,1 2 3-16,-1 1-5 0,0-2 1 0,0-2-2 16,0-3 3-16,0 4-5 0,0 0-6 0,0-2 2 15,0 3 5-15,-1-5-3 0,1 2-1 0,0 1 3 16,0-3 5-16,0 2-1 0,-4-2-4 0,4-4 1 15,0 2 1-15,0 0-6 0,0-1-1 0,-1-1 0 16,1 1 6-16,0-3-5 16,-3 1-2-16,3 0 5 0,0 0-5 0,0-4 3 15,0 4-2-15,0-4-1 0,-1 5-1 0,1-5 2 16,0 0 9-16,-1 4 12 0,1-4 6 0,0 0 6 16,0 0 8-16,0 0 6 0,0 0 4 0,0 0 6 15,0 0 4-15,1 4-1 0,-1-4-5 0,9-1-5 16,-9 1-6-16,19-5 0 0,-1 1-7 0,9-4-14 15,2-4-29-15,7 0-27 0,15-5-51 0,8-7-62 0,-3 3-221 0,-1-4-395 16,3-9 175-16</inkml:trace>
  <inkml:trace contextRef="#ctx0" brushRef="#br0" timeOffset="-197060.32">29251 10057 67 0,'0'0'221'0,"0"0"-10"0,0 0-7 0,0 0-6 16,-4-2-10-16,4 2-7 0,0 0-11 0,0 0-7 16,0 0-13-16,0 0-10 0,0 0-11 15,0 0-13-15,0 0-12 16,0 0-12-16,12-3-13 0,0 1-23 0,7 1-18 15,12 0-31-15,2-2-26 0,4 1-38 0,1 3-47 16,16-2-51-16,-17 2-209 0,0-2-393 0,-3 1 174 16</inkml:trace>
  <inkml:trace contextRef="#ctx0" brushRef="#br0" timeOffset="-196415.69">29566 10560 66 0,'0'-3'348'0,"0"-3"-3"0,0 6-7 0,-1-6-20 16,2 3-4-16,-1-3-13 0,-1 2-23 0,1 4-19 0,0-8-22 15,0 6-40-15,0 2-5 0,-2-7-23 16,2 7-12-16,2-4-30 0,-2 4-41 15,0 0-17-15,0-4-55 0,0 4-47 0,2-5-36 0,1 4-45 0,1-2-33 16,-4 3-41-16,10-1-12 0,-10 1-24 0,13 1-32 16,-7-1-175-16,2 2-467 0,1-1 207 15</inkml:trace>
  <inkml:trace contextRef="#ctx0" brushRef="#br0" timeOffset="-196158.34">30042 10529 253 0,'2'-3'272'0,"0"1"-23"0,1 0-26 0,-2-2-17 15,-1 4-24-15,5-6-22 0,-5 4-16 0,0 2-36 0,3-5-35 0,-3 5-45 16,5 0-41-16,-5 0-42 0,0 0-36 0,0 0-55 16,11 2-120-16,-11-2-288 0,2 4 128 0</inkml:trace>
  <inkml:trace contextRef="#ctx0" brushRef="#br0" timeOffset="-195751.53">29762 11179 204 0,'0'0'305'0,"0"0"-21"16,0 0-23-16,10-10-20 0,-4 6-24 0,-2 0-19 0,2-1-26 0,2 0-25 0,0-1-34 15,-3 1-43-15,2-1-47 0,-3 0-54 0,2 1-76 16,0 1-79-16,-2-1-133 0,-1 1-345 0,1-3 153 16</inkml:trace>
  <inkml:trace contextRef="#ctx0" brushRef="#br0" timeOffset="-194854.89">30031 10511 121 0,'0'0'104'0,"0"0"-12"16,0 0-11-16,1-4 6 0,-1 4-21 0,0 0-5 15,0 0-4-15,0 0-7 0,0 0-4 0,0 0 2 16,0 0-10-16,0 0-4 0,0 0-7 0,0 0 1 16,0 0-9-16,0 0 3 0,0 0-2 0,13 7-4 15,-13-7 6-15,0 0-10 0,0 0 12 0,0 0 1 16,0 0 12-16,0 0 16 0,0 0 3 0,0 0 1 15,0 0-3-15,0 0 1 0,0 0-6 0,4-4 1 16,-4 4-5-16,0 0 2 0,1-5-3 0,-1 5-1 16,0 0-5-16,0 0 4 0,2-3-12 0,-2 3 3 15,0 0-8-15,0 0-4 0,0 0-6 0,0 0 0 16,0 0-5-16,0 0-7 0,0 0-4 0,3-2-7 16,-3 2-8-16,0 0-2 0,0 0-5 0,0 0 10 0,0 0-6 0,0 0 7 15,0 0-4-15,0 0 1 0,0 0 10 0,0 0-11 16,0 0 13-16,0 0 17 0,0 0 9 0,0 0 13 15,0 0 23-15,0 0 10 0,0 0-6 0,0 0-5 16,0 0-8-16,6-7-3 0,-3 4 0 0,2-1-1 16,-3 1-4-16,-2 3-2 0,3-5-4 0,-1 1-5 15,-2 4-5 1,2-2-13-16,-2 2-21 0,0 0-27 0,4-3-37 16,-4 3-35-16,0 0 5 0,0 0-10 0,0 0-9 0,-2 14-21 15,0-7-151-15,-3 1-318 0,1 1 140 0</inkml:trace>
  <inkml:trace contextRef="#ctx0" brushRef="#br0" timeOffset="-193921.25">29820 11187 48 0,'0'0'138'0,"0"0"-7"16,0 0-23-16,0 0-5 0,0 0-6 15,0 0-17-15,0 0-16 0,0 0-1 0,0 0-9 0,0 0 3 16,0 0-13-16,0 0-1 0,0 0-3 0,6 2-11 15,-6-2-1 1,0 0-4-16,0 4 0 0,0-4-2 0,0 0-5 16,-2 4 1-16,2-4-1 0,0 0 1 0,-2 4-7 15,2-4 3-15,-2 5-2 0,2-5 1 0,0 0-15 0,0 0 5 16,-1 4 4-16,1-4-6 0,0 0 4 0,0 0-4 16,0 0 15-16,0 0 2 0,0 0-4 15,0 0 9-15,-1 4 1 0,1-4 6 0,0 0-7 0,0 0-4 16,0 0 8-16,0 0-8 0,0 0-9 0,0 0 6 0,0 0-11 15,0 0 4-15,1 3-8 0,-1-3 2 0,1 5 3 16,-1-1-2-16,0-4-13 0,3 7 8 0,-2-5 4 16,1 2-8-16,2 0 11 0,-2-1-4 0,-1-1 1 0,-1-2 3 15,4 4 3-15,-2-3-7 0,-2-1 7 16,0 0 7-16,13-1 5 0,-13 1 4 0,8-5 6 16,-4 1-5-16,-1-1 9 15,1 0-2-15,0-3 0 0,0 0-6 0,-3 5 1 16,1-3-2-16,-2-2 3 0,2 5 8 0,-2-1-6 15,3 0-12-15,-3 4-5 0,0-7-12 0,0 7-11 16,2-3-28-16,-2 3-15 0,0 0-22 0,0 0-32 16,-14 1-49-16,14-1-116 0,-6 3-293 0,6-3 129 0</inkml:trace>
  <inkml:trace contextRef="#ctx0" brushRef="#br0" timeOffset="-192502.19">30623 10577 53 0,'0'-6'181'0,"0"0"0"0,1 3-11 16,-1 3-3-16,3-5-5 0,-2-1-11 15,-1 6-9-15,0-3-11 0,0 3-15 0,2-4-13 16,-2 4-13-16,0 0-10 0,0 0-9 0,0 0-8 0,0-4-24 15,0 4-16-15,0 0-7 0,0 0-2 0,3 11-2 16,-3-4-6-16,1 3-8 0,-1 2 5 0,-1 5-4 16,0 3 1-1,-2 3-5-15,-1 9 4 0,2-6-2 0,-1 1 1 0,-1-3 2 16,1 3 0-16,3-2 2 0,-2 0-4 16,2-7 5-16,-1 0-2 0,0-1-6 0,-2 0 5 15,7-4 6-15,-4-3-11 0,-4 0 3 0,4-3 6 16,0 0 4-16,0-2-5 0,0 0 0 0,-1-1 22 15,1-1 20-15,-3 1 20 0,3-4 20 0,0 5 19 0,0-5 22 16,0 0 8-16,0 0 28 0,0 0 13 0,0 0-10 0,0 0-21 16,0 0-8-16,0-19-18 0,0 7-9 0,-1-7-17 15,1-6-11-15,1-2-7 0,-1-4-4 0,4 0-7 16,3-3 0-16,-1 1-10 0,2-2-8 0,-1 1-10 16,0 1-2-16,3 3-7 0,-3 1 0 0,3 0-8 15,-2 3-3-15,-1 7-1 0,2 0 0 0,-2 2-8 16,3 2 4-16,0 1-1 0,-3 3-5 0,-2-1 3 0,7 1-7 0,-2 2-6 15,0 3-21-15,4-5-4 0,-1 5-33 0,1 3-24 16,-1 1-23-16,1 0-18 0,4 3-12 0,0 2-20 16,-2 0-18-16,1 2-8 0,-2 2-22 0,-1 0-13 15,-3 0-24-15,-4 0-175 0,2 0-457 0,-4-1 202 16</inkml:trace>
  <inkml:trace contextRef="#ctx0" brushRef="#br0" timeOffset="-191963.22">30597 10727 34 0,'0'0'177'0,"0"0"0"0,0 0 0 0,-4 0-10 15,4 0-19-15,0 0-12 0,0 0-5 0,0 0-17 16,0 0-9-16,31-2-4 0,-13 1-9 0,2-5-5 0,8 3-7 0,4 1-4 15,0 0-5-15,4 1-2 0,2-2-4 16,-6-3-5-16,-2 5-4 0,-2 0-9 0,-8-2-4 16,-4 1-5-16,-5 2-2 0,0-1-7 0,-3 1-3 0,0 0-3 15,-3-1-6-15,-5 1-6 0,9 0-5 0,-9 0-15 16,9 1-11-16,-9-1-10 0,0 0-7 0,6-1-3 16,-6 1-8-1,0 0-16-15,0 0-24 0,0 0-27 0,0 0-34 16,0 0-152-16,0 0-324 0,0 0 144 0</inkml:trace>
  <inkml:trace contextRef="#ctx0" brushRef="#br0" timeOffset="-191361.88">31309 9985 160 0,'0'0'221'0,"0"-4"-8"0,0 4-13 0,0 0-12 16,0 0-16-16,0 0-9 0,0 0-11 0,0 0-14 15,0 0-8-15,0 0-18 0,0 0-12 0,0 0-10 16,0 0-12-16,0 0-9 0,0 0-14 0,0 0-19 16,0 0-16-16,0 0-1 0,0 0-7 0,-8 16-2 15,1-7 0-15,-1 0 1 0,-5 7-4 0,0-2 1 0,-1 2 0 0,3 0-6 16,-7 3 4-16,6-3-3 0,2-1 2 0,-4-3-4 15,8-1 4-15,-1-2-2 0,1-1 5 0,2-1-9 16,-2-3 2-16,3-1 4 0,1 2 2 0,0-1-5 16,-2 0 7-16,2-1-1 0,2-3 1 0,-4 3 2 0,4-3-2 15,-1 6-1-15,1-6 0 0,0 0-2 0,0 0-6 16,-5 1-10-16,5-1-21 0,0 0-32 0,0 0-44 16,0 4-51-16,0-4-197 0,5 4-384 0,-5-4 169 15</inkml:trace>
  <inkml:trace contextRef="#ctx0" brushRef="#br0" timeOffset="-189626.1">31513 10461 146 0,'0'0'194'0,"0"0"-4"0,0 0-8 0,0 0-5 16,3-5-15-16,-3 5-14 0,0 0-19 0,0 0-7 0,0 0-16 15,0 0-13-15,4-2-11 0,-4 2-9 0,0 0-9 16,0 0-7-16,12 2-9 0,-5-1 0 0,-1 1-8 16,1-1-6-16,2 1-6 0,-3 0 1 0,4 3 4 15,0-1-13-15,-3 1-2 0,-1 0-9 0,3 2-9 16,-4-2-11-16,4 2-15 16,-4 1-4-16,-1-2-3 0,1 4-5 0,-5-3 2 15,3 0-3-15,-3 2-8 0,0-1 9 16,-3-2 4-16,-2 2 2 0,1-1 4 0,-1-3 0 0,1 3 11 15,-4 1 3-15,0-3-6 0,3 2 6 0,0-4 8 16,-1 2-7-16,0-1-5 0,4-2 3 0,-2 1 7 16,4-3-1-16,-4 4-2 0,1-1-4 0,2-1 18 15,1-2-8-15,-1 5 1 0,1-5-3 0,2 5 4 0,2-2 8 0,1 1 0 16,0-1 4-16,3 2 6 0,2-1-5 16,-1 1-1-16,1 0-3 0,-2-1-1 0,-2 3-2 0,4 0 5 15,-2-3-7-15,0 1 0 0,-3 5 3 0,0-3-6 16,3 0-8-16,-6-3-3 0,1 2-1 0,-2 1 4 15,3-2-4-15,-5 3 3 0,-2-2 4 0,2 1 4 16,-3-2-8-16,-5 3 7 0,4-1 2 0,-4-1 2 0,1 0-6 0,-2-1 3 16,0 1 3-16,-3 1-3 0,4-3-2 15,-3 2-17-15,1 0-24 0,2-1-10 0,0-2-27 16,3 0-20-16,-1 0-24 0,1-1-67 0,2-1-210 16,4-1 93-16</inkml:trace>
  <inkml:trace contextRef="#ctx0" brushRef="#br0" timeOffset="-189325.43">31830 10478 220 0,'1'-2'205'15,"-1"2"-16"-15,0 0-28 0,0 0-11 0,0 0-18 16,13 7-19-16,-8-2-14 0,3 2-14 0,6 5-9 0,-4 3-3 16,7 7-8-16,-4-1-8 0,-2 3-4 0,2 4-5 15,-4-2-6-15,-3 3 0 0,-3 0-3 0,-3 3-3 16,-5-1-3 0,0-2-17-16,-7 0-7 0,1-1-7 0,-7 1-5 15,-4-3-2-15,-5-1 0 0,1-2-10 0,-14 6-25 16,5-10-31-16,-1-5-33 0,-12 3-50 0,8-5-104 15,3-6-280-15,-2 0 124 0</inkml:trace>
  <inkml:trace contextRef="#ctx0" brushRef="#br0" timeOffset="-188955.57">31462 10378 44 0,'0'0'201'0,"0"-4"-19"0,0 4-23 15,0 0-8-15,0 0-26 0,0 0-17 0,0 0-8 0,0 0-15 0,-14 11-15 16,1 2 0-16,2 1-14 0,-6 7-3 0,-3 5-9 16,-1 1-3-16,2 1-7 0,-3 3-5 0,-3 9-1 15,10-7-7-15,-2-3-1 0,5 4 0 0,0 1-3 16,4-5-5-16,4 2 8 0,3-1-4 0,2-5 1 16,4-1-1-16,8 3 12 0,5-6 3 0,2 2 0 15,6 1-3-15,6-7-5 0,2 1-31 0,11 2-51 0,-9-9-60 0,1 0-164 16,-3-7-306-16,1-1 136 0</inkml:trace>
  <inkml:trace contextRef="#ctx0" brushRef="#br0" timeOffset="-188592.23">32128 10682 137 0,'0'0'316'0,"0"0"-15"0,0 0-15 15,0 0-23-15,0 0-27 0,0-6-21 0,0 6-29 16,6-2-24-16,2 2-19 0,0 0-26 0,6-2-24 16,-3-1-32-16,3 3-27 0,0-1-36 0,4 2-36 15,0-1-45-15,1 0-41 0,1 0-28 0,0 0-45 16,-10 3-129-16,4-6-353 0,-6 6 156 0</inkml:trace>
  <inkml:trace contextRef="#ctx0" brushRef="#br0" timeOffset="-188400.35">32133 10815 105 0,'0'0'237'0,"0"0"-14"0,0 0-13 0,9 3-17 15,-4-2-15-15,8-1-21 0,0 3-15 16,-2-3-16-16,3 0-31 0,-1 0-38 0,2 2-57 16,3-4-62-1,-4 4-60-15,-1 0-135 0,6-4-278 0,-5 2 123 16</inkml:trace>
  <inkml:trace contextRef="#ctx0" brushRef="#br0" timeOffset="-187905.46">32640 10647 73 0,'0'0'225'0,"2"-4"-11"0,-2 4-22 0,1-3-16 16,-1 3-18-16,0 0-18 16,1-5-15-16,-1 5-15 0,0 0-17 0,0 0-17 15,0 0-14-15,0 0-10 0,0 0 2 0,0 0-10 16,0 0-6-16,0 0-9 0,-20 9 2 0,12-5 0 16,2 3-9-16,-2 3-6 0,-1-6 1 0,0 4-12 15,0 1 10-15,0 0 0 0,3 4-3 0,-2-3-6 16,-1 2 1-16,3 2-3 0,-2 1 5 0,3-5-8 15,1 2 5-15,-1 4 1 0,5-3 0 0,0-1-4 0,0 0 5 16,4-1 1-16,0-1 7 0,1-1 10 0,1 5 3 0,2-7 5 16,2 5 4-16,3-4 3 0,-1-3 5 0,5-1 8 15,-4 0 6-15,5-3 8 0,0-3 0 16,0-1-4-16,-3 1-3 0,2-2-5 0,-1-5-2 16,1 0-7-16,-2-3-7 0,-2-3-4 0,-1-2-7 15,-1 0-7-15,-6 2-3 16,2-2-8-16,-5-1-4 0,-2 0 7 0,-2 1-16 15,-5 1 1-15,-2 0-8 0,-5 4-6 0,1 1-5 16,-1 0-7-16,0 2-17 0,-3 1-21 0,4 2-19 16,1 3-30-16,-1 1-33 0,1 0-33 0,0 4-208 15,1-4-419-15,11 2 185 0</inkml:trace>
  <inkml:trace contextRef="#ctx0" brushRef="#br0" timeOffset="-186780.75">32605 9883 129 0,'0'0'143'0,"-2"-2"-11"0,2 2-14 0,0 0-5 16,0 0-6-16,-1-7-13 0,1 7 4 0,0 0-2 16,0 0-7-16,-1-3-8 0,1 3-2 0,0 0-10 15,0 0-8-15,0 0-4 16,0 0-10-16,0 0-6 0,0 0-4 0,0 0-12 15,0 0-1-15,0 0-1 0,13 5-2 0,-3 0 8 16,3-3-7-16,6 5-9 0,9 0-16 0,2 2-6 16,6-1-8-16,-1 0-18 0,-1-3 9 0,5 4-13 15,-1-2-27-15,0 1 8 0,-3-1-2 0,-2 0-1 16,-2-2 8-16,-10-3-1 0,-21-2 9 0,41 3 4 16,-41-3 12-16,28 1 21 0,-28-1 21 0,0 0 31 0,0 0 16 15,35-6 11-15,-35 6-10 0,0 0-7 0,11-8-7 0,-11 8-1 16,0 0-7-16,9-12 0 0,-9 12-5 15,0 0-6-15,7-14 3 0,-7 14-6 0,0 0 1 16,0 0-1-16,5-17 2 0,-5 17 3 0,0 0-1 16,0 0-8-16,0 0 2 0,0 0-2 0,1-15-1 0,-1 15-1 15,0 0-6-15,0 0 4 0,0 0-5 0,0 0-5 0,0 0-1 16,0 0 4-16,0 0-5 0,0 0-1 0,0 0-1 16,0 0-5-16,0 0 4 0,0 0-8 0,0 0 5 15,0 0-8-15,0 0-9 0,0 0 1 0,0 0-12 16,0 0-8-16,0 0 10 0,0 0-5 0,0 0 1 15,0 0 9-15,0 0 6 0,0 0-7 0,10 59 0 16,-10-32 3-16,-1 6 10 16,1 4-10-16,-1 15 4 0,-3 0-2 0,-5 6 11 15,1-1-4-15,-1 0 11 0,-5 25-7 0,2-29 1 16,0 3-1-16,1 2 1 0,3 0 10 0,-2-2 1 16,1-1-10-16,2-4-1 0,0-3 2 0,-2-4 4 15,4-7-1-15,0-3-3 0,-2-1 4 0,3-4-9 16,-1 1 3-16,-1-4-7 0,1-2 5 0,1-3 3 15,0-4 2-15,3 0 5 0,-2-2-5 0,3-15 0 0,-4 28 7 0,4-28-5 16,-4 21 6-16,4-21-10 0,-6 19 5 0,6-19 0 16,-1 17 0-16,1-17-2 0,0 0 9 0,0 21-6 15,0-21 1-15,0 0-1 0,-3 19 4 0,3-19-2 16,0 0-5-16,0 14 8 0,0-14-2 16,0 0 0-16,0 0-2 0,0 0 1 0,0 0 0 0,0 20-9 15,0-20 22 1,0 0 8-16,0 0 6 0,0 0-3 0,0 0-2 15,0 0-3-15,0 0 3 0,0 0-1 0,0 0-1 16,0 0-2-16,0 0 2 0,0 0 1 0,0 0 0 16,0 0 0-16,0 0 2 0,4 14-1 0,-4-14 3 0,0 0-3 15,0 0-2-15,0 0-1 0,0 0-3 0,0 0 1 16,0 0 2-16,0 0 7 0,0 0 0 16,0 0 2-16,0 0-3 0,0 0 6 0,0 0 3 0,0 0 4 0,0 0 5 15,0 0 3-15,0 0 1 0,0 0-5 0,0 0-1 16,0 0-4-16,0 0-4 0,0 0-4 0,0 0 2 15,0 0 0-15,0 0-7 0,0 0-3 0,0 0-1 16,0 0-2-16,0 0-2 0,0 0 0 0,-54-3-1 16,18 0-9-16,-2 3-13 0,-17-3-38 0,-1 0-64 0,-3-1-87 15,-4 2-242 1,0-3-471-16,13 4 210 0</inkml:trace>
  <inkml:trace contextRef="#ctx0" brushRef="#br0" timeOffset="-181968.7">23092 13105 48 0,'0'0'129'0,"0"0"3"15,0 0-6-15,0 0-7 0,0 0-6 0,-3-4-5 16,3 4-11-16,0 0-14 0,0 0 1 0,0 0-5 16,0 0-23-16,0 0 0 15,0 0 0-15,0 0-11 0,0 0-3 0,0 0-4 16,0 0-2-16,0 0-1 0,0 0-9 0,0 0-6 16,0 0 3-16,0 0-7 0,0 0 2 0,0 0 1 15,0 0-4-15,0 0 4 0,0 0 1 0,0 0 8 16,25 5 0-16,-7-6-2 0,10 1-1 0,4-1-1 15,5-2 3-15,4 3 7 0,14-2 2 0,1-3 1 16,-5 3 7-16,-15-1-6 0,-4 5-3 0,-1-4 5 0,-2 4-12 0,-8-4-1 16,-3 0-3-16,-6 2 1 0,-4 0-5 0,2-3-3 15,-5 3-8-15,0 0-11 0,2-1-20 0,-7 1-5 16,0 0-13-16,0 0-19 0,0 0-16 0,0 0-13 16,-18 8-25-16,6-7-15 0,2 0-31 0,-4 2-95 15,1 1-273-15,3-3 122 0</inkml:trace>
  <inkml:trace contextRef="#ctx0" brushRef="#br0" timeOffset="-181667.95">23372 13333 83 0,'-5'1'145'16,"5"-1"-10"-16,0 0-6 0,0 0 4 0,-4 4 2 15,4-4-9-15,0 0-8 0,0 0-10 0,0 0-5 0,0 0-5 16,14 0-3-16,4 0-6 0,3 1-6 0,11-2-8 0,5-1-9 16,0-1-5-16,14-1-6 0,-13 4-4 0,2-3-5 15,-3 3-9-15,0-2 2 0,-6 1-3 0,-10 1-4 16,1 0-8-16,-3 0-1 0,-9 0-3 0,2 0-16 15,-3 0-16-15,-3-1-5 0,1 1-13 0,-7 0-24 16,6 0-11-16,-6 0-14 0,0 0-27 0,0 0-37 16,0 0-132-16,0 0-295 15,-22 0 130-15</inkml:trace>
  <inkml:trace contextRef="#ctx0" brushRef="#br0" timeOffset="-180618.78">24319 12926 130 0,'0'0'138'0,"0"0"-7"0,0 0-10 0,0 0-3 0,0 0-11 16,0 0-5-16,0-5-8 0,0 5-18 15,4-4 1-15,1 3 7 0,-5 1-21 0,10-4-4 16,-3 3-4-16,3-2-8 0,1 3-8 0,0 0-2 0,2-3-3 16,4 3-6-16,1 3-3 0,0-3 0 0,3 0-8 15,0 3 0-15,0-1 0 0,-1 3 2 0,3-1-2 16,-2 4-5-1,-3-1-1-15,1-1-2 0,-3 2-2 0,-2 2-13 16,-3 0 5-16,-2-1-2 0,-1 1-5 0,-6 0-4 0,0 1 4 16,-4 1-15-16,-5 2 10 0,0 2-5 15,-5-2 4-15,-3-1 0 0,1 0 0 0,-3 3-1 16,0-7 14-16,0 3 10 0,1-4-19 0,0 1-1 16,4-4 3-16,1 0 0 0,-1 2 4 0,4-4 1 15,2 2-6-15,-1-3 3 0,1 2 3 0,3-3 2 0,1 3 9 0,2-4-1 16,4 7 6-16,1-4 5 0,4 0-4 0,5 2-1 15,3 2 5-15,3-2-8 0,1 2 6 0,5 0-8 16,1 0 0-16,-6 1 3 0,4 1-11 0,-3-1 7 16,-6-1-4-16,1 3 0 0,-4-2 0 0,1 3-9 15,-5-2-2-15,-1-1-2 0,-2 2 3 0,-2-1-11 16,-4 1 2-16,0-2 3 16,-4 1 4-16,-5-1 0 0,-5 1 2 0,-5-1 10 15,-12-2 9-15,1 0-1 0,0-1 6 0,0-4 9 16,-2 2 11-16,4-3 5 0,-2 0 0 0,2-3 8 15,8 3 22-15,0-1 6 0,8 1 7 0,0-1 3 16,4 1-4-16,2-2-4 0,-1 2-6 0,7 0 8 16,-11 2 5-16,11-2-5 0,-7-2-12 0,7 2-5 15,0 0-7-15,0 0-14 0,0 0-14 0,0 0-27 0,0 0-30 0,0 0-44 16,0 0-66-16,26-2-70 0,-19 1-202 0,1 1-441 16,-1-2 195-16</inkml:trace>
  <inkml:trace contextRef="#ctx0" brushRef="#br0" timeOffset="-178328.6">25063 13011 170 0,'0'-6'176'0,"0"6"-18"0,5-7-18 0,0 6-16 15,2-3-6-15,5 1-19 0,1 0-7 0,4-2-12 16,3 3-8-16,8 2-4 0,-5 0-16 0,-1 0 2 16,-2 0-10-16,9 2-5 0,-9 1-5 0,0 2-3 15,-4 2-8-15,2 0-5 0,-2 1 2 0,-2 3-6 0,-5 0-4 0,0-1-8 16,4 4 0-16,-8 3 0 0,-2 0 0 0,-3 2-3 16,-4 0 2-16,0-1-4 0,-5 1-2 0,-1 5 9 15,-2-2-7-15,-6-1 1 0,2 0 7 0,-1 1-7 16,4-6 3-16,-1-3 6 0,-4 7-6 0,3-8-3 15,6-4 2-15,-2 1 3 0,3-3-7 0,0 1 7 16,2-3-5 0,0-1 2-16,2 1 2 0,0 0-2 0,0-3 36 0,0 2 41 15,4-3 22-15,-1 4 19 0,1-4 25 0,0 0 23 16,0 0-1-16,0 0-14 0,0 0-12 16,10-16-16-16,2 3-11 0,0-1-11 0,7-6-12 15,0-1-15-15,3-3-6 0,0 0-6 0,1-2-19 0,0 3-12 16,-1 0 2-16,-2 1-7 0,-3 1 3 0,-3 7-8 15,-1-2-1-15,-5 6 1 0,0-1 1 0,-4 7-2 0,1-2-3 16,-1 2-5-16,1 0-8 0,-2 0-19 0,0 3-23 16,-3 1-23-16,0-7-17 0,0 7 1 0,0 0 9 15,0 12 5-15,-3 0 5 0,-1-3 8 0,3 5 3 16,-3 2 4-16,0 1 7 0,1 2 2 0,2-2 3 16,0 3 5-16,3-3 0 0,1 1 8 0,2-1 3 15,2-2 1-15,3 2 2 0,4-3 2 0,8 0-35 0,3-2-53 0,2-6-70 16,1-1-255-16,0-1-459 0,0-6 203 0</inkml:trace>
  <inkml:trace contextRef="#ctx0" brushRef="#br0" timeOffset="-177680.18">25615 12707 140 0,'4'-4'207'15,"0"-2"-14"-15,1 3-12 0,0 1-17 0,1-2-19 0,1 1-13 16,-1 2-9-16,2 0-18 0,-1 0-12 0,3 2-8 15,-2-1-11-15,0 2-7 0,2 1-9 0,-2 2-2 0,-2-1-11 16,1 3-3-16,1 1-6 0,-4 1-2 0,1 2-6 16,-1-2-5-16,-4 5-2 0,0-3-1 0,-2 0-2 15,-2 5 0-15,1-1-5 0,-5-5 5 0,-2 5-6 16,1-1 5-16,-1-2-2 0,1-4 2 0,2 4-1 16,-1-4 6-16,-2-1-9 0,5-2-1 0,0 0 1 15,-2-1 2-15,6-1-3 16,-4-1 2-16,1 1 5 0,4-3 25 0,-5 5 22 15,4-4 12-15,1-1 9 0,-3 4 6 0,3-4-6 16,0 0-4-16,0 0-7 0,0 0-11 0,24-4-5 16,-6 2-5-16,3-1-7 0,9-2-7 0,7 1-5 15,-1-3-3-15,1 4-5 0,3-2-3 0,-2 0-2 16,-4 1 2-16,-2 1-8 0,-1 0 0 0,-10 1-2 16,-2 0-3-16,-4 0-1 0,-3 1-1 0,-3 1-1 0,-3-1 1 0,2 0-1 15,-2 1-2-15,-6 0-7 0,9-3 1 0,-9 3-15 16,8 1-22-16,-8-1-18 0,0 0-20 15,0 0-12-15,3 3-8 0,-3-3-16 0,0 0-35 0,-11 8-44 16,6-7-36-16,0 3-189 0,0 0-448 0,2-3 199 16</inkml:trace>
  <inkml:trace contextRef="#ctx0" brushRef="#br0" timeOffset="-176893.79">26282 13198 36 0,'0'0'164'15,"0"0"-10"-15,0 0-7 0,0 0-8 0,0 0-10 16,0 0-9-16,0 0-12 0,0 0-10 0,0 0-5 16,5-5-12-16,-1 3-10 0,1 0-3 0,1-1-11 15,6-1-8-15,-4 1-1 0,3 0-6 0,3-2-6 0,2-1 0 0,3 0-6 16,0-3-5-16,0 3 1 0,1-3 1 0,7 0-7 16,-4-1-3-16,4-2 3 0,-1 0-1 0,-7 3 2 15,6-6-2-15,-2 2 4 0,-9 1 2 0,4 1 3 16,-4 1 9-16,0-1 1 0,-5 2 7 0,0 0 1 15,-1 0 5-15,-2 1 3 0,-2-2-1 0,0 5-1 16,0-1 1-16,-3 1-9 16,-1-1-10-16,-1 3-9 0,-3-1-8 0,0 0-7 15,-5 0-3-15,-1 2-1 0,-3 1-1 0,-1 4-5 16,-4 0 0-16,-1-1 0 0,-1 3 0 0,-7 3-1 16,2 1-1-16,0 6-4 0,-2 2 0 0,3 1 2 15,-2 2 0-15,3 2 0 0,2 1-2 0,3-1-3 16,2 1 4-16,5-6-3 0,3 2 4 0,4-2 4 15,3 0 8-15,5 0 4 0,4-3 8 0,8-1 7 0,10 2-1 0,7-2 2 16,17 0-7-16,5-4 16 0,2-5-3 0,3 0-2 16,6-2-19-16,-5-3-40 0,-4-4-41 15,-3 1-51-15,0-4-63 0,-20 2-211 0,-3-5-426 16,-1 2 189-16</inkml:trace>
  <inkml:trace contextRef="#ctx0" brushRef="#br0" timeOffset="-176038.27">26951 12550 37 0,'0'0'137'0,"-2"-3"13"0,2 3-12 16,0 0-2-16,0 0-3 0,0 0-11 0,0 0-13 16,0 0-11-16,6-5-11 0,-2 3-10 0,3 2-9 15,1-2-4 1,4 2-6-16,0 0-8 0,2 2-3 0,2 0-4 0,3 0-14 15,-1 1 8-15,-2 0-13 0,1 0 1 0,-4-1-1 16,1 4-4-16,3-1-7 0,-4 0-1 16,-2 2 1-16,-1-3-10 0,-1 3-9 0,-1 0 10 15,0 2-4-15,-3-2-10 0,-1 1-2 0,-3-3 7 0,0 3-4 16,-1 1-2-16,-4 3-2 0,-2-5 3 0,0 4 2 16,-3 0-2-16,-4 1 0 0,1-2 6 0,1-1 1 0,-1 3-4 15,3-5-12-15,-2 1 19 0,-1-3-5 0,7 4 3 16,-5-4-1-16,2 2-1 0,3-2-3 0,1 0 5 15,3 1 4-15,1 0 0 0,0-3 0 0,1 2 7 16,3 2 2-16,5-2 9 0,-3-1 0 0,5 1 8 16,-1-2-3-16,4 3-2 0,0 0 0 0,0 0-4 15,-1-2-6-15,0 1 5 16,2 2-11-16,-2-3-1 0,-2 2-4 0,-2 0 4 16,0 1 1-16,-2-3-15 0,0 2 2 0,-5-1 5 15,1 0-12-15,-3 0 5 0,0 0-1 0,-1 0 6 16,-5 0 2-16,-6 2-1 0,1-2 3 0,-7 2-2 15,0-1 2-15,-4 1 0 0,2-2-18 0,-6-1-12 16,3-2-31-16,2 1-12 0,0-2-34 0,1 0-42 16,1-1-79-16,4-1-246 0,4-1 110 0</inkml:trace>
  <inkml:trace contextRef="#ctx0" brushRef="#br0" timeOffset="-175575.09">27354 12671 138 0,'5'-3'149'16,"8"3"-6"-16,-4 0-13 0,1 3-21 0,1-2-16 0,1 2-8 15,-2 2-9-15,3-2-7 0,-3 4-6 16,-1 0-8-16,1 1-8 0,-2 2-1 15,-1 1-5-15,-2 0-4 0,-2 5-3 16,-1-1 2-16,-4 1-8 0,-4 0-7 0,2-2 6 0,-5 2-2 0,0 1 1 0,-5-2-4 16,3-1-5-16,-3-1 5 0,1 1-2 0,-1-4-5 15,4-1-4-15,1-2 3 0,2-2 0 0,1 2 14 16,1-4-1-16,1 2 14 0,0-3 26 0,0 2 31 16,3-1 30-16,1-3 32 0,0 0 15 0,0 0 11 15,0 0-12-15,0 0-20 0,0 0-15 0,10-16-15 16,-1 8-17-16,7-4-4 0,-1-1-12 0,2 0-9 15,3-7-13-15,1 1-10 0,-1 1-13 0,0 0 16 16,-7 5-3-16,2 1-20 0,-6 5 3 0,-1-2-6 16,-3 1-3-16,-1 4-2 0,2 1-13 0,-3-2-20 15,-2 4-18-15,-1 1-18 16,0 0 23-16,0 0-2 0,0 0 2 0,-4 16-1 16,-2-4 0-16,-3 1 1 0,1 12 3 0,-1-7-9 15,3 5 1-15,4 4-3 0,4-3 8 0,8 5-1 16,7 0-3-16,10-4-31 0,16 9-60 0,10-3-107 15,9-9-339-15,3-8-602 0,32-2 267 0</inkml:trace>
  <inkml:trace contextRef="#ctx0" brushRef="#br0" timeOffset="-172029.53">21964 13023 18 0,'0'-4'244'0,"-1"-1"-16"0,1 0-5 15,-3 1-7-15,3 4-11 0,3-7-14 16,-3 4-18-16,0 3-17 0,0-3-20 0,0 3-15 16,0 0-16-16,1-4-16 15,-1 4-29-15,0 0-5 0,0 0-6 0,0 0-4 16,-4 19-9-16,1-6 0 0,0 5-4 0,-3 7-6 15,-1 4-2-15,1 0-4 0,-4 0 0 0,-1 4-5 16,5 0-2-16,-3 0-2 0,1-2 0 0,3 1 14 16,-3-1-4-16,2-3-1 0,-3-2-3 0,4-7 1 15,1 0-3-15,2 1-2 0,-1-8-2 0,0 0 2 16,2-1 0-16,1-2-4 0,-2-1-3 0,-1-3 3 0,3 1-2 0,0-2 2 16,-2 1 0-16,2 0-1 0,0-3-2 0,0-2 3 15,-2 5-1-15,2-5-2 0,-1 5 4 0,1-5 0 16,0 0-1-16,0 5 0 0,0-5-1 0,0 0 1 15,0 0 0-15,0 0-5 0,-2 2-5 0,2-2-1 16,0 0-1-16,0 0-30 0,0 0-39 0,0 0-42 16,-6-12-20-16,6 6-32 15,-1-4-15-15,1-1-181 0,1-5-393 16,1-1 174-16</inkml:trace>
  <inkml:trace contextRef="#ctx0" brushRef="#br0" timeOffset="-171713.12">21921 13014 153 0,'0'-17'200'0,"1"0"-6"0,0 5-8 0,1 2-8 0,-2-2-3 0,0 3 3 0,1-1-6 16,-1 5-15-16,1-1-4 0,-1 1-12 15,0-1-16-15,0 2-14 0,6 1-10 0,-4 1-11 16,-2 2-11-16,-2-5-12 0,2 5-7 0,4-3-4 16,-4 3-14-16,12 1-4 0,-6 3-6 0,6-1-6 0,0 1-4 15,4 1-2-15,-5 3-6 0,3 1-3 0,2-1-5 16,-1 4 0-16,-5-3-6 0,3 1 3 0,-4 6-6 0,-3-5-3 15,-1-1-3-15,-1 3-4 0,0-2 1 0,-5 1-5 16,-2 0 6-16,-2 0-4 0,-3 0 2 0,-6 1 4 16,0-3-1-16,-2 2 4 0,-3-4-2 0,-1 2 4 15,1-3 0-15,-1 1 0 0,-2-1-1 0,6-2 2 16,-1 2 0-16,4 0-3 0,0-5-16 0,4 4-17 16,-1-2-27-16,3-2-22 15,0 1-26-15,3 0-17 0,2 2-7 0,2-1-18 16,2 1-158-16,2-3-340 0,3 3 151 0</inkml:trace>
  <inkml:trace contextRef="#ctx0" brushRef="#br0" timeOffset="-171543.89">22134 13428 310 0,'0'0'313'0,"0"2"-14"16,0-2-17-16,0 0-26 0,0 0-26 15,0 0-24-15,0 0-48 0,0 0-47 0,0 0-57 0,0 0-66 16,9-5-73-16,-1-2-65 0,-6 5-179 0,2-2-357 16,3-4 159-1</inkml:trace>
  <inkml:trace contextRef="#ctx0" brushRef="#br0" timeOffset="-171212.08">22409 13062 87 0,'1'-7'336'0,"0"2"-14"15,2-1-12-15,-2 3-20 0,1-2-16 0,-2 1-37 16,2 1-23-16,-2 3-30 0,1-6-20 0,-1 6-16 16,1-3-27-16,-1 3-34 0,0 0-23 0,0 0-11 15,0 0-9-15,7 11-9 0,-4-1-7 0,-2 2-3 16,1 5-2-1,0 0-3-15,-1 2-6 0,-1 5 0 0,-1-4-3 0,-2 6 1 16,-1-1-3-16,2-1 1 0,-2 2-4 0,0-1 2 16,-1-6-2-16,1 7 0 0,-2-7-5 0,2-1-5 15,1-1-5-15,-1-3-7 0,1 3-4 0,-2-5-2 16,2 0-13-16,-1 0-12 0,2-4-10 0,-1 3-9 16,-1-5-14-16,4 1-16 0,-2-2-21 0,-1 0-12 15,2 0-12-15,-2-3 7 0,3 3 4 0,0-5 8 0,0 0-71 16,0 0-99-16,-10-8-314 0,6-1 139 0</inkml:trace>
  <inkml:trace contextRef="#ctx0" brushRef="#br0" timeOffset="-171042.75">22341 12984 234 0,'4'-9'241'0,"-3"2"-17"15,3 0-23-15,1 1-20 0,4 0-23 0,0-1-17 16,4 4-14-16,5-2-13 0,2 3-17 0,7 2-23 15,2 2-28-15,-2 1-31 0,0 2-40 0,-5 0-40 16,5 4-46-16,-7-4-47 0,-3 5-91 0,-2-1-270 16,-4 0 119-16</inkml:trace>
  <inkml:trace contextRef="#ctx0" brushRef="#br0" timeOffset="-170864.28">22271 13554 95 0,'-2'2'327'0,"2"-2"-15"0,0 0-34 0,0 0-32 15,17 2-19-15,2-5-26 0,8 2-21 0,6 1-19 16,4-3-45-16,3 2-54 0,0-2-71 0,11 5-90 16,-15-4-100-16,-2 0-118 0,-3-2-342 0,-6-3 151 15</inkml:trace>
  <inkml:trace contextRef="#ctx0" brushRef="#br0" timeOffset="-169476.35">21803 12565 99 0,'-1'-3'109'0,"1"3"-11"0,-3-5-2 0,3 0-6 15,0 5 2-15,-4-5 2 0,3 2 0 0,0-1-4 16,1 4-6-16,0 0-11 0,-1-5-9 0,1 5-5 0,-3-2 5 0,3 2-19 16,0 0 2-16,0 0-8 0,0 0-7 0,0 0 0 15,0 0-12-15,0 0-8 0,-5-3 1 0,5 3-3 16,0 0-3-16,-8 14 7 0,3-6-8 16,0 4-3-16,-1 5-1 0,-3 7-3 0,-3 4-3 0,1 4-11 15,-2 1 15-15,-4 15-3 0,2-2-1 0,1 4 1 16,-4 1-2-1,0 0 4-15,-6 29 1 0,9-25 3 0,-2 3-3 16,-6 20 1-16,9-25-3 0,-1 1 0 0,2-1 6 16,-1-3 4-16,2-3 3 0,2-12 7 0,2-3-4 0,3 2 1 15,0 2 6-15,0-5-2 0,1-1-5 16,-1 0 0-16,1-1 0 0,-1 1-2 0,3-3 2 16,-1 0-14-16,-1 1 13 0,0-1-6 0,2-3 1 15,-1 1 12-15,0-1-9 0,1-4 7 0,0-1-9 0,-1 2 3 0,3-4 0 16,-1 2-3-16,-1-1 0 0,1-1-1 0,1 0-1 15,-2-4 1-15,0-2-2 0,2 1-3 0,-2-1 4 16,2-2-2-16,-2 0 1 0,1 1 1 0,1-3-4 16,0 0 4-16,-2-1-5 0,0-1 6 0,2 1-5 0,0-1 0 15,0 1 4-15,-2-3-6 0,2 2 5 16,0-5-2-16,-3 7-2 16,3-7-1-16,0 4 1 0,0-4 1 0,0 0 1 15,-1 6 3-15,1-6-1 0,0 0 0 0,0 0 1 16,0 0 2-16,0 4 13 0,0-4-9 0,0 0 2 15,0 0 2-15,0 0 1 0,0 0 2 0,1 3 1 16,-1-3-2-16,0 0 0 0,0 0-1 0,0 0 0 16,0 0 0-16,0 0-2 0,3 3-14 0,-3-3 1 15,0 0 3-15,0 0-3 0,0 0 2 0,0 0 0 0,0 0 7 0,0 0-4 16,0 0 0-16,0 0 4 0,0 0-10 16,0 0-24-16,0 0-39 0,9-11-34 0,-5 5-37 0,1-1-184 15,1-4-343-15,8-3 152 0</inkml:trace>
  <inkml:trace contextRef="#ctx0" brushRef="#br0" timeOffset="-165964.31">21829 12566 55 0,'0'0'82'0,"0"0"5"0,0 0 3 16,0 0-12-16,0 0 5 0,0 0-6 0,0 0-10 16,0 0-5-16,0 0-4 0,0 0 2 0,0 0-1 15,21-2-9-15,-9 2-7 0,1-2 0 0,6 0-7 0,0 1-4 0,8-3-4 16,1 2-6-16,4-1 4 0,2 3-2 0,2-3 5 16,4 3-1-16,-2-2 0 0,-1 2-3 0,3 0 6 15,0-1-7-15,0 1 2 0,10 0-5 0,-9 1 1 16,-1-1-5-16,-2 2-8 0,13-2 10 0,-14 1-1 15,-4 1-6-15,1-2-5 0,-1 3 0 0,-5-2 0 16,5 0-4 0,-5 1 7-16,2-2-3 0,-1 2 1 0,2-1-11 0,0-4 10 15,-1 5-8-15,0-2 5 0,-1 0-2 0,0 0 8 16,2 1-6-16,-2-1 0 0,1 1 8 0,-1-1-2 16,3 3 2-16,-4-3-2 0,3 0-2 0,-2 1-1 15,2 0-1-15,0 2 6 0,-5-1-6 0,-3-2-2 16,4 1 2-16,1 2-2 0,-6-3-1 0,5 1-1 15,-4-1 2-15,4 0 7 0,-6 2-11 0,9-2 4 16,-10 0 0-16,8 2-5 0,-6-1 0 0,6-1 3 16,-1 1-1-16,2-2-3 0,-8 1-2 0,7-1 2 15,-6 0 1-15,7-3 0 0,-9 1 7 0,2 1-9 16,5-3 3-16,-4 4-5 0,0-1 5 0,-2-1 5 16,0-1-5-16,7 1 0 0,-5 1-4 0,-1-1 6 15,0 3-1-15,5 0-2 0,-2-2 3 0,6 2-1 16,-3 0-2-16,0 0 1 0,-6 2-2 0,7-1-1 15,0-1 0-15,-3 2 5 0,5 0-1 0,-3-1 2 16,0 0 1-16,2 0-4 0,0 1 3 0,-2-2-5 16,3 0 12-16,0 2-13 0,1-2 3 0,-2-2 0 15,1 0 2-15,-2 4 1 0,-1-5-5 0,-5 2 7 16,4 1 0-16,1 0-8 0,-8-1-3 0,1-1 8 16,0 2 2-16,-3 0-7 0,3-2 3 0,-2 1 0 15,3 1 6-15,0-4-8 0,6 1 0 0,-1 0 0 16,-6-1 7-16,-1 4-6 0,1-3 6 0,2 1-5 0,-3 1 1 15,1 0-1-15,2 1 0 0,-5-1-1 16,4-1 0-16,-2 4-7 0,0-1 8 0,0 1-3 16,0-2-5-16,0 2 8 0,1-2 0 0,-2 0-3 15,-1 2 17-15,2 1-17 0,-3-3 2 0,4 0-1 16,-1 0 5-16,3 1-4 0,-2-1 5 0,1 0-4 16,-2 1 2-16,1 0 1 0,0 1-7 0,-2-2 7 15,-1 2-9-15,4-2 6 0,-2 0 1 0,-2 0-4 16,0 0-5-16,2-2 12 0,-4 2 0 0,2-3-3 15,0 2 0-15,0 0 2 0,0-1-1 0,3-1-5 0,-2 0-12 16,2 1-1-16,-1-1 4 0,2 0-1 16,-2 2 0-16,0-2 1 0,0 2-2 0,-1 1-3 15,0-3 0-15,0 3 1 0,-6 0 9 0,1-2-15 16,-1 1 12-16,0 1 0 0,0-2 3 0,-2 2-8 0,2 0 13 16,-3-1-9-16,1 0 2 0,1 1 7 0,0 0-8 15,0 0 10-15,3 1-6 0,0-1 9 0,1 0-14 16,2 0 2-16,0 1 9 0,4 1-3 15,-2-1-3-15,1-1 4 0,1 1-4 0,-1 0-1 16,-3-2 8-16,3 2-3 0,-2-2-1 0,1 2 0 0,-2-1 3 16,-2 3-2-16,-2-3 4 0,1 0-5 0,4 1 1 15,-1-1 7-15,-3 3-6 0,4-2-1 0,-1 1-8 16,3 0 8-16,-1 0-2 0,1-1-7 0,0 1 5 16,1 0-2-16,-3 1 1 0,4-1-4 0,-2-1 6 15,-1 0 1-15,1-1-5 0,-4 1 7 0,1 1-4 16,2 0 0-16,-3-1-8 0,0-2 19 0,-2 2-11 15,-2-1 8-15,2 0-10 0,1 0 5 16,-2 0-8-16,0 1 1 0,4-1 4 0,-2 0-3 0,5 1 2 16,-4 1-6-16,2-2 4 0,0 1-10 0,1 1 14 15,-6-2 7-15,4 0-9 0,0 0 3 0,1 0-7 16,-6 2 5-16,-1-2 0 0,2 1 8 0,-3 0 0 16,1 0-11-16,-2-1 5 0,0 2 5 0,0-2-2 15,-2 2 6-15,0-2-6 0,-2 0 16 0,3 0-5 16,-3 0 9-16,1 0-9 0,0 0-3 0,2 0-1 15,-2 0 4-15,0 0-5 0,2 1 0 0,0-1 0 16,4 1-2-16,-4-1 3 0,5 1 4 0,-1 1-9 16,5 1 8-16,-4-1-1 0,4 0-1 0,0 2 0 15,1 0 4-15,-1 0-1 0,2 0-3 0,-1 0-3 16,4 1 6-16,-2 0-16 0,-1 2 0 0,1-5 12 16,7 8-3-16,-9-5 0 0,3-3-6 0,-2 4-6 15,-1 0 0-15,-1-3 5 0,1-2 4 0,-1 3-5 16,-4 0 0-16,-1-4 2 0,0 3-1 0,1-1 5 15,-4 1-3-15,5-2 5 0,2 2-5 0,2 2-2 16,0-2-2-16,-5-1 5 0,4 3-2 0,2-1 3 16,1 2 0-16,2-1 1 0,3 2 1 0,-6-2 5 15,7 2-17-15,1 0 5 0,-1 0-5 0,-5-2 11 16,6 1-14-16,1 0-2 0,-3-1 3 0,-6-2 0 16,2 1 4-16,-3 0 4 0,0 0 3 0,-1 0-2 15,1 1 9-15,-1-2-7 0,0-2 4 0,-4 2-6 16,3-2 7-16,-3 2 2 0,-3 1-1 0,6-2 4 15,-7-2-1-15,3 2-3 0,-3-1-1 0,-2 0-3 0,2-1 5 0,-4 3-1 0,1-3 8 16,-2 0-9-16,1 2 11 0,1-2-4 0,-2 2 5 16,1-1-9-16,-1 2-2 0,4-3-2 0,-1 1 2 15,-2 0-1-15,3 1 4 0,0-1-2 0,1 0 5 16,-1 0-2-16,-1 1-1 0,-2-1 3 0,3 0 4 16,-5-1 1-16,1 3 7 0,2-3 1 0,-7 0 5 0,7 3-3 15,-7-3-1 1,8 0-5-16,-8 0-3 0,0 0-1 0,9 0-4 15,-9 0 2-15,0 0 3 0,9 0-3 0,-9 0 0 16,0 0 6-16,7-3-5 0,-7 3 3 0,0 0 0 16,7 0 5-16,-7 0-6 0,0 0 4 0,0 0-3 15,0 0 1-15,9 0 1 0,-9 0-7 0,0 0-2 16,0 0 7-16,0 0-10 0,0 0 1 0,4-3-1 16,-4 3-3-16,0 0-1 0,0 0 2 0,0 0 1 0,0 0-6 0,0 0 4 15,0 0-5-15,0 0-2 0,0 0 5 16,0 0-4-16,0 0 1 0,0 0 3 0,0 0-2 0,0 0 1 15,0 0 3-15,0 0-1 0,0 0-5 0,0 0-1 16,0 0 3-16,0 0 0 0,0 0-3 0,0 0 2 16,0 0-2-16,0 0 2 0,0 0 1 0,0 0-3 15,0 0-1 1,0 0 0-16,0 0 4 0,0 0-3 0,0 0 3 16,0 0-4-16,0 0 3 0,0 0-4 0,0 0 3 0,0 0 10 15,0 0-14-15,0 0 0 0,0 0 0 16,0 0-7-16,0 0-7 0,0 0-2 0,0 0 3 15,0 0-2-15,0 0 3 0,0 0-6 0,0 0 6 16,0 0 3-16,0 0-6 0,0 0 9 0,0 0-8 0,-9 11 5 16,9-11 5-16,-3 4-4 0,1 0 7 0,0 0-3 0,0 1 1 15,0-1 0-15,-1 6-4 0,-1-1 2 0,0 1-2 16,0 1 4-16,-1 3 1 0,-1 1 5 0,-2 2-5 16,-1 0 1-16,4 4 4 0,-4 1-5 0,1 2 5 15,2-4 0-15,-2 4-4 0,3-1 5 0,0 4-5 16,-1-8 2-16,-1-1 1 0,2 10-3 0,-1-4 6 15,1-4-4-15,0-1 3 0,-2 1 4 0,1-1-8 0,-1 8-1 0,0-3 6 16,-1 0-12-16,1 0 4 0,0-5 1 0,2 1-1 16,-2-3-2-16,0 2-4 0,-1 5 2 0,2-4 7 15,-1-4-1-15,1 4 1 0,0-3-1 0,-1 0-1 16,1 0 17-16,-2 0-4 0,3 0 3 0,-4 1-5 16,5 0 0-16,-5 1 8 0,4-2-13 0,-4 0 1 15,4 2 2 1,-2 0 1-16,1 4 1 0,0-5-12 0,-3 5 7 15,3-3 0-15,-1 3 8 0,1 2-8 0,-2-1 6 16,1-5 10-16,0 6-6 0,1 0 2 0,-2-3-1 0,2-2 0 16,1 3-2-16,-2-5-1 0,2 2-3 0,-1-1 5 15,1 0-3-15,0-2 3 0,1-2-2 16,-1 1-2-16,1-4-2 0,-1 1 10 0,2-3-9 16,1-1 2-16,0 1-6 0,1-1-2 0,-3-1 7 0,4-3-4 0,-1-1 2 15,0-1 0-15,1 3 1 0,0-6 2 0,-2 6 1 16,1-4 15-16,1-2 1 0,0 5-1 0,0-5 8 15,0 0 1-15,-1 3-1 0,1-3 5 0,0 0-6 16,0 0-2-16,0 0-4 0,0 0 2 0,-3 5-15 16,3-5 10-16,0 0-7 0,0 0-1 0,0 0 2 15,0 0-5-15,0 0 0 16,-6 1 0-16,-2 0 2 0,2-1-4 0,-6 0-1 16,2 0 1-16,-3 2-4 0,-6-1 5 0,-3 1-3 15,-5-2-2-15,1 2-2 0,-5-1-2 0,3 1 7 16,-4 2-6-16,1-1 6 0,-1 0-2 0,0 1-1 15,-1-1-2-15,-1 1 7 0,-2-3 0 0,0 1-7 16,0-2-2-16,1 0 4 0,-1 0-6 16,-1 0 3-16,4-2 1 0,-1 1 0 0,1 0-3 0,1-2 0 0,1 1 8 0,2 2-8 15,-2-1 4-15,2-1-1 0,-2 1-1 16,2-1-1-16,-6-1 3 0,2 3-1 0,1-4-1 16,-1 1 1-16,0-1 0 0,-3-1-1 0,2 4 0 15,-1-3 0-15,2 1 1 0,-2-4 4 0,2 4-4 16,-3-2 6-16,3-1-4 0,-4 4-5 0,5-1 3 0,-1 2-3 15,0-3 0-15,1 2 7 0,-3-1-9 0,3 1 4 0,2 0 2 16,-1-1-5-16,-1 2 3 0,1 0 3 0,-1-2-4 16,-5 1 1-16,2-1 0 0,-1 0 0 0,0-1 0 15,-1 2 3-15,-4-3-4 0,4 1-1 0,-17-4 7 16,3 4-5-16,9 0 1 0,-8-3 1 0,-1 2-5 16,11 1 5-16,-11 1-4 0,12-2-2 0,-15 0 3 15,2 0-1-15,-1-2-1 16,-2 0 0-16,4 0 0 0,0-1 5 0,1 1-2 15,11 2-1-15,-1-1 0 0,3 1-2 0,-3 0 4 16,-12-4-5-16,15 3 6 0,-4 1-1 16,-9-3-2-16,11 4-2 0,2 2 4 0,-1-6-2 15,0 4-4-15,-3-1 1 0,4 1 2 0,-2 0 1 0,1 1-2 16,0-1-3-16,0 2 0 0,-2 2-4 0,-13-3-2 0,0 1 2 16,15 0-2-16,-2 0 6 0,-1-1-11 0,2 0 5 15,-12-2-3-15,12 4 8 0,2-2 1 0,0 1-3 16,-2-1-4-16,4 3 4 0,1-3 0 0,-1 3 1 15,-1 0-3-15,3-1 1 0,-4-2-2 0,5 2 0 16,-2 1 6-16,3-2-8 0,-5 0 1 0,4 2-2 16,0-2-1-16,-4 0 6 0,3 1 3 0,0-1-5 15,-1-1 0-15,3 1 2 16,0 2 1-16,3 0 2 0,0-1-2 0,-3 1 3 16,2 3 4-16,-1-5-7 0,2 2 0 0,-1 0-5 15,-2 0 7-15,3 0 4 0,-1-1-7 0,1 1-2 16,-2-1-1-16,2 0 7 0,5 1 0 15,-2 0 1-15,4 1-4 0,-6-2-1 0,6 2 1 0,0-1 11 16,3 1-11-16,-3 2 5 0,0-3 3 0,3 1-1 16,-2 1-1-16,2-1 3 0,0 0-9 0,-4-1 10 0,6 1-7 15,2 0 3-15,1 0 10 0,0 1-11 0,-1 1 1 16,2-2 0-16,-2 3 11 0,3-3-13 0,-3 2-5 16,1 1 5-16,0-1 0 0,3-1 0 15,-3 1 0-15,-2-1 3 0,2 1-2 0,-1 0 2 0,4-2-2 16,-3 3 1-16,-1-3-5 0,1 2 2 0,-5-1 6 15,2 1-8-15,0-3 4 16,-1 1-2-16,-1 1 2 0,-1-2-2 0,-1 1 0 16,5 0 1-16,-4 1 1 0,2-2-7 0,-2 2 6 15,6-2 12-15,-3 3-11 0,0-2 2 0,-1-1 2 0,0 3-4 0,3-2-1 16,-3 0 3-16,-1-1-4 0,-1 1-5 0,5-1 12 16,-5-1-7-16,-2 1 9 0,2-1 1 15,0-2 2-15,0 2-15 0,-1 0 9 0,3 1-2 0,-4 0 7 16,4-3 0-16,0 3-4 0,-2 0-2 15,3 0-2-15,5 0 4 0,-2 3 10 0,-1-3-14 16,1 1 3-16,-6 0 2 0,8 2-6 0,-3 1 9 16,2-3-5-16,1 3-2 0,-3-1 3 0,2-2 2 0,2 2-8 15,0-1 2-15,2 1 4 0,0-3-5 0,1 5 10 16,-5-5-8-16,8 3 5 0,-2-2-1 16,6-1-2-16,-17 5-2 0,12-1 4 0,-3-1 0 0,-3 1 7 0,3 0-15 15,-2-1 2-15,1 2 3 0,0 0 1 0,2-3 1 16,-2 0 4-16,-3 1-9 0,3 0 3 0,1-2 0 15,0 0 6-15,-3 1-2 0,1 0-2 0,-3-2 2 16,3 0 2-16,-1 0-5 0,-1 0 2 0,2-2-2 16,-3 0 4-16,4 2 1 0,0-1 5 0,-1 1 3 15,1-1 1-15,0 0 6 16,1-1 9-16,2 2 9 0,0-3-1 0,-1 3 3 16,0-3-5-16,0 1-5 15,-2-2-3-15,0 1-2 0,0-2-19 0,-3 0-49 0,-4-6-72 16,-2 3-164-16,-1-4-302 0,3 0 134 0</inkml:trace>
  <inkml:trace contextRef="#ctx0" brushRef="#br0" timeOffset="-164244.26">6896 7586 5 0,'-6'-1'180'0,"6"1"-8"0,0 0-14 0,0 0-3 16,0 0-13-16,0 0 0 0,0 0-7 0,0 0-5 16,0 0-7-16,-2-6 6 0,2 6-1 0,0 0 1 0,0 0-1 15,0 0-2-15,0 0-8 0,0 0-9 0,0 0-8 16,0 0-11-16,0 0-10 0,-1-4-6 0,1 4-10 0,0 0-8 16,0 0-3-16,0 0-7 0,0 0-7 0,0 0-5 15,0 0-13-15,0 0-16 0,0 0-15 0,0 0-19 16,0 0-25-16,0 0-14 0,0 14 5 0,0-7 2 15,0 10 9-15,0 8 5 0,-4 8 11 0,-1 14 1 16,-3 6 5-16,3 3 4 0,-4 3-1 0,-3 22 7 0,5-24 7 16,-2 2-5-16,1-1 7 0,-2 27 19 0,1-4-3 0,6-24 0 15,-3 3 0-15,3 1 3 0,-4 19 1 0,5-25 4 16,-1-1-2-16,1-4 1 0,-2-2-1 0,2-2 0 16,0-11 1-16,-2 0-4 0,1-3-1 0,1 4 3 15,-4-4-5-15,3 1 1 0,1 0 3 0,-2-2 0 16,0 0-1-16,0 0 3 0,0-2 3 0,-1-1-1 15,0-1 3-15,1-2-3 16,-1 1-2-16,1-3 3 0,0-4-4 0,0-1 3 16,3 0-2-16,0-1-2 0,-2-5 0 0,2-2-12 15,-3 0-15-15,3-4-13 0,1-1 1 0,0 1 2 16,0-4-12-16,0-2-50 0,0 0-57 0,0 0-221 16,1-19-396-16,3 0 175 0</inkml:trace>
  <inkml:trace contextRef="#ctx0" brushRef="#br0" timeOffset="-161383.66">7038 7408 40 0,'-5'0'139'0,"5"0"-7"0,0 0 0 16,0 0-2-16,0 0-1 0,-9 0-3 0,9 0-15 15,0 0 9-15,0 0-9 0,0 0-10 0,0 0-12 16,0 0-8-16,0 0-11 0,0 0 1 0,0 0-12 16,0 0-11-16,0 0-2 0,0 0-8 0,21-2-4 15,-11-1-2-15,3 3-2 0,4 0-7 0,1 0-2 0,1 0-11 16,-1 0 2-16,4 3-5 0,6-3-1 0,-1 2-3 0,1-2-1 15,0 0-2-15,1 0-2 0,3 3-2 0,0-2-1 16,-1-2-5-16,-1 1 16 0,4 0-10 0,-4 1-5 16,4 2-8-16,0-3 1 0,2 0 7 0,0 0-10 15,1 2-2-15,0-2 4 0,1 3-6 0,-1-6 3 16,4 3 2-16,-1-2-3 0,-1 2 3 0,2 0-2 16,-2-2 7-16,-1 0-5 15,-2 2 1-15,-2-3-6 0,2 3 3 0,-5 0-2 16,-1 0 0-16,-2-2 9 0,2 2 1 0,-8 0 2 15,6-3-6-15,-7 2 2 0,9 1 3 0,-10 0-6 16,7-2 6-16,1 0-1 0,-5 2-1 0,0-2 2 16,-1 0 9-16,-2 2-8 0,1 2 3 0,-1-5 1 15,-2 3 5-15,2-2 8 0,2 1-11 0,-4 1 4 16,4-1 2-16,-2-2 0 0,2 3-7 0,0-1 16 0,-1-1-8 0,0 0-8 16,1-1 8-16,-1 2-8 0,-1-2-4 0,0 3 15 15,-1 0 5-15,-1-2-12 0,-4 1 2 0,3 1-4 16,1-1 3-16,1-1 8 0,-1 1 3 0,1 0-3 15,-1-3-4-15,2 2 5 0,1-1-2 0,-1 2-1 16,3-2-1-16,0 2 0 0,4-4 6 0,1 0-8 16,0 3-1-1,0 0-2-15,1-3 1 0,-3 3 0 0,5-1 3 0,-3-1-5 16,4 0-1-16,-1 1 4 0,-1-1 1 0,0 2-1 16,-1-2-1-16,-1 1-1 0,0 1 4 0,2 2 0 15,-2-2-1-15,-7 1-5 0,7-2 7 16,-8 3-8-16,9 0 2 0,-7-1 3 0,6 0 3 15,0 1-5-15,-6-2 1 0,7 1 3 0,-3 0-4 0,3 2-1 16,1-2-2-16,0-1 0 0,2 0 4 0,3 1 2 0,-1-1-3 16,-1 1 0-16,3-2 1 0,-3 2-5 0,3-2 1 15,-4 2 6-15,1-1 1 0,-2 0-7 0,0-1 4 16,-2 3 10-16,-1-2-15 0,3 0 4 0,-4 0-1 0,2 1 3 16,-1-2 0-16,2 2 1 0,-2-2-3 15,1 0 8-15,0 3-8 0,5-1 4 0,-5 0 3 16,3-1-2-16,1 1-6 0,-1-3 6 0,0 2-4 0,-1-1-3 0,-2 0 1 15,4-1 3-15,-1-1-2 0,-2 2 0 0,2-1 0 16,-2-2-1-16,1 1-4 0,1 1 8 0,1 1 1 16,0-3 1-16,-2 3-3 0,-2 1 1 0,3 1 1 15,-1-2-2-15,2 1 6 0,-1 1 2 0,-1-2-6 16,0 2-1-16,-1-2 2 0,0 1 3 0,0 1-3 16,1-2-1-16,-3 2-1 15,1-1 3-15,-1 0-1 0,2-2 4 0,-2 1-1 16,0 2-6-16,2-1 4 0,-1-2-1 0,-1 1-1 15,-1 3-1-15,1 0 3 0,-6-2-2 0,5 2 10 16,-7-2-14-16,3 2 7 0,-1-1-2 0,1-1 2 16,-4 1-4-16,4 0 16 0,-3 1-12 0,8-1 6 15,-1-1 0-15,0 0-2 0,1 2-6 0,-6-3 2 16,6 3-1-16,0-1-2 0,-1 1 8 0,1-1-2 0,0-1-5 16,-1 0 3-16,0 2 4 0,1-2-9 0,-5 2 3 0,4 2-4 15,-5-2-2-15,-3-2 8 0,9 2 2 0,0-1-5 16,-1 1 6-16,2 0 0 0,-7-3-7 0,6 3 2 15,-5-2 1-15,5 2 0 0,0-3-4 0,-7 3 3 16,8-2-11-16,-10 2-4 0,2-2-1 0,-1 2 5 16,2 0-6-16,-3 0 0 15,2 0 3-15,-2 0 0 0,-1 2 3 0,1-2 1 16,-3 0-4-16,4 1 0 0,-3-1 11 16,4 0-11-16,-2 0 1 0,3 0 6 0,-4 1-7 15,3-1 4-15,1 1 3 0,-1-2 2 0,2 1 6 0,7 1 2 16,-2 1-2-16,2-2 1 0,-10 0 3 0,11 0-1 15,-2 2-1-15,0-2 6 0,2 3-8 0,-4-3 2 16,4 1 6-16,-3 1-6 0,-6-2-6 0,7 1 4 0,0-1-1 16,-1 3 1-16,3-2 4 0,-4 0-9 0,1-1 2 0,4 0-1 15,-3 0 1-15,1 0 4 0,0 3-5 16,-1-3 2-16,1 2-5 0,-2-2 6 0,2 3-2 16,-1-3-1-16,-1 1 3 0,4 0 0 0,-1 1 1 15,-3-2-4-15,4 1 2 0,-5-1-2 0,8 2 2 16,-6-1-3-16,-2-1-1 15,2 0 2-15,-7 0-3 0,7 0 3 0,2-1-2 16,-11 1 3-16,9-2-1 0,-8 2-2 0,7 0 1 16,0 0 1-16,0 0 0 0,-1 0 1 0,1-1-4 15,-1-1-1-15,-4 2 1 0,5 0 4 0,-1 0-1 16,-4 0-5-16,-1 0 7 0,5 0-5 0,-7-1 1 16,3 2 2-16,-1 1-5 0,6-1 1 0,-5 2-6 15,-3-2-1-15,9 2-3 0,-1 0 3 0,1 0 2 0,-1 1-4 0,-1 0 4 16,0-1-3-16,-8-2-2 0,1 3 0 0,1-2 2 15,-3-1-4-15,1 2 7 0,-1-3-6 0,0 1 4 16,-1 0-8-16,0 1 16 0,0-2-6 0,-6 0 2 16,3 1-2-16,-1-2-1 0,1 1 1 0,-1 0 2 15,-1 0-1-15,0-2 5 0,1 2-2 0,2 0 2 16,-2 2 2-16,1-1-1 0,0-1-3 0,0 2-3 0,4-2 14 0,1 0-6 16,-2 0 0-16,1 0 0 0,1 0 8 0,0 0 0 15,2 1 1-15,-2 1-4 0,1-2-4 0,1 1 2 16,0-1 1-16,1 0-4 0,-3 0 3 0,11 1-1 15,-9-1-2-15,6 1 2 0,3-1-2 0,-2 2-2 16,2 1-1-16,1-3 5 0,1 0-2 0,0 4-3 16,1-2 5-16,-1-1-5 15,-1 0 0-15,-1 2 3 0,1 1-4 16,0-4-4-16,-2 1 5 0,3 2 1 0,-4-2-6 16,1-1 3-16,-1 2 0 0,2-1-4 0,-3-1 5 0,4 0-6 15,-3-1 6-15,1 1-1 0,1 0 1 0,-2-2-3 16,1 1 4-16,-1 2 0 0,0-1-7 0,3 2 6 15,-3-1 1-15,-6 0-5 0,-2-1 4 0,3 0 3 16,5 1-5-16,-5-1 1 0,5 1 1 0,2-1-1 0,-1 0-1 16,-3 1 0-16,2-1 4 0,-8 2 0 0,7-2-3 15,-4-2-2-15,-5 2 4 0,5 0 1 0,-4 0 0 16,2-1 3-16,-2 1-4 0,-1 0-2 0,0-1 8 16,-2 0-6-16,-2 0-4 0,0-2 0 0,4 2 8 0,-4-2-6 15,0-1 2-15,0 4-2 0,2-1 6 0,-2-2-2 16,0 2-2-1,-1-1 2-15,-2-3 1 0,1 2-1 0,-1 0-3 16,-1 1 5-16,-2-1-4 0,1 1 3 0,0-1-1 16,-3 1-1-16,1-1 2 0,-1 2-3 0,0-1 0 15,1-2 14-15,-3 3 6 0,-4 1 14 0,6-3 5 16,-6 3 5-16,5 0 2 0,-5 0 6 0,4-2-1 16,-4 2-4-16,6-2-2 0,-6 2 1 0,0 0-6 15,4-3 0-15,-4 3-1 0,0 0 2 0,0 0-2 0,4-2-3 0,-4 2 4 16,0 0 4-16,1-4 13 0,-1 4 1 0,0 0 2 15,0 0 2-15,0 0-9 0,4-1-3 0,-4 1-2 16,0 0-9-16,0 0-5 0,0 0 1 0,0 0-8 16,0 0-3-16,0 0-3 0,0 0-3 0,0 0-3 15,0 0-5-15,0 0-4 0,0 0-12 0,0 0-5 16,0 0-9-16,0 0-10 0,0 0-7 0,0 0-9 0,0 0-7 0,0 0-11 16,0 0-5-16,0 0 6 0,0 0 8 0,-2 10 2 15,0-6 5-15,1 3 2 0,1 2 2 0,-3 1 2 16,2 1 5-16,-3-1 1 0,2 2 10 0,-2 4-3 15,0-1 5-15,0 2 0 0,1-1 5 0,1 2 0 16,-2 0 4-16,-1-1 6 0,5 0-4 0,-4 1 3 16,2-2 0-1,-2 2 1-15,2 1-3 0,0-1 3 0,0-2 6 0,-1 1-1 16,-1-3 1-16,2 0 1 0,-2 1-3 0,1 3 2 16,1-1 2-16,-5-1-1 0,4 1 1 0,-1 0 2 15,-1 0-10-15,-1-1 12 0,-1-1 3 16,-1 2-5-16,0 1-5 0,-1-4 5 0,-2 3 2 0,5 0-6 15,-2 2 6-15,-1-4-2 0,-1 2-1 0,1-1 1 16,1 1 4-16,-2 1-5 0,2-4 0 0,1 3 3 0,0-2-7 16,1-1-4-16,0 2 6 0,-1-2 5 0,3 2 1 15,0-7-3-15,0 4-3 0,-2-1 0 0,2-1 4 0,3 6-2 16,-1-4-5-16,-1-4 7 0,0 4 1 16,0-2-4-16,-1 1-1 0,1-2 5 0,-1 3-5 15,1 0 0-15,-1-1 3 0,-1 0 0 0,2-1 2 16,-1 2-2-16,-1 3-1 15,1-3 0-15,-1-1 2 0,0 2 0 0,3-2-3 16,-2 4-3-16,0-1 5 0,1-2 4 0,-2-1-4 16,5 1-1-16,-3 1-3 0,1 2 4 0,0-3-2 15,-1 3 7-15,3-2-7 0,0 4 1 0,0-2-3 16,-1-1 5-16,1 2-3 0,-3-2-2 0,3 2 3 0,-1-1 3 16,-2 2-2-16,3 0 1 0,-5 0-2 15,4 1 2-15,1 0 0 0,-1 1 0 0,1 4 3 0,-3-4-3 0,3-1 2 16,0 8 4-16,0-4-2 0,1-1-4 0,-2 1 2 15,1 0 1-15,-1 3 1 0,1-2-3 0,0-4-1 16,-3 5 1-16,2-5 2 0,-2 4-1 0,1 2 0 16,-2-2 1-16,4-3-6 0,0-1 3 0,0 6 2 15,0-3-4-15,-1 4 3 0,1-1 3 0,1 2 1 16,-5 0 5-16,4-1 2 16,3-1-3-16,-6 3 3 0,3-3-2 0,-1 3 3 15,-2-3-4-15,6-1 8 0,-2-1-1 0,-5-4-2 16,3 1-5-16,1 4-1 0,0-7 1 0,0 0 1 15,0 1 0-15,0-2 2 0,0-2-3 0,-1-1-2 16,1-2 0-16,-3-1 1 0,2-2 2 0,-2-3-4 16,2 2 0-16,2-3 1 0,-1-1-1 0,0-1 11 15,4 1-7-15,-4 1 1 0,0-5-1 0,0 4-11 0,0-4-24 16,0 0-66-16,0 0-90 0,0 0-242 0,-8-13-454 16,7 8 201-16</inkml:trace>
  <inkml:trace contextRef="#ctx0" brushRef="#br0" timeOffset="-159078.18">6753 9538 28 0,'-4'-3'113'0,"4"3"-10"0,0 0-6 16,0 0 1-16,0 0-11 0,0 0-13 0,0 0-2 15,0 0-1-15,0 0-9 0,0 0-11 0,0 0 0 16,0 0-4-16,0 0-8 0,0 0 10 0,0 0-22 16,0 0 2-16,0 0-14 0,24 4 3 0,-16-4 2 15,1 0 5-15,2 1-7 0,2 1-2 0,6-4-6 0,2 2-6 0,-1 0 16 16,11 0-6-16,1-1-4 0,0 1-6 0,0 0 9 16,1-1-9-16,1 1 4 0,2-1 2 15,-1 2-3-15,-2-4-8 0,6 5 14 0,-1-4-12 0,0 2-6 16,13 0 3-16,-14-3 4 0,17 3-1 0,-3 0-1 15,4 0 0-15,-4 0 6 0,4 3-10 0,0-3 2 16,-3 0 0 0,2 0 1-16,2 5 0 0,-2-2 1 0,-6-2 4 0,-7 2-13 15,10-1 11-15,-12 1-5 0,13 4-1 0,-15-5-5 16,16 1 15-16,-19-2-4 0,7 2-1 16,10 1 0-16,-13 0-5 0,15-4 4 0,-2 2-3 15,3 1 2-15,0-1-3 0,0 0-3 0,2-2 2 0,1 0 4 16,-2 0-3-16,-2 0-2 0,1 0 6 0,-2 0-2 15,-1-2-9-15,2 1 14 0,-15 0-4 0,16 1 0 0,-16-3-2 16,14 3-1-16,-12 0-1 0,0-2-2 0,13 4 11 0,-2-2-1 16,-12 0-1-16,-2 0-4 0,5 3-6 0,-4-2 9 15,1-1-9-15,-1 0 5 0,-1 3-2 16,0-5-1-16,-4 1 10 0,1 1 2 0,-2 0 0 16,2-1-7-16,-4 1 1 0,0-3 2 0,1 3-1 0,0-4 2 15,-1 3-10-15,1-2 8 0,2 2 6 0,-1-2 1 0,-1 2 4 16,2-3-4-16,-1 4 6 0,5-2 0 0,-3-1-2 15,2 3-4-15,0 0 17 0,1-1-20 0,3 1 1 16,-1 0 4-16,1-1-1 0,11 1 1 0,-10 0-11 16,11 0 10-16,-1-2 3 0,-11 2-13 0,11 0 3 15,2 0 13-15,-13 0-4 0,13 2 1 0,-2-2-9 16,3 1-1-16,-1 0 8 16,1 0-10-16,1 2 2 0,0-4-2 0,2 2 3 15,1 0-2-15,-1 2 5 0,-1-6-5 0,3 3-2 16,-1 3 7-16,-2-3-1 0,2 0-4 0,-2 2 4 15,0-2 7-15,0 0 2 0,2 0-8 0,0-1 2 16,1 0-10-16,-1 2 5 0,2-2-3 0,0 1 4 16,1 0-4-16,3 0 3 0,-1 0-1 0,-1 0 0 15,1 0 9-15,-4 0-8 0,-1 0-12 0,2-3 4 0,1 3 1 0,-6 0-12 16,2 0-1-16,-1 0 0 0,-1 0 8 0,-2-1-5 16,-1 0 1-16,-15 1 10 0,13-2 1 0,-11 2-2 15,-3 2 1-15,3-4 11 0,13 2 0 0,-15 0-10 16,-1-1 3-16,1 1 13 0,1-1-7 0,-3 0 5 15,3-1-1-15,3-1 7 0,-1 3 10 0,-2-5-9 16,2 4-4-16,12-4 2 16,-15 2 4-16,4 0 1 0,-4 1 0 0,-1-2 4 15,2 1-6-15,-1 0-2 0,4 1-3 0,-3-2 2 16,-1 3-8-16,17-3-9 0,-18 1 9 0,1 0-9 16,4 0 6-16,-4-1-8 0,0 1 4 0,0-1-5 15,1 1 3-15,-2 0-2 0,-1-1 0 0,-3 1 2 16,1-1-3-16,1 1-1 0,-2-1 2 0,0-3 2 15,4 4-1-15,-3 1-2 0,0 1 4 0,3-2-5 0,0 1 2 0,0 2-7 16,0-2-3-16,3 2-7 0,-2 0-3 0,0 0-3 16,-1 2 2-16,2-2-4 0,-3 0 13 0,-2 0-5 15,0-2-3-15,-1 0 3 0,0 2-8 0,-1-3 14 16,-2 3 2-16,-2-2 2 0,-4 1-1 0,-1 1 1 16,0-1-4-16,4 0 9 0,-4 1-10 0,-1 0 6 15,3 0 9-15,-1 0-5 0,5 0 3 0,-6 0 2 0,7 0-8 0,-2-2 4 16,1 4 2-16,1-4 3 0,-2 2 3 0,-4-1-7 15,4-3 7-15,1 4 2 0,0-2 1 16,-7 0 1-16,2 1 8 0,6-1-4 0,-1 0 5 0,-5 1-5 16,-1-1 0-16,-3 1 3 0,2-3 2 0,-2 3 1 15,0 0-3-15,-3-3 5 0,1 1 1 0,-3 0-6 16,0 3 8 0,-5-2-3-16,5-1 1 0,-5 2-3 0,0 0 0 15,4-1-3-15,-8 1-4 0,4 0 1 0,0 1-2 0,1-1 1 16,-1 1 0-16,5 0 0 0,-2 0-7 0,-2 1 6 15,3 0-6-15,-1-1-2 0,1 1-1 0,0 1 1 16,0-1-2-16,-2 0 3 0,1-1-4 0,2 0 1 16,-1 3-3-16,-1-3 12 0,0 2-9 0,1-2-5 15,-2 2 4-15,-2-2 4 0,5 2 1 0,-5 0-9 0,0-2 7 16,0 1-4-16,2 2 2 0,-2-2 0 0,-1-1 2 16,3 1-1-16,-3-1-5 0,-1 3 1 0,0-3 2 0,2 0 3 15,-2 1-2-15,-1-1 0 0,-6 0 3 16,9 0-1-16,-9 0 6 0,8 0 7 0,-8 0-1 15,6 0 2-15,-6 0 1 0,0 0 7 0,5 1 2 16,-5-1-2-16,0 0 3 16,0 0-1-16,9-1-5 0,-9 1-3 0,0 0-3 15,10 0-2-15,-10 0 1 0,9 0 0 0,-5-1-4 16,-4 1 1-16,9-3-1 0,-9 3-5 0,14 3 4 16,-6-2-6-16,-2-1 0 0,3 0-2 0,-4 1 3 15,4-1-1-15,-2 0 1 0,0 2-3 0,0-2 0 16,-1 1 3-16,-6-1 1 0,12 1-1 0,-12-1-2 15,7 1 2-15,-7-1 2 0,8-1 1 0,-8 1 3 0,0 0 3 0,6 0 3 16,-6 0-2-16,0 0 2 0,7-1-3 0,-7 1 1 16,0 0-3-16,0 0-1 0,8-1-3 0,-8 1 0 15,0 0 0-15,0 0-4 0,8 0-2 0,-8 0 1 16,0 0 3-16,8-2-3 0,-4 1-3 0,-4 1 4 16,0 0-2-16,9 0 1 0,-9 0 0 0,0 0 0 15,11 0-3 1,-6 0-7-16,-5 0-24 0,14 0-61 0,-5 0-71 0,0 0-207 15,-1 0-400-15,-1-4 178 0</inkml:trace>
  <inkml:trace contextRef="#ctx0" brushRef="#br0" timeOffset="-155569.13">22286 14930 63 0,'-11'0'61'0,"11"0"-8"0,-10 0 4 16,4 3-5-16,1 0-9 0,-6-1-3 15,1 1-3-15,-1 1 4 16,-2-2-14-16,-1 3-8 0,-2 1 4 0,-3-1 4 16,-2 3-3-16,3 0 1 0,-2 1-4 0,0-1-2 15,1 1 1-15,0 0-2 0,4 0-4 0,-2 0-1 16,3 1-4-16,-1 0 10 0,5-3-12 0,2 0 3 15,-1 1-9-15,2 0 4 0,0 0-1 0,3-3-1 16,2 3 0-16,0-2-1 0,4 5 4 0,0-1 0 16,6 1 5-16,4 0-1 0,5 2 5 0,9 2-5 0,2 0 4 0,3-1 4 15,1 3-2-15,2-3 2 0,-2-1-3 16,1 3-1 0,-2-2-12-16,-2 1 6 0,-2 1-3 0,-4-3 2 0,-9 1-2 15,-2-3 0-15,-5-2 5 0,0 0-8 0,-6 1 6 16,-1-2 3-16,-5 2 3 0,-8 0 6 0,-3-2 11 15,-13 2-19-15,-4 0 2 0,-4-2-2 0,-14 1 15 16,14-7 7-16,-2 4 15 0,1-3-2 0,1-3 9 16,1 0-6-16,-1 0 5 0,4 0 0 0,6-3-4 15,6 1-1-15,0 2 1 0,10-1 14 0,-1 1 6 16,5 0 4-16,0 0 2 0,2-3-3 0,5 3-9 16,-8 0-7-16,8 0-14 0,0-4-9 0,0 4-1 15,11-4-11-15,-2 3-1 0,2-1-25 0,1 1-16 16,0-1-19-16,1-1-29 0,0 1-22 0,2-1-28 0,3 2-18 0,-4-1-18 15,-1 1-118-15,1-2-295 0,3 2 131 0</inkml:trace>
  <inkml:trace contextRef="#ctx0" brushRef="#br0" timeOffset="-155105.72">22677 15279 70 0,'0'0'118'0,"-4"-3"-8"0,4 3-10 15,0 0-6-15,-9 0-20 0,9 0-12 0,0 0-9 16,-12 3 6-16,6-2-15 0,1 2-1 0,-4 1-11 15,-1 0 6-15,3 0-5 0,-2 1-9 0,-3 3 4 16,3-2-12-16,0 5-1 0,-1-5 8 0,0 8-9 16,-2 1-6-16,8-5-2 0,-6 3-2 0,5-1 1 0,1 0 10 15,3-2-3-15,-2 2 9 0,6 0 3 0,-2-4 7 0,4 2-2 16,4 0 7-16,4-3 2 0,1 0 6 0,4 1 2 16,4-4-2-16,-4-2-1 0,2 0-1 15,2-2-3-15,-6-2 8 0,2-2 4 0,-5 2 10 16,2-6 5-16,-6 1-1 0,4-1 2 0,-3 1-6 15,-5-3-8-15,2-5-3 16,-3 0-8-16,-3-1-8 0,-2 3-3 0,-2 1-4 16,-5-3-3-16,3 7-5 0,-5-6-16 0,0 4-13 15,-2 3-3-15,-2 1-12 0,-2 0-10 0,2 4-22 16,1-2-31-16,2 4-24 0,0-3-22 0,2 6-31 16,2-3-102-16,7 0-288 0,-8 1 127 0</inkml:trace>
  <inkml:trace contextRef="#ctx0" brushRef="#br0" timeOffset="-154250.32">22385 14988 25 0,'-30'0'92'0,"-2"6"-9"0,-1 0-7 0,-1 2-7 16,0 4-15-16,1 4-5 0,-3 2 5 0,4 2-31 16,4 1 7-16,0 4-1 0,1 2-3 0,4 1-7 15,8 1 7-15,0-1 7 0,6-1 11 0,7 1-4 16,9-2-2-16,7 1 11 0,5-5-2 0,10-4 9 16,19 4-5-1,4-7 2-15,12-6-6 0,0-5-4 0,30-8-8 16,-30-1-3-16,1-3 9 0,-3-5 0 0,-6-4-1 0,-9 0-2 15,-12 5 3-15,-5-2-4 0,-8-3-3 0,0-2-8 16,-9 3 3-16,-2-1-5 0,-3-1-5 0,-4 1-4 16,-3-3 1-16,-6 2 2 0,-7 1-5 15,-2 2-2-15,-1 4-2 0,-12-3-5 0,-5 6 9 16,-2 4-18-16,-6 4 1 0,-10 1 1 0,-3 10 2 0,0-1 2 0,3 5-2 16,-1 9 0-16,8-5-8 0,7 1 4 0,5 1-1 15,3 4 6-15,6 1 2 0,6 2-7 0,6 0 8 16,7-2 0-16,9 0 3 0,11-1-1 0,13-4 1 15,19-1-14-15,9-4-14 0,7-10-13 0,28-4-2 16,-25-7-5-16,-3-6 12 0,23-7-5 0,-33 4 3 16,-5-5-2-16,-17 0 1 15,-3-1 0-15,-9-3 0 0,-4-2-1 0,-7 0-2 16,-6 0 8-16,-8-1-2 0,-10 2 1 0,-9 3-3 16,-7 1-14-16,-5 6-29 0,-24-1-91 0,-1-2-179 15,-32 2 78-15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4-25T06:19:22.257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5159 2031 150 0,'3'-2'182'0,"-3"2"-8"0,0 0-8 0,0-7-6 16,4 4 0-16,-4 3-1 0,1-2-6 0,-1 2 1 0,0 0-13 0,0 0-5 15,0 0-8-15,0-5-9 0,0 5-12 0,0 0-10 16,0 0-7-16,0 0-10 0,0 0-8 0,0 0-6 15,-1-5-9-15,1 5-12 0,0 0-10 0,0 0-17 16,0 0-9-16,0 0-15 0,0 0-11 0,0 0-17 16,-12 10 1-16,2-3-4 0,-4 5 6 0,-6 10 3 15,-4 2 1-15,-11 15 6 16,-1 7 2-16,3 0 6 0,-6 0 0 16,10 4 3-16,1-1 3 0,4-3-2 0,3 0 1 15,6-2 0-15,5-12 0 0,1 1 7 0,4-4 1 16,6 5-1-16,-1-3 3 0,6-4-1 0,2-2 3 15,3-2 1-15,6-1 2 0,1-2-2 0,5-4 2 16,2-2 2-16,4-1 1 0,1-1 0 0,0-7-2 16,-1 2 1-16,0-2 0 0,-8-3-4 0,1-2-5 0,-3 0-3 0,-6 0 0 15,-2 0 3-15,3-2 3 0,-6-1-1 0,-3 0-1 16,1-2 0-16,-2 1-7 0,-4-3-5 0,-1-3-5 16,-7 0-4-16,-1 3 3 0,-1-6-1 0,-8 0 3 15,3 1 1-15,-8-3-2 0,4 5 7 0,-6-4-3 16,6 4 2-16,0-2 2 0,1 3 0 0,-1 1-4 15,1-1 5-15,1 4 1 0,3-2 2 0,5 4 0 0,-1-4 5 16,5 5 0-16,-2-1 0 0,1 0 3 0,6 3 1 16,-5-4-5-16,5 4 0 0,-5-5-11 0,5 5-1 15,0 0 4-15,8-10-4 0,-2 8 3 0,3-6-2 16,1 6 3-16,3-3-5 0,5-4 2 0,0 4-3 16,0-2 1-16,2 0-1 0,-1 2 4 0,2-4-11 15,-1 2-5-15,0 0 10 16,1 0 0-16,0-1 4 0,-1 3-3 0,-2 1 8 15,1-1-6-15,-6 2 3 0,1-1-4 0,-1 3 1 16,-3 0 1-16,4-2 2 0,-5 0-2 16,1 2 1-16,2 1-14 0,-6 0-3 0,-6 0 6 15,12-3-7-15,-12 3 2 0,10 0-6 0,-10 0 0 16,0 0 1-16,0 0 1 0,13 3 2 0,-13-3 4 16,0 0-4-16,0 0 17 0,0 0-14 0,0 0 10 0,0 0 4 0,0 0 2 15,-18 8 7-15,18-8 6 0,-9 1 8 0,9-1 2 16,-7 3 10-16,7-3 8 0,0 0 7 0,-7 2 7 15,7-2 4-15,-6 2 7 0,6-2 7 0,0 0 2 16,0 0 8-16,0 0 0 0,0 0 3 0,0 0 0 16,-11 0-3-16,11 0-3 0,0 0-5 0,0 0-6 15,-4 1 0 1,4-1-8-16,0 0-3 0,0 0-5 0,0 0-8 16,0 0-3-16,0 0-1 0,0 0-6 0,0 0-3 15,0 0-2-15,0 0-4 0,0 0-4 0,0 0 0 16,0 0-1-16,0 0-8 0,0 0 0 0,0 0-3 15,-4 2 0-15,4-2-2 0,-1 5-1 0,1-5 2 16,-5 5-2-16,5 0 1 0,-1 2-1 0,-2 0-1 16,-3 4 0-16,5 0-2 0,-2 6 1 0,2 2 1 0,-2-2 2 0,1 1-1 15,-1 5 2-15,3-3 0 0,0 4 0 0,3-5 1 16,-2 0 0-16,3 1 6 0,0-3 3 0,3 2 6 16,2-4 0-16,0 2 7 0,4 0 4 0,0-4 0 15,1 0 9-15,-2-3 0 0,3 0 3 16,1-1 8-16,1-2-10 0,-2-1-4 0,4-2 3 15,-6-2-7-15,1-2-2 0,0 0 4 0,-1 1-7 0,1-1 0 0,-14 0 5 16,14-1-11-16,-14 1 0 0,15 0 2 0,-15 0 2 16,9 0 4-16,-9 0 0 0,0 0 1 0,0 0 4 15,0 0-1-15,0 0-3 0,0 0 0 0,14 0-3 16,-14 0 0-16,0 0-2 0,0 0 3 0,0 0-12 16,0 0 2-16,0 0-9 0,0 0 4 0,7 3-4 15,-7-3 3-15,0 0-1 16,0 0-1-16,0 0 2 0,0 0-6 15,0 0-6-15,0 0-6 0,0 0-7 0,0 0-12 16,0 0-3-16,0 0-16 0,0 0-9 0,0 0-17 16,0 0-23-16,0 0-23 0,0 0-58 0,11-4-66 15,-11 4-229-15,0 0-511 0,3-8 226 0</inkml:trace>
  <inkml:trace contextRef="#ctx0" brushRef="#br0" timeOffset="824.17">5708 2830 25 0,'0'0'141'0,"0"0"-9"0,0 0-9 16,0 0-20-16,-9 0-7 0,9 0-13 0,0 0-5 0,0 0-4 0,0 0-16 15,0 0-4-15,0 0 1 0,0 0-5 0,0 0-5 16,0 0-3-16,0 0-1 0,0 0-6 0,0 0-1 16,0 0 3-16,0 0 3 0,0 0-1 0,0 0 2 15,0 0 9-15,0 0 4 0,0 0 1 0,0 0-7 16,26-5-3-16,-15 3-6 0,2 0 1 0,3-5-5 16,3 3-7-16,0-1 1 0,2-2-8 0,-1 0 5 0,0-2-6 15,-1-1 0-15,-3 2-5 0,3-1 1 0,0-3-4 16,-4 4 0-16,1-3-3 0,-3 1 1 0,-4 1-2 15,-3 1 9-15,2 0 9 0,-3 0 19 0,-1 2 0 16,-3-4-3-16,-1 5 10 0,0-4-2 0,-1 2 0 16,-2 1-6-16,2-1-4 0,-3 1-6 0,-1-2-2 15,-1 5-4-15,-4-4-6 16,1 2-2-16,-3 1-3 0,2 1 0 16,-3-1-6-16,2 3 0 0,-1 1-6 0,3 0 4 0,-4 1-3 15,2 1-4-15,0 4 2 0,-2-3-5 0,-5 2 4 16,2 5-5-16,-3-1 1 0,-3 6 0 0,5-2 2 15,-4 5-1-15,2-3-1 0,0 5 1 0,6-6-3 16,-6 7 8-16,6-5-9 0,6 1 3 16,-2 0 2-16,1 0-1 0,3-1 3 0,2-2-2 0,3-2 8 0,3 1-2 15,-1-4 4-15,6 1 12 0,4-2 1 0,4 0 1 16,6-2-4-16,7-2 8 0,2-3-9 0,2-1-1 16,3-1-4-16,0 0-17 0,-3-2-26 0,-4-5-25 15,-1-1-28-15,-1 1-21 0,-10-1-40 0,2 2-31 16,-4-4-47-16,-2 0-122 0,-4 1-370 0,-4 1 164 15</inkml:trace>
  <inkml:trace contextRef="#ctx0" brushRef="#br0" timeOffset="1325.51">6183 2631 101 0,'0'-4'335'0,"1"-1"-11"0,-1 2-15 16,0 3-6-16,0 0-9 0,3-11-20 0,-3 8-25 0,0 3-18 16,0 0-28-16,4-4-17 0,-4 4-22 0,0 0-26 0,0 0-11 15,0 0-33-15,0 0-23 0,0 0-11 0,0 0-1 16,3 9-19-16,-1 0-4 0,0 1-5 0,0 3-3 15,0 4-3-15,2 1 0 0,-4 1 1 0,4 5 3 16,-7 1-10-16,3-4 3 0,-1 4-4 0,1-6-5 16,-3 1-1-16,3-4 6 0,-1-3-5 0,1-1-5 15,-2-2 4 1,2-3 4-16,-2-1-5 0,2 0 4 0,0-6 33 16,-1 8 39-16,1-8 37 0,1 6 35 0,-1-6 25 15,0 0-20-15,0 0-21 0,0 0-13 0,16-14-14 0,-9 2-13 16,2 1-13-16,4-3-5 0,-3-2-10 0,3-1-9 15,5-5-7-15,-5 5-8 0,-2 2-5 16,2 1-4-16,-2 5-8 0,-4-1-3 0,-2 5-4 16,1-1-5-16,0 1-7 0,-4 2-13 0,3 0-19 0,-5 3-21 0,5-3-6 15,-5 3-3-15,0 0-4 0,0 0 4 0,14 3-7 16,-9 1-5-16,2 3-3 0,-1-1-11 0,-1 4-19 16,2-1-28-16,-1 1-12 0,-1-1-38 0,4-1-15 15,-5 2-32-15,2-1-27 0,0-2-29 0,-2-2-35 16,0 2-41-16,0-4-195 0,-4-3-588 0,9 5 260 15</inkml:trace>
  <inkml:trace contextRef="#ctx0" brushRef="#br0" timeOffset="1673.21">6546 2798 73 0,'0'0'225'0,"0"0"-9"15,1-2-10-15,-1 2-6 0,0 0-11 0,0 0-9 16,0 0-12-16,0 0-15 0,8-4-15 0,-8 4-14 0,7-6-14 0,-1 4-17 15,2-1-6-15,1-1-9 0,2 3-7 16,0-4-4-16,2 1-7 0,2-3-5 0,-1 2-10 16,4-5-2-16,-4 3-7 0,4-3 0 0,-5 2-5 0,2-2-3 15,-2-1-4-15,-5 4-1 0,3-4 8 0,-2-1 0 16,0-1 4-16,0-1-3 0,-3 3 2 0,-3 0 5 16,0-1-3-1,-3 4 12-15,1-4-7 0,-2 7-8 0,-2-5-8 16,-2 2-3-16,-5 3-6 0,-2 1-5 0,1 2-8 15,-3 2 7-15,-3 1-4 0,-5 4-2 0,3 3-6 16,1-3 3-16,0 7 0 0,-1-2 1 0,4 2-2 16,-3 8 0-16,-1-3-2 0,5-1 0 0,3 1 0 15,1 0 9-15,3-1-10 0,7 1 1 0,-2 1 6 16,4-3-5-16,-1 1-4 0,9 0-5 0,2-3-16 0,-1-1-22 0,7-4-31 16,8 1-33-16,0-1-52 0,5-6-79 0,-3-2-179 15,0-2-457-15,-7-1 202 0</inkml:trace>
  <inkml:trace contextRef="#ctx0" brushRef="#br0" timeOffset="2759.78">6916 2576 121 0,'3'-3'233'0,"-3"3"-23"0,0-3-26 15,0 3-15-15,9-1-19 0,-9 1-14 0,10 1-12 0,-10-1-9 16,13 3-17-16,-4 2-10 0,1 2-2 0,-1-1-1 15,0 4-9 1,5-1-3-16,-2 5-8 0,-1-2-1 0,0 0-5 16,-2 4 0-16,-1 0-8 0,0 0 2 0,-2 1-7 15,-3-2-2-15,1 2-2 0,-2-2-6 0,-2 1 0 16,0-3-2-16,-4-2-2 0,3-1 9 0,-3 1-4 16,4-5 5-16,-4 1-1 0,3 1 8 0,1-4 8 15,0-4 24-15,-3 6 28 0,3-6 41 0,-3 3 40 16,3-3 34-16,0 0 23 0,0 0-4 0,0 0-25 0,0 0-19 0,0 0-21 15,0 0-17-15,-1-19-20 0,3 8-14 0,2-1-17 16,0-1-17-16,1-3-17 0,2 1-11 0,1 1-12 16,0-1-6-16,-2 5-12 0,-1-2-7 0,3 3-12 15,-3 1-21-15,4-1-22 0,-4 3-12 16,4 0-18-16,-4 3-18 0,5-2-14 0,3 1-34 16,-3 3-7-16,4-1-18 15,5 4-11-15,0-2-6 0,3 3 0 0,7 2-9 16,-1-3-16-16,1 2-14 0,-2 0-19 0,-5-3 1 15,-1 2 5-15,-2-3 15 0,1 0 28 0,-1 0 13 16,-1-2 20-16,-5 2 31 0,-2-2 33 0,-1-1 43 16,-3 1 35-16,-1-3 22 0,-5 2 17 0,2-2 6 15,0 1 9-15,-5-3 17 0,1 2 1 0,1 5 6 16,-7-12-6-16,2 9-8 0,-4-3-5 0,-1 2-7 0,3 2-8 16,-4-1-3-16,0 4-9 15,-2 2-2-15,-4 2 2 0,-1 2-10 0,1 0-6 0,0 4-4 0,-6 4 2 0,4 2-2 0,-3-1-1 16,8-1-2-16,1-1 1 0,1 2 0 0,1 2-3 15,1-2 3-15,2 0 0 0,3-4-5 0,4-1-2 16,1-1 6-16,0-2-1 0,1-1 11 0,3-2 6 16,1-2 6-16,5-1 1 0,3-2-5 0,1-2 4 31,4-3 0-31,0 0-1 0,0-3 4 0,0-1 4 0,1-3 17 0,-4 0-13 16,6-5-4-16,-5-2-4 0,-2 5-7 0,1-1 1 15,-3-2-9-15,-1 2 0 0,-4 5 5 0,1 0 4 16,-1 1-1-16,1 1 0 0,-4 2 4 0,0 2-3 15,-3 0-6-15,3 0-6 0,-4 4-9 16,6-5-17-16,-6 5-21 0,4-3-13 0,-4 3 4 16,0 0 3-16,0 0 3 0,13 10 6 0,-8-7-1 15,5 4-11-15,-1-2-10 0,2 4-4 0,0-4-8 16,2 2-3-16,1-2-1 0,1 0 2 0,-3-1 1 16,0-3 9-16,-1-1 4 0,1-1 3 0,-3-1 9 15,-2-3 9-15,1-2 13 0,0-2 16 0,-3-2 10 16,3-3 11-16,-4-3 11 0,1-1 11 0,0-9 17 0,-5 4 5 0,0-3 12 15,-4-4-8-15,3 2-7 0,-3-3 10 0,3-3 9 16,1 5 7-16,0 0 4 0,-3 0 1 0,2 2 15 16,1 3 19-16,-2 7 4 0,0 5 3 0,1 0-6 15,1 4-9-15,0 1-15 0,0 2-11 0,0 0-17 16,0 1-11-16,0 4-21 0,0 0-31 0,0-8-29 16,0 8-32-1,0 0-14-15,0 0 3 0,0 0 5 0,-4 17 5 16,2-2 9-16,0 4 2 0,2 7 7 15,-2-1-6-15,-1 3 10 0,2 0-2 0,1 1 8 0,1-1 8 0,3 3 1 0,-3-5-1 16,3 2 1-16,-3-2 6 0,3-1-1 0,0 0-2 16,0-5 0-16,1-2 0 0,-4 0 1 0,3-1 2 0,0-2 3 15,-3-2 2-15,1 2-4 0,0-5-1 16,2 3 4-16,-3-6-2 0,2 4 14 0,-2-6-16 16,0 2 4-16,2 0-7 0,-3-2 11 0,0 0-9 15,0-5 5-15,4 9-8 0,-4-5 5 16,0-4 5-16,1 4-2 0,-1-4 7 0,0 8-10 15,0-8 11-15,4 4-1 0,-4-4 7 0,0 0 4 16,2 5 17-16,2-2 14 0,-4-3 12 0,17 2 4 16,1-2-9-16,11-2 0 0,7-2-52 0,18-5-91 0,-1-1-158 0,-3-9-526 15,6-1-836-15,-3-4 370 0</inkml:trace>
  <inkml:trace contextRef="#ctx0" brushRef="#br0" timeOffset="3799.43">9269 2099 180 0,'0'-5'261'0,"0"3"-4"0,0 2-3 16,0-6-14-16,0 6-12 0,1-4-15 0,-1 4-28 15,0 0-16-15,2-2-15 0,-2 2-22 0,0 0-23 16,0 0-11-16,0 0-8 0,-15 9-9 0,-2 1-12 16,1 0-3-1,-7 4-6-15,-1 3-6 0,2 0-8 0,-1 2-4 0,0 1-6 16,3-1-3-16,-1 0-5 0,6 3-1 0,0-2-5 15,3-3-2-15,3 2-8 0,1-2 6 0,3 0-3 16,3 0 1-16,-1 0 2 0,6-1 4 16,1 1 3-16,3-2-2 0,2 3 2 0,7-4-3 15,2 3 4-15,6 0-5 0,-4-1 0 0,-2-6-2 16,9 5-2-16,-3-2-4 0,-5-1 0 0,-3-2-2 0,2-2 0 0,-3 2 1 16,-4-6 1-16,-3 4-5 0,-1-3-3 0,-1-1-3 15,-5 3 1-15,5-3-1 0,-3 0-4 0,-3 2 1 16,-4-2-1-16,-6 3 2 0,-1-2 3 0,-10 2 0 15,3-1-3-15,-2-1 2 0,-1-1 0 0,1 0 7 16,-2-1-6-16,-1-1 5 0,4 1-7 0,1-1 7 16,-1 0 3-1,10-1 0-15,-3-1 9 0,6 2 6 0,-2-2 10 16,2 0 1-16,6 0-2 0,-8 0-1 0,8 0-5 16,0 0-34-16,0 0-20 0,0 0-25 0,0 0-30 0,16-10-41 15,-6 8-57-15,1-4-66 0,1 2-276 0,-2-1-563 16,4-1 249-16</inkml:trace>
  <inkml:trace contextRef="#ctx0" brushRef="#br0" timeOffset="4225.71">9609 2446 53 0,'-7'-3'239'0,"7"3"-22"0,-11-1-18 16,6 1-22-16,-3 1-18 0,2 3-15 0,-4-1-18 16,3 0-16-16,-3 1-5 0,1 3-14 0,-3 0-9 15,2 2-10-15,1 0-6 0,0 0-9 0,0 3-6 16,1 0-6-16,1 2 2 0,-1 1 10 0,4-3 5 16,3-2-6-16,-4 2-2 15,8-2 3-15,-6 0-4 0,6 2 5 16,0-2-4-16,5 0 9 0,0-1-2 0,3-1 6 15,6 1 1-15,2-4-8 0,2 0-6 0,2-5-4 0,-3 2-1 16,2-2 2-16,-3 0 5 0,-3-5 6 0,3 0 11 16,-4-1 7-16,-4-2-2 0,-2 3-2 0,1-7-7 15,-2 3-3-15,1-8-7 0,-3 0-12 16,-3 0-8-16,-3-1-17 0,-3 1-7 0,2 0-4 0,-4 1-3 0,0 4-9 16,-4-1-10-16,0 3-7 0,-5-1-5 0,4 6-11 15,-7-3-11-15,4 1-12 0,-3 5-18 0,4 1-27 16,1-3-38-16,-1 4-46 0,6 0-34 0,1 2-41 15,0-2-173-15,5 0-470 0,0 0 208 0</inkml:trace>
  <inkml:trace contextRef="#ctx0" brushRef="#br0" timeOffset="4564.1">9867 2176 238 0,'0'-12'443'0,"-3"1"-11"0,2 4-26 16,1-1-22-16,-1 5-29 0,-1-3-40 0,2 1-40 15,0 5-32-15,-1-4-27 0,1 4-51 0,0 0-42 16,0 0-19-16,0 0-22 0,0 0-9 0,3 18-6 16,-3-1-6-16,0 9-1 0,1 6-3 0,0 2-9 15,-1 12-11-15,0-9-5 0,0 10 10 0,0-13-14 16,0 4-3-1,2-6-1-15,-2 1 2 0,1-3 0 0,3-1 0 16,2-2 4-16,-4-10-9 0,-1 0-4 0,-1-7-2 0,3 0 1 16,-4-4-6-16,2 1 11 0,1-4-4 0,-1 2 12 15,0 0 5-15,1-3 8 0,0 1 3 0,-2-3-4 16,0 4 4-16,0-4-1 0,0 5 0 0,0-5-3 16,0 0-10-16,1 3-14 0,-1-3-23 0,0 0-54 15,0 0-50-15,0 0-54 0,0 0-50 0,3-13-62 0,-2 9-58 16,-1-1-302-16,0-2-687 0,0 7 305 0</inkml:trace>
  <inkml:trace contextRef="#ctx0" brushRef="#br0" timeOffset="5250.29">10158 2479 294 0,'0'0'347'15,"0"0"-37"-15,0 0-34 0,0 0-33 0,0 0-29 16,0 0-24-16,0 0-14 0,-14 10-23 0,13-3-11 16,-2 3-21-1,3 1-5-15,-3 3-15 0,-1 3-8 0,1 0-8 16,-1 1-7-16,4-2-7 0,-5 1-15 0,4-6-3 16,1 1-6-16,0 0-2 0,0-3-10 0,0-4-2 15,0 2-6-15,1-2 5 0,-1-2 10 0,2 1 28 0,-2-4 40 16,0 3 35-16,0-3-4 0,0 0-20 15,10-7-10-15,-4-3-17 0,1 0-3 0,-1 1-8 16,4-5-17-16,-1-3-4 0,0 0-13 0,1 1-4 0,2-1-6 0,-3 0-9 16,1 3-4-16,-4 5 2 0,-2-2-6 0,0 5 1 15,1 3-8-15,-2-4-5 0,0 5-10 0,0-3-26 16,-2 2-21-16,-1 3-4 0,0 0-4 0,0 0-3 16,10 5 1-16,-7 2 6 0,1-2-3 0,0 4 4 15,2 2 1-15,0-2 4 0,2 3 0 0,4 1 0 16,-3-4-1-16,2 3-2 15,4-2 0-15,-1 2-8 0,3-5-5 16,0 0-19-16,-2-1-3 0,-5-3 3 0,2-2 6 16,0 2 8-16,-2-6 10 0,0-1 7 0,-1-2 3 15,-3-1 18-15,-1-2 13 0,-1-4 15 0,1-3 13 16,-2-1 7-16,-3-3 11 0,2-6 7 0,-6-1 6 16,3-2 4-16,-1-4 7 0,-1-2-6 0,2 1 3 15,-2-1-3-15,2 0 7 0,1 2 14 0,-1 4 19 0,-1 2 14 0,2 10 15 16,0 1 6-16,-1 5-8 0,1 1-4 0,1 3-8 15,-1 2-16-15,-1-2-18 0,1 4-28 0,0 3-30 16,0-5-35-16,0 5-8 0,0 0 0 0,0 0-4 16,-3 11 11-16,1 1-1 0,-2 13 4 0,-2 4 1 15,2 2 4-15,1 3 1 0,0 14 1 0,-1-12 7 16,4 9-10-16,-3-11 9 0,3-2-1 0,0 0 3 0,0-3 0 0,3-3-1 16,-2-5 6-16,0-1 16 0,3-2-14 0,-3-8-5 15,1 2 8-15,-1-5-4 0,-1 0 4 16,3-2-5-16,-3 0 7 0,2-1 5 0,-1-1 5 15,-1-3 1-15,0 4 6 0,0-4-9 0,3 4-13 16,-3-4-23-16,0 0-82 0,0 0-82 0,1-11-73 16,2 5-79-16,-3-5-276 15,0 0-663-15,1-4 294 0</inkml:trace>
  <inkml:trace contextRef="#ctx0" brushRef="#br0" timeOffset="5513.22">10402 2397 88 0,'-4'1'251'15,"4"-1"-11"-15,-3 3-5 0,3-3-14 0,-3 2-14 16,3-2-10-16,0 0-12 0,0 0-10 0,0 0-3 16,19 3-14-16,4-5-16 0,4 1-16 0,8 0-11 15,-1 0-9-15,3-4-11 0,-5 1-11 0,0 1-7 16,-4-1-7-16,-7 3-5 15,-6-3-9-15,-1 4-1 0,-2-3-5 0,-5 3-9 16,1-2 0-16,-1 0-6 0,-1 1-11 0,-6 1-12 16,9-2-13-16,-7 1-13 0,-2 1-17 0,0 0-30 15,0 0-33-15,0 0-33 0,0 0-44 0,0 0-34 16,0 0-42-16,-19 4-149 0,19-4-428 16,0 0 190-16</inkml:trace>
  <inkml:trace contextRef="#ctx0" brushRef="#br0" timeOffset="5814.06">10925 2419 39 0,'-4'-10'432'0,"4"10"1"15,-1-6-7-15,1 4-22 0,0 2-22 0,0 0-29 16,-4-7-37-16,4 7-32 0,0 0-31 0,-5-2-36 15,5 2-23-15,0 0-40 0,0 0-43 0,0 0-17 16,0 0-11-16,0 0-12 0,1 17-1 0,-1-5-14 16,0 2-1-16,0 1-11 0,0-1 10 0,-1 3-10 15,1 0-5-15,-1 0-3 0,1 0-9 0,0 0 3 0,-2-1-28 0,4-5-12 16,-1 1-19-16,-2 0-14 0,2-5-23 0,-1 0-15 16,-1-2-10-16,2 1-13 0,-2-1 1 0,2-1 4 15,-1-4-1-15,0 3-17 0,0-3-67 0,0 0-66 16,0 0-45-16,-3-18-228 0,3 7-564 0,0-5 250 15</inkml:trace>
  <inkml:trace contextRef="#ctx0" brushRef="#br0" timeOffset="5967.71">10866 2188 214 0,'-1'-8'346'0,"0"-2"3"0,1 4-7 0,0 0-13 16,-3 0-22-16,3 1-15 0,0 5-48 0,0-9-17 15,0 9-29-15,0-3-18 0,0 3-39 0,0 0-51 16,3-7-40-16,-1 5-41 15,-2 2-34-15,0 0-48 0,0 0-42 0,16 9-54 16,-8-4-45-16,-2 2-57 0,-1 1-138 0,-1-3-443 16,2 2 197-16</inkml:trace>
  <inkml:trace contextRef="#ctx0" brushRef="#br0" timeOffset="6399.99">11275 2363 197 0,'0'0'200'16,"0"0"-18"-16,0 0-18 0,0 0-19 0,0 0-21 15,0 0-15-15,0 0-13 0,4 5-7 0,-4-5-10 0,-8 9-9 16,6-5-5-16,-2 4-2 0,-1 0-5 0,1 1-5 15,-4 5-5-15,2-3-4 0,-2 0-3 0,3 5-10 16,-1 1 3-16,3-5-5 0,-4-1-2 16,4 1-7-16,0 1 2 0,3-2 1 0,0-1-3 15,3 2 19-15,0-3 1 0,4 0 13 0,2 0 3 0,0-4 7 0,2 2-1 16,6-2-2-16,2-2-6 0,1-3-6 0,-1 0 8 16,2-2-1-16,-3-1 5 0,1-5 9 0,-1 5 9 15,-2-8 1-15,0 3 0 0,-2-4-3 0,0 0-8 16,-6 2-6-16,-2-5-8 0,2-2-4 0,-4 2-5 15,2-3-3-15,-6 2-7 0,0 3-10 0,0 1-6 16,-5 0-11-16,3 0-4 0,-6 2-14 0,-4-2-9 0,1 6-5 16,-2-3-8-16,-6 2-8 0,2 3-9 0,-2 1-6 15,3 1-22-15,-2 2-26 0,0 0-29 0,5 2-38 16,3 0-33-16,-3-1-47 0,4 3-135 0,3-4-417 16,-2 4 185-16</inkml:trace>
  <inkml:trace contextRef="#ctx0" brushRef="#br0" timeOffset="6838.52">11589 2360 182 0,'0'0'307'0,"0"0"-27"0,0 0-30 15,0 0-25-15,0 0-22 0,0 0-24 0,0 0-22 16,0 0-15-16,0 0-16 0,0 0-16 0,0 0-13 16,0 13-7-16,2-6-14 0,-2 2-3 0,-2 3-5 15,1 0-8-15,0-1-6 0,-1 5-6 0,0 2-3 16,1 0-5-16,-3 0 2 16,4-3-4-16,-1-2-9 0,-2-3-2 0,4 2 5 15,-1-5-4-15,-1-2-6 0,0 2 3 16,2-1 6-16,-1-4 36 0,0-2 51 0,0 5 38 15,0-1 35-15,0-4 16 0,0 0-14 0,0 0-22 16,15-10-21-16,-7 3-12 0,2-2-8 0,0-1 0 16,-1 0-14-16,3-2-10 0,2-1-1 0,-1 0-13 0,-3 4-12 15,0-2-6-15,-1 2-9 0,0 2-7 0,-4 4-9 0,-1-2-6 16,1 2-11-16,-1 0-15 0,1-1-19 0,-5 4-7 16,9 5-8-16,-3 1-2 0,1 1-9 0,1 2 6 15,-2 3-1-15,4 3-8 0,-1-1-14 0,-2 3-34 16,1-3-48-16,-3-2-59 0,1 0-60 0,-2-1-84 15,-3 1-405-15,3-7-797 0,-2 1 352 0</inkml:trace>
  <inkml:trace contextRef="#ctx0" brushRef="#br0" timeOffset="10540.78">13427 2159 157 0,'-1'-7'226'0,"1"0"-5"0,-3-3-9 0,3-1-2 16,3 5-12-16,-3-3-3 0,0 2-1 0,0 2-8 0,1-3-8 0,-1 3-11 15,0 2-11-15,0-3-18 0,0 3-16 0,0 3-11 16,1-5-17-16,-1 5-17 0,3-4-15 0,-3 4-33 16,0 0-13-16,0 0-5 0,0 0-1 0,2 12 1 15,3-1 0-15,-1 2-5 0,4 3 1 0,0 4 4 16,-1-3 0-16,3 7 0 0,0 1 0 0,3-4-1 15,-1-4-2-15,-2 0 0 0,3-3-6 0,-3 1-1 0,3-4 1 16,-3-4 1-16,-1 0-1 0,3-3-1 0,-3-1 3 16,2 0-1-16,-2-4 3 0,4-4 1 0,2-4-5 15,3-3 1-15,-1-8 2 0,-2 1 10 0,-1 2 7 16,-5 0 3-16,5-5-2 0,-3 4 5 0,-1-5 5 0,-4 4 4 16,3 2 3-16,-4 2 9 0,-1 1 1 15,-2 3 18-15,1 2 0 16,-1 0 6-16,0 2-6 0,0 2-14 0,-2 0-6 15,2 0-11-15,-2 0-21 0,2 3-21 0,-2 2-29 16,0 0-19-16,0 0 0 0,0 0 1 0,-4 14 8 16,-1 3 7-16,-1 10 6 0,-2 4 0 0,-5 18 7 15,0 1 2-15,0 7 10 0,0-1-6 0,0 27 10 16,3-31-7-16,1 1 13 0,6 0-5 0,-2 0 2 16,8-5 5-16,-2-2-1 0,4 1 4 0,0-12 2 0,2-1-4 0,5 14 2 15,-4-16 4-15,4-1 0 0,-1-1-1 16,-1-4-1-16,-1 3 0 0,3-5-1 0,-6 1-1 15,-2-8 2-15,0 0-3 0,-2-5 5 0,2 0-2 16,-4-2 1-16,3 1-6 0,-2-1 1 0,-1-3-8 0,1 0-1 16,-1 1-3-16,0-3 0 0,-2 2 0 0,1-1 6 15,-1 1 2 1,-2-1-5-16,0-2 1 0,-1 3 5 0,0-2-1 16,-1-1 1-16,-2 4 1 0,-1-2-1 0,1 1-1 15,0-2 5-15,0 0 0 0,2-2 1 0,-2-1-2 16,-1 1 6-16,3 0-1 0,-6-2 7 0,1-2 2 15,-1 0-2-15,2-2 15 0,-3-1-3 0,-4-5 14 16,2-2-5-16,-3-1 16 0,4-2 7 0,-10-7 24 16,5-4-1-16,1-4 3 0,2-5-25 0,1-17 18 0,4-2-6 0,7-1 0 15,1-4-12-15,10 0-2 0,4-24-4 0,4 26-2 16,6 1-30-16,6-1 17 0,4 5-1 16,3 6-1-16,-1 3-7 0,3 4-4 0,-9 13 1 15,-5 1-5-15,-1 5-8 0,1-1 5 0,-7 9 3 16,-6 4-7-16,1 0-3 0,-1 1-8 0,-1 2 1 15,-3 2-6-15,0-3 7 0,-1 2-13 0,-3 1-26 0,-1 2-24 0,8 0-9 16,-8 0 7-16,0 0 4 0,4 9-4 0,-4 0-4 16,-3-1 0-16,2 2-13 0,-1 2-16 0,-1 0-21 15,-4 2-32-15,2 1-27 0,-1 1-43 0,4-5-48 16,-1 3-264-16,0 0-572 0,3-7 254 0</inkml:trace>
  <inkml:trace contextRef="#ctx0" brushRef="#br0" timeOffset="10910.61">14358 2488 211 0,'0'0'348'0,"-3"-2"-13"0,3 2-13 0,0 0-19 16,0 0-30-16,0 0-25 0,0 0-21 0,0 0-42 0,0 0-19 15,10-7-28-15,-1 4-36 0,2-1-34 0,7 2-46 16,1-1-56-16,2 0-53 0,-2 1-71 0,1-3-68 16,1 5-182-16,-10-2-441 0,2 0 196 0</inkml:trace>
  <inkml:trace contextRef="#ctx0" brushRef="#br0" timeOffset="11048.58">14381 2658 132 0,'-1'2'176'16,"0"3"23"-16,5-1-4 0,3-1-13 0,6-2-19 16,17 3-16-16,3-4-23 0,18 3-54 0,0-6-81 15,6-1-219-15,-3-4-249 0,-4 1 111 0</inkml:trace>
  <inkml:trace contextRef="#ctx0" brushRef="#br0" timeOffset="11997.47">15744 2288 127 0,'0'0'243'15,"0"0"-16"-15,0 0-16 0,0 0-16 0,0 0-15 16,-4-3-16-16,4 3-16 0,0 0-15 0,0 0-9 16,0 0-12-16,0 0-15 0,0 0-5 0,0 0-8 15,0 0-4-15,0 0-10 0,0 0-4 0,0 0-7 16,0 0-2-16,0 0-5 0,0 0-1 16,7-6-8-16,-1 1-6 0,0 1-1 0,7 0-5 0,2-6-2 0,3 3-3 15,-4-3-4-15,5 3-3 0,-2-2-2 0,1 1-4 16,-4-4-3-16,4 5 3 0,-2-5-3 0,0 3-1 15,0-2-5-15,-2 2 1 0,-6 1 2 0,2-1-4 16,-1 2 4-16,-2 0 5 0,-4 3 10 0,3-1 3 16,-2-1-7-16,-1 1-2 0,-3 2-4 0,-5 0-6 15,0-1-6-15,-5 4-3 16,-2 0-9-16,-6 3 6 0,-5 1 4 0,-6 4-2 16,-3 4 2-16,-1 5-9 0,-12 8 6 0,-1 3-2 15,1 1 2-15,1 5 0 0,0 0-3 0,3 5 0 16,5 2 1-16,6 0 1 0,0 5-2 0,6-3 2 15,7-2 4-15,10-9 13 0,3-1 7 0,5-2 4 16,3 0 5-16,8-4 0 0,7-3 8 0,4 1 3 16,10-5 1-16,4-4 0 0,18 1-2 0,-1-3-2 0,2-5-3 15,-2-5 0-15,-1 0-3 0,-14 1-4 0,-4-5-4 0,-1 1 5 16,-6-1-4-16,-8 0-2 0,-4 2 8 16,-4 0 15-16,-3-3 26 0,-1 2 8 0,-8 1 10 15,11 0 2-15,-4-1 11 0,-7 1-2 0,6-3-9 16,-6 3-11-16,0 0-29 0,8-4-21 0,-8 4-19 15,0 0-25-15,0 0-23 16,-4-7-30-16,4 7-34 0,0 0-39 0,0 0-34 16,0 0-53-16,-6-6-50 0,6 6-262 0,-4-5-586 15,4 5 260-15</inkml:trace>
  <inkml:trace contextRef="#ctx0" brushRef="#br0" timeOffset="12187.05">16382 2655 2779 0,'0'0'185'0,"0"0"-89"0,0 0-41 0,-2 5-15 16,2-5-10-16,0 0-3 0,0 0-9 0,0 0-7 16,0 0-4-1,0 0-15-15,0 0-20 0,-5 3-31 0,5-3-36 0,0 0-38 0,0 0-52 16,0 0-86-16,0 0-141 0,0 0-446 0,0 0 197 15</inkml:trace>
  <inkml:trace contextRef="#ctx0" brushRef="#br0" timeOffset="12667.62">16855 2384 2821 0,'0'-7'152'0,"0"3"14"0,-1-1-31 16,1 0-17-16,0 2-16 0,0 3-28 0,-2-8-23 0,2 8-9 15,0-4-13-15,0 4-6 0,0 0-10 0,-2-2 0 16,2 2-7-16,0 0-1 0,0 0-6 0,4 14 3 0,0-2-9 16,-3 0 10-1,4 5-3-15,-1 2-1 0,-3 4 3 16,3 5-1-16,-3-1-3 0,3 1-1 0,-1-1 3 0,-2-2 1 0,-1 2-5 0,0-3 8 15,0-7-3-15,2 1 0 16,-2-1 2-16,-2-4-4 0,2-3 4 0,-4-1-1 16,4-2 3-16,3-2 9 0,-3 1 8 15,-3-2 41-15,3-1 37 0,0-3 38 0,-1 3 50 16,1-3 30-16,0 0-25 0,0 0-23 0,-4-14-18 0,3 2-15 0,-2-4-13 0,2-3-13 0,-3-8-10 16,1-4-13-16,0-3-12 0,-1-13-6 0,0-1-7 15,-1-3-8-15,1-2-7 0,4-2-7 16,-2 6-6-16,0-2-4 0,2 18-13 15,0 1 5-15,2 5 6 0,0 4-3 0,-2 6 6 16,0 6-2-16,0 1-3 0,0 4-6 0,0-1-7 0,0 2-9 16,0 0-15-16,0 2-26 0,4 0-20 0,1 2-18 15,9-2-7-15,3 6-17 0,6-3-20 0,5 2-23 16,3 5-33-16,3 3-37 0,-1 2-43 16,-1 3-36-16,-1-3-39 15,-3 2-50-15,-9 0-284 0,-2-4-716 0,-1 1 317 16</inkml:trace>
  <inkml:trace contextRef="#ctx0" brushRef="#br0" timeOffset="12984.18">16837 2552 273 0,'0'0'338'0,"0"0"-23"0,-3 2-38 15,3-2-10-15,0 0-28 0,0 0-20 0,0 0-25 16,0 0-22-16,16-1-13 0,2-1-15 0,1-1-27 15,12-1-45 1,7 1-40-16,1-2-54 0,0 3-73 0,12-5-100 16,-15 2-223-16,-4-3-452 0,-1 4 199 0</inkml:trace>
  <inkml:trace contextRef="#ctx0" brushRef="#br0" timeOffset="13215.95">17346 2670 90 0,'-1'3'449'0,"-2"1"-33"0,3-4-34 0,0 0-27 16,-2 3-42-16,2-3-35 0,0 0-34 0,0 0-50 15,0 0-84-15,0 0-81 0,0 0-77 0,0 0-81 16,29-10-110-16,-16 7-169 0,2-4-441 0,-2 2 195 16</inkml:trace>
  <inkml:trace contextRef="#ctx0" brushRef="#br0" timeOffset="13801.96">17927 2421 70 0,'0'0'172'0,"-5"0"-3"15,5 0-9-15,0 0-2 0,0 0-4 0,0 0-4 16,0 0-3-16,-5 2-1 0,5-2 1 0,0 0-10 15,0 0-1-15,0 0-5 0,0 0-11 0,0 0-11 16,0 0-6-16,0 0-11 0,0 0-3 0,0 0-5 16,28-2-8-16,-6 1-8 0,11 1-6 0,2-2-9 15,3-2-8-15,18-3 0 0,-1 6-6 0,0-4-2 16,-2 0-7-16,-16 3-2 0,-2-3-16 0,0 3-17 0,-7 1-16 16,-5-1-19-16,-2 2-22 0,-7-3-21 0,-4 3-21 0,-1-1-30 15,-4-2-43-15,-3 2-43 0,-2 1-135 0,0 0-382 16,0 0 169-16</inkml:trace>
  <inkml:trace contextRef="#ctx0" brushRef="#br0" timeOffset="14102.79">18302 2239 60 0,'-1'-7'367'0,"-2"-2"-24"0,2-1-14 0,-1 5-11 0,1-2-17 16,-1 2-12-16,0 0-30 0,2 5-13 0,0-7-34 0,0 7-16 16,-2-5-25-16,2 5-33 0,0-4-28 0,0 4-31 15,0 0-5-15,0 0-16 0,2 11 0 0,-2 1-9 16,4 5-9-16,-1 9-5 0,-1 3-4 0,1-2-3 16,2 6-15-16,-1 0 12 0,2 1 1 0,3 0 3 15,-1 2-7-15,1-2 1 0,2-5-36 0,-4 0-21 16,0 0-19-16,4-3-29 0,-4-9-23 0,-2 0-25 0,3-1-29 0,-3-3-41 15,0-5-52-15,0-1-232 0,-1-3-524 0,1-3 232 16</inkml:trace>
  <inkml:trace contextRef="#ctx0" brushRef="#br0" timeOffset="14419.2">19043 2138 183 0,'0'-3'330'16,"0"-1"-35"-16,0-1-31 0,0 5-30 0,0 0-29 0,0 0-28 0,0 0-17 16,0 0-15-16,0 0-21 0,4 12-10 0,-2 1-14 15,0 3-13-15,0 3-4 0,2 9-10 16,-3-1-15-16,3 2 1 0,-4 1-4 0,5 0-4 15,-1-1-6-15,-1 1-5 0,3-1 0 0,-2-4-7 0,2 3-4 16,-6-3 0-16,4-7-1 0,-4-1-6 0,4-1 2 16,-3-4-5-1,-1-1 3-15,0-1-2 0,0-2 2 0,2-3-18 16,-2 2-15-16,-2-2-12 0,2-3-4 0,2 1-8 16,-2-3-5-16,-3 7-8 0,3-7-30 0,0 0-70 15,-13-4-77-15,3-2-199 0,1-1-458 0,1-5 203 16</inkml:trace>
  <inkml:trace contextRef="#ctx0" brushRef="#br0" timeOffset="14735.37">18998 2065 167 0,'-5'-5'283'15,"3"1"-16"-15,0 0-22 0,0 0-23 0,1 2-16 16,1 2-23-16,-3-5-22 15,3 5-17-15,0 0-15 0,0 0-13 0,19 3-17 16,-2 1-7-16,3 4-9 0,4 1-9 0,3 6-10 16,0-3-4-16,-1 3-5 0,-3 4 0 0,0 0-13 15,-4 0-3-15,-4-4-7 0,-1 7-6 0,-5-8-8 16,0 5-6-16,-5-2-7 0,-3-2-4 0,-2-2-1 16,-1-2 0-16,-5 4 3 0,-6-1 1 0,-1 1 1 15,-5-6 1-15,-5 4-1 0,-6-4-3 0,5 1 0 0,-2-4 5 16,-1 2-2-16,7-3 1 0,2 2-2 0,0-4 1 15,8-1-6-15,-2 1 7 0,5-3-29 0,2 2-25 16,1 1-38-16,-1-1-41 0,3 0-22 0,3-2-3 16,0 0-45-16,0 0-163 0,16 3-389 0,-2-3 172 15</inkml:trace>
  <inkml:trace contextRef="#ctx0" brushRef="#br0" timeOffset="14904.65">19349 2564 206 0,'0'4'397'0,"0"-4"-12"16,1 2-22-16,-1-2-11 15,3 1-43-15,-3-1-28 0,0 0-24 0,2 5-29 16,-2-5-42-16,0 0-45 0,4 2-61 0,-4-2-67 16,0 0-69-16,0 0-69 0,25-5-90 0,-16 2-252 15,3-2-507-15,0-1 225 0</inkml:trace>
  <inkml:trace contextRef="#ctx0" brushRef="#br0" timeOffset="15220.99">19856 2180 2297 0,'0'-10'160'15,"0"0"-28"-15,0 2 21 0,0 2 15 0,0-2-19 16,0 5-20-16,0-2-20 15,-2-1-22-15,2 6-25 0,0-4-15 0,0 4-10 16,0 0-20-16,0 0-3 0,0 0-5 0,0 0-4 16,0 0-2-16,6 18 10 0,-3-1-9 0,0 3 0 15,3 7-2-15,-6 3 2 0,3 2-5 0,-1-1 6 16,0 0-2-16,-2 2 1 0,-2-1-1 0,2-2 0 16,-2 1-10-16,-1-3-14 0,1 0 0 0,-2-9-17 15,1 0-6-15,1-2-14 0,-2-2-12 0,0-2-18 0,0-1-10 16,0-5-22-16,1 4-8 0,-2-5-10 0,1-2-15 0,1-1-38 15,-3-1-218-15,6-2-441 0,-13-7 196 16</inkml:trace>
  <inkml:trace contextRef="#ctx0" brushRef="#br0" timeOffset="15374.68">19669 2196 139 0,'-2'-11'325'0,"4"2"-26"0,-2 0-33 0,5 1-23 15,-1-1-32-15,3 1-17 0,4 1-23 0,7 1-18 16,2-2-17-16,10 3-15 0,2-2-28 0,5 7-37 0,2 0-32 16,-3 0-57-1,-3 6-54-15,1-3-68 0,-4 0-205 0,-9 4-389 16,-3-2 172-16</inkml:trace>
  <inkml:trace contextRef="#ctx0" brushRef="#br0" timeOffset="15538.81">19688 2757 267 0,'-3'1'314'0,"10"0"-31"0,2 0-27 0,11-1-31 16,16-3-29-16,19 1-65 0,-2-1-80 0,9-1-105 16,-3-6-225-16,0 3-301 0,-5-4 134 0</inkml:trace>
  <inkml:trace contextRef="#ctx0" brushRef="#br0" timeOffset="17264">13030 4839 132 0,'-3'-9'254'0,"2"0"-13"16,-2 2-15-16,3 0-7 0,0 1-19 0,0 1-13 15,-1 1-19-15,0 0-20 0,-2 0-14 0,3 4-16 0,0 0-14 16,0-4-17-16,0 4-8 0,0 0-11 0,0 0-7 15,0 0-15-15,12 12-3 0,-7-3-5 0,2 1-9 16,0 4 4-16,3 2-5 0,0-1-1 0,3 7-4 16,2-1-3-16,3 0-5 0,1-1-14 0,-3-1-5 15,4-2-3-15,-6-2-9 0,0-3-3 0,-1-1 3 16,-3-5 0-16,-1 3 0 16,0-4 5-16,-1-2 3 0,-2 0 4 0,2-3 10 15,-2-1 9-15,1-3 11 0,3 1 5 0,-3-5 7 16,1-1 5-16,-1-2 4 0,4-5 3 0,-5 2 8 15,2-3-2-15,-1 1-1 0,-1-2-6 0,-2-1 3 16,1 2 0-16,-1 2 4 0,-2 3-6 0,0 2-1 16,0-2 6-16,-2 5-4 0,3 0 0 0,-2 4-17 15,0-2-11-15,-1 0-14 0,2 1-21 0,-2 4-16 0,0 0-27 16,0 0 2-16,0 0 2 0,0 0 5 0,-2 14 1 0,4 1 2 16,-4 4 6-16,-2 10 3 0,3 0 3 15,-3 3 6-15,-1 16 0 0,1 0 2 0,0 3 3 16,-3-1 4-16,3 4 3 0,1 3 1 0,1-2 11 15,1 0 3-15,2-2-7 0,-4-1 8 0,3-4-8 16,2-12 3-16,-1 0 4 16,-1-3-1-16,2-1-2 0,-2-2 1 0,2-4 1 15,-2 1 0-15,-2-9-1 0,2-1 0 0,-1-6-5 16,-1 3 7-16,-1-6 1 0,0 1 0 0,1-2 4 16,-1 1 3-16,1-4 3 0,-2 2 8 0,-2-1-1 15,-1-1 5-15,1-1-7 0,-3-1 6 0,-3-2 1 16,1-2 1-16,-3 0-4 0,1-1 0 0,-6-4 4 15,2-1 7-15,-2-2 10 0,4-2 16 0,-2-2 12 0,-2-6 9 0,4-4 4 16,-2-2 7-16,5-6 7 0,3 3-5 0,3-8-13 16,4-14-12-16,7 0-2 0,1-3-13 0,11 1-3 15,4 2-9-15,10 2-3 0,-1 3-8 0,9 3-8 16,3 6-4-16,0 1-1 0,4 5-5 0,-1 4-3 16,0 4-1-16,-16 6-4 0,7 0-2 0,-3 4 5 15,-1 1-3-15,-4 1-11 0,-6 4 1 0,-7-2 10 0,-3 6-8 16,-1-1 0-16,-3-1-8 0,0 3-7 0,-2-1-8 15,-2 3-10-15,0-2-20 0,-4 2-8 0,6-2-17 16,-6 2-6-16,0 0 4 0,0 0 2 0,0 0 2 0,0 0-16 16,0 0-30-16,-11 11-22 0,3-6-29 0,4 0-18 15,-1-2-41-15,4 4-233 0,-3-2-507 16,1-2 225-16</inkml:trace>
  <inkml:trace contextRef="#ctx0" brushRef="#br0" timeOffset="17596">14008 5138 20 0,'-6'0'278'0,"6"0"-8"16,0 0-2-16,0 0-4 0,0 0-12 16,0 0-19-16,0 0-10 0,0 0-21 0,0 0-22 15,0 0-19-15,0 0-15 0,19-4-14 0,-1 0-17 16,3 0-10-16,9 2-15 0,2-1-25 0,3-2-27 0,2 0-25 15,-3 1-27-15,-1 1-29 0,2 2-35 0,-6 0-32 0,-6-1-40 16,-3 2-29-16,-1-1-33 0,-9 1-167 0,-1 0-409 16,-5-2 181-16</inkml:trace>
  <inkml:trace contextRef="#ctx0" brushRef="#br0" timeOffset="17928.04">13983 5353 137 0,'-5'3'325'0,"1"0"-11"0,0-1-12 0,4-2-18 16,-5 2-22-16,5-2-11 0,0 0-22 0,0 0-21 0,13 1-21 15,6-2-21-15,10-4-20 0,5 0-16 0,22 1-13 16,-5-1-12-16,1 0-12 0,-11 0-10 16,14 2-3-16,-5-1-8 0,-14 1-7 0,-4-1-11 15,-3 2-5-15,-9 1-11 0,-2 1-2 0,-5 0-7 0,-4 0-11 0,1-3-3 16,-6 2-12-16,4 5-17 0,-8-4-8 0,8-3-4 16,-8 3-12-16,0 0-18 0,0 0-30 0,-24 4-41 15,10 0-61-15,3-2-63 0,-10 1-248 0,9-3-540 16,-4 0 240-16</inkml:trace>
  <inkml:trace contextRef="#ctx0" brushRef="#br0" timeOffset="20603.8">15602 4838 159 0,'0'0'185'16,"-3"-3"3"-16,3 3 0 0,0 0-1 0,0 0-10 0,0 0-13 16,0 0-10-16,-1-4-8 0,1 4-12 15,0 0-12-15,0 0-14 16,0 0-9-16,0 0-10 0,-3-3-9 0,3 3-11 15,0 0-2-15,0 0-8 0,0 0-8 0,0 0-5 16,0 0-2-16,0 0-13 0,0 0-2 0,0 0-6 16,0 0-3-16,0 0 0 0,0 0-3 0,0 0-2 15,0 0-12-15,0 0 2 0,0 0-4 0,0 0 3 16,0 0 7-16,9 10-9 0,-1-12 2 0,5 2-1 0,0-2-3 0,7-2-4 16,-1-2-2-16,2 3 2 0,0-4-1 15,0 0 0-15,-3 0 3 0,2-1-2 0,-6-1 2 16,0 4 2-16,-5-2 2 0,0 2 11 0,1 0 11 0,-6 1 13 15,3 0 9-15,-2 2 3 0,-1 1-4 0,-4 1-6 16,1-5-10-16,-1 5-4 0,-9-3-4 0,-3 6-1 16,-7 4-6-16,-9 2-3 0,-4 4-1 0,-4 3-1 15,-11 8 1 1,1 1-3-16,-1 4-4 0,-1 1 2 0,3 0-5 16,1 4 9-16,2 1-12 0,5 2 0 0,2-2-2 15,12-8 4-15,3 1-3 0,2 2 10 0,3 2 3 16,7-2 4-16,2-1 2 0,2-3 0 0,8 0-1 15,3 2 0-15,7-5 3 0,-1-8 1 0,9 4 6 16,7-3 3-16,7-5-3 0,1-4 1 0,18-2-2 0,0-2-2 16,-3-6-1-16,-2 2 0 0,-14 0-2 0,0-4-2 0,-3 0-1 15,-6 3-4-15,-11-1 2 0,-3 2 1 0,1-2-2 16,-6 2 15-16,-2 0 11 0,3-2 16 0,-5 3 4 16,-4 0-2-16,9-3-3 0,-9 3-10 0,4-1-11 15,-4 1-18-15,0 0-18 0,0 0-15 0,-9-5-15 16,2 4-17-16,7 1-19 0,-13 1-21 0,6 0-26 15,-2-2-18-15,0 2-37 16,2 0-35-16,0 1-42 0,-1 0-204 0,8-2-490 16,-13 0 217-16</inkml:trace>
  <inkml:trace contextRef="#ctx0" brushRef="#br0" timeOffset="20935.87">15911 5324 123 0,'0'0'361'0,"0"0"-21"0,0 0-26 15,0 0-34-15,1-11-23 0,-1 11-30 0,0 0-28 16,0-3-22-16,0 3-22 0,0 0-21 0,0 0-15 16,0 0-14-16,0 16-10 0,0-5-12 0,-1 6-2 0,1 2-12 0,-2 0-3 15,-1 9-11-15,-1-2-7 0,1 3 3 0,0-2-10 16,1 1-1-16,0 1-8 0,-3-4 1 0,4-1-1 15,-2-5-6-15,3 0-1 0,0-4-5 0,-1-5-1 16,-1 0 0-16,1-1-1 0,1-4 4 0,0 0-8 16,0 2 1-16,0-5 3 0,0 3 5 0,0-5 12 15,1 6-2 1,-1-6 6-16,2 4-5 0,-2-4 5 0,0 0-9 16,0 0-8-16,0 0-33 0,0 0-30 0,0 0-24 15,0 0-27-15,4-15-30 0,-3 10-45 0,1-1-56 0,3-4-54 16,-3 0-218-16,0 0-537 0,1-1 237 0</inkml:trace>
  <inkml:trace contextRef="#ctx0" brushRef="#br0" timeOffset="21321.25">16319 5235 132 0,'0'0'172'16,"-10"1"-20"-16,6 0-11 0,-2 2-11 0,4-1-1 15,-2 1-11-15,4-3-8 0,0 0-4 0,-5 0-4 16,5 0 0-16,0 0 1 0,0 0-2 0,-6 2-1 0,6-2 2 0,0 0 7 15,0 0 9-15,0 0 9 0,0 0-1 16,20 3-7-16,-1-4-10 0,2-2-10 0,8 2-12 0,4-2-8 16,6-1-9-16,13-1-3 0,-11 3-9 0,11-4-7 15,-11 4-4-15,-4-2-5 0,-1 1-2 0,0 3-4 16,-7-2-16-16,-8-1-20 0,-4 3-17 0,-6-2-20 16,-1 2-22-16,-2-2-14 0,-1 2-33 0,-3-3-35 0,-4 3-34 0,0 0-16 15,0 0-11-15,-18-5-166 0,5 2-398 0,-4 1 177 16</inkml:trace>
  <inkml:trace contextRef="#ctx0" brushRef="#br0" timeOffset="21537.39">16572 5087 300 0,'0'-5'345'0,"2"1"4"0,-3-1-4 0,2 1-12 15,-1 4-29-15,-1-6-27 0,1 6-35 0,1-4-24 16,-1 4-32-16,0 0-35 0,0 0-28 0,0 0-19 16,0 0-9-16,-1 16-13 0,0 1-11 0,-3 0-5 0,1 9-8 0,-1 1 0 15,3 2-5-15,-3 3-3 0,4 2-4 0,0 1-26 16,2 0-25-16,3-4-30 0,1-2-35 0,-2-3-45 16,4-1-54-16,-1-9-81 0,0 0-289 0,-1-9-584 15,-1 0 259-15</inkml:trace>
  <inkml:trace contextRef="#ctx0" brushRef="#br0" timeOffset="22223.41">17287 4901 12 0,'0'0'216'0,"0"0"-17"15,0 0-15-15,0 0-16 0,0 0-18 0,-3 2-10 16,3-2-17-16,0 0-11 0,0 0-9 0,0 0-12 0,0 0-9 16,0 0-4-16,0 0-6 0,22-1-11 0,-9-1 3 15,1 0-32-15,4-1-4 0,0-2-3 0,5-1 1 16,-1 2-4-16,4-4-3 0,2-1 0 0,-3-2-3 15,1 0-3-15,-1 3 0 0,-6-1-1 0,-1 1-1 0,1-1-2 16,-3-2 2-16,0 2-1 0,-5 2 11 0,5-3 18 16,-7 3 12-16,-2 1 12 0,-2 0 1 0,0-2 7 0,-4 4 1 15,1 0-12-15,-3 0-4 0,1 4-14 0,-4-7-6 16,-4 6-3-16,-3 2-7 0,-8 3-2 0,1 2-2 16,-10 5-4-16,-3 5-5 0,2 3-3 0,-14 10-2 15,3 1-3-15,2 4-1 0,-2 4 2 0,3 0-4 16,2 1 3-16,6-3-1 0,7-6 3 0,-1 12-4 15,12-10 2-15,3-2 8 16,6-2 14-16,3 2 2 0,5-1 17 0,7-3 11 16,6-1-6-16,8-3-1 0,5-3 1 15,14 1-2-15,3-6-3 0,2-4-7 0,2-3 0 0,-16-3-4 16,3-1-3-16,0-3-3 0,-10 0 0 0,-9 0-3 16,-3 0 2-16,-2-3 0 0,-2 3 10 0,-5 0 8 15,-5-2 3-15,-4 2-16 0,9-7-31 0,-9 4-27 0,-5-2-13 16,-1 3-19-16,-5-2-20 0,-1 1-18 0,-5 1-35 15,-1-1-27-15,-1 3-38 0,1-3-38 0,1 3-227 0,1 0-497 16,3-2 219-16</inkml:trace>
  <inkml:trace contextRef="#ctx0" brushRef="#br0" timeOffset="22693.72">17733 5259 220 0,'0'0'241'0,"0"0"-24"15,-1 3-25-15,1-3-21 0,0 0-14 0,0 0-19 16,0 0-11-16,0 0-12 0,5 7-13 0,-1-5-7 0,1 2-10 15,0-1-11-15,0 4-4 0,3-1-6 0,-3-2-8 16,5 4-3-16,-5-2-7 16,3 3-7-16,-3 0-3 0,3 0-5 15,-3 4-2-15,-1-3-3 0,-2 6 0 0,2 1 2 16,-5 0 4-16,-2 2 0 0,-3 6-3 0,-3-6-2 0,0 5 1 0,-1-1 1 16,-7-1 3-16,7-6 0 0,-7 5 3 0,7-8-1 15,1 1-1-15,-2-5-3 0,6 1-3 0,-2-3-2 16,3 1-4-16,-2-1-2 0,3-4 14 15,3 1 10-15,-5-1 10 0,5 1 23 0,5-1 18 16,-3 0 17-16,5-1-5 0,2-1-8 0,5 0-8 16,4-1-10-16,0 0-3 0,1-1-12 0,3-2 0 15,0 3 1-15,6 0-10 0,-9-2-6 0,1 1-8 16,-7 1-2-16,3 0-1 0,-5-2-3 0,0 2-5 16,-3 0-6-16,0-1 4 0,-3 1-9 0,-5 0-29 15,10 0-18-15,-6-1-24 0,-4 1-34 0,0 0-51 0,5-5-89 16,-5 2-87-16,0 3-269 0,-8-7-629 0,7 0 279 0</inkml:trace>
  <inkml:trace contextRef="#ctx0" brushRef="#br0" timeOffset="23394.83">18201 4899 129 0,'2'-4'228'0,"6"-1"-19"0,-3 0-13 16,4 4-23-16,5-2-13 0,-1-3-14 0,6 4-17 0,2 2-13 15,-2 0-12-15,1 1-10 0,1 3-9 0,-1 2-13 16,-1-1-6-16,-2 4-2 0,2 0-8 0,-4 3-4 16,-2 1-6-16,0 1-2 0,-2 2-10 0,-5 3-2 15,-5 0 2-15,-1 1-6 0,-4 4-1 0,-5 1 0 16,-5 1-6-16,-3 0 1 0,-2 0-2 0,-1-1-6 16,-1-1 2-16,-2-2-5 0,2-4 2 0,5-5 2 15,1-1 9-15,2-2-1 0,2-3 0 0,4-4 3 16,1 4 1-16,1-3 13 0,0 0 19 0,2 0 30 0,-2-1 30 0,5-3 35 15,0 0 25-15,0 0-17 0,0 0-27 0,11-12-16 16,4 2-10-16,1 0-10 0,6-4-16 0,0-1 6 16,3-2-15-16,2-1-11 0,-4-2-9 0,-1 0-5 15,2-2-4-15,2-2 5 0,-3-2-18 0,-3 2-3 16,-1 1 2-16,-2 0 2 0,-4 7 9 0,-2 4 9 16,-3 1 10-1,-2 0 1-15,-1 4 1 0,-3 0-1 16,0 3-18-16,2-2-11 0,-3 2-18 0,-1 2-26 0,0 2-32 15,4-3-6-15,-4 3 6 0,0 0-2 0,-8 15 8 16,5-4 16-16,-4 0-10 0,3 5 2 0,0 4-11 16,-1-3-8-16,4 2 3 0,2 0 4 0,2-1-10 15,7 6-2-15,0-6-6 0,8 6-19 0,3-8-37 16,3 0-44-16,0-3-72 0,8-4-85 0,-5-3-249 0,1-4-613 0,0-5 271 16</inkml:trace>
  <inkml:trace contextRef="#ctx0" brushRef="#br0" timeOffset="23695.66">18901 4513 105 0,'0'0'219'0,"4"-4"-22"16,-4 4-20-16,12 5-14 0,-3 2-11 0,4 7-14 0,4 9-2 0,5 4-6 16,3 16-10-16,0 7-1 0,8 26-4 15,-6 3-6-15,-12-23-3 0,3 26-7 0,-10 1 0 16,-6-24-6-16,-4 31-1 0,-3-5-7 0,-7-27-7 0,-12 17-4 16,2-19-8-16,-5-1 1 0,-18 17-3 0,12-27-8 15,-6-2-4-15,-5 1-4 0,-3-4-6 16,-23 15-34-16,13-22-50 0,-26 8-68 0,23-17-104 0,-42 3-227 0,0-12-477 15,-3-6 211-15</inkml:trace>
  <inkml:trace contextRef="#ctx0" brushRef="#br0" timeOffset="24481.98">15243 4528 11 0,'-2'-7'253'0,"2"7"-19"0,0-3-25 16,0 3-26-16,0 0-22 0,0 0-20 0,0 0-21 15,-5 17-13-15,-2 5-12 0,-6 10-9 0,-9 17-4 16,-11 28 13-16,-3 5-6 0,3 5-5 0,0-2 1 0,1-1-4 0,4 1-4 16,2 2 8-16,13 1 7 0,4-6 5 0,3-22 3 15,12 25 2-15,2-32-1 0,4 2-5 0,7 0 0 16,10-5-5-16,6-4-6 0,12-4-15 0,31 8-18 15,-22-21-52-15,30 7-69 0,-2-10-94 0,-16-13-137 0,22-4-155 16,-31-4-493-16,1-5 219 0</inkml:trace>
  <inkml:trace contextRef="#ctx0" brushRef="#br0" timeOffset="29594.52">19649 5237 106 0,'0'0'157'0,"0"0"-3"0,0 0-7 16,0 0-8-16,0 0-6 0,0 0-4 15,0 0-5-15,0 0 1 16,0 0-8-16,0 0-4 0,0 0-7 0,0 0-7 15,0 0-3-15,0 0-10 0,0 0-6 0,0 0-3 16,0 0-4-16,0 0-5 0,0 0-7 0,7-6-7 16,-2 3-6-16,6 0-6 0,0-2-5 0,7-2-3 15,6-5-4-15,3 1 15 0,5-2-3 0,1 1-5 16,3-3-3-16,1 0-5 0,9-9-5 0,-11 5-1 16,-1 2-3-16,-2-1-5 0,-1-3 1 0,-4 2-3 0,-1-1-1 0,1-2 2 15,-5 1 2-15,-4 2 5 0,-3 3 4 0,-5 0 3 16,-1 2 0-16,-1-2 3 0,-5 5-3 0,-2-1 5 15,-5 1-7-15,-2 2-8 0,-3 0-4 0,-3 5-1 16,-3-4-1-16,-7 6-4 0,-10 0-2 0,-1 6-6 16,-3 3 5-16,-1 2-3 0,-14 7-2 0,9 7-2 15,-5-1-1-15,4 5-2 16,11-4 1-16,-7 8 2 0,13-6-4 0,3 3 2 16,4 1 0-16,5 0 3 0,4 0 2 15,7 0 3-15,6-3 6 0,8 2 7 0,10-2 7 16,17 5-2-16,7-4 1 0,12-5-2 0,6-6 0 0,30-2-3 0,-27-9-17 0,33-7-29 0,-32 0-46 0,23-1-66 15,-30-3-80-15,-1-2-237 0,-3-2-496 0,-6-2 220 32</inkml:trace>
  <inkml:trace contextRef="#ctx0" brushRef="#br0" timeOffset="30612.66">20349 4307 14 0,'0'0'194'0,"0"0"1"16,0 0-11-16,0 0 0 0,0-7-15 0,0 7-5 15,0 0-4-15,1-4-8 0,-1 4-9 0,3-4-8 16,-3 4-10-16,2-3-12 0,-2 3-11 0,5-4-10 16,-1 3-27-16,1-1-10 0,3-1 2 0,1 2-14 15,-4-2-2-15,8 3-7 16,-4-1 5-16,4 1-5 0,-2 1 1 0,2 1-8 15,-3 1-1-15,2-1-5 0,-1 4-3 0,1-3-4 16,-3 2-3-16,3 2-8 0,-4 1-5 0,0-2-1 16,1 2-4-16,-4 2-1 0,-1 2-1 0,-2-3 0 15,-2 3 5-15,0 5-5 0,-6 0 2 0,-1-2 0 16,-3 2 2-16,0-2 5 0,-2 2-3 0,-2 6 0 16,0 1 2-16,2-13-1 0,1 3 1 0,4-4 2 0,-2-2 0 15,1 3 0-15,3-5-5 0,1 0 2 0,0-1 2 0,2 0-3 16,-2-2 4-16,3 1 4 0,2 1-4 15,3 0 5-15,1-2-3 0,1 1 4 0,3-1-4 0,4 1 1 16,-2 0-3-16,7 0 4 0,0-2-1 0,1 2 3 16,-5 3 0-16,0-3-7 0,-1 2-1 0,0-3-1 15,-3 2 1 1,-1 2-7-16,0-5 2 0,-4 1-4 0,0 1 1 16,-1 2 5-16,0 1-7 0,-4-4 8 0,-1 3 0 15,-6-1 5-15,2 1 1 0,-6 0-4 0,-5 2 0 16,5-2-1-16,-6 0 6 0,-2-3-3 0,-8 6 1 15,8-4 1-15,-1 0-11 0,-2-2-14 0,3-1-16 16,0-2-24-16,-2 2-21 0,7-2-27 0,1-2-38 16,1 0-49-16,-1-1-120 0,3-2-344 0,5 0 152 0</inkml:trace>
  <inkml:trace contextRef="#ctx0" brushRef="#br0" timeOffset="31114.01">20764 4356 66 0,'13'1'139'16,"-3"1"-10"-16,-1 1-18 0,5 2-8 0,-2-1-15 15,-2 4-11-15,3 1-8 16,-2 3-3-16,1-1-4 0,-2 2-7 0,-4 3-7 15,0 1 0-15,-5 1-4 0,-1 2-2 0,-1-1-3 16,-6 1 0-16,-2 3 6 0,-2-1-1 0,-3 0-1 16,0-7 5-16,-2 2 0 0,2-3-2 0,1-2 6 15,-1 2 0-15,4-2 4 0,-3-6 6 0,3 3 4 16,4-4 8-16,-1-2 8 0,2 3 16 16,1-3 18-16,0 0 23 0,4-3 17 0,-4 2 17 0,4-2-24 0,0 0-16 15,0 0-17-15,12-19-13 0,0 5-5 0,8-4-8 16,-6 4-15-16,4-9-1 0,5 2-17 0,-5 0 1 15,4-1-9-15,-2-2-5 0,-2 2 1 0,-3 7-3 16,-3-2-14-16,2 3 2 0,-5 2-3 0,-1 2 10 16,-3 0 2-16,-1 5 2 0,0 0-2 0,0 1-8 15,0 1 0-15,-4-1-6 16,4 2-10-16,-4 2-24 0,1-3-18 0,-1 3-6 16,0 0 9-16,0 0 0 0,-11 9 5 0,1 1-2 15,-3 3 4-15,3 3-2 0,-4 11 8 0,-2-4-8 16,4 4-2-16,1-2 4 0,5-2 4 0,2-3 6 15,4 0 2-15,5 4 4 0,5-7 2 0,2 0-7 16,10 2 11-16,6-2 2 0,6-3-19 0,3-4-36 16,22-2-67-16,-1-6-84 0,4 0-97 0,-7-6-230 0,-1-4-568 0,-16-1 251 15</inkml:trace>
  <inkml:trace contextRef="#ctx0" brushRef="#br0" timeOffset="36912.92">21933 5207 13 0,'-6'0'158'15,"2"-1"-1"-15,4 1-10 0,0 0-6 0,-9 0-10 16,9 0-11-16,0 0-2 0,-6-2-20 0,6 2-7 15,0 0-1-15,0 0-12 0,0 0-4 0,0 0-6 16,0 0-6-16,0 0-5 0,-9-1-1 0,9 1-3 16,0 0-7-16,0 0 6 0,0 0-7 0,0 0 0 15,0 0 3-15,0 0-3 0,0 0 0 0,0 0 0 0,0 0 1 0,0 0-2 16,0 0-4-16,0 0-3 0,0 0-5 16,0 0 0-16,0 0-6 0,0 0-1 0,0 0-3 0,-5-2-4 15,5 2 1-15,0 0-4 0,0 0-3 0,0 0 0 16,0 0-1-16,0 0-4 0,0 0 1 0,0 0 2 15,0 0 1-15,0 0-1 0,0 0-2 0,0 0-2 16,0 0-2-16,0 0 1 0,0 0 0 0,0 0-1 0,0 0-2 0,0 0 7 16,0 0-5-16,0 0-1 0,0 0-1 0,0 0-1 15,0 0 3-15,0 0 1 0,0 0-3 16,0 0 1-16,0 0-3 0,0 0 0 0,0 0-1 16,0 0 5-16,0 0 0 0,0 0-2 0,0 0 3 0,0 0-1 15,28 1 6-15,3-4-4 0,2 0-3 0,6-2 4 16,19-2-1-1,7 0 2-15,28 0-5 0,-2-3 15 0,-24 8 1 16,-1-3-1-16,-1-1-1 0,2 4 0 0,-7 0-5 16,-7 0 3-16,-13 2-3 0,-2 0-3 0,-2 0-6 15,-5 0-12-15,-10 0-14 0,-3 1-22 0,-5 0-25 16,-3-1-25-16,-2 0-13 0,-8 0-2 0,7 2-7 16,-7-2-11-16,0 0-10 0,0 0-17 0,-20 1-144 15,6 0-323-15,-6-1 143 0</inkml:trace>
  <inkml:trace contextRef="#ctx0" brushRef="#br0" timeOffset="37191.54">22502 5022 279 0,'-4'-9'301'0,"0"0"-9"15,3 2-11-15,-3 1 0 0,2 1-6 0,-1 0-19 16,2 0-34-16,0 0-14 0,1 5-26 16,-5-3-25-16,5-2-18 0,0 5-33 0,0 0-43 15,0 0-8-15,0 0-6 0,-9 15-8 0,6-2-2 0,-1 3-5 0,0 2-6 16,0 11 0-16,3-1-6 0,-1-1 2 0,2 5-4 16,1-1 2-16,1-1-2 0,2 0-12 0,0 1-19 15,1-2-22-15,1 3-25 0,2-7-43 0,1 1-48 16,0-10-66-16,-5 0-263 0,1-7-518 0,4-1 230 15</inkml:trace>
  <inkml:trace contextRef="#ctx0" brushRef="#br0" timeOffset="38031.4">23265 4697 150 0,'0'0'203'0,"0"0"-17"0,0 0-12 0,0 0-17 0,0 0-17 16,0 0-10-16,-3-4-17 0,3 4-11 0,0 0-10 16,0 0-11-16,22 2-11 0,-9-1-5 0,1 0-8 15,6 0-4-15,0 1-4 0,1 1-8 0,6 0-4 16,-4 1-6-16,3 3 0 0,-5-2-2 0,5 4-6 15,-8-1 0-15,-3-1-5 0,2 1 2 0,-4 1-12 16,-4 2-3 0,1-1-3-16,-4 3 2 0,-3-1-4 0,-3 5 0 15,-5 3-1-15,-1-2-3 0,-9 3 4 0,-2 0-1 16,-3-2-3-16,5-4 5 0,-6 2-2 0,-2-3 3 0,4-1 4 16,4-2-6-16,-6-1 0 0,7 0 2 0,-5-2-4 15,6 3 2-15,3-5-1 0,1 0 1 16,1 0-5-16,3-2 2 0,0-1 3 0,2 1-2 15,0 1 5-15,2 0 5 0,3-3-3 0,2 2 4 0,4 2 3 0,1-3-1 16,4 4 1-16,4-3-2 0,2 1 1 0,-2 0-3 16,5 4-2-16,-4-3-2 0,2 0 1 0,1 2-2 15,-3 0 2-15,-1 3-2 0,-1-3 0 0,2 0 2 16,-3 3-8-16,-7-3 7 0,1 2-4 0,-2 1-2 16,-1-3 1-16,-3 3 3 0,-2 2 1 0,-2-4 8 15,-6 0-2-15,0 2 6 0,-4 3 1 0,-5-2 3 0,-2-3-2 0,-6 4 2 16,-1-3-5-16,-1-1 3 0,7-1-2 0,-8 0 1 15,5-4-2-15,-1 1-2 0,5-2 1 0,-3 1-3 16,2-2 2-16,2 3-3 0,4-4 1 0,2-1 2 16,4 2 1-16,-2 0 1 0,4 0-10 0,0-1-11 15,5-1-15-15,-8 0-8 0,8 0-31 0,0 0-54 16,0 0-47-16,0 0-189 16,18-13-379-16,-6 8 169 0</inkml:trace>
  <inkml:trace contextRef="#ctx0" brushRef="#br0" timeOffset="38632.61">23846 4900 85 0,'4'-4'202'0,"1"0"-22"16,-1 1-17-16,8 0-16 0,-2 1-14 0,-1 2-15 0,4-2-11 0,2 4-12 16,2 0-6-16,2 2-14 0,-1 2-5 0,1 2-9 15,1 1-8-15,-2 3-9 0,-3 0 1 0,2 2-2 16,-7 2-5-16,-1 1-1 0,1-1-4 15,-6 2-3-15,1 1-6 0,-5 5-1 0,-2-3-1 0,-5-1 9 16,-3 3-11-16,-4 4 3 0,-1-7-1 0,-4 2-2 16,-1-3 1-16,1-1 2 0,4-4 4 15,0-2 6-15,-1 2 2 0,1-4 3 0,2 0 4 16,2-3-1-16,-1 0 3 0,3-3 0 0,3 1 8 16,-3-1 16-16,5-2 23 0,0 0 29 0,4-2 33 0,-9 3 19 15,9-3-5 1,0 0-20-16,0 0-18 0,4-17-14 0,4 6-13 15,6-5-8-15,5-3-5 0,1-2-11 0,1-1-7 16,2-1-20-16,1-1 1 0,-1 2-10 0,0-4-8 0,-1 4-6 16,2-1-2-16,-3 3 8 0,-6 1-15 0,0 6-10 15,-3 0 7-15,-2 3 3 0,-5 3-6 0,0 1 1 16,-1 1-8-16,1 0 10 0,-1 0-23 0,0 3-18 16,-3-1-26-16,2 3-28 0,-3 0-1 0,0 0 5 0,0 0 10 15,-8 17 6-15,2-10 4 0,2 5 6 0,-1 4 4 16,-2 0 10-16,0 2-3 0,3-1 4 0,3 1 4 15,1-1 3-15,0 0 2 0,5 2 7 0,2-2 4 16,2 0 3-16,5-2 0 0,9 2-12 0,4-3-35 16,1-6-54-16,3 0-86 0,2-4-89 0,-3-4-197 15,0-3-522-15,-2-1 231 0</inkml:trace>
  <inkml:trace contextRef="#ctx0" brushRef="#br0" timeOffset="39334.56">24328 4507 19 0,'8'-2'177'15,"-1"-1"-14"-15,0 2-19 0,-1 1-15 0,2 0-10 0,-8 0-14 16,13 1-11-16,-8 2-11 0,0-1-10 0,1 3-7 16,-2 1 2-16,0 0-6 0,-2 5 0 0,0 0-12 0,-4 0 4 15,2 5-6-15,-3 1-5 0,-3 0 0 0,-2 0 4 16,3-1-4-16,-4 1-1 0,2-3-2 0,0-1-4 15,0-2-2-15,2-1-6 0,0-1 3 0,0-2-6 16,1 0-5-16,0-1 0 0,-1-1-3 0,5-1 4 16,-1-1 24-16,-2 1 13 0,1-1 10 0,2-3 9 15,-2 4 9-15,2-4 6 0,-1 4 5 0,1-4 5 0,0 0 2 0,0 0 10 16,-1 5-10-16,1-5-1 0,0 0-9 0,0 0-1 16,4 2 4-16,-4-2-2 0,0 0-15 0,0 0-1 15,19-5-6-15,-8 3-10 0,11-2-10 0,-3-1-7 16,13-1-4-16,1 0-2 0,4 0-6 0,3 0-1 15,-2 0-8-15,3 1 1 0,-2-1 0 0,-4 2-1 16,-3 0-7-16,-2 1 4 16,-10 1-9-16,-6 1 1 0,-1 0-9 0,-3 0 4 15,-2 1 3-15,-1-4 0 0,0 4 1 0,-7 0 6 16,9-2-3-16,-9 2-4 0,6 0-7 0,-6 0 13 16,5-1-15-16,-5 1-14 0,0 0-18 15,7 0-30-15,-7 0-23 0,0 0-24 0,0 0-13 0,0 0-29 16,0 0-41-16,0 0-25 0,-9 10-49 0,8-6-246 15,-2-1-551-15,3-3 244 0</inkml:trace>
  <inkml:trace contextRef="#ctx0" brushRef="#br0" timeOffset="41703.08">25219 5221 68 0,'0'0'148'0,"0"0"-4"15,0 0-18-15,-3 3-10 0,3-3-14 0,0 0-1 0,0 0-15 16,0 0 7-16,0 0-9 0,0 0 7 0,0 0-5 15,0 0-2 1,0 0-12-16,0 0-11 0,19-8 3 0,-6 3-14 16,4 1 0-16,2-1-7 0,8-3-5 0,0-2-1 15,3 0-3-15,2 0-10 0,5-1 1 0,9-6-5 16,-7 5 5-16,13-5-5 0,-3 0-9 0,-1-3 16 16,-15 6-3-16,-1-3 4 0,1 1-3 0,-2 0 1 15,-3 0 4-15,-1-1 1 0,-1 0 3 0,-6 1 6 16,-3 0 1-16,-3 4 6 0,-2 1 5 0,-4 0 2 0,-3 2 2 0,1 0 0 15,-3 0-2-15,-1 0 0 0,-2 0-9 0,-3 1-7 16,-1 0-5-16,-5 2-3 0,-5 3-6 0,-8-1-3 16,-6 3-2-16,-2 2-3 0,-5-1-4 0,-2 4 4 15,0 0-8-15,-1 6-2 0,1 2 1 0,-13 4-4 16,0 2-1-16,5 5 0 0,13-3 0 0,-11 7-5 16,13-4 4-16,1 1-2 0,2 0-2 0,4 2 0 0,4-1 3 0,8-8 8 15,0 0 6-15,6 7 4 0,3-5-1 0,3-1 6 16,9-1 7-16,6 2 0 0,5-2-1 15,11-5 0-15,3 0-4 0,18 0 2 0,2-8 0 16,5 1-5-16,3-2-2 0,-3-1-4 0,0-2 1 0,-9 0-4 16,-10 0-2-16,-9-2 1 0,-1-1-5 0,-11 1 4 15,-3 1-4 1,-7 4 3-16,0-5-6 0,-3 2-8 0,0 0-6 16,-3-1-5-16,-4 1-3 0,0 0-16 0,4-2-20 15,-4 2-18-15,0 0-23 0,-22-2-36 0,10 2-44 0,1 0-38 16,3-2-198-16,8 2-444 0,-13-5 196 15</inkml:trace>
  <inkml:trace contextRef="#ctx0" brushRef="#br0" timeOffset="42589.61">26164 4379 79 0,'0'0'154'0,"0"0"-5"16,0 0 4-16,0 0-4 0,0 0-6 0,0 0-3 0,0 0-7 15,-4-3-6-15,4 3-3 0,0 0-9 0,0 0-4 0,0 0-9 16,0 0-13-16,0 0-5 0,0 0-10 0,0 0-10 16,0 0-5-16,17-1-6 0,-5 1-7 0,-1 1-4 15,8 1-2-15,-6-2-4 0,6 3-10 0,4-1 1 16,-2 1-3-16,-1 0-3 0,-2 1-6 0,1 1 2 16,2-3-4-16,-5 3-4 0,2 2 5 0,-4 1-9 15,-4-3-4-15,2 2-4 0,-7 1-4 0,5-2-3 16,-5 4 1-16,-5 0 0 0,0-1 0 0,-4 3 1 15,-2 1 1-15,-4 3 5 16,-2-3 1-16,-3 0-2 0,2-2 1 0,-3 1 1 16,3-2 1-16,-2 0 1 0,0-2 1 0,4 0-3 15,1-2 1-15,2-2-1 0,3 2-4 0,0-3 4 16,1 2-2-16,0-2 4 0,0-1 1 0,2 1 0 16,2 1 1-16,0-4 3 0,5 5 6 0,1 0 1 15,5-1-3-15,0-1 3 0,7 2-2 16,-3 3-2-16,2-4-1 0,0 4 1 0,2-1-7 0,1 0 4 0,-3 2-3 0,-1-1 0 15,-3-1 0-15,0 0 0 0,-3 1-6 0,-1-1 1 16,0 0 0-16,-5-1-6 0,1 3-1 0,-2-4 5 16,-5 3 3-16,0-2 7 0,-4 0 1 0,-5 0-3 15,0 2 3-15,-5-3 0 0,-2 1-1 0,-2 1-1 16,-2-4-1-16,2 2 1 0,-8 0 0 0,6-3 1 16,2 0-3-1,-2-1 2-15,0-1 4 0,-1 0-6 0,6-1 2 16,2 1 1-16,2 0-1 0,3-2 0 0,1 2-7 15,1-2-23-15,3-1-26 0,-1 1-30 0,6 2-27 16,-6-2-34-16,6-1-28 0,0 3-160 0,0 0-356 0,4-10 159 16</inkml:trace>
  <inkml:trace contextRef="#ctx0" brushRef="#br0" timeOffset="43387.67">26784 4471 20 0,'10'2'151'0,"-2"-2"-21"15,2 2-9-15,-2 1-15 0,1 2-7 0,1 3-17 16,-1 1 0-16,-3 2-2 0,2-1-8 0,-3 2-6 16,0 5-11-16,-5 0 1 0,0-2-3 0,0 4-4 15,-5-1 1-15,1-2 1 0,-6 8-1 0,-3-5 0 0,-1 3-1 16,-6-2-1-16,1-3 4 0,5-2 0 0,-4-4 4 0,4 1 4 15,-3 1-1-15,2-5 2 0,3 0-2 0,2-3-2 16,2 2 0-16,2-4 3 0,2-1 6 0,-1 1 25 16,1 1 22-16,0-2 23 0,4-2 14 0,-4 3 8 15,4-3 4 1,0 0-11-16,0 0-25 0,12-14-4 0,3 2-9 0,-2 0-10 16,5-3 7-16,4-2-34 0,0-3-6 15,2-1-11-15,1-1-14 0,-2 0-8 0,0-4-6 0,0 2 0 16,-1 0-14-16,-2 2 6 0,-3 0-15 15,1 0 11-15,-5 8-9 0,-2 1-13 0,1 1 11 0,-7 1 5 16,1 3 16-16,-2 1 10 0,1 0-9 0,-2 4 14 16,-1-1-20-16,1 1-11 0,-2-1-2 0,2 1-21 15,-3 3-22-15,0 0-19 0,0 0-3 0,0 0 6 16,-8 10 6-16,3-2-1 0,-5 7 4 0,-2 0 5 0,-3 9 3 0,1 0 4 16,0-2 1-16,2 3 3 0,6-6 2 0,-2 3 5 15,-1-3 4-15,9 0 8 0,-1-1 4 16,5 1 5-16,1-2 7 0,5-1 8 0,2 0 8 15,4-4 9-15,7 1 12 0,8-3-4 0,-1-1-5 16,6-3 3-16,0-2 4 0,1-1-6 0,-2-1 3 0,-2-2 6 16,-2 0-14-1,-5-4 3-15,-6 4 13 0,-8-1 4 0,2-1 6 16,-6 2-1-16,-3 0 0 0,4-2 9 0,-4 2 4 16,-5 0-7-16,9 0-11 0,-9 0 6 0,9 0-10 15,-9 0-5-15,0 0-8 0,0 0-14 0,8-2-8 16,-8 2-11-16,0 0-14 0,4 2-12 0,-4-2-23 15,0 0-15-15,0 0-10 0,0 0-11 0,0 0-3 16,0 0-1-16,0 0 9 0,6 2-2 0,-6-2-6 16,0 0-4-16,0 0-11 0,0 0-16 0,0 0-20 0,0 0-25 15,0 0-7-15,0 0-33 0,3 3-42 0,-3-3-41 16,-3 6-222-16,3-6-544 0,0 0 241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4-25T06:22:42.54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2343 7461 1 0,'-9'0'118'0,"0"0"-4"0,-5 0-1 0,5 0 5 0,1-3-1 15,-3 6 1 1,2-3-9-16,1 0-14 0,1 0-10 0,7 0-7 16,-16 0-9-16,10 0 2 0,-3 0-11 0,9 0 2 15,-13-3-5-15,7 6-10 0,6-3 4 0,-12 0-7 16,12 0-3-16,-9-3-6 0,3 3-3 0,6 0-6 16,0 0 1-16,-9 0-5 0,9 0-1 0,0 0-3 15,-6 0 1-15,6 0 3 0,0 0 1 0,-8 0 1 0,8 0-3 16,0 0 11-16,0 0 3 0,0 0 2 0,0 0 3 0,0 0 3 15,0 0-5-15,0 0 4 0,0 0-2 0,0 0 5 16,0 0 0-16,0 0 0 0,-9 0 1 0,9 0 1 16,0 0 5-16,0 0 2 0,0 0-2 0,0 0-1 15,0 0 7-15,0 0-5 0,0 0-1 0,0 0-5 16,0 0-5-16,0 0-3 0,0 0-4 0,0 0-3 16,0 0-5-16,0 0-2 0,0 0 1 0,0 0-2 0,0 0-9 0,0 0-1 15,0 0 1-15,0 0-2 0,0 0-2 0,0 0-1 16,0 0 1-16,0 0-2 0,0 0-4 0,0 0 2 15,0 0 0-15,0 0-1 0,0 0-3 0,0 0 2 16,0 0-2-16,0 0 1 0,0 0-1 0,0 0-3 16,0 0 1-16,0 0 4 0,0 0-5 0,0 0 0 15,0 0 3-15,0 0 1 16,0 0-5-16,0 0-2 0,17 3 3 0,-6-3 1 16,11-3 1-16,11 3 1 0,4-3 0 0,22 1-2 15,0-2 0-15,5 0 1 0,-2 1-2 0,-3 2 0 16,0-1-1-16,-7-1 4 0,-12 2 1 0,-6 1-4 15,2-2 4-15,-6 2-4 0,-5-1 0 0,-7 1 3 16,-4 0-3-16,-4-3-1 0,-1 3 1 0,-3 0-2 16,0 0 3-16,0 0 1 0,-6 0-7 0,0 0-4 0,9 0-10 0,-9 0-17 15,0 0-11-15,0 0-13 0,0 0-17 0,-22 6-21 16,8-4-22-16,-2 3-16 0,-4-2-25 0,0 1-26 16,2-1-194-16,-1-1-412 0,1 0 182 0</inkml:trace>
  <inkml:trace contextRef="#ctx0" brushRef="#br0" timeOffset="401">2499 7465 97 0,'0'0'346'15,"-3"-4"-5"-15,3 4-10 0,-1-3-19 0,1 3-22 0,0 0-26 16,0 0-24-16,-2-3-24 0,2 3-32 0,0 0-13 16,0 0-26-16,0 0-34 0,0 0-40 0,0 0-27 15,0 0-9-15,-6 10-2 0,6-1-6 0,0 1-5 16,-1 2 0-16,0 6-3 0,1 8-2 0,0-6-1 16,-1 6 0-1,-1 2-3-15,2-2-1 0,-2 2 2 0,-1-3 0 16,2-3-5-16,0-5-3 0,-2 3 6 0,3-4-5 15,-1-3-1-15,0-1 2 0,1-3-3 0,-2-1-1 16,2-3 0-16,0 1 0 0,0 0 5 0,0-2 1 16,-1 0 10-16,1-4 11 0,1 5 10 0,-1-5 16 15,-1 4 17-15,1-4 3 0,-1 4 7 0,1-4 0 16,0 0 4-16,0 0-3 0,0 5-13 0,0-5 2 0,0 0-9 0,0 0-2 16,0 0-10-16,0 0-6 0,0 0-6 15,0 0-7-15,0 0-33 0,0 0-24 0,0 0-46 16,0 0-42-16,0 0-47 0,0 0-62 0,0 0-72 0,-2 4-330 15,2-4-672-15,0 0 298 0</inkml:trace>
  <inkml:trace contextRef="#ctx0" brushRef="#br0" timeOffset="1503.16">2622 7377 92 0,'-13'4'92'0,"0"-2"-8"0,-6 4-11 0,-4 1-7 0,0 5-8 15,-2 3-4-15,3-1-9 16,1 3-4-16,1 1-1 0,1 0-3 16,5-1-7-16,-2 5 4 0,1 2-12 0,3 2 6 0,7-9 6 15,0 2 6-15,5-2 11 0,0 1-14 0,4-3 0 16,5 1 1-16,-1-7-4 0,3 3 4 0,6-6 9 16,3-2 2-16,2-1 7 0,5-7 3 0,1 0 8 15,1-7 10-15,-2 1 7 0,-3-5 19 0,1 0 3 16,-3-5 9-16,-3 1 3 0,-2 1-10 0,-3-4-6 15,-3 2-9-15,-4 3-3 0,-3-2-3 0,1 0-1 16,-3 2 5-16,-4 5-12 0,-2-3-12 0,-1 3-6 16,-2 3-13-16,-10 1-7 0,-2 1-10 0,-3 2-3 15,-3 3-1-15,-6 7-9 0,-4 3-2 0,2 1-1 0,0 3-3 16,-1 7-1-16,2 3-3 0,2-1-5 0,7 4-23 0,-4 2-13 16,8 2-15-16,4 0-14 0,5 0-11 0,3-2 2 15,8 2 5-15,12-7 12 0,-1-8 5 0,13 2 6 16,7-5 6-16,4-2-1 0,19-9-7 0,1-5 8 15,-2-7 2-15,-3 0 3 0,-13-1 5 0,-2-3 3 16,-5-1 4-16,-6-1 13 0,-3-3 15 0,-3 4 8 16,-7 2 2-16,-6-1 2 0,-2-1-1 0,-4 0-6 0,-5 2-10 0,-7 1-7 15,-6 1-18-15,-6 0-26 0,-10 6-31 0,-2 0-33 16,-14 7-73-16,-5 0-138 0,14 5-349 0,-13 1 154 16</inkml:trace>
  <inkml:trace contextRef="#ctx0" brushRef="#br1" timeOffset="11311.64">3482 7425 153 0,'0'0'170'0,"0"0"-6"0,0 0-18 0,0 0-11 0,0 0-16 0,0 0-10 16,0 0-11-16,0 0-13 0,0 0-6 0,0 0-7 15,0 0-3-15,0 0-2 0,0 0 2 0,0 0 3 16,0 0-2-16,0 0 1 0,0 0-1 0,0 0 3 15,0 0-3-15,0 0-6 0,0 0-3 0,0 0-7 16,0 0-4-16,0 0-4 0,0 0-3 0,0 0-8 16,0 0-4-16,0 0-3 0,0 0 0 0,0 0-5 0,0 0-2 0,0 0-3 15,0 0-1-15,0 0 0 0,0 0-4 0,0 0 4 16,0 0 0-16,0 0 0 0,0 0-1 0,0 0 1 16,0 0-3-16,0 0 1 0,0 0-3 0,0 0 0 15,0 0 0-15,0 0-2 0,0 0-3 0,0 0 0 16,0 0-4-16,0 0 3 0,18 2-1 0,1-2 1 15,11 0-3-15,9 2 0 16,17-2 5-16,4 4-6 0,6-2-2 0,29 3 1 16,-31-1 1-16,28 1-1 0,-32-4 1 15,0 2-2-15,-2-2 1 0,-5 3-3 0,-17-4 3 0,1 3 2 16,-5-3-2-16,-10 0-2 0,-3 0 5 0,-2 0-2 16,-6 0 0-16,-3 2 3 0,-1-2-4 0,1 0 7 15,-3 0-2-15,-5 0-4 0,0 0-4 0,0 0 1 16,0 0-18-16,0 0-9 0,-22-5-7 0,12 2-13 0,-4 3-15 0,2 1-25 15,-3-1-27-15,2-1-25 0,-1 2-35 0,-2-1-166 16,2 0-370-16,1 0 165 0</inkml:trace>
  <inkml:trace contextRef="#ctx0" brushRef="#br1" timeOffset="11781.83">3983 7441 7 0,'0'0'313'0,"0"0"-9"15,0 0 1-15,0 0-2 0,-2-4-9 0,2 4-4 16,0 0-11-16,-1-4-18 0,1 4-21 0,0 0-22 15,0 0-20-15,0 0-21 0,0 0-16 0,0 0-21 16,0 0-18-16,0 0-19 0,0 0-39 0,0 0-39 16,0 0-40-16,0 0-12 0,0 0 1 0,1 16 2 0,-3-4 5 0,0 9-3 15,-1 7 0-15,-1 2 3 0,2 2 5 0,2 2 1 16,-1-1 3-16,1 2 2 0,0-2-4 0,1 1 5 16,1-4 0-16,-1-1 8 0,2-5-7 0,-1-3 4 15,-2-4-3-15,0 0 0 0,0-4 0 16,0-2 2-16,1-3 4 0,-1-1 0 0,2 0 0 0,-2-3 9 15,0 1 24-15,2-1 19 16,-2 0 6-16,0-4 4 0,0 4 7 16,0-4 6-16,2 4 0 0,-2-4-3 0,0 0-2 15,0 0-6-15,0 0-7 0,0 0 7 0,0 4-48 0,0-4 31 16,0 0-2-16,0 0-13 0,0 0-2 0,0 0-10 16,0 0 0-16,0 0-18 0,0 0-24 0,0 0-28 15,0 0-22-15,0 0-30 0,0 0-34 16,0 0-31-16,0 0-41 0,-3 3-47 0,3-3-79 0,0 0-200 0,0 0-576 15,0 0 255-15</inkml:trace>
  <inkml:trace contextRef="#ctx0" brushRef="#br1" timeOffset="12615.07">4031 7370 11 0,'-18'-3'170'0,"0"-3"-16"0,-5 5-16 16,2-2-17-16,-7 7-10 0,1 4-9 0,0 0-17 16,1 4-6-16,1 2-8 0,-1 5-13 0,3 0-6 15,2 1-3-15,2 3-5 0,3 0 0 0,3 6-7 16,4-7 5-16,4-1-3 0,5 4 6 0,4 0-5 15,0-7-3-15,5 0-2 0,1-1 4 0,9 4-4 16,4-6 3-16,4-1-5 0,-1-5 9 0,4-5 0 0,1-3 3 16,3-1-5-16,-1-2 2 0,-2-7 6 0,-3-1 5 0,-3-3-2 15,-1 1 0-15,-8-2-1 0,2-7-6 0,-1 1 0 16,-8-4-9-16,1-1-3 0,-5 1-8 16,-2-3 3-16,-6 2 0 0,-2 5-6 0,-5-6-6 15,-4 5 0-15,0 5-2 0,-3 4 2 0,-6-1-9 0,-6 4 0 16,-1 4-3-16,-3 3-3 0,-1 6 2 0,-1 4 10 0,-3 6-3 15,-8 6-1-15,3 5-5 0,4 4 2 0,1 4 1 16,3 3 2-16,16-5-1 0,2 1-9 0,6 2-2 16,7-2 1-16,8 2 0 0,7-4 1 0,10-2 4 0,7-7 0 15,17 4-3-15,3-5 3 0,5-10-5 16,2-4 3 0,1-6 0-16,0-8 0 0,-5-3 0 0,-1-2 0 15,-18-2 3-15,4-3 11 0,-6-1 1 0,-5-4 5 0,-4-9-2 16,5-8 0-16,-11 8-3 0,-4 0-3 0,-1-2 3 15,-7-1 7-15,-3 1 12 0,-6 2-1 0,-4 5-2 16,-5 1-1-16,-2 6-6 0,2 6-2 16,-3 1-1-16,-8 1-7 0,-1 6-4 0,-2 5-3 0,-3 2-1 15,4 4 0-15,-1 4-2 0,-5 5 2 0,5 3-2 16,1 5-1-16,2 3-17 0,3 1-22 0,4 0-15 0,10 1-9 0,5 0 8 16,8-8 9-16,5-1 3 0,9 0 2 0,6-4 4 15,8-3-6-15,1-7-1 0,2-4-6 0,-1-1-3 16,1-7 1-16,-3-1-2 0,-4-4 5 0,-5-2-4 15,0 1 8-15,-11-3 2 0,-5-2 12 0,-3 1 8 16,-4-1 15-16,-4 2 10 0,-3 1 2 0,-6 1 3 16,-9-2 1-16,-2 2-8 15,-4 3 0-15,-3 5-1 0,-5 0-1 16,-4 4-1-16,-12 3-24 0,-3 5-45 0,-1 2-72 16,1 2-174-16,0 2-341 0,4 1 152 0</inkml:trace>
  <inkml:trace contextRef="#ctx0" brushRef="#br1" timeOffset="25346.08">2384 8606 108 0,'0'0'114'0,"0"0"-18"0,0 0 11 15,0 0 0-15,0 0-22 0,0 0 15 0,0 0-13 16,0 0-6-16,0 0 3 0,-6-3-3 0,6 3-9 16,0 0-6-16,0 0-4 0,0 0-1 0,0 0-8 15,0 0-5-15,0 0-2 0,0 0-5 0,0 0-8 0,0 0 17 0,0 0-13 16,0 0 2-16,0 0 2 0,0 0-3 0,0 0 8 15,0 0-3-15,0 0-5 0,0 0 7 0,0 0 0 16,0 0-2-16,0 0-2 0,0 0-1 0,0 0 0 16,0 0-4-16,0 0-3 0,0 0-5 0,0 0 0 15,0 0-8-15,0 0 0 0,0 0 1 0,0 0-5 16,0 0 1-16,0 0-3 16,0 0-3-16,0 0 0 0,0 0-2 0,0 0 0 15,0 0 1-15,0 0-5 0,0 0 3 0,0 0-3 16,0 0 2-16,0 0-4 0,0 0-1 0,0 0 2 15,0 0-4-15,0 0 6 0,0 0-10 0,0 0 8 16,0 0 0-16,0 0-2 0,0 0 0 0,0 0-3 16,0 0 2-16,20-2 1 0,-2 2 18 0,2-3-4 15,11-1-3-15,20 2 0 0,4 0-3 0,8-3 0 0,27 4-1 0,-26-3-3 16,28 0 5-16,-27 2-8 0,1-1 0 0,-4 0-6 16,0 0 0-16,-5 2 0 0,-6-1-1 15,-15 1 2-15,1 0-1 0,-4 1 0 0,-3 0 0 0,-9 1-4 16,-2-1-7-16,-7 0-6 0,2 0-9 0,-5 0-4 15,-1 0-12-15,-3 1-3 0,0-1-5 0,0 1 1 16,-5-1 1-16,3 2 4 0,-3-2-2 0,-8 6-20 0,-1-3-13 16,1-3-19-16,-1 2-19 0,-1 2-25 0,0-2-118 15,-2 2-285-15,1-1 127 0</inkml:trace>
  <inkml:trace contextRef="#ctx0" brushRef="#br1" timeOffset="25831.78">2970 8586 90 0,'0'0'281'0,"3"-7"-3"0,-3 2-14 0,0 2-1 15,0 3 1-15,0-7-9 0,0 7-9 0,1-4-17 16,-1 4-19-16,2-3-23 0,-2 3-22 0,2-4-26 15,-2 4-11-15,0 0-18 0,0 0-36 0,0 0-43 16,0 0-34-16,0 0-3 0,0 10-1 0,0 2-2 0,1 6 2 16,2 7 2-16,-3 6 0 0,1 2-3 15,2-1 1-15,-3 3 3 0,1 1 3 0,5-3-3 0,-3 2 1 0,2-2 2 16,-1-1-2-16,1-3 3 0,-1-6-2 0,-3-5 4 16,3-1-1-16,1-1-2 0,-1-6-1 0,-3-2 4 15,-1-1 2-15,3 0-1 0,-2-4 3 0,-1 2 7 16,0-1 21-16,0-4 9 0,3 4 9 0,-3-4 2 15,0 4 0-15,0-4-6 0,0 4-1 0,0-4-3 16,0 0-6-16,0 0-27 16,0 0-23-16,1 4-36 0,-1-4-44 0,0 0-46 15,0 0-67-15,0 5-63 0,0-5-204 0,0 0-511 16,0 0 226-16</inkml:trace>
  <inkml:trace contextRef="#ctx0" brushRef="#br1" timeOffset="27567">3461 8748 120 0,'0'0'199'0,"0"0"-37"0,3-2-3 15,-3 2-25-15,0 0-21 0,0 0-12 0,0 0-17 0,0 0-6 16,4 13-8-16,-3-7-9 0,-1 5 7 0,4-1-18 16,-3 1-8-16,3 3 3 0,2 3-8 15,-2-3-1-15,4 1-8 0,-2-1 8 0,0-4-9 16,1 0 1-16,-2 0-5 0,3-2-4 0,-3-2 6 0,0 1-7 15,0-3-1-15,-1 0 5 0,1-2 0 0,-1-2 13 0,1 0 6 16,5-1 5-16,0-2 3 0,1-3 5 0,0-1 13 16,1-2-4-16,-1-3 4 0,0 0-5 0,1 1 21 15,-2-3-2-15,-1 5 6 0,-4-1 0 0,3 0 1 0,-3 1 5 16,0 1-6-16,-1-1-6 0,1 4-3 16,-1 2-4-16,-1-2-9 0,-2 1-8 0,1 1-7 15,-2 3-5-15,3-4-12 16,-3 4-18-16,3-3-24 0,-3 3-27 0,0 0-34 15,0 0-12-15,0 0 7 0,0 0 6 0,6 12 6 0,-6 0 0 0,1 4 3 16,2 0 3-16,-2 8 2 0,0 1 7 0,0 1 3 16,1-1 1-16,-2 1 4 0,4 3 3 0,-4-2 5 15,1 1 7-15,-1-1-4 0,4 2 7 0,-4-3 1 16,-2 0-3-16,0-6 2 0,1-3-3 0,-1 0-3 16,0-5 1-16,-2 0 8 0,0-1 1 0,-1 0 2 15,0-3 4-15,-4 0 6 0,0-2 5 0,-5-1 2 16,-3 1 7-16,2-2 2 0,2-2 7 0,-2 0 14 15,2-2 6-15,3 0 4 0,-3 0 3 0,3-3 1 16,0 1-5-16,2-2-1 0,0-1 6 0,2-3-6 16,1 0-1-16,-1-3-12 0,4-2-19 0,4 0-9 15,5-4-10-15,3 0-2 0,7-3-3 0,3-1-16 0,5 1-16 16,0-1-13-16,2 0-3 0,1 3-9 0,-2-2-1 16,2 2 3-16,-1-2 3 0,-2 0 8 0,2-1 4 0,-3 1 9 15,-3 1 11-15,2 0 9 0,-4 0 19 0,-2-1 17 16,-3 5 19-16,-3-2 20 0,4-5 21 0,-4 6 16 15,-1 0 11-15,-1 0 16 0,-2-1 10 16,-1 3 2-16,0-1 7 16,0-2 3-16,-2 5-1 0,-1 0 3 0,-1 2-2 15,0-2-8-15,0 2-4 0,-1 1-1 0,-1 2-6 16,3 0-18-16,-3 1-10 0,1 2-8 0,-1 0-8 16,2 0-10-16,-2 4-12 0,1-4-19 0,-1 4-28 15,0 0-33-15,1-5-42 0,-1 5-36 0,0 0 10 16,0 0 6-16,-1 19 8 0,1-3 9 0,-1 13 9 15,-2 3 3-15,-1 13 15 0,-4 2-4 0,3 2 6 0,-2 1 6 0,3-3 2 16,-4 3 4-16,3-4 2 0,2 0 4 0,2-12 9 16,0 2 1-16,2-6 2 0,-2 2 0 0,1-6 4 15,0-5 2-15,0-3-1 0,0-2 0 0,-1-3 1 16,2-1 6-16,-1-5-3 0,0 2 6 0,-1-4 2 16,1-2 5-16,0 2 6 0,-3-1 15 0,3-4 13 15,-1 5 8-15,1-5 8 16,0 3 2-16,0-3 2 0,0 0-3 0,0 0-4 15,0 0-19-15,0 0-40 0,0 0-37 0,-6-13-52 16,0 6-65-16,5-4-67 0,-3 2-255 0,0-3-523 16,0 0 232-16</inkml:trace>
  <inkml:trace contextRef="#ctx0" brushRef="#br1" timeOffset="27883.52">4007 8890 254 0,'0'0'250'0,"1"-4"-24"16,-1 4-24-16,3-4-25 0,-3 4-19 0,0 0-18 0,4-2-13 15,-4 2-14-15,12 4-12 0,-3 0-11 0,1 0-11 0,7 2-9 16,-3 4-3-16,4-3-10 0,-1 4-6 0,-1-1-2 16,-3 3-8-16,4-1-7 0,-3 0-6 0,-3 0 0 15,-2-3-5-15,-1 0-6 0,-2 1-7 0,-2-1-3 16,-2 0 0-16,0 1-4 0,-2 0-3 0,-3-5 4 15,-2 3 2-15,-5-1 0 0,0-2 3 0,-12 1-2 16,3-2 2-16,-9 3-2 16,-3-3 1-16,2-2 2 0,-3-2 1 0,2 0-2 15,7 0 0-15,4 0-1 0,5 0-1 0,0 0 1 16,2 0 5-16,2 0-6 0,0 0-3 0,5 2-9 16,-4-4-24-16,9 2-26 0,-10 0-39 0,10 0-50 15,-4-5-227-15,5 3-402 0,-1 2 179 0</inkml:trace>
  <inkml:trace contextRef="#ctx0" brushRef="#br1" timeOffset="28322.34">4284 9051 33 0,'0'0'206'0,"0"0"-3"16,0 0 2-16,0 0-16 0,0 0-17 0,0 0-18 0,0 0-16 0,0 0-12 0,18-7-15 15,-9 5-9-15,10-4-12 0,-1 1-10 16,4-1-5-16,4-3-9 0,-4 1-8 0,1-3-6 15,5-3-7-15,-2-3-2 0,-2 2-6 0,-1-4-4 0,-1 2-5 16,-2-4 1-16,-8 7 2 0,2-3 10 0,-4-1 8 16,-3 1 5-16,-1 0-1 0,-4 0-3 0,-2 1-7 15,-2 3 1-15,-1 1-12 0,-3 2-1 0,-2 1-6 0,1 1-7 16,-6 3-1-16,1 1-6 0,-4 4-4 0,-2 3 0 16,-1 2-2-16,-8 6-3 0,5 4-4 0,-2 2-3 15,2 6 5-15,1 2-4 0,2 5 1 0,2 1-2 16,4 0 2-16,5 0 3 0,2-1 2 0,6 1 3 15,9-4 2-15,4 2 1 0,8-3 1 0,9-4 3 16,13 5-4-16,8-8-29 16,4-3-61-16,5-8-108 0,-2-2-233 0,-6-5-456 15,2-7 202-15</inkml:trace>
  <inkml:trace contextRef="#ctx0" brushRef="#br1" timeOffset="30057.91">4943 8978 90 0,'0'0'151'0,"12"-3"-4"0,-7-1-12 16,4 4-14-16,1 0-16 0,3 0-10 0,10 0-8 15,6-1-18-15,3 0-16 0,3 2-22 0,3-2-24 16,-1 1-39-16,2-3-145 0,-4 2-191 0,-4-3 84 16</inkml:trace>
  <inkml:trace contextRef="#ctx0" brushRef="#br1" timeOffset="30612.55">5829 8743 53 0,'0'0'205'0,"0"0"-6"0,0-5-8 0,0 5-11 16,0 0-9-16,0-6-10 0,0 6-7 0,0 0-12 0,0-3-9 0,0 3-11 15,-3-5-9-15,3 5-10 0,0 0-6 0,-1-4-15 16,1 4-9-16,0-5-10 0,0 5-5 0,-5-3-7 16,5 3-11-16,-9-2-2 0,4 2-5 0,5 0-12 15,-18 4 6-15,5 1-6 0,0-2-3 0,-4 4-5 16,3 2-3-16,-2 0 0 0,3 2-1 0,0-1-3 15,0 4-2-15,0 1-3 16,3-1 2-16,1-1 3 0,1-1-5 0,-1 1 1 16,5 1 2-16,2-3-1 0,-1 1 3 0,3-2-4 15,3 0 4-15,-2 2 2 0,4-3-4 0,4-1 6 16,0 0 2-16,9-2-1 0,-4-1 6 0,6-2 3 16,1-2 6-16,-1-2 3 0,1 0 3 0,-1-3 1 15,2-1-3-15,-3 1 8 0,-1-4-1 0,-3-1 10 16,2-3-3-16,-3-1-1 0,-1 1 2 0,-2-3-2 0,-2 1 0 15,-4-1-11-15,-1 3-4 0,-1-5-10 0,-3 3-8 0,-3 2-12 16,-1 2-9-16,-1-2-11 0,-1 3-9 0,-3 1-9 16,-1 0-14-16,1 1-14 0,-4 2-21 0,4 1-29 15,0 1-25-15,-4 3-19 0,7-2-54 0,-6 2-175 16,7 0-421-16,5 0 187 0</inkml:trace>
  <inkml:trace contextRef="#ctx0" brushRef="#br1" timeOffset="31113.78">6087 8546 14 0,'0'0'129'0,"0"0"-16"0,9 4-8 0,-3-1-13 16,0 1-8-16,1 1-10 0,3 2-7 0,-2 3-13 16,2 0-1-16,2 2-2 0,-2 2-6 0,-1 3-7 15,1-2-5-15,-3 3-6 0,-1 2 5 0,-1-1-4 16,-4 1-6-16,-1-2-4 0,-1 5-1 0,-3-3 13 15,-1-3-4-15,-1 1 7 16,-3-2-2-16,-3 2-6 0,3-3 15 0,0-3-13 16,1-2 1-16,1-2-2 0,-1 1 0 0,4-3-11 15,1-2 10-15,-2 1-5 0,1-1 1 0,0 0-1 16,3 0 11-16,1-4 25 0,-3 2 8 0,3-2 2 16,1 7 15-16,5-4 8 0,4-3 2 0,3 2-5 15,7 0-8-15,2 0-4 0,7 1-9 0,-1-2-2 16,0 3-5-16,3-1 6 0,-3-3-7 0,-1 1 6 0,-5 3-14 15,-2-3-3-15,-1 0-1 0,-6 1-11 0,2-2 3 0,-6 2-4 16,-1-1-1-16,2-1 2 0,-6-1 3 0,-4 1-4 16,9 0-5-16,-5 3-13 0,-4-3-11 0,0 0-16 15,0 0-36-15,0 0-45 0,0 0-64 16,-17 3-62-16,-2-3-194 0,-10 0-446 0,2 0 198 0</inkml:trace>
  <inkml:trace contextRef="#ctx0" brushRef="#br1" timeOffset="32278.68">2691 9382 19 0,'0'0'180'0,"0"0"-7"16,0 0 4-1,0 0-1-15,-3-1-1 0,3 1-6 0,0 0-13 16,0 0-10-16,0 0-11 0,0 0-11 0,0 0-12 15,0 0-13-15,0 0-12 0,0 0-6 0,0 0-8 16,0 0-10-16,0 0-6 0,0 0-6 0,0 0-4 16,0 0-6-16,0 0-6 0,0 0-6 0,0 0 1 15,0 0-6-15,0 0-1 0,0 0-3 0,0 0-3 16,0 0-2-16,0 0 2 0,0 0-7 0,0 0 5 0,0 0-6 0,0 0-1 16,18 1 0-16,-12-1-4 0,3 0 1 0,0 3 1 15,2-3 0-15,6 0 1 0,-3 0-2 0,7 0 0 16,-2 0-3-16,12 0 1 0,-12 2 0 0,13-2-1 15,-3 1 5-15,-1-1-6 0,4 0 0 0,-1 1 2 16,4-1 0-16,0 0-1 0,1-1-2 0,1 1 1 16,4-1-1-16,10-1 6 0,3-1 1 0,-1 2-8 0,-3 0 4 0,5-1-5 15,1 2 1-15,1-1 3 0,0 1-4 0,-2 0-1 16,3 1 3-16,-2-1 0 0,-3 3 1 0,4-2-2 16,-5-1 4-16,1 3-4 0,0-3 4 0,-2 2 0 15,0 0-2-15,-11-1-3 0,16-1 3 0,-3 3 1 16,-1-2-2-16,4 2 1 0,-1-1-2 0,-4 0 4 15,2 2-5 1,-14-2 2-16,14 0-3 0,-15 0 6 0,13-2-4 16,-11 4 1-16,1-1 3 0,-3-1-3 0,13 1 2 0,-14 0-1 15,1-1-1-15,2-2 2 0,11 5-2 0,-14-3-2 16,4-1 4-16,13 0-2 0,-15-1 3 0,1 1-4 16,12-2 4-16,0 1 1 0,-13-1 2 15,16 1 2-15,-15 1 0 0,12-2 1 0,1 1 4 16,-14-1 1-16,14 2-2 0,-4-2 2 0,-9 1-2 0,14 0-1 0,-16 0 0 15,13 1 0-15,0 0-2 0,-10-2-1 0,11 1 0 16,2 0 0-16,-3 1-1 0,0 0 3 0,2-2-6 16,-14 2 4-16,16-1-2 0,-6-2 5 0,6 2 0 15,-17 1-2-15,15-2 3 0,-15 2-2 0,14-1-1 0,-13 0 3 16,1 3-1-16,-1-3 1 0,-1-2-3 16,0 2 0-16,-2 0 2 15,0 0 3-15,0 2-7 0,-3-4 2 0,0 4 1 16,-2-2 2-16,1 0-4 0,-1 0 2 0,-3 3-3 15,-8-3 4-15,0-3-2 0,-3 3-2 0,-2 3 3 16,-4-1 5-16,2-4 2 0,-5 2-2 0,0 2 2 0,-1-2 3 16,-1 0-5-16,0 2-3 0,-6-2 0 0,9 0 0 15,-9 0 0-15,8-2 1 0,-8 2-6 0,5 2-1 16,-5-2 6-16,0 0-6 0,0 0-1 0,0 0 1 0,0 0-1 16,0 0-2-16,0 0-1 0,9 1-1 0,-9-1-11 15,0 0-19-15,0 0-18 0,0 0-31 0,0 0-51 16,0 0-62-16,0 0-66 0,0 0-179 0,0 0-471 15,0 0 208-15</inkml:trace>
  <inkml:trace contextRef="#ctx0" brushRef="#br1" timeOffset="44927.8">9752 8860 18 0,'0'0'106'15,"0"0"-9"-15,0 0-19 0,0 0-13 0,4-3 5 16,-4 3-8-16,5 0 9 0,-5 0-22 0,0 0-3 0,4-5-13 16,-4 5 1-16,5-2-7 0,-5 2 24 15,1-4-13-15,-1 4 18 0,5-2 1 0,-5 2 14 0,4-4 9 16,-4 4 13-16,0-5 2 0,4 3-6 0,-4 2-2 16,3-2 0-16,-3 2 3 0,2-5 0 0,-2 5 1 15,0 0 3-15,4-5-3 0,-4 5-7 0,0 0 2 0,0 0-8 0,1-3 6 16,-1 3-14-16,0 0-7 0,3-3-6 0,-3 3-8 15,0 0-7-15,0 0-8 0,0 0-6 0,0 0-9 0,0 0-14 16,0 0-7-16,0 0-3 0,-17 10-2 0,8 0 0 16,-5 3-3-16,-8 8 4 0,-2 2-2 0,-2 3 0 15,-7 9 2-15,3 4-1 0,0-1-4 0,10-8 3 16,-2 11 3 0,4-7-1-16,4-3 0 0,0 1-1 0,2 2 6 15,2-1-2-15,4-1-1 0,3-3 3 0,2-1-10 16,4-4 3-16,1-5 1 0,8 4 5 0,-3-7-2 15,5 1 6-15,8-1-4 0,4-2 5 0,-1-1 3 16,4-3-4-16,1-5 2 0,-1 2 0 0,-2-4-1 16,-4-3 1-16,-4 0 1 0,2 0-1 15,-6-3 1-15,-1 3 0 0,-5-4 20 0,3 1 12 0,-2 1 0 0,-5-1 3 0,0 0-5 16,-4-2-2-16,1-1-6 0,-4 0-3 0,-2-3-4 16,-3 1-2-16,-6-6-1 0,-2 4-5 0,-5 0-2 15,-5-5-2-15,-1 5 1 0,2-1-2 0,-2 1 3 16,6 2-3-16,1 0-3 0,1 0-1 0,0 3 0 15,4 1 2-15,3-1 1 0,2 1 1 0,1 1-3 16,3 1 6-16,-4-1 0 16,5 0 2-16,0 1-1 0,4 2-4 0,-2-5-6 15,2 5-7-15,9-7-5 0,1 4 5 0,3-2-2 16,6-2-4-16,8 0-10 0,-1-1-3 0,0 1 0 16,2 3-4-16,-9-3 0 0,4 2-2 0,-5 0 6 15,4 0-2-15,-3-2 4 0,-2 2 3 0,1 0 3 0,-4-1 0 16,1 1 3-16,-5 1 3 0,1-1 1 15,-4 1 9-15,-1 1 4 0,0 1 3 0,0-1 12 0,-3 2 1 0,-3 1 5 16,11-3 2-16,-10 1 5 0,3 1-3 0,-4 1-1 16,0 0-1-16,4-2-1 0,-4 2-5 15,0 0 2-15,0 0-6 0,0 0-2 0,0 0-1 16,5-3 2-16,-5 3-6 0,0 0-1 0,0 0-6 0,0 0 1 16,0 0 1-16,0 0 0 0,0 0-5 0,0 0 4 15,0 0-3-15,0 0 1 0,0 0-2 0,0 0 2 0,0 0 0 16,0 0 3-16,0 0-4 0,0 0 3 0,4 5-4 15,-4-5 1-15,0 0-4 0,0 0-1 0,0 0-3 0,0 0 3 16,0 0-3-16,0 0-1 0,-8 10 1 16,7-5 1-16,-3-1-2 0,-1 5-3 0,1-1 1 15,-3 2 2-15,0 2 1 0,-1 5 0 0,2-1 2 16,-1 0-3-16,0 0 2 16,3 2 3-16,0 2-5 0,0-2 6 0,2-1 0 15,2 0 4-15,0 2-4 0,1-2 4 0,2-2 1 16,1 0 8-16,3 1 10 0,0-6 7 0,4 2 5 15,2-1 9-15,-2-3-5 0,4 0 1 0,1 1 0 16,-3-4-1-16,1 0-2 0,-4 1-3 0,3-2-3 16,-3-2 1-16,2 2-4 0,-6-3-6 0,-1 1-1 15,1-1-2-15,0 1 1 0,-6-2-3 0,6 2-2 0,-2-2 3 0,-4 0-4 16,0 0 3-16,6 3-6 0,-6-3 0 0,0 0-2 16,0 0 4-16,0 0-3 0,4 2 0 0,-4-2 2 15,0 0-3-15,0 0 1 0,0 0-3 0,5 3-1 16,-5-3-5-16,0 0-15 0,0 0-12 0,0 0-9 15,0 0-16-15,0 0-16 0,0 0-24 0,0 0-46 16,7-8-118-16,-7 3-218 16,3-4-516-16,1-1 229 0</inkml:trace>
  <inkml:trace contextRef="#ctx0" brushRef="#br1" timeOffset="45992.65">10378 9034 170 0,'0'0'199'0,"0"0"-13"0,0-5-12 16,0 5-18-16,0 0-19 0,5-2-13 0,-5 2-15 15,9-2-11-15,-5 1-10 16,-4 1-10-16,15 1-9 0,-7 1-10 0,5 2-6 15,-3 1-6-15,2-2-8 0,3 7-2 0,-2 1-5 16,1-2-6-16,-2 4 4 0,1 2-4 0,-3 2-7 16,1 1 1-16,-3-1-7 0,0 1 3 0,-4 1-3 15,1 5-12-15,-4 1 14 0,-2-7 3 0,-1 0-6 16,-4 1 2-16,0-2 0 0,-3 0-2 0,0 0-2 16,0-2 2-16,-3-3 4 0,0 1 0 0,3-4-1 0,0 0 5 0,1-2-1 15,3-2-2-15,0-1 6 0,0 1 10 0,0-2 15 16,3 0 15-16,-2-1 29 0,4-2 30 0,-4 4 21 15,4-4 9-15,0 0-14 0,0 0-14 0,-1-12-12 16,6 6-13-16,0-5-11 0,4-3-4 0,2 1-15 16,1-3-8-16,0 2-4 0,5-7-6 0,-2 6-3 15,2-7-7-15,-2 8-5 0,-2 0 5 0,1 1-17 0,-1-2 2 0,1 3 1 16,-4 1-9-16,-2 0 1 0,2 4-2 0,-5 2-3 16,-1-4 0-16,1 6 0 0,-1-2 3 0,-1 1-9 15,-2 1-3-15,3-1-11 0,-3 1-4 0,-1 3-23 16,2-2-18-16,-2 2-1 0,0 0-1 0,0 0 3 15,2 13 5-15,-5-5 6 0,-2 1 1 0,0 5 5 16,2-1 8-16,-3 3-5 16,5 1 7-16,-3 0 3 0,3 1 2 15,1-1 5-15,0-2 0 0,3 1 3 0,0-3-12 16,1-1-11-16,1-2-17 0,6 0-14 0,-2-1-45 0,3-4-66 16,10 0-90-16,-2-6-215 0,-2-1-519 0,5-3 229 15</inkml:trace>
  <inkml:trace contextRef="#ctx0" brushRef="#br1" timeOffset="46246.39">10851 9014 231 0,'0'0'288'0,"0"0"-29"0,-4-2-29 0,4 2-28 15,0 0-21-15,0 0-20 0,10 9-17 0,-1-5-18 16,7 7-10-16,-1 1-10 0,6 5-13 0,0 5-8 0,3 2-4 16,-3 0-7-16,-2 1-6 0,0 4-5 0,-5 0-4 15,-1 2-7-15,-5 1-7 0,-2-3-6 0,-6 0-18 16,-4 0-10-16,-1-3-11 0,-8 0-18 0,-2 1-23 16,-6-5-45-16,-3-2-60 0,-10-3-262 0,-3-5-441 0,1-5 195 15</inkml:trace>
  <inkml:trace contextRef="#ctx0" brushRef="#br1" timeOffset="46810.34">10356 8858 174 0,'-5'-3'192'0,"5"3"-21"0,-8-1-19 0,8 1-15 16,-10 3-17-16,4 0-19 0,-3 4-10 0,1 2-7 16,-7 5-11-16,-2 6-7 0,-2 5-11 15,0 1-3-15,1 3-6 16,-5 15-2-16,7-13-9 0,-1 18 26 0,3-5-3 15,2 2 2-15,9-12 6 0,1-1 8 0,4-1 7 16,4 1-3-16,3-4 5 0,2-1 0 0,9-1 3 16,0-2 1-16,8-1-4 0,1-7-2 0,3 0-4 15,2-2-1-15,0-5-7 0,2 0-7 0,-3-4-2 0,-5 1-7 16,-7-2-4-16,-2-1-4 0,-6-3-2 16,-1 2-1-16,-1-2 3 0,-5 0-2 0,1 1 4 0,-1-1 2 0,-6-1 2 15,7 1 4-15,-3 1 3 0,-4-2 2 0,0 0-6 16,8 0-7-16,-8 0-11 0,0 0-11 0,0 0-23 15,0 0-46-15,0 0-46 0,0 0-60 0,0 0-51 16,0 0-49-16,-6-11-249 0,3 9-538 0,3 2 238 16</inkml:trace>
  <inkml:trace contextRef="#ctx0" brushRef="#br1" timeOffset="47380.61">11289 9223 191 0,'0'0'259'0,"-9"0"-7"15,9 0-10-15,0 0-11 0,0 0-8 0,-5 2-4 0,5-2-4 16,0 0-8-16,0 0-7 0,0 0-11 0,0 0-24 15,0 0-12-15,0 0-14 0,0 0-14 0,0 0-16 16,0 0-7-16,23-5-15 0,-6 3 9 0,3-1-29 16,8 2-9-16,0 0 2 0,4-2-14 0,-1-1-22 15,-3 2-13 1,2 1-21-16,-2-4-18 0,-7 5-15 0,0-1-32 16,-1 1-26-16,-3 0-43 0,2-3-45 0,-2 1-55 15,-7 1-229-15,1-1-513 0,-7-1 228 0</inkml:trace>
  <inkml:trace contextRef="#ctx0" brushRef="#br1" timeOffset="47601.6">11316 9358 157 0,'-4'2'242'0,"3"1"-11"0,-3-1-6 0,4-2-13 0,0 0-15 0,0 0-18 16,0 0-12 0,8 3-16-16,3-1-18 0,10-4-12 0,11 2-14 15,5-3-47-15,15-1-57 0,-3 2-73 0,-10-1-91 0,-4 0-165 16,-1-4-353-16,-4-1 156 0</inkml:trace>
  <inkml:trace contextRef="#ctx0" brushRef="#br1" timeOffset="49432.52">12455 8998 168 0,'3'-4'158'15,"5"0"-11"-15,-2 1-14 16,6 1-4-16,1-2-19 0,2 4-7 16,-1-3-12-16,8 3-10 0,-2 3-8 0,3 1-11 15,7 1-3-15,-2 3-3 0,-2-1-11 0,-2 7-2 16,-5-6 0-16,1 4-9 0,-2 3 1 0,0-1-6 0,-4 7-7 16,-4-4 0-16,-2 8-2 0,-4-6-3 0,-3 2-1 15,-1 4-1-15,-5 1-3 0,-4 1 5 16,-4-2-3-16,0-1-2 0,-2 0 0 0,-3-3 0 0,-1 1 4 0,0-2-6 15,5-8 12-15,-3 2 1 0,2 1 1 0,0-4 3 16,0 0 2-16,5-5-5 0,0 2 1 0,1-3-2 16,5-1 9-16,-1-3 19 0,-1 3 26 0,2-1 29 0,0 1 36 15,4-4 11-15,0 0-5 0,0 0-13 0,0 0-19 16,4-17-13-16,5 6-9 0,6-4-7 0,7-4-12 16,1-5-6-1,1 0-13-15,2-3-12 0,10-11-15 0,0 3 5 16,-2-2-23-16,-11 12 0 0,1 0 0 0,-1 1-4 15,-3 0 1-15,-3 5 3 0,-4 3-5 0,-3 3 9 16,-1 4 5-16,-4 0 4 0,1 2 3 0,-2 2 5 16,0 1-9-16,0 1-3 0,-3-2-10 0,2 3-13 15,-3 2-6-15,0 0-4 0,0 0-4 0,-17 12 2 0,3 2 0 16,-2 6 0-16,-4 3 9 0,0 5-3 0,3 1 2 0,0 2-2 16,4 1-2-16,3-2 4 0,3 2-8 0,2-4 1 15,5 0-1-15,4-4 2 0,1-4 3 0,12 1 0 16,3-2 1-16,4-3-3 0,13-7-30 0,12 0-44 15,7-8-87-15,5-4-91 0,0-8-237 0,-4 1-541 16,3-7 239-16</inkml:trace>
  <inkml:trace contextRef="#ctx0" brushRef="#br1" timeOffset="50356.99">13280 8722 36 0,'0'0'231'0,"-1"-7"-6"16,1 4-12-16,0 3-12 0,0 0-15 0,1-5-16 15,-1 5-22-15,0 0-10 0,2-3-12 0,-2 3-20 16,0 0-11-16,0 0-14 0,0 0-8 0,0 0-10 16,0 0-14-16,0 0-7 0,0 0-4 0,4 16-1 0,-1-7-9 0,-2 3-5 15,2 3-1-15,-3 2-2 0,1 4-3 0,0-1-1 16,1-1 1-16,-2 2-5 0,0-3 4 0,0 1-3 16,1-1-1-16,1-1 0 0,-2-4-4 0,2-3-2 15,-1 2 1-15,-1-7 1 0,1 4 1 0,-1-3 4 16,2-2 9-16,-2 1 37 0,1-2 39 0,-1-3 30 15,3 2 28-15,-3-2-17 16,0 0-6-16,10-10-15 0,-3 3-14 0,0-3-8 16,1-1-15-16,3-3-4 0,-1-2-13 0,0-1-11 15,3 0 4-15,-4 1-4 0,6-4-8 0,-6 6-5 16,-1-1-3-16,-2 5-7 0,2 3 0 0,-4-2-11 16,1 4 3-16,-1 2-6 0,-3-2-7 0,3 2-6 15,-1-1-11-15,-3 4-16 0,6-2-15 0,-5 0 4 16,-1 2 1-16,0 0 0 0,9 9 1 0,-5-2 1 0,-1 1 4 0,-1 4 3 15,2-2 3-15,1 1 1 0,-3 2 3 0,1-1 12 16,-3-1-13-16,5-2 5 0,-4 1-1 0,2-3 0 0,-2-3 5 16,2 1 7-16,-2 0 0 0,0-1 13 15,1-1 31-15,-2-3 19 0,4 1 5 0,-4-1-8 16,0 0 0-16,14-8-6 0,-8 0-11 0,0-1-2 16,4 1-1-1,2-6 0-15,0-1-7 0,0 0 2 0,1-1-4 0,1 1-4 16,-5 1-5-16,0 3 3 0,0 3-6 0,-4 0-5 15,0 3-2-15,-1 1-7 0,0 1-8 16,0-2 16-16,2 5-22 0,-6 0-11 0,9 6-7 16,0 0-6-16,4 5-3 0,0 2 0 0,-1 2-3 0,9 7-15 15,-1 0-38-15,0 1-51 0,-3-2-74 0,5 1-88 16,-12-9-261-16,3-1-616 0,0-4 273 0</inkml:trace>
  <inkml:trace contextRef="#ctx0" brushRef="#br1" timeOffset="52194.21">15975 8618 39 0,'0'-3'141'0,"0"3"-6"0,0 0 6 16,0-5-15-16,0 5-1 0,0 0 4 0,0 0-15 16,0 0-11-16,0 0-7 15,0-4-8-15,0 4-11 0,0 0-2 0,0 0-14 16,0 0-9-16,0 0-16 0,0 0-1 0,0 0-6 16,-8 9-1-16,3 0-10 0,-6 9 8 0,-5 6-14 15,-3 7 5-15,-3 12-6 0,-2 4-5 0,1 6 0 16,-4-2-1-16,8 5-4 0,0 0 8 0,1 2-11 15,7 1 8-15,3-2 3 0,5 1 16 0,3-5 9 16,7-2 6-16,3-3 16 0,7-4 3 0,-1-11 3 0,2-1 0 0,6-5 0 0,2-1-1 16,2-3 1-16,2-5-2 0,-1-1-3 0,-1-2-7 15,1 0-5-15,1-2-2 0,-6-4-5 0,-5-3-3 16,-2 0-6-16,1-2-3 0,-9-1-1 0,-3 0-2 16,3-1-4-16,-4 0-1 0,0 1 2 0,0-2 9 15,-5-1 10-15,7 3 8 0,-3-2 8 0,-4-1 5 31,0 0-3-31,7 1-8 0,-7-1-5 0,0 0-3 16,0 0-18-16,8 0-21 0,-8 0-26 0,0 0-45 0,4 3-50 16,-4-3-54-16,0 0-64 0,0 0-195 0,7-9-467 15,-4 3 206-15</inkml:trace>
  <inkml:trace contextRef="#ctx0" brushRef="#br1" timeOffset="54651.71">16585 8935 67 0,'0'-3'188'0,"0"3"-5"16,0-5-3-16,0 5-6 0,2-7-6 0,-2 5-8 16,0 2-5-16,0 0-9 0,4-4-12 0,-3 1-4 15,-1 3-16-15,0 0-11 0,1-3-12 0,-1 3-10 16,0 0-13-16,0 0-10 0,0 0-15 0,0 0-13 16,0 0-6-16,0 0-4 0,3 10-1 0,-3-2-4 15,-1 1 1-15,2 3-7 0,-2-1 2 0,1 4-2 0,-2 0 0 16,2 4-2-16,-1-2-3 0,0 0 1 0,-2-2 0 15,2 2 2-15,0-1-4 0,2-1 3 0,-2-4-2 16,1-1 1-16,0 0-1 0,0-2 2 0,0-2 0 16,1-2 2-16,-2 1 0 0,2-1 29 0,-1 0 25 15,0-4 30-15,1 6 24 0,-1-6 39 0,3 2 2 16,-3-2-12-16,0 0-11 16,7-14-20-16,-1 7-11 0,1-4-10 0,1 1-6 15,3-6-14-15,2 1-10 0,1 0-1 0,-2 1-12 16,-2 1-2-16,0 0-6 0,-1 5-2 0,-1-1-7 15,-2 2-4-15,1 2-7 0,2 0 0 0,-7 1-5 16,1 1-2-16,-2 0-13 0,-1 3-3 0,6-3-28 16,-6 3-1-16,0 0 0 0,11 4-2 0,-8 0 3 15,0-1-3-15,1 6-1 0,0-2 15 0,0 3-15 0,0 1 1 0,0-2 4 16,-1 4 2-16,-1 0 2 0,1-2 7 0,0-1 0 16,-1 1 1-16,2-2 7 0,-3 1-3 0,1-5 2 15,-1 2 7-15,0-3 2 0,1-1 9 0,-2-3 19 16,3 1 13-16,-3-1-5 0,0 0 2 0,14-10-3 15,-7 2-12-15,2 1 2 0,3-7-6 0,0-1-3 16,3 1-4-16,2-6 6 16,-6 6-6-16,2 1-2 0,1-1 2 0,-6 4-2 15,0 3-3-15,-2-1-3 0,0 3-11 0,-3-1 11 16,1 3-16-16,0 1-18 0,-1 0-8 0,-3 2-5 16,8 1 4-16,-3 2-1 0,0-1-4 0,2 4-1 15,-1 3-11-15,1-1-17 0,3 6-25 0,-1-2-24 16,0 1-35-16,1 2-49 0,1-3-52 0,-4-3-223 15,0 0-522-15,3-2 231 0</inkml:trace>
  <inkml:trace contextRef="#ctx0" brushRef="#br1" timeOffset="55369.16">17617 9039 61 0,'0'0'154'16,"0"0"-15"-16,0 0-4 0,-4 0-12 0,4 0-6 15,0 0-15-15,0 0-10 0,0 0-11 0,0 0-2 0,0 0-6 0,0 0-8 16,0 0-11-16,0 0-7 0,0 0 0 0,0 0-7 16,0 0-8-16,0 0-3 0,0 0 4 0,0 0-5 15,0 0-8-15,0 0 2 0,0 0-2 0,0 0-4 16,0 0 17-16,0 0 3 0,0 0 0 0,0 0 7 16,0 0 4-16,0 0-4 0,23 2 2 0,-10-4 0 15,7 2-7-15,3 0-5 0,7-3 0 0,0 1-2 0,2-1-8 0,-1 2-3 16,0 0 2-16,-2-3-3 0,-7 3 3 0,0 1-7 15,-3-3 6-15,-3 1-7 0,-3 2-2 0,0 0-5 16,-2-2 10-16,-4 1-9 0,-1-1 0 0,1 2-1 16,-1-1-2-16,-6 1-3 0,0 0-8 0,9-1-3 15,-9 1-9-15,0 0 3 0,5-2-4 0,-5 2-19 16,0 0-17-16,0 0-44 16,0 0-30-16,0 0-41 0,-18-3-120 0,13-1-313 15,1 3 138-15</inkml:trace>
  <inkml:trace contextRef="#ctx0" brushRef="#br1" timeOffset="55669.96">18044 8867 85 0,'0'0'237'15,"0"0"-8"-15,0 0-12 0,0 0-18 0,1-5-19 16,-1 5-21-16,0 0-20 0,0 0-13 15,0 0-14-15,0 0-13 0,10 1-14 0,-10-1-7 0,12 6-9 16,-1-1-3-16,-1 0-13 16,2 2-4-16,3 0-3 0,-1 3-3 15,4 0-9-15,-4 2-1 0,2-2-6 0,-1 2-2 16,-4 2-2-16,1-4-8 0,-4 2-2 0,-1-2-10 0,-3 0-6 16,-1 1-11-16,-3 0 1 0,-3 0-5 0,-1-1 4 15,-2 0 3-15,-3-1 0 0,-4 3 2 0,-2-2-1 16,-2 2 4-16,-2-2-5 0,1-1-10 15,-2 1-26-15,1-3-16 0,3-2-27 0,4-1-31 0,0-1-53 0,2-2-128 0,5-1-326 16,5 0 144-16</inkml:trace>
  <inkml:trace contextRef="#ctx0" brushRef="#br1" timeOffset="56033.21">18558 8976 171 0,'0'0'175'0,"0"0"4"0,0 0-9 15,0 0-20-15,-6 2-10 0,6-2-10 0,0 0-9 16,0 0-14-16,0 0-3 0,21-3-11 0,-8 3-12 16,7-4-6-16,3 4-12 0,5-2 2 0,0-1-13 15,4 2-1-15,4-3-4 0,0 1-6 0,0-1-6 0,2 1-2 0,-6 1-4 16,-3-3-2-16,-2 3-4 0,-9-1-1 0,-5 0-10 16,1 2-7-16,-5-2-10 0,-3 1-21 0,-1 0-13 15,0-1-44-15,-4 0-17 0,-1 3-35 0,-1-7-17 16,-6 3-126-16,0 2-299 0,-2-1 133 0</inkml:trace>
  <inkml:trace contextRef="#ctx0" brushRef="#br1" timeOffset="56286.91">18761 8842 97 0,'0'0'294'0,"-3"-6"-4"0,2 5-6 16,1 1-16-16,0 0-12 0,0 0-25 0,0-4-22 16,0 4-29-16,0 0-16 0,0 0-22 0,0 0-22 0,0 0-15 15,0 0-9-15,0 0-14 0,0 0-8 0,2 17-7 16,1-7-6-16,-2 1-10 0,3 6-1 16,1 0-4-16,0 0-9 0,2 3-26 0,0-2-21 15,-2 2-23-15,3-1-23 16,2 3-31-16,-6-5-35 0,3 0-40 0,0-5-50 15,-2 0-211-15,-1-2-457 0,0-3 203 0</inkml:trace>
  <inkml:trace contextRef="#ctx0" brushRef="#br1" timeOffset="56688.06">19180 8821 119 0,'0'0'328'0,"2"-5"-21"0,-2 5-12 15,0 0-33-15,3-1-23 0,-3 1-22 0,0 0-28 0,0 0-19 0,0 0-19 16,0 0-16-16,0 0-20 0,0 0-13 0,11 6-11 16,-6-1 2-16,-1 2-22 0,1 2-9 0,1 1-7 15,-1 0-4-15,-1 2-4 0,4 3-6 0,-4 2-3 16,0-3-8-16,2 2 8 0,-2 0-13 0,0-3 2 15,-2-2-8-15,0-1 2 0,-1 2-3 0,-1-5-2 16,0 0 2-16,4-2-1 16,-3 0-7-16,-1-1 8 0,0 0 0 0,0-4 20 15,2 6 32-15,0-6 30 0,-2 0 35 0,0 5 19 16,0-5 24-16,0 0 10 0,0 0-5 0,0 0-8 16,0 0-23-16,8-9-20 0,-2 2-22 0,1-4-34 15,0 2-30-15,6-4-28 0,1-1-31 0,-1 0-35 16,1-3-28-16,5 0-37 0,-2 5-31 0,-4 0-30 15,-2 2-32-15,4 0-36 0,-4 3-51 0,5-3-36 0,-3 4-266 0,-3 1-646 16,3 1 286-16</inkml:trace>
  <inkml:trace contextRef="#ctx0" brushRef="#br1" timeOffset="57004.58">19571 8982 167 0,'-3'3'268'16,"3"-3"-2"-16,0 0-1 0,-1 3-3 0,1-3-23 0,0 0-19 16,0 0-26-16,15-3-18 0,-4 0-19 15,-1-1-18-15,5-3-8 0,3 2-17 0,-3 0-12 16,3-3-10-16,1 2-4 0,-1-5-19 0,1 2-11 16,-2 0-5-16,2-3-8 0,-2 2-2 0,-3 0-2 0,-5 1-3 0,0 1 4 15,-2-3 3-15,0 3 5 0,-3-2 1 0,0 1 0 16,-3 2-8-16,-1-1-6 0,-1 3-10 0,-3-5-5 15,-2 6-2-15,-3-2-8 0,-2 1-3 0,-3 4-4 0,-4 1 11 16,-1 4-14-16,0 1-3 0,-3 0 0 16,4 7-2-16,-5 3-1 0,4 2-2 0,2 2 2 15,1 3 4-15,8-5-3 16,3 2-5-16,4 1 2 0,4 1 4 0,10 1 1 16,10-2 3-16,5-1-12 0,22 0-45 0,3-4-74 15,14-7-115-15,28-7-287 0,-30-5-575 0,28-4 254 16</inkml:trace>
  <inkml:trace contextRef="#ctx0" brushRef="#br1" timeOffset="57837.81">20690 8836 243 0,'-1'-3'303'15,"1"-2"-8"-15,-3 1-7 0,3 4-4 0,0-9-28 0,-1 8-5 0,1 1-30 16,0-5-25-16,0 5-21 0,0 0-20 0,0 0-15 16,-1-6-19-16,1 6-16 0,0 0-18 0,0 0-9 15,0 0-15-15,0 0-9 0,1 15-2 0,0-5-8 16,3-2-6-16,-1 5-3 0,0 2-4 0,0 1-1 16,1 0-7-16,-2 1 3 0,2 1-4 0,0-2-3 15,-1 1-4-15,2-3 1 16,-1 2-2-16,-3-3-3 0,1-3 6 0,0 0-4 15,0 1-18-15,-2-6-15 0,2 3-14 0,-2-3-5 16,0-1 3-16,0-1 2 0,1-1 6 0,-1-2 2 16,1 6 4-16,-1-6-5 0,0 0-39 0,0 0-97 15,-8-11-65-15,5 2-50 0,-3-3-175 0,-1-5-490 16,3-2 216-16</inkml:trace>
  <inkml:trace contextRef="#ctx0" brushRef="#br1" timeOffset="57991.47">20689 8601 50 0,'-3'-8'261'0,"6"1"-11"0,-6 5-17 16,6-3-20-16,-3 0-20 0,0 2-19 0,0 3-22 16,0-6-14-16,0 6-17 0,2-4-20 0,-2 4-21 15,3-3-28-15,-3 3-18 16,0 0-27-16,9 6-30 0,-4-2-30 0,-1 2-36 16,0-3-30-16,1 5-57 0,-1-2-91 15,-2 0-288-15,-1 0 127 0</inkml:trace>
  <inkml:trace contextRef="#ctx0" brushRef="#br1" timeOffset="58677.45">20933 8845 220 0,'-1'5'230'0,"1"-5"-30"0,0 4-23 15,0-4-19 1,0 4-13-16,-3 0-20 0,3 3-9 0,0-2-15 16,0 0-8-16,-1 2-6 0,0 1-12 0,1 2-3 15,-2 0-9-15,4-1-6 0,-2-1-8 0,0 0-4 16,0 0 0-16,1-3-6 0,-1 0 1 0,1 2-7 16,-1-6 7-16,0 3 11 0,0-4 21 0,4 6 22 15,-4-6 21-15,1 3 13 0,-1-3-6 0,0 0-3 16,12-9-26-16,-8 5-9 0,1-3-10 0,2 2-1 0,-3-1-8 0,2-4-9 15,0 4-4-15,1-3-12 0,2 2 11 0,-4 3-14 16,-3 1-5-16,1-2-6 0,1 1-11 0,0 3 5 16,0-1-5-16,-4 2-6 0,9-2-5 0,-3 2-1 15,1 3-9-15,2 1 2 0,2-1 0 0,-2 2-2 16,4 0 1-16,2 3 0 0,2 1-2 0,-2-1-5 16,3 2-2-16,-1-2-8 0,4 0-2 0,-4 2 0 0,2-4 5 0,-1 0-1 15,-5-1 0-15,3-2-1 0,-3 0 6 0,0-2 14 16,-2-1-9-16,0-2 1 0,-4-2 4 0,2-3 13 15,-2 2-5-15,-1-6 8 0,-1 2 9 0,-1-5 7 16,1-5 8-16,-4 1 10 0,3-2-3 0,-4-6 0 16,1-3 10-16,-1-2-16 0,0 5 0 0,-1-6-5 15,0 0-1-15,1 5 0 16,0-1 5-16,0 10 14 0,0 0 6 0,1 3 14 16,-1 6-9-16,0 0 5 0,0 1-7 0,1 2-13 15,-1 1-5-15,-1 1 4 0,0 0-30 0,1 4-36 16,1-6-34-16,-1 6-2 0,0 0 3 0,0 0 11 15,0 19 3-15,0-6 6 0,-2 4-2 0,0 8 5 16,2 2 4-16,2 0 3 0,-2 1-1 0,-2 1 4 16,4-3 8-16,0 3-5 0,1-6 4 0,-1-1 10 0,0-4-6 15,2-2 4-15,-3 0 3 0,1-5 0 0,0-1-1 0,0-1 2 16,-2-3 4-16,2 1 3 0,0-2 1 0,-1-1-2 16,-1-1 3-16,0 1 0 0,0-4 5 0,3 3-2 15,-1 1 7-15,-2-4-2 0,0 0-5 16,0 3-6-16,0-3-31 0,0 0-39 0,0 0-74 0,2-12-57 15,0 5-54 1,-2 0-285-16,0-5-582 0,1 0 257 0</inkml:trace>
  <inkml:trace contextRef="#ctx0" brushRef="#br1" timeOffset="58893.51">21266 8797 4 0,'-6'2'252'0,"2"-2"-7"0,4 0-9 16,-5 3-9-16,5-3-1 0,-5 1-5 0,5-1 10 15,0 0-29-15,-4 3-14 0,4-3-19 0,0 0-20 16,0 0-12-16,0 0-15 0,28-9-9 0,-10 6-31 0,9-6-34 16,4 0-36-16,1 1-45 0,-2-1-40 0,2 1-58 0,-1-2-58 15,-3 1-218-15,0 1-440 0,-2-2 195 0</inkml:trace>
  <inkml:trace contextRef="#ctx0" brushRef="#br1" timeOffset="60005.35">21602 8901 150 0,'0'0'227'0,"0"0"-14"15,-2 3-12-15,2-3-1 0,0 0-5 0,0 0-11 0,0 0-15 16,0 0-18-16,0 0-14 0,0 0-19 0,0 0-9 15,0 0-14 1,24-7-6-16,-12 4-5 0,3 0-21 0,4-2-12 16,-1 0-10-16,3-1-12 0,-1 0-5 0,-2 0-12 0,2-2-5 15,1-1 0-15,-2 1-4 0,0-2-1 0,-2 0 1 16,-2 1-3-16,0-1 1 0,-3 5 0 16,-6-3 3-16,2 4 8 0,-2 0 13 0,1-1 6 15,-5 0-2-15,2 2-2 0,-1-1-5 0,-3 4-6 0,-3-5-5 16,3 5-3-16,-10-5 0 0,1 5-1 0,-3 2-3 0,-7 1 5 15,1 2-8-15,-1-1-2 0,-2 3 0 0,1 2 1 16,0-1-5-16,3 2 4 0,-2-1-2 0,3-1 2 16,3 7 0-16,1-6-1 0,2 1 1 0,5 0-8 0,1 2 1 15,4-2 1-15,5 0 1 0,8 2 3 16,4-1-1-16,12 0 2 0,8-2 2 0,14-1-4 16,4-2-6-16,1-3-7 15,6-3-1-15,-4-1-5 0,5-3-3 0,-3 0-3 16,1-4-2-16,-4 0-1 0,-6-4-2 0,-12 3 1 15,-2-3 3-15,-5-2 0 0,0-1 1 0,-9 0 3 16,-6 3 15-16,-6-1 28 0,-2 3 2 0,-5-3 1 16,-1 2-2-16,-6 2-2 0,-1-3-6 0,-5 3-3 15,-6-1-4-15,-3 2 3 0,0 3-1 0,-9-3 3 16,5 5-2-16,-5 2-2 0,6 2-5 0,-7 2 4 0,5 1-7 0,5 1 1 16,0 3 2-16,0-2-3 0,4 4 1 0,-1-1 1 15,6 0-2-15,1 0-12 0,2 0-11 0,4 3 1 16,3-3 6-16,0 2 2 0,7-2-1 0,-1-3-2 15,6 2-4-15,-1-4-4 0,4 1-5 0,3-1-9 16,2-2-16-16,-6-4 6 0,6 0-6 0,-2-1 19 16,-1-2 0-16,-1-3 10 0,-2-1 11 0,-4-3 1 0,2-1 30 0,-3 0 9 15,0-2 8-15,-3 3 16 0,-1 0 6 0,-3-4 3 16,-1 5 15-16,2 0 10 0,-4 1-8 0,0 2 0 16,0 1-4-16,1 2-4 0,-1-2-7 0,-1 2-6 15,1 1-11-15,0 1-13 0,0 3-8 0,0 0-11 16,0 0-1-16,0 0 0 0,-13 9 2 0,9 1-4 15,2 3-2-15,-1 4 3 16,-5 7-3-16,6 5 1 0,-3 1 1 0,4-2-4 16,2 3 2-16,0 0 2 0,5 1-2 15,-1-1-1-15,1 1 0 0,0 0 3 0,1 2 0 0,-1-4 4 16,-1 0-4-16,0-1 2 0,-1-2-7 0,0-3-7 16,-3-8-3-16,-1 4-5 0,0-6-1 0,-1-2-4 15,-3-2-3-15,1 0 4 0,2-4 3 0,-4 1 6 16,0-2-1-16,-3 0 1 0,-3 1 6 0,-2-4-1 0,0 0-2 0,-4-1 5 15,-2-2 0-15,-2-3 4 0,-1-1-2 0,4 0 7 16,-5 0 4-16,4 0 3 0,1-2 9 16,2-2 2-16,5 3 10 0,-1-2 3 0,5-1 2 15,-2-2 4-15,3 2 2 0,1-7-5 0,2 0-5 0,5-2-2 16,6 1-6-16,3-9-7 0,6 4-1 0,4 0 0 16,3 1-4-1,3 1-1-15,4-1 0 0,1 2-5 0,1 1 0 16,-2 1-1-16,3 3-2 0,-3-1 1 0,-2 1 0 0,-3 2 1 15,-6 4 6-15,-3 1 1 0,-1 0 1 16,-5 3 1-16,-4-1 11 0,1 2 3 0,-2 0 0 16,-2-1 3-16,1 2 2 0,-2-1-7 0,1 1-4 15,-4 2-8-15,7-1-11 0,-7-2-4 0,0 3-13 0,0 0-17 16,0 0-23-16,0 0-25 0,0 0-23 16,0 0-25-16,0 0-30 0,0 0-29 0,-16 0-42 15,16 0-191-15,0 0-448 0,-7 0 198 0</inkml:trace>
  <inkml:trace contextRef="#ctx0" brushRef="#br1" timeOffset="60396.58">22792 8862 182 0,'0'0'215'0,"0"0"-3"0,-4-2-5 16,4 2-18-16,0 0-20 0,0 0-18 0,0 0-17 16,18-5-11-16,-6 3-14 0,-1-1-10 0,7-1-11 15,1 0-8-15,3-2-17 0,0 2 3 16,-2 0-5-16,-1-5-8 0,-1 1-8 0,-4 0-2 0,4 2-3 0,-9-1-5 0,3-1 0 0,-5 4 7 16,2-2 12-16,-5 2 6 0,1 0-3 15,-1-1-3-15,-3 2-8 0,-1-2-9 0,0 5-6 16,-6-5-5-16,1 2-5 0,-3 3-3 0,-6 1-3 15,1 2 0-15,-6 1-4 0,-4 3-4 0,0 3 0 0,-4 2 0 16,8-3-1-16,-5 5-6 0,2 1 2 0,-1 2-3 16,9-3 2-16,1 0 2 0,3 0-4 15,0 1 1-15,2-1 2 0,4-2-2 0,4 1-2 16,0-1 1-16,7-2 2 0,2 3-2 0,6-1-18 0,0-4-24 16,7 0-38-1,6 1-50-15,3-7-50 0,-2-2-230 0,-2-2-444 16,1-4 197-16</inkml:trace>
  <inkml:trace contextRef="#ctx0" brushRef="#br1" timeOffset="60782.04">23139 8731 121 0,'0'0'280'0,"0"-5"-25"16,0 5-23-16,0 0-22 0,0 0-25 0,0-4-19 15,0 4-18-15,0 0-18 0,0 0-11 0,15 4-14 16,-5 1-10-16,-4 2-14 0,5-2-8 0,0 3-7 16,2 5-9-16,1-1-3 0,-4 1-8 0,4 1-6 0,-4 1-3 0,-1 2 0 15,0-2-4-15,-2 0-2 0,-3 2-5 0,-2 0 0 16,-1-1 1-16,-2-4-7 0,0 0 3 0,-3-2 1 16,3 2-2-16,-4-3 2 0,1 2 0 0,-1-7 2 15,1 3 6-15,-1-4 6 0,1 1 10 0,-1-1 24 16,1-2 14-16,-2-1 21 0,6 0 6 0,-9-4 5 15,2-1 12-15,6-1 8 16,-3 1 4-16,3-5-2 0,1-2-8 0,1 0-20 16,2-5-1-16,-1-1-20 0,7-5-14 0,5 1-5 15,-4 5-6-15,3-4-8 0,-3 5-6 0,2 2-4 16,-3 4-10-16,0 1-1 0,0 0-8 0,-3 1-24 16,4 1-22-16,-3 0-24 0,-1 3-36 0,3-1-20 15,-4 2-34-15,4 0-34 0,-4 1-39 0,3-1-41 16,-3 2-53-16,5 1-312 0,-6-1-662 0,1-2 293 0</inkml:trace>
  <inkml:trace contextRef="#ctx0" brushRef="#br1" timeOffset="61129.68">23601 8245 83 0,'0'0'222'0,"0"0"-18"0,6-3-26 15,-6 3-17-15,8 5-16 0,6 5-12 0,4 1-7 16,5 10-5-16,2 4-11 0,13 19 3 0,12 24 2 15,-20-16-5-15,12 27-7 0,-11-1-6 0,-13-23-10 16,-2 4-3-16,-4-2-13 0,-2-1-4 0,-7-3-7 16,-6 0-5-16,-7-2-6 15,-3-5-1-15,-7 3 4 0,-7-8-10 0,-10 2-7 16,-9-6-5-16,-5-3-19 0,-5-1-43 0,-29 4-76 16,28-17-91-16,-7-4-197 0,1-6-428 0,1-10 189 15</inkml:trace>
  <inkml:trace contextRef="#ctx0" brushRef="#br1" timeOffset="67839.66">8094 11280 67 0,'2'-5'203'16,"-2"5"-11"-16,-2-7-2 0,4 2-9 0,-4 2-1 16,2 3-8-16,0-7-3 0,0 7-10 0,2-3-12 15,-2 3-14-15,0 0-9 16,0-4-14-16,0 4-14 0,0 0-8 0,0 0-15 15,0 0-9-15,0 0-10 0,0 0-21 16,0 0-19-16,0 0 3 0,0 0-3 0,0 0-3 0,10 11 1 16,-5-3-1-16,3 2-3 0,3 1 2 0,2 1-1 15,-1 2 1-15,0-1-5 0,4 1-4 0,-1 0-7 16,0-3-2-16,2 1 3 0,2-3 2 16,-1-1-1-16,0-4 1 0,0 0 0 0,-3-2 2 0,3 0-1 0,-4-2 2 0,3-5 2 15,-6-2-4-15,7-2 3 0,-5-3 1 0,1 0-4 16,0-2 7-16,4-7-5 0,-8 4 0 15,2-5 2-15,-4 5 3 0,0-1 4 0,0 0 2 16,-2 2 10-16,0-1 6 0,0 2 4 0,-4 3-2 0,0 1 9 16,0 2 6-16,-2 1-9 0,1 2-2 0,1-1-3 15,-1 2-7-15,-2 1-4 0,2 0-4 0,-1 4-15 0,1-4-11 16,-1 4-21-16,0 0 1 0,0 0 0 0,0 0 1 0,-5 12 4 16,1 0 4-16,0 5 2 0,-4 7-2 15,1 2 4-15,2 3-2 0,0 5 2 0,0 1 3 16,1 8 2-16,6 8-7 0,1-1 13 0,1-2-1 15,2 2 3-15,2-4 4 0,-1 1-4 0,1-1-1 0,0-1 5 16,0-11-2 0,-3-1-1-16,2 0 6 0,-3 1-5 0,1-4 4 15,-2-2-3-15,2-2 2 0,-4-6-1 0,-2-1 2 16,0-2-1-16,0 0 1 0,-2-6 2 0,-1 1-2 0,-2-1 4 16,-1-1 2-16,1 1 0 0,-3-4-1 15,-1 1 4-15,-3-2 1 0,-2 1 1 0,-2-1 2 16,3-2 1-16,0-1 4 0,4 0 8 0,-3-1 3 15,0-2 4-15,4-1 5 0,-1 0 6 16,-1 0 12-16,4-2 7 0,-2-1 12 0,-1-3-2 16,4 2 16-16,-2-5-10 0,3-2-5 0,-3-3-4 0,4-5-8 15,3-6-5-15,0-5-11 0,5-2-2 0,6-15-12 16,0-2-4-16,9 5-7 0,2-2 7 16,3-3 9-16,4 5-23 0,0-1-2 0,4 6 3 0,-1 1 0 15,-10 10-2-15,1 2-2 0,3 4-1 0,-4 1-2 16,-3 2 5-16,-5 5-6 0,-3 1 2 0,0 4-6 15,-2 2 4-15,-3 0-3 0,2 3 0 0,-5 0-4 0,2-1-9 0,1 2-24 0,-3 3-23 16,1-3-32-16,-3 4-20 0,0 0-14 0,0 0-14 16,0 0-12-1,0 0-18-15,-14 17-26 0,9-9-30 16,-4 1-222-16,-5 4-481 0,9-2 213 0</inkml:trace>
  <inkml:trace contextRef="#ctx0" brushRef="#br1" timeOffset="68318.75">8860 11489 199 0,'1'-4'247'0,"2"-2"-6"0,-3 2-13 0,1 0-13 0,-1 4-19 16,0-6-22-16,0 5-16 0,0 1-20 0,0 0-17 15,0 0-20 1,0 0-22-16,0 0-8 0,0 0-12 0,4 16-4 0,-4 4-8 0,0 9-4 0,-3 4-7 15,2 13-6-15,-3 3-8 0,3-1-5 0,-6 6-3 16,0-4 1-16,3-1-2 0,-1-1-4 0,1-12 1 16,-1 10 0-16,2-13 0 0,2-1-9 0,-1 0 6 15,0-3-3-15,2-2 2 0,2 2-2 0,0-10 3 0,-2-2-4 16,0-1 3-16,0-3 0 0,0-3 0 16,0-1-1-16,0-1 2 0,0-1 1 0,0-1-1 15,0-1 1-15,0-2 3 16,0 2-1-16,0-2 4 0,0-3 2 0,0 5 0 15,0-5 3-15,0 0 0 0,0 0-1 0,0 0-22 16,0 0-27-16,0 0-31 0,-7-10-39 0,7 3-49 16,-3-5-46-16,1 3-175 0,0-2-401 0,2-1 177 15</inkml:trace>
  <inkml:trace contextRef="#ctx0" brushRef="#br1" timeOffset="68657.28">8834 11826 36 0,'-1'-5'257'0,"1"0"-12"0,1 1-12 16,-1-1-16-16,0 5-20 0,-1-6-20 0,1 6-21 15,1-5-22 1,-1 5-11-16,7-3-11 0,-2 3-12 0,5 4-15 16,3-1-6-16,1 0-14 0,3 4-4 0,2 3-4 0,-3 0-7 15,2 0-2-15,-2 4-10 0,0-1-5 16,-4 0-2-16,0 0-4 0,-4-3-2 0,-1 0-7 15,-1 1-6-15,-1 0-2 0,-4 1-4 0,-2-2 0 16,-2 1 2-16,-3-3 2 0,-3 3-2 0,-6-1 0 0,-2 1-3 16,-4-4 1-16,-4 3-2 0,0-3 2 0,-2 0 2 0,0-2-2 15,5-1 1-15,3-1 1 0,1-1 2 0,4-1-3 16,3 0 0-16,3 0 0 0,0 1-1 0,2-2 2 16,6 0-5-16,-10 0-9 0,10 0-8 0,-4 1-18 15,4-1-24-15,0 0-37 0,20-4-32 0,-3 0-56 16,2 1-197-16,-1-2-408 0,1-1 180 0</inkml:trace>
  <inkml:trace contextRef="#ctx0" brushRef="#br1" timeOffset="69537.52">9519 11582 168 0,'0'0'243'0,"0"0"-7"15,0 0-2 1,0 0-4-16,0 0-8 0,0 0-6 0,0 0-5 16,0 0-17-16,0 0-18 0,0 0-18 0,0 0-19 15,0 0-14-15,0 0-16 0,0 0-13 0,25-5-24 16,-7 3-29-16,2-1-28 0,8-4-36 0,-1 2-46 0,2 3-51 15,2-1-51-15,-4 3-69 0,-7-2-141 16,1 1-412-16,-6 0 183 0</inkml:trace>
  <inkml:trace contextRef="#ctx0" brushRef="#br1" timeOffset="69675.59">9597 11725 62 0,'-5'2'159'0,"3"1"-15"0,-2-1-6 0,2 2-6 16,2-4 21-16,8 3-9 0,5-2-12 15,15-1-15-15,8-1-11 16,2-3-28-16,20 0-62 0,0-2-85 0,-1-4-150 16,-18 0-237-16,-2 1 105 0</inkml:trace>
  <inkml:trace contextRef="#ctx0" brushRef="#br1" timeOffset="70508.7">11187 10978 178 0,'0'-10'265'0,"1"-1"-7"0,0 4-12 0,-1 0-11 0,0 4-19 16,2-2-24-16,-2 1-14 0,-2-1-24 0,2 5-20 0,2-5-17 15,-2 5-43-15,0 0-14 0,0 0-11 0,0 0-6 16,2 19-4-16,-2-4-6 0,0 4-3 0,2 6-5 15,0 4-3-15,-2 0 0 0,3 0-5 0,-1-2 0 0,0 2-3 16,0-3 0-16,1-1 0 0,-1-7-2 16,0 0 0-16,0-1-2 0,0-3 0 0,1-2 3 15,-3 0-2-15,0-3-18 16,0-1-20-16,0-3-32 0,0 1-21 0,0 0-26 16,0-2-19-16,0-1-31 0,-3 2-59 0,-1-3-109 15,0 1-350-15,4-3 156 0</inkml:trace>
  <inkml:trace contextRef="#ctx0" brushRef="#br1" timeOffset="70840.66">10784 11546 14 0,'-6'1'158'0,"-3"2"-9"15,5-2-4-15,-3 0-8 16,7-1-13-16,-7 1-10 0,7-1-18 0,-5 2-3 16,5-2-11-16,13 3 3 0,6-3-3 0,18-3-6 15,21-4-4-15,37 2-8 0,10-3-10 0,13-4-8 16,9 3-2-16,4-4-4 0,-5 4-5 0,0-4 0 16,-1 2 3-16,-5 1 7 0,-6 3-4 0,-11-2 2 15,-11 3-6-15,-32 6-3 0,-1-5-3 0,-9 0-3 16,-14 4-4-16,-3-1 1 0,-5 1-5 0,-10 1 1 0,-8-3 3 0,0 3 2 15,-2-1-5-15,-3 1-3 0,-1-1 4 0,-4 1-9 16,0 0-17-16,0 0-25 0,-17-3-32 0,2 4-42 16,-6 1-51-16,-9 0-164 0,0 2-344 0,1 2 153 15</inkml:trace>
  <inkml:trace contextRef="#ctx0" brushRef="#br1" timeOffset="71511.34">11234 12031 211 0,'0'0'247'0,"-1"-6"-13"0,1 6-19 0,0 0-19 0,0 0-20 15,0 0-17-15,0 0-21 0,0 0-16 0,0-3-17 16,0 3-17-16,0 0-13 0,0 0-9 0,0 0-6 16,5 15-10-16,-1-5-2 0,-3 1-7 0,5 8-3 15,-2-3-7-15,4 11-3 0,0 4-2 0,-3-3-3 16,1 1 0-16,-1 0-4 0,2 0-1 0,-2 1-1 0,-1-4-4 15,0 3-1-15,-2-5-1 0,0-5-3 0,0-3 1 16,-2-5 0-16,0 0 0 0,0-2-3 0,1-1 1 0,-1-2 2 16,0-1 15-16,0 1 14 0,0-1 22 0,0-5 29 15,0 4 36-15,3-3 42 0,-3-1 33 0,0 0-6 16,0 0-17-16,0 0-13 0,-13-16-16 16,9 6-18-16,-5-8-13 15,3 0-18-15,-3-11-9 0,0-2-10 0,1-2-2 16,3-2-8-16,-4-11-21 0,5 11-5 0,3 0-9 15,-1-1-2-15,2 3-1 0,2 1-1 0,-2 4-1 16,4 1 6-16,-4 6-2 0,4 3-3 0,2 2-8 16,-5 0 1-16,6 3-6 0,-2 1-1 0,4-1-7 0,1 4-4 15,4-3-5-15,5 0-3 0,8 2-17 0,0 2-27 16,3 0-28-16,1 2-29 0,-3 3-29 0,3 3-30 0,-4 2-37 16,-5 0-27-16,-2 5-41 0,2-3-42 0,-4-1-277 15,-2 5-634-15,-3-4 281 0</inkml:trace>
  <inkml:trace contextRef="#ctx0" brushRef="#br1" timeOffset="71711.57">11239 12237 92 0,'-1'3'258'0,"1"-3"-18"0,-4 5-22 16,4-5-22-16,0 0-19 0,0 0-19 0,18-1-16 16,-4 0-13-16,9-4-16 0,10 2-11 15,4 0-25-15,14-3-48 0,2-4-53 0,1 3-70 0,-17 1-209 16,-2-1-327-16,1 0 146 0</inkml:trace>
  <inkml:trace contextRef="#ctx0" brushRef="#br1" timeOffset="72381.89">12170 11959 275 0,'0'0'266'0,"-2"-6"-19"16,2 6-18-16,0-5-23 0,0 5-22 0,2-4-19 0,-2 4-20 16,0 0-21-16,0 0-19 0,0 0-24 0,0 0-7 15,0 0-9-15,0 0-9 0,0 22-7 16,0-9-6-16,0-1-4 0,0 5-2 0,0 2-4 0,-2 0-3 0,4 6-2 15,-2-8-3-15,0 9-3 0,0-10-3 0,0 4 3 16,0-3-4-16,-2 0-1 0,2-5-5 0,0 5 2 16,-1-5-1-16,1-2-9 0,-1-1-16 0,1-3-10 15,0-1-5-15,-3 0 0 0,3-1 1 0,0-1 1 16,0-3 4-16,-4 4-30 0,4-4-34 0,0 0-42 0,-10-7-36 16,5 2-28-1,0-4-121-15,0-1-338 0,-3 0 150 0</inkml:trace>
  <inkml:trace contextRef="#ctx0" brushRef="#br1" timeOffset="72688.22">12093 11932 53 0,'0'-7'216'0,"0"1"-9"0,0 2-6 16,-3-1-9-16,3 5-23 0,0-7-14 0,0 5-18 0,0 2-22 0,0-5-9 16,0 5-14-16,0 0-9 0,0 0-10 0,0 0-8 15,22 7-3-15,-13-1-4 0,6 3-4 0,-2 3-10 16,5-1 0-16,-4 1-5 0,4 1-3 0,2 7-2 15,-2-1-4-15,-1-2 1 0,-6 2-7 0,1-2-5 16,-1-1-1-16,-2 2 0 0,0 0-2 0,0-2-1 16,-4 1-3-16,-1-2 0 15,0-1-7-15,-4-1 0 0,-4-1 1 0,3-1 2 16,-3 0-2-16,-4 0 0 0,2-1 3 16,-3 0-4-16,0-3 3 0,-1 0 1 0,1 0-2 15,0-2-1-15,-2 2-2 0,2-2 4 0,2-2 1 0,2 2 1 16,0-4-3-16,-1 1 1 0,2 0 3 0,4-2-2 15,-5 3-15-15,5-3-23 0,0 0-48 0,0 0-37 16,-3-8-43-16,3 8-49 0,5-13-126 0,0 5-359 0,0-2 160 0</inkml:trace>
  <inkml:trace contextRef="#ctx0" brushRef="#br1" timeOffset="72945.95">12427 11858 165 0,'0'0'160'0,"8"4"-12"15,0-1-15-15,1 4-6 0,2 2-7 0,4 4-14 16,6 4-7-16,-7 2-9 0,5 3-5 0,-2 2-6 16,2 1-6-16,-2 3-7 15,-4-1-10-15,-4 2-4 0,-5 2-1 0,0 3-1 16,-7-3-7-16,-6-1 2 0,-3 0-5 0,-3 2-5 15,-3-1-2-15,-5-6-3 0,-10 12-3 0,5-13-18 16,-4 0-19-16,-13 0-22 0,-1-2-41 0,10-10-47 16,-16 3-162-16,13-13-304 0,-1 1 134 0</inkml:trace>
  <inkml:trace contextRef="#ctx0" brushRef="#br1" timeOffset="73268.89">12084 11737 116 0,'0'0'166'0,"-8"-1"-11"0,8 1-23 0,-15 8-15 16,6 2-14-16,-3 5-3 0,-5 7-7 0,-1 7-11 0,-3 14-5 0,0 1-9 16,2 1-6-16,6 3-3 0,0-2-6 0,4 2-4 15,5-13-4-15,3 15-4 0,6-15 21 0,9-2 8 16,0-4 0-16,9 0-2 0,5 0 0 0,18-2-8 16,4-5-3-16,6-3-34 0,4-6-67 0,0-4-101 15,0-7-157-15,-5-3-326 0,-16-3 145 0</inkml:trace>
  <inkml:trace contextRef="#ctx0" brushRef="#br1" timeOffset="75435.98">13423 10968 73 0,'0'-5'188'0,"0"-1"-19"0,3 2-8 0,-2-1-18 16,0 0-10-16,4 2-12 0,3-1-12 15,-3 1-18-15,3 0-2 0,0 2-15 0,2-2-6 16,0 3-9-16,3 0-4 0,-4 3-2 0,2-1-6 16,2 3-8-16,-3 2-4 0,0 5-5 0,2 2-3 15,-3 1-1-15,-1 2-3 0,0 9-2 0,-3-3-3 16,-3 3-1-16,-2 0-6 0,-3 2 3 0,-4-1 2 15,0-1-6-15,-4 2 3 0,-1-4-2 0,2 1 0 16,-2-3-5-16,1-6 6 0,-1 0 1 0,1 0-3 0,0 0-4 0,0-2 2 16,2-6 0-16,3 3-2 0,1-5 2 0,-3 2 0 15,4-4 4-15,-1 0-3 0,4 0 14 0,-4-1 28 16,1-1 27-16,4-2 20 0,-1 4 19 0,1-4 12 16,0 0-3-16,0 0-12 0,7-9-8 0,1 1-12 15,2-4-10-15,4-4-9 0,2-3-5 0,4-2-11 16,-3-3-10-1,6-1-2-15,-2-2-8 0,2 0-7 0,-3-2-7 0,1 1-4 16,-4 3 0-16,-2 0-1 0,1 3-2 0,-6 6-3 16,-3 2 7-16,-1 4 2 0,0 0 1 0,0 2 0 15,-3 1 4-15,-1 4-7 0,1-3 3 0,0 2-16 16,-2 0-20-16,-1 4-13 0,0 0 5 16,0 0-8-16,0 0 2 0,-9 13 4 0,0-4 1 0,5 4 1 15,-4 4 0-15,2-1 0 0,2 3 5 0,2-2-1 0,-3 8 2 16,2-7 2-16,8-1-3 0,0 1-2 0,3-1-6 0,6 4-9 15,9-4-18-15,3-5-31 0,2 3-51 0,6-8-84 16,-2-1-275-16,0-3-530 0,3-4 234 0</inkml:trace>
  <inkml:trace contextRef="#ctx0" brushRef="#br1" timeOffset="76155.27">13985 10769 17 0,'0'-2'284'0,"0"-4"-11"0,0 2-17 0,2-1-19 16,-2 0-23-16,0 5-19 0,1-1-21 0,-1 1-27 0,0 0-13 15,0-7-18-15,0 7-20 0,0 0-15 16,0 0-8-16,0 0-9 15,4 15-8-15,-3-8-7 0,2 3-5 0,-2 2-3 16,0 3-7-16,2 2-9 0,-5 0-5 0,2 1-3 16,0 0 1-16,0-1-5 0,-1 4 1 0,0-4 4 15,0 0-6-15,-1-4-4 0,1-2 2 0,1 0-5 16,0-4 12-16,-1 0-7 0,1-2 2 0,-2-2 2 16,2 3 25-16,2-3 36 0,-2-3 35 0,-2 5 32 0,2-5 14 15,0 0-8-15,0 0-21 0,0 0-16 0,11-16-8 0,-5 7-9 16,-1 0-6-16,4 0-11 0,-2-4-22 0,2-2 6 15,3 1-11-15,-3 2-2 0,-1-1-8 0,-1 6 13 16,0-2-19-16,-2 3-6 0,0 2-10 0,-1 0-2 16,-1 0-8-16,-1 0-1 0,2 2-11 0,-4 2-27 15,4-3-14-15,-4 3-20 0,2-3 3 0,-2 3 8 16,0 0 5-16,8 9 13 16,-8-2-11-16,3 0 5 0,-1 0 2 0,1 4-2 15,-3-1 5-15,1 1 1 0,-1 0 2 0,3-1 4 16,-3-2 1-16,1-2 4 0,-1-1 3 0,0-1 3 15,0 0 8-15,2 0 4 0,-2-4 13 0,1 5 26 16,-1-5 20-16,3 2 5 0,-3-2-7 0,0 0-8 16,9-8-2-16,-1 0-4 0,-2 1-6 0,3 0 1 15,-1-1-4-15,-1 0-5 0,4 1-2 0,-2-2-2 0,-2 5-5 0,1-5-5 16,-2 5-2-16,1 3-11 0,-1-3-7 0,-1 2-19 16,0-3-13-16,2 5-10 0,-1 0-24 15,-6 0-19-15,14 5-24 0,-5-3-23 0,0 3-32 0,0 3-46 16,0-2-27-16,1 2-247 0,-2 1-538 0,-2-2 238 15</inkml:trace>
  <inkml:trace contextRef="#ctx0" brushRef="#br1" timeOffset="76891.92">14470 10549 6 0,'0'0'171'0,"-2"-6"-8"0,0 5 0 0,2 1-5 16,0 0-8-16,0-7-12 0,0 7-9 0,0 0-8 16,0 0-14-16,-3-4-10 0,3 4-11 0,0 0-12 15,0 0-7-15,0 0-13 0,0 0-6 0,0 0-8 16,0 0-5-16,0 0-4 16,0 0-10-16,0 15-5 0,3-1-4 0,-1 1 7 15,-2 2 0-15,4 8-7 0,-3 2 1 0,3 3 1 16,0 3-2-16,1-1-1 0,3 3 1 0,2 1-3 15,-1-2 3-15,4 0-3 0,-3-2 2 16,4-2-5-16,1-1 4 0,-3-4-5 0,2-1 2 0,-5-7 3 16,1-1-2-16,-1 0 1 0,-1-7-1 0,0 0 3 15,-1-1-1-15,-1-3 19 0,0 0 22 0,-3-3 22 0,3 3 21 16,-4-5 4-16,-2 0 0 0,0 0-12 0,14-7 11 0,-9 2-23 16,-1-3-10-16,0 2-4 0,-1-3-6 0,0-2-7 15,0-1-4-15,-2 4-6 0,2-3 4 0,-2 6 4 16,-1-5-5-16,0 4-8 0,0 0-2 15,0 1-8-15,0 0-2 0,0 2-7 0,0 3-7 16,-4-7 0-16,4 7-14 0,-5-2-4 16,5 2-10-16,-8 0 2 0,8 0-4 15,-15 5 0-15,6 0 4 0,-1 2-2 0,-3 4 2 16,-2 4-1-16,0-1 3 0,2 1 0 0,-2 5-1 16,-1 1 1-16,1 1 2 0,2-1-3 0,0 1 4 0,0 1 0 15,7 2 3-15,1-5-1 0,2 0 1 0,2-1 2 16,1 6 1-16,4-6 2 0,2 8-1 15,3 0 1-15,4-2-1 0,0-2 5 0,2 2 8 0,3 3-7 0,-1-3-3 16,-1 2 4-16,2 0 1 0,-2-2-2 0,0 0 1 16,-4 2 4-16,0-4-5 0,-4 2-1 0,-3-7-11 15,-5 2-2-15,0 0-6 0,-2-2-1 0,-4 2-2 16,-3-2 1-16,-6 4 7 0,-6-1 0 0,0-4 5 16,-5-1 4-16,-3-3-1 0,-3-3-15 0,0-2-58 15,-9-4-70-15,-12-5-267 0,12-4-453 0,-8-7 201 0</inkml:trace>
  <inkml:trace contextRef="#ctx0" brushRef="#br1" timeOffset="77856.66">13229 10674 48 0,'0'0'159'15,"1"-5"-4"-15,-1 5-9 0,0 0-5 0,0-5-6 16,0 5-1-16,0-4-8 0,0 4-2 0,0 0-11 16,3-3-12-16,-3 3-7 0,0 0-7 15,0 0-5-15,0 0-10 0,0-4-1 0,0 4-7 0,0 0-2 16,0 0-8 0,0 0-6-16,0 0-6 0,0 0 0 0,0 0-12 15,0 0-4-15,0-5 0 0,0 5-8 0,0 0-20 16,0 0-6-16,0 0 5 0,0 0-8 0,0 0 3 0,-3 14-2 15,3-2 3-15,0-3-1 0,-1 8 2 0,-2 1 3 16,-4 11 0-16,-1 3 1 0,-1 1-4 0,0 15-3 16,-7-3 1-16,0 2 5 0,2-2-3 0,-3 1 1 15,2-3 2-15,5-11 0 0,-3-3-1 0,4 2-2 0,-1-8 4 16,0 2-4-16,2-8 3 0,3-3 3 0,-1-2 0 16,-2-4-2-16,7 0 5 0,-2-3 0 0,-2 0 0 15,5 1 21-15,-4-2 29 0,4-2 22 0,0-2-7 0,0 0-8 16,0 0-11-16,0 0-11 0,0 0 2 0,8-15-4 15,-4 9-6-15,2 1-2 0,2-3-6 16,1 2-3-16,0-1-1 16,2 2-7-16,-1 1 3 0,3 1-2 0,1 2-6 0,-1 2-1 15,6 4-6-15,-2 2 4 0,-2 2-5 16,3 3 0-16,0 8-3 0,-3 2 0 0,-3 2-3 16,-1 9 3-16,-5 2 1 0,0 15-1 0,-9 2 2 15,0 3-3-15,-3-1 2 0,-5 3 1 0,-2-3 0 16,0-1-2-16,0-4 2 0,3-1 0 0,1-14 2 0,2-3-1 15,0-4-1-15,3 2 1 0,2-3 1 0,0-7-5 0,2-4 5 16,4-3-1-16,0-1 3 0,1 0 4 0,6-5 2 16,9 1-1-16,8-2-4 0,10-3-24 0,16-4-42 15,6-3-56-15,4-5-81 0,27-8-168 0,-29 3-400 16,26-11 177-16</inkml:trace>
  <inkml:trace contextRef="#ctx0" brushRef="#br1" timeOffset="78495.78">15661 11272 44 0,'0'0'179'0,"0"0"0"16,0 0-1-16,-6 0-6 0,6 0 0 0,0 0-7 16,0 0-13-16,0 0-11 0,0 0-14 0,0 0-13 15,0 0-11-15,0 0-11 0,0 0-9 0,15-3-8 16,-3 3-9-16,8-1-3 0,1 1-10 0,7-1-21 16,0 1-29-16,0 1-42 0,3 0-45 0,1-1-51 0,-4 0-188 0,-7 0-349 15,6 0 155-15</inkml:trace>
  <inkml:trace contextRef="#ctx0" brushRef="#br1" timeOffset="78642.92">15779 11471 67 0,'4'3'138'16,"4"-1"-9"-16,7 1-16 0,7-2-13 0,10 4-8 15,9-10-52-15,14 1-75 0,-1 0-73 0,-1 0-116 16,1-4 52-16</inkml:trace>
  <inkml:trace contextRef="#ctx0" brushRef="#br1" timeOffset="80817.48">17346 11073 61 0,'4'-6'213'0,"-3"0"-6"16,-1 1-10-16,0-4 0 0,1 5-11 0,2-2-14 0,-2 2-8 0,-1 0-17 15,3 2-11-15,-3 2-17 0,1-6-14 0,-1 6-10 16,0-4-14-16,0 4-25 0,0 0-19 0,0 0-2 15,0 0-7-15,4 12-3 0,-3-2-5 0,-1 8-1 16,0 1-5-16,3 5 0 0,-2 2-3 0,-1 1-1 16,3 0 0-16,-3 5-3 0,2-5 0 0,0 1 0 15,-2-1 0-15,2-2-1 16,2 3-2-16,-4-6 3 0,1-1 0 0,0-3-5 16,-2 0-2-16,1-5 5 0,1-1 1 0,-1-3-3 15,0 0 2-15,0-4 0 0,2 1 24 0,-2-1 24 16,1-1 29-16,-1-4 31 0,-1 4 36 0,1-4 40 15,0 0 8-15,0 0-21 0,0 0-16 0,-8-13-23 16,3 4-9-16,0-2-11 0,-3-6-10 0,3-3-4 16,-4-3-17-16,0-5-5 0,1-3 1 0,3-3-16 0,-3-11-5 0,2 0-5 15,2-3-14-15,3 1-2 0,1 0-12 0,1-1 0 16,2 11-18-16,-3 2 2 0,4-1 2 0,2 7-2 16,-1-3 8-16,0 5-13 0,2 1 5 0,-2 9-8 15,0 0-5-15,5 2 7 0,-1 2-10 0,4-1-3 16,1 3-13-16,5 3-21 0,-1-1-25 0,3 4-16 15,0 3-21-15,11 2-16 16,-5 4-33-16,-4-1-24 0,3 8-26 16,-1 2-23-16,-3 4-23 0,-2 1-22 0,1 1-252 0,-10-4-565 15,3 2 250-15</inkml:trace>
  <inkml:trace contextRef="#ctx0" brushRef="#br1" timeOffset="81102.7">17378 11267 176 0,'0'0'206'0,"0"0"-10"0,0 0-9 0,-2 1-18 16,2-1-16-16,0 0-15 0,0 0-15 0,22-3-16 16,-4 1-7-16,3-1-11 0,11 0-7 0,7-1-25 15,-3 1-32-15,19-1-38 16,-4-3-45-16,7-1-68 0,-19 3-143 0,10 1-291 16,-12-1 129-16</inkml:trace>
  <inkml:trace contextRef="#ctx0" brushRef="#br1" timeOffset="84294.85">18333 10867 160 0,'1'-6'203'0,"-1"3"-5"0,0-4-2 0,1 1-1 15,-1 1-7-15,1 4-10 0,-1-4-13 0,0 5-10 16,2-6-16-16,-2 2-16 0,0 4-12 0,2-2-14 16,-2 2-12-16,0 0-15 0,0 0-13 0,0 0-18 15,0 0-3-15,0 0-7 0,0 13-2 0,2-3-4 16,-4 6-2-16,2 2 0 0,-2 2-5 0,0 7-6 0,0 0 2 0,2-1 1 16,-3 1-1-16,1-3-3 0,-1 4-2 15,-1-10-2-15,4 3 0 0,-5-1 1 0,4-2-2 0,-3 0-1 16,3-3 0-16,-2-4 1 0,3-1-2 0,-1-2 3 15,0 4-1-15,-1-7 0 0,2 0 1 0,0 1-3 16,0-2-3-16,0 0 10 0,0-4-1 31,-1 5 3-31,1-5 2 0,-1 4 9 0,1-4 8 0,0 0 3 0,0 4-1 16,0-4 1-16,0 0-2 0,0 0-5 0,0 0 1 16,0 0-3-16,0 5-2 0,0-5-2 15,0 0 0-15,0 0-5 0,0 0 1 0,0 0 2 0,0 0-15 16,0 0-35-16,0 0-29 0,0 0-28 0,0 0-25 15,-4-13-40-15,4 8-10 0,-1 1-18 0,-1-2-196 16,0 0-408-16,-1-1 180 0</inkml:trace>
  <inkml:trace contextRef="#ctx0" brushRef="#br1" timeOffset="84673.73">18230 10836 47 0,'0'0'212'0,"0"0"-7"0,-5-5-25 0,5 5-15 16,-1-3-18-16,1 3-17 0,0 0-15 0,9-2-12 16,-9 2-14-16,13 2-9 0,-4 2-5 0,3 3-11 15,2 2-7-15,0 3-8 0,2 0-2 0,0 1-8 0,2 8-2 0,0 3-3 16,-5 1-5-16,2-4-8 0,-2 4 3 0,0-1-4 15,-4 1-2-15,-3 0 2 0,-2-7-3 0,0 1-5 16,-2-1 5-16,-2-2-8 0,0 0 1 0,-3 1 8 16,-1-2-11-16,0-5 3 0,-1 3 0 0,-3-1-2 15,3-3 7-15,-4 0 0 0,4-1-7 0,-3 0 5 16,-1-2-2-16,3 0-1 0,0-2-1 0,0 1-1 0,3-3 1 0,-1 2-5 16,1 0-1-16,1-1 5 0,-1 1 4 0,3-4-3 15,-6 2-3-15,6-2-10 0,-3 2-11 0,3-2 2 16,0 0-7-16,0 0-36 0,0 0-15 0,0 0-22 15,0 0-41-15,0 0-177 0,0 0-334 0,12-11 147 16</inkml:trace>
  <inkml:trace contextRef="#ctx0" brushRef="#br1" timeOffset="84974.48">18497 10858 84 0,'3'-3'172'0,"-3"3"-18"0,13 0-7 16,-4 5-16-16,3-2-12 0,1 2-6 0,6 6-16 16,3 6-1-16,1-1-7 0,0 7-8 0,0-1-13 15,-2 5 0-15,0-1-9 0,-4 5 1 0,-3-5-8 0,-2 7-7 16,-1-3 0-1,-3-2-5-15,-3 1-5 0,-5 1-3 0,-4-4-2 16,-3 0-4-16,-4 3-6 0,-4-5 3 0,-7 0-1 16,-2-3-11-16,-2-3-11 0,-5 0-20 0,-3 1-27 15,-2-5-23-15,3-2-36 0,-4-2-174 0,0 0-302 16,2-6 133-16</inkml:trace>
  <inkml:trace contextRef="#ctx0" brushRef="#br1" timeOffset="85313.1">18298 10652 39 0,'-3'-2'157'0,"3"2"-23"16,0 0-12-1,-5-5-10-15,5 5-18 0,0 0-12 0,-19 12-17 16,5 3 0-16,0 2-6 0,-4 8-8 0,0 7-3 16,-9 10-7-16,3 4 0 0,1 0 3 0,1 4 4 0,5-1-17 15,2 0 4-15,4-4-5 0,7-11-5 0,3-1 6 16,2 0 22-16,6 0 1 0,4-5 2 0,4 1 1 15,7-3 4-15,6-5-7 0,14 4-6 0,-7-9-22 16,17 0-47-16,2-4-62 0,-16-7-194 0,2-4-300 0,15-3 134 16</inkml:trace>
  <inkml:trace contextRef="#ctx0" brushRef="#br1" timeOffset="88251.7">18772 10575 49 0,'0'0'131'0,"-1"-8"2"16,0 5-7-16,1 3-11 16,0 0-11-16,-2-6-6 0,2 6-11 0,-1-3-4 15,1 3-16-15,0 0-5 0,0 0-13 0,-1-5-3 16,1 5-5-16,0 0-9 0,0 0-2 0,0 0 1 15,0 0 0-15,0 0-5 0,0 0-5 0,0 0 4 0,0 0-13 16,12 7 2-16,-5-4-7 0,3-1 10 0,4 3-10 16,-1-2 8-16,6 1-1 0,-2 0-17 15,3-2 6-15,0-2-7 0,0 5-4 0,-1-8 5 0,0 3 3 0,0-2-7 16,-1 2 7-16,-4-1 2 0,-2 0-2 0,0-2 1 16,-2-1 1-16,2 1 3 0,-3-3 12 0,-5 4-4 15,1-3 8-15,-1 0 0 0,2 0 2 0,-6 2 7 16,4-4 8-16,-4 3-1 0,3 0-5 0,-3-1 1 0,1 2 0 15,0-1 1-15,-1 4 0 0,0-8 5 16,0 6 0-16,0 2 3 16,0-4-2-16,0 4 0 0,0 0-7 0,0-6-4 15,0 6-8-15,0 0 1 0,0-2-3 0,0 2-4 16,0 0-5-16,0 0-6 0,0 0-8 0,0 0-10 16,0 0 1-16,0 0 3 0,0 17-6 0,-1-5 1 15,0 2 4-15,-2 12 0 0,2 4 0 16,-3 4 0-16,5 12 8 0,-6 5-3 0,5 2 1 0,5 0 2 0,2 3 3 0,-5-1-1 15,2 1 7-15,1-2-2 0,-2-2-3 0,1-1-3 16,2-2 6-16,-5 0-5 0,3-14 1 0,-4 1 3 16,5-3-8-16,-3 2 4 0,0-3-1 0,-2 1 1 15,3 1-7-15,-3-6 9 0,1 2 2 0,0-1-3 16,-1-1 1-16,2-4 0 0,-1 1 1 0,-1-6-4 16,1-1-3-16,-1 2 3 0,1-3 4 0,-2 3 4 15,1-2-8-15,1 2 0 16,-1-4 3-16,0-1-2 0,2 2 4 0,-2-4 0 15,0-4-4-15,0 4 0 0,0-4 1 0,0 1 1 16,2 0 3-16,-2-3-4 0,0-1 3 0,0 2-1 16,0-4 0-16,1 0 0 0,1 2-6 0,-2-2 2 15,0 0 2-15,0-1-1 0,0-3 4 0,0 0-1 16,0 7 5-16,0-7 21 0,0 2 9 0,0-2 10 16,0 0 2-16,1 3 3 0,-1-3 2 0,0 0-3 0,0 0-1 0,0 0-3 15,0 0-6-15,0 0-2 0,0 0-6 0,0 0-1 16,0 0-4-16,-1 5 2 0,1-5-10 15,0 0-3-15,0 0-1 0,0 0 0 0,0 0-3 0,0 0 0 16,0 0-2-16,0 0-4 0,0 0 4 0,0 0-5 16,0 0 1-16,0 0-1 0,0 0-2 0,0 0-4 15,-3 2 0-15,3-2 11 0,-15 4-8 0,1-1 3 0,-13 0-1 16,-8 1-1-16,-16-1-12 0,-6 1-27 0,-6-3-55 0,-31 1-57 16,-5-5-48-16,-4-1-204 0,8-2-431 15,30 2 192-15</inkml:trace>
  <inkml:trace contextRef="#ctx0" brushRef="#br1" timeOffset="89439.26">17170 10614 12 0,'0'0'184'16,"2"-4"-8"-16,-2 4-9 0,3-5-17 0,-3 5-12 16,0 0-13-16,0-4-16 0,0 4-13 0,0 0-12 15,0 0-8-15,-22 3-7 0,9-1-9 0,-11 6-6 16,-5-1-4-16,-5 1-2 0,0 2-10 0,-3-1-4 16,1 0 0-16,0-1-5 0,4 1-3 0,0-2-4 15,4-2 0-15,2 1-4 16,5-3 2-16,2 1-4 0,6-2-4 0,-1-2 3 15,6 5-2-15,-2-4 3 0,5-1-1 0,0 1 0 16,5-1 10-16,-8 2-3 0,8-2-2 0,0 0 0 16,0 0-1-16,-5-7-6 0,5 7 0 0,0-4 0 15,0 4 11-15,0 0 5 0,5-5 3 0,-5 5 1 16,3-5-3-16,-3 5 1 0,0 0-7 0,0 0-4 16,0 0-2-16,1-3-3 0,-1 3-4 0,0 0-4 0,0 0-2 0,0 0-1 15,0 0-21-15,0 0 0 0,0 0-3 0,0 0 3 16,1 15-3-16,2 2 9 0,-2 3-6 0,3 6 3 15,1 8 6-15,-5 12-3 0,5 7-4 0,-5 5 1 16,3 22 7-16,-11-22-3 0,7 23 1 0,-3-22-1 16,-1 23 1-16,0 0-2 0,2-22 3 0,-2 0 0 15,0 21 9-15,4-27-4 16,-2-1 1-16,-2 1-1 0,5-5-3 0,0-2 3 16,0-13 1-16,-1-2-2 0,-2-1 2 0,3-4-1 15,-1-1 2-15,-3 0 4 0,4-6-4 0,0-3 1 16,0-2-6-16,0-4 6 0,0 0 0 0,0-1 0 15,0-2 2-15,0 1-3 0,-2-2 6 0,2 0-8 16,-2 2 3-16,2-4-6 0,0 0 6 0,0 1 0 16,0-2 0-16,-1 3 4 0,1-2-1 0,0 0 1 0,-3 0-2 0,3 1 1 15,0-3-2-15,0 1 2 0,-1 0 1 0,1-4 0 16,0 4-4-16,0-4 1 0,0 0-3 0,0 5 5 16,0-5 0-16,0 0 1 0,-4 4 1 0,4-4 1 15,0 0-3-15,0 0 5 0,0 0 13 0,0 0-8 16,0 0 7-16,8 3-4 0,-8-3 3 0,23-7-5 15,8 2-20-15,6 0-30 0,17-7-56 0,35-13-66 0,-1 3-168 16,8-7-353-16,3-4 157 0</inkml:trace>
  <inkml:trace contextRef="#ctx0" brushRef="#br1" timeOffset="90188.98">19026 10233 86 0,'0'0'160'0,"0"0"-12"0,0 0 1 0,0 0-3 0,-1-2-8 16,1 2-10-16,0 0-4 0,0 0-11 0,0 0-2 0,0 0-13 15,0 0-14-15,0 0-6 0,0 0-8 16,0 0-16-16,0 0 2 0,0 0-8 0,0 0-3 15,0 0-5-15,0 0-4 0,0 0-3 0,0 0-14 16,0 0 6-16,-3-4-1 0,3 4-5 0,0 0 6 16,0 0-7-16,13 0 4 0,-1 1-5 0,-1-2-5 15,12 2-1-15,-2-2 3 0,8 1-4 0,2-1 0 16,-3-1-2-16,1 2 0 0,-1 0-2 0,-6 0 0 16,-4 0-1-16,1 0 1 0,-6 0-1 0,-3 0 1 0,0-2-2 0,-3 2-3 15,0 0 1-15,-7 0-2 0,8 0-5 0,-3 0-8 16,-5 0-15-16,0 0-3 0,8 0-14 0,-8 0 2 15,0 0-5-15,0 0-4 0,0 0-12 0,0 0-25 16,-5 6-14-16,5-6-21 0,-4 5-30 0,3-2-85 16,1-3-258-16,0 0 115 0</inkml:trace>
  <inkml:trace contextRef="#ctx0" brushRef="#br1" timeOffset="90488.16">19575 10079 53 0,'1'-3'253'0,"-1"-1"-2"0,0 4-14 16,0 0-15-16,1-6-22 0,-1 6-14 15,0 0-30-15,1-2-15 16,-1 2-20-16,0 0-14 0,0 0-18 0,0 0-7 16,0 0-7-16,3 12-10 0,-4-2-9 0,3 4-4 15,0 1-5-15,-2 5-5 0,5 6-2 0,0 3-17 16,1-2-24-16,2 5-29 0,0 0-49 0,-2 1-44 16,5-2-49-16,-3 0-178 0,0-3-377 0,3-3 168 15</inkml:trace>
  <inkml:trace contextRef="#ctx0" brushRef="#br1" timeOffset="93997.98">20097 10978 85 0,'4'-3'133'0,"1"0"-8"0,-1 0-15 16,4 1-13-16,3-2-6 0,0 1-2 0,2-2-16 16,3 5-3-1,2-2-2-15,1 2-10 0,-1 2-7 0,2 0-2 0,0 2-2 16,-1 3-5-16,0 0-6 0,-1 3 0 0,-2-1-10 15,-3 3-3-15,1 3-1 0,-4 1-2 0,-1 3-8 16,-4 0 10-16,-1-1-9 0,0 8 2 16,-8-1-4-16,0 0-3 0,-7 2 7 0,-2-4-4 0,-5 4 3 15,0-4-8-15,0 2 5 0,-3-4-1 0,3 0-6 16,-4-3 3-16,0-1-3 0,7-3 1 0,1-1 2 0,0-1 8 16,5-4-9-16,-1-1 6 0,-1-2 0 0,6 0 2 15,0-1 10-15,0 0 19 0,0 0 22 0,1-3 43 0,2 2 21 16,2-3 6-16,0 0-7 0,0 0-12 15,0 0-13-15,7-15-12 0,7 6-8 0,3-4 4 16,5-4-19-16,3-1-6 0,2-4-12 0,1 0-2 0,1-3-4 16,0 0-4-1,5-9-8-15,-6 9-4 0,-3-4-3 0,-1 5-1 16,-4-2 3-16,2 1-8 0,-7 1-4 0,2 4 4 16,-8 4-2-16,1 1 3 0,-6 5-3 0,2 1 9 15,-2-1-1-15,-3 3-1 0,3 1-6 0,-4 0-7 0,0 1-14 16,0 3 6-16,0 2-19 0,-9-2-1 15,9 2-2-15,-16 9 2 0,3 2 1 0,-1 2 1 16,1 5-3-16,-3 2 2 0,0 3 3 0,5 0-3 0,0 2 0 0,5 0 3 16,2 0 5-16,7 2-1 0,1-7 1 0,10 2 5 15,4-1 2-15,7 1-8 0,6-2-9 0,14 2-24 16,8-5-37-16,6-3-57 0,2-5-63 0,3-6-243 16,0-2-480-16,1-2 213 0</inkml:trace>
  <inkml:trace contextRef="#ctx0" brushRef="#br1" timeOffset="95201.18">20751 10640 137 0,'2'-4'171'16,"-2"1"-1"-16,2-2-9 0,0 1-8 0,0 1-8 0,-2-1-10 0,0 4-5 16,3-5-2-16,-1 2-3 0,-2 3-9 0,0-5-7 15,0 5-13-15,0 0-11 0,4-4-12 0,-4 4-8 16,0 0-13-16,0 0-23 0,0 0-3 0,0 0-8 0,0 0-2 15,0 11-2-15,0-4-4 0,-2 3 2 0,0 2-4 16,-2 5-5-16,3 0 5 0,-1 3-2 0,2-2 0 16,-2 2 0-1,2-1 1-15,0-1 0 0,-2 2-4 0,2-2 2 16,0-3-2-16,2-3-5 0,-2-1 8 0,2-1-4 16,-4-3 0-16,4-1 5 0,-2 0 21 0,2-1 28 15,-2-4 37-15,0 4 47 0,0 0 29 0,0-5 0 16,0 0-17-16,0 0-16 0,13-11-14 0,-8 0-14 0,5-2-7 15,1 1-13-15,1-4-12 0,2-8-6 0,-2 1-11 16,3 0-5-16,-1-2-6 0,0 5-2 0,-2 4-4 0,-1 1-6 16,-1 1-2-16,-1 0 12 0,-2 4-25 0,-1 2 3 15,-1-1-6-15,0 5-3 0,-1 0-4 0,-1 0-4 16,-1 0-19-16,2 1-21 0,-2 0-22 0,-2 3-5 16,0 0 2-16,0 0 9 0,12 10 5 0,-8-2 2 15,-1 1 7-15,-1 3 2 0,2 5-1 0,0-1 8 0,0 4 4 16,-1-1-1-1,1 1 4-15,0-3 2 0,0-5 6 0,-3 4-1 16,3-6 1-16,-4 1 4 0,1-5 4 0,2 1 9 16,1-2-6-16,-2-2 15 0,-2-1 11 0,0-2 2 15,0 0 3-15,18-5-6 0,-7-3-1 0,1-1-11 16,1-4 4-16,7-7-2 0,0 0-1 0,-2 1-4 16,2-1-1-16,0-1 2 0,0 1-4 0,0 2 0 15,-7 5-5-15,1 1 7 0,-5 3-3 0,0 1-2 0,-2 1-3 0,0 2-4 16,-3 0-2-16,1 2-17 0,0 1 7 0,-5 2-13 15,13 2-2-15,-4 6-3 0,1 1-7 0,3 3-8 16,-1 10-29-16,4 5-44 0,-3 1-56 0,-1 4-60 16,0-3-273-16,-1 0-553 0,-1-4 244 0</inkml:trace>
  <inkml:trace contextRef="#ctx0" brushRef="#br1" timeOffset="105872">5501 13801 121 0,'0'-5'190'15,"0"5"-2"-15,0 0-11 0,1-6-5 0,-1 2-7 16,0 4-2-16,0-7-5 0,0 7-6 0,0-3-9 15,0 3-10-15,0-4-9 0,0 4-13 0,0 0-11 16,0 0-15-16,0-5-11 0,0 5-15 0,0 0-18 16,0 0-26-16,0 0-14 0,0 0-5 0,0 0 2 15,-1 19-2-15,1-6 1 0,-3 4 0 0,2 11 0 16,-2-4 1-16,2 5-1 0,0 1 15 0,-1-2-2 0,0 4 1 0,2-1-3 16,-3 1-1-16,2-1 1 0,0-1-2 0,1-4 5 15,-2-5-8-15,2-1 1 0,0-3 1 0,2 0 0 16,-4-5-3-16,1 0 1 0,1-4-2 0,0 0 3 15,0-2 0-15,0-1 4 0,0 1 2 0,0-2 15 16,-2 0 23-16,2-4 15 0,0 7 23 0,0-7 23 16,-2 3 26-16,2-3-2 15,0 0 24-15,0 0-33 0,-6-12 0 0,2 5-35 16,-1-6 8-16,1-6-17 0,-2-8-9 0,-1-3-6 16,1-5-7-16,2-11-19 0,-1-2 11 0,5-1-12 15,-1 5-17-15,5-8 4 0,-3 6 6 0,3 12 3 16,0 0-2-16,-1 5-2 0,0 0-8 0,4 1-1 15,-1 6 0-15,-2 2 7 0,1 3-26 0,1 0 16 16,0 4-20-16,1-2 13 0,0 6 0 0,5-3-9 0,-1 3-4 16,2 4-17-16,6-2-28 0,-1 3-30 0,4 4-25 15,1 1-30-15,5 6-39 0,-1 3-38 0,-4 4-46 16,1 3-44-16,-8-4-211 0,2 9-551 0,-8-6 244 0</inkml:trace>
  <inkml:trace contextRef="#ctx0" brushRef="#br1" timeOffset="106288.55">5485 14316 121 0,'0'0'197'0,"0"0"-3"15,0 0-8-15,-4 2-12 0,4-2-16 16,0 0-17-16,0 0-11 0,0 0-16 0,0 0-9 15,14 3-5-15,-2-4-11 0,10-1-3 0,-1-2-11 0,11 1-8 16,0-4-6-16,4 3-6 0,0-2-6 0,-3 1-3 16,-2 0-5-1,-9 0-3-15,-1 3-4 0,-3-2-4 0,-4 3 0 16,-2-1-3-16,-5 2-3 0,1-1-3 0,-3 0-4 16,2 0 7-16,-2-1-4 0,-5 2-3 0,6-2 0 15,-6 2-17-15,0 0-20 0,0 0-17 0,-14-3-22 16,4 3-20-16,-3 0-35 0,0 0-15 0,0-2-32 15,-1 4-155-15,4-4-340 0,-3 1 151 0</inkml:trace>
  <inkml:trace contextRef="#ctx0" brushRef="#br1" timeOffset="106658.39">5554 14038 86 0,'0'0'125'0,"0"0"-13"0,0 0-5 0,0 0-7 0,-6 0 3 16,6 0 6-16,0 0-6 0,0 0-6 0,0 0-9 15,0 0-1-15,0 0 0 0,0 0-1 0,25-3-10 16,-12 1-5-16,9-1-8 0,6-1-7 0,0-1-4 16,4 0-2-16,-1 2-11 0,-1-3-2 0,-2 0-3 15,-7 5-10-15,-2-3 2 0,-6 3 5 0,2-2-2 16,-4 1-1-16,0-1-12 0,-6 3 1 0,1-3-2 0,0 3-1 16,-6 0-12-16,7-1-18 0,-7 1-15 0,3-1 2 0,-3 1-8 15,0 0-10-15,0 0-18 0,-8 8-25 0,3-6-36 16,-1 2-130-16,-1-1-275 0,1-1 122 0</inkml:trace>
  <inkml:trace contextRef="#ctx0" brushRef="#br1" timeOffset="107197.4">6523 13897 42 0,'0'0'203'0,"0"0"-15"0,0 0-23 0,1-4-19 0,-1 4-15 16,0 0-17-16,0 0-4 0,0 0-23 0,0 0-19 15,0 0-14-15,0 0-11 0,0 0-1 0,0 0-7 16,-9 16-1-16,2-7-5 0,-5 6 0 0,-1 0-4 0,-6 7 2 0,0-2-5 0,-2 3-12 16,2-3 6-16,-2 2 5 0,3 0-16 0,-1-3 5 15,2 2 9-15,3-6-10 0,0-1 1 0,0 1-4 16,2-2 16-16,-2-2-13 0,5-1 5 0,0-1-5 15,0-1-1-15,3-2-12 0,2-1-17 0,-1 1-12 16,1 0-30-16,-1-3-10 0,1-1-18 0,4-2-156 16,0 0-266-1,-9-5 118-15</inkml:trace>
  <inkml:trace contextRef="#ctx0" brushRef="#br1" timeOffset="107491.57">6210 13961 228 0,'0'-3'239'16,"-3"0"-17"-16,3 3-20 0,0-7-23 0,0 7-22 0,-1-4-19 16,1 4-16-16,0 0-19 15,0 0-7-15,0 0-13 0,0 0-13 0,10 13-4 0,-3-5-6 0,2 2-9 0,4 2-5 16,0 2-5-16,9 3-3 0,1 4-3 0,0-1-4 16,1 0-3-16,2-1-3 0,-1 0 1 15,2 0-4-15,-7-4 1 0,4 2-3 0,-5-5-1 16,-5-3 3-16,0 2-8 0,-1-6 1 15,-4 2 0-15,2-1-2 0,-4-1-2 0,-2 1 2 16,1-4 3-16,-1 2 1 0,-1-3-4 0,0 1-3 16,-4-2 0-16,4 2-3 0,-2-1-2 0,-2-1-3 15,0 0-2-15,4 5-2 0,-4-5-15 0,0 0-20 16,0 0-32-16,0 0-34 0,0 0-50 0,0 0-52 16,-6-11-124-16,4 7-354 0,2-3 157 0</inkml:trace>
  <inkml:trace contextRef="#ctx0" brushRef="#br1" timeOffset="107861.04">6737 13750 149 0,'0'0'240'0,"2"-4"-21"0,-2-2-22 0,0 6-21 16,0 0-21-16,0 0-16 0,0-5-19 0,0 5-11 15,0 0-16-15,0 0-11 0,4 17-7 0,-3-5-13 0,2 13-8 0,-1-2-2 16,6 4-10-16,-5 5-2 0,3-2-6 16,-1 5 0-16,-1 1-5 0,2 10-6 0,2-12-2 0,-3 0 0 15,-1 0-4-15,1 0 1 0,0-5-3 0,-3 0 1 16,1-3-5-16,2-7-3 0,-4-1-2 0,2-1 0 15,-2-5 2-15,2 0-3 0,-2 0-1 0,0-5-5 16,-1 1 8-16,2-1 1 0,-2-1 1 0,1 0 0 0,-2-1-7 16,1-1-16-16,0-1-6 0,0-3-14 0,0 8-15 15,0-8-13-15,-2 4-9 0,2-4-18 0,-6 0-56 16,6 0-160-16,-14-2-331 0,5-3 146 0</inkml:trace>
  <inkml:trace contextRef="#ctx0" brushRef="#br1" timeOffset="108199.33">6796 13922 4 0,'0'0'175'0,"0"0"-20"16,-1-3-13-16,1 3-17 0,0 0-7 0,0 0-12 15,15 7-18-15,-3-6-3 0,1 5-7 16,3-1 0-16,3 3-10 0,7-1-5 0,-6 0-3 16,6 4-3-16,-9-2-6 0,0 1-9 0,0 1 2 15,-2-1-12-15,-3 1-9 0,-2 0-3 0,-4-2-2 0,1-1-1 16,-2 1-4 0,-4 0 4-16,-1-2-2 0,-4 3 8 0,-1-4-2 15,-4 4-4-15,-6-1-5 0,-2-1 9 0,-3-1 6 16,0 1-12-16,-1-4-1 0,-10 4 3 0,7-2-5 15,-5-1 2-15,1 0-1 0,7-2 1 0,0-1-3 16,0 2 0-16,2-3-9 0,6 2 5 0,2-3 0 0,2 1-8 0,1 0-25 0,0-1-18 16,8 0-50-16,-9-1-41 0,9 1-141 15,0 0-298-15,0 0 132 0</inkml:trace>
  <inkml:trace contextRef="#ctx0" brushRef="#br1" timeOffset="108716.26">7436 13989 112 0,'0'0'216'15,"0"0"-20"-15,-1-7-18 0,-1 3-20 0,-1 1-25 16,-2 1-9-16,-3 1-13 0,2-1-10 0,-4 1-15 16,-4 2-9-16,1-1-7 0,-6 0-3 0,2 3-11 15,-5 1-7-15,3 2-4 0,0 1-6 0,0 2-5 16,-1 0-4-16,3 1-6 0,0 2-3 0,1 0 0 16,-1 1-2-16,7-1-5 0,-2 4 0 0,2-3-2 15,2-1-1-15,3 0-5 0,1 0 11 0,3 0-5 0,1-2 1 0,1-1 1 16,2-2 9-16,2 2 2 0,-1-5 2 0,5 2 7 15,5-2 5-15,-4-2 2 0,4-2-1 0,2 0 6 16,1-2 11-16,-1-4 14 0,-2 2-2 0,-1-3 7 16,1-1 10-16,0-2-2 0,-5 1-7 0,3-3-6 15,0 0-8-15,-2 0-7 0,0 4 0 0,-2-3-3 16,-3 3 4-16,3-1-3 16,-6 3-1-16,2 2-7 0,0-1-5 0,-4-1-6 15,5 4-6-15,-5-2-10 0,4 4-12 16,-1-3-25-16,-3 3-21 0,2-5-29 0,-2 5-30 15,0 0 7-15,0 0 6 0,0 0 0 0,4 8-8 16,-1-3 0-16,0-1-13 0,1 4 0 0,4-1-16 0,1 3-19 16,1-3-15-16,1 0 4 0,6 0-4 0,0-1-6 15,-3-2-129-15,2-4-315 0,0 3 139 0</inkml:trace>
  <inkml:trace contextRef="#ctx0" brushRef="#br1" timeOffset="109834.88">7585 14105 54 0,'6'-2'93'16,"3"-5"36"-16,-1 0 19 0,-3-1 19 0,-1 1 12 15,1 0-2-15,-3-3 3 0,1 4 6 0,0 0 5 16,-1-1 5-16,-1-1 2 0,3 4-11 0,-4-1 0 15,3 0-12-15,-2 0-13 0,0 1-17 0,0 1-16 16,-1 3-17-16,3-5-17 16,-3 5-15-16,1-3-23 0,-1 3-27 0,0 0-23 15,0 0-8-15,0 0 2 0,0 0 0 0,4 8-4 16,-4 0 1-16,0-2 6 0,1 5-6 0,-1-1 1 16,-2 2 0-16,2 1-2 0,-1 3 2 0,1 0 0 15,-2-4 0-15,0 0-1 0,0 0-3 0,2-2 7 16,0-2-5-16,0-1 2 0,0-2 5 0,-1 1 7 15,1-3-4-15,0 1 22 0,0-4 17 0,-1 5 19 0,1-5 11 0,0 3 2 16,0-3-7-16,0 0-4 0,8-8-10 0,-5 1-2 16,3-2-8-16,0 0 0 0,3 0-10 0,-1-2-2 15,-2 1-6-15,3-2-6 0,-3 2 1 16,2 1 0-16,-2 0-11 0,-2 2 1 0,1 2 0 16,-1 1-11-16,1-1-6 0,-4 2-14 0,2-1-6 0,2 2-25 15,-5 2-7-15,4 0-5 0,-4 0 2 0,0 0 7 0,0 0 4 16,10 4 4-16,-9 1 0 0,2 0-7 0,0-1 2 15,0 3 0-15,1 2 6 0,0-2 5 0,0 3-2 16,5-3-1-16,-3 2 4 0,2-3-3 0,4 1 0 0,4 0-5 16,3 0-8-16,2-1-10 0,8-2 6 15,2-2 0-15,2-1 1 0,-1-2-10 0,0-1 4 16,5-2 2-16,-5-2 4 16,-2-1 10-16,1-1 4 0,1 1 4 0,-4-3 3 15,-1 1 7-15,-9-1 8 0,0 3 7 0,0-4 6 16,-3 4 17-16,-5-2 11 0,2 2 17 0,-3 2 7 15,-4-4 10-15,1 1 8 0,-1 4-5 0,0-4-1 16,-3 3-13-16,0-1-6 0,-4 0-6 0,-1 2-8 16,-2 1-6-16,-4-1-7 0,-2-2 9 0,-7 6-10 15,-3-2-5-15,1 3 0 0,-3 0-2 0,-4 4-3 0,-1 2-1 16,6-2-2-16,3 3-2 0,1 1-8 0,-1 1-1 0,0 0-3 16,2 3 0-16,2 2-4 0,2-2 2 0,-1-1-5 15,5 2-5-15,3 1-14 0,1-3 1 0,2 0 3 16,3 0 4-16,3-2 3 0,3-1 6 0,2 0 2 15,2 0 7-15,4-2-2 0,4-5 6 16,2 2-1-16,3-5 2 0,4 0 5 16,0-3-2-16,-8-4 8 0,4-1 12 0,0-3 19 15,-6 0 9-15,-2-2 12 0,-2-1 2 16,-2-2 6-16,1 0-1 0,-1-10-1 0,-2 0-7 16,-2-3-7-16,-2-2-4 0,0-2-8 0,-3 0-3 15,0-14-5-15,-4 17-5 0,1 0-2 0,0 1 5 0,-3 5 0 16,1 4-1-16,1 6 2 0,-1-2 2 0,1 6-1 15,-2 0-3-15,0 0-2 0,3 1 4 0,0 5-9 0,-1-2 2 16,0 3-10-16,0-2-1 0,2 6-9 0,-1-3-24 16,1 3-6-16,0 0 0 0,-6 0 4 0,6 0 3 15,-8 12 0-15,3-6 2 0,-1 8 5 0,-2 5 0 16,3-5-3-16,-7 11 6 0,5-1 0 0,-1 4 6 16,3 0-2-16,0-2 4 0,0 1 1 0,2 0 1 15,3 1 1-15,0-1 1 0,4-1 5 0,0-8-5 0,1 2 3 0,0-3 2 16,4 0 4-16,-1-3-1 0,3-1 4 0,1-1-1 15,4-1 7-15,0-2-3 0,1-1 0 0,1-4 3 16,4-1-3-16,-2-1 3 0,3-2-3 0,-2-4 1 16,2-3-1-16,4-1 2 0,-7-1-2 0,3-2 3 15,-5-1 5-15,-1 0 3 0,-2 0 3 0,-2 0 3 16,-2 0 3 0,1-3 0-16,-3 2 16 0,-2 3 11 0,0 0 10 0,-2 0 0 15,0 1 0-15,-1 4 4 0,-3-2-8 0,4 1 3 16,-2 2-10-16,-2 1-10 0,2 0-9 0,-2-1-6 15,-1 4-9-15,1-5-23 0,-1 5-23 16,0 0-6-16,4-2-16 0,-4 2 1 0,0 0 7 16,0 0 9-16,0 14-6 0,0-9 7 0,-1 5 0 0,1-1 1 15,-3 3 4-15,3-2 2 0,0 2 2 0,-1 0 0 0,1 1 6 16,0-1-3-16,0 3 4 0,0-5 3 0,0 3-2 16,0-4 3-16,1 1 0 0,-1-2 4 0,0-1-3 15,0-2-13-15,0 0-5 0,0 0-3 0,0 0-2 16,0-5 6-16,0 4 5 0,0-1 1 0,0-3 5 15,0 0 4-15,0 5 6 0,0-5-1 0,0 0-12 16,0 0-42-16,0 0-67 16,-2-11-84-16,-1 0-286 0,3-1-536 0,0-3 239 15</inkml:trace>
  <inkml:trace contextRef="#ctx0" brushRef="#br1" timeOffset="109982.02">8681 13730 99 0,'-4'-5'275'0,"4"2"-14"0,0 3-21 16,-1-4-21-16,1 4-23 0,0 0-22 0,-1-5-19 16,1 5-23-16,0 0-31 0,0 0-26 0,0 0-27 0,0 0-32 15,0 0-38-15,10 10-45 0,-5-4-47 0,-1-2-184 16,2 0-324-16,-2 2 144 0</inkml:trace>
  <inkml:trace contextRef="#ctx0" brushRef="#br1" timeOffset="114577.9">8663 13750 130 0,'0'0'132'0,"-1"-4"-2"16,1 4 1-16,0 0-13 0,0 0-9 0,1-6-10 0,-1 6-8 16,0 0-4-16,0 0-7 0,0 0-6 0,0 0-3 15,0 0-6-15,0 0-4 0,0 0-9 0,0 0-7 16,0 0-3-16,0 0-7 0,0 0-5 0,0-5-5 15,0 5-11-15,0 0-12 0,0 0-8 0,0 0 3 16,0 0-9-16,0 0 11 0,0 0-7 0,-5 15 5 0,5-15-5 16,0 1 1-16,0-1 5 0,-1 4 0 0,-3 0 6 0,4-4-1 15,0 0-5-15,0 0 1 0,0 0 17 0,0 3 10 16,0-3 18-16,0 0 17 0,0 0 17 0,0 0 7 16,0 0-7-16,0 0-9 0,0 0-7 0,0 0-5 15,1-12-5-15,2 9-3 0,-2-1-6 0,-1 4 2 16,0-6-6-16,3 3-6 0,-3 3-5 0,1-4-4 15,-1 4 1-15,0 0-6 16,0-5-3-16,0 5-7 0,0 0-14 0,0 0-3 16,0 0-6-16,0 0-9 0,0 0-2 0,0 0 2 15,0 0 0-15,0 0 4 0,0 0 5 0,0 0 0 16,0 0 2-16,0 0-2 0,0 0 4 0,0 0 3 16,0 0 3-16,0 0 0 0,0 0-3 0,0 0 8 15,0 0 22-15,0 0 11 0,0 0 13 0,0 0 7 16,0 0-4-16,0 0-5 0,0 0-5 0,0 0-3 0,0 0-4 0,0-7-7 15,0 7-9-15,0-2-8 0,0 2-15 0,1-4-22 16,-1 4-32-16,0 0-39 0,0 0-25 0,0 0-29 16,9 0-39-16,-9 0-152 0,8 4-372 0,-3-2 165 15</inkml:trace>
  <inkml:trace contextRef="#ctx0" brushRef="#br1" timeOffset="115834.36">8865 13907 218 0,'0'0'277'0,"0"0"-11"0,4-3-5 0,-4 3-2 0,0 0-14 16,1-3-7-16,-1 3-20 0,0 0-4 0,0 0-39 15,4-1-21-15,-4 1-5 0,0 0-27 0,0 0-8 16,0 0-31-16,0 0-19 0,0 0-17 0,0 0-13 16,0 0-7-16,0 0 1 0,0 14-3 0,0-7-1 15,0 3-4-15,-1 2-2 0,1 0-4 0,-3 3 23 16,2-1-4-16,-2-1-2 0,3 3-5 0,-1-3-3 0,1-2-1 0,0 2-3 15,0-6-2-15,0 3-2 0,0-5 0 0,0 2 4 16,0-2 4-16,-1-1-10 0,2-1 5 0,-1-3 1 16,-1 7 23-16,1-7 19 0,-3 3 47 0,3-3 16 15,0 0 4-15,0 0-3 0,0 0-10 0,0 0-20 16,13-17-5-16,-4 6-13 0,0-3-7 0,0 0-6 16,1-1-3-1,2 1-26-15,-2-2-3 0,0 6-5 0,-4 0-2 0,1 2-4 16,-3 5 0-16,1-4 0 0,-1 3-28 0,-1 1 5 15,0-1-32-15,1 1-16 0,-4 3-20 16,5-2-18-16,-5 2 3 0,0 0 8 0,8 4 5 16,-4 1 6-16,2 0 4 0,1 5 3 0,5 2 6 0,2 1-4 15,7 4-5-15,3 0-10 0,0 1-6 0,7-6-3 16,2 3-4-16,3-3-9 0,0 2-12 0,3-6-6 0,2 1-7 16,-4-6 4-16,0 0 12 0,0-3 12 0,-4-3 9 15,-2-2 9-15,-3 0 20 0,-10-2 32 0,1 0 31 0,-3-3 26 16,-2-2 3-16,-4 0 16 0,0 0 15 0,-4-5 0 15,0 2 3-15,-4 3-11 0,-3-4-9 0,0 4-5 16,-5-4-1-16,-4 2-16 0,1 1-2 0,-1 4-5 16,-4 0-2-1,0-1-3-15,0 5-1 0,1 3-8 0,-1-6-5 16,0 6-5-16,1 5-8 0,-1 1-9 0,3-1-10 16,-1-1-12-16,1 7-5 0,0-3-11 0,1 3-22 15,4-1-8-15,-1 1-13 0,2 3-12 0,3-1 3 16,0 0 3-16,4 1 5 0,0-1 2 0,5-2-4 15,0 0-5-15,5-2 2 0,-2-2-2 0,2-2 1 16,2-2 13-16,-1-2 1 0,0 1 14 0,0-3 22 0,1-2 17 0,-1-2 27 16,-4 1 12-16,5-6 20 0,-5 3 17 0,1 0 7 15,0-4 14-15,-3 2 6 0,-1 1 8 0,-1 0 7 16,2 1 2-16,-3 2-2 0,-1 2-5 0,0 2-7 16,0 0-11-16,-2-3-6 0,1 2-33 0,0 3-25 15,-2 1-14-15,0 0 0 0,0 0 2 0,0 0 0 16,4 14 4-16,-6-2 0 0,1 5 1 0,-2 9 0 0,0 0 11 0,-1 5-12 15,-1 0 4-15,2 3 1 0,-3 3-2 0,3-2 1 16,-1 2 2-16,2 10-2 0,-1-12 9 0,3-3-11 16,-1 1 3-16,2-4 2 0,0 0 5 0,1 3-6 15,-1-3 2-15,2-2 6 0,-2 2-6 0,1-3 3 16,0-1 0-16,-1 1-1 0,0-9 4 0,-2 3 1 16,0-5-2-16,-3 1 2 15,3-4-9-15,-3-1-1 0,1 1 1 16,-3-3 4-16,1 0 2 0,-5-4 6 0,1 4 0 15,-2-4 3-15,-4-2 10 0,2 0 7 0,-1-1 18 16,0-2 19-16,0-5 21 0,1 3 14 0,-2-4 19 0,1-3 13 16,2-1 13-16,0-3-6 0,3-6-13 0,2 0-18 15,1-8-2-15,3-3-23 0,10-4-26 16,7-13-16-16,6 1-22 0,8 0-22 0,4 0-7 0,5 1-6 0,3 2 1 16,2 1 2-16,-2 2 0 0,-2 5 2 0,-1 3 5 15,-11 10 8-15,-2 1 9 0,1 3 12 0,-4 2 6 16,-7 6 14-16,-5 1 7 0,0 4-2 0,-2-3-5 15,-1 3-4-15,-1 1-26 0,-1 1-28 0,-2 1-28 16,0-1-21-16,-2 3-13 0,0 0-19 0,0 0-46 16,-30 8-51-16,15-2-71 15,-4 2-185-15,3-4-490 0,1 1 217 0</inkml:trace>
  <inkml:trace contextRef="#ctx0" brushRef="#br1" timeOffset="119406.09">11138 13801 22 0,'0'-5'182'0,"0"0"11"16,0 0-8-16,0 5-10 0,0-7-5 0,0 4-8 15,-1-1-7-15,1 4-22 0,-1-5-8 0,1 5-11 16,0 0-16-16,0-5-10 0,0 5-15 0,0 0-23 16,0 0-15-16,0 0-8 0,0 0-4 0,0 0-2 15,2 21-3-15,0-10-4 0,-1 7 2 0,1 3-6 0,0 4-2 16,-1 4 1-16,0 0-1 0,1-2 1 0,-2 3 1 0,0 1-1 15,-2-5 7-15,2 3 3 0,0-3-3 0,-1-1-4 16,0-7 4-16,1 0-5 0,-2-2 1 0,1-3-3 16,-1-3-2-16,2 0 2 0,-2-3 0 15,2 0 2-15,-1 0 17 0,1-4 20 0,1 2 24 16,-2 0 30-16,1-5 31 16,1 6 37-16,-1-6 13 0,0 0-7 0,0 0-27 15,-7-13-11-15,4 3-20 0,-4-5-7 0,3-3-5 16,0-2-15-16,-1-6-8 0,2-4-2 0,-1-2-3 15,3-1-14-15,1-4-9 0,1-11 4 0,6-4-31 16,-1 5 19-16,3 1-19 0,-1 12-2 0,-1-1-1 16,2 4 3-16,3 2-15 0,-2 5 1 0,0-2-2 15,-1 9 0-15,0 2-1 0,0 1-2 0,0-1-5 0,1 2-1 0,-1 3-8 16,0 2-1-16,5-1-12 0,3 2-16 0,1 1-16 16,1-1-22-16,0 6-24 0,1-1-24 0,3 4-21 15,-2-1-27-15,8 7-36 0,-2 1-30 0,-3 0-39 16,-3 2-257-16,-4-2-572 0,-1-1 254 0</inkml:trace>
  <inkml:trace contextRef="#ctx0" brushRef="#br1" timeOffset="119729.09">11193 13946 8 0,'0'0'215'0,"-5"2"-5"16,5-2-9-16,0 0-13 0,0 0-18 0,0 0-19 16,0 0-17-16,0 0-12 0,14 3-11 0,-1-4-11 15,8 1-12-15,9-2-10 0,5 0-12 0,-1 0-31 16,6-1-40-16,-2 1-57 0,3-1-44 0,-3 2-178 16,-2-3-308-16,-1 0 136 0</inkml:trace>
  <inkml:trace contextRef="#ctx0" brushRef="#br1" timeOffset="120129.7">12025 13694 137 0,'0'-4'231'0,"1"1"-12"0,-1 3-12 0,0 0-19 16,3-7-19-16,-3 7-17 0,0 0-22 0,1-3-13 0,-1 3-25 0,0 0-19 16,0 0-9-16,0 0-7 0,0 0-6 0,2 14-8 15,-4-6 11-15,2 4-19 0,-1-2-4 0,0 7-4 16,-1 4-7-16,1-3 6 0,0 1-5 0,0 1-3 15,1-2-4-15,0 2 1 0,0-2-1 0,-2-2 4 16,2-3-6-16,0 0 1 0,0-1 0 0,0-3-2 16,0-3 0-16,2 4-3 0,-4-6-13 0,2 1-12 15,0 0-5-15,-1-1-1 0,1-4 1 0,0 4 2 16,0-4 4-16,-3 2-39 0,3-2-33 0,0 0-29 16,0 0-14-16,-2-13-13 0,1 8-129 0,-1-2-294 15,1-5 131 1</inkml:trace>
  <inkml:trace contextRef="#ctx0" brushRef="#br1" timeOffset="120461.6">11968 13653 1 0,'-2'-7'150'0,"1"1"-3"0,-1 1 4 0,2-1-3 16,0 3-8-16,0 3-12 0,-3-8-16 0,6 6-4 0,-3 2-14 15,0 0-20-15,1-4-5 0,-1 4-9 0,0 0-11 16,14 5-1-16,-6 0 0 0,1 0-1 0,1 4-2 15,6 1 0-15,0 2-2 0,-2 2-5 0,7 1-1 16,0 4-3-16,2 4-7 0,-3-2-1 0,1 0 0 16,-3 2 2-16,-2 1-9 0,0-2 1 0,-2 0-1 15,-7-4-4-15,2-1-1 0,-4 0-5 0,-2-2-6 0,0-3 0 0,-3 2 4 16,-4-3-4-16,-1 1 3 0,-4 0 2 0,0-2-2 16,-5 2 11-16,-2-2-9 0,-3 1-2 0,3-2 0 15,-4 0-2-15,1-1 0 0,5 0 1 0,-5-3-4 16,7 0 5-16,1-1-2 0,1 0 0 0,2-1 2 15,2-2 0-15,-2 1-7 0,4 0-7 0,-1-1-13 16,5-1-10-16,-5 2-8 16,5-2-26-16,0 0-29 0,0 0-32 0,0 0-41 15,15-12-97-15,-7 5-285 0,1-1 126 16</inkml:trace>
  <inkml:trace contextRef="#ctx0" brushRef="#br1" timeOffset="120746.74">12352 13617 146 0,'0'0'131'0,"13"7"-10"0,-5-2-18 0,-2 2-1 15,3 5-5-15,5 2-14 0,-2 2-5 0,1 7-7 16,0 1-7-16,0 1-3 0,1 4-6 0,-3-1-5 16,-2 2-7-16,-3-3 0 0,0 5-5 0,-3-5-4 15,-5 2 1-15,-1-2-7 0,-9 1-2 0,1-1 3 16,-8-2-17-16,-2 1-4 0,-6-6-19 0,-2 3-23 16,-6-6-34-16,-12 2-50 0,-1-3-87 0,11-4-222 0,-2-7 99 0</inkml:trace>
  <inkml:trace contextRef="#ctx0" brushRef="#br1" timeOffset="121109.95">11940 13473 98 0,'-12'13'110'0,"4"0"-10"0,1 4-7 16,-5 8-14-16,-1 5 0 0,-1 3-11 0,-2 13-6 15,-1 3 3-15,-1 2-4 0,7-2-6 0,2 1-6 0,0-2-3 16,5-14-6-16,4 1 2 0,4-1 31 0,2-4 3 16,5 4 7-16,0-7 1 0,8 1-2 0,4-7-6 0,1 1-4 15,8-5-6-15,4-3-15 0,13-1-43 0,3-3-70 16,-1-5-91-16,-10-7-98 0,10-3-271 0,-14-3 120 16</inkml:trace>
  <inkml:trace contextRef="#ctx0" brushRef="#br1" timeOffset="122012.36">12532 13380 125 0,'0'0'117'0,"0"0"-10"0,-1-3-18 0,1 3 0 16,0 0-13-16,0 0-12 0,0 0 2 0,10 7-5 0,-2-2-10 0,1 1-10 15,0-1 2-15,0-1-10 0,4 2 3 0,-2-2-7 16,1 0 0-16,0-1-14 0,-3 2 1 16,3-4-2-16,-6 0 19 0,2-1-14 0,0 0-7 0,-2-1 2 15,3-4-11-15,-3 1 23 0,0 0 6 0,-1-1-3 16,3-3-3-16,-2 1 28 0,-3-3 3 0,1 5 3 15,0-3 7-15,-4 0-1 0,4 3-1 0,-4-3 3 0,1 2-1 0,-1 2 1 16,4-2 0-16,-4 3-6 0,0 0-6 0,0 3-6 16,0-5-3-16,0 5-5 0,3-4-5 0,-3 4-4 15,0 0-6-15,2-5-3 0,-2 5-4 16,0 0-12-16,0 0-9 0,0 0 2 0,0 0-3 16,0 0 0-16,0 18-5 0,0-6 8 0,0 5-3 0,0 9-5 15,-2 0 1 1,2 6 1-16,-3-1 0 0,1 16 2 0,0-2-5 15,1-9 2-15,-3 11 4 0,5 3-3 0,-1 0 9 16,-1 1-3-16,1-3-4 0,1-1 1 0,2 2 1 16,-3-15 14-16,1 12-4 0,3-13 0 0,-1 1-2 0,-1-2-1 15,3-3 0-15,-3 0-2 0,4-3-1 16,-2 0 0-16,-4-7-2 0,1 0 0 0,3-2 2 16,-4 0-2-16,1-4 0 0,2 0 1 0,-1-3-4 0,-2 1 3 0,0 1-1 15,1-4-1-15,-1 3 5 0,0-3-5 0,3 3-1 16,-3-4 1-16,0 2 4 0,0-1-4 0,0-2 3 15,0 1 0-15,0 1-3 0,0-3-1 0,0-1 3 16,0 2 0-16,0-1-1 0,0 1 0 0,0-1 0 16,0-1-1-16,0 3 0 0,0-3 1 0,0 1 0 15,0-1 2 1,0 1 4-16,0-2-6 0,0 3-1 0,0-2 1 0,0 0 3 16,0-4-2-16,0 7-2 0,-3-4 2 0,3 0-1 15,0-3 1-15,-1 4 2 0,1-4-2 0,0 7 2 16,0-7 1-16,0 3 4 0,0-3-6 0,0 4-1 15,0-4 1-15,0 0-2 0,0 0 9 0,0 0-7 16,0 0-2-16,0 4 0 0,0-4 1 0,0 0-2 16,0 0 2-16,0 0-1 0,0 0-1 0,0 0-2 0,0 6 2 0,0-6 3 15,0 0 3-15,0 0 0 0,0 0 4 16,-6 2 1-16,6-2 3 0,-9 1-1 0,-3-1 1 16,-7 2-2-16,-9-1-1 0,-4-1-5 0,-5 0-29 0,-18-4-58 15,-1 0-79-15,-8-4-210 0,-1 3-401 0,1-6 177 16</inkml:trace>
  <inkml:trace contextRef="#ctx0" brushRef="#br1" timeOffset="123337.08">10856 13493 92 0,'0'0'143'0,"0"0"-7"0,1-3-15 15,-1 3-2-15,0 0-15 0,0 0-1 0,0 0-18 0,0 0-5 16,3-4-8-16,-3 4-10 0,0 0 0 0,0 0-12 15,0 0-2-15,0 0 1 0,-18 3-10 0,9-1-4 16,-9 0-9-16,-3 1 0 0,1 1-8 0,-8 1-5 16,0-2-2-16,1 0-1 0,-1-1 2 0,6 1-5 15,3-2 4-15,0 0-7 16,1-1 0-16,-2 2 2 0,7-2-1 16,0-2-2-16,1 2-2 0,1 0 2 0,3-1 1 15,3 1 9-15,-1-1-1 0,1 0 0 0,5 1 0 16,-10-3-1-16,10 3 5 0,-7-1 3 0,7 1 0 0,-4-3 5 15,4 3-11-15,0 0 7 0,-5-1 1 16,5 1-1-16,0 0-2 0,0 0-3 0,-2-4 1 16,2 4-2-16,0 0-4 0,0 0 5 0,0 0-13 0,0 0-2 0,0 0-1 15,0 0-4-15,0 0 0 0,-4 7-2 0,4 0 1 16,0 3-4-16,0 5-4 16,0 5 12-16,-5 7-7 0,1 7-8 0,1 13 6 0,-2 1 5 0,0 10 1 0,-1 0 2 15,-4 25 0-15,2-25-3 0,3 0 2 0,-2-1 9 16,3 0-3-16,2-3 1 0,-2-1 0 0,4-5 10 15,0 0-8 1,3-1-1-16,-3-14-4 0,0 1 0 0,-3-1 0 16,2-1 0-16,-2 0-2 0,6-1 2 0,-3-2-1 15,-3-3 3-15,2-7 0 0,1 0-1 0,0-2 1 16,0-6-1-16,-1 1-1 0,1 0-4 0,0-2 6 16,-3-3 3-16,3 3-6 0,0-4 9 0,0-2-5 15,0 1-1-15,0-1 1 0,0-4 17 0,0 4 8 16,0-4 3-16,0 4 2 0,0-4-5 0,0 0 1 0,0 4-6 0,0-4-3 15,0 0-1-15,0 0-2 0,0 0-1 0,0 0-3 16,0 0 4-16,0 5-7 0,0-5-3 0,0 0 0 16,0 0-1-16,0 0-1 0,0 5 1 0,0-5-6 15,-1 4 6-15,1-4-2 0,0 0-1 0,-3 5-1 16,3-5-1-16,0 0 5 0,-1 4-4 0,1-4-5 16,0 0 4-16,0 0 0 0,1 6-1 0,-1-6 5 0,3 2 1 0,-3-2 10 15,0 0 4-15,0 0 10 0,5 3 0 0,-5-3 6 16,15-3 1-16,-2 2-1 0,10-3-2 15,8-1-4-15,3 1-3 0,3-1 0 0,14-5-2 16,-12 6-18-16,-2-3-40 0,0 1-49 0,12-4-58 0,-15 6-86 16,-2-4-117-16,4-1-370 0,-6-3 164 0</inkml:trace>
  <inkml:trace contextRef="#ctx0" brushRef="#br1" timeOffset="124157.33">12637 13055 28 0,'0'0'106'16,"0"0"-7"-16,-6 0-12 0,6 0-7 0,0 0-6 16,0 0-5-16,0 0-9 0,0 0 1 0,0 0-4 0,0 0-5 15,0 0-3-15,-4 3-2 0,4-3 0 0,0 0 2 0,0 0-13 16,0 0 1-16,0 0-4 0,0 0 2 16,0 0-2-16,0 0 6 0,0 0 5 0,0 0-1 15,0 0-2-15,0 0-7 0,0 0 1 0,10 3 2 0,-2-2 1 16,2-1 1-16,3 1 0 0,7-1-3 0,8-1-7 15,3 1 5 1,1-2-5-16,0 0-7 0,-1 4-3 0,-3-4-5 16,-5 2 4-16,-3-3-3 0,1 3 1 0,-1-2-3 0,-7 3-2 15,1-2-6-15,-4-1 5 0,-1 2-1 0,0-1 1 16,-4 1-1-16,-5 0 10 0,9-1-5 16,-5 0 1-16,-4 1 2 0,8 0-4 0,-8 0-11 15,0 0-10-15,0 0-11 0,7-2-12 0,-7 2-15 0,0 0-17 16,0 0-17-16,0 0-21 0,0 0-17 0,0 0-123 0,0 0-259 15,0 0 115-15</inkml:trace>
  <inkml:trace contextRef="#ctx0" brushRef="#br1" timeOffset="124602.77">13290 12898 190 0,'0'0'240'0,"1"-4"-5"0,1 1-9 16,-2 3-12-16,1-4-15 0,-1 4-14 0,3-4-13 15,-3 4-15-15,0 0-15 0,1-4-16 0,-1 4-15 16,0 0-13-16,1-3-3 0,-1 3-19 0,0 0-13 16,0 0-11-16,0 0-14 0,0 0 1 0,3 11-8 0,-2-2-5 15,0 0-2-15,2 4-4 0,-2 8-3 0,3 3-1 0,-2 5-1 16,0-2-1-16,-1 2-3 0,2 1 1 0,-2-2-3 16,-1 1 4-16,1 0-5 0,-1-2-1 0,1-1-3 15,-1-6 2-15,3-3 1 0,0 0 0 0,-3-5-1 16,1 2 0-16,0-4 1 0,-1-2-3 15,1-1 1-15,-2-3-1 0,2 2 4 16,-1 0-2-16,2-3 7 0,-2 0-5 16,0-3-1-16,0 5-2 0,0-5-19 0,0 5-15 15,0-5-17-15,0 4-30 0,0-4-30 0,0 0-53 16,0 0-84-16,0 0-143 0,0 0-417 0,0 0 185 16</inkml:trace>
  <inkml:trace contextRef="#ctx0" brushRef="#br1" timeOffset="129584.43">14559 13679 62 0,'0'0'81'0,"0"0"-25"0,0-4 3 0,0 4-3 15,0 0 5-15,4-5-5 0,-4 5-2 0,1-5-2 16,-1 5 2-16,0 0-1 0,0-4-2 16,0 4 5-16,1-3-2 0,-1 3 0 0,0 0-5 15,0 0 5-15,-1-7-14 0,1 7 6 0,1-2-4 0,-1 2 6 16,0 0-9 0,0 0 6-16,0 0-1 0,0-5-5 0,0 5 1 15,0 0-6-15,0 0-2 0,0 0-2 0,0 0-2 16,0 0-2-16,0 0-4 0,0 0-3 0,0 0-3 15,0 0 3-15,0 0 2 0,0 0-7 0,0 0-1 0,0 0-8 16,0 0 8-16,0 0-7 0,0 0 0 16,0 0 3-16,0 0-5 0,0 0 3 0,0 0 1 15,0 0-1-15,0 0-2 0,-1-4 1 0,1 4-8 0,0 0 7 0,0 0 6 16,0 0 3-16,0 0 2 0,0 0-1 0,0 0-6 16,0 0 9-16,0 0-2 0,0 0 0 0,0 0 3 15,0 0 3-15,0 0-3 0,0 0-3 0,0 0 4 16,0 0-4-16,0 0 6 0,0 0-1 0,0 0-2 15,0 0-3-15,0 0-5 0,0 0 4 0,-2-4 1 16,2 4 0-16,0 0-3 16,0 0 1-16,0 0-2 0,-8-4-2 0,8 4 0 15,-4-3-7-15,4 3 1 0,-6-2 0 0,6 2 0 16,-12 0-1-16,2 2-5 0,0-2 2 0,-2 3 0 16,-3 1 0-16,0 1-2 0,-5 0 1 0,1 4-4 15,-5 1-2-15,-2 2 1 0,1 3 2 0,1 1-2 16,2 2-3-16,0 3 2 0,4-2 6 0,2 4-2 15,-1-2-2-15,5 2 0 0,0-2 3 0,2-2-2 0,3 0 4 0,3 1 3 16,1-3-7-16,1-2-8 0,2-1 13 0,2-1-4 16,4-1 1-16,-2-3 10 0,2 0-4 0,3-1 4 15,1-1 0-15,1-2-2 0,0-2 6 0,3-2-2 16,4-1-4-16,0 0 0 0,2-4 2 0,0-1 4 16,-1-4-6-16,-3-1 3 0,1 0 0 0,-2-2 3 15,2-2 6-15,-4-1-2 0,4-4 5 0,-5 6-1 0,2-4 2 0,-5 0 0 16,-3 3 8-16,6-2 8 0,-7 0 10 15,-1 5-1-15,-2-1 3 0,1 2 3 0,2 0 4 0,-1 0-3 16,-3 0-2-16,-1 3 0 0,4-1-6 0,-3 2 0 16,2 2-3-16,-3-4-5 0,0 4-6 0,1 0-1 15,-1 4-4-15,0-8-1 0,3 7-4 0,-3 1-7 16,1-5 1 0,-1 5-3-16,1-4-5 0,-1 4-1 0,0 0-2 0,0 0 6 15,0-4-12-15,0 4-7 0,0 0-10 0,0 0-9 16,0 0-4-16,0 0 5 0,0 0 1 15,0 0 1-15,0 13 5 0,0-8 0 0,0-1 0 16,0 4 3-16,0 1 1 0,0 0-2 0,0 2 4 0,0-1 3 16,-1 3 1-16,0-1-1 0,1-1 0 0,-3 6 0 15,2-3 2-15,-2 1-1 0,3-1 1 0,-1-2 0 0,1 3 7 16,0-4-4-16,-3-1-2 0,3 0 2 0,0 0 2 16,-1-3 18-16,1 0-1 0,0-1-3 0,0 1-5 15,0-3 3-15,0-1-1 0,0-3 0 0,0 7 0 16,0-7 1-16,0 5 2 0,0-5 2 0,0 3 4 15,0-3 4-15,5 1 3 0,-5-1-4 0,21-4-2 16,6-3-17-16,5-1-47 16,17-6-88-16,2-5-111 0,1-1-184 0,-3-2-463 15,-5-7 205-15</inkml:trace>
  <inkml:trace contextRef="#ctx0" brushRef="#br1" timeOffset="130355.32">14752 13975 69 0,'0'0'96'0,"4"7"-8"0,-4-7 4 16,0 0-4-16,1 2-9 0,-1-2-9 16,0 6-8-16,3-4 2 0,-3-2-6 0,0 0-1 15,0 0 3-15,4 5 15 0,-4-5 25 0,0 0 17 0,0 0 20 16,0 0 12-16,0 0-3 0,12-7-15 0,-8 1-8 15,5 0-7-15,2-6-1 0,0-1-7 0,0-4-8 16,6-5-7 0,-2-4-6-16,2 0-10 0,-2-2-3 0,3 2 0 15,-1 2 2-15,-2-1-11 0,0 1 7 0,-6 10-1 16,3-1 0-16,-7 5-3 0,1 1 0 0,1 1-8 16,-3 2-6-16,-2 3-11 0,2-2-10 0,1 1-11 15,-1 3-12-15,-4 1-10 0,7 0-8 0,-7 0-4 16,12 6-4-16,-7 0-2 0,5 1 5 0,2 6-2 0,-1 0 1 15,1 0 0-15,-1 4 0 0,1 2 5 0,3 3-2 0,-2-2 1 16,1 2 3-16,-5-6 2 0,1 1-2 0,3-2 0 0,-5 2 4 16,-2-4-2-16,-1-5 0 0,0 2-4 0,-1-5-3 15,0 2 1-15,-1-2-6 0,-2 0-2 0,0 0 4 16,-1-2 4-16,0 1 2 0,0-4 5 0,-9 7 1 16,4-4-1-16,-4-1 3 0,0 0 0 0,3 1 12 15,2-2 7 1,-4 1 4-16,8-2 6 0,-10 1 5 0,10-1-4 15,-9-1 2-15,9 1-4 0,0 0-5 0,-6 1 5 16,6-1 15-16,0 0 2 0,-7 1-4 0,7-1-4 16,0 0-7-16,0 0 1 0,0 0-5 0,13-9-13 15,-3 6-15-15,7-3-17 0,1 0-37 0,2 1-35 16,7-1-50-16,0-3-57 0,1 0-72 0,-5-3-202 16,5 3-510-16,0-7 226 0</inkml:trace>
  <inkml:trace contextRef="#ctx0" brushRef="#br1" timeOffset="131072.81">16238 13666 73 0,'0'-5'217'0,"-4"2"-10"15,3 0-20-15,-3-1-21 0,4 1-15 0,0 3-23 16,-6-4-11-16,2 1-12 0,2 2-13 0,2 1-8 16,-10-1-12-16,10 1-7 0,-10 2-7 0,1 0-5 0,0 1-10 15,0 4-6 1,-3 0-5-16,-1 1-3 0,3 2-2 0,-3 2-5 15,0 2-5-15,-5 4 5 0,4-3-10 0,3 2 1 16,-1-2-2-16,3 2 2 0,-1-2-5 0,6-1-1 16,-1-2-3-16,1 0 4 0,3-1 2 0,1 0 6 15,-3-1 3-15,6-1-4 0,-3-5 14 0,2 2 1 16,2 1 8-16,0-4 10 0,4 1 8 0,2-3 13 16,-1-1 7-16,0 0-3 0,5-4 4 0,-1 0-2 0,-1-1-3 0,4-4 1 15,0-2 0-15,-1 2-9 0,0-3-5 0,-2 0 3 16,0 0-8-16,-1 0 6 0,-3 4 8 0,-1-1 6 15,-2 0 4-15,2 1-4 0,-6 3 1 0,2 0-4 16,0 1-8-16,0 1-4 0,-3 0-14 0,4 1 2 16,-5 2-11-16,4-7-15 0,-4 7-27 0,3-2-9 15,-3 2-16-15,0 0-2 16,0 0 5-16,0 0 3 0,1 14 0 0,-1-10 3 16,-1 7 4-16,-2 0 4 0,2 0-2 0,-2-2 0 15,3 2 3-15,0-2 0 0,0 0 6 0,0-2-3 16,0 1 3-16,3-3 6 0,-2 0 5 0,4-1 11 15,3 0 10-15,5-1 0 0,6-3 2 0,9-4-1 16,1 1-3-16,5-4-10 0,0-4-26 0,-2 0-30 16,0 0-51-16,-1-5-64 0,1-2-84 0,-5 1-300 0,-3-4-586 0,-1 3 260 15</inkml:trace>
  <inkml:trace contextRef="#ctx0" brushRef="#br1" timeOffset="133840.94">18111 13533 108 0,'-1'-4'167'0,"0"0"-6"0,-2 0-7 0,1-1-8 15,1 1-7-15,-1 0-12 16,0 1-14-16,-2 1-5 0,0-1-16 16,-1 1-13-16,0 0-9 0,5 2-9 0,-21 3-7 15,10-1-6-15,-3 5-9 0,-3 0-4 0,-1 3-2 0,3 2 6 16,-7 2-12-16,1 6-6 0,0-3-2 0,3 6-4 15,-1 1-7-15,4-4 4 0,-1 2-4 0,5 1 1 16,-1 0 9-16,0 4-11 0,5-10 0 0,2 1-4 16,0-1 0-16,5-1 1 0,-1 0 3 0,1 1 3 0,1-6-2 0,4-1 7 15,0 1 6-15,-1-6 2 0,5 3 8 16,-3-4 4-16,4-2-3 0,1 0 4 0,0-1 5 16,2-1 13-16,-1-3 0 0,0 1 10 0,-1-6-3 15,1-1-1-15,2-3-1 0,-1-2-5 0,1-1-2 0,-4 0-6 16,2 0-2-16,1-1 2 0,-3-1-6 0,0 4-1 15,-1-3-2 1,-1 0 6-16,-2 0 1 0,-2 4 6 0,4 1-1 16,-5 0 10-16,3 2-2 0,-4 2 7 0,1 1 3 15,-2 2-1-15,2-1 0 0,-2 1-10 0,0 1-9 16,1 0-5-16,-1 0-12 0,-1 3-26 0,3-2-22 16,-3 2-13-16,0 0 2 0,0 0 3 0,0 0 2 15,-1 13 2-15,-1-3 2 0,1 1 1 0,-2 1 3 16,3 4-3-16,-1 0 3 0,2 1 1 0,0-3 4 0,1-2 2 0,1 5 1 15,2-3 1-15,3 1 6 0,1-3 0 0,5 0 0 16,0-4 8-16,6 1-13 0,7-4-24 0,1-2-40 16,3 0-57-16,2-2-75 0,-1-4-87 0,-1-3-151 15,-3-4-476-15,-2-1 211 0</inkml:trace>
  <inkml:trace contextRef="#ctx0" brushRef="#br1" timeOffset="134341.91">18566 13508 224 0,'0'-3'229'15,"0"3"-12"-15,3-5-14 0,-2 3-19 0,-1 2-17 16,0 0-15-16,0 0-15 0,3-4-17 0,-3 4-16 16,0 0-13-16,0 0-8 0,0 0-12 0,0 0-6 15,-17 7-9-15,11-1-4 0,-5-1-6 0,3 1-6 16,-3 3-6-16,4-2-3 0,-7 5-5 0,3-2-2 15,0 2-3 1,2 0-2-16,3-3-5 0,-1 2 2 0,2 1-4 0,4 0 5 16,-3-1-9-16,4 0 0 0,0 0 1 0,1-2-1 15,3 3 0-15,0-3 2 0,4 1-5 0,3 2 4 16,-2-3-5-16,4 3 2 0,0 1 0 0,-3-6-2 16,0-1-3-16,1 4 2 0,-2-4-1 0,1-1-3 15,-2 2 1-15,-3 0-1 0,1-2-7 0,-3 0-12 16,0-1-15-16,0 1-4 0,-1 0 3 0,-4 1 4 0,-2 0 11 15,-1 1-1-15,-4-1 5 0,-3 1 3 0,-5 1-2 16,0 0-1-16,0-3-15 0,0 2-14 0,2-2-23 0,-3 0-24 16,8-1-39-16,-3-1-55 0,0-2-98 0,3 2-309 15,5-6 137-15</inkml:trace>
  <inkml:trace contextRef="#ctx0" brushRef="#br1" timeOffset="134912.01">18886 13554 8 0,'-4'-3'165'0,"4"3"-15"16,0 0-15-16,0 0-12 0,0 0-16 0,0 0-13 15,0 0-9-15,0 0-10 0,0 0-2 0,0 0-10 0,0 0-4 16,0 0-8-16,0 0-5 0,0 0 1 0,0 0-8 15,0 0-8 1,16-1 3-16,-8 0-1 0,3-3-5 0,2 1-6 16,0 0-2-16,0 1-2 0,5-1 4 0,-6 1-7 15,3-2-1-15,-2 1 0 0,-1-2-4 0,1 1 4 16,-3 0-5-16,2 0 0 0,-3 1 0 0,-4-1 3 16,4 2 9-16,-4 1 3 0,-1-1 2 0,0-1 0 15,-4 3 5-15,5-2-3 0,-5 2-1 0,0 0-7 16,0 0-5-16,0 0-1 0,0 0 5 0,0 0-11 0,-21 5-1 0,11-1-2 15,-3 4 0-15,-2-1-3 0,-2 3-3 0,2 2-1 16,0 1-3-16,-3 0 3 16,0 4-3-16,4 0-4 0,-2 3 4 15,4-5 7-15,3-1-6 0,1 0 0 0,1 3 0 0,3-5 0 0,1-1 1 16,3 2-2-16,3-3 5 0,2 2 5 0,1 0 4 16,10 0 2-16,3-4-1 0,7 4 4 15,4-5-4-15,3-2-2 0,0 2-26 0,2-6-45 16,1-2-46-16,-4-1-62 0,-4-3-91 0,1 0-282 15,-9 0 125-15</inkml:trace>
  <inkml:trace contextRef="#ctx0" brushRef="#br1" timeOffset="136485">19278 13754 192 0,'0'0'205'16,"0"0"-23"-16,9-7-27 0,-3 4-13 0,2-3-21 16,1 2-18-16,0 0-16 0,5-3-21 0,2 2-17 15,3-2-14-15,-2 0-4 0,1-1-6 0,9-1-8 16,-8 0 2-16,-1-1-1 0,0 0-1 0,-4 2 7 15,3-1 1-15,-8 2 5 16,1-3 5-16,-1 3 7 0,-4-1 11 0,3-1 1 16,-4 2 5-16,-2-2 4 0,2 5-1 0,-2-5-6 15,-3 4-5-15,0-2-4 0,-3 2-6 0,-1 0-5 16,1 1-5-16,-1 0-5 0,-3 2-5 0,-4 0-1 16,-1 2-2-16,-1 0-3 0,-2 0-2 0,-1 4 0 15,1 0-3-15,-3 0 1 0,1 1-6 0,2 0 1 16,-1 2-2-16,2 3-2 0,3-3 0 0,2 2 0 0,-3 1-3 0,5 0-1 15,-2 4 3-15,5-5-3 0,1 0-1 0,3 2 3 16,1 0-7-16,4-2 3 0,1 0 6 0,4 1-3 16,1-3-2-16,6 1 1 0,5-4 0 0,1 1 0 15,7-2-18-15,1-2-11 0,0 2-9 0,2-5-10 16,0 0-5-16,0-3 5 0,-1-2-1 0,-3-1 3 16,-1-3 2-16,-2 0 11 15,-2-1-5-15,-6 2 15 0,0-3-5 0,-2 0 15 16,-4-1 28-16,2-2 9 0,-4 0 19 0,0 2 14 15,-1-2 17-15,-2 3 14 0,-1 1 13 16,-2 2 20-16,1 0 11 0,-2 1-8 0,1-1 0 16,-2 5-2-16,2-2-6 0,-1 4-10 0,-2-2-4 0,1 1-11 15,-1 4-10-15,2-5-14 0,-2 5-10 0,1-3-9 16,-1 3-6-16,1-4-16 0,-1 4-27 0,0 0-2 0,0 0-1 16,0 0 2-16,1 12-5 0,-1-3 6 0,0-1-1 15,0 4-1-15,0 4-1 0,0 1 1 0,0 1-2 16,-1 1 3-16,0 0-1 0,0 2 3 0,-1-3-1 15,1-1-1-15,-3 0 1 0,4-2-3 0,0-5 6 16,0 1 0-16,0-1 0 0,0-5 0 0,0 2 8 16,0-2 1-16,0-3 14 15,0 4 16-15,0-6 31 0,0 4 35 0,0-4 24 16,0 0 12-16,0 0-12 0,0 0 1 0,0 0-17 16,10-11-5-16,-4 5-16 0,0-5-10 0,0 2-4 15,3-3-13-15,0 0-12 0,-2 1-13 0,0 0-8 16,2 2-5-16,-4-1-5 0,0 2-5 0,2 2-11 15,-6 1 10-15,3 0-13 0,-3 0-13 0,4 3-5 16,-2-3-30-16,-3 5-20 0,2-2-17 0,-2 2-19 0,4-4-14 0,-4 4 5 16,0 0 14-16,0 0 9 0,8 8 7 0,-8-5 9 15,4 3 5-15,-3 0-1 0,8 0-2 0,-4 5 2 16,3-4 5-16,2 1-3 0,7-1-2 0,-2 0-3 16,7 1 6-16,6-2 3 0,3-3-3 0,3 0-9 15,2-1-9-15,1-4 3 0,15 1 4 0,-11-3 6 16,9-1 7-16,-12-1 5 0,1-1 8 0,0-2 4 0,-4 1 7 0,2-3 3 15,-3 1 3-15,-6 0 2 0,-2-2 7 0,-6 2 9 16,-3 2 17-16,-3-1 11 0,-5 3 14 0,0-2 17 16,-4 1 0-16,-2 1-3 0,-2-1-7 0,-1 3-6 15,-5-1-5-15,0 1-2 0,-5-2-4 16,-2 3 0-16,-6 1-6 0,3 0-3 0,-7 4 3 0,0-1-6 16,3 3-2-16,-4 1 1 15,-5 2-3-15,8 0-1 0,0 1 2 16,1 1 2-16,1 3-9 0,2 2 2 0,0-2-1 15,1 0-1-15,2 4 1 0,-1-2 1 0,5 1 1 16,0 1-1-16,3-1 0 0,3-3 1 0,2-1 1 0,2 0 0 16,3-1 1-16,5-1 1 0,0-1 3 0,0 0-2 15,4-4 1-15,2 2 2 0,6-1-1 16,0-2 3-16,0-3-2 0,1-2 2 0,-1-4-2 0,0 1 1 0,-1 0 0 16,-1-7 0-16,-1 0-1 0,0 2 9 0,-4-3 4 15,4-7-2-15,-8 4-1 0,4-6-3 0,-3-3 0 16,-2-4 1-16,-2-2-5 0,-1 0-1 0,-2-1 0 15,0-2-3-15,-3 2 2 0,-1-1-1 0,0 2 8 16,-1 2 5-16,-3 4 7 0,2 5 5 0,-2 2-1 16,0 1 6-16,-1 2 2 15,3 4-1-15,-1 1 0 0,0 2 4 0,2 1-2 16,0 2-7-16,-2 0-9 0,3 1-7 0,-2-1-8 16,0 2-25-16,2 3-27 0,-1-3-7 0,1 3 6 15,0 0 1-15,-5 9 10 0,1 0-1 0,4 0 2 16,-4 6 4-16,1 2 5 0,0 1 1 0,2 7 4 15,-1 7 0-15,1-4 2 0,1-1 2 0,-1 1 0 16,3-1 0-16,-2 1 5 0,6-2-1 0,-4-1 2 0,3-6 2 0,0-2 3 16,0 0 1-16,2 0 2 0,1-5 0 0,-1 0 5 15,3-5 0-15,-1 2 1 0,4-3 1 0,2 1-1 16,-1-4 3-16,7-3 1 0,-2-1-1 0,0-1 0 16,2-4 7-16,-3 0 2 0,-3 0 2 0,1-3 6 15,-1 0 3-15,-1 0-1 0,-2-4 2 0,1-2-3 16,-3 1 4-16,3 0 9 0,-4-1 11 0,0 3 11 0,-4 0 5 0,0 2 6 15,-1 0 14-15,2 3 5 0,-2 0 2 0,-2 2-29 16,0 2 3-16,-1-4-6 0,2 5-9 16,-3-1-8-16,0 3-8 0,4-3-18 0,-4 3-23 15,0 0-23-15,0 0-2 0,0 0 3 0,0 0-4 16,1 8-2-16,-1 1 5 0,0 2 5 0,0-1-3 0,-1 2 9 16,1 2-2-1,0 3 3-15,-3 0 0 0,3-5 3 0,0 1 1 16,0 0 4-16,0 0-3 0,0-5 7 0,3 3-1 15,-3-5 0-15,0 2 2 0,1-3 0 0,-1-1 0 16,0 2 6-16,0-4 3 0,0-2-4 0,0 6 9 16,1-3-11-16,2 0 3 0,-3-3 3 0,0 0-15 15,0 0-24-15,0 0-44 0,0 0-52 0,0 0-66 16,0-21-66-16,0 11-275 0,-4-8-579 0,3 0 256 0</inkml:trace>
  <inkml:trace contextRef="#ctx0" brushRef="#br1" timeOffset="136632.14">21001 13179 295 0,'0'-1'298'0,"0"1"-13"0,2-6-21 16,-2 3-24-1,0 3-22-15,0 0-28 0,0-5-17 0,0 5-22 16,0 0-16-16,0 0-14 0,0 0-18 0,0 0-25 0,0 0-25 16,13 8-30-16,-7-4-46 0,-1-1-46 0,2 5-58 15,-1-1-54-15,-2 2-191 0,1-4-402 0,-1 0 179 16</inkml:trace>
  <inkml:trace contextRef="#ctx0" brushRef="#br1" timeOffset="137572.25">21243 13523 115 0,'4'-6'309'16,"-4"2"-10"-16,0 1-14 0,4-2-15 0,-4 3-20 16,3-2-21-16,-3 4-27 0,2-3-23 0,-2 3-20 15,0-5-16-15,0 5-23 0,0 0-26 0,0 0-9 16,0 0-12-16,0 0-4 0,9 14-13 0,-8-9-4 0,2 2-8 16,-2 4-6-16,2 0-18 0,1 0-6 0,-2 1 0 0,2-2-7 15,-1 1-9-15,-1-1-2 0,2-3-1 16,1 0 4-16,-1 0-2 0,0-4 2 0,2 2 2 15,1-3 4-15,4-2 1 0,-1-1-3 0,2-3 0 16,0 1-1-16,1-1 1 0,5-7 0 0,-5 3 6 0,2-2-4 16,-2-2 4-1,1 0 4-15,-1 0-1 0,0-1 5 0,-6 6 3 16,4-3 2-16,-5 1 8 0,3 2 5 0,-4 2-5 16,-1 0-1-16,0 2-4 0,0-2-2 0,-1 1-7 15,-1 2-3-15,-2 2-14 0,5-3-14 0,-5 3-22 16,0 0-11-16,0 0 4 0,0 0 6 0,0 0 3 15,6 7 2-15,-5-2-8 0,1 0-14 0,-2 2-5 16,1 0 0-16,2-1 4 0,-2 0 1 0,1-1 6 0,1 1 8 0,1-2 2 16,-2-2 3-16,2 1 4 0,1-1 5 0,-5-2 4 15,9 0 0-15,-9 0 6 0,13-5 5 0,-4 0-2 16,-3 1 9-16,1-3 9 0,0 1 10 0,1-1 4 16,-2-2-1-16,0 1 7 0,1-1 3 0,-2 3 12 15,3-3 2-15,-6 4 1 0,2 1-4 0,0-1-3 16,0 0 1-1,-3 2-5-15,3-4-6 0,-1 5-6 0,-3 2-6 0,1-3-8 16,-1 3-16-16,0 0 1 0,0 0-3 0,10 4 2 16,-6 4 7-16,1 0-9 0,-1 3 0 0,4 4 0 15,-1 3-1-15,2 5-1 0,-1 4 3 0,0 1 0 16,-1 1 2-16,0 5 3 0,-1-3-4 16,-1 15 2-16,-3 1 3 0,-1-12 0 0,-1 1 1 0,-3-2 2 15,-1 2 1-15,0-1-4 0,-3-4 8 0,-3-3-4 0,-2-4-1 16,2-7-15-16,-3 0 5 0,3-2 2 0,-3-2 5 15,-1-4 7-15,1-2 11 0,-5-1 15 0,5-5 10 16,-2-2 18-16,-4-1 9 0,1-8 17 0,4 3 37 0,1-4 25 16,2-2 13-16,1-3 1 0,3-2-22 0,5-8-14 15,4-3-14-15,7-5-15 0,17-18-23 16,6 8-22-16,6-2-16 0,4 2-19 0,26-19-18 0,-22 22 0 0,3 2-5 16,4 3 4-16,-2 2 2 0,-2 5 1 0,-1 2-1 15,-16 10-5-15,3 0 8 0,-6 3-3 0,-3-1 4 16,-11 7 8-16,-2 2 4 0,-2 2 0 0,-3-1-3 15,0 1-3-15,-2 0-14 0,-2 1-38 0,0 1-26 16,-4 2-51-16,0 0-49 0,-14-3-58 0,0 4-77 16,-4 2-226-16,-1-2-577 15,-2 2 255-15</inkml:trace>
  <inkml:trace contextRef="#ctx0" brushRef="#br1" timeOffset="140178.75">23223 13182 157 0,'-3'-6'202'0,"3"1"-11"16,0-1-10 0,0 2-11-16,0-1-10 0,-1-3-11 0,1 8-11 15,0-4-11-15,0 0-13 0,0 4-11 0,0 0-12 16,-1-7-19-16,1 7-15 0,0 0-19 0,0 0-9 15,0 0-8-15,-3 15 0 0,3 1-4 0,-4 9-1 16,-1 4-4-16,0 17-4 0,-3 2-2 0,2 1 0 16,-2 0-2-16,3 3-2 0,4-3-1 0,-2-4 0 15,3-7 2-15,3-3 1 0,-3 11-4 0,1-13 3 0,6 2 1 0,-4-2 0 16,1-4 0-16,0 0 3 0,1 0 3 0,-1-9 11 16,1-3 0-16,-1 1-3 0,0-1-14 0,-3-6-14 15,2-2-7-15,-2-2-5 0,0 0-9 0,-1-1-7 16,0-2-7-16,0 0 2 0,-1 0-14 0,1-4-94 15,-8 0-147-15,8 0-321 0,-14-7 142 0</inkml:trace>
  <inkml:trace contextRef="#ctx0" brushRef="#br1" timeOffset="140880.57">23248 13380 87 0,'-2'-3'209'16,"2"3"-21"-16,-3-5-22 0,3 5-17 0,0 0-18 15,0 0-13-15,0 0-10 0,10 8-14 16,1-1-10-16,7 2-7 0,6 4-7 0,4-1 3 16,1 2-12-16,3 3-13 0,0 0-8 0,-1-2-3 15,-4 1-9-15,1 0-11 16,-5-2-6-16,2 0-5 0,-7-3-11 0,-5 0-10 15,-4-1-10-15,0-3-15 0,-4-1-11 0,-4 0 11 16,-1-1 7-16,-4 2 2 0,-2-2 17 0,-10 2-9 16,-5 0 7-16,-8 3 0 0,-3-5 2 0,-1 0 8 15,-3 0 2-15,0-1 5 0,0 1 7 0,0-2 2 16,2 0 2-16,1 1 3 0,5-2-6 0,7-2 7 16,3 0-9-16,8 1 5 0,-3 1 6 0,8-2 1 0,-3 0-5 0,8 0 2 15,0 0 2-15,0 0-12 0,0 0-9 0,35-9-13 16,-4 3-15-16,3 1-12 0,16-6-3 0,2 3 0 15,2-2 2-15,2-2 5 0,3-2 3 0,1 2 9 16,0 0-4-16,-4 2 9 0,1-2 4 0,-4-3-7 16,-4 4 1-16,-12-1 2 0,0 1 7 0,-3-1 1 15,-2 0 3-15,-4 4 2 0,-1-4 9 0,-9 2 12 0,-4 3 30 16,-5-2 23-16,0 4 16 0,-5-3 15 0,2 4 3 0,-3-2-7 16,-4-1-4-16,1 2-4 0,-4 0-6 0,-2-1-3 15,-2 4-11-15,-1-2-8 0,-4 3-4 0,0-1-3 16,-6 4-7-16,-1-1-5 0,-1 5-5 15,0 1-2-15,-8 3-5 0,3 2-3 0,2 0-3 0,2 5-2 16,4-7-4-16,-3 6-4 16,6-1 0-16,3-2 0 0,-2 3 1 15,7 1-6-15,0-2 4 0,3 0 0 0,3-3 0 16,2-3 3-16,3 3 4 0,0-2 4 0,5 0 1 16,1-3 4-16,4-2 0 0,4 1 0 0,4-2 0 0,6-4-4 15,-6 0-1-15,-1-5 0 0,8-2-4 0,-10 2 2 16,-1-3-2-16,-3 0 2 0,0-1-2 15,-6-1 1-15,5-4-4 0,-6 3 2 0,-3-4-5 0,-2-2-6 0,-6 2-7 16,2-2-3-16,-3 0-4 0,-4 0 2 0,-2 3-3 16,-1-1 0-16,0 5-6 0,-4 1-7 0,0-2-4 15,-4 5-8-15,6 2-8 0,-5 1-8 0,5 2-22 16,-2 1-19-16,3 0-34 0,0 3-20 0,4-2-32 16,3 3-142-16,2 1-348 0,-1-3 155 0</inkml:trace>
  <inkml:trace contextRef="#ctx0" brushRef="#br1" timeOffset="141413.03">24349 13362 326 0,'0'-4'315'0,"0"4"-33"0,3-3-30 0,-3 3-26 16,0 0-26-16,0-4-24 0,0 4-25 15,0 0-29-15,0 0-10 0,0 0-13 0,3 14-12 0,-4-4-9 16,-1 2-8-16,1 2-6 0,-1 6-8 0,-1-2-12 16,-1 0-10-16,0 1-8 0,-1-1-6 0,5-1-5 15,-2 0-7-15,-1-6-5 0,2 0-1 0,0-5 1 0,1 2-4 16,0-4 1-16,-3 1 4 0,3 2 8 0,0-4 15 16,0-3 10-16,4 1-4 0,-4-1-4 0,0 0 3 0,19-12 3 15,-13 6-7-15,4-4 3 0,-2 3-6 16,5-8-4-16,0 3 2 0,-2 1-4 0,2-2-3 15,-1 1 1-15,-3 2-5 0,-2 1-3 0,2 1 1 16,-2 4-3-16,-4-1-2 16,1 0-3-16,1 3-1 0,-1-1-2 0,1 2 6 15,-5 1-11-15,9 1-6 0,-1 3 2 0,-4 2-2 16,3-1 0-16,-3 2 0 0,4 3 0 0,-2-1-1 16,1 1 5-16,-1 2-4 0,2-2 6 0,-3 2 1 15,1-3-1-15,-1 2 2 0,5-2-1 0,-6-1 5 16,0-2-1-16,-1-1 4 0,1 2 0 0,-2-4 18 15,2-2 30-15,-3 2 32 0,-1-3 8 0,9 0 2 0,-9 0-3 0,10-7-11 16,-3-1-3-16,-1-1 2 0,1 1-1 0,0-1-16 16,-2-3 3-16,3 1-4 0,0-2-4 0,-1-3-12 15,1-1 1-15,-3 2 2 0,4 0 16 0,-4-2-35 16,-1 5-6-16,0-1 0 0,-2 4 6 0,2 0-10 16,0 2-6-16,-4 2-19 0,4 0-7 0,-4 0-32 15,1 0-36 1,4 2-43-16,-2 0-37 0,-3 3-40 0,6-1-34 0,1 1-38 15,-7 0-266-15,12 4-585 0,-4-3 258 0</inkml:trace>
  <inkml:trace contextRef="#ctx0" brushRef="#br1" timeOffset="141744.97">24957 13447 23 0,'-4'3'273'0,"4"-3"-12"15,0 0-13-15,0 0-21 0,0 0-12 0,0 0-22 16,0 0-24-16,0 0-15 0,9-11-20 0,2 5-16 0,1 1-12 16,7-5-16-16,-1 4-14 0,6-6-8 15,-5 1-12-15,6-1-7 16,-7 2-4-16,2 0-5 0,-6-3-7 0,4 2-1 16,-4 2-2-16,0-3-2 0,-5 4 1 0,-1-1-1 15,-1-2 2-15,-2 5 2 0,-1-1 5 0,0 2 2 16,-3-2-5-16,-1 2-3 0,-2 1-9 0,-1-1-7 15,-3 2-1-15,-3 3-3 0,-1 0-6 0,-7 0 4 16,3 3-6-16,-8 3-3 0,3 1 0 0,1 1 2 16,-7 4-2-16,7-2 0 0,-1 0-3 0,5 3 1 0,-2 2 1 0,5 0-7 15,-2 1-22-15,7-1-13 0,-1 0-12 0,6-1-22 16,1-2-16-16,4 5-20 0,2-3-30 0,2-6-41 16,3 2-193-16,5-3-407 0,0-3 181 0</inkml:trace>
  <inkml:trace contextRef="#ctx0" brushRef="#br1" timeOffset="142030.01">25403 13211 73 0,'0'0'216'0,"0"0"-25"0,0 0-18 16,0 0-17-16,11 6-13 0,-7 2-13 0,2 1-13 15,2 4-10 1,0 3-8-16,0 1-5 0,0 8-14 0,0-1-7 15,1 1-11-15,-4 0-3 0,3 0-7 0,-8 1-5 16,0-9-6-16,-3 1 0 0,3-6-5 0,-1 2 0 0,0-4-9 16,-2-3 1-16,1 0 2 0,2-1 13 15,1-2 16-15,-4 0 32 0,1-3 0 16,2-1-7-16,0 0-3 0,0 0-6 0,-5-15-6 0,7 5-6 0,1-4-8 16,1-1-15-16,7-10-13 0,2 2-19 0,3-4-31 0,1 1-28 15,6 0-27-15,-3 3-32 0,2 1-22 0,4-2-43 16,-2 5-213-16,2 0-421 0,-3 2 186 0</inkml:trace>
  <inkml:trace contextRef="#ctx0" brushRef="#br1" timeOffset="142963.26">26682 13182 120 0,'-3'-3'182'0,"3"3"-15"0,0 0-15 16,0 0-15-16,0 0-11 0,0-3-17 0,0 3-7 0,0 0-17 0,0 0-4 15,0 0-11-15,0 0-6 0,0 0-13 0,-14 7-2 0,9 1-5 16,-4 1-7-16,0 4-3 0,-3 1-3 0,1 2-8 16,-3 7 2-16,1-6-11 0,4 0 0 0,-3 9 7 15,4-9-7-15,0 1 2 0,3-1-6 0,-2-3 2 16,3 4-4-16,1-1 2 0,2-4-5 0,2-3 3 31,1-1 1-31,1-1 13 0,0 1 9 0,3-6 34 16,2 1 13-16,4-1 4 0,0-3 3 0,6-4-3 0,1 1-1 15,0-4-4-15,2-3 1 0,-2 0-3 16,5-5-1-16,-11 3 0 0,2-3-2 0,-2-1-8 16,-1-1-5-16,-2-2-6 0,-5 2-6 0,0-2-7 15,-2 1-6-15,-3-2-9 0,-2 4-1 0,0-1-6 16,-2 3-6-16,-1 2-4 0,-3 4-8 0,1-1-6 0,-4 2-3 0,-1 4-7 15,0-1-7-15,-1 3-11 0,2 1-16 0,-1 0-25 16,-3 1-19-16,6 3-36 0,-4 1-21 0,4 0-33 16,2 0-52-16,0 2-128 0,3-2-394 0,4-1 175 15</inkml:trace>
  <inkml:trace contextRef="#ctx0" brushRef="#br1" timeOffset="143386.31">26973 12961 169 0,'3'-2'224'0,"-1"-2"-25"16,0 0-23-16,-2 4-21 0,1-2-23 0,-1 2-19 0,0 0-17 15,0 0-14-15,0 0-6 0,2 17-10 0,-2 1-4 16,-2 7-8-16,-1 5-1 0,-2 3-8 0,-1 4-2 15,-3 10-6-15,0-2-5 0,0-9-2 16,0 10-5-16,1 0 3 0,3-13 3 0,1 0-11 0,2-1-6 16,-2-3 0-16,4-2 0 0,0-2 0 0,4-8 1 0,-4-1-6 15,2-3 7-15,0-3-5 0,-1-1 3 0,0-2 7 16,-1-3 6-16,3 4 17 0,-2-3 26 0,0-2 26 16,-1-3 32-16,0 6 25 0,0-6 19 0,0 3 0 0,0-3-16 15,0 0-24-15,0 0-31 0,-2-15-30 0,-2 4-34 16,-1 0-13-16,-4-6-16 0,-3 1-21 15,-4-5-10-15,-1 1 0 16,-1 1 0-16,2-1 4 0,0 8 2 0,2-2 1 16,0 2 3-16,1 3 1 0,2 1 1 0,2 1 5 0,4 2 3 15,0 0 1-15,0 2 1 0,0-1-2 0,5 1 4 16,0 3-8-16,12-9-2 0,6 3-10 0,15 1-22 16,4-4-25-16,18-1-38 0,3 1-42 15,7-1-16-15,28-4-32 0,-3 1-39 0,-28 1-153 16,28-4-419-16,-28 3 186 0</inkml:trace>
  <inkml:trace contextRef="#ctx0" brushRef="#br1" timeOffset="143718.41">28214 12917 222 0,'0'0'212'0,"-1"-4"-21"16,1 4-20-16,0 0-18 0,0 0-18 0,-3-4-19 16,3 4-10-16,0 0-12 0,0 0-13 0,0 0-14 15,3 13-8 1,-3-5-5-16,1 4-4 0,3 5-4 0,-4 1-7 16,0 2 3-16,0 6-5 0,0-1-3 0,-4 2-3 0,3-1-3 15,-2 0-2-15,3 1-4 0,-2-8-3 16,0 1 0-16,2-3-1 0,-2 0-2 0,2-2-1 15,-3-3-2-15,2 0 0 0,-2-1-2 0,3-5 1 16,0 1-13-16,-1 0-1 0,1-4 4 0,0 1 3 0,0-4-4 16,-1 3-38-16,1-3-38 0,0 0-27 0,0 0-21 0,1-15-4 15,-1 3-26-15,1 3-104 0,-1-2-279 0,0-6 124 16</inkml:trace>
  <inkml:trace contextRef="#ctx0" brushRef="#br1" timeOffset="144064.03">28135 12891 61 0,'-3'-9'245'0,"-1"3"-8"16,2 0-17-16,-2 0-17 0,2 1-19 0,0 1-18 15,2 1-21-15,-2-1-11 0,0 1-23 0,2 3-17 16,0 0-15-16,0 0-10 0,0 0-5 0,0 0-7 16,0 0-5-16,14 12-6 0,-1-2-4 0,0 2-7 15,7 5-1-15,3 2-4 0,0 3-6 0,2 1 0 16,2 1 6-16,1 1-13 0,0-2 2 0,-3 3-5 0,0 3-1 0,-3 0-2 15,-2-1 3-15,-5 2-5 0,-3-3-1 0,-3 1-1 16,-7-2-1-16,0-1-8 0,-6 1-3 0,-5-3 1 16,-2-6-2-16,-9 2 5 0,-2-1-2 0,-5-1 2 15,2-4-2-15,-1 0 0 0,-2-4 2 16,0 6 2-16,0-6-2 0,0-1-1 0,1-1 3 0,0-2 0 16,5-1 0-1,1 2 1-15,7-4-3 0,2-2 1 0,2 5 0 16,2-5 1-16,1 2-4 0,3-1-3 0,0 0-2 15,4-1 4-15,0 0-4 0,0 0-10 0,0 0-33 16,15 3-52-16,-3-5-55 0,1 0-196 0,4-3-382 0,-4 2 169 0</inkml:trace>
  <inkml:trace contextRef="#ctx0" brushRef="#br1" timeOffset="144266.18">28831 13314 110 0,'0'0'436'16,"0"0"-52"-16,0 0-37 0,0 0-36 0,8 0-58 16,-8 0-58-16,0 0-65 0,0 0-82 0,0 0-113 15,0 0-294-15,0 0-388 0,0 0 172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4-25T06:26:21.647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2080 1569 4 0,'-3'-5'176'0,"3"5"-5"0,3-2-9 0,-3 2 0 16,0 0-14-16,0 0-6 0,1-5-11 0,-1 5-2 15,0 0-7-15,0 0-8 0,0 0-4 16,0-5-8-16,0 5-2 0,0 0-1 0,0 0-9 16,0-4 0-16,0 4 0 0,0 0-2 0,0 0 3 15,0 0-2-15,0 0 10 0,0 0 6 0,0 0-3 16,-5-3 6-16,5 3 0 0,0 0 6 0,0 0-7 0,0 0 2 0,0 0-6 16,0-7-11-16,0 7 2 0,0 0-3 0,0 0-10 15,0-7-15-15,0 7 2 0,0 0-8 16,0 0 1-16,0 0-13 0,0 0-17 0,0 0-20 15,0 0-28-15,0 0-30 0,0 0-18 0,0 0 4 16,1 19 5-16,3-2 9 0,-4 6 4 0,0 7 3 16,0 3 8-16,1 2 3 0,1 11 2 0,-2 1 3 0,0-14 5 0,3 15 4 15,0-14-12-15,-3-3 13 0,0-2 5 0,1 0 1 16,1-4-3-16,0-4 5 0,-2-4 3 0,0-5-2 16,0-4 2-16,0 1 2 0,0-1 0 0,1-4 23 15,-1 1 19-15,0-5 10 0,3 8 23 0,-3-8 10 16,0 0 18-16,0 0 5 0,0 7 0 0,0-7-5 15,0 0 0 1,0 0-11-16,0 0-12 0,0 0-22 0,0 0-16 16,0 0-40-16,0 0-24 0,0 0-35 0,0 0-34 15,-3-22-42-15,2 16-44 0,1 6-52 0,1-17-68 16,2 8-287-16,-3-3-633 0,1 0 280 0</inkml:trace>
  <inkml:trace contextRef="#ctx0" brushRef="#br0" timeOffset="369.71">2063 1535 181 0,'-6'-1'231'0,"6"1"-11"0,0 0-14 0,0 0-22 16,-10-1-4-16,10 1-15 0,0 0-4 0,0 0-6 16,0 0-5-16,0 0 0 0,0 0-6 0,0 0-13 15,-3-7-14-15,3 7-7 0,0 0-13 0,0 0-11 16,0 0-11-16,0 0-8 0,0 0-11 0,23 0 0 0,-4-2-7 16,0 1-8-16,17 1-1 0,-1 1-2 0,2-2-5 15,-3-1-5-15,2 2 3 0,-1 0-5 0,-2 0-5 0,0-2 2 16,-6 4-6-16,-4-2-3 0,4 0 0 0,-10 2-1 15,-4-2-3-15,-1 1-10 0,-1-1 10 0,-4 0-12 16,-7 0-21-16,13 2-27 0,-13-2-30 16,11 0-40-16,-11 0-19 0,5 5-10 0,-5-1-33 0,0-4-65 0,0 0-143 15,-13 12-422-15,8-7 187 0</inkml:trace>
  <inkml:trace contextRef="#ctx0" brushRef="#br0" timeOffset="833.28">2247 2077 3 0,'-5'4'222'0,"5"-4"-6"16,0 0-2-1,0 0-7-15,-8 3-8 0,8-3-6 0,-5 2-7 16,5-2-10-16,0 0-8 0,0 0-7 0,0 0-9 15,0 0-10-15,0 0-16 0,0 0-11 0,0 0-10 16,0 0-4-16,0 0-11 0,35-5-7 0,-10 1-6 16,6-1-11-16,6-3-4 0,-1 4-8 0,1 0-5 15,-3-1-9-15,2 0-1 0,-5 1-17 0,1-3 15 16,-12 6-15-16,2-2 7 0,-4 2-3 0,-5 1-2 0,-3-3-4 16,-1 3-4-16,0 0 2 0,-3-2-4 0,-6 2-1 0,9 0-6 15,-9 0-17-15,0 0-13 0,10-3-21 0,-10 3-19 16,0 0-36-16,0 0-49 0,0 0-38 15,0 0-45-15,-40 4-218 0,27-4-485 0,-1 1 214 16</inkml:trace>
  <inkml:trace contextRef="#ctx0" brushRef="#br0" timeOffset="1234.23">2247 1813 16 0,'-9'0'271'16,"9"0"-19"-16,0 0-9 0,0 0-13 0,-9 1-15 0,9-1-14 0,0 0-8 15,0 0-14 1,0 0-22-16,0 0-11 0,0 0-11 16,0 0-17-16,0 0-5 0,0 0-6 0,0 0-9 15,0 0 2-15,0 0 0 0,42-5-6 0,-20 2-13 16,10-2-3-16,-1 1-9 0,-2-2-5 0,0 0-13 16,0 2 3-16,-2-2-5 0,-7 1-9 0,2 2 0 15,-3-1-6-15,0 1-2 0,-6 0-5 0,-2 2-3 0,-3 0-1 16,-3-1-1-16,4 1-5 0,-9 1-2 0,9-1 2 15,-9 1-7-15,8-3-9 0,-8 3-6 0,0 0-15 16,0 0-18-16,9 0-16 0,-9 0-16 0,0 0-16 16,0 0-37-16,0 0-29 0,-9 15-37 0,6-10-56 15,1 0-211-15,2-5-494 0,-4 9 219 0</inkml:trace>
  <inkml:trace contextRef="#ctx0" brushRef="#br0" timeOffset="1604.05">3271 1722 235 0,'0'0'322'0,"0"0"-11"0,0 0-15 0,5-5-15 15,-5 5-32-15,0 0-15 0,0 0-24 0,4-3-22 16,-4 3-18-16,0 0-20 0,0 0-16 0,0 0-16 0,0 0-21 0,0 0-13 16,0 0-6-16,-9 20-9 0,0-8-15 0,-1 2 4 15,-3 3-9-15,-8 3-1 0,2 4-4 0,0 1-4 16,0 0-3-16,2 0-3 0,-3-3-3 16,2-1-3-16,1 2-1 0,6-7-6 0,1-3-5 15,1-3 4-15,0-1 0 0,1 0-8 0,3-2 0 16,1-2 1-16,-1-1-1 0,5-4 1 0,-4 7-7 0,4-7 10 0,-5 4-3 15,5-4-7-15,0 0-7 0,-5 5-2 0,5-5-23 16,0 0-5-16,0 0-22 0,0 0-57 0,0 0-61 16,0 0-50-16,0 0-50 0,0 0-225 15,-4-20-535-15,4 13 237 0</inkml:trace>
  <inkml:trace contextRef="#ctx0" brushRef="#br0" timeOffset="1936.06">2986 1799 298 0,'-3'-12'335'0,"2"2"1"0,1 2 2 0,-3 2-7 16,3-1-18-16,-1 2-9 0,1 5-36 0,0-8-24 16,0 8-26-16,0 0-34 0,0-9-30 0,0 9-11 15,0 0-30-15,0 0-2 0,0 0-11 0,22 17-10 16,-8-5-18-16,9 7 13 0,-1 3-15 0,2 0-4 0,-2 3-1 16,3-1-13-16,-1 2-3 0,3-3-1 0,0 1-4 15,0-2-1-15,-5 0-2 0,-1 0-4 0,-2-5-4 16,-4-2-9-16,-4-6-1 0,1 0-9 0,-7 0-17 15,2-1 12-15,-1-4 1 0,-1 0-2 0,-2-1 4 16,-3-3-4-16,6 9 7 0,-6-9 18 0,5 3 13 16,-5-3 10-16,0 0 4 15,6 3-10-15,-6-3 2 0,0 0-6 16,0 0-21-16,0 0-5 0,0 0-24 0,0 0-24 16,0 0-27-16,0 0-22 0,4-15-36 0,-4 15-43 15,1-5-44-15,-1 5-45 0,0 0-48 0,4-7-65 16,-4 7-236-16,1-8-644 0,-1 8 285 0</inkml:trace>
  <inkml:trace contextRef="#ctx0" brushRef="#br0" timeOffset="2359.27">3776 1888 209 0,'-2'-7'342'0,"2"1"-16"0,-2-2-12 0,0 1-10 16,0 2-13-16,-1-2-26 0,1 1-19 0,-2 2-26 16,1-3-27-16,-1 4-12 0,4 3-15 0,-8-8-16 15,0 5-18-15,3 3-22 0,5 0-7 0,-18 0-12 16,9 3-12-16,-4 3-13 0,-5-2-2 0,4 7-5 16,-5-1-10-16,1 1-14 0,-1 6 0 0,2-3-3 15,2 0-14-15,-4 3 13 0,7-2-3 0,1-1-13 0,2 2 4 16,0-4-1-16,1-1-19 0,5-1-4 0,-1 0 0 15,2-5 0-15,0 3 2 0,1-3 9 0,1-5 3 16,-3 6 10-16,3-6 9 0,6 6 11 0,-6-6 12 16,0 0 3-16,25-6 1 0,-14 1-4 0,2-2 2 15,2-3-4-15,-1 1 8 0,0-3-8 0,4-1-6 16,-5 2 3-16,1-2 9 0,-5 1-2 0,0 3 3 0,-1 1 3 0,-2 4-5 16,-1-1-2-16,-1 0-3 0,0 2-14 0,0 0-7 15,-4 3-10-15,5-4-11 0,-5 4-21 0,0 0-15 16,0 0-2-16,0 0 7 0,19 5 5 15,-11 2-12-15,0 1-11 0,1 0-17 0,4 2-19 16,1 2-35-16,-2 1-37 0,2-1-44 0,-3 1-46 16,0-6-67-16,-3 0-346 15,4 0-708-15,-3-5 314 0</inkml:trace>
  <inkml:trace contextRef="#ctx0" brushRef="#br0" timeOffset="2976.02">3934 1845 87 0,'0'0'370'16,"0"0"-5"-16,0-7-19 0,0 7 4 0,0 0-29 16,0 0-2-16,0 0-33 0,1-8-28 15,-1 8-22-15,0 0-29 0,0 0-15 0,0 0-18 16,0 0-19-16,0 0-22 15,0 0-21-15,0 0-26 0,0 0-28 0,0 0-13 16,0 0-2-16,0 0-16 0,9 16-7 0,-6-7 3 16,-2 3-5-16,3 5-2 0,0 0 4 0,-3 1-13 15,2-1-6-15,0 1-11 0,-2-1-9 0,-1-5-8 16,0 0 3-16,3-2-7 0,-2-5 3 0,-1 2 15 16,2-2-2-16,-2-5 21 0,1 9 27 0,-1-9 37 15,3 4 31-15,-3-4 1 0,0 0-10 0,0 0-12 0,0 0-4 16,16-18 0-16,-10 6-7 0,0 2-3 0,-1-2-10 15,4-2-7-15,-2-2-6 0,2 0 0 0,-1 1-9 16,-2 0-2-16,0 6-1 0,1 0-6 0,-3 1-4 16,1 3-2-16,-4 0-6 0,-1 5-5 0,7-7-6 15,-7 7-4-15,5-4-18 0,-5 4-13 0,0 0 5 16,0 0-6-16,0 0 8 0,15 12 0 0,-7-3-1 0,-4 0 4 0,5 6 0 16,-3-5 2-16,-2 2-5 0,1 3-2 15,1-1 5-15,1-1-9 0,-3-3-5 0,-2-1 17 16,2 0-3-16,-1-4 3 0,-2 1 9 0,-1-6 6 0,4 6 5 15,-4-6 31-15,2 7 23 0,-2-7 24 0,0 0-8 16,0 0-3-16,0 0-10 0,0 0-5 0,14-18 0 16,-9 10-2-1,-1 0-6-15,1-3-7 0,1-2-6 0,0 2-4 16,0-4-2-16,-1 3-2 0,0 1-3 0,1 2-1 0,-2 0-6 0,-1 2-3 16,2 2 1-16,-1 1-6 0,-4 4-9 0,3-6-8 15,-3 6-25-15,6-5-8 0,-6 5-10 0,0 0-2 16,18 3-13-16,-9 2-8 0,4-1-22 0,2 5-27 15,-1-1-23-15,4 2-33 0,0 1-33 16,0 1-28-16,0-4-30 0,1 2-33 0,1-6-33 16,-2 0-201-16,0 0-586 0,-4-3 260 0</inkml:trace>
  <inkml:trace contextRef="#ctx0" brushRef="#br0" timeOffset="3260.84">4555 1820 60 0,'-4'-12'312'0,"0"-5"5"0,2-1 8 16,-1 3-4-1,-2 3 0-15,4 0 1 0,-3-1-6 0,3 2-3 16,-2 2-9-16,3 1-18 0,-1 0-17 0,-2 3-20 0,2-1-25 16,1 2-38-16,0 4-8 0,-4-6-22 0,4 6-17 15,0 0-18-15,0-5-30 0,0 5-25 0,0 0-43 16,0 0-28-16,0 0-38 0,0 0-11 0,0 0 7 0,-4 26 3 0,3-1 15 16,-3 3 0-16,-1 3 11 0,1 1 4 15,3 2-16-15,-1 0 17 0,0 11 1 0,-2-13 0 16,4 0 8-1,3-2 0-15,-3-3 1 0,0 1 5 0,1 0-9 16,1 0 10-16,-2-10 2 0,0-7-16 0,2 5-25 16,-2-3-16-16,1-2-20 0,-1-3-12 0,3-3-9 0,-3 2-4 15,0-7-1-15,1 9-4 0,-1-9-24 0,0 0-62 16,0 0-117-16,0 0-242 0,0 0-591 0,14-25 262 0</inkml:trace>
  <inkml:trace contextRef="#ctx0" brushRef="#br0" timeOffset="3846.8">4609 1808 64 0,'-6'-5'284'16,"6"5"-14"-16,-7-2-22 0,7 2-17 0,0 0-22 16,0 0-26-16,0 0-20 0,0 0-15 0,0 0-12 15,0 0-20-15,0 0-11 0,34 8-6 0,-17-3-11 16,1 1-10-16,-3 0-9 0,3 1-7 0,-4-2-8 15,4 2-1-15,-5-1-11 0,-3 1-8 0,0-1-6 16,-2-1-14-16,0 1-5 0,-2-1-16 0,-2 1 6 0,-3 1 2 16,-2 1 3-16,-2-2 2 0,-7 2 1 0,-4 2 0 15,-4 1 2-15,-5 2 2 0,3-5-6 0,-8 3 6 0,-2-3-2 16,-2-1 2-16,4-2-2 0,-1 0-4 16,7-1 4-16,1-1 0 0,5-1 0 0,3-1-5 15,0 1 6-15,6 0 0 0,7-2-7 0,-16 1-9 16,16-1-5-16,0 0 0 15,0 0-16-15,0 0-2 0,0 0 2 0,39-15-13 16,-10 9-26-16,4-3-29 0,2-3-21 0,1 0-19 16,-1-3-26-16,0 1-5 0,-2 2 42 0,-5-5 36 15,3 1-11-15,-5-1 20 0,-1-1 18 0,-2-1-24 16,-3 2 86-16,-3-3 12 0,-4 4 28 16,-3 1 16-16,-5-2 33 0,2 3 36 0,-5-1 12 15,2-1 23-15,-2 4 11 0,-2 1 7 0,0-3 0 0,-2 2 8 0,2 1-14 16,0 2-7-16,-3-1-23 0,3 1-20 0,-1 2 9 15,1 7-16-15,-1-10-3 0,1 10-22 0,0-7-19 16,0 7 3-16,0-7-29 0,0 7-25 0,0 0-25 16,0 0-32-16,0 0-32 0,0 0-22 0,0 0 7 15,0 0 12-15,-3 21 4 0,2-2 6 0,-2 10 11 16,-2 3 5-16,0 2 7 16,0 11-2-16,0-11 11 0,1 1 1 0,-1-3 9 15,1-5-10-15,2 1 18 0,-1-10-2 16,3 0 4-16,-3-3 2 0,5-3 2 0,-5 0-9 15,2-5 7-15,2 0 9 0,-2-1-3 0,1-6 1 16,-1 9-1-16,1-9-9 0,-2 5-24 0,2-5-71 0,0 0-67 16,0 0-118-16,0 0-157 0,0 0-485 0,24-21 214 15</inkml:trace>
  <inkml:trace contextRef="#ctx0" brushRef="#br0" timeOffset="4294.7">5053 1953 87 0,'0'0'279'0,"0"0"-10"0,0 0-16 0,0 0-15 16,0 0-19-16,0 0-21 0,0 0-19 16,0 0-19-1,0 0-16-15,35-16-13 0,-20 9-17 0,3-3-9 0,5-3-13 0,-5 2-19 0,1-1 3 16,-1-3-13-16,0 4 0 0,0-9-8 15,-3 8-1-15,-1-1 0 0,-1-3 4 0,-5 6 10 16,-1 0 11-16,0-2 8 0,-5 3 1 0,-1-1-7 16,-2 0-2-16,-1 4-15 0,-5-2-5 0,0 3-7 15,-5 0-13-15,-1 3-4 0,-5 1-5 16,-2 2-9-16,1 6 3 0,2-3-8 0,-2 6-2 16,1-1-1-16,4 4-5 0,-7 6 5 0,2-2-12 15,3 5 7-15,4-5-9 0,2 6 4 0,3-5-7 0,3-1 1 0,2 3 5 16,4-2 1-16,4 2 4 0,4-3-4 0,2-2 14 15,9 2 7-15,4-3-1 0,4-4-1 0,-6 0 8 16,8-6-4 0,-3 3 5-16,-6-3-3 0,-1-2 9 0,-4 2 7 0,-3-4 11 0,-2 0 4 0,-12 0 19 15,15 0 13-15,-15 0 1 0,11 0 1 0,-11 0-3 16,0 0-11 0,0 0-11-16,13 3-20 0,-13-3-27 0,0 0-24 15,0 0-50-15,0 0-33 0,0 0-62 0,0 0-76 16,0 0-85-16,0 0-372 0,0 0-738 0,-33 5 326 15</inkml:trace>
  <inkml:trace contextRef="#ctx0" brushRef="#br0" timeOffset="5312.77">2131 2406 38 0,'0'0'106'0,"0"0"3"0,0 0 1 16,-3 3 0-16,3-3-4 0,0 0-1 0,0 0-12 16,0 0 0-16,0 0 3 0,0 0-7 0,0 0-7 15,0 0 0-15,0 0 1 0,0 0-2 0,0 0-5 0,-1 4 3 0,1-4-4 16,0 0-2-16,0 0-2 0,0 0-7 0,0 0 4 16,0 0-12-16,0 0 0 0,0 0-10 0,0 0-1 15,0 6-9-15,0-6-2 0,0 0-6 16,0 0-4-16,0 0 0 0,0 0-4 0,8 1 2 15,-8-1-5-15,6 0 3 0,-1 1-5 0,-5-1-2 16,12 0 1-16,-7 0-5 16,5 0 5-16,-1 0-4 0,3 0 1 0,2 0 0 15,-2 0-6-15,4-1 10 0,2 1-2 0,2-1 4 16,8-2-5-16,0 1 3 0,-1-1 1 0,1 1-5 16,4 2 2-16,3-3-2 0,0-1 0 0,19 3-1 15,1-4 0-15,1 1 0 0,6-1 1 0,4 4 4 16,27-3 2-16,-2-1 9 0,4 5 10 0,4-2 9 15,5-1 12-15,10-1 10 0,3-1 6 0,2 2-1 0,-3-2-1 16,6 1-8-16,0-1 2 0,-3-3-12 0,2 4-2 0,2 1-3 16,-1-1-9-16,-5-2-2 15,-2-1-4-15,-1 7-1 0,-3 0-1 0,-13-5-11 0,1 1-5 0,-8 0-4 0,-27 3-4 16,2-2-7-16,-2-3 0 0,0 3 0 0,-8-3-3 16,-5 0 1-16,-14 4 10 0,-1-2 2 0,3 3 11 15,-5-4 13-15,-2 0 5 0,-3 2 3 0,-10-1 5 16,0 3 1-16,-5-1 1 0,-2 0-2 0,1-1 9 15,-13 3-15-15,13 0 9 0,-13 0-9 0,11-2-8 16,-11 2-4-16,0 0 8 0,11-1-2 0,-11 1-7 16,0 0 4-16,8-4-12 0,-8 4 4 0,0 0 2 15,0 0-4-15,0 0 1 0,0 0-1 16,0 0-2-16,0 0 8 16,0 0-12-16,0 0 4 0,0 0-12 0,0 0 10 15,0 0 0-15,0 0-4 0,0 0-1 0,0 0-7 16,0 0-26-16,0 0-28 0,13 4-33 0,-13-4-33 15,0 0-61-15,0 0-66 0,0 0-109 0,0 0-246 16,0 0-643-16,0 0 284 0</inkml:trace>
  <inkml:trace contextRef="#ctx0" brushRef="#br0" timeOffset="9457.9">6306 1673 171 0,'0'0'352'0,"0"0"-8"0,-4-6 5 0,4 6-8 16,0 0-15-16,-4-5-23 0,4 5-17 0,0 0-27 15,0 0-20-15,0 0-22 0,0 0-23 0,0 0-24 0,0 0-15 0,0 0-15 16,0 0-25-16,0 0-32 0,0 0-35 0,0 0-53 15,0-3-40-15,0 3-47 0,0 0-54 0,0 0-69 16,0 0-73-16,0 0-263 0,0 0-596 0,0 0 264 16</inkml:trace>
  <inkml:trace contextRef="#ctx0" brushRef="#br0" timeOffset="9959.2">6334 2077 128 0,'0'0'388'0,"0"0"13"16,0 0 10-16,0 0-5 0,0 0 2 0,0 0-11 15,0 0-22-15,0 0-26 0,0 0-29 0,0 0-32 0,0 0-30 16,0 0-27-16,0 0-25 0,0 0-34 0,0 0-62 15,0 0-61-15,0 0-81 0,0 0-82 0,0 0-96 16,0 0-157-16,3-13-329 0,9 6-754 0,5 1 334 16</inkml:trace>
  <inkml:trace contextRef="#ctx0" brushRef="#br0" timeOffset="11579.17">8919 1710 92 0,'0'0'147'0,"4"-2"-12"0,-4 2-11 15,3-3-3-15,-3 3-14 0,3-3-3 0,0 1 0 16,-3 2-10-16,0 0-3 0,0 0 7 0,3-4-3 15,-3 4-13-15,0 0 2 0,0 0-6 0,4-3-10 16,-4 3-19-16,0 0-9 16,0 0-18-16,0 0-6 0,0 0-8 15,0 0 2-15,-19 9 1 0,9-2 1 0,-16 3-5 16,2 5 1-16,-3-3-2 0,-1-1-1 0,0 4-2 16,-1-2 0-16,-1 3 5 0,-3-1-8 0,5-1 3 15,1 2 3-15,-2-2-3 0,5 1-1 0,0-2 3 16,6-5-6-16,4 3 0 0,2-4-4 0,3 1 2 15,0-3-5-15,0 2 7 0,4-2-8 0,1 0 0 0,0 2 4 0,0-4-8 16,4 2 3-16,0-1 2 0,0 3 6 0,3-4-8 16,3 5 4-16,2-1 1 0,3 0 7 0,6 1 0 15,2-1-4-15,1 2 6 0,6 1-3 0,2-1-1 16,-1 1 0-16,0-2-2 0,1 3 6 0,-9-4-3 16,0 3 7-16,0 0-4 0,-1 0-5 0,-4 1-3 15,-5-6-17-15,1 3 0 0,-2 2-6 0,-4-1 1 0,-4-3 7 16,-1 3 6-16,-6 3 2 0,-4 2 1 0,-6-1 2 15,-8-1-1-15,-3 2 7 0,-7 0 0 0,3-3 6 16,-2-2 2-16,-4 0 1 0,2 1 2 0,0-2-3 16,0 1 4-16,0-4 0 0,2-2 1 0,4 1 10 15,9-1 7-15,3-1 15 0,5 1 10 0,3-1 13 16,1-2 15-16,9 0 6 16,-13 0-4-16,13 0-4 0,-10 0-9 0,10 0-7 15,0 0-9-15,0 0-10 0,0 0-5 0,0 0-25 16,0 0-25-16,28-14-36 0,-13 7-43 15,4 2-38-15,9-1-49 0,-8 1-163 0,0-4-368 16,8 2 163-16</inkml:trace>
  <inkml:trace contextRef="#ctx0" brushRef="#br0" timeOffset="12055.97">9265 2084 31 0,'-13'2'128'16,"3"-2"-17"-16,10 0-7 0,-18 3-15 0,8-1-10 15,-3 1-13-15,2 2-8 0,-2-2 4 0,1 1-13 0,2 3-7 16,-4-1-5-16,5-2-8 0,0 6-3 0,-1-5-3 0,1 5 1 16,0-1-8-16,0 1 7 0,4 4-7 0,0-2 1 15,-2-2-6-15,6 1-1 0,-3-1 0 0,3-3 1 16,1 3 3-16,0-2 3 0,4 0 14 16,-2 1 6-16,5-1 8 0,2 0 13 0,1-3 0 15,7-2 0-15,2 3 4 16,0-6-8-16,4 2-1 0,-3-5-7 0,10-2 0 15,-1 0-4-15,-2-4 6 0,-9 3 2 0,4-3 9 16,1-6 10-16,-8 3 10 0,-2 1 11 0,-2-2 1 16,-2-1-1-16,0-1 0 0,-5 3 19 0,0 0-4 0,-3 0 2 0,0 0-10 15,-2 0-3-15,-1 0-16 0,-4 4-8 0,-2-4-11 16,-4 0-9-16,2 4-16 0,-3 2-1 16,-2-1-12-16,-3 2-8 0,4 0-19 15,0 5-23-15,-3-3-27 0,-2 3-29 0,6 1-35 0,-1 1-37 0,0 3-26 0,3 1-47 16,0 0-165-16,2-1-425 0,2 0 188 0</inkml:trace>
  <inkml:trace contextRef="#ctx0" brushRef="#br0" timeOffset="12565.75">9518 2300 183 0,'0'0'186'0,"0"0"-16"0,0 0-17 0,0 0-9 0,0 0-11 16,23-12-4-16,-13 9-10 0,-1-6-10 16,5 3-11-16,2-8-13 0,0 0 3 0,5-4-14 15,-1 2-2-15,-3-7-7 0,3 5-2 0,-2-7-11 16,0 3-1-16,1-6-9 0,-2 5-3 0,-2-4-7 0,1-1 0 16,-3 1-6-16,-4-3 8 0,-1 4 8 0,0-3 8 15,-4 4 12 1,-3-1 5-16,-2 6 1 0,1 1 3 0,-3 2 2 15,-1 2 1-15,0 0-1 0,1 5-7 0,-1-1-9 16,-1 1-7-16,-1 2-15 0,0 4-8 0,1 1-10 16,-4 3-8-16,0 0-5 0,-1 4-4 0,-8 8 0 15,0 1-6-15,0 6 1 0,-5 3 0 0,0 6-2 16,3 1 2-16,-6 13 6 0,3 1-4 0,9-12-18 16,4 0-1-16,1 2-2 0,5-4-3 0,9 1 3 0,3-3 0 0,6 3 3 15,4-3 0-15,5-5 0 0,4-3-20 0,1-2-29 16,5-8-56-16,-1 2-71 0,1-5-196 0,0-5-425 15,1-2 188-15</inkml:trace>
  <inkml:trace contextRef="#ctx0" brushRef="#br0" timeOffset="13035.84">10050 2081 235 0,'0'0'311'16,"0"0"-19"-16,0 0-32 0,0 0-24 0,0 0-23 16,0 0-29-16,0 0-21 0,0 0-18 0,-3 3-17 15,3-3-16-15,0 0-12 0,0 0-12 0,0 0-4 16,4 13-17-16,-5-9-6 0,3 2-8 0,0 2-4 15,-1-2-6-15,3 4-6 0,-2-3-4 0,2 7-2 0,-3-2-2 16,0 5-3-16,5-4-2 0,-6-1-5 0,1 0 1 0,0 0-3 16,0-3-1-16,2-1-5 0,-2-2 0 0,1 0 3 15,-2 1-2-15,0-3 3 0,0-4 2 0,0 0 45 16,0 0 40-16,0 9 49 0,0-9 36 0,0 0 35 16,0 0 29-16,0 0 23 0,0 0-10 15,0 0-28-15,12-18-24 16,-7 8-24-16,3-2-20 0,1-4-15 0,2 1-19 15,5-12-17-15,-1 5-14 0,2 0-16 0,-2-3-10 16,1 2-5-16,-6 8-8 0,-1 1-4 0,-3 5-9 16,1-1-6-16,-2 0-4 0,1 3-6 0,-2 0-3 15,-2 3-5-15,1 0-9 0,-1 0-19 0,1 0-22 16,-3 4-33-16,0 0-42 0,4-5-46 0,-4 5-46 16,4-3-47-16,-4 3-37 0,0 0-5 0,0 0-22 0,9 9-11 15,-7-4-32-15,1-2-34 0,2 1-281 0,-4 1-714 16,3-2 317-16</inkml:trace>
  <inkml:trace contextRef="#ctx0" brushRef="#br0" timeOffset="13505.73">10443 2129 19 0,'0'0'244'0,"0"0"-15"16,0 0-11-16,0 0-16 0,0 0-16 0,0 0-13 15,0 0-11-15,0 0-8 0,0 0-13 0,0 0-13 16,11 2-12-16,-11-2-10 16,13-3-14-16,-1-1-5 0,2 0-7 0,3-1-7 15,0-3-8-15,2 2-8 0,0-3-8 0,-2-1-1 16,1 2-5-16,0-2-5 0,-1 1-3 16,-1-2-4-16,-1-2 8 0,-5 6 11 0,1-5-1 15,-3 3 16-15,1-1 8 0,-4 2 7 0,-1-1 4 16,0 3 16-16,-3 0-1 0,0-1-1 0,1 2-16 15,-1 1 3-15,-1 4-15 0,-1-7-12 0,1 7-14 0,-12-4-7 0,4 4-2 16,-4 4-6-16,-6 3-7 0,-3-2-7 0,-3 6-2 16,-2 3-6-16,4 0 0 0,2 3-2 0,0 1 5 15,3 3-5-15,3 0-9 0,4 2-6 0,3-6-4 16,4 2 7-16,6-1-6 0,1 0-1 0,4-1 1 16,4 0 10-16,9-1 0 0,3 0 11 0,7-7 1 15,5 1 5 1,1-5 0-16,17 0-7 0,-18-3 5 0,-1-2-4 0,1 4 7 15,-9-5 4-15,-8-2 10 0,-4 6 10 0,-4-6 8 16,-1 3 10-16,-10 0 3 0,16-2 7 16,-16 2 3-16,9 0-5 0,-9 0-2 0,0 0-6 15,0 0-11-15,16 2-20 0,-16-2-35 0,0 0-53 16,0 0-49-16,6 0-59 0,-6 0-67 0,0 0-70 16,0 0-325-16,0 0-685 0,0 0 302 0</inkml:trace>
  <inkml:trace contextRef="#ctx0" brushRef="#br0" timeOffset="16390.96">13312 1898 123 0,'2'-2'189'0,"-2"2"-5"0,3-6-2 15,-3 6-5-15,1-5-8 0,1 4-5 0,-2 1-5 16,1-4-10-16,-1 4-13 0,1-4-18 0,-1 4-24 15,-9-5-18-15,2 3-16 16,-8 2-10-16,-6 0-4 0,-6 0-5 0,-6 5-8 16,-2-2-3-16,1 1-2 0,-5 3-3 0,-13-1-4 15,12 2 2-15,-9 0-9 0,13 2 4 0,2 1-6 16,2-3 1-16,3 5-4 0,1-3-7 16,4 1 4-16,6 0-6 0,5 0 3 0,4-1 2 15,-1-1 1-15,4 2-6 0,2-2 0 0,4 3 0 16,4-2-2-16,5 3 4 0,3-1 3 0,5-1 1 0,11 0-4 0,4-2 3 15,6-1 2-15,-1-2-11 0,2-2-10 0,-1-1-12 16,0-1 0-16,1-6-8 0,-4 1 4 0,-1-2 3 16,-4 0 2-16,1-6 9 0,-7 1 1 0,2-7 17 15,-12 5 13-15,4-1 15 0,-5-3 20 0,-1-6 5 16,-1-2 7-16,-5 0 3 0,-2-6-6 0,1-1 3 16,-5-1-3-1,-2-2 1-15,-2 1 8 0,1-1 13 0,-1 0 11 16,0 5 8-16,-1 1-2 0,0 2-8 0,0-2 17 15,0 11 3-15,2 0-1 0,1 0 16 0,1 5-7 0,-1 1 3 16,1 5-5-16,0-1-14 0,1 2-12 0,-3 0-7 16,3 5-12-16,0-7-2 0,0 7-18 15,-1-7-24-15,1 7-24 0,-2-6-26 0,2 6-38 16,0 0-28-16,0 0-8 0,0 0 11 0,0 0 6 0,2 15 8 0,-1-3 9 16,-1 3 4-16,4 10 6 0,-4 2 5 0,3 1 5 15,-2 4 6-15,0-3 1 0,0 5 6 0,1-4 3 16,-1 1 6-16,3-2-2 0,-1 2 4 0,0-3 2 15,-2-4 0-15,2 3 6 0,-2-4-1 0,0-3 2 0,2-2 0 16,-2-2-1-16,3-1 3 0,-3-3 3 0,3 2-2 16,-2-2 2-16,0-4 2 0,-2 1-5 0,4 0 9 0,-3-3-2 15,2 0 1-15,-1-1 0 0,0-1-3 16,-1 2 2-16,-1-6 2 0,0 7-1 0,0-7-1 16,1 4 0-16,-1-4 0 0,0 6 1 0,0-6-3 15,0 0 15-15,0 0-16 0,3 7 1 0,-3-7 1 16,0 0 3-16,0 0-1 0,1 3 2 0,-1-3 0 15,0 0-1-15,0 0 2 16,0 0-1-16,0 0 1 0,0 0 3 0,0 0 8 16,0 0 11-16,0 0 0 0,0 0 2 0,0 0 1 15,0 0 2-15,0 0 0 0,0 0 2 0,0 0 0 16,24-5-18-16,-1 0-39 0,7-2-68 0,3 0-120 16,-4-5-349-16,6-3-610 0,-1-1 270 0</inkml:trace>
  <inkml:trace contextRef="#ctx0" brushRef="#br0" timeOffset="17215.2">13441 1243 144 0,'0'0'260'0,"4"-4"-18"0,-4 4-18 0,0 0-23 16,0 0-21-16,0-4-19 0,0 4-19 0,0 0-17 15,6 0-11-15,-6 0-11 0,13 0-13 0,0 0-9 16,-5 3-14-16,3 1-2 0,2 0-8 0,-2 1-11 0,2 0-3 0,-3 3-6 15,4 4-6-15,-2 1-5 0,-3-4-10 16,-2 6 1-16,-2-3-9 0,-1 2-3 0,0-3-5 16,-4 7 4-16,-5-1-6 0,1 3 3 0,-8-4-3 15,2 1-1-15,-1 1 5 0,0-4-4 0,-2-2 7 16,0 1-1-16,5-2-2 0,-2-4 0 0,5 3-1 0,-4-4 1 16,0 0-4-1,6 0 3-15,0-2-5 0,-1 1 6 0,0-3 2 16,-1 2-2-16,5-4 22 0,-4 4 7 0,4-4 15 15,-4 4 6-15,4-4 4 0,0 0 9 0,0 0 7 16,0 0-5-16,24-4 0 0,-7-1-7 0,5 2-2 16,5-1-9-16,-1-2-8 0,-4 4-4 0,0 0-3 15,-3-2 5-15,0 0-11 0,-1 3 0 0,-4-2-8 16,-1 3 0-16,-5-2-6 0,-1 1 8 0,-7 1-3 0,11 0-4 16,-11 0 4-16,9 0-3 0,-9 0 0 0,0 0-5 0,11-2-3 15,-11 2-8-15,4 0-16 0,-4 0-20 16,0 0-25-16,0 0-12 0,4 2-19 0,-4-2-33 15,0 0-38-15,-11 11-34 0,5-7-39 0,2 1-188 16,2-1-457-16,-2 1 203 0</inkml:trace>
  <inkml:trace contextRef="#ctx0" brushRef="#br0" timeOffset="18136.84">13702 1809 112 0,'0'0'290'16,"0"-8"-7"-1,0 4-2-15,0 4-11 0,-2-8-16 0,2 8-7 16,0-5-35-16,2 2-7 0,-2 3-25 0,0 0-16 0,-2-4-19 15,2 4-14-15,0 0-17 0,2-4-15 0,-2 4-7 16,0 0-18-16,0 0-7 0,0 0-10 0,0 0-19 16,11 0-19-16,-11 0-15 0,8 4-9 0,-2 0-17 15,4 0-6-15,-2 2-10 0,2-1-5 16,2 3-2-16,-1-1-10 0,2 1 2 0,-1-3-3 0,-1 1 5 0,-1-1 5 16,3 1-1-16,-4-2 13 0,-4-1-1 0,4-1 8 15,-4-2 3-15,3 1 22 0,-8-1 14 0,9-4 16 16,-5-2 15-16,1 3 12 0,-3-1 5 0,1-2 10 15,-2-2 8-15,2 0-2 0,-3-2 1 0,0 0 5 16,1 0-3-16,-1 1-10 0,0-1-9 0,0 0 13 16,0 1-6-16,0 3 2 15,0-1-8-15,0 3-3 0,0 4-10 0,3-8-8 16,-6 3-8-16,6 4-26 0,-3 1-10 16,0 0-27-16,0 0-31 0,0 0-21 0,0 0 4 15,0 0 3-15,0 0 5 0,2 16 4 0,-2-7 5 16,3 4 5-16,-3 4 1 0,1 2 0 0,-1 11 6 15,3-5 5-15,-2 4 4 0,0-2 4 0,3 2 5 16,-3 0 0-16,2-1 10 0,1 1-4 0,1-3 5 0,-1 2 5 0,-1-4 3 16,0 5 1-16,0-6 4 0,-1 3 0 0,-1-10-1 15,3 0 1-15,-4 1 4 0,1-4 1 0,-1-2-1 16,0-1-3-16,0 2 4 0,-2-6-7 0,-1 3 0 16,3-3-1-16,-1-3 1 0,0 4 3 0,1-7 1 15,-1 8 1-15,-1-4 2 0,2-4 0 0,-1 6 3 16,1-6 1-16,0 0 7 0,-1 4 2 0,1-4 3 0,0 0 4 15,0 0 6-15,0 0 5 0,-4 4-1 0,4-4-1 16,0 0-2-16,0 0 6 0,0 0 6 0,-17-7 15 16,17 7 8-16,-6-7 9 0,1 2 1 0,-3-2 4 15,4-1-5-15,-1-5-2 0,-4-2-4 0,4-2-2 16,1-2-11-16,-1-6-12 0,4 1-12 0,2-2-11 16,0-2 6-16,7 0-7 15,1 3-4-15,5 0-7 0,1 0 2 0,3 1 10 16,3 1-7-16,-1 4-2 0,1-2-3 0,-5 6 1 15,0 1-3-15,0 3 1 0,-3 1-4 0,-4 2 5 16,-2 3 18-16,1 1-11 0,-3 0-7 16,-1 0 1-16,0 1-3 0,1 1-2 0,-1-1-4 0,-4 3-11 15,5-2-30-15,-5 2-34 0,0 0-26 0,0 0 10 16,4 6-5-16,-4-6-16 0,-5 9-29 0,-3-2-49 0,-1 2-45 16,0-1-209-1,0-1-487-15,-5 3 216 0</inkml:trace>
  <inkml:trace contextRef="#ctx0" brushRef="#br0" timeOffset="18750.07">12580 2492 91 0,'0'0'111'0,"0"0"-11"0,0 0-2 16,0 0 0-16,0 0-11 0,-4 2 3 0,4-2-4 15,0 0 1-15,0 0-3 0,0 0 0 0,0 0-7 16,0 0-8-16,0 0-9 0,0 0 4 0,0 0-7 16,0 0-3-16,0 0 0 0,0 0 1 15,0 0-4-15,0 0 2 0,0 0 3 0,0 0 8 0,0 0-7 0,0 0 3 16,0 0 2-16,0 0 5 0,27-3-5 0,-6-1 0 15,14-2-5-15,21-1-2 0,7-5 1 0,39-1 5 16,5-8 6-16,8 6 9 0,4-1 0 0,2 1-8 16,-9 2-3-16,3 2-13 0,1-1 2 0,-10 2-6 15,-6 3-4-15,-11-2-4 0,-28 3-3 0,2 1-7 16,-5-1 1-16,-5 1-3 0,-2-5-5 0,-16 7 4 0,-3-2-3 16,-4 1 20-16,-10 1 19 0,-7 1 28 0,1 1 30 15,-1-3 18-15,-3 3 14 0,-1 0 7 0,-7 1-3 0,12 0-9 16,-12 0-13-16,7-3-17 0,-7 3-21 0,5-2-19 15,-5 2-22-15,0 0-35 0,0 0-42 0,8 0-44 16,-8 0-50-16,0 0-48 0,0 0-8 0,2 9-14 16,-2-9-35-1,0 0-56-15,-10 8-305 0,5-8-630 0,-2 4 280 16</inkml:trace>
  <inkml:trace contextRef="#ctx0" brushRef="#br0" timeOffset="21171.6">13455 3021 131 0,'-4'-5'209'0,"4"2"-20"16,-5-4-21-16,1 4-15 0,-1-1-14 15,-5 1-18-15,-3 1-9 0,-5 0-19 0,-1 2-7 0,-8 2-10 0,-5 3-6 16,0 2-10-16,-1 1-9 0,1-1-1 0,-1 4-7 16,-1 1-6-16,0 1 0 0,2 1-10 0,3-1-4 15,2 2 2-15,4-1-5 0,0 3-2 0,7-5-5 16,5 0 3-16,2-3-12 0,-1 6 8 0,5-5 2 15,2 9-2-15,5-9-2 0,4 2 1 0,5 1 3 16,6-2 1-16,10-1 25 16,5 0-3-16,3-3-4 0,3 1-10 15,0-7 4-15,3-1-1 0,-5 0-4 0,-3-1-4 16,4-5-1-16,-4-1 1 0,-1-2-5 0,-5-3 4 0,-4-1 5 0,0-3 11 0,-8 1 15 16,2-7 16-16,-3 0 3 0,-1-5 7 0,-5-2 2 15,-2-4-2-15,-4 0-2 0,-3-2 4 0,-1-11-1 16,-3-3 0-16,1 15 18 0,0-14 11 15,0 14 8-15,0 2 0 0,-1 1 0 0,1 1 9 16,3 10-2-16,-1 3-3 0,-1 5-11 0,2 0-7 16,1 2-7-16,0 3-10 0,-3 1-12 0,3 2-45 15,-1 0-28-15,1 4-57 0,0 0-31 0,0 0 15 16,0 0 5-16,4 16 9 0,-3 1 7 0,2 6 7 16,0 6 2-16,0 0 7 0,-2 8 1 0,4 9 11 15,2 0 2-15,-1 1 6 0,2-1 1 0,-3-13 5 0,1 3 2 0,-1-6 1 16,2 1 3-16,0-2-1 0,1-6 1 15,-4-6-1 1,0 1 3-16,0-2 1 0,-2-5 0 0,-1-2 2 16,2-3 0-16,-2 0 6 0,3 0 4 0,-3-1 8 15,-1-2 5-15,1 0 13 0,-1-3 9 0,0 6 7 16,0-6-1-16,2 5 5 0,-2-5-19 0,1 2 15 16,-1-2 1-16,0 0-11 0,0 0-11 0,0 0-23 0,0 0-22 15,0 0-22-15,3 2-50 0,-3-2-76 0,0 0-61 16,0 0-67-16,0 0-262 0,0 0-599 0,-6-18 265 15</inkml:trace>
  <inkml:trace contextRef="#ctx0" brushRef="#br0" timeOffset="21641.71">13671 2972 1996 0,'0'-8'135'0,"3"3"-5"16,-1-3-19-16,1 1-24 0,-3 2-6 0,2 0-22 15,2-2-15-15,0 2-7 0,0 0-6 0,1-2-6 16,4 5-8-16,0-1-3 16,1 1-5-16,3 2 2 0,0 2-2 0,2 2-3 15,0 4-2-15,4 1 1 0,-5 3-4 0,3 3 2 16,1 3 1-16,-8-1 0 0,0-1-1 0,-2 3-1 16,1-1 2-16,-3 3-3 0,-3-3 5 0,-2 2-4 15,-1 0 1-15,-2-2-3 0,-1 0 7 0,-2-1-4 16,0-2 3-16,1-3 2 0,-4-1 0 0,3-1 0 15,1-2 3-15,3 0 7 0,-4-4 19 0,4-1 29 0,-2-1 32 16,2 3 45-16,1-5 40 0,-4 3 32 0,4-3 5 0,0 0-26 16,0 0-25-16,0-17-20 0,1 4-17 0,3-4-17 15,1-2-17-15,7-6-13 0,-2-1-12 16,3-1-12-16,-3 1-1 0,5 3-7 0,-2 0-9 16,-5 10-1-16,1-2-8 0,-2 7 1 0,-2 0-6 15,-2 2-9-15,1 0-5 0,-1 1-20 0,0 3-37 0,0 2-54 0,-3 0 19 16,0 0 4-16,9 5 1 0,-5 4 13 0,-2 3-8 15,1 2 7-15,-1 4 8 0,0-1-2 0,-1 5 8 16,1 2-6-16,0-4 9 0,0 3 9 0,0-3 5 16,1-2 0-16,1 0-11 0,1-1-19 0,-1-1-15 15,-1-3-24-15,1-3-20 0,2 2-27 0,-3-4-28 16,4 1-43 0,-1-5-76-16,2-1-244 0,1-3-581 0,0-3 257 15</inkml:trace>
  <inkml:trace contextRef="#ctx0" brushRef="#br0" timeOffset="22127.46">14085 2822 1945 0,'-1'-8'135'0,"-2"3"0"0,3-1-8 15,0-1-2-15,-1 3-16 0,-2-1-4 0,3 2-20 16,0 3-27-16,3-8-5 0,-2 7-6 0,3-2-7 15,1 2-9-15,4 0 0 0,1 1-2 0,1 1-7 16,-1 0-2-16,1 3-3 16,0 1-2-16,1 0 1 0,-2 1-1 0,-1 0-2 15,0 4 0-15,-1-1-6 0,0 1 2 16,-3 2 1-16,0 0-2 0,1 0 0 0,-5 1-3 16,-1 1 7-16,2-1-6 0,-5-2 2 0,3 1 2 15,-5 0 3-15,1-1 1 0,2-2-2 0,-1-3-2 16,1 1 4-16,-1-1-5 0,2-2 5 0,0 3-2 0,-1-6 5 15,1 4 16-15,1-5 13 0,-3 4 38 0,3-4 10 0,0 0 25 16,0 0 18-16,0 6 9 0,0-6 2 0,0 0 4 16,0 0-2-16,0 0 2 0,0 0-10 0,0 0-13 15,0 0-15-15,18-8-14 0,-2 0-9 0,4 2-13 16,13-3-8-16,-1-1-5 0,4 1-5 0,2-1-9 16,-3 7-5-16,0-6-5 0,-1 3-7 0,-6 2-1 15,2 1-1-15,-14 1-8 16,0-1-3-16,-5 1 2 0,-1 0-6 0,-2 1-2 15,-1 0 1-15,-2 0-3 0,-5 1-2 0,11 1 0 16,-7-2-3-16,-4 1 5 0,5 0-6 16,-5 0 0-16,6-2-11 0,-6 2-22 0,0 0-16 15,0 0-31-15,0 0-31 0,0 0-51 0,6 2-52 0,-6-2-9 16,0 0-37-16,0 0-59 0,-12 10-77 0,7-7-301 16,0-1-747-16,5-2 331 0</inkml:trace>
  <inkml:trace contextRef="#ctx0" brushRef="#br0" timeOffset="24021.47">15334 2217 39 0,'0'0'166'16,"-10"0"1"-16,10 0 2 0,0 0-4 0,0 0-5 15,-5-3-9-15,5 3-14 0,0 0-7 0,0 0-12 16,0 0-13-16,0 0-10 0,-6 3-4 0,6-3-9 16,0 0-1-16,0 0-1 0,0 0-5 0,0 0-3 15,0 0-9-15,0 0-6 16,0 0 2-16,0 0-7 0,0 0-6 0,0 0-3 16,0 0-5-16,0 0-1 0,0 0-5 0,0 0-4 15,0 0-4-15,0 0-4 0,0 0 0 0,0 0-1 16,0 0-3-16,0 0 6 0,0 0 5 0,0 0-2 15,0 0 6-15,0 0 2 0,0 0 2 16,0 0 1-16,0 0-2 0,0 0 1 0,0 0-3 0,-4 2-4 16,4-2-1-16,0 0-4 0,0 0 1 0,0 0-3 0,0 0-1 15,0 0-2-15,0 0-5 0,0 0-1 0,0 0 0 16,25-4-4-16,-6 2 1 0,14-3-3 0,5 2 2 16,18-4 6-16,4 1 22 0,3-2 1 0,4 1-8 15,23-3-4-15,-26 5 2 0,-2 1-7 0,-6-2 0 16,-3 4 4-16,-13-2-10 0,-5 1 0 0,-2 3-2 15,-5-3-2-15,-8 3 0 0,-1-2-3 0,-6 2 1 0,-2 0-14 0,-4 0 2 16,-1 0-3-16,2 0 1 0,-4 0-12 0,-4 0-9 16,10 0-7-16,-10 0-6 0,0 0-10 0,0 0-9 15,0 0-18-15,0 0-15 0,0 0-13 0,-23 2-22 16,17 0-4 0,0 1-51-16,-1-2-44 0,3 0-156 15,4-1-415-15,-9 0 184 0</inkml:trace>
  <inkml:trace contextRef="#ctx0" brushRef="#br0" timeOffset="24449.04">16652 1869 261 0,'1'-2'258'0,"2"-1"-14"0,-2-1-26 15,-1 4-21-15,4-2-27 16,-4 2-15-16,1-3-21 0,-1 3-25 0,0 0-22 16,0 0-10-16,0 0-9 0,3 16-3 0,-7-6-8 15,2 10-6-15,-1-4-10 0,-6 8-2 16,4-4-2-16,-4 9-3 0,1-2-5 0,-2 4-1 15,2-2-3-15,1 0-4 0,-1 0-5 0,1-2 6 0,0-4-6 16,2 2-1-16,2-8-4 0,1-2 2 0,0-3-1 16,1 0-7-16,0-4 6 0,0 0-3 0,1-2 4 0,0-3 8 15,-2 3 16-15,2-6 11 0,0 6 12 0,0-6 16 16,5 4 2-16,2-2 1 0,-7-2-5 0,23-2-13 16,-4 0-3-16,-2 0-9 0,3 0-15 0,-2-1-23 15,4 1-29-15,-4-3-35 0,1 4-31 0,0-1-36 16,-4 1-42-16,4-1-39 0,-3-7-34 0,-3 4-155 15,-2 2-421 1,-2-6 187-16</inkml:trace>
  <inkml:trace contextRef="#ctx0" brushRef="#br0" timeOffset="24781.12">16831 2155 211 0,'0'0'309'0,"-2"-8"-4"16,2 8-7-16,0 0-8 0,0 0-8 0,-2-9-40 0,2 9-23 0,0 0-23 15,0 0-23-15,0 0-28 0,0 0-19 0,0 0-32 16,0 0-25-16,0 0-1 0,0 0-14 0,0 0-2 16,0 0-11-16,0 33-3 0,2-18-5 0,-2 5-1 15,0-2-1-15,6 7 1 0,-5-5-8 16,0-1-4-16,5 5-3 0,-4-6-2 0,3 0 2 0,-1-2-1 16,0 0-3-16,-1 0 1 0,4-6 1 0,-6 3-4 0,7-6 1 15,-7 5-1-15,3-8 4 0,-4 5-2 0,2-3-4 16,0-1-2-16,-2 0 3 0,4-2-4 0,-4-3 6 15,1 5 0-15,-1-5 1 0,4 4 1 0,-4-4-5 16,0 0 6-16,0 0 2 0,1 5-1 0,-1-5-1 16,0 0-1-16,0 0-1 0,0 0-4 0,0 0-3 15,0 0-10-15,0 0-17 16,4 3-22-16,-4-3-23 0,0 0-32 16,0 0-72-16,0 0-76 0,0 0-52 0,0 0-170 15,5-17-506-15,-1 10 224 0</inkml:trace>
  <inkml:trace contextRef="#ctx0" brushRef="#br0" timeOffset="25436.07">17735 2103 213 0,'0'0'209'16,"-6"-9"-28"-16,1 6-19 0,-2-1-14 0,-5 1-17 16,-1 0-14-16,-8-1-11 0,0 2-5 0,-6 0-11 15,-3 2-7-15,-1 1-8 0,-2-2-6 0,0 5-4 16,-1 0-10-16,5 1-2 0,0 0-11 0,3 2-1 0,7-1-6 0,1 2-3 15,4 1-3-15,-4 0-7 0,10-2 2 0,-1 1-8 16,4-1 2-16,2 4-2 0,1 2 2 0,6-4 4 16,-3 4-4-16,12 2 4 0,1-6-8 0,4 3 5 15,6 0-3-15,6-2-1 0,-4-5 2 0,0 3-4 16,2-7 2-16,2-1-1 0,-9 0 5 0,2-2 8 16,4-5 12-16,-9 0 17 0,0-1 12 0,-5-2 6 0,1-3 1 15,-3 0 2-15,3-9-4 0,-5 5 2 0,-1-2-3 16,-5-7 0-16,5 1-2 0,-6-6-17 0,0-3-1 15,-2 1-1-15,1-1 8 0,1-1-2 0,-4-1 4 16,1 5 9-16,0-1 3 0,0 5 1 0,1 0 2 16,-2 10 11-16,2 5-6 0,-5 1-21 0,5 1 5 15,-1 3-9-15,1 0-14 16,0 3-15-16,-1-1-43 0,1 2-40 0,0 3-48 16,0 0 8-16,0 0 11 0,-5 14 11 0,1-2 2 15,1 8 13-15,-6 7 3 0,4 4 6 0,0-2 4 16,3 2 7-16,-1 1 2 0,4-1 6 15,1-1 2-15,0 0 3 0,-1-1 4 0,6-4 8 16,-6-4 1-16,1-3 4 0,0-1 1 0,2 0 2 16,-2-6 1-16,1-1 0 0,-3-2 1 0,1-1 5 0,-1-2 1 0,1-1 2 15,-1-4 4-15,2 10 10 0,-2-10 4 0,0 7 10 16,0-7 1-16,0 0 1 0,1 5-2 0,-1-5 1 16,0 0-2-16,0 0-6 0,0 0-10 0,1 5-18 15,-1-5-19-15,0 0-58 0,0 0-77 0,0 0-71 16,0 0-55-16,0 0-173 0,-8-16-493 0,7 8 218 15</inkml:trace>
  <inkml:trace contextRef="#ctx0" brushRef="#br0" timeOffset="26138.03">17853 1898 38 0,'3'-2'285'0,"-3"2"-29"0,3-6-26 15,-2 4-26-15,-1 2-27 0,5-3-30 0,-5 3-24 16,0 0-18-16,0 0-8 0,6 8-13 0,-2-3-9 16,-1 2-14-16,3 1-11 0,-2 2-11 0,0-1-17 15,5 5-10-15,-4-4-11 0,0 3-8 0,3-3-10 16,-1 1-3-16,-2-3-16 0,2 2-1 0,0-4 1 16,-1 2 4-16,-3-4-2 15,4 1 0-15,-4-2 12 0,1 1 25 0,1-3 5 16,-5-1 5-16,0 0 5 0,14-5 8 15,-10 1 11-15,0-2 13 0,0-4-4 0,-3 1 3 16,3-1 5-16,0-2 0 0,-1-1 6 0,-1-1 1 0,-2 3 12 16,5-2 0-16,-5 1 8 0,3 2 5 0,-2 1-1 15,0-1-2-15,-1 3 1 0,0 0-8 0,0 2-6 16,0 0-12-16,4 2-8 0,-4-1-2 0,0 4-10 0,0-5-17 16,0 5-23-16,-1-4-16 0,1 4-23 0,0 0 5 15,0 0-2-15,0 0-3 0,4 13 2 0,-4-6-6 16,2 3 10-16,0 7-3 0,0-1 4 0,-2 5 1 15,0-2 5-15,0 7 3 0,0 2 6 0,0-1 0 16,-1 1 1-16,2 1 4 0,-2 0-2 0,2 5 6 16,-1-3 2-16,0-3-2 0,3 0 5 0,-2 0 0 0,-5-8 0 0,4-3 0 15,3 3-1-15,-3-4 5 0,0-3-1 0,0 3 0 16,-3-6 0-16,3 0 1 0,0-1-4 16,-1-4-1-16,0 2 1 0,-1 0 0 0,0-3 6 15,-1 3 0-15,2-3 0 0,-3-1 0 0,-1 0 3 16,0-1 0-16,0 2 3 0,-2-1 0 0,7-3 2 0,-13 2 1 15,7-2 7 1,6 0 8-16,-13-1 8 0,13 1 11 0,-14-4-1 16,8 0 4-16,-2-1 9 0,3 2 15 0,-1-4 13 15,-1 0 1-15,1-1 9 0,2-3 4 0,2-2-12 16,0-1 2-16,-2-13-2 0,6 1-7 0,2-6-12 16,2 1-7-16,7 2-13 0,2 0-5 0,4-2-13 15,-1 3-1-15,5 2 5 0,3-1-10 0,-3 5-5 16,3 3 3-16,-1 0-6 0,-2 4 2 0,-7 2 11 0,1 3-11 0,-2 0 11 15,-6 5 9-15,0-2 8 0,0 0 3 0,-4 2-13 16,-1 2 1-16,1 1-9 0,-1-1-10 0,0 0-14 16,-4 3-34-16,6-2-46 0,-6 2-49 15,0 0-51-15,0 0-7 0,0 0 1 0,0 8-31 16,0-8-30-16,-15 11-52 0,2-4-168 0,-5 2-503 16,4 0 222-16</inkml:trace>
  <inkml:trace contextRef="#ctx0" brushRef="#br0" timeOffset="26601.53">17162 2539 97 0,'-9'0'176'16,"9"0"4"-16,-4 2 6 0,4-2 3 0,0 0-4 0,0 0-7 0,0 0-7 15,-6 0-10-15,6 0-9 0,0 0-11 0,0 0-8 16,0 0-8-16,0 0-7 0,0 0-8 0,0 0-4 16,0 0-9-16,0 0-2 0,0 0-9 0,0 0 0 15,0 0-9-15,0 0-3 0,0 0-9 0,0 0-1 16,0 0-5-16,0 0 3 0,0 0 0 0,0 0-3 15,0 0-11-15,0 0-3 16,18-9-3-16,1 4-6 0,10-3-7 0,8 2-4 16,14-5-2-16,16-2-5 0,30-2 4 15,4-2 4-15,-3 1 12 0,2 1 2 0,-4 5-2 16,-8-3-3-16,-25 6-2 0,-2-4-2 0,-2 3-2 16,-7-1 1-16,-15 1-5 0,-1 1 5 0,-4 5 6 15,-13-3 20-15,-1 1 14 0,-6 1 6 0,-2 0-5 16,1 1-2-16,-7 2-12 0,2-3-9 0,-6 3-1 0,8 0-16 0,-8 0-34 15,7-1-19-15,-7 1-33 0,7-1-46 0,-7 1-42 16,0 0-11-16,0 7-14 0,0-7-53 0,-12 10-63 16,2-5-275-16,0 3-603 0,0-4 267 0</inkml:trace>
  <inkml:trace contextRef="#ctx0" brushRef="#br0" timeOffset="27441.01">17614 2921 168 0,'-3'-11'246'0,"-1"6"-21"15,-1-2-25-15,-2-1-23 0,-3 2-19 0,0 2-20 16,-3-2-9-16,-5 2 10 0,-1 2-13 0,-2 2-15 16,1 1-8-16,-3 1-19 0,-4 3-7 0,3 3-11 15,5 0-6-15,-3 3-6 0,5 0-7 0,2 1-4 16,-3 1-5-16,2 8-6 0,-1-1-1 0,8-3-5 15,0 1-1-15,5 0-1 0,0-1-2 0,3 2-4 16,4-4 2-16,2 1-3 0,5-3 1 0,0 4 4 16,8-8 0-16,0 1-4 0,0-3 5 0,9-1 0 15,-6-4-1-15,8-2 6 0,-11-1 18 0,2-3 16 16,-1-1 22-16,-2-3 16 0,-1-1 2 0,1-5 8 0,-2 1 4 16,3-8 13-16,-4-2-10 0,-2 0-5 0,-1 0 0 15,-1-3-14-15,-1 2-4 0,-2-4-7 0,0-5-7 16,-3 4-11-16,-1-3-1 0,-1 1-7 0,0 1 8 0,-2 1 3 15,0 9 7-15,-2 3 2 0,2 1 0 0,-1 5 0 16,1 3-11-16,0 2-11 0,-1 1-9 16,1-1-33-16,0 2-37 15,1 2-45-15,-1 2-56 0,0 0-7 0,0 0 27 16,0 0 10-16,-5 21 8 0,2-4 8 0,1 2 6 16,-3 8 10-16,0 1-8 0,3 2 25 0,1 0-9 15,0 1-9-15,2 1-1 0,-1-4-9 0,3 4-3 16,1-5-9-16,1 0-11 0,1-1-17 0,-2-9-22 15,0 0-33-15,0 0-39 0,-3-5-42 0,1 0-223 16,0-4-509-16,3-2 225 0</inkml:trace>
  <inkml:trace contextRef="#ctx0" brushRef="#br0" timeOffset="27904.46">17851 2827 322 0,'4'-5'308'0,"-2"0"-35"0,2 1-28 0,4 1-27 16,-3 1-27-16,1-2-20 0,2 4-16 0,5 0-17 16,-3 2-16-16,3 2-11 0,1 0-14 0,-3 3-13 15,3 3-11-15,0 3-8 0,-1-1-7 0,-3 3-9 16,-2 2-7-16,-3 0-5 0,0 2-6 0,-1-1-2 16,-4 0-4-16,-1 2-3 15,-3-1-8-15,-2 1 4 0,-1-1-5 0,-2-2 0 16,1-1-6-16,-2-3 2 0,4-3-1 0,-1 1 0 15,2-3 3-15,-1 1 1 0,1-1 1 0,1-4 7 16,0 1 14-16,0-2 21 0,3-1 25 16,-2 1 39-16,3-3 42 0,-3 2 25 0,3-2 35 15,0 0-8-15,0 0-26 0,-5-10-23 0,7 1-21 16,3-3-13-16,-1-7-26 0,5-5-14 0,5-1-7 0,0 1-13 0,1-3-6 16,1 3-10-16,-1 2-7 0,1-1-5 0,-6 7-2 15,-1 4-1-15,-3 1-2 0,-1 3-3 0,0 1-4 16,-1 1-4-16,-1 1-7 0,2 2-10 0,-4 0-18 15,2 0-36-15,-3 3-39 0,2-3-43 0,-2 3 12 16,0 0 7-16,-1 13 13 0,-2-5 8 0,1 6 12 16,-4 3 1-1,0 2 15-15,0 6 6 0,1 3 8 0,2-1 3 0,2 1 2 16,2-1 6-16,2 1 19 0,6-5-8 0,5-1 4 16,4 2 3-16,7-7-13 0,7-2-47 0,4-3-79 15,15 1-114-15,-14-9-365 0,16-4-685 0,-14-5 303 16</inkml:trace>
  <inkml:trace contextRef="#ctx0" brushRef="#br0" timeOffset="30078.6">19242 2242 87 0,'-9'-1'191'0,"9"1"-10"15,-6 1 2-15,6-1-11 0,0 0-12 16,-8-3-11-16,8 3-15 16,0 0-11-16,0 0-17 0,0 0-11 0,0 0-9 0,0 0-7 15,0 0-10-15,-7 3-6 0,7-3-8 16,0 0-3-16,0 0-7 0,0 0-3 0,0 0-6 15,0 0-3-15,0 0-2 0,0 0-5 0,0 0-6 16,0 0-1-16,0 0-4 0,0 0 3 0,0 0-3 16,-6 0-1-16,6 0-13 0,0 0 13 0,0 0-3 15,0 0 0-15,-8 0-3 0,8 0-1 0,0 0-2 0,-9 2 1 0,9-2-4 16,-7 3 4-16,7-3 2 0,-6 2 0 0,6-2 3 16,0 0 5-16,-8 0 0 0,8 0 4 0,0 0 0 15,0 0 2-15,-6 0-1 0,6 0 7 0,0 0 12 16,0 0 12-16,0 0 4 0,0 0-2 0,0 0-1 15,0 0-10-15,0 0 0 0,22-7-5 0,-3 2-5 16,11-2-3-16,6 0 0 0,18-2-12 0,-3 1 2 0,5 0 3 16,3 1-5-16,-5 0-2 0,0-1-4 0,-14 3 2 0,-1 3-1 15,0-3-3-15,-6 4-1 0,-2 0-4 16,-10-1 1-16,-1 2-1 0,-7 0-10 0,-1 3-14 16,-1-3-16-16,-5 0-10 0,-1 0-12 0,-5 0-10 15,10-1 2-15,-10 1 1 0,0 0-7 0,0 0-13 16,0 0-18-16,0 0-21 15,-33 7-23-15,17-6-21 0,1 1-22 0,-4 0-135 16,-1-1-351-16,1-1 155 0</inkml:trace>
  <inkml:trace contextRef="#ctx0" brushRef="#br0" timeOffset="30423.14">19605 2091 101 0,'-4'-6'318'0,"4"2"3"0,-2-3-2 0,0 2 1 16,1 0-29-16,1 1-19 0,0 0-29 0,0 4-24 16,-2-5-32-16,2 5-22 0,0 0-21 15,-1-3-34-15,1 3-38 0,0 0-35 0,0 0-3 16,0 0-10-16,0 0 0 16,-2 17-3-16,1-5-3 0,2 3 1 0,-2-3-4 15,2 5-1-15,-1 0-2 0,0 0 4 0,2 0-5 16,-1 0 1-16,-1 0-2 0,2-1 0 0,-1-4-1 15,1-2 2-15,-1 2-1 0,-1 1-1 0,1-8 0 16,1 3 2-16,-1-2-6 0,0-3 10 0,-1 3-4 16,1-1-9-16,-1-5 12 0,0 5 0 0,3-3 3 15,-2 1 2-15,-1-3-4 0,2 2 4 0,-2-2-4 0,0 0-1 16,0 0-1-16,0 0 2 0,0 0-2 0,-2 6-3 0,2-6-14 16,0 0-19-16,0 0-20 15,0 0-21-15,0 0-16 0,0 0-29 0,0 0-22 16,0 0-30-16,0 0-101 0,0 0-197 0,0 0-497 0,0 0 220 15</inkml:trace>
  <inkml:trace contextRef="#ctx0" brushRef="#br0" timeOffset="30880.58">20295 1915 213 0,'4'-2'304'0,"1"-1"-25"0,-5 3-26 16,0 0-32-16,1-3-19 0,-1 3-29 0,0 0-20 16,0 0-20-16,0 0-15 0,0 0-16 0,0 0-18 15,6 7-6-15,-4-1-15 0,-2 1-8 0,2 3-8 0,-2 4-5 0,1 5-3 16,-2-1-5-16,1 8-1 0,-2-6-5 0,-4 6-2 15,-2 3-3-15,3 0-4 0,-3-2 8 0,3-1-10 16,-4 1 5-16,5-8-9 0,-3 5 1 0,2-9-1 16,1 0 0-16,1 1-4 0,1-7-2 0,2 0 4 15,-2-1-6-15,0-1 5 0,1-2-1 0,-1 0 2 16,1-1-1 0,1-4 2-16,-1 7 32 0,1-7 8 0,0 0 10 15,-3 5 6-15,3-5 1 0,0 0-4 0,0 0 3 16,0 5-1-16,0-5-4 0,0 0-12 0,0 0-2 15,0 0-8-15,0 0 1 0,21 0-6 0,-7 0 1 16,0 0-1-16,6-3-21 0,8 3-24 0,-1 0-30 16,1 0-30-16,-7 3-39 0,2-6-36 0,-2 1-39 15,7 0-43-15,-6-1-55 0,-1 0-175 0,-1-1-493 0,-4-5 219 0</inkml:trace>
  <inkml:trace contextRef="#ctx0" brushRef="#br0" timeOffset="31212.26">20612 2191 33 0,'0'-7'326'16,"0"7"4"-16,-1-7-7 0,1 7-12 0,0 0-18 15,-4-6-23-15,4 6-33 0,0 0-24 0,-1-4-30 16,1 4-24-16,0 0-26 0,0 0-22 0,0 0-40 16,0 0-18-16,0 0-5 0,-7 13-7 0,7-2-1 15,-5 0-6-15,3 4 0 0,-2 2-6 0,0 1-3 16,0 0 0-16,0 0-5 0,3 3 9 0,-3-1-14 15,3-1 1-15,-4-2-2 0,5 3-2 0,0-3-1 0,-3 1-1 16,6-1 0-16,-3-7-2 0,2 0 2 0,1 0-1 0,-2-5 1 16,-1 3 3-16,0-4-6 0,0 1 5 0,0 0 2 15,0-5 1-15,0 7 13 0,0-7 8 0,1 5 6 16,-1-5-1-16,0 0 2 0,3 4 2 0,-3-4-3 16,0 0-7-16,0 0-4 0,0 0 0 0,0 0-3 15,0 0-5-15,0 0-1 0,0 0-21 0,0 0-18 0,0 0-23 16,0 0-20-16,1 3-22 0,-1-3-24 0,0 0-40 15,0 0-66-15,0 0-76 0,0 0-222 0,0 0-551 16,3-20 245-16</inkml:trace>
  <inkml:trace contextRef="#ctx0" brushRef="#br0" timeOffset="31951.97">20841 2074 153 0,'-4'-5'331'15,"8"3"-10"-15,-4 2-20 0,1-7-29 0,-1 7-24 0,0-4-28 0,0 4-25 16,0 0-26-16,0-4-20 0,0 4-31 0,0 0-32 16,0 0-22-16,0 0-10 0,0 0-4 0,9 8-6 15,-4-3-12-15,2 0-17 0,1 6-6 0,0-3-14 16,1 2-6-16,0-2-6 0,3 6-10 0,2 0-6 15,-3-3-11-15,3 0-8 0,0-1 2 0,-4 3 1 16,2-8-10-16,-2 4 5 16,-3-5 6-16,-1 1 2 0,0 0 11 0,3-3 11 15,-9-2 20-15,13-5 15 0,-9 1 20 16,1-3 3-16,4-1 9 0,-4-2 3 0,0 1 5 0,3-6 0 16,1 1 6-16,-4-3 3 0,0 2 2 0,1 0-2 15,-2 4 2-15,0-2 3 0,0 3-1 0,0-1 3 16,1 3 8-16,-3 0-14 0,1 2-5 0,-2 1-5 15,1 0-3-15,-2 5-15 0,2-6-10 0,-2 3-19 0,0 3-16 16,3-4-36-16,-3 4-2 0,0 0 4 0,0 0 4 16,0 0 2-16,5 16 1 0,-5-4 4 0,-1 3 3 15,-1 4 7-15,1 5-3 0,2 9 3 0,-2 0 2 16,-4 16 3-16,0 0 1 0,2-4 3 0,1 1 2 16,-2-11 2-16,4 2 3 0,-3 9-1 0,2-12 3 15,1-1 3-15,0-1-1 0,1-1 0 0,-2 0 3 0,2-4 2 0,1 0 1 16,-4-8-5-16,2 2 2 0,-2-5 2 15,1 1-3-15,-3-6-1 0,1 4 3 0,-2-5-1 16,0 2 6-16,-3-3-6 0,2-1 6 0,-3 1 2 16,0-1 1-16,-1-2 4 0,2 0 1 0,0-2 10 0,-1-1-9 15,-2 0 9-15,3-2 2 0,-1 1 9 0,0-2 4 16,9 0 7 0,-13-1 3-16,13 1 5 0,-15-3 5 0,8-4 7 15,-1 2 5-15,0-3-1 0,3-2-8 0,-3-5-4 16,3-4-10-16,0-6-12 0,1-2-17 0,4-5-2 15,2-1-14-15,5-12-8 0,4 10 3 0,5-8 1 16,0 11-5-16,14-7 3 0,-8 13-2 0,1-3 1 16,0 6-2-16,0 0 1 0,1 0 1 0,-1 5-3 15,1 1 5-15,-8 5-1 0,0-2 1 0,-3 5 1 0,-3 3 3 0,1 0 0 16,-4 1 5-16,1-1 0 0,-2 3 1 0,-6 3-2 16,5-4-3-16,-5 4-1 0,8-5-3 0,-4 4-4 15,-4 1-19-15,0 0-23 0,1-7-20 16,-1 7-15-16,0 0-2 0,0 0-9 0,0 0-17 15,0 0-15-15,0 0-29 0,0 0-23 0,-5 15-42 16,5-15-171-16,0 0-424 16,0 0 188-16</inkml:trace>
  <inkml:trace contextRef="#ctx0" brushRef="#br0" timeOffset="32368.77">21608 2225 10 0,'0'0'166'0,"0"0"-4"0,0 0 4 0,-14 0 8 16,14 0 5-16,0 0 0 0,0 0-10 0,0 0-1 15,0 0-10-15,0 0-16 0,0 0-13 0,0 0-8 16,0 0-18-16,34-7-12 0,-15 4-8 0,3 1-14 16,6-3-21-16,0-1-39 0,-7 5-27 0,8-4-34 15,-9 3-47-15,9-1-50 0,-8 0-186 0,-4 0-363 0,-1-1 161 16</inkml:trace>
  <inkml:trace contextRef="#ctx0" brushRef="#br0" timeOffset="32547.16">21678 2351 115 0,'0'0'208'0,"0"0"-11"0,0 0-16 0,0 0-21 16,10 2-14-16,7-3-14 0,3 1-13 15,11 0-13-15,6-1-35 0,-3-2-54 0,2 1-44 16,5-2-53-16,-5 0-145 0,0 0-242 0,-1-3 107 15</inkml:trace>
  <inkml:trace contextRef="#ctx0" brushRef="#br0" timeOffset="33132.87">22433 2064 143 0,'7'-1'197'0,"-1"-2"-15"15,5-1-16-15,-4 3-13 0,2-1-19 0,2 2-14 16,-2 2-16-16,5 3-8 0,-1-2-11 0,-3 2-12 0,5 4-2 15,-2 0-7-15,1 4-2 0,-2 0-15 0,-1 4-3 16,0 1-3-16,-2 6 4 0,-6-4-14 0,1 8 0 16,-2-5-5-16,-4 5-2 0,0-3 1 15,-3-6-4-15,-2-2-1 0,-3 7 2 0,1-7-8 0,-1 0 6 0,0-3-3 16,-2 2-3-16,-1-3-1 0,3-5-1 0,5 1 8 16,-3-3-5-16,3-3 6 0,1 2 6 0,-1-1 13 15,0-1 21-15,3-1 29 0,2-2 30 0,-4 4 32 16,4-4 45-16,0 0 7 0,0 0-14 0,0 0-26 15,0 0-14-15,0-19-16 0,6 9-9 0,4-2-13 16,-1-3-10-16,4-8-10 16,6 1-13-16,-1-2-15 0,0-3-4 0,2 0-4 15,2 1-7-15,-1-1-3 0,0 2-11 16,-4 4-6-16,-2 7 0 0,-2-1-6 0,-2 1 3 16,-3 5 2-16,1 1-5 0,-5 3-7 0,2 0-5 15,-2-2-3-15,-3 5-8 0,3-2-33 0,-4 4-34 16,7-6-32-16,-7 6-1 0,0 0 6 0,0 0 10 0,6 17 10 15,-6-5 7-15,-4 8 10 0,3-2 4 0,1 7 6 0,0-1 5 16,0 3 6-16,0-3 6 0,0-3 10 0,5 4-3 16,3-6 10-16,2 3-2 0,-1-4 3 0,5-3-15 15,-1-2-29-15,2-1-44 0,0 2-52 0,3-8-70 16,2 2-81-16,1-7-179 0,-2-2-522 0,-2-5 231 16</inkml:trace>
  <inkml:trace contextRef="#ctx0" brushRef="#br0" timeOffset="33672.08">23016 1753 11 0,'1'-5'274'0,"6"3"-17"15,-4-1-28-15,1 1-20 16,-4 2-25-16,0 0-20 0,8-1-20 0,-8 1-12 16,10 1-13-16,-5 4-18 0,1 0-7 0,1 0-15 15,-2 2-5-15,3 3-9 0,-3 1-6 0,1 0-3 16,-2 2-7-16,2 2-4 0,-3-3-3 0,-2 5-3 15,1-5-11-15,-4 0 4 0,1 0-10 0,-3-2 3 16,3-2 1-16,0 1-1 0,-1-1-2 0,0-1-4 16,-1-2 0-16,2-1-1 0,0 1 1 0,-3 0 9 0,4-2 2 15,0-3 12-15,-1 4 17 0,1-4 16 0,0 5 22 16,0-5 18-16,0 0 23 0,0 0 24 0,0 0 4 16,-2 3 9-16,2-3 3 0,0 0 0 0,0 0-3 15,0 0-14-15,0 0-11 0,0 0-20 0,28-10-14 0,-1 2-13 16,5 1-9-16,5 2-13 0,13-4-11 15,4 6-3-15,-1-2-10 0,-13 3-5 0,-4 0-5 0,-2 2-8 0,-3-3-2 16,-9 3-6-16,-5 0 0 0,0-2-3 0,-4 2-5 16,-3 0-2-16,-3 0-3 0,-1 2-2 0,-6-2-4 15,10-2-3-15,-10 2-4 0,6 2-10 0,-6-2-20 16,8 0-30-16,-8 0-40 0,0 0-44 0,0 0-41 16,0 0-42-16,4 3-8 0,-4-3-14 15,-5 5-36-15,-2-3-72 0,2 2-294 16,-3-3-698-16,8-1 309 0</inkml:trace>
  <inkml:trace contextRef="#ctx0" brushRef="#br0" timeOffset="42747.48">4862 5291 58 0,'0'0'85'0,"1"-6"-7"0,0 1 2 0,-1 1-7 16,0 4 3-16,2-5 1 16,-1-2 2-16,-1 7-1 0,1-5-4 0,-1 0 15 15,0 1 4-15,0 4-2 0,3-8 8 0,-1 3 0 16,2 1 6-16,-2-1 7 0,0 1-4 0,2-1 7 15,-2 0-5-15,-1 0 2 0,2 0-4 0,1 2-2 16,-1-2-5-16,-1 1 21 0,-1 1 2 0,2-1-17 16,-3 4-8-16,2-3-12 0,2 0-7 0,-4 3-18 15,1-3-22-15,-1 3-25 0,0 0-12 0,0 0-3 0,0 0-2 0,-6 20 1 16,-3-8-1-16,-1 5 1 0,-3 7 1 0,-2 2 3 16,1 3-2-16,-3 1-1 0,2 0-1 0,-3 1 3 15,0-2-1-15,3 2 5 0,-2-1-3 0,3-1-1 16,1-1 0-16,0-4-1 0,3 1 0 0,1-9 1 15,3-2 0-15,1-6 0 0,1 2 2 0,-1-3 0 16,2 0 3-16,2-1 15 0,-3-2 26 0,2-1 34 0,2 0 40 0,0-3 37 16,0 0 26-16,0 0-21 0,0 0-22 15,-2-12-25-15,5 1-12 0,2-1-9 0,-1-5-16 16,2-3-18-16,2-6-12 0,2 0-27 0,0-3 9 16,3-2-9-16,1 1-6 0,-1-1 2 0,1-2-5 0,-4 5-1 15,2 0-3-15,0 5 2 0,-1 2 8 0,-3 1 6 16,-1 6 0-1,1 2 6-15,-2 2-7 0,1 0 4 0,-1 3-7 16,-1 0-19-16,-1 2 8 0,1 0-5 0,0 3-3 16,0-1-1-16,4 3-5 0,-9 0 6 0,17 6-5 15,-7 1-21-15,4 4 17 0,-4 2-21 0,3 4 13 16,1 4-1-16,0 6-15 0,-1-1 17 0,0-1-15 16,-2 4 4-16,-2-3 7 0,-1 0 1 0,-1-1 3 15,-1-5-1-15,-3-3 9 0,3-2 7 0,-1-1-7 0,-1-2-15 0,-2-3 1 16,-1 1 21-16,2-5-1 0,-1 1-3 0,0-2 0 15,-2 0-2-15,1 0 12 0,-1-4-10 0,0 6-4 16,0-6-2-16,1 3-4 0,-1 1-13 0,0-4-12 16,0 0-22-16,0 3-15 0,0-3-22 0,0 0-22 15,0 0-52-15,0 0-111 0,0 0-321 0,0 0-652 16,-19-8 289 0</inkml:trace>
  <inkml:trace contextRef="#ctx0" brushRef="#br0" timeOffset="43097.48">4790 5492 135 0,'-5'-2'217'0,"5"2"-6"0,-9 0-11 0,9 0-12 15,0 0-17-15,-9 0-14 0,9 0-13 0,0 0-10 16,-5-1-10-16,5 1-2 0,0 0-1 0,0 0 4 15,0 0 3-15,0 0 1 0,0 0 1 0,0 0 1 16,0 0-3-16,0 0-11 0,0 0-10 0,0 0-8 0,0 0-9 0,0 0-12 16,0 0 2-16,0 0-7 0,28-4-18 0,-9 3-2 15,3-4-7-15,6 5 1 0,1-2-15 0,2 0 0 16,-4 1-1-16,1-1-3 0,-10 0-10 0,2 2 4 16,0 0 9-16,-6 0-14 0,-2 0 2 0,-1 0-7 15,-1 2-2-15,-3-2 0 0,0 0-1 0,-2 0-1 16,-5 0 2-16,9 0-24 15,-9 0-14-15,7-2-29 0,-7 2-24 16,0 0-23-16,0 0-23 0,6 4 8 0,-6-4-17 0,0 0-32 16,-12 5-46-16,7 1-53 0,-1-4-152 0,1 1-455 15,5-3 202-15</inkml:trace>
  <inkml:trace contextRef="#ctx0" brushRef="#br0" timeOffset="43341.95">5370 5569 122 0,'0'0'413'0,"0"0"-19"15,0 0-19-15,0 0-42 0,0 0-10 0,0 0-41 0,0 0-28 16,0 0-30-16,0 0-31 0,0 0-35 0,0 0-41 15,4 2-46-15,-4-2-48 0,0 0-51 0,0 0-50 16,0 0-51-16,0 0-72 0,0 0-83 0,0 0-143 16,0 0-464-16,8-8 206 0</inkml:trace>
  <inkml:trace contextRef="#ctx0" brushRef="#br0" timeOffset="43865.47">5657 5300 92 0,'0'-4'332'0,"0"4"-11"0,-3-4-15 15,3 4-15-15,0 0-29 0,0-4-25 0,0 4-24 0,0 0-29 0,0 0-15 16,0 0-24-16,0 0-27 0,0 0-31 0,0 0-10 16,0 0-18-16,0 0-9 0,-1 12 0 0,-2-4-12 15,3 4-2-15,0 4-9 0,-2 1-4 0,-1 0 1 16,3 3-6-16,-5 3 1 0,0-3 1 0,-3 5-6 0,4 1-1 16,-1-7 1-16,0 6-4 0,1-6 1 0,-1-1-2 15,0-4 0-15,0 3 1 0,5-5-4 0,-4 0 0 0,1-5 4 16,3 1-4-16,-1-2 4 0,1-1 0 0,-1-2 26 15,-2 2 46-15,3-5 45 0,-1 5 43 16,1-5 39-16,-3 2 38 0,3-2 27 0,0 0-8 16,0 0-21-16,-1-12-29 0,-1 6-35 0,0-5 1 15,1-4-20-15,-3-2-21 0,4-4-9 0,0-6-16 0,0-5-13 16,4 1-17 0,-4-1-10-16,1-1-11 0,1 1-3 0,1 6-7 15,1-1-5-15,0 2-6 0,-4 7 0 0,4 2-10 16,0 5-3-16,-3-1-1 0,3 1-5 0,1 2-5 15,-4 1-4-15,4 0-6 0,-1 3-12 0,5-3-23 16,3 3-25-16,1 1-28 0,3 1-25 0,3-1-34 16,2 3-39-16,6 1-35 0,-7 1-38 0,10 6-31 15,-5-3-29-15,2 4-39 0,-7 1-44 0,-3-1-56 0,-2 4-230 0,-2 0-734 16,-4-5 325-16</inkml:trace>
  <inkml:trace contextRef="#ctx0" brushRef="#br0" timeOffset="44112.82">5659 5695 211 0,'-2'3'296'15,"2"-3"-9"-15,-4 2-12 0,4-2-15 0,0 0-17 16,0 4-10-16,0-4-24 0,0 0-16 0,0 0-16 15,0 0-22-15,0 0-13 0,0 0-20 0,17-2-6 0,-4-1-11 16,6 1-14-16,3-3-30 0,7 3-34 0,-1-3-46 16,1 1-48-16,-1-2-55 0,0 1-63 0,1-1-62 15,-8 3-181-15,4-7-463 0,-8 5 206 0</inkml:trace>
  <inkml:trace contextRef="#ctx0" brushRef="#br0" timeOffset="44344.61">5654 5506 126 0,'-4'1'335'0,"4"-1"-22"0,0 0-27 16,0 0-25-16,0 0-24 0,0 0-30 0,0 0-21 15,18-8-15-15,-5 7-27 0,7-1-30 0,-1 2-36 16,4-3-56-16,6 0-56 0,-3 2-70 0,2-2-70 16,-6 2-188-16,0 0-391 0,5-6 173 0</inkml:trace>
  <inkml:trace contextRef="#ctx0" brushRef="#br0" timeOffset="44545.13">6146 5504 360 0,'0'0'374'0,"0"0"-33"0,0 0-36 16,0 0-24-16,0 0-33 0,0 0-40 0,0 0-46 15,0 0-64-15,0 0-62 0,0 0-72 0,-1 6-81 16,1-6-80-16,0 0-148 0,0 0-372 0,0 0 166 15</inkml:trace>
  <inkml:trace contextRef="#ctx0" brushRef="#br0" timeOffset="45101.09">4625 5968 88 0,'-5'1'165'0,"5"-1"-3"0,0 0 0 0,0 0-7 0,0 0-1 0,0 0-8 16,0 0-3-16,-6 1-3 0,6-1-6 0,0 0-8 16,0 0-6-16,0 0-7 0,0 0-4 0,0 0-5 15,0 0-6-15,0 0-10 0,0 0-10 0,0 0-6 16,0 0-5-16,0 0-5 0,0 0-5 0,30-4-7 15,-7 2-3-15,9-1-5 0,22-2-4 0,6-2-3 16,35 0-4-16,3-3-2 16,7 4-1-16,6-3 3 0,1 4-2 0,-3-3-5 15,-3 4-1-15,-5 0 0 0,-9-1-2 0,-28 5-3 16,5-3 0-16,-8-1-5 0,1 1 1 0,-10-2 1 16,-12 3 1-16,-7 2 5 0,-6-3 18 0,-9 2 21 15,-4 0 29-15,-3-1 26 0,-2 1 18 0,0 1 5 16,-3-1 0-16,0 0 4 0,0-1-10 0,-6 2-10 15,5-1-14-15,-5 1-21 0,0 0-22 0,10 0-14 0,-10 0-60 0,0 0-46 16,4 1-51-16,-4-1-54 0,0 0-55 0,0 0-77 16,0 0-63-16,8 0-201 0,-8 0-603 0,0 0 267 15</inkml:trace>
  <inkml:trace contextRef="#ctx0" brushRef="#br0" timeOffset="46634.55">8649 5358 62 0,'0'0'164'0,"-1"-5"2"0,1 5 12 32,-3-4 12-32,3 4-2 0,-1-3-5 0,1 3 7 0,0-5 1 0,0 5 6 15,1-5-2-15,-1 5 3 0,0 0-16 0,0-4-21 16,0 4-10-16,0 0-12 0,0 0-10 0,3-3 2 16,-3 3-29-16,0 0-18 0,0 0-8 0,1-3-11 15,-1 3-14-15,0 0-21 0,0 0-18 0,0 0-17 16,0 0-2-16,0 10-6 0,1-2 5 0,2 1-3 15,-3 4 1-15,1 4-1 0,-1 2 1 0,3 0 25 0,-2 8-5 0,-2 2 0 16,1-2-4-16,-3 1 2 0,2-1 1 0,1 0-2 16,0-6 2-16,-3-2-2 0,3-1 3 0,0-1-2 15,0-5-1-15,0-2-1 0,3-1 2 0,-3-2 0 16,-3-2 1-16,6 0 15 0,-6 1 34 0,3-2 36 16,0-4 37-16,3 2 46 0,-3-2 25 0,0 0 34 15,0 0-12 1,0 0-26-16,5-12-24 0,-1 3-17 0,2-3-14 0,3-3-19 15,4-7-11-15,1-2-25 0,0 0-16 0,5-4-12 16,-3 3-12-16,2 0-13 0,-4 2-6 0,2 2-3 16,-3 7-3-16,-2 1-5 0,1 2 0 15,-3 6-2-15,-2-7-6 0,4 7-7 0,-6 1-1 16,3 0-26-16,-1 0-16 0,-3 2-7 0,4 2-14 0,-8 0-5 16,15 5-2-16,-3 0 2 0,-6 2-10 0,3 3 5 0,1 3 2 15,-5-2 5-15,4 6 4 16,0 0 6-16,-3-1-1 0,2 1-1 0,-1 0 6 0,-2 0 1 0,1 2-5 15,-1-2 0-15,-1-2 1 0,-1-4 5 0,-1-1 1 16,1 0-4-16,-3-5 19 0,1 1 0 0,0-1 11 16,1-1-3-16,0 1 22 0,-2-3 49 0,0-2 25 15,0 5 52-15,0-5 36 16,0 0 9-16,0 0-17 0,0 0-22 0,4-14-7 16,0 1-16-16,-2 1-8 0,3-7-9 0,1-5-11 15,0 0-12-15,4-2-9 0,0 3-4 0,-2 4-8 16,1 4-7-16,0-4-4 0,0 4-4 0,-4 6-4 15,0-1-1-15,0 0-4 0,2 5-8 0,-5 0-8 16,1 1-23-16,-2 0-24 0,-1 4-24 0,8 0 12 16,-8 0 3-16,11 10 0 0,-5 1 1 0,6 3-5 0,-7 2 4 0,3 4 0 15,1 4-3-15,-2 1-1 0,0-1 7 0,0 0 5 16,0 2 4-16,-3-6 0 0,-2-1-7 0,2-2 9 16,-4-4-16-16,1-1-8 0,1 0 10 0,-1-5-5 15,0-1 0-15,-1 0 13 0,2-3 5 0,-2 2 6 16,2-2 25-16,-2 1 23 0,0-4 23 0,0 2 19 15,0-2 8-15,0 0 2 0,2 4-7 0,-2-4 2 0,0 0-41 16,0 0-45-16,0 0-38 0,0 0-52 0,3-15-67 16,-2 9-72-16,3-1-89 0,0-3-112 0,-1 0-236 15,1 1-746-15,-2-3 330 0</inkml:trace>
  <inkml:trace contextRef="#ctx0" brushRef="#br0" timeOffset="47536.77">9368 4933 256 0,'3'-5'245'0,"1"-2"-17"15,0 2-16-15,1 0-21 16,3-2-20-16,0 4-14 0,1-2-17 0,3 3-15 0,1 0-11 16,0 4-5-16,4 0-13 0,1 2-11 0,0 0-1 0,4 5-14 0,-4-1-8 15,0 1-6-15,-3 6-5 0,2-3-6 0,-3 5-3 16,-3 0-3-16,-2-1-4 0,-2 2-1 0,-2 1-6 15,-4 1 2-15,-1-1-4 0,-3 1-4 0,-3-2 2 16,-3 2-5-16,0-4 0 0,-1 0 1 0,1-2 2 16,-1 0 4-16,0-4-6 0,3-1 0 0,1-1 1 15,-1 0-1-15,1-3 0 16,2-1-3-16,3 0 11 0,-3 1 26 0,3-2 27 16,1-3 28-16,-4 2 16 0,4-2 17 0,-4 4 9 15,4-4-1-15,0 0 1 0,-3 1-2 0,3-1-2 16,0 0-7-16,0 0-19 0,0 0-16 0,0 0-1 15,27-7-19-15,-14 4-13 0,7-1-6 0,1-1-3 16,7-2-8-16,0 2-5 0,2 0-7 0,-10 2-4 16,12-2-8-16,-14 1 2 0,0-1-3 0,-8 3-5 0,3 0-3 0,-6 1-1 15,0 1-3-15,-1-3-9 0,-1 3-12 0,-5 0-12 16,9 0-18-16,-9 0-32 0,5-1-35 0,-5 1-36 16,0 0-33-16,0 0-42 0,0 0-45 0,0 0-1 15,4 6-24-15,-4-6-35 0,-5 6-281 0,5-6-646 16,-6 6 286-16</inkml:trace>
  <inkml:trace contextRef="#ctx0" brushRef="#br0" timeOffset="48244.68">10057 5523 58 0,'0'0'218'16,"0"0"-11"-16,-6 0-6 0,6 0-9 0,0 0-13 15,0 0-13-15,0 0-11 0,0 0-8 0,0 0-12 0,0 0-14 16,0 0-11-16,0 0-7 0,0 0-8 0,0 0-9 15,0 0-8-15,0 0-9 0,0 0-5 16,0 0-4-16,0 0-8 0,0 0-6 0,0 0-3 16,0 0-3-16,0 0-7 0,0 0 0 0,0 0 1 0,0 0-2 0,0 0 4 15,0 0 6-15,0 0-3 0,0 0-1 0,0 0-1 16,0 0-4-16,0 0 3 0,0 0-7 0,0 0-2 16,0 0 1-16,0 0-2 0,0 5-1 0,0-5 5 15,0 0-1-15,0 0 0 0,0 0-2 0,0 0-1 16,0 0 3-16,0 0 2 0,0 0-2 0,0 0 2 15,0 0 0-15,0 0-5 16,0 0-2-16,0 0 9 0,0 0-5 0,0 0 0 16,0 0 4-16,0 0-2 0,0 0-4 0,0 0-1 15,25-5-5-15,-12 2 0 0,9 2-4 0,6-5-2 16,0 3 1-16,7 0-8 0,-3-2 9 0,4 1-7 16,-2 0-3-16,2-1 2 0,-2 1-4 0,-2 3-1 15,-1-4-4-15,-12 2 7 0,0 1 4 0,-5 0-2 16,-2 0 15-16,-3 0 7 0,-2 1 9 0,0-1 6 0,-4 1 0 0,-3 1-8 0,10-1 3 15,-7 0-15-15,-3 1-12 0,0 0-14 0,8-2-23 16,-8 2-22-16,0 0-29 0,0 0-29 0,0 0-34 16,0 0-24-16,0 0-21 0,0 0-27 0,0 0-46 15,0 0-237-15,-9 10-534 0,9-10 237 0</inkml:trace>
  <inkml:trace contextRef="#ctx0" brushRef="#br0" timeOffset="48739.35">11003 5192 290 0,'4'-3'292'0,"-4"3"-17"0,0 0-23 16,0 0-26-16,0 0-18 0,0-5-25 0,0 5-17 0,0 0-19 16,0 0-19-16,0 0-15 0,0 0-12 0,0 0-14 15,0 0-21-15,0 0-15 0,0 0-8 0,0 0-5 16,0 0-5-16,-4 15-6 0,4-10-3 0,-4 5-2 15,-1 1-4 1,1 5-4-16,-2 2 3 0,-1 2-3 0,-7 5 0 0,8 0-3 16,-4-1-2-16,1-7-1 0,1 1 4 0,3-2-6 15,-3 1 2-15,2 0-3 0,3-7 1 16,1 4-1-16,-1-4 2 0,1 2-3 0,-1-7 0 16,1 0 1-16,-1 0 0 0,2 2-1 0,1-3 3 15,0-1 2-15,-3 0 3 0,3-3 10 0,0 7 9 0,0-7 8 16,-1 5 10-16,3-3 12 0,-2-2-2 0,9 2-3 0,-1-1-4 15,3 1-3-15,4-2-7 0,2 1-6 0,3-2-17 16,0 2-25-16,3-5-35 0,0 2-42 0,-2 0-43 16,2-2-42-16,-2-1-52 0,-1 0-52 0,-4 1-158 15,1-2-464-15,-5 3 205 0</inkml:trace>
  <inkml:trace contextRef="#ctx0" brushRef="#br0" timeOffset="48924.17">11175 5413 52 0,'0'0'296'16,"0"0"-10"-16,-1-4-5 0,1 4-12 0,0 0-23 16,0 0-24-16,0 0-24 0,0 0-26 0,0 0-21 15,0 0-21-15,0 0-14 0,0 0-17 0,-4 11-10 16,4-5-5-16,-2 6-12 0,0 0-8 0,0 5-11 0,-1 1-2 16,2 1-6-16,-5 7-2 0,5-2-3 0,-1 3-2 0,4 0-7 15,-1-9-29-15,2 7-43 0,-5-6-55 0,4-1-90 16,1-2-283-16,-2 1-506 0,-1-6 224 0</inkml:trace>
  <inkml:trace contextRef="#ctx0" brushRef="#br0" timeOffset="50064.89">11540 5383 155 0,'0'0'279'0,"0"0"-10"0,1-5-7 0,-1 5-15 16,0 0-25-16,0-5-21 0,0 5-23 0,0 0-20 0,0 0-20 15,0 0-19-15,0 0-4 0,0 0-20 0,0 0-3 16,0 0-20-16,5 10-9 0,-4-2-6 0,3 5-6 0,-1-4-3 15,-2 3-6-15,0 1-6 0,-1 3-4 0,1 0-1 16,1 0 20-16,-2-3-6 0,4 4-3 0,-4-3-6 0,1-2-5 16,-1 0 0-16,1 0-7 0,-1-3 2 0,1-3-4 15,-2 4 2-15,1-8-4 0,1 3 3 16,-1 0 9-16,2-1 34 0,-2-4 25 0,0 0 49 16,0 3 41-16,0-3 23 15,0 0-15-15,0 0-20 0,7-10-20 0,1 2-16 16,0-3-15-16,5-1-11 0,-3-3-9 0,1 1-14 15,2-2-8-15,-2 2-8 0,1-2-8 0,-3 6-7 16,1 1-12-16,-1-1-6 0,-5 4 4 0,1 2-8 16,0-1-2-16,-1 1-15 0,-3 1-25 0,3 1-21 0,-4 2-30 15,8 0 3-15,-8 0 3 0,6 4 5 16,-2 1-9-16,1 2 2 0,0 0-5 0,-1 5 10 0,0-2 6 0,0 3-4 16,0 2 0-16,-2 1 11 0,2-1-7 0,-2-3 0 15,1 0 4-15,0-3 1 0,-1-1 2 0,-1-3 23 16,1 1-12-16,-2 0-8 0,2-2 43 0,0-3 22 15,-2 3 38-15,0-4 20 0,0 0-9 0,0 0-12 16,16-8 7-16,-8 0-28 0,1 3 13 0,-3-7-6 16,4 3-7-16,3-4-4 15,-3 1-5-15,3-1-6 0,-3 1-4 0,3 0 0 16,-4 3-6-16,0 3-1 0,-1-1-3 0,-2 2-7 16,-1 1-1-16,-1 2-6 0,1-1-17 0,-1 1-17 15,3 2-8-15,-7 0-10 0,12 2-2 0,-2 3-41 16,0-1-22-16,1 2-21 0,-1 3-31 0,4 1-37 15,0 2-45-15,3-2-70 0,-2 2-327 0,0-3-702 16,2-4 311-16</inkml:trace>
  <inkml:trace contextRef="#ctx0" brushRef="#br0" timeOffset="50713.46">12784 5516 61 0,'0'0'146'0,"0"0"-13"15,0 0-6-15,0 0-10 0,-9 0-4 0,9 0 9 16,0 0-1-16,0 0 3 0,0 0 3 0,-5 2-6 15,5-2 0-15,0 0-2 0,0 0-5 16,0 0-1-16,0 0-10 0,0 0-4 0,0 0-8 0,0 0-7 16,0 0 2-1,0 0-16-15,0 0-5 0,0 0-7 0,0 0-4 16,0 0-7-16,0 0-7 0,0 0-4 0,0 0-6 16,0 0-2-16,0 0-4 0,0 0-2 0,0 0 0 15,0 0-2-15,0 0-3 0,-4-5-1 0,4 5-3 0,0 0 6 16,0 0 7-16,0 0 4 0,0 0 11 0,0 0 6 15,0 0 4-15,0 0 8 0,0 0 3 16,0 0 8-16,0 0-5 0,0 0-6 0,18 0-5 0,-9-3-9 0,5 1-5 16,9-3-6-16,9 1 4 0,1 1-6 0,4-3-7 15,3 2-3-15,14-1-1 0,-2 0-6 0,-14 4 3 16,-2 0-1-16,0-1-8 0,-8 0 7 0,-5 2-5 16,-4-2 8-16,-5 1-13 0,-1 1 3 0,-3 0-5 15,-2-2 5-15,-1 2-8 0,-7 0-11 0,10-1-14 16,-10 1-15-16,6 0-12 0,-6 0-9 0,0 0-21 0,0 0-26 0,0 0-25 15,0 0-29-15,-27 1-26 0,17 1-31 0,-4-1-29 16,1-1-164-16,3 2-444 0,-4-2 197 0</inkml:trace>
  <inkml:trace contextRef="#ctx0" brushRef="#br0" timeOffset="51014.14">13059 5353 84 0,'0'-4'347'0,"-1"-1"13"0,1 1 7 0,-2-1 6 0,2 5-17 15,0-8-19-15,-1 7-51 0,1 1-12 0,0-6-33 16,0 6-31-16,0 0-23 16,0 0-29-16,0 0-39 0,0 0-41 0,0 0-27 0,0 0-9 15,0 0-10-15,-5 19 0 0,1-9-5 0,4 5-4 0,-2-1-2 16,-1 4-3-16,2-1-2 0,-3 3 0 0,0-3-4 15,4 3 5-15,0 0-2 0,0 0-1 0,0-2 0 16,0-1 1-16,0-3 3 0,3 1-12 16,-2-3-2-16,3-2-13 0,-3 2-17 0,0-3-24 15,2 0-23-15,-2-3-28 0,-1 1-26 0,0-2-25 16,0-1-28-16,3 0-3 0,-3 0-66 0,0-4-47 16,0 0-158-16,0 0-493 0,0 0 218 0</inkml:trace>
  <inkml:trace contextRef="#ctx0" brushRef="#br0" timeOffset="51468.5">13761 5199 11 0,'0'0'330'0,"0"0"-24"0,0 0-24 0,0 0-28 16,2-3-26-16,-2 3-25 0,0 0-26 0,0 0-20 16,0 0-19-16,0 0-15 0,0 0-14 0,0 0-13 15,-5 17-10-15,4-10-10 0,-2 4-7 0,-2 3-10 0,0 0 0 16,-4 6-10-16,0 4-7 0,0-7 7 0,1 7-15 15,-2 0 0-15,1-6-4 0,0 0-5 0,-1-2-1 16,5 0-3-16,0-5 1 0,-3 1-1 0,4-1-1 0,-1 0-2 16,0 0 0-16,4-5-4 0,-3-1-2 15,1 0 5-15,2 0-5 0,1-2 1 0,-1 1-2 16,-2 0 1-16,3-4 5 0,-1 4-3 0,1-4 5 0,-3 3 17 0,3-3 9 16,0 0 6-16,-1 5 8 0,1-5 6 0,0 0-5 15,5 2 12-15,-5-2 1 0,17 0-5 0,-7 2-15 16,8-1-4-16,2 0-2 0,1-2-16 0,-1 1-29 15,9 1-37-15,-8-1-36 0,0 0-35 0,-1-1-47 16,-2 1-47-16,-3-1-56 0,-1-1-55 0,-1 0-171 16,-1-2-522-16,-2 0 231 15</inkml:trace>
  <inkml:trace contextRef="#ctx0" brushRef="#br0" timeOffset="51800.51">13961 5424 135 0,'0'0'366'0,"0"0"0"16,0 0-4-16,-1-5-27 0,1 5-21 0,0 0-34 0,0 0-25 0,0 0-40 16,0 0-20-16,1-6-23 0,-1 6-22 15,0 0-26-15,0 0-20 0,0 0-11 0,-3 12-12 16,1-3-10-16,-1 3-27 0,-2 0 9 0,2 6-1 16,-1 2-7-16,-4 2-7 0,3 2-1 0,-3 0-4 0,4 1-5 15,1-6 2-15,-1 0-8 0,0-2 1 0,0-2-3 16,4-3-1-1,0-2-4-15,0-1 6 0,0 1 4 0,0-3-2 16,0-1-11-16,0 0 2 0,0-3 1 0,-1 1 0 16,1-4 6-16,0 6 1 0,0-2 17 0,0-4 16 15,0 3 8-15,0-3 10 0,0 0 2 0,0 0-5 16,0 0-8-16,1 4-2 0,-1-4-7 0,0 0-3 16,0 0-5-16,0 0-9 0,0 0-18 0,0 0-62 15,0 0-73-15,8-7-48 0,-8 7-53 0,6-9-68 0,-1 4-95 0,2-3-242 16,0 1-674-16,0-3 299 0</inkml:trace>
  <inkml:trace contextRef="#ctx0" brushRef="#br0" timeOffset="52116.93">14452 5424 107 0,'-5'0'275'0,"5"0"-5"16,0 0-10-16,0 0-9 0,0 0-4 15,0 0-8-15,0 0-13 0,0 0-17 0,0 0-11 16,0 0-26-16,0 0-17 0,0 0-14 0,0 0-32 0,15 2-31 0,-1-4-26 16,1-1-32-16,7 2-45 0,6-5-49 0,2 4-60 15,-1-1-62-15,-1-2-234 0,0 1-467 0,-5 0 207 16</inkml:trace>
  <inkml:trace contextRef="#ctx0" brushRef="#br0" timeOffset="52317.49">14431 5605 208 0,'-3'3'350'16,"3"-3"-5"-16,0 0-13 0,0 0-36 0,0 0-36 15,0 0-21-15,25-4-26 0,-2 3-18 0,4-4-37 0,6 2-37 0,-1-1-39 16,6 1-40-16,0 1-54 0,2 0-62 15,-3-1-76-15,2 1-73 0,-6-3-174 0,2-2-431 0,-2 1 191 16</inkml:trace>
  <inkml:trace contextRef="#ctx0" brushRef="#br0" timeOffset="52749.85">15341 5291 220 0,'0'-5'226'16,"0"5"-23"-16,0 0-23 0,0 0-18 0,0 0-21 15,0 0-18-15,0 0-13 0,0 0-11 0,0 0-12 16,-13 9-8-16,6-2-13 0,-1-1-4 0,-2 3-5 15,-2 5-6-15,-2-1-6 0,1 1-5 0,1 1-5 16,1-2-1-16,2 1-2 0,-2 0-6 0,2 2-1 0,0-3-2 0,5 1-3 16,-1-3 3-16,0 0 10 0,5 3 7 0,0-3 15 15,0 1 11-15,5-3 13 0,0 3 17 0,-1-2 16 16,8-3 12-16,2 4 12 0,2-5 8 16,3-1 8-16,3-1-4 0,5-3-1 0,1 1 6 0,-1-6-4 15,0-1-3-15,0-2-8 0,-2-6-12 0,-4 7-10 16,2-10 1-1,-2 0-19-15,-4 3-6 0,2-6-11 0,-7 3-9 16,-1 1-12-16,-3-4-15 0,-6 4-12 0,2-1-19 16,-5 0-31-16,-3-1-59 0,-7 4-54 0,-6 2-41 0,-14-1-44 15,-3 3-52-15,1 1-75 0,-6-1-279 0,6 8-672 16,2-1 297-16</inkml:trace>
  <inkml:trace contextRef="#ctx0" brushRef="#br0" timeOffset="53573.97">17015 5332 143 0,'0'0'286'16,"0"0"-14"-16,-10 0-23 0,10 0-22 0,0 0-24 16,0 0-21-16,0 0-19 0,0 0-16 0,13-6-15 15,-4 4-16-15,2-2-10 0,8 1-11 0,0-2-12 16,8 0-18-16,0 0-27 0,4 0-32 0,-3 3-36 15,1 0-42-15,3 1-44 0,-4 0-33 0,3 1-46 16,-12 0-131-16,-1-3-352 16,-4 3 156-16</inkml:trace>
  <inkml:trace contextRef="#ctx0" brushRef="#br0" timeOffset="53736.77">17094 5493 90 0,'0'0'171'0,"0"0"-7"0,9 5-10 0,4-5-15 16,-4 1-13-16,10-1-13 0,-1 0-20 0,1 2-32 0,2-2-48 15,7 0-51-15,-3-2-64 0,-3-1-62 0,-2 0-178 16,2-3 78-16</inkml:trace>
  <inkml:trace contextRef="#ctx0" brushRef="#br0" timeOffset="54037.49">17430 5143 248 0,'0'-2'300'0,"-1"-1"-32"0,1 3-29 0,0 0-23 16,-2-7-30-16,2 7-23 16,0 0-23-16,0 0-12 0,0 0-15 0,0 0-14 15,9 12-8-15,-1-3-10 0,4 3 3 0,1 1-22 16,2 2-3-16,5 4-9 0,2 1-5 0,0 3-7 15,-3-1 1-15,-1 2-6 0,5 2-1 0,-3-1-4 16,-2-1-5-16,-5 1-1 0,-1-1-2 0,-5-6-1 16,2 2-4-16,-8-3 1 0,1 0-7 0,-2 0 2 15,-3-2-2-15,-6-1 3 0,2 1 0 0,-4-1 3 0,-3-1-5 0,0-2 1 16,-1 2 1-16,-7 1 0 0,7-4-1 0,-3 2-1 16,0-4-29-16,-1 1-38 0,4-1-50 15,3-3-74-15,1-1-258 0,2-2-473 0,3-1 210 16</inkml:trace>
  <inkml:trace contextRef="#ctx0" brushRef="#br0" timeOffset="55309.52">19035 5092 53 0,'4'-1'159'0,"-4"1"12"0,0 0 6 15,4-4-16 1,-4 2-6-16,0 2-7 0,6-5 2 0,-6 5-2 15,2-2-10-15,-2 2-13 0,0 0-3 0,3-3-8 16,-3 3-5-16,3-2-4 0,-3 2-7 0,0 0-10 16,0 0-8-16,0 0-9 0,0 0-11 0,0 0-8 15,0 0-7-15,0 0-12 0,0 0-9 0,0 0-4 16,0 0-5-16,0 0-9 0,5 9-1 0,-5-4 3 16,0 4-5-16,1 2-2 0,2 3-1 0,-3-4 1 0,1 9-3 0,-1-2 5 15,0 0-4-15,4 1 4 0,-5-1 1 0,1 1-3 16,1-1 0-16,-1 0 0 0,0 0 1 0,0-7 1 15,0 2 3-15,3-4-3 0,-3 0 2 0,0-2 1 16,1-1 5-16,-1 1 20 0,0-3 27 0,1 0 50 16,-1-3 37-16,0 4 45 0,0-4 27 0,0 0 23 15,0 0-9-15,0 0-32 0,13-10-18 0,-8 1-18 0,2 0-14 0,-1-2-16 16,4-1-19-16,2-4-10 0,0 1-18 0,0-2-16 16,1 5-5-16,2-2-10 0,-3 2-1 0,-2 7-11 15,-4-4-4-15,1 5-15 0,-2-2 6 0,-1 3-7 16,-1 0-24-16,2 1-23 0,-5 2-31 15,5-2-18-15,-5 2 15 0,0 0-4 0,13 5 6 0,-9 0 8 16,0 2-6 0,2 2 9-16,-2 3-10 0,1 3 5 0,-1 0 8 15,0 2-3-15,1 4-2 0,-2-6-4 0,-1 2 4 16,2-3 9-16,-3 1 6 0,3-3-13 0,-4-3 15 16,3-1 19-16,-3-3-20 0,2 0 17 0,-2-1 9 0,3-1 49 15,-3 1 32-15,0-4 50 0,0 0 2 16,0 0-18-16,0 0-13 0,15-14-9 0,-7 4-12 15,-1-1-3-15,5-2-9 0,2-3-6 0,-2-2-14 0,4-2-2 0,-3 4 0 16,0 2-5-16,-2 1-6 0,0 1-5 0,-3 3-5 16,-3 4-2-16,1-2-6 0,0 2-13 0,-5 3-22 15,3-1-15-15,-4 3-29 0,9-3-7 0,-9 3 4 16,9 3-6-16,-4 2-21 0,4 0-9 0,0 2-30 16,-3 3-20-16,2 4-22 0,7-3-29 0,-3 4-40 15,-2-2-51 1,3 1-71-16,-2-1-218 0,-1-4-634 0,1-1 281 0</inkml:trace>
  <inkml:trace contextRef="#ctx0" brushRef="#br0" timeOffset="55957.88">20042 5280 79 0,'-7'0'202'0,"0"1"-14"0,2-1-12 0,5 0-15 0,-11 2-19 16,7 0-12-16,4-2 4 0,-8 1-1 0,8-1-3 16,0 0-8-16,-6-3-6 0,6 3-1 0,0 0 4 15,0 0 3-15,0 0 4 0,0 0 3 0,-8 2 6 16,8-2-5-16,0 0-2 0,0 0-4 0,0 0-9 15,0 0-12-15,0 0-9 0,-4 3-9 0,4-3-11 0,0 0-7 0,0 0-10 16,0 0-2-16,0 0-2 0,0 0-12 0,0 0-3 16,0 0 1-16,0 0-13 0,0 0 3 0,0 0 2 15,0 0-7-15,0 0-5 0,0 0 1 16,0 0 0-16,0 0 3 0,0 0-9 0,-1 3 9 0,1-3-6 16,0 0-5-16,0 0 6 0,0 0-4 0,0 0 1 15,0 0-4 1,0 0 3-16,0 0-2 0,0 0-4 0,0 0-1 15,0 0 11-15,0 0 16 0,0 0-9 0,0 0-1 16,0 0-8-16,23-5 5 0,-10 4 4 0,8-3-6 0,9 2-5 16,1-2-4-16,0 0 3 0,3 4-2 15,0-2-8-15,2-3 6 0,-6 0-4 0,2 3 1 16,-11-1-1-16,-2 3 3 0,-6-2-1 0,2 0-8 16,-3 1 3-16,-2-1 7 0,-5 1-5 0,0 0 12 0,2 1-2 0,-2-3 23 15,-5 3-21-15,9 0-9 0,-9 0-7 0,0 0-12 16,6 0-21-16,-6 0-18 0,0 0-18 0,0 0-26 15,6 0-19-15,-6 0-24 0,0 0-24 0,0 0-37 16,0 0-34-16,0 0-53 0,0 0-215 0,-17-4-543 16,14 2 240-16</inkml:trace>
  <inkml:trace contextRef="#ctx0" brushRef="#br0" timeOffset="56459.2">20514 5052 47 0,'0'0'330'0,"0"-4"-21"0,0 4-30 16,2-6-26-16,0 4-25 0,-2 2-24 0,7-3-24 16,0 2-22-16,0 0-15 0,2 2-16 0,0-1-17 15,4 1-8-15,-4 2-11 0,-3 1-11 0,7 0-8 16,-3-1-11-16,-2 2-6 0,5 0-4 0,-4 3-6 15,-2-2-8-15,1 4-1 0,-3 0-7 0,1-1 1 0,-2 3-6 0,0 0-4 16,-4 1-2-16,-2 4-4 0,-4-3 3 16,0 4 1-16,-3-1-4 0,-1-1 0 0,-4 6-1 15,1-6-2-15,0-3 3 0,-1 4-4 0,1-5-2 16,3-3 5-16,-2 3-7 0,5-5-1 0,1-2 2 0,-1 0 2 16,4 0-1-16,-1-2 0 0,0-1 22 0,3 0 31 15,1-2 27 1,-6 4 21-16,6-4 13 0,0 0 12 0,-3 4 7 15,3-4 10-15,0 0-31 0,0 0-1 0,0 0-13 16,25-7-9-16,-6 4-11 0,3-2-8 0,6 0-10 16,2 0-10-16,0 0 1 0,0 1-8 0,-10 1-7 15,2-1-16-15,-2 1 8 0,-7 3-2 0,-3-4-1 16,3 3-6-16,-6-2 5 0,0 3-1 0,-1 0-8 16,2-1 7-16,-8 1-17 0,5-1 13 0,-5 1-10 0,7-2-7 0,-7 2-15 15,0 0-7-15,0 0-41 0,6 0-32 0,-6 0-27 16,0 0-29-16,0 0-22 0,0 0-22 0,0 0-16 15,0 0-84-15,5-3-108 0,-5 3-227 0,-5-11-672 16,4 6 298-16</inkml:trace>
  <inkml:trace contextRef="#ctx0" brushRef="#br0" timeOffset="56681.91">20999 4968 97 0,'0'0'342'0,"2"-5"-37"0,-2 5-34 16,2-2-31-16,-2 2-29 0,0 0-18 0,0 0-26 0,10 10-17 15,-3 2-18-15,-1 2-15 0,3 2-13 0,-1 3-9 16,3 5-5-16,-4 2-6 0,-2 1-4 0,-1 5-7 16,-4-3-7-16,1 0-4 0,-5 5-2 0,0 0-4 15,-5 1-14-15,-6-3-11 0,1 0-16 0,-13 9-11 16,-8-7-18-16,7-8-27 0,-15 1-34 0,-2-1-44 15,8-9-64-15,-13 3-260 0,-2-8-479 0,-2-5 212 0</inkml:trace>
  <inkml:trace contextRef="#ctx0" brushRef="#br0" timeOffset="57063.21">19071 4852 18 0,'-10'3'156'0,"-7"6"-9"16,3 1-12-16,-9 8-11 0,2 6-1 0,-3 2-10 15,-5 15-7-15,-3 0-3 16,5 1-4-16,0 5-4 0,7 4 6 0,3-4 1 0,5 5 6 16,9-2-5-16,6 0 1 0,3-17 3 15,4 1 2-15,17 8-4 0,5-4-2 0,10-6-7 16,13-4-6-16,28 5-3 0,7-7-8 0,8-9-41 15,3-6-55-15,8-4-85 0,-3-3-131 0,-2-8-134 16,-8-4-397-16,-32-2 176 0</inkml:trace>
  <inkml:trace contextRef="#ctx0" brushRef="#br0" timeOffset="57984.66">21210 4607 250 0,'0'-3'265'15,"0"3"-15"-15,0-5-10 16,0 5-17-16,4-3-10 0,-4 3-33 0,0 0-16 16,3-5-19-16,-3 5-16 0,6 0-6 0,-6 0-23 15,9 1-12-15,-3 2-11 0,-2 1-7 0,1 1-10 16,2 4-6-16,-1 1-8 0,0 0 16 0,2 6-6 16,0-2-2-16,-4 2-9 0,0 0 0 0,-2 0-8 15,-2 0-5-15,4 0 1 0,-8-3-7 0,3-1-1 16,0 3-1-16,-2-6-4 0,-1 3 0 0,4-5-2 0,-4 1-5 15,4-3 4-15,-2 1-4 0,-1-1-1 0,3-2 1 0,0 1 1 16,0-4 2-16,0 5 15 0,0-5 22 0,0 0 20 16,0 5 9-16,0-5-3 0,12-2-7 0,0-1-7 15,8-2-7-15,8-1-4 0,2 0-8 0,0-3-7 16,3 2 1-16,0 0 1 0,4-3 3 16,-1 5-5-16,-2 0-3 0,-2-2 1 0,-1 5-2 0,-12-1-15 0,-1 1-2 0,-5 0-6 15,-3 1 2-15,-3 1 4 0,-1-1 0 16,2 0 19-16,-3 1-31 0,-5 0-1 0,6-2-11 15,-6 2-14-15,0 0-21 0,9 0-34 0,-9 0-5 16,1 3 1-16,-1-3-11 0,0 0-17 0,-7 9-23 16,2-4-24-16,-2 2-31 0,1-2-33 0,1 1-30 15,-2 2-238-15,1 0-525 16,2-4 232-16</inkml:trace>
  <inkml:trace contextRef="#ctx0" brushRef="#br0" timeOffset="58300.84">21702 5170 210 0,'0'0'282'0,"0"0"-11"0,0 0-12 0,0 3-15 0,0-3-13 16,0 0-15-16,0 0-16 0,0 0-24 0,0 0-16 16,0 0-17-16,21-3-12 0,-10 3-13 0,8-2-14 15,1 1-37-15,11-1-30 0,-9 1-47 0,8-3-51 16,-1 2-59-16,0 1-68 0,-10-2-224 0,1 1-446 0,-1-3 198 15</inkml:trace>
  <inkml:trace contextRef="#ctx0" brushRef="#br0" timeOffset="58479.15">21765 5326 108 0,'-3'3'163'0,"3"-3"0"16,-4 3 5-16,4-3-5 0,8 3-10 0,1-1-13 15,6 0-16-15,13-5-13 0,3 2-27 16,5 1-37-16,2 0-45 0,16-1-49 0,2-1-40 16,0-3-129-16,-3 4-233 0,0-5 103 0</inkml:trace>
  <inkml:trace contextRef="#ctx0" brushRef="#br0" timeOffset="58848.94">22862 5092 160 0,'-6'-2'226'16,"6"2"-25"-16,-6-2-22 0,6 2-19 0,-10 0-20 16,3 3-12-16,-2 1-16 0,-1 1-13 0,-3 2-7 15,3-1-9-15,-8 5-9 0,5 0-11 0,-1-1-4 16,0 3-5-16,1-1 5 0,3 2-6 0,-3-2 1 15,6-1-6-15,0-2 5 16,2 3 4-16,1-3 10 0,0 1 1 16,3 0 10-16,1 0 2 0,3-1 11 0,1 3 9 15,3-4 13-15,7 3 0 0,-5-6 2 0,12 3 2 16,-1-4 1-16,12-2-7 0,-1-1 4 0,1-3 1 0,-3-1-8 16,1-2 9-16,-4-2 10 0,1 1 2 0,-8-2-8 15,-2 0-11-15,-4-4-11 0,0-1-5 16,-1 0-5-16,-2 1-11 0,-2-6-7 0,-3 1-16 0,-2 1-14 0,-2-1-6 15,-3 5-14-15,0-5-16 0,-4 2-28 0,-4 1-39 16,-7 4-36-16,-6-4-33 0,-4 4-29 0,-5 3-33 16,-1 5-43-16,1-1-65 0,-1 5-308 0,2-1-660 15,12-1 292-15</inkml:trace>
  <inkml:trace contextRef="#ctx0" brushRef="#br0" timeOffset="59503.83">24522 5104 186 0,'-5'-1'308'0,"5"1"-17"16,0 0-28-16,0 0-2 0,-4-4-25 0,4 4-31 16,0 0-28-16,13-4-26 0,1 4-13 0,4-3-27 15,4 1-25-15,8-2-37 0,1 3-36 0,-2-4-48 16,2 5-55-16,0-2-68 0,-2-1-208 0,-9 2-396 0,-1 0 176 16</inkml:trace>
  <inkml:trace contextRef="#ctx0" brushRef="#br0" timeOffset="59666.62">24544 5285 143 0,'-5'6'151'0,"1"-6"11"15,0 2-1-15,2 1 1 0,2-3 7 0,0 0-5 16,0 0-15-16,11 2-13 0,-2-3-13 0,9 0-11 16,4 0-29-16,-1-3-39 0,6-1-53 0,1-1-51 15,-2 1-54-15,-3 1-149 0,1-8-285 0,-5 6 127 16</inkml:trace>
  <inkml:trace contextRef="#ctx0" brushRef="#br0" timeOffset="59951.8">24853 4974 192 0,'-2'-3'258'0,"0"1"-24"15,2 2-26-15,0-5-26 0,0 5-20 0,0 0-19 16,0 0-16-16,0 0-12 0,0 0-11 0,2 15-8 0,4-6-11 0,3 1-7 15,4 6-10-15,4 4-6 0,0-2-6 0,4 1-7 16,-1 2-4-16,2-1-3 0,-4 3-3 16,1-3-8-16,-2 2-3 0,-3 3 1 0,-1-3-7 15,-1 0-2-15,-5-2-2 0,-2-1 0 0,-1 0-2 0,-2-3-8 16,-2 1-1-16,-2-5 7 0,-2 5-1 0,-4-2 3 16,-4-4 0-1,0 1 1-15,-4-2 4 0,-1 1-2 0,-2 0-3 16,-1-2-1-16,0 0 0 0,2-1-1 0,-4-2-10 15,4 0-21-15,2-1-25 0,2 0-28 0,2-3-27 0,4-2-46 16,-2 1-87-16,10-1-125 0,-7-3-382 16,7 3 169-16</inkml:trace>
  <inkml:trace contextRef="#ctx0" brushRef="#br0" timeOffset="60591.34">25700 5035 2489 0,'0'-4'218'0,"0"4"-45"0,0-9-28 0,0 5-7 16,2 0-13-16,-2 4-16 0,0-7-34 0,0 7-4 15,1-3-29-15,-1 3-2 0,0 0-11 0,0 0-5 16,0 0-11-16,0 0-1 0,0 0-4 0,0 0 0 15,0 0-8-15,5 13-5 0,-2-8 0 0,-3 5 1 16,0 0-4-16,0 1-1 0,0 2 5 0,0-1 0 0,-2 1-3 16,1 3 0-16,0-2 8 0,-2 0-2 0,1 1 1 15,0-3 5-15,0-1-10 0,2-2 8 0,-1-2 1 16,1 0-4-16,0-1 1 0,0-1 2 0,-3-1 5 0,2-1 17 16,1-3 25-16,0 5 43 0,0-5 34 0,1 4 28 15,-1-4-16-15,0 0-17 0,13-10-10 16,-5 4-11-16,1-2-10 0,6-2-10 0,-4-3-7 0,5 1-10 0,-3-2-11 15,4 2 2-15,-1-2-10 0,-1 2-4 0,-5 4 4 16,2 1-11-16,-3 2-6 0,-3 0-6 0,-1 1-5 16,-1 0-3-16,2 3-5 0,-2-2-3 0,0 1-18 15,-1 0-21-15,-3 2-4 0,0 0 5 0,10 7 7 16,-6-3-5-16,0 2 10 0,-1 3 9 0,0 1-12 0,-1 1-5 16,2-1 14-1,-1 3-20-15,2 3-5 0,-1-5-3 0,-2 0 1 16,2 0 6-16,1-2 0 0,-2-4 0 0,-1 2 7 15,0-2 21-15,0-1-18 0,0 0 27 0,-1-3 41 16,1 2 19-16,-2-3-3 0,0 0-3 0,18-4 2 16,-9-2-1-16,1 1-7 0,3-2 0 0,1-1 3 15,-4-1-3-15,6-1-2 0,0-2-8 0,-2 2-4 16,6-2 0-16,-8 2-1 0,-1 1-3 0,-1 4 11 0,-1-2-15 0,-3 4 8 16,-1-1-4-16,2 1-3 0,-4 1-9 0,1-1-5 15,-4 3-7-15,5-3-19 0,-5 3-19 0,8 0-26 16,-8 0 1-16,12 4-13 0,-7 0-20 0,1-1-38 15,4 3-32-15,3 2-39 0,-8-1-41 0,3 1-54 16,1-3-79-16,-7 1-294 0,2 1-721 0,0-3 318 16</inkml:trace>
  <inkml:trace contextRef="#ctx0" brushRef="#br0" timeOffset="60923.43">26679 5102 47 0,'3'-3'358'0,"-3"3"-11"16,0 0-11-16,0 0-22 0,0 0-21 0,1-4-18 15,-1 4-31-15,0 0-20 0,0 0-7 0,0 0-59 16,9-3-18-16,0 3-27 0,3-1-15 0,0 1-22 16,6-3-38-16,5 1-36 15,5 1-33-15,2-2-39 0,-1 1-51 0,-1 0-65 16,-1-1-62-16,-6-1-190 0,0 1-474 0,-3-2 210 15</inkml:trace>
  <inkml:trace contextRef="#ctx0" brushRef="#br0" timeOffset="61092.55">26756 5211 113 0,'-4'3'291'0,"2"-1"-2"16,2-2-11-16,-4 3-17 0,4-3-24 0,0 0-28 0,14 2-15 15,4-2-23-15,9-2-26 0,3 1-44 0,0-1-48 16,0 0-53-16,2-1-56 0,-2 3-53 0,0-2-74 16,-9 0-150-1,7-6-360-15,-8 5 160 0</inkml:trace>
  <inkml:trace contextRef="#ctx0" brushRef="#br0" timeOffset="61656.39">27353 4942 77 0,'0'-5'305'15,"0"1"-10"-15,0 4-11 0,1-5-22 0,-1 1-26 16,3 0-29-16,-3 4-24 0,7-4-18 0,1 1-20 16,1 3-15-16,0 0-6 0,2 0-23 0,0 3-4 15,0 0-14-15,-1 1-14 0,2 1-11 0,-3 3-19 16,0 1-9-16,0 0-8 15,-2 0-12-15,-2 6-1 0,2 0-6 0,-5-1-2 16,-2 4 0-16,-2 1-9 0,-6-2-1 0,-5 7-1 16,-3-2-1-16,-1 0-4 0,-3-1 6 15,-3 2 4-15,0-4-6 0,-3-3 2 0,-1 0 1 16,4-4 2-16,2-3 2 0,5-1-2 0,5-2-1 0,2-2 7 16,-2 2 14-16,5-4 34 0,3 1 42 0,-3-2 47 15,6-1 48-15,0 0-3 0,0 0-21 0,0 0-18 0,-7-9-18 16,9 2-6-16,3 2-22 0,4-4-3 0,1 2-13 15,1 1-6-15,-1-1-11 0,-1 1-6 0,0 1-11 0,2 2-5 16,-4-2-5-16,0 3-6 0,2 1-4 16,0 0-11-16,-4 1 5 0,7 2-3 0,-1 1-12 15,-2 1 5-15,4 1-5 0,1 0 10 0,-4-1-25 16,5 6 18-16,1 0-6 0,-6-5 4 0,0 2-3 0,-1-1 0 0,-2 0 1 16,0-1-2-16,-2-4 4 0,-1 0 3 0,1 2 4 15,-5-3 2-15,8 4 19 0,-5-4 31 0,-3 0-12 16,14-4-8-16,-7 1-3 0,1-2-10 0,2 1-3 15,3-4-3-15,-4 3 1 0,4-2 3 0,2 0-12 16,-3 0 2-16,-1-1-2 0,2 3-3 0,-4-1-4 16,0 0-14-16,-3 2-16 15,3-1-18-15,-4 2-12 0,2-2-28 0,-2 1-41 16,1 3-33-16,0-1-38 0,0 2-42 0,-1 0-37 16,1 0-56-16,1 1-322 0,-3 0-698 0,-4-1 308 15</inkml:trace>
  <inkml:trace contextRef="#ctx0" brushRef="#br0" timeOffset="61841.28">27971 5271 2921 0,'0'0'361'0,"0"0"-70"0,0 0-114 0,0 0-62 16,13 0-34-16,-13 0-27 0,0 0-14 0,0 0-17 15,0 0-10-15,0 0-6 0,5 3-8 16,-5-1-24-16,0-2 3 15,0 0 1-15,-5 15-14 0,0-3-22 0,1-3-27 16,-6 5-26-16,-2 0-37 0,1 3-46 0,-2-5-58 16,-2 1-273-16,1 0-565 0,1-8 250 0</inkml:trace>
  <inkml:trace contextRef="#ctx0" brushRef="#br0" timeOffset="62512.01">28231 4878 256 0,'1'-6'313'0,"3"1"-22"0,0 1-22 16,-2-2-29-16,4 2-24 0,0 1-22 0,0 0-24 15,2 1-17-15,3 2-21 0,-2 1-10 0,1 1-16 16,2 5-11-16,-1-2-9 0,-2 3-13 0,5 5-20 15,-5 0-12-15,0 0-12 0,1 3 0 0,-4 1-9 16,-3 2 0-16,-3 0-8 0,0 1 1 0,-5 5-2 0,-5 0-4 16,-3-3 1-16,0 3 0 0,-8-4-3 0,-1 1-1 0,0-3 1 15,8-6-2-15,-3-2 5 0,6-3-5 16,2-1 1-16,-1-2 1 0,4 1 1 0,-1-2 5 16,3-1 25-16,-1-1 42 0,5-2 36 0,-9 4 46 15,9-4-2-15,0 0-16 0,0 0-22 0,0 0-11 16,12-16-10-16,-6 8-9 15,3 2-11-15,1-2-6 0,1-1-8 0,-2 3-8 16,1-2-3-16,-1 4-3 0,-4 1 2 0,1-2-17 16,-2 1-5-16,2 2-7 0,-1 2-12 0,2 0 2 15,-7 0-14-15,12 0 11 0,-5 4-5 0,-1 1-4 16,2 2-1-16,1-2-5 0,-3 3 20 0,3 1-18 16,-1-1 5-16,1 3-2 0,-3-3 4 0,3 2-12 15,-3-5 17-15,1 2-7 0,-2-3 3 0,0 0 6 0,-1 0-1 0,4-2 5 16,-2-2 3-16,7 0 5 0,-3-1 7 0,3 0 14 15,1-3 8-15,2-4 8 0,-4 3 6 0,5-2-3 16,-1-3-1-16,-1 3 1 0,0-5 1 0,-5 7 1 16,0 0 0-16,-3 0-2 0,0 3-5 0,-1-1-13 15,-3 0-11-15,2-1-34 0,-1 3-59 0,-4 1-64 16,5-2-87-16,-5 2-62 16,0 0-43-16,4 7-84 0,-4-1-317 15,0-6-774-15,-4 9 342 0</inkml:trace>
  <inkml:trace contextRef="#ctx0" brushRef="#br0" timeOffset="73614.42">3584 7500 113 0,'4'-4'129'16,"2"3"-8"-16,-2-2 1 0,1 1 4 0,0 0-20 0,-2-2 17 15,1 3-6-15,-1-1 2 0,-3 2-7 16,4-3-5-16,-4 3-6 0,4-3-5 0,-4 3-12 16,5-2-12-16,-5 2-6 0,0 0-4 0,0 0-10 15,0 0-7-15,0 0-18 0,0 0 0 0,0 0-2 16,0 0-4-16,-18 9-2 16,5-3-4-16,-4 1 0 0,-8 5-3 0,1 2-2 15,1 1-5-15,-4-2 4 0,3 1-5 0,1 1 6 16,0 1-3-16,1 1 1 0,3-6-1 0,4 1-1 15,-1 3-4-15,1-2-1 0,2-1-4 0,2 3 4 16,-1-4-10-16,6 0 9 0,-1 0 0 0,4-1-3 16,0 0 4-16,-1 0-1 0,3-1 1 0,2 1 0 15,3 1 4-15,5 0-1 0,3 2 1 0,5 0-3 0,5 1 3 0,4 1 20 16,2-1-8-16,0 1-3 0,1-1 2 0,-2-1-9 16,0 1 4-16,0 2 2 0,-6-1-5 0,-5-3-5 15,-1 1-8-15,-3-1-7 0,-1 1-6 0,-6-2-4 16,-1 1 2-16,-4-5 7 0,-4 8-1 0,-6-1 4 15,-5-1 3-15,-8 1 4 0,-3-1 3 0,-4 1 5 16,-5-4 3 0,2 0 5-16,-2-2 13 0,2 0 2 0,-2 0 13 0,1-4 1 15,1 0 9-15,7 0 4 0,6-2 5 0,-1-2 3 16,7 3 10-16,2-3 12 0,1 0 11 0,4 2 3 16,1-2 3-16,0 2-2 0,6-2-4 0,-9 0-4 15,9 0-9-15,-6-2-9 0,6 2-10 16,0 0-3-16,-7-1-8 0,7 1 5 0,0 0-25 0,0 0-10 15,0 0-7-15,0 0-5 0,0 0-18 0,0 0-12 0,0 0-11 16,0 0-17-16,0 0-19 0,0 0-25 0,0 0-24 16,15-6-34-16,-15 6-46 0,12-3-42 0,-3 2-223 15,-1-3-498-15,5 1 221 0</inkml:trace>
  <inkml:trace contextRef="#ctx0" brushRef="#br0" timeOffset="74084.42">3986 7932 131 0,'-2'-4'271'0,"2"4"-29"0,-3-3-24 0,3 3-24 0,-4-6-17 15,4 6-19-15,-6-3-16 0,2 2-11 0,-1 0-21 16,5 1-12-16,-14 1-11 0,5 0-8 0,-1 2-5 16,1 1-9-16,0-2-10 0,-2 5-7 0,-5 1-7 15,6-2-6-15,-8 5 1 0,5 0-8 0,-1 1-5 0,3-2-6 0,1 0 0 16,1 0-6-16,1 0 4 0,1-1-4 16,0 4-4-16,2-4 0 0,1-2-1 0,3 5-1 15,1-3 3-15,0 2 3 0,1-5 2 0,5 2 3 16,3-1 6-16,3-1 4 0,4-3 1 0,6-1 0 15,5 0 1-15,1-2-2 0,0-4 7 0,-1-1-5 0,0-2 19 16,-7 1 14 0,-2-1 12-16,1-4 33 0,-2 2 4 0,-2-2 14 15,-6 3-11-15,1-7 8 0,-2 2-4 0,-3-1-7 16,-1-2-11-16,-4 0-1 0,0 4-10 0,0-4-9 16,-3 5-12-16,-2-4-12 0,0 3-14 0,0 3-6 15,-3 1-28-15,-1 0-24 0,-2 2-23 0,2-1-25 16,-1 6-24-16,-2-2-30 0,-1 2-35 0,2 2-31 15,-3 3-33-15,2 0-30 0,1 3-42 0,1 0-199 0,1 0-529 0,4 1 234 16</inkml:trace>
  <inkml:trace contextRef="#ctx0" brushRef="#br0" timeOffset="74369.67">4371 8110 78 0,'0'0'166'0,"0"0"-24"0,0 0-12 16,0 4-15-16,0 0-6 0,0-4-7 0,0 7-7 16,-3-1-12-16,1 3-4 0,-2 2-6 0,-1-1-5 15,-4 4-7-15,-4 1-8 0,-7 6-31 0,-2-1-55 0,-4-3-192 0,-3 3-242 16,0-6 108-16</inkml:trace>
  <inkml:trace contextRef="#ctx0" brushRef="#br0" timeOffset="75572.62">5977 7654 118 0,'0'0'178'0,"0"0"-18"16,0 0-11-16,0 0-14 0,0 0-8 0,0 0-12 15,0 0-13-15,0 0-12 16,-6-1-7-16,6 1-12 0,0 0-9 0,0 0-5 15,0 0-7-15,0 0-3 0,0 0-4 0,0 0-6 16,0 0-2-16,0 0 0 0,0 0-11 0,0 0 2 16,13-4-11-16,-7 1 8 0,5 2-3 0,1-4-9 15,2 3-7-15,0-4-3 0,-1 2 0 0,6-2-3 16,-2-1 6-16,-6 3 1 0,6-4-1 0,-6 1 9 16,3-2 1-16,-4 4 9 0,1 0 11 0,-3-2 14 0,-2 2 20 15,0-2 5-15,-2 5 3 0,1-4 1 0,-2 0 11 0,1 2-2 16,-2 0-2-16,-2-1 0 0,0 1-18 0,0 4-12 15,-6-6-13-15,-1 5-6 0,-2-1-7 0,-5 2-4 16,-2 3-4-16,-7 0-3 0,-8 6-3 0,-5 2-3 16,3 3-1-16,-17 11-3 0,2 0 0 0,4 5-3 15,3-3-1-15,0 3-3 16,4 3-2-16,3 0 0 0,8-6 0 16,3 3-2-16,3 0 2 0,1 0-1 0,1 0 2 15,6-2 0-15,6 0-2 0,-2-2 8 0,7-8-6 16,2 3 1-16,4-3-1 0,4-1 5 0,4-2 3 0,4-1 7 15,9 0-2-15,5-6 2 0,4-1-1 0,4-3-1 16,12 2 0-16,-11-6-2 0,1 0-2 0,-3-1 2 16,-3 0 2-16,-2 1-5 0,-13-1-1 0,1 0 2 0,-6-1 1 0,-6 2-1 15,4-1 1-15,-8 0 9 0,3 1 5 16,-2 0 15-16,-6 0-5 0,9-2 4 0,-9 2-4 16,6 0-1-16,-6 0-4 0,0 0 0 0,0 0-13 15,0 0-20-15,0 0-25 0,0 0-21 0,0 0-30 16,0 0-27-16,0 0-39 0,-20 7-34 0,14-6-45 0,-2 0-200 15,-1 0-461-15,4-1 205 0</inkml:trace>
  <inkml:trace contextRef="#ctx0" brushRef="#br0" timeOffset="75773.14">6436 8079 93 0,'0'0'429'0,"-3"4"-51"0,3-4-39 0,0 0-30 16,0 0-37-16,0 0-37 0,-1 2-35 0,1-2-52 16,0 0-61-16,0 0-77 0,0 0-89 0,0 0-85 0,9-10-213 0,-4 8-407 15,1-1 181-15</inkml:trace>
  <inkml:trace contextRef="#ctx0" brushRef="#br0" timeOffset="76305.56">6896 7720 382 0,'0'-5'364'0,"0"1"-10"15,0 4-16-15,0-4-10 0,0 4-30 0,0-4-25 16,0 4-24-16,0 0-31 0,0-7-29 0,0 7-14 16,0 0-34-16,0 0-19 0,0 0-58 0,0 0-21 15,0 0-20-15,0 0 0 0,5 15-12 0,-4-3-3 0,2 4-7 16,2 1-4-16,-1 2 0 0,-2 7 4 15,2 2-5-15,0 0 1 16,0 1 1-16,0-2-1 0,-3 0 0 0,4-3 3 16,-5 3-1-16,3-7-2 0,-1-2 16 0,-2 2-11 15,3-5 0-15,-3-4-4 0,0 0 6 0,0-1-3 16,0-4 6-16,1 0-3 0,-1-1 6 0,0 0 12 16,-1-1 31-16,1-4 38 0,0 6 50 0,0-6 38 15,0 0 12-15,0 0-15 0,0 0-20 0,-8-10-13 16,3 2-15-16,0-4-11 0,-4-3-11 0,0-7-15 0,0-4-5 0,-2-6-21 15,-1-15-13-15,3 2-9 0,1-5-10 0,2-1-9 16,3-2-7-16,2 2 3 0,2 2-10 0,1 15 11 16,0 1-6-16,0 1 1 0,4 5 4 0,-3 0 1 15,3 9-6-15,0 0-4 0,2 3-4 0,2-1-5 16,3 3 0-16,-3 1-4 0,7 2-26 0,-2-2-26 16,7 7-44-16,6-2-43 0,4 6-36 0,1 2-43 0,-1 6-41 0,0 1-48 15,0 2-48-15,-6 4-318 0,-1 1-731 0,-8-3 323 16</inkml:trace>
  <inkml:trace contextRef="#ctx0" brushRef="#br0" timeOffset="76875.92">6897 7915 214 0,'0'0'236'0,"0"0"-6"15,-5 2 0-15,5-2-6 0,0 0-3 0,0 0-11 16,0 0-12-16,0 0-13 0,0 0-16 0,0 0-10 16,0 0-11-16,0 0-13 0,0 0-5 0,0 0-9 15,0 0-11-15,0 0-10 0,0 0-2 0,0 0-6 16,0 0-12-16,0 0-9 0,0 0-11 0,0 0-4 16,0 0-8-16,22-6-7 0,-9 2 13 0,6 0-11 0,0 0-12 0,10 0-3 15,0-2-5-15,0 3-2 0,-7 2-3 0,-1-2 0 16,0-1-6-16,-2 4-3 0,0-3 3 0,-6 2 0 15,-3 0 1-15,2-2-5 0,-3 3 3 0,-3 0-2 16,1 0 0-16,-1-2-4 0,-6 2 4 0,0 0-2 16,9 0 0-16,-9 0 1 0,5-3-17 0,-5 3-27 15,0 0-26-15,0 0-37 16,6 3-52-16,-6-3-46 0,0 0-60 0,0 0-264 16,0 0-563-16,4 2 249 0</inkml:trace>
  <inkml:trace contextRef="#ctx0" brushRef="#br0" timeOffset="79798.47">8206 7810 16 0,'0'0'126'0,"0"0"4"0,-7-3-4 16,7 3-10-16,0 0-3 0,0 0-4 0,0 0 2 0,0 0-11 0,0 0 1 16,0 0-7-16,-5-1-7 0,5 1-10 0,0 0 2 15,0 0-6-15,0 0-6 0,0 0-3 0,0 0-1 16,0 0-4-16,0 0-3 0,0 0-2 0,0 0 4 16,0 0 0-16,0 0 2 0,0 0 4 0,0 0 3 15,0 0 4-15,0 0-4 0,0 0-8 0,0 0-2 16,0 0-8-16,0 0-3 0,23-3-3 0,-5-1-5 0,3 0-9 0,11-3 1 15,3 0-2-15,16-1-4 0,-11 2-1 0,11 0-6 16,-12-1 2-16,-1 5-2 0,0-1-3 0,-1-1-1 16,-5 1 1-16,-1 2-5 0,-3 1 0 0,-11-1-1 15,-1-2-13-15,-4 3-10 0,-4 0-13 0,-1 0-14 16,-1-1-7-16,0 0-23 0,-6 1 4 0,0 0-7 16,0 0-14-16,0 0-19 15,-17 6-30-15,4-1-16 0,-4-2-175 0,-3 1-355 16,1-1 158-16</inkml:trace>
  <inkml:trace contextRef="#ctx0" brushRef="#br0" timeOffset="80161.78">8342 7996 143 0,'-3'2'139'0,"-1"-1"1"16,4-1-5-16,-6 4-3 0,3-1-3 0,3-3-3 15,-4 1-1-15,4-1 2 0,0 0-2 0,0 0-7 0,0 0-4 16,35-5-9-16,-6 0-8 0,7-1-13 15,1 0-8-15,14-2-9 0,5-1-4 0,0 2-5 16,2-2 2-16,-3 3 1 0,-5 0-3 0,-11 2-6 0,-3 1-3 0,-5 1-4 16,-11 0-3-16,-2 2-1 0,0-1-9 0,-8 1-6 15,-2-3 1-15,1 3-2 0,-3 0 3 0,-1 0-5 16,-5 0-6-16,9-1-3 0,-9 1-16 0,8 0-27 16,-8 0-28-16,0 0-24 0,0 0-15 0,0 5-35 15,0-5-70-15,-12 6-150 0,7-3-381 0,-1-3 168 16</inkml:trace>
  <inkml:trace contextRef="#ctx0" brushRef="#br0" timeOffset="81487.33">10419 7539 61 0,'0'0'181'0,"0"0"-19"0,0 0-13 0,0 0-5 16,-4-3-8-16,4 3-10 0,0 0-10 0,0 0-1 15,0 0-9-15,0 0-5 0,0 0-5 0,0 0-7 0,0 0-9 16,0 0-7-16,0 0-6 0,0 0-8 0,0 0-6 0,0 0-7 16,0 0-5-16,0 0-5 0,0 0-8 0,0 0-4 15,0 0-7-15,0 0 0 0,0 0-3 0,0 0-3 16,0 0 0-16,0 0-1 0,0 0 0 0,0 0 0 16,0 0 0-16,0 0 1 0,0 0-2 0,26 0-1 15,-16-3 2-15,5-2-4 0,4 1 0 0,1 1 0 16,-1-2 2-16,-3-1-2 15,2 2-2-15,-5 1 0 0,1 0-1 0,-4-2 12 16,2 0 3-16,-1 3 8 0,-3-3 17 16,0 3 4-16,-3-1 13 0,0 3 2 0,0-3-1 0,-5 3 3 15,5-2-5-15,0 1-1 0,-5 1-8 0,4-2-7 16,-4 2-8-16,0 0-3 0,0 0-9 0,0 0-4 16,0 0-3-16,-18 8-3 0,0-2 1 0,-1 0-5 15,-8 6 0-15,-6 4 1 0,1 1-3 0,-13 5 0 0,2 3 1 0,-2 1-8 16,4 2 3-16,0 3-4 0,12-8-1 0,-8 9 2 15,13-8-4-15,-1 3 1 0,1-3-1 16,1 1 2-16,7-2-2 0,1 0-1 0,3-1-2 16,4-6 1-16,2 1 4 0,3-2-4 0,4-2 1 0,1-1 2 15,1-1 7-15,6 0 1 0,5-2 4 0,5 3 5 16,12-7 1 0,5-1 12-16,4-1-9 0,16 1-1 0,-3-6-3 15,0 2 2-15,-15-2-3 0,-2-1-3 0,-4 2 3 0,-3-2-2 16,-7 2-1-16,-4 1 4 0,-4-2-3 0,-1 2-3 15,-3-1 1-15,-4 1-1 0,2 0 0 16,-3 0-2-16,-5 0 0 0,12-1 5 0,-12 1-11 16,6 0-3-16,-6 0-11 0,0 0-12 0,0 0-21 0,4-3-29 15,-4 3-26-15,0 0-28 0,0 0-44 0,0 0-36 0,-22 3-212 16,17-2-458-16,-4-1 203 0</inkml:trace>
  <inkml:trace contextRef="#ctx0" brushRef="#br0" timeOffset="81872.73">10855 7928 206 0,'0'0'343'0,"2"-4"-20"0,-2 4-24 0,0 0-16 15,0 0-16-15,0 0-17 0,0 0-34 0,0 0-20 16,3-3-25-16,-3 3-9 15,0 0-31-15,0 0-33 0,0 0-31 0,0 0-30 16,0 0-3-16,1 10-6 0,-1-3-2 0,-1 4-1 16,1 2-9-16,1 5-1 0,-1 0 1 0,-1 2-1 15,-2 6-1-15,3-1-3 0,0 1 2 0,0-8-1 16,0 1-3-16,3 0-4 0,-3-2 1 0,0 0 4 16,0-5-4-16,1-1-1 0,-1 0 5 0,3-4-4 15,-3 1 1-15,1-2-2 0,-1-1 3 0,0-3 2 0,0 3 1 16,0-5 1-16,0 5 2 0,0-5 0 0,1 5 2 0,-1-5 0 15,0 2 0-15,0-2 6 0,0 0-6 0,0 0-6 16,0 0-16-16,0 0-49 0,0 0-73 0,0 0-80 16,-11-7-84-16,2 1-179 0,1 0-508 0,4-5 225 15</inkml:trace>
  <inkml:trace contextRef="#ctx0" brushRef="#br0" timeOffset="82574.5">11441 7907 119 0,'-5'1'186'0,"5"-1"-16"0,-9 0-12 0,7 3-6 0,2-3-11 16,0 0-1-16,-7 0-1 0,7 0-4 0,0 0-3 15,-5 0-5-15,5 0-6 0,0 0-3 16,0 0-5-16,0 0-10 0,0 0-1 0,0 0-3 16,0 0-4-16,0 0-4 0,-4 3-6 0,4-3-4 0,0 0-6 15,0 0-5-15,0 0-3 0,0 0-3 0,0 0-5 0,0 0-3 16,0 0 1-16,0 0-1 0,0 0-5 0,0 0-4 15,0 0-3-15,0 0-6 0,0 0-5 0,0 0-2 16,0 0 1-16,0 0-5 0,0 0-5 0,0 0 0 0,0 0-1 16,0 0 0-16,0 0-6 0,0 0 3 15,0 0-3-15,0 0 2 0,0 0 1 0,0 0-3 16,0 0 2-16,0 0-6 16,0 0 4-16,0 0-2 0,0 0 0 0,0 3 1 15,0-3 0-15,0 0-4 0,0 0-1 0,0 0 3 16,0 0 0-16,0 0-6 0,0 0 5 0,0 0-5 15,0 0 3-15,0 0-7 0,0 0 7 0,0 0 3 16,0 0 0-16,0 0-6 0,21-3-2 0,-5 0 2 16,11-2-2-16,5-1 1 0,3 1 0 0,3 0 2 15,16-3-8-15,-1 0 3 0,3-1 1 0,-3 2 0 0,-2 2 8 0,-14-3-12 16,1 4 1-16,-2-1-1 0,1-1 7 0,-7 0-10 16,-1 3 4-16,-7-3 2 0,-6 3-7 0,-2 1-3 15,-2-1-9-15,-6 2-4 0,3-2-15 0,-4 2-6 16,2-1-25-16,-3-1-17 0,-4 3-34 0,1-4-44 15,-1 4-30-15,0 0-16 0,-13-3-19 0,-1 3-220 16,1 0-482-16,-2 0 213 16</inkml:trace>
  <inkml:trace contextRef="#ctx0" brushRef="#br0" timeOffset="82837.47">11780 7763 95 0,'-3'-6'293'16,"1"1"17"-16,-1-1 8 0,1 0 6 0,2-1 4 15,-2 2-1-15,0 1-7 0,2 0-12 0,-4-1-18 0,4 0-27 16,0 5-30-16,-3-4-32 0,3 4-24 0,-1-3-34 16,1 3-38-16,0 0-46 0,0 0-39 0,0 0-19 15,0 0 17-15,0 20-15 0,1-6-8 0,-2 12 7 0,1 3-7 0,0 0 4 16,0 7 4-16,3 10-11 0,0-9-43 0,-1-5-33 15,2 4-41-15,-3 1-64 0,4-7-72 16,-6-1-308-16,2-2-617 0,-1-9 274 0</inkml:trace>
  <inkml:trace contextRef="#ctx0" brushRef="#br0" timeOffset="84124.43">12535 7573 101 0,'0'0'187'15,"0"0"-9"-15,0 0-17 0,0 0-9 0,0 0-8 0,0 0-14 16,0 0-14-16,0 0-9 0,0 0-10 0,0 0-12 16,0 0-9-16,0 0-5 0,0 0-10 0,0 0-7 15,0 0-3 1,0 0-6-16,0 0-4 0,0 0-2 0,0 0-4 0,0 0-4 15,14-3 0-15,-5 1-3 0,1-1-8 0,3-1 1 16,4-1-2-16,2 2 0 0,-1-2-5 16,1-2 3-16,2 2-14 0,-2-3 0 0,2 2-6 15,-3 0-6-15,1-3 1 0,3 2 3 0,-5-3 6 0,-2 3-2 16,-1-2 3-16,-4 3 4 0,0 1 8 0,-2-3 10 0,-3 3 13 16,1 1 6-16,-2-1 7 0,-1-1 3 0,-2 0-1 15,-1 4-8-15,0 2-5 0,-5-7-7 0,0 4-2 16,-4 3-5-16,-1 0-6 0,-4 3-3 0,-3-1-1 15,-2 3-4-15,-9 3 0 0,-1 3 0 0,-2 6-8 16,-1-2 3-16,4 7-3 0,-3 0-2 0,-6 12-4 16,13-8 3-16,-7 13-1 0,1 1-3 0,10-10 2 15,1 3-1-15,4-1 0 0,3-3 1 0,5 1 2 0,3-1 3 0,4-3 2 16,5-1 1-16,1-1 5 0,3-5 9 0,8 1 2 16,3-4 1-16,0 0 3 0,6 0 1 0,5-8 1 15,0 2-2-15,-2-6-3 0,3 3 0 0,-1-7-4 16,-4 4-1-16,-6-2-3 0,-3-2-1 0,-4 0 0 15,-1 1-2-15,-3 1 4 0,-2-2 0 0,-2 0 11 16,1 0 6-16,-7 0-4 16,7-2 4-16,-7 2-4 0,8 0-4 0,-8 0-11 15,0 0-13-15,0 0-12 0,0 0-19 0,0 0-25 16,5-1-41-16,-5 1-68 0,0 0-61 0,0 0-212 16,0 0-472-16,-24-2 209 0</inkml:trace>
  <inkml:trace contextRef="#ctx0" brushRef="#br0" timeOffset="84757.16">12932 7902 180 0,'0'0'236'0,"0"0"-13"15,0 0-27-15,0 0-18 0,0 0-23 0,0 0-12 16,0 0-13-16,0 0-16 0,0 0-14 0,0 0-7 0,29 0-7 16,-18 1-12-16,3 0-13 0,-1 2 0 0,-2 1-12 15,2-2-5-15,0 1-7 0,1 2-1 0,-2-1-5 0,-1 2-3 16,-1 1-9-16,-2 0-7 0,-2-1-11 0,1 4-3 16,-4 1-3-16,-1 6 2 0,-4 0-5 0,-1 0-1 15,-9 6 5-15,2-6 3 0,-3 4 0 0,-3-2-1 16,-2 2-4-16,5-6 4 0,-6 4 0 0,-1-2-2 15,4-2 6-15,0-2-1 0,1-1-1 0,2-2-2 16,3-3 4-16,1 1-5 16,2-1 0-16,0-2 0 0,1 0 1 0,1-1 10 15,1-1 6-15,1 1 3 0,1-3 5 0,2-1 4 16,-3 5 10-16,3-5 7 0,8 1-1 0,0-1 3 16,6 0-5-16,2-1-1 0,6-1-4 0,7-2-4 15,2 1-2-15,-3 0-1 0,2-1-5 0,-4 0-1 16,-3 3-3-16,-3-1-3 0,0-1 0 0,-1 2-1 15,-5 0-1-15,-3 0-2 0,0 1-3 0,-5 1-2 0,1-2 0 0,-1 1 1 16,-6 0 2-16,10-2-4 0,-10 2 2 0,4-1-2 16,-4 1-9-16,0 0-12 0,9 0-12 0,-9 0-20 15,0 0-15-15,0 0-24 0,0 0-20 0,0 0-59 16,0 0-65-16,0 0-127 0,0 0-387 0,-14-7 171 16</inkml:trace>
  <inkml:trace contextRef="#ctx0" brushRef="#br0" timeOffset="85628.15">13373 7643 167 0,'0'-5'194'15,"0"1"-10"-15,0 4-17 0,5-6-17 0,-1 3-16 16,1 1-8-16,7-1-17 0,-2-1-11 0,0 3-10 16,7 1-10-16,1 0-7 0,1 0-10 0,0 3-8 15,2 2-1-15,-1 3-12 16,-1-3-5-16,7 8-3 0,-8-5-2 0,2 3-3 15,-5 1-1-15,2 2 0 0,-3 2-3 16,-5 1-6-16,1 1 2 0,-1 4-7 0,-6-4 0 0,-2 3 3 16,-6 3 4-16,-3 2-12 0,-2-4 2 0,-3 4 0 15,-1-5-1-15,4-3 2 0,-7 1 0 0,2-4 3 16,-2-2 3-16,2 0 2 0,1-2 4 16,0 0 5-16,0-1-1 0,2-5 3 0,5 1 0 0,-1-3 0 0,4 1 11 0,-2 0 18 15,2-3 23-15,0 2 25 0,3 0 22 16,1-3 28-16,0 0 0 0,0 0-8 0,0 0-20 15,0 0-14-15,8-18-14 0,0 4-13 0,3 2-11 0,5-9 0 16,2 0-8-16,3-3-10 0,-3 2-5 0,3 1-12 16,1-3 1-16,-4-2-6 0,4 4-5 0,-2 0-3 15,-2 0-9 1,-4 6 4-16,0 3-1 0,-1 1 2 0,-5 3 1 16,-1 0-1-16,-3 5 0 0,2-3-1 0,-2 4-4 0,-1-1-13 15,1 1-10-15,-2-1-26 0,-2 4-29 16,3-3-14-16,-3 3 3 0,0 0 5 0,-3 12 9 15,-1-3 3-15,-2 7 9 0,-2 0 5 0,2 4 5 16,1-1 3-16,0-1 3 0,-1 7 3 0,5 0 1 0,1-1 4 16,1-5 5-16,5 1 15 0,3-4-13 0,3 1-5 0,5 2-4 15,7-3-19-15,3-4-34 0,1 0-48 0,7-7-72 16,-1-4-84-16,1-1-207 0,-3-1-525 0,-2-4 232 16</inkml:trace>
  <inkml:trace contextRef="#ctx0" brushRef="#br0" timeOffset="85928.87">14017 7331 184 0,'0'0'197'0,"7"0"-18"0,-7 0-12 16,20 4-16-16,-6 3-12 0,9 11-12 0,0 0-13 16,2 6-3-16,9 10-5 0,-5 8-21 0,3 2 6 15,-6 6-6-15,2 0-4 0,-1 5-2 0,-7 1-6 16,-4 3-1-16,-8-2-11 0,-2 2-4 0,-9-3-4 16,-7 0-2-16,-8-3-3 0,-9-4-6 0,-1 2 1 0,-10-3-1 15,-6-4-3-15,-21 19-21 0,16-23-29 0,-28 14-41 0,-5-6-71 16,-4-2-104-16,-5-10-120 0,-3-14-377 0,-7-6 167 15</inkml:trace>
  <inkml:trace contextRef="#ctx0" brushRef="#br0" timeOffset="87448.24">10163 7352 55 0,'0'0'57'0,"0"0"8"0,0 0-17 15,0 0 2-15,4-1-5 0,-4 1-11 0,0 0 11 16,0 0-3-16,0 0-13 0,0 0 2 0,0 0-1 16,0 0 1-16,0 0-1 0,0 0-9 0,0 0 3 0,0 0 1 0,0 0-11 15,0 0-1-15,0 0 4 0,0 0 0 16,0 0-6-16,0 0-4 0,0 0 0 0,0 0-4 15,0 0 6-15,0 0 3 0,0 0 7 0,0 0 0 16,0 0 4-16,0 0 7 0,0 0 5 0,0 0-3 0,0 0 7 16,0 0 8-16,0 0-5 0,3-4-14 0,-3 4-4 15,0 0-3 1,0 0-1-16,0 0 2 0,0 0 0 0,0 0-6 16,0 0-5-16,0 0-4 0,0 0 4 0,0 0-1 0,0 0-5 15,0 0 2-15,0 0-5 0,0 0 1 16,0 0-6-16,0 0-8 0,0 0 13 0,0 0-16 15,0 0 0-15,0 0 3 0,0 0-1 0,0 0 1 0,0 0 0 16,0 0-2-16,0 0 6 0,0 0-1 0,0 0 5 16,0 0-2-16,0 0-1 0,0 0 0 0,0 0 1 0,0 0-1 15,0 0 4-15,0 0 5 0,0 0-14 0,0 0 11 16,0 0-4-16,0 0-1 0,0 0 0 0,0 0 6 16,0 0-12-16,0 0 0 0,0 0 10 0,0 0-4 15,0 0 7-15,0 0-1 0,0 0-7 0,0 0 4 16,0 0 6-16,0 0-7 0,0 0 4 0,0 0 5 15,0 0 5-15,0 0 1 16,0 0 4-16,0 0 6 0,0 0-1 0,0 0 10 16,0 0 3-16,0 0 6 0,0 0 8 0,0 0 3 15,0 0 4-15,0 0-2 0,0 0 3 0,0 0 0 16,0 0 0-16,0 0-7 0,0 0-2 0,0 0 0 16,0 0-3-16,0 0-2 0,0 0-7 0,0 0 3 15,0 0-3-15,0 0-5 0,0 0-3 0,0 0 0 16,0 0-2-16,0 0-5 0,0 0-1 0,0 0-2 0,0 0-8 0,0 0-1 15,0 0-2-15,0 0-3 0,-17 6 0 0,12 1-13 16,-6 4 8-16,-6 7-2 0,-5 4 3 0,-9 19-5 16,1 2-2-16,-2 10 2 0,-10 24-3 0,3 1 4 15,6 1-1-15,1-1 3 0,7 0 0 0,7-19-7 16,4 0 7-16,5 0-4 0,3 1 2 0,6 0 0 16,7-3 9-16,6 0-2 0,11-4 9 0,7-4 11 0,7-3 4 15,9-8 4-15,37 1-4 0,8-12 3 0,7-10-35 0,3-12-56 16,8-1-88-16,-9-11-185 0,-2-2-362 0,-6-4 160 15</inkml:trace>
  <inkml:trace contextRef="#ctx0" brushRef="#br0" timeOffset="89608.04">14959 7970 97 0,'-8'2'128'0,"8"-2"-2"0,0 0-2 16,0 0-11-16,0 0 2 0,0 0 1 0,0 0-6 15,0 0-5-15,0 0 11 0,0 0-5 0,0 0 2 16,0 0-2-16,0 0-13 0,0 0-5 0,0 0-15 0,16-16-3 0,-1 6-11 15,3 0-4-15,9-2-3 0,0-4-10 0,3 2-7 16,0-2-3-16,4-2-3 0,1-1-1 0,-6 0-6 16,4 1-3-16,-5-2 0 0,1 0 5 0,-4 0 5 15,-1-4 3-15,-2 4 8 0,1-6 10 0,-4 8 3 16,-7 2 6-16,-1 1-2 0,-3-2 3 0,-3 8 0 16,-1-3-5-16,-2 3 2 15,-2-2-12-15,-1 1-8 0,-3 3-7 0,-3 0-5 16,-3 3-12-16,-3 0-1 0,-8 2-3 0,2 2-7 15,-13 6 1-15,0 3-2 0,-4 3-4 0,2 5 1 16,-12 9 9-16,5 0-12 0,10-3 1 0,4-1-3 16,2 7-1-16,2 0 4 0,3 2-3 0,3-1 1 15,4-2-2-15,4 3-2 0,5-5 2 0,7 0 3 16,5-2 0-16,2-6 9 0,10 1 2 0,7-2 2 0,6-5 0 16,17 1 4-16,4-8-1 0,4-2-6 0,4-4 2 0,0-2 0 15,0 0-4-15,-5-2 3 0,-6 0-4 0,-15 0 0 16,-4 1 1-16,-5 0-1 0,-7 1-2 0,-7 1 3 15,-1 0 1-15,-2-2 10 0,-4 4-10 0,2-2 0 16,-3 2-9-16,-5 0-6 0,4-3-26 0,-4 3-38 16,0 0-62-16,-17-4-66 15,6 4-61-15,-7-1-185 0,1-3-481 16,-2 1 213-16</inkml:trace>
  <inkml:trace contextRef="#ctx0" brushRef="#br0" timeOffset="90610.59">15612 6974 2 0,'0'0'178'0,"-1"-4"-14"15,1 4 1-15,-3-5-13 0,3 2-3 0,0 3 0 0,0 0-9 16,0-5-6-16,0 5-5 0,0-4-13 0,0 4-14 16,4-4-8-16,0 1-7 0,-3 0-12 0,7 0-4 15,-2 1-1-15,1-2-12 0,-1 3-7 16,4-1-5-16,-1 0-5 15,3 1-2-15,0 0-7 0,-1 2-1 0,3-1-8 16,-2 3 2-16,1-1 2 0,5 4-5 0,-4-1-1 16,0 1-6-16,-1 2-10 0,1 4 2 0,-4 0-3 15,3 2 1-15,-8 1-2 0,2 1-2 0,-5 0 4 16,1 3-2-16,-6 2-3 0,-3 3 2 0,-3 1 1 0,-4 0-2 16,0-3 1-16,-6 1 1 0,0-4 1 15,2 0 0-15,1-3-2 0,-2 1 2 0,1-4 0 0,2 0-4 0,0-4 4 16,3 3 1-16,1-4-3 0,3-2-3 0,0-1 0 15,3 1 4-15,1-2-5 0,-1-1 0 0,0-1 1 16,5 1 14-16,-4 0 0 0,4-3 5 0,-4 2 3 16,4-2 11-16,0 0 8 0,8 8 15 0,1-8-2 15,1 0 1-15,3 0-1 0,10 0 2 0,-1 0-5 16,6-2-5-16,0 2 0 0,1-1-9 0,-2 0-5 0,-5-3 0 0,0 4-4 16,-3-1-3-16,-3 1-2 0,-3 0 1 0,-1 0 2 15,-3 0-11-15,-2 0 1 0,0 0-4 0,-7 0 3 16,10 1 1-16,-10-1-1 0,8 0-1 0,-8 0-1 15,0 0-10-15,7 0-10 0,-7 0-16 0,0 0-17 16,0 0-16-16,5 4-23 0,-5-4-22 0,0 0-8 16,0 0-25-16,0 0-26 15,-12 4-41-15,12-4-204 0,-9 0-440 0,9 0 196 16</inkml:trace>
  <inkml:trace contextRef="#ctx0" brushRef="#br0" timeOffset="91343.4">16144 7008 99 0,'11'-3'131'16,"0"3"-13"-16,1-1-7 0,-2 3-6 0,3 0-13 15,1 1-11-15,-2 2-6 0,-1 0-6 0,2 2-7 16,-3 3-3-16,-1 3-15 0,0 1 6 0,-1 0-3 16,-3 3-8-16,-4 2-19 0,-1-2 17 0,-1 8-6 15,-4 0 4-15,-3-1-2 0,-5 1-2 0,2-3 1 0,-2 2-4 0,0-7-1 16,-5 2 3-16,5-3 1 0,0-2-3 0,0-1 6 15,0 0 4-15,4-5 5 0,-1 1 4 0,1-4 2 16,4 2 13-16,-2-5 12 0,3 4 11 0,1-4 20 16,0 1 24-16,0-1 13 0,3-2 22 0,0 0 13 15,0 0 5-15,0 0-23 0,0 0-18 0,0 0-17 16,7-17-13-16,1 7-12 16,2-5-9-16,4 1-10 0,3-8 5 0,0 2-15 15,2-1-14-15,0-3-5 0,2 0-7 0,-2 0-12 16,-1 4 21-16,0-1-25 0,0 1-1 0,-3 0 5 15,-3 7-4-15,1 0-7 0,-4-2 9 0,-2 6 2 16,1 1 7-16,-2-1 2 0,-2 5-9 0,1-1 2 16,-2-1 11-16,1 3-12 0,-2-1-6 0,0 2-10 15,0-3-1-15,-2 5-3 0,6-5-7 0,-6 5-17 0,2-2-12 16,-2 2-20-16,0 0-25 0,0 0-17 0,0 0 8 0,0 0 2 16,-5 13 7-16,1-5 9 0,-1 5 6 0,-2 4 6 15,-1 0 3-15,-3 1 5 0,3 7 2 0,3-7 3 16,-2 5 0-16,0-3 8 0,5-3 10 15,-1 0-4-15,2 1 1 0,2-2 4 0,0-3 13 16,7 2 1-16,0-1 8 0,3-2 12 0,4-2 12 0,9 2 4 0,5 0-2 16,3-7 3-16,4-2 9 0,1 0-2 0,0 2-4 15,1-4-6-15,0-1 0 0,-7-2 1 0,-9 2-4 16,-3-4 4-16,-5 4 3 0,0 0 10 0,-1-3 14 16,-4 3-10-16,-2 0 7 0,-1-2 1 0,0 1 5 0,-6 1 6 15,10 0-2-15,-10 0-6 0,5 0-6 16,-5 0-8-16,0 0-6 15,0 0-25-15,8 0-33 0,-8 0-50 0,0 0-51 16,0 0-45-16,4 1-66 0,-4-1-32 0,2 6-23 16,-2-1-72-16,3-2-209 0,-3-3-610 0,0 0 269 15</inkml:trace>
  <inkml:trace contextRef="#ctx0" brushRef="#br0" timeOffset="136332.78">4615 11028 61 0,'0'0'113'16,"0"0"-9"-16,-1-6-3 0,1 6 0 0,0 0-21 16,0 0 12-16,0 0 2 0,0 0-4 0,0 0 1 0,0 0-9 0,1-4-5 15,-1 4-4-15,0 0-4 0,0 0-5 0,0 0 2 16,0 0-5-16,0 0 1 0,0 0-1 0,0 0-2 16,0 0 2-16,0 0 3 0,0 0-2 0,0 0-3 15,0 0-2-15,0 0-1 0,0 0-3 0,0 0-5 16,3-4-2-16,-3 4-2 0,0 0 1 0,0 0 2 15,0-4-5-15,0 4-1 0,0 0-3 0,2-4-6 0,-2 4-2 0,0 0-3 16,0 0 0-16,0-5-13 0,0 5 9 0,0 0 2 16,0 0-4-16,0 0 0 0,1-6-5 0,-1 6 0 15,2-3-2-15,-2 3-1 0,1-3 0 0,-1 3 5 16,0 0 1-16,0-7 0 0,0 7 5 0,1-3 2 16,-1 3-1-16,2-3-5 0,-2 3 0 0,1-4 13 15,-1 4-7-15,-1-4 1 16,1 4 1-16,0 0 2 0,1-5-3 0,1 2-1 15,-2 3 0-15,0-5 12 0,0 5-4 0,2-3-2 16,-2 3-1-16,0-5-1 0,0 5-2 0,1-4 0 16,-1 4 13-16,0 0-14 0,0 0 4 0,0-4-2 15,0 4 1-15,0 0-6 0,-1-5 0 0,1 5 4 16,0 0-8-16,0 0-6 0,2-3-1 0,-2 3-22 16,0 0-17-16,0 0-23 0,0 0-35 0,0 0-3 0,0 0 11 15,0 20 3-15,-1-4 11 0,1 3 5 0,-3 9 4 0,1 5 5 16,-1-1 6-16,1 3 5 0,-1-3 5 0,1 2 0 15,-1 0 7-15,2-2 2 0,-1-2 2 0,0-2-2 16,2-2 6-16,0-1-1 0,0-4 3 0,-1-4 3 16,-1 2 2-16,2-6 0 0,-1-2-1 0,1 1 4 15,0-3-1-15,0 2 3 16,0-6-2-16,-1 2 4 0,1-1 3 0,0-1-2 16,0 1 1-16,-2-6 3 0,2 0 2 15,-1 7 2-15,1-7 1 0,0 4 2 0,1-1 10 16,-1-3 9-16,0 0 1 0,0 0 2 0,0 0-4 15,0 6 1-15,0-6-4 0,0 0-20 0,0 0-47 0,0 0-45 16,-7-16-43-16,4 8-26 0,1 0-63 0,-3-4-138 16,1 0-387-16,0-3 170 0</inkml:trace>
  <inkml:trace contextRef="#ctx0" brushRef="#br0" timeOffset="136711.74">4542 10924 185 0,'-1'-6'223'15,"1"2"-12"-15,0 0-16 0,-4-1-10 0,4 5-17 16,4-8-23-16,-4 8-14 0,1-3-17 0,4 2-10 16,-1-1-10-16,8 1-12 0,-1 2-11 0,2 1-7 15,5 2-8-15,2 0-6 0,1 4-5 0,4 2-3 16,2 1-5-16,-4 2-8 0,-5-1 0 0,0-3-6 0,-4 4-3 0,1 2-3 15,-3-4-2-15,-2 1-5 0,-5 2-4 0,0-4 0 16,-4 1 2-16,1 1 0 0,-6 1 0 0,-6 0 5 16,-3 1-3-16,-7 2 1 0,-5 0 1 0,7-6-2 15,-1 1 2-15,-5 2 2 0,1-2-2 0,6-3 2 16,-1-1-3-16,2-1-3 0,-2 2-1 0,9-2-4 16,0-3 1-16,2-1-2 0,0 2-1 0,3-1 2 0,-1 0-2 15,1-3-5-15,0 2-14 0,4-2-2 0,-5 4 2 0,5-4 6 16,0 0-4-16,4 5-14 0,-3-2-14 0,6 0-27 15,-1-1-37-15,2 0-43 0,2 0-189 16,-1-1-368-16,4 1 163 0</inkml:trace>
  <inkml:trace contextRef="#ctx0" brushRef="#br0" timeOffset="136896.6">4853 11392 143 0,'0'0'317'0,"0"0"-19"0,1 4-9 0,-1-4-9 0,0 0-8 0,1 1-15 15,-1-1-24-15,0 0-25 0,0 0-24 0,3 4-19 16,-3-4-38-16,0 0-35 0,0 0-46 0,0 0-48 16,0 0-84-16,0 0-92 0,0 0-264 0,0 0-477 15,18-8 212-15</inkml:trace>
  <inkml:trace contextRef="#ctx0" brushRef="#br0" timeOffset="137535.76">5356 10994 131 0,'0'-5'239'0,"3"2"0"16,-3 3-1-16,2-8-12 0,-2 5-7 0,0 0-9 16,1-1-14-16,-1 4-8 0,3-4-22 0,-3 4-11 0,0-4-9 0,0 4-27 15,0 0-16-15,0 0-15 0,0 0-21 0,0 0-30 16,0 0-23-16,0 0-5 0,0 0-2 0,4 12 3 16,-4-3-7-16,0 6-1 0,1 2 1 0,0 3 1 15,2 6-2-15,-2 0-3 0,-1 2 5 0,3-1-1 16,-2 1-1-16,2-3 0 0,-3 0 2 0,0-4-1 15,1-3 0 1,-1 2-2-16,0 0 1 0,1-4 0 0,2 0 5 0,-6-4 0 16,3 0-7-16,0-1 4 0,0-6-2 0,0 5 2 15,0-5-2-15,0 0 0 0,0-1-2 0,0 1-1 16,0-5-2-16,0 7-4 0,0-7-5 16,-1 2-1-16,1-2-1 0,0 0-18 0,-5 3-38 0,5-3-39 15,0 0-52-15,-17-8-47 0,7 2-166 0,-1-4-406 16,0 3 180-16</inkml:trace>
  <inkml:trace contextRef="#ctx0" brushRef="#br0" timeOffset="137736.31">5216 10986 236 0,'0'-5'280'0,"-3"-1"-10"31,3 0-9-31,0 2-19 0,0-1-19 0,0 5-21 0,3-8-21 0,-2 4-27 0,0-1-13 0,6 1-4 15,-1 0-29-15,5 0-12 0,2 1-25 0,8-1-24 16,-1 2-29-16,8-2-29 0,-6 4-30 0,6 4-36 16,-5-3-38-16,5 5-42 0,-7 1-48 0,-2 3-139 15,-3-1-372-15,1 3 165 16</inkml:trace>
  <inkml:trace contextRef="#ctx0" brushRef="#br0" timeOffset="137936.91">5289 11536 73 0,'-3'3'312'16,"3"-3"-19"-16,0 0-28 0,0 0-26 0,0 0-28 0,0 0-23 16,24-6-15-16,-6-1-23 0,0 1-12 0,5 3-17 15,5-3-23-15,0 2-36 0,0-1-44 0,-6 3-44 16,6-1-41-16,2-3-71 0,-4 4-214 0,-4-1-381 15,-3 0 169 1</inkml:trace>
  <inkml:trace contextRef="#ctx0" brushRef="#br0" timeOffset="138289.87">5738 11425 257 0,'0'0'429'16,"0"0"-13"-16,-5 1-20 0,5-1-33 0,0 0-37 0,0 0-33 0,0 0-37 0,0 0-35 0,0 0-61 16,0 0-70-16,0 0-73 0,0 0-88 0,0 0-107 15,0 0-319-15,0 0-536 0,0 0 238 16</inkml:trace>
  <inkml:trace contextRef="#ctx0" brushRef="#br0" timeOffset="139802.97">6865 10879 127 0,'0'-8'239'0,"2"1"-9"16,-2 1-11-16,2 1-12 0,-2 1-11 0,0-2-16 15,1 2-11-15,-1 0-22 0,0 4-16 0,-1-6-17 16,1 6-22-16,0 0-25 0,4-3-23 0,-4 3-5 16,0 0-4-16,8 9-2 0,-6-2-13 0,3 1-5 0,3 3 1 0,-2 6-5 0,3-2-5 15,-1 2-1-15,1-1-6 0,0 4-3 0,0-6-4 16,0 3-1-16,-1-1-6 0,2 1 4 0,-4-6-3 15,0-2 11-15,2 0-4 0,-2-2-2 0,1-6 5 16,1 8-3-16,-2-8 13 0,3-1 6 0,1-6 5 16,2 2 8-1,-2-1 10-15,3-8 3 0,-2 1 3 0,1-2-1 16,-1 0 1-16,-2-1-4 0,1-4 1 0,-2 2 3 16,2 1-2-16,-1-2 4 0,-1-1 3 0,-3 2 0 15,-1 7 6-15,-3-2 1 0,4 2-3 0,-1 3 1 0,-3 0-4 0,-1 3-9 16,4-2-5-16,-4 4-6 0,0-3-23 0,3 2-24 15,-3 3-27-15,0 0-14 0,0 0 9 0,0 0 6 16,5 17 3-16,-5-5 5 0,-2 7 7 0,1 10-5 16,0 2 12-16,-3 5 0 0,0 10 3 0,-3 1 4 15,0 0-1-15,2-11 4 0,4 10-3 0,-2-10 2 16,-1 11-2-16,3-13-2 0,1 2 3 0,0-3 1 16,1 3 6-16,3-1-1 0,-4-2 0 0,0 1 2 15,4 0 2-15,-5-2-3 0,2-4 1 0,-1 0 2 16,0-2 0-16,-4-6 2 0,4 0-2 0,-1 0-1 0,-3-3 6 0,0 0-2 31,-1-4 2-31,4-3-1 0,-3 2 2 0,-1 2-6 0,1-4 0 0,0 0 1 0,-1-1 0 16,-1 1-1-16,-1-1 0 0,2-3 4 0,1-2 0 15,-1 3 1-15,3-1 2 0,-1-5 3 0,-4 2 3 16,1-3-2-16,6 0 10 0,0 0 8 0,-16-3 4 16,11-2-1-16,-3-4 5 0,2 1 4 15,-1-7-7-15,-2-2-1 0,4-8 2 16,1-3-3-16,2-2-6 0,3-5-4 0,4-13 4 15,8 2-3-15,2-4-6 0,6 1 0 0,2-2 0 16,3 4-3-16,5-3-1 0,0 5 9 0,2 0 20 0,-1 5 18 16,-3-1 6-16,-8 10 8 0,8-7 10 0,-11 12-7 15,-4-3-7-15,0 4 1 0,2 2-6 16,-5 1-10-16,-1 6-1 0,-3 2-9 0,2 1-3 0,-4 1 1 0,-1 2-21 16,-2 2-18-16,1 1-34 0,-1 2-40 0,-2 2-43 15,0 3-58-15,0 0-27 0,-5-4-20 0,5 4-241 16,-11 15-503-16,-2-5 222 0</inkml:trace>
  <inkml:trace contextRef="#ctx0" brushRef="#br0" timeOffset="140357.74">7366 11493 251 0,'0'-6'253'0,"0"-1"-8"16,0 0-10-1,3 2-10-15,-6 1-13 0,3 0-15 0,0 4-18 16,0-7-14-16,0 7-23 0,3-5-16 0,-3 5-19 15,-3-4-25-15,3 4-29 0,0 0-15 0,0 0-6 0,0 0-4 16,4 12-3-16,-4 0-3 0,0 6-4 16,0 10-2-16,0 4-1 0,-4-1-1 0,4 5-11 15,0 9-2-15,-4 2-2 0,2-12 6 0,2 0-7 16,-3 0 3-16,2 1 1 0,0-3-5 0,-2-3 3 0,3-3 0 0,0-1-2 16,0-7 0-16,0 0 3 0,0-2-1 0,3-5 3 15,-3-2 0-15,0-1-1 0,1 2 1 0,-2-5-2 16,2-2 6-16,-1 1-1 0,0 1 3 0,0-3 0 15,0-3 3-15,0 5 2 0,1-2 0 0,-1-3 3 16,0 0 1-16,3 3 0 0,-3-3-43 0,0 0-46 16,0 0-51-16,0 0-54 15,0-14-229-15,2 8-437 0,-2 0 193 0</inkml:trace>
  <inkml:trace contextRef="#ctx0" brushRef="#br0" timeOffset="140705.37">7398 11689 245 0,'-3'-4'269'0,"3"-1"-17"0,-1 1-22 15,1 4-22-15,-3-6-13 0,3 6-31 0,-3-3-18 16,3 3-17-16,0 0-17 0,7-5-10 0,-7 5-11 16,0 0-11-16,16 7-11 0,-3-4-4 0,1 6-8 15,2-2-6-15,0 3-8 0,1-3-3 0,5 10-5 16,-8-5-8-16,1-2-2 15,-2 1-5-15,-1 2-6 0,-3-5-3 0,1 1-5 16,-5 0-6-16,-1-2 4 0,3 1-5 16,-6-1 1-16,0-1 2 0,-3 1 9 0,-2 0 1 0,-4 0 2 15,-1-2 3-15,-4 2 2 0,-1-2 5 0,-1-1 1 16,2 1 3-16,-1-2 3 0,3-3-1 0,0 4 1 16,2-1-3-16,2-3-2 0,0 1-3 0,2 0-2 15,0-1 0-15,5 0-2 0,-9 1-4 0,9-1-8 0,0 0-10 0,-8 0-8 16,8 0-19-16,0 0-38 0,0 0-36 15,0 0-45-15,0 0-51 0,27-7-222 0,-15 1-456 16,4-1 202-16</inkml:trace>
  <inkml:trace contextRef="#ctx0" brushRef="#br0" timeOffset="141576.41">8109 11162 78 0,'0'0'93'0,"-4"-2"-2"0,4 2 1 16,0 0-4-16,0 0-1 15,0 0-5-15,0 0-9 0,0 0-6 0,0 0-7 16,0 0-7-16,0 0-5 0,0 0 4 0,0 0-6 16,0 0 8-16,0 0-6 0,0 0 2 0,0 0 7 15,0 0-1-15,0 0-1 0,0 0 2 0,-5-2-4 16,5 2 2-16,0 0-3 0,0 0 2 0,0 0-4 15,0 0 5-15,0 0 1 0,0 0-5 0,0 0-3 16,0 0-3-16,0 0-5 0,0 0-7 0,15-2-1 0,-4 1-2 0,4-1-5 16,5 0-3-16,8-1-2 0,0 1-1 15,0-1-2-15,3 0 0 0,-3 2-1 0,-2-2-3 0,-6 2-2 16,0 1-2-16,-7 0-1 0,1-1-2 0,-2-1 1 16,-3 1-8-16,-4 1-11 0,4 0-20 0,-3 0 2 15,-6 0-19-15,7-1 0 0,-7 1-2 0,0 0-7 16,0 0-15-16,0 0-22 15,-17 5-6-15,8-4-21 0,0 2-138 0,-2 1-282 16,-2-1 126-16</inkml:trace>
  <inkml:trace contextRef="#ctx0" brushRef="#br0" timeOffset="141924.23">8206 11308 152 0,'0'0'196'16,"0"0"-1"-16,0 0-4 0,0 0-8 0,-8 0-12 15,8 0-17-15,0 0-14 0,0 0-18 0,0 0-11 16,0 0-11-16,27-3-6 0,-8 2-16 0,3-2-5 16,12 0-9-16,1 2-5 0,0-2-7 0,1 1-2 15,0-1-8-15,0 0-2 0,-4 2-2 0,-1-2-6 0,-10 1-5 0,-2 2 2 16,-6-1-5-16,-2 1-4 0,1-2 1 0,-7 2-4 16,3-1-2-16,-3 1-2 0,-5 0-5 0,9-1-9 15,-9 1-8-15,0 0-22 0,0 0-24 0,0 0-41 16,-17 5-37-16,7-3-57 0,-2 0-143 0,0 0-361 15,2-2 160-15</inkml:trace>
  <inkml:trace contextRef="#ctx0" brushRef="#br0" timeOffset="152172.47">9840 10618 37 0,'0'0'53'0,"0"0"-3"0,0-4-6 0,0 4 2 15,0 0-6-15,-1-4 3 0,1 4-2 0,0 0-4 16,1-5 13-16,-1 5 0 16,0 0 5-16,0-8 6 0,0 8-1 0,0-1 7 15,0 1 8-15,1-6-7 0,1 1 0 0,-2 0 6 16,1 4 2-16,0-4 4 0,1 1 0 0,-1-2 3 15,0 2 3-15,1 0 5 0,-2-2-6 0,2 0 4 0,-2 1-4 16,1-1-3-16,2 0-9 0,-3 1 1 16,1-1 1-16,-1 2-10 0,0 4 1 0,1-7-7 15,0 5-10-15,-1 2-1 0,2-5-9 0,-2 5-6 0,0 0-4 0,0-4-13 16,0 4-29-16,0 0-3 0,0 0 3 0,0 0 4 16,-3 21-3-16,2-12-2 0,0 10 2 0,-1 0 1 15,2 8 2-15,-4 1 1 0,2-2-1 0,4 0 5 16,-4 1 0-16,2-9-2 0,0 0 1 0,0-1-2 0,0 1 4 15,-1-7-2-15,2 1 1 0,-2-4 3 16,1-1-1-16,0-1 1 0,0 1-2 16,0-3 1-16,0 0 2 0,0-1 5 0,0-3-2 0,0 7 1 0,0-7 4 15,0 4 2-15,0-4-3 0,0 0-3 0,0 5 8 0,0-5-3 16,0 0-4-16,1 3-19 0,-1-3-34 0,0 0-30 16,0 0-34-16,-2 5-28 0,-1-3-40 15,-2-1-121-15,0 3-326 0,1-3 145 0</inkml:trace>
  <inkml:trace contextRef="#ctx0" brushRef="#br0" timeOffset="152952.66">9367 11110 13 0,'-7'0'158'15,"7"0"11"-15,-8 0-24 0,8 0-5 0,0 0-14 16,-5 2-14-16,5-2-10 0,0 0-12 15,0 0 3-15,0 0-16 0,-8 0-7 0,8 0-3 16,0 0-3-16,0 0 5 0,0 0-6 0,0 0 3 0,0 0-8 16,0 0 3-16,0 0-8 0,0 0-5 0,0 0-7 15,0 0-3-15,0 0-2 0,0 0-1 0,0 0-3 0,0 0-6 16,0 0-3-16,0 0-3 0,0 0 1 0,0 0-5 0,0 0-1 16,0 0 2-16,0 0-1 0,0 0-6 0,0 0 1 15,0 0-4-15,0 0-3 0,0 0 8 16,0 0-6-16,0 0-1 0,0 0-2 0,0 0-1 15,0 0 2-15,0 0 0 0,0 0 0 0,0 0 1 0,0 0-5 16,0 0-1 0,0 0 3-16,0 0-1 0,0 0 3 0,0 0-2 15,0 0 0-15,0 0-2 0,0 0-1 0,0 0 3 16,0 0-4-16,0 0 6 0,0 0-4 0,0 0 0 16,0 0 1-16,0 0-3 0,0 0 5 0,0 0-3 0,0 0-3 15,0 0 3-15,0 0-2 0,0 0-1 16,0 0 5-16,0 0-1 0,0 0-2 0,0 0-1 15,0 0 3-15,0 0 1 0,0 0-3 0,0 0 0 0,0 0 2 0,0 0-3 16,0 0-1-16,0 0 5 0,0 0-2 0,0 0-3 16,0 0 5-16,0 0-3 0,0 0 1 0,0 0 1 15,0 0 0-15,0 0 2 0,0 0-1 0,0 0-4 16,0 0-1-16,0 0 4 0,0 0-3 0,0 0 3 0,0 0 0 16,0 0-2-16,0 0 4 0,0 0-1 15,28-2-6-15,-11-3 3 0,5 5 2 0,12-5 5 0,17-2-1 0,9 0 2 16,31-3 3-16,-2 1-5 0,9-6 6 0,5 5 3 15,8-3 1-15,8-2 2 0,5 2-3 0,0 2 2 16,-4 0-3-16,-5-4 1 0,-7 4-1 0,-10-2 0 16,-32 6-3-16,-4 0-1 0,-4 0-1 0,-5-1-6 15,-14 1 5-15,-3 0 2 0,-4 3 1 0,-3-4-2 16,-7 3 4-16,-4 3 9 16,-5-1 16-16,0 2 11 0,-4-2 8 0,-1 0 10 15,-1 2 12-15,-2-2-17 0,-5 3-9 0,8-2-3 16,-3 1-9-16,-5 1-19 0,6-1-15 0,-6 1-35 15,0 0-36-15,0 0-43 0,0 0-54 0,0 0-53 16,0 0-197-16,-20 8-445 0,7-5 196 0</inkml:trace>
  <inkml:trace contextRef="#ctx0" brushRef="#br0" timeOffset="154077.68">9756 11543 160 0,'-3'-8'208'0,"3"3"-5"16,0-3-2-16,0 3-2 0,0-1-16 0,3 0-6 16,-3 1-12-16,0 2-8 0,-3-2-14 0,3 5-14 15,0-5-16-15,0 5-14 16,0 0-12-16,0-7-17 0,0 7-28 0,0 0-17 15,0 0-7-15,0 0-4 0,0 17-6 0,3-9 6 16,-3 13-6-16,0 4 2 0,-4 3-2 0,4 0-5 16,-4 0-2-16,4 1 1 0,-4-1 0 0,3 2-1 15,1-5-4-15,-3 0 5 0,3-5-4 0,-1-2-1 16,1 1 1-16,0-2 1 0,0-5 1 0,-1-1-1 16,1 0 4-16,-3-5-3 0,3 0 1 0,0 0 4 0,0-1 17 0,0-2 34 15,0 1 24-15,0 0 30 0,0-4 35 0,0 0 31 16,0 0 28-16,0 0-6 0,0 0-23 0,0 0-15 15,-4-16-14-15,3 5-16 0,1-7-15 0,-4-3-12 16,3-8-15-16,1-3-22 0,1 0-13 0,3-4-6 16,0-11-7-16,-3 16-5 0,3-1-8 0,0 3 5 15,1 1-6-15,0-1-6 0,4 6 3 0,-5 2-14 0,1 3 7 0,3 3-1 16,0-1-6-16,-1 5-2 0,2-3-5 0,3 2-3 16,3 0-9-16,0 0-25 0,3 5-21 0,1-1-23 15,8 1-14-15,-6 4-20 0,8-2-29 0,-1 5-33 16,1 3-32-16,-1 2-33 0,-6 1-21 0,-3 3-34 15,-1-3-219-15,0 5-555 0,-2-4 246 0</inkml:trace>
  <inkml:trace contextRef="#ctx0" brushRef="#br0" timeOffset="154426.51">9771 11705 109 0,'0'0'220'16,"0"0"-8"-16,-4 0-13 0,4 0-13 0,0 0-15 16,0 0-21-16,0 0-13 0,0 0-12 0,0 0-21 15,17-2-6-15,-3 1-8 0,-1-3-11 0,8 2-9 16,1-2-5-16,7-3-6 0,2 5-12 0,1-2-8 0,3-2-12 16,-7 4-15-16,1-1-17 0,-10 2-19 15,3 1-21-15,-5 0-19 0,-5-3-16 0,1 3-15 0,-1 0-18 0,-2 0-27 16,-4 0-133-16,3-2-294 0,-9 2 130 0</inkml:trace>
  <inkml:trace contextRef="#ctx0" brushRef="#br0" timeOffset="154810.56">10622 11530 87 0,'0'-4'226'0,"0"4"-13"0,0 0-13 0,-1-6-16 0,1 6-21 15,0 0-14-15,-3-3-20 0,3 3-14 0,0 0-19 16,0 0-15-16,0 0-22 0,0 0-10 0,0 0-6 15,0 0-8-15,4 16 1 0,-4-10-8 0,-1 6-3 0,1 4-10 0,1 1 6 16,-1 0-3-16,-1 0-3 0,1 1 4 0,-3 1-7 16,3-2-1-16,0 0 5 0,0-1-9 15,0-2 4-15,-1-2-5 0,1-1 3 0,-3-2-2 16,2-2 0-16,1 0 1 0,0 0-2 0,-1-3 3 0,1 3-2 16,-4-5-5-16,4 2-2 0,0-4-4 0,0 4 3 15,0-4-5 1,-1 4-7-16,1-4-29 0,0 0-81 0,0 0-61 15,-8-11-109-15,4 5-315 0,3-1 140 0</inkml:trace>
  <inkml:trace contextRef="#ctx0" brushRef="#br0" timeOffset="155173.73">10600 11423 154 0,'0'-4'209'15,"0"4"-19"-15,-1-4-23 0,1 4-19 0,0 0-17 16,0 0-17-16,0 0-14 0,0 0-10 0,0 0-6 16,9 8-11-16,1 0-8 0,-2 0-5 0,7 4-10 15,-2 2-7-15,5 6 2 16,-1-2-8-16,2 5-1 0,-3-2-7 0,1 1-4 16,-2 2-3-16,-1 1 1 0,-5-8-2 0,4 6-2 15,-8-2 1-15,-1-3-4 0,-1 0-4 0,-1 1-2 16,-2-2 4-16,-4 0 1 0,0 0-3 0,-2-1 0 15,-8-1 0-15,1-1 3 0,-1-3-6 0,-1 3 3 16,-3-5 2-16,4-1-3 0,-3 0-1 0,2-1 3 16,2-2 0-16,-1 0 0 0,4-1-5 0,1 0 1 0,4 0-2 0,-3-2-1 15,3 1 5-15,0-1-4 0,2 0 2 0,3-2 7 16,-5 0 5-16,5 0-1 0,-4 3 1 0,4-3 4 16,0 0-6-16,0 0-3 0,0 0-15 0,0 0-17 15,0 0-22-15,0 0-37 0,13-7-41 0,-5 3-35 16,-6 1-177-16,6 0-356 0,-4-3 158 0</inkml:trace>
  <inkml:trace contextRef="#ctx0" brushRef="#br0" timeOffset="155481.03">10841 11403 64 0,'10'4'111'0,"-4"-1"-2"16,2 5-8-16,1 1-3 0,2 4-18 0,1 0-4 0,6 10-4 15,-4 2-2-15,1 3-6 0,-2-4-6 0,-3 7-7 16,0 0-19-16,-6 1 15 0,1 1-8 0,-6 1-12 15,-2 0 5-15,-2-2 1 0,-9 0-6 0,0-1 6 16,-6-2-7-16,-4-3-6 0,-2 0 9 0,-12 4-8 16,-5-3 3-16,-2-3-24 0,0-2-41 0,-5-6-71 15,-5-3-87-15,-2-1-215 16,5-6 95-16</inkml:trace>
  <inkml:trace contextRef="#ctx0" brushRef="#br0" timeOffset="155897.69">10461 11361 96 0,'-10'6'117'0,"1"-1"-13"0,-4 8-8 0,-5 0 0 16,-2 11-3-16,-2 2-29 0,-5 15 13 0,-1 4-4 16,3 2-11-16,0-2 0 0,5 4-6 0,2-2-2 15,4-1-17-15,5-14 7 0,5-1-6 0,7 1 20 16,-2-3-6-16,12-2 11 0,2-2-3 0,11-1-1 0,13 5-3 16,11-11-5-16,5-2-54 0,1-6-75 0,1-3-171 15,0-7-268-15,-6-4 120 0</inkml:trace>
  <inkml:trace contextRef="#ctx0" brushRef="#br0" timeOffset="160931.03">11956 10972 103 0,'0'0'119'0,"0"0"-12"16,0 0-2-16,0 0-12 0,0 0-4 0,0 0-2 15,0 0-7-15,0 0 0 0,0 0-5 0,0 0 0 16,0 0-4-16,3-4-7 0,-3 4-5 0,0 0 3 16,0 0-5-16,0 0-4 0,0 0-2 0,0 0 5 0,0 0-1 0,0 0 3 0,0 0-2 15,0 0 0-15,0 0-10 0,1-4-4 0,4 1-5 16,-1-1-8-16,3 2 3 0,3-3-12 0,1-2-2 15,2 3-2-15,3-4-8 0,2 0-4 0,6-4-7 16,1 0 7-16,-1-2-9 0,3 4-3 0,-1-4-2 16,-7 3 3-16,4 0-2 0,0-4-2 0,-5 5 0 15,-2-3 5-15,1 0-5 0,0 1-1 0,-1-2 18 16,-2-1-12-16,-1 6 3 0,-3-2 10 16,-2 1 1-16,1 0-1 0,-3 1-2 0,-1 0 6 15,-1-2-8-15,0 5-4 0,-1-4-1 0,-2 3 15 0,0-1 0 16,-1 1-2-16,0 1 3 0,0 0-5 0,-2 0-1 15,-1 1-2-15,-1-2 6 0,3 2-6 0,-4 0-3 16,-2 2 1 0,1 0-5-16,-3 3-2 0,-1-4 7 0,-7 6-8 15,4-2 6-15,-6 0-3 0,-1 5 2 0,-7 0-6 0,-3 4 0 16,2 3 2-16,0 3-8 0,-4 2 5 16,4 5 1-16,0 2-3 0,-1 4 0 0,-3 5 4 15,10-5-5-15,4 1 1 0,2 0 2 0,3-2-3 16,3-2 4-16,7 1 5 0,3-6-1 0,7 3-1 0,5 1 18 15,6-4 8-15,6-3 4 0,7 0 2 0,7-3-1 0,15 1 4 16,3-6 2-16,-4-4 1 0,1 1-3 0,-14-6-1 16,0 0-1-16,-2 1-3 0,-3 0-2 0,-2-3-3 0,-1 2-4 15,-12 0 3-15,-5 0-2 0,-1-3-3 16,-3 3-3-16,-4 0 4 0,2 0-3 0,-3-3-3 16,2 3 1-16,-7 0-1 0,0 0 4 0,10 0-3 15,-10 0-3-15,5 0-9 0,-5 0-24 0,0 0-25 0,0 0-30 0,0 0-67 16,0 0-48-16,0 0-146 0,0 0-367 0,0 0 164 15</inkml:trace>
  <inkml:trace contextRef="#ctx0" brushRef="#br0" timeOffset="165272.16">12549 10160 26 0,'0'-5'64'0,"0"5"-11"0,0 0 6 0,0 0-8 0,0 0 0 15,0 0-4-15,0 0 4 0,0 0-7 0,-1-4-1 16,1 4 0-16,0 0-1 0,0 0 0 0,0 0-5 16,0 0 11-16,-3-4 0 0,3 4-5 0,0 0 1 15,0 0-2-15,0 0 6 0,-4-3 2 0,4 3 3 16,0 0 5-16,0 0-1 0,0 0 2 0,0 0-4 15,0 0-2-15,0-4-1 16,0 4 2-16,0 0 3 0,0 0-6 0,0 0-3 16,0 0-4-16,0 0-3 0,0 0-2 0,0 0-5 15,3-5-4-15,-3 5-3 0,4-2-2 0,-4 2-6 16,6-3-6-16,2 0 0 0,-3 1-5 0,0 2 0 0,4-2 1 0,4 1-2 16,-3 1-2-16,4 0-1 0,-5 0 0 0,3 3 0 0,-1-1 2 15,-1 2-2-15,1 0-8 0,0 1-3 16,-2-1-2-16,0 4 3 0,0 0-1 0,-2 1-2 15,-1 0-2-15,-3 3 1 0,0-2 5 0,0 6-3 16,-3 0 1-16,-3 0 2 0,-1 1-3 0,-2 0 3 16,-5 0-1-16,0 0 3 0,-4 2-4 0,-2 1 6 15,2-6-6-15,-1 0 6 0,1-1 2 0,1 1-6 16,0-3 5-16,0 0 0 0,1 1-7 0,3-5 5 16,-2 2 0-16,3-2 0 0,3-2 4 0,-1-1-6 0,3 1 3 0,-2-1-2 15,5 0 1-15,-4 0-3 0,2-3 1 0,2 2 5 16,1-3 1-16,-5 4 1 0,5-4-1 0,-4 2-1 15,4-2 8-15,0 0-4 0,-2 2 9 0,2-2 4 16,0 0 3-16,0 0 1 0,-3 2-2 0,3-2 1 16,0 0 0-16,0 0-3 0,0 0 2 0,0 0 1 15,0 0-5 1,0 0 2-16,19-2-1 0,-11 2-6 0,6-2 4 0,1 1-5 16,3 0-3-16,0-2 3 0,4 2 2 0,0-1-3 15,-3 1-9-15,4 0 9 0,-2-2-5 0,2 3-4 16,-2-1 6-16,-1 0-6 0,-1-1 2 15,-6 2 4-15,-1-1-9 0,1 0 3 0,-7 0 0 0,2 1 0 16,-3-2-3-16,-5 2 10 0,10 0-3 0,-10 0 1 16,6-1 5-16,-6 1-7 0,7 0 3 0,-7 0 2 0,0 0-2 15,0 0-10-15,0 0-10 0,8-2-22 0,-8 2-6 16,0 0-21-16,0 0-12 0,0 0-13 0,0 0-25 0,0 0-26 16,0 0-128-16,0 0-288 0,0 0 128 0</inkml:trace>
  <inkml:trace contextRef="#ctx0" brushRef="#br0" timeOffset="166058.65">13027 10190 17 0,'5'-1'118'0,"5"-2"-14"0,-1 3-8 0,2 0-6 16,1 0-14-16,-2 2-7 0,2 0-12 0,-1 1 5 15,0 1-14-15,-2 1 0 0,1 0-11 0,0 3 6 16,-5 1-17-16,4 2-1 0,-4-2-9 0,-1 7-2 16,-4 1 2-16,0-1 4 0,-4 0 0 0,-5 1 5 15,-1 0-3-15,-1 0 4 16,-5 2-5-16,5-4-3 0,-3 1-3 0,1-3 14 16,1-1-9-16,0-3 5 0,0 3-6 15,2-4-3-15,1-1 7 0,3-2 7 0,-1-3-13 16,3 3 8-16,-2-2-1 0,5 1 11 0,-3-4 11 0,0 3 22 15,4-3 14-15,0 0 13 0,-4 4 14 0,4-4 7 16,0 0-8-16,0 0-8 0,0 0-13 0,13-13-8 16,-4 5-9-16,1-4-7 0,-1 4-6 0,5-6-9 0,-1 0-1 0,2-2-8 15,2-5-3-15,-3 8-2 0,-1-1-5 0,1-1 5 16,-4 1-8-16,4 0-5 0,-3 0-6 16,1 1-2-16,-2 0 3 0,-1 2-3 0,0 1-2 15,-4 1 1-15,4 1-1 0,-4 0 4 0,-2 1 0 0,2 3-2 16,-4 2-4-16,3-4 0 0,-1 2 1 0,-2 2-5 15,-1 2-2 1,3-4-3-16,-2 1-2 0,-1 3-7 0,0 0-11 16,0 0-1-16,0 0-5 0,0 0 5 0,0 0 1 15,-5 11 4-15,-3-3 0 0,4-1 1 0,-1 5 1 16,-4-2 1-16,4 1 1 0,1 0 1 0,-1 1 1 16,1 4-3-16,3-3 5 0,-2-1-1 0,2 0 0 15,2-1 4-15,2 0 1 0,-2 1 4 0,4-2-4 16,3 1 4-16,2-1 2 0,3-1 4 0,6 0-2 0,2-1 5 0,8-2 0 15,-7-1 2-15,7 1-1 0,-7-5-1 0,-2 1 3 16,2-2-4-16,-2 1 1 0,-7-2 2 0,1 1-1 16,-2 0 5-16,-2-2 0 0,-2 4 4 0,-2-2 1 15,0 0 6-15,-6 0 4 0,8 0-2 0,-8 0 1 16,8 0 1-16,-8 0-6 0,0 0 0 0,7-2-1 16,-7 2-6-16,0 0 0 15,0 0-4-15,0 0-6 0,7 0-18 0,-7 0-26 16,0 0-29-16,0 0-37 0,2 3-44 0,-2-3-52 15,0 0-43-15,4 2-145 0,-4-2-419 0,3 3 185 16</inkml:trace>
  <inkml:trace contextRef="#ctx0" brushRef="#br0" timeOffset="168333.03">14251 10989 3 0,'-4'-3'110'15,"4"3"-9"-15,0 0-14 0,0 0-1 0,0 0-11 16,0 0-8-16,0 0-6 0,0 0-7 0,0 0-1 0,-3-1-10 0,3 1-1 16,0 0-10-16,0 0 14 0,0 0-4 0,0 0-17 15,0 0 3-15,0 0 21 0,0 0-9 0,0 0 7 16,0 0 2-16,0 0-5 0,0 0-1 0,0 0 2 15,0 0 0-15,0 0 4 0,0 0-2 0,0 0-1 16,0 0-10-16,7-4 9 0,2 2-17 0,1-1 3 16,8-1-8-16,0-1 0 15,12-2-3-15,2 2 1 0,1-3-2 0,2 4-8 16,-3-4 1-16,4 2-3 0,-5 1 2 0,-3-1-7 16,-7 2 5-16,0 2-1 0,-2-1-2 0,-7 2-2 0,0-2 2 15,-1 2 2-15,-4-2-4 0,1 1-8 0,-3 2-10 16,-5 0-11-16,9-2-18 0,-9 2-27 0,0 0 6 15,0 0-10-15,0 0-22 0,0 0-39 0,-12 9-77 16,2-5-230-16,1-2 101 0</inkml:trace>
  <inkml:trace contextRef="#ctx0" brushRef="#br0" timeOffset="168734.03">14279 11143 47 0,'0'0'113'15,"0"0"-4"-15,18 1-7 0,-6-3 0 0,8 0-7 16,0 1-5-16,12-3-11 0,4 0-6 0,1 0 8 0,3 0-12 0,11-1-1 16,-14 1-1-16,1 2-8 0,-6 0-7 0,-2-1-5 15,-10 3-5-15,2-2-5 0,-3 2-7 0,-6 0-11 16,-3 0 11-16,2 0-14 0,-6 0 9 0,0-2 1 15,0 2-5-15,-6 0-3 0,10-2-7 0,-10 2 3 16,0 0-16-16,0 0-4 0,7 1-15 0,-7-1-7 16,0 0-23-16,0 0-37 15,-10 8-137-15,4-6-243 0,1 0 108 0</inkml:trace>
  <inkml:trace contextRef="#ctx0" brushRef="#br0" timeOffset="170422.39">16710 10355 13 0,'0'-4'135'0,"0"4"-2"0,-3-7-9 16,3 3-7-16,0 0-10 0,0 4-11 0,-1-5-2 16,1 5-1-16,-1-5-12 0,1 5-10 0,0 0-12 15,0-3-3-15,0 3-10 0,0 0-9 0,-3-4-2 0,3 4-6 16,0 0-8-16,0 0-5 0,0 15 0 0,-4-6-2 15,4 5-4-15,-4 3 2 0,3 2-9 0,1 6-4 16,-4 1 9-16,0-1 3 0,4-4-4 0,-1 3-3 0,1-5 6 16,0-1-3-16,0 1-10 0,0-4 0 0,1-3 2 15,-1 0 6-15,3-2-2 0,-3-1-5 0,1-2 5 16,-2-2 1 0,2 2 4-16,-1-1-8 0,0-2 12 15,0-1-16-15,0 1 0 0,3 0-10 0,-3-4-14 0,0 4-17 0,0-4-20 0,-3 4-20 0,3-4-34 16,0 0-69-16,0 0-204 15,-5 2 91-15</inkml:trace>
  <inkml:trace contextRef="#ctx0" brushRef="#br0" timeOffset="171355.5">16115 10911 53 0,'0'0'58'0,"0"0"14"0,0 0-14 0,0 0-6 16,0 0-6-16,0 0-10 0,0 0 6 0,0 0-1 0,0 0-2 15,0 0-5-15,0 0-7 0,0 0 3 16,0 0-2-16,0 0 1 0,0 0-2 0,0 0 2 15,0 0 7-15,0 0-2 0,0 0-1 0,0 0-1 16,0 0-6-16,0 0-1 0,0 0-6 0,0 0 7 0,0 0-13 0,0 0 4 16,0 0-7-16,0 0 0 0,0 0 5 0,0 0-6 31,0 0-2-31,0 0 7 0,0 0-4 0,0 0 4 0,0 0-9 0,0 0 2 0,0 0 0 16,0 0-1-16,0 0-5 0,0 0 10 15,0 0-14-15,0 0 6 0,0 0 1 0,0 0-1 0,0 0 2 16,0 0-2-16,0 0-1 0,0 0-1 15,0 0 1-15,0 0-6 0,0 0 3 0,0 0 5 16,9 7-5-16,-9-7 1 0,0 0 6 0,4 3 1 16,-4-3-5-16,4 2-1 0,-4-2-5 0,8 1 9 15,-8-1-2-15,6 0-8 0,-6 0 7 0,10 2 5 16,-10-2-4-16,10 0-2 0,-2-2 1 0,1 2 5 16,0-2 5-16,5 1-1 0,-1-1 2 0,2 1-1 15,2 0-6-15,2-2 6 0,0 1 3 0,-1 0-1 0,5 0 6 0,4-1-6 16,1-2-3-16,1 2 1 0,3 3-4 0,-1-4 1 15,4 1-8-15,-2-2-1 0,3 0 13 0,2 3-2 16,2-1-11-16,13-1 4 0,2 0 0 0,0-1 12 16,4-1-6-16,4 1-5 0,30-6 3 0,4 3-2 15,1-5-3-15,7 1 3 0,5-1 1 0,1 0-6 16,7 4 9 0,3-6 0-16,6 1 2 0,7-1 3 0,0 2-11 15,0 5 1-15,-1-6 4 0,-4 0-1 0,3 2-5 16,2 2-1-16,-8 1 1 0,1 4-4 0,-7-3-10 0,-11 1-4 15,-3 0-5-15,-3 0-2 0,-8-1-9 0,-6-1 8 16,-24 8 6-16,-1-5 3 0,-1 1-6 16,-4-2 5-16,-8 1 4 0,-15 2 1 0,-2-1 10 15,-6 2-4-15,-6-2 12 0,-3-1 3 0,-2 2 8 0,-4 2 6 0,-3-1 19 16,-1 2 8-16,-2-4 12 0,0 4 6 0,-2-1 2 16,-1 0 0-16,1 1-11 0,-5 1 2 0,6-1-10 15,-6 1-7-15,0 0-7 0,7-1-8 0,-7 1-3 0,0 0-21 16,4-2-16-16,-4 2-14 0,0 0-18 0,0 0-8 15,0 0-16-15,0 0-20 0,0 0 4 16,0 0-1-16,0 0-8 16,8 4-17-16,-8-4-17 0,0 0-91 0,0 0-230 15,-4 6 101-15</inkml:trace>
  <inkml:trace contextRef="#ctx0" brushRef="#br0" timeOffset="183158.34">16568 11413 80 0,'0'-5'118'16,"0"5"-5"-16,0 0-2 0,-2-6-11 0,2 6-1 15,0 0-2-15,-1-5 10 0,1 5-6 16,0 0-1-16,1-4 7 0,-1 4-8 0,0 0-2 16,0-4-1-16,0 4-9 0,0 0 0 0,0 0-7 0,0-5-2 0,0 5-2 15,0 0-6-15,0 0-4 0,-1-5-8 0,1 5-2 16,0 0-4-16,0 0-8 0,-1-3-5 0,1 3-2 15,0 0-8-15,0 0-4 0,0 0-18 0,0 0-23 0,0 0-21 16,0 0-13-16,0 0 6 0,0 0 5 16,-4 13 1-16,0-2 3 0,2 3 12 0,-1 3-8 15,1 9 6-15,-3 0 6 16,1 3-3-16,-1 2 7 0,1-2-3 0,-1 4 9 16,2-3-4-16,1 2 0 0,-1-3 5 0,0 1-1 15,1-3-3-15,2-2 3 0,-1-5-1 0,-2-2-1 16,3-1 3-16,0-2 4 0,-1-5 0 0,1 1 0 15,-3-4-4-15,3 1 0 0,0-3 5 0,0 2-3 16,0-2 0-16,0-2 2 0,0 0 4 0,0 1 5 0,0-4 6 16,0 7 5-16,0-7 15 0,0 3 8 0,0-3 4 0,0 0 5 15,0 0 2-15,0 0-1 0,0 0-2 0,0 4-4 16,0-4-3-16,0 0 1 0,0 0-9 0,0 0-13 16,0 0-33-16,0 0-31 0,0 0-31 0,0 0-37 15,0-15-42-15,0 8-156 0,-1 1-338 0,-3-4 150 16</inkml:trace>
  <inkml:trace contextRef="#ctx0" brushRef="#br0" timeOffset="183628.42">16490 11408 67 0,'0'0'152'0,"-1"-3"-17"0,1 3-9 0,0 0-19 16,0 0-12-16,1-4-8 0,-1 4-12 0,9-1-10 16,-9 1-1-16,10 1-10 0,2 1 0 0,0 0-4 0,4 5-5 15,3-1 6-15,-2 1-14 0,3 3-1 0,0-2 1 0,3 5-13 16,4 5 5-16,-4-1-4 0,-2 1-2 15,-1 3 3-15,-3 2-9 0,0-3-3 0,-4 3-3 16,-2-1 0-16,-4-4 2 0,-3 3-3 0,-3-3-3 16,-1 3 5-16,-2-2-4 0,-2 1-6 0,-4-4 6 0,-1 2-1 15,-1 0-9 1,-4-2 7-16,-5 3 6 0,1-5 11 0,-2 2 5 16,-1-3 5-16,2-2 5 0,-3-2-2 0,8-1 7 15,-4 0-3-15,5-4 1 0,1 2-7 0,3-1-4 16,0 0-1-16,2-3-5 0,1 0-1 0,1 1-3 15,1-1 0-15,0 0 2 0,4-2-1 0,-5 1 6 16,5-1-1-16,0 0-5 0,-6 2 4 0,6-2-3 16,0 0-2-16,-4 1 0 0,4-1-2 0,0 0-5 0,0 0 0 0,0 0-19 15,0 0-18-15,0 0-28 0,0 0-32 0,0 0-28 16,15-6-61-16,-12 1-130 0,1 2-330 0,0-1 146 16</inkml:trace>
  <inkml:trace contextRef="#ctx0" brushRef="#br0" timeOffset="184684.39">16782 11212 172 0,'4'-8'164'0,"-2"4"-11"0,0 1-7 0,0 0-15 15,1 1-6-15,0-3-16 0,3 3-14 0,-2-3-6 16,0 4-13-16,0 0-9 0,0-3-15 0,-4 4 9 16,9-2-11-16,-3 1-11 0,-6 1-5 0,11 2-4 15,-3-1-1-15,-3 4-7 0,4-2-4 0,-4 4-5 16,3 1 4-16,-3-1 0 0,-1 3-5 0,2 2-4 0,-5-3 0 0,-1 4 3 15,0-1-13-15,0 1 5 0,0 3 7 0,-1-2-9 16,-4-3 7-16,4-1-4 0,-3 1 1 0,0 0-3 16,0-6 1-16,3 3 0 0,-3 0-3 15,3-4-1-15,-3 1 1 0,4-1 2 0,-3-1 3 0,2-1-2 16,1-2 10-16,-3 7 19 0,3-7 1 0,-3 1 10 16,3-1 5-16,0 0 5 0,0 0 5 0,0 0-1 0,0 5 0 15,0-5-6-15,0 0-1 0,0 0-6 0,0 0-4 16,0 0-6-16,0 0-3 0,0 0-1 0,0 0-9 0,0 0 6 15,0 0-6-15,0 0-2 0,-3 4-2 0,3-4 2 16,0 0-4 0,0 0-2-16,0 0-3 0,0 0 1 15,0 0 0-15,0 0-4 0,0 0 2 0,0 0-3 0,0 0 3 16,0 0-1-16,0 0 1 0,0 0-6 0,0 0 2 16,0 0 1-16,0 0 2 0,0 0-1 0,0 0 0 15,0 0-1-15,0 0 1 0,0 0 0 0,0 0-3 16,0 0 2-16,0 0 1 0,0 0-1 0,0 0-4 0,13-1 1 15,0-2 2-15,6 1-2 0,3-1 1 16,9-5 1-16,4 4-1 0,4-1-2 0,12-4 1 16,1 3 1-16,-15 0-2 0,3 1 1 0,-4 1-1 0,-2-2 6 0,-5 2-7 15,-2 3-1-15,-4-4 8 0,-6 4-6 0,-3 1-2 16,-3-3 2-16,-3 2 2 0,0 1 5 0,-2-1 1 16,1 0 5-16,-2 0-6 0,-5 1 3 0,6-3-3 15,-6 3 0-15,8 0-6 0,-8 0-27 0,0 0-25 16,0 0-26-16,0 0-35 0,0 0-30 0,0 0-53 15,0 0-196-15,-12 10-421 16,7-9 187-16</inkml:trace>
  <inkml:trace contextRef="#ctx0" brushRef="#br0" timeOffset="187390.84">17474 11710 125 0,'0'0'121'0,"0"0"-7"0,0 0-7 15,-8-2-11-15,8 2-7 0,0 0-2 0,0 0-3 0,0 0-12 16,0 0-6-16,0 0-6 0,0 0-5 0,0 0-1 0,0 0-1 16,0 0-6-16,0 0 3 0,-7-3 2 0,7 3 1 15,0 0-2-15,0 0 4 0,0 0 3 0,0 0 3 0,0 0-2 16,0 0-2-16,0 0-3 0,0 0 0 0,0 0-2 15,0 0-6-15,0 0-2 0,0 0 1 0,0 0 0 16,0 0-1-16,0 0-6 0,0 0 1 0,0 0 1 16,0 0-4-1,0 0-6-15,0 0 2 0,0 0-6 0,0 0-7 16,0 0 0-16,0 0-1 0,0 0 1 0,0 0-6 16,0 0-2-16,0 0 5 0,0 0-7 0,0 0-1 15,0 0 2-15,0 0 0 0,0 0-5 0,0 0-2 16,0 0 0-16,0 0 1 0,0 0-2 0,0 0 0 0,0 0 1 15,0 0 0-15,0 0-7 0,0 0 7 16,0 0-2-16,0 0 2 0,0 0-2 0,0 0 0 0,0 0 0 0,0 0 0 16,0 0 1-16,0 0-3 0,0 0 2 0,0 0 4 15,0 0-6-15,0 0 2 0,0 0 3 0,0 0 0 16,0 0 0-16,0 0 3 0,0 0-9 0,0 0 8 16,19-5-4-16,-8 2-2 0,10-4-2 0,8 2 4 15,0-1-1-15,5-3 2 0,0 3-3 0,-2-1 0 16,-1-3-1-16,2 5-2 0,-4 0 3 0,1 0 0 0,-2-1 1 0,-9 3-2 15,-2-1 5-15,-3 0-3 0,-2 4-1 0,-1-2-9 16,0 2-5-16,-4 0-4 0,-2-2-5 0,1 0 1 16,-1 1-6-16,-5 1-11 0,0 0-15 0,9 1-4 15,-9-1-11-15,0 0-12 0,0 0-13 0,0 0-23 16,0 0-24-16,-14 6-26 0,8-3-106 0,1-3-296 16,5 0 131-16</inkml:trace>
  <inkml:trace contextRef="#ctx0" brushRef="#br0" timeOffset="187983.77">18319 11286 67 0,'0'0'171'0,"0"0"-25"0,0 0-10 0,0 0-14 15,0 0-13-15,0 0-11 0,0 0-22 0,0 0-5 16,0 0-7-16,0 0-9 0,0 0-4 0,0 0-7 0,-3 17-7 16,0-7-2-16,-2 1-3 0,-1 4-6 15,-3 0 2-15,-1 3-6 0,-2 7-2 0,1 0-2 16,-3-3-5-16,2 3 4 0,1-3-5 0,-2 1-4 0,0-1 3 0,3-3-6 15,-2 5 4-15,2-7 0 0,1-2 0 0,4-4-10 16,-3 0 2-16,2-1 12 0,2-1-7 0,-1-2-6 16,4-2 8-16,0 1-3 0,-1-1 3 0,-2-1-4 15,3 0 7-15,0-2 12 0,0 2 0 0,1-4 8 0,-2 4 2 16,2-4 9-16,0 0-2 0,0 5 5 16,0-5 8-16,5 2 7 15,1-1-7-15,-1 0 0 0,3-1-2 0,4 0-7 16,0-2-7-16,5 0-2 0,5 1-2 15,-5 0-4-15,3 1-7 0,2-3-5 0,0 2-22 16,-2 1-21-16,-1-3-29 0,-1-1-15 0,1 3-46 0,-6 0-26 16,6-3-32-16,-10 1-112 0,5 0-309 15,-5 1 137-15</inkml:trace>
  <inkml:trace contextRef="#ctx0" brushRef="#br0" timeOffset="188255.34">18463 11585 126 0,'0'-4'236'0,"0"4"-10"16,1-4-15-16,-1 4-14 0,0 0-22 0,0 0-19 16,0 0-17-16,0 0-17 15,0 0-15-15,0-5-19 0,0 5-22 0,0 0-24 16,0 0-8-16,0 0-3 0,-1 14-4 0,0-4-6 16,-2 1 2-16,2 5-2 0,-3 1-3 0,0 1-1 15,0 3-4-15,0-3-3 0,-2 2-5 0,5-1 1 16,-3-1 0-16,1 0 0 0,2-3-1 0,0-1 3 15,-2-3-5-15,3-1-3 0,0 1 5 16,0-6-1-16,0 3 1 0,-1-3 5 0,-2-1-3 0,3-1 4 0,0-3-5 0,0 7 11 16,0-3-5-16,0-4 0 0,-1 3 8 15,1-3-13-15,0 0-16 0,0 0-46 0,0 0-53 16,0 0-43-16,9-12-172 0,-8 7-351 0,6-4 156 0</inkml:trace>
  <inkml:trace contextRef="#ctx0" brushRef="#br0" timeOffset="188640.36">18755 11355 130 0,'0'0'175'0,"0"0"-16"16,0-5-12-16,0 5-23 0,0 0-10 0,0 0-16 15,0 0-16-15,0 0-5 0,0 0-14 0,0 0 1 16,0 0-12-16,0 17-5 0,0-8-8 0,0 0 7 0,-1 8-17 0,0 0 0 16,1 0 4-16,-1 3-11 0,-1 0-2 0,2 1-5 15,0-1-1-15,-1-3 0 0,0 2-3 0,1-3 1 16,0 1-1-16,-2 0 0 0,2-6-2 0,-2-2 4 15,2-2-9-15,2 0 3 0,-2-1 1 0,0-2-12 16,-2 2 12-16,2-2-4 0,0-4-4 0,2 7 1 16,-4-4 12-16,2-3 1 15,2 3 2-15,-2-3-1 0,0 0-4 0,0 0 0 16,-3 3-8-16,3-3-27 0,0 0-52 0,0 0-40 16,0 0-144-16,-8-14-281 0,7 8 125 0</inkml:trace>
  <inkml:trace contextRef="#ctx0" brushRef="#br0" timeOffset="189074.98">18734 11267 128 0,'0'0'148'0,"-3"-4"-13"0,3 4-12 0,0 0-18 0,0 0-11 15,0 0-9-15,0 0-9 0,0 0-3 0,21 6-14 16,-10-3-2-16,8 4-7 0,-3 0-9 0,9 5 2 16,-1 0-1-16,6 3-2 0,-1 1-2 15,1 0-2-15,0 3-3 0,-3 1-8 0,-1 3-8 0,-2 0 8 0,-4 0-4 16,1 2 2-16,-7 2-5 0,-1-2-2 0,-8 0-3 15,-1 0-3-15,-7 1-3 0,-2-3 1 0,-9 0 4 16,-3-2-3-16,-10-1 2 0,1 0-4 0,-6-3 3 16,0-1 0-16,-2-1 8 0,-1-3 18 0,3 0 7 0,0-2 3 15,0-1 3-15,1-3 1 0,6 2 0 16,5-2-2-16,3-3-8 0,6 1-2 0,1-1-4 0,3-2-5 0,-1 2-4 16,4-1 0-16,0 0-2 0,-1-1-1 0,5-1-5 15,0 0-1-15,-5 0 1 0,5 0 3 0,0 0-3 16,13 3 0-16,-3-3-22 0,3 0-24 0,0 2-43 31,-3-2-48-31,4 0-55 0,-3 0-147 0,5-2-347 0,-1-1 154 16</inkml:trace>
  <inkml:trace contextRef="#ctx0" brushRef="#br0" timeOffset="191401">19444 11577 164 0,'0'0'159'0,"0"0"-5"0,0 0-7 15,0 0-14-15,0 0-12 0,0 0-6 0,0 0-6 16,0 0-7-16,0 0-6 0,0 0-5 0,0 0-4 16,0 0-3-16,0 0-4 0,0 0-2 0,0 0-5 15,0 0-2-15,0 0-10 0,0 0-2 0,0 0-8 0,0 0-5 0,0 0-5 16,0 0-3-16,0 0-7 0,0 0-1 0,0 0-2 15,0 0-5-15,0 0-5 0,0 0 1 0,0 0 2 16,0 0-5-16,-7-2-2 0,7 2-1 0,0 0-5 16,0 0 2-16,0 0-3 0,0 0 0 0,0 0 3 15,0 0 4-15,0 0 1 0,0 0 1 0,0 0 6 16,0 0-3-16,0 0 5 16,0 0-1-16,0 0 4 0,0 0 2 0,0 0 0 15,0 0-2-15,0 0 2 0,0 0 2 0,0 0-1 16,0 0-1-16,0 0-1 0,0 0-5 0,0 0 1 15,0 0-4-15,0 0-1 0,0 0-3 0,0 0-1 16,0 0-5-16,0 0-1 0,0 0-1 0,0 0 2 0,0 0-2 16,0 0-2-16,0 0-2 15,0 0 4-15,0 0-4 0,0 0 0 0,0 0-1 0,0 0-1 0,0 0 2 0,0 0-4 0,0 0 3 16,0 0 0-16,0 0-3 0,0 0 0 0,0 0-4 16,0 0 5-16,0 0-4 0,0 0-8 0,0 0 1 15,0 0 0-15,0 0 1 0,0 0-2 0,0 0 7 16,0 0-8-16,0 0 3 0,0 0 2 0,0 0-1 15,0 0-2-15,0 0-1 0,0 0 3 0,0 0 1 16,0 0 2 0,0 0-4-16,0 0 3 0,0 0 2 0,0 0 2 15,0 0-2-15,0 0 3 0,0 0-3 0,0 0 0 16,0 0-1-16,0 0 0 0,0 0 3 0,0 0 0 0,0 0-5 16,0 0 4-16,0 0 1 0,21-6 0 0,-3 4 2 15,4-2 1-15,10-1 3 0,1 0-4 0,5-2 0 16,17-1 3-16,-3 1 0 0,1-3 0 0,1 1 1 15,-2 0 1-15,-11 3 0 0,-8 2 2 16,2 1-3-16,-3 0-2 0,-11 1 1 0,-4 0-7 0,-2-1-12 0,-4 2-11 0,-4 0-7 16,2 1-8-16,-2 0-10 0,-1-2-7 0,-6 2-8 0,5-2-16 15,-5 2-19-15,0 0-10 0,0 0-13 0,0 0-6 16,-29 1-10-16,16 0-5 0,1 1-140 0,-2-1-310 16,2-2 138-16</inkml:trace>
  <inkml:trace contextRef="#ctx0" brushRef="#br0" timeOffset="191679.4">19774 11389 128 0,'0'-4'232'0,"-1"0"-12"0,-2-1-12 0,3 1-17 0,0 4-16 15,-1-4-20-15,1 4-22 0,0 0-10 0,-1-4-15 16,1 4-18-16,-2-3-29 0,2 3-19 0,0 0-6 16,0 0-7-16,-1 14-2 0,-3-6-3 0,4 5-6 15,0 4-2-15,-1 1-2 0,-2 7 3 0,1 2 2 0,2 1-4 0,-4 0-4 16,1 1 0-16,3-3 3 0,0-1-6 0,0 0 1 16,3-5-13-16,-2 0-20 0,-1-2-30 0,4-1-30 15,-1-1-22-15,-1-4-25 0,5 2-158 0,-1-6-313 16,1-1 140-16</inkml:trace>
  <inkml:trace contextRef="#ctx0" brushRef="#br0" timeOffset="192179.74">20419 11257 115 0,'0'-4'199'0,"0"4"-18"0,0 0-23 0,0 0-13 15,0 0-19-15,0-3-8 0,0 3-23 0,0 0-10 16,0 0-9-16,0 0-8 16,0 0-7-16,4 12-9 0,-5-6-6 0,1 3-12 15,-3 3 3-15,2 5-6 0,-4 0-6 16,0 1-5-16,1 2 5 0,-1 4-5 0,-3 1 0 15,4 1-6-15,-2-1-6 0,2-6 6 0,0-2-4 0,-1 3 2 16,1-3-6-16,-3-1 3 0,3-4-1 16,0-2-3-16,1-3-3 0,2-1 3 0,1 1-5 0,-2-3 2 15,0 1 6-15,2-1 1 0,0-1-3 0,0-3 2 0,-4 7 11 0,7-4 10 16,-3-3 8-16,6 0 3 0,3 0 0 0,3 0-5 16,1 0-2-16,2-3-5 0,3-1-6 0,1 2-26 15,1 0-16-15,0 1-28 0,-1 0-27 0,-1-3-29 16,0 1-34-16,-4 3-156 0,-2-1-317 0,0 0 142 15</inkml:trace>
  <inkml:trace contextRef="#ctx0" brushRef="#br0" timeOffset="192395.92">20607 11480 6 0,'0'0'275'0,"-1"-4"-19"0,1 4-15 0,-3-5-21 15,3 5-21-15,0-6-24 0,0 6-24 0,0-3-19 0,0 3-24 0,0 0-26 16,0 0-14-16,0 0-8 0,-4 14-7 0,3-1-5 16,-3 3-9-16,3 5-3 0,-3 4 2 0,0 3-9 15,3 1-3-15,-3 0-2 0,0 3-24 0,3-1-24 16,-2-1-31-16,2-1-46 0,0 3-34 0,-4-3-50 16,5-2-110-16,-4-9-319 0,0-2 142 0</inkml:trace>
  <inkml:trace contextRef="#ctx0" brushRef="#br0" timeOffset="193937.39">21153 10580 92 0,'0'0'128'16,"0"0"-18"-16,0 0-5 0,0 0-10 0,0 0-12 15,0 0-5-15,-3-2-13 0,3 2-2 0,0 0-5 16,0 0-9-16,0 0-7 0,0 0-6 0,0 0 3 16,0 0-2-16,0 0-14 0,0 0 5 0,0 0-5 15,0 0-1-15,0 0-5 16,0 0 0-16,0 0 1 0,0 0 4 0,0 0 3 16,0 0 12-16,0 0 14 0,0 0-3 0,0 0 1 15,0 0-12-15,7-4 2 0,-2 0-5 0,7-3 3 16,5 1-10-16,2-3 0 0,4-4-5 0,4 0 1 15,5-2-8-15,2 1 3 0,-2-3-4 0,0 0-4 16,4 0-3-16,-5-2 0 0,-2 3-2 0,1-2 5 16,-4-2-9-16,-2 4 7 0,-4-1-5 0,-5 4 7 0,-3-1-4 0,-1 2-1 15,-2 2 0-15,-4 1-6 0,-1-1 8 0,1 0-2 16,-5 3 0-16,-1-1-5 0,-3 1 1 0,0-1-1 16,-4 2 1-16,-2 0-5 0,-2 2 4 0,-6 3-1 15,-2 0-1-15,-2 2 2 0,-7 3 8 0,0 3-12 16,-2-1-6-16,2 6 2 0,-2-1-4 0,2 6 11 15,-2 0 1-15,2 3-10 0,1 1 3 0,1 4-3 0,4 0-1 0,1 0 0 16,6 3 4-16,5-2 1 0,2-1-2 0,1 0 9 16,8-6-4-16,2 0 1 0,8-1 4 0,8 1 19 15,9-2 7-15,4-2 9 0,6-3-1 0,16-2 3 16,6-4-7-16,4-3 0 0,1-2 1 0,0-2-6 16,-7-2 0-16,-2 2-1 0,-19 0-7 0,-2-2 1 15,-4 1-4-15,-10-1-14 16,-1 2-7-16,-6 0-13 0,-4-1-18 0,-1 2-15 15,-1 0-19-15,-3-2-51 0,-4 2-185 0,0 0-332 16,-4-6 147-16</inkml:trace>
  <inkml:trace contextRef="#ctx0" brushRef="#br0" timeOffset="194970.98">21788 9743 11 0,'-3'-3'155'0,"3"3"-11"15,-1-4-6 1,1 4-6-16,0 0-14 0,0 0-11 0,1-5-13 16,-1 5-4-16,3-5-10 0,-3 5-12 0,7-3-9 15,-1 3-2-15,0-2-11 0,3 0-3 0,-1 2-10 16,1 2 0-16,3-1-5 0,-3 1-9 0,0 0-2 0,3 3 5 15,-1-1-2-15,-2 1-3 0,1 3-4 0,-1 1-2 16,0 0 2-16,-1 1-3 0,2 3-3 16,-3 2-7-16,0 1 6 0,-3-1-4 0,-3 2 7 0,-1-1-4 0,-1-1 4 15,-3 5-9-15,-1-1 13 0,0-2-15 0,-4 2 7 16,-1-2-2-16,-2 0 0 0,2-3-4 0,-3 1 4 16,0-3-3-16,2 2 1 0,2-4-7 0,0-1 9 15,0-1-8-15,4 2 6 0,-3-3 0 0,3-3-5 0,1 1 0 16,1-2 2-16,-2 0 11 0,2 1-8 15,2-2 7-15,-2 1 16 16,3-3 11-16,0 0 8 0,0 0 10 0,1 5 13 16,-1-5 3-16,13 0-1 0,-1-2-6 0,4 1 0 15,2-1-2-15,4-2-4 0,-2 3-5 0,2-3-6 16,-1 2-3-16,-1 1-3 0,-1-1-3 0,-1 0-7 16,-1 2 0-16,-5-4-3 0,1 4-4 0,-3-1-5 0,-5 1 1 0,3-1-3 0,-3 1-1 0,-5 0-1 15,10 0-1-15,-10 0-1 16,8 0-8-16,-8 0-15 0,0 0-12 0,5-2-16 15,-5 2-8-15,0 0-13 0,0 0-10 0,0 0-17 16,0 0-14-16,0 0-26 0,0 0-24 0,-10 9-34 16,5-8-107-16,5-1-315 0,-8 0 140 0</inkml:trace>
  <inkml:trace contextRef="#ctx0" brushRef="#br0" timeOffset="195625.94">22226 9808 50 0,'5'-2'141'16,"3"-1"-21"-16,-1 1-6 0,1 0-11 0,1 1-11 15,3-1-14-15,-3 2-7 0,-3 2-4 0,4 0-6 16,-1-1-10-16,0 4-5 0,1 0-11 0,-5 2 3 16,3 2-7-16,-3 1-2 0,-1 0-5 0,-1 4 4 0,-2-2-8 0,-2 4-2 15,-2-1 0-15,-1 3-8 0,-1 1 8 0,0-2-3 16,-3 1-1-16,-2-1-4 0,-1 0 1 0,2-4-2 16,-2 0-3-16,4-4-3 0,0 2 2 0,-1-3 6 15,2-3-2-15,1 0 4 0,0-1 19 0,2 2 11 16,1-3 24-16,-1-1 23 0,1 2 23 0,2-4 18 15,0 0 5 1,-6 1-18-16,6-1-12 0,0 0-12 0,8-16-10 0,-1 7-9 16,-1-3-5-16,5-2-8 0,2-3-3 0,7-5-15 15,-1 1-4-15,0 1-4 0,-1-2-8 0,-3 3-4 16,-2 4-1-16,2 1-4 0,-2-3-2 0,0 5-1 16,-3-1-1-16,-2 4-3 0,1 0 0 0,-2 1 4 15,-4 1 0-15,1 2-5 0,0 0 0 0,0 1-4 16,-3 1-3-16,1 1-12 0,3-1-8 0,-5 3-24 0,0 0 5 15,0 0 2-15,0 0 0 0,0 0 4 0,-10 19 5 0,5-8-4 16,-3 2 5-16,2 3 0 0,-3 1 1 0,4 0 5 16,1 1 0-16,0 1 3 0,2-2 0 0,2 2 5 15,2-3-1-15,3 0 3 0,3 0 1 0,2-3 1 16,4-1 6-16,4 0 10 0,10-2 4 0,0-2 9 16,4-1 2-16,2-5 5 0,0 1 1 0,-1-2 2 0,3-1-1 15,-6-2 0-15,0 0-1 0,-8 0 3 0,-3-1-3 16,-1-1 6-16,-8 1 4 0,2 1 1 0,-2 2 7 0,-4-3 3 15,-2 2-3-15,2 1-2 0,-6 0-10 0,8-1-6 16,-8 1-3-16,7-3-2 0,-7 3-3 16,5-2-24-16,-5 2-30 0,0 0-35 0,0 0-39 0,0 0-30 15,0 0-20-15,2 6-38 16,-2-6-26-16,-7 8-200 0,5-3-451 16,1-2 200-16</inkml:trace>
  <inkml:trace contextRef="#ctx0" brushRef="#br0" timeOffset="204150.66">22401 9706 5 0,'3'-4'136'0,"1"1"-14"0,-2-2 3 16,1 3-6-16,-1-2-1 0,0 1-2 0,-2 3 1 15,6-7-5-15,-4 6-5 0,-2 1-11 0,3-5-6 16,-3 5-13-16,3-1-11 0,-3 1-10 0,0 0-14 0,0 0-9 16,0 0-2-16,-11 10-9 0,-3 2 2 15,-10 6-5-15,-3 6-1 0,-14 12-3 0,-8 2-3 16,2 4-1-16,-22 21-3 0,3-2 3 0,5-3-5 0,18-15 5 0,4 1-5 16,-2-3-2-16,4 1 0 0,0-2-3 0,2-4 1 15,10-8-1-15,1 0 2 0,1-3-8 0,3-2 6 16,1-3 5-16,6-5-3 0,-1-1-5 0,8-4 7 15,-2-2-4-15,0 1 6 0,2-4 0 0,1 2 0 16,1-4-2-16,2 1-1 0,-1-2 6 0,1 1-3 16,-2-1 4-16,4-2-2 0,-2 4 3 0,2-4-5 0,-2 1 1 0,2-1 1 15,0 0-1-15,-4 3-5 0,4-3 3 0,0 0-41 16,0 0-65-16,-13-4-190 0,3 0-315 0,-1-1 140 16</inkml:trace>
  <inkml:trace contextRef="#ctx0" brushRef="#br0" timeOffset="204482.63">21399 10014 160 0,'0'-8'189'0,"2"2"-20"0,0 0-24 16,-1 2-12-16,2 2-17 0,-3 2-14 0,0 0-16 0,23 9-6 0,-9 5-9 15,9 8-4-15,13 14 0 0,2 1-10 16,0 9-10-16,2 0-8 0,15 21-1 0,-18-21-4 0,4 3-7 16,-4-5-2-16,3 1-1 0,-4-6-4 0,-2 2 3 15,-2-2-8-15,-8-10-3 0,-1-4 3 0,-2 0 3 16,-1 0-7-16,-1-4 4 0,-6-4-7 0,-2-5 6 16,-2-4 4-1,1-1 9-15,-2 0 11 0,-3-4 10 0,-1 4 21 0,0-4 24 16,-3 0 10-16,3-3 8 0,0 2 1 0,-4-2-6 15,0 0-11-15,5 2-8 0,-5-2-14 16,0 0-14-16,0 0-31 0,0 0-50 0,5-9-77 16,-5 1-72-16,3 2-85 0,1-5-135 0,2 4-425 0,-1-5 188 15</inkml:trace>
  <inkml:trace contextRef="#ctx0" brushRef="#br0" timeOffset="205723.41">23487 9653 88 0,'0'0'148'0,"0"-5"-5"16,0 5-13-16,0 0-14 0,0 0-9 0,0 0-11 0,0 0-5 0,0 0-16 16,0 0 3-16,0 0-21 0,0 0-5 0,0-7-6 15,0 7-9-15,0 0 0 0,0 0-15 16,0 0-5-16,0 0-3 0,0 0-5 0,0 0-2 16,0 0-1-16,0 0 6 0,0 15-11 0,-2-11 3 0,2 1-7 15,-2 2 9-15,0 3-2 0,-2 1-3 0,3 1-5 16,-3 4-5-16,1 0 19 0,-2 8-9 0,-1 4-1 0,-3 0-4 15,0 2 5-15,1 4 1 0,-7 9 0 0,1 3-7 16,-6 1 2-16,0-3 8 0,-1 3-9 0,0-5 10 16,6-8 0-16,0-4-10 0,-2 0 8 0,2 3-2 15,-1-5 1-15,-3 0 0 0,5-4 0 0,1-7 11 16,3 0-17-16,-3-1 1 0,4-2 7 0,2-5 1 16,0 1-1-16,-2 0 4 15,4-5-7-15,1 1 16 0,0 0 13 0,1-4 24 16,-1 1 18-16,4-3 13 0,-4 2-4 0,4-2 0 15,0 0-20-15,0 0-8 0,-4-7-5 0,4 7-10 16,5-13 1-16,0 6-7 0,0 0-1 0,3 0-7 16,2 2-4-16,3-3-3 0,-3 1-4 0,3 4-1 15,0 0-6-15,5 0-3 0,-3 3 3 0,-1 4-7 16,4-1-1-16,0 6 1 0,-1 0-2 0,-1 4 1 0,1 0 0 0,2 8-6 16,-4 3 3-16,-1 2-11 0,0-1-1 0,-5 6-2 15,-1 4 4-15,0-1 3 0,-7 1-3 0,4 12 7 16,-10-9-2-16,4-2-3 0,-2-1 1 0,-2 2-1 15,1-6 2-15,-1-1 1 0,-3-1-3 0,0-2 2 16,1-2-2-16,1-4 7 0,1-4-4 0,-2 0 4 16,4-3 4-16,-1-3-8 15,1 0-10-15,0-4 6 0,2 1 1 0,2 0 3 16,-1-4 13-16,3 2 9 0,2 0 10 0,3-1 6 16,3-1 0-16,2-1-4 0,5-1-2 0,1 1 3 15,-1-2-3-15,5-1-2 0,-3 0-1 0,0 2 0 16,-1-4-7-16,-8 2 1 0,3 2 1 0,-2-2-6 15,-2 0-1-15,-2 0 1 0,-1 0-3 0,-1 0-3 16,1 0 8-16,-7 0-4 0,10 0-5 0,-10 0-4 0,4 1-21 0,-4-1-25 16,0 0-30-16,8 0-31 0,-8 0-41 0,0 0-175 15,1-7-353-15,2 3 156 0</inkml:trace>
  <inkml:trace contextRef="#ctx0" brushRef="#br0" timeOffset="206757.27">23992 10193 45 0,'0'0'78'0,"0"-5"1"0,0 5-8 15,-1-6-10-15,1 6 21 0,1-6-9 0,-1 3 1 16,0 3-4-16,1-6 1 0,-1 3 1 0,0 3-11 16,5-7 3-16,-5 5-5 0,4-2-11 0,-1 0 3 15,1 1-15-15,2 2 2 0,-1 0-9 0,4-2-3 16,-4 1-1-1,4 0 2-15,-1 0-3 0,-3 2-9 0,5 0-1 0,-1 0 2 16,4 2-5-16,-7 0 0 0,3 1 1 0,3 1-4 16,-2 3-2-16,0 1-1 0,-1 1-2 0,1 4 2 15,-1 1-1-15,-2 2 1 0,0 4 2 16,-3 5-2-16,0 0-5 0,-5 3 2 0,-2-2 0 0,-3-1 3 16,-1 0 2-16,-3 1-9 0,1-2 5 0,-2-2-5 15,2-5-3-15,-4-1 7 0,4-3-10 0,1 0 9 0,1 0-5 16,-2-2 8-16,1-5-4 0,3 3-1 0,0-2 1 0,-2-2 4 15,5 0-1-15,-2 1-3 0,0-5 8 0,3 0 13 16,-3 4 22-16,4-5 18 0,-2 2 19 0,2-2 14 16,0 0 15-16,0 0 10 0,-3 3 9 15,3-3-2-15,0 0-11 0,0 0-11 0,0 0-11 0,0 0-10 16,5-18-13-16,-4 9-6 0,6-3-15 0,0-4-9 0,1-1-5 16,5-8-19-16,2-1-18 0,5-3-10 0,-1-2-7 15,10-10-4-15,0 3-5 0,-4 9 4 0,0 1 0 16,-2 0 2-16,0-1 2 0,3 3 6 0,-6 2-3 0,2 3 7 15,-2 1 0-15,-5 7 2 0,-2-2 0 0,-2 4 4 16,-1 1 10-16,-2 5-2 0,-1-2-2 16,-3 5 0-16,1-3-4 15,0 0-14-15,-1 4-10 0,-4 1-3 0,0 0 5 0,0 8 0 16,0 4 1-16,-9 3 10 0,0 7-4 16,-5 3-1-16,-1 3 5 0,1 3 2 0,-4 1-3 15,-8 11-1-15,11-11 2 0,0-1 4 0,-1-2 0 16,6-1 0-16,-4-2 4 0,6-2-6 0,4-5 3 0,1-2 3 15,0-4-1-15,2 3 3 0,2-6 2 16,3-1 7-16,2 0 17 0,2-1 9 0,9 2 6 0,3-1-4 0,11-4-1 16,1-1-2-16,1 0-6 0,5-1-4 0,-6-4-15 15,5 2-37-15,-3-4-32 0,-2 0-58 0,-2-1-64 16,-2-2-174-16,-1-5-390 0,0 0 173 0</inkml:trace>
  <inkml:trace contextRef="#ctx0" brushRef="#br0" timeOffset="207512.27">24670 9762 92 0,'0'0'164'15,"6"-2"-11"-15,-6 2-13 0,11 0-17 0,-7-3-12 16,6 6-12-16,-10-3-12 0,17 0-6 0,-7 5-11 0,-1-1-12 0,0-1-6 16,1 2-2-16,-1 4-7 0,0-4-4 0,-2 5-4 15,-1 0-5-15,-1 0-5 0,-1 2 0 0,-2-1-2 16,1 6 1-16,-6-4-9 0,2 2-3 0,-3-1 1 16,0 2 2-16,-4-2-4 0,1 2 3 0,2-6-8 15,-1-1 4-15,0-1-3 0,0-1 3 0,4 0-9 16,-2 0 7-16,-3-3-6 15,6 1 8-15,-3-1-4 0,3-3-4 16,-2 3-2-16,2 0 7 0,-4-1 11 0,5-3 15 0,0 0 13 16,0 4 6-16,0-4 5 0,0 0 2 0,-4 2 2 15,4-2 3-15,0 0 7 0,0 3-6 0,0-3 0 16,0 0-4-16,0 0-3 0,0 0-3 0,22 0-2 16,-12 0-4-16,11-3-2 0,7-1-10 0,1 2 0 15,7-2 0-15,1 3-3 0,-4-2-2 0,3-1-4 0,-4 1-4 16,-10 2 0-16,-1 0-4 0,-2-3 0 0,-6 3-3 0,1 0 0 15,-5-1-2-15,-2 2 0 0,-1 0-2 0,0 0-3 16,-6 0-3-16,9 0 0 0,-9 0-3 0,9-3 3 16,-9 3-19-16,0 0-11 0,0 0-13 0,0 0-15 15,0 0-24-15,0 0-19 0,0 0-28 0,0 0-34 16,-9 11-35-16,5-9-181 16,4-2-403-16,-1 4 178 0</inkml:trace>
  <inkml:trace contextRef="#ctx0" brushRef="#br0" timeOffset="208361.24">25317 9555 42 0,'0'5'59'0,"0"1"-4"0,0 6-4 0,0 0-7 15,3 3-6-15,-1 4 0 0,2 1-2 0,1 8 2 16,2 1-3-16,0 1-1 16,2 1-3-16,1 5-7 0,-1-2 0 0,4-2 3 15,6 11 2-15,-7-9 2 0,3-5-8 0,-2 1-5 16,2-4-1-16,-2-3-2 0,1 0-1 0,-4-9 2 15,1 0-6-15,-3-2 12 0,1-2-2 0,-1-2 2 16,1 0 12-16,-3-3 14 0,-1-1 14 0,3-2 25 0,-4-1 7 16,1-1 7-16,-5 0-9 0,10-3-4 15,-6-2-4-15,-3 0-16 0,3-2 1 0,-4 0-11 0,3 1-7 0,-6-3-3 16,3 0-9-16,0 1-7 0,0 1-1 0,-5-3-5 16,5 5 1-16,-4-3-7 0,0 3-3 0,-2-1-5 15,1 4 0-15,1-2-10 0,-1 3 7 0,-3-2-3 16,2 3-4-16,6 0-2 0,-20 4 2 0,8 1-2 15,2 3-5-15,0 0 1 0,-2 5 2 0,1 2 0 16,-2 7-1-16,4-4-4 0,-4 6 7 0,5 4-2 0,1 2 2 0,3 0-4 16,0 3-1-16,3-2 1 0,1 0-9 0,5 3 6 15,-1-1 6-15,0 0-3 0,7 0 5 0,-2-1 0 16,4-3-2-16,1 2-4 0,-1 1 10 0,3 0 2 16,2-1 2-16,0 1 2 0,1-1-2 0,-5-2-1 15,4-1-1-15,-4 2 1 0,3-1-1 0,-7-4-1 16,-1 2-6-16,0-4 5 15,-4-3-4-15,-5 1 2 0,-1-2-7 0,-3 0 0 16,-5-1 2-16,-4 4 4 0,-7 1 1 0,-8-4-2 16,-18 3 4-16,-5 3-9 0,-6-7-23 0,-31 6-54 15,0-6-91-15,-3-10-123 0,22-6-321 0,4-5 142 16</inkml:trace>
  <inkml:trace contextRef="#ctx0" brushRef="#br0" timeOffset="212741.01">10524 14222 101 0,'0'0'104'0,"0"0"-2"16,-4-3 0-16,4 3 1 0,0 0-4 0,0 0 10 0,0 0-24 16,0 0 1-16,0 0-9 0,0 0-4 0,0 0-6 15,0 0-7 1,0 0 1-16,0 0-7 0,0 0-6 0,0 0-5 16,0 0-3-16,0 0 3 0,0 0-12 0,0 0 2 15,10-3-7-15,0 1-2 0,6 0-7 0,4-1 2 0,8 0 4 16,6-2-3-16,1 4-10 0,1-2 2 15,2 1 3-15,-2-1 3 0,-3 0-7 0,2-1-2 16,-4 3 0-16,-3 0-3 0,-9 1 4 0,0 0-15 16,-6 0-11-16,-3 0-27 0,1 1-35 0,-3 0-13 0,-1 1-11 0,-5 0-33 15,-2-2-79-15,0 0-231 0,-9 6 103 0</inkml:trace>
  <inkml:trace contextRef="#ctx0" brushRef="#br0" timeOffset="213173.43">10494 14404 107 0,'0'0'150'0,"0"0"-11"16,0 0-17-16,0 0-13 0,18-2-13 0,-4 1 3 15,8-2-15-15,11 2-12 0,3-3-5 0,4 2-12 16,13 0-4-16,2-1 5 0,-1 2-3 0,-3 0-5 0,-13 0 1 16,2 0-2-16,-6-2-6 0,-2 3-8 0,-1 0-5 0,-9 0-1 0,-4 0 0 15,-4 0 5-15,-4 0-13 0,-2 0 3 16,-2 0-9-16,0 0 6 0,-6 0-3 0,11 0 0 16,-11 0-2-16,6 0-5 0,-6 0-16 0,0 0-17 15,0 0-22-15,0 0-18 0,0 0-54 0,0 0-126 16,0 0-264-16,-27-3 117 0</inkml:trace>
  <inkml:trace contextRef="#ctx0" brushRef="#br0" timeOffset="214075.42">13032 13511 155 0,'0'0'185'0,"0"-4"-19"15,0 4-3-15,0-6-13 0,0 6-18 0,0 0-15 16,3-3-18-16,-3 3-10 0,0 0-15 0,0 0-12 0,0 0-17 0,0 0-12 15,0 0 2-15,0 13-3 0,-3-3-4 0,3 1-5 16,-2 7-5-16,-1 0 3 0,2 1-4 0,-2 6-1 16,1-5-9-16,2 6 4 0,-3-1 0 0,3-7-5 15,0 2 1-15,0-1 4 0,4 2-7 0,-4-10-3 16,1 7 4-16,-1-5 2 0,0-4-5 0,0 1 8 16,0 0 0-16,0-3-8 15,0-1 3-15,3-1 1 0,-3-1 0 0,0 0 2 16,0 0-2-16,0-4 4 0,1 4 2 0,-1-4-18 15,-1 5-22-15,1-5-25 0,0 0-32 16,1 2-19-16,-1-2-42 0,0 0-86 0,-9 3-249 0,9-3 111 16</inkml:trace>
  <inkml:trace contextRef="#ctx0" brushRef="#br0" timeOffset="214714.09">12235 14137 82 0,'0'0'132'0,"0"0"-7"0,0 0-8 16,0 0-5-16,0 0-10 0,0 0-3 0,0 0-9 16,0 0-8-16,0 0-2 0,0 0-9 0,0 0 2 15,0 0-7-15,0 0-8 0,0 0-2 0,0 0-8 16,0 0 2-16,0 0-9 0,0 0 0 0,0 0-7 0,0 0 0 15,0 0-2-15,0 0-6 0,0 0 2 0,0 0-9 0,0 0-2 16,0 0-1-16,0 0-4 0,0 0 2 16,0 0 1-16,0 0 6 15,0 0-7-15,0 0-2 0,0 0-1 0,0 0 1 0,0 0-2 0,0 0-4 16,0 0 0-16,0 0-2 0,0 0 1 0,0 0 1 16,19-3-5-16,-8 1 6 0,8 0 4 15,8 0-2-15,5-3-4 0,4 1 6 16,22-3 0-16,4 0 3 0,34-5 6 0,4 0-1 15,16 0 7-15,8 5-4 0,6-5-3 0,3-3-3 0,3 8 2 16,2-3-2-16,1 0-3 0,-1 2-2 0,0 0-1 0,-10-2 0 16,-7 0-3-16,-1 1 0 0,-6 1-1 0,-7-1 1 15,-8 1-2-15,-7-1 2 0,-30 6-4 16,0-2 1-16,-6 1 0 0,-2 1 1 0,-19 0-6 0,-4-2 1 16,-8 3 4-16,-1 0-2 0,-9 0 5 0,-3 2 18 15,2 0 10-15,-4-3 5 0,-1 3-8 0,-1 0-3 16,0-1-6-16,-1-2-3 0,-5 3-25 0,7-1-29 15,-7 1-33-15,0 0-42 0,0 0-23 0,6 5-8 16,-7-2-16-16,-5 1-140 0,0-1-321 0,0 1 141 16</inkml:trace>
  <inkml:trace contextRef="#ctx0" brushRef="#br0" timeOffset="-214103">12681 14525 23 0,'0'0'154'0,"1"-7"-8"0,-1 3-8 0,1 2-1 15,-1-3-15-15,1 0 7 0,-1 5-13 0,0-7-2 16,-1 3-6-16,2 0-4 0,-1 4-10 0,0-7-9 16,0 7-10-16,2-1-7 15,-2 1-9-15,0 0-7 0,2-4-10 0,-2 4-8 16,0 0-17-16,0 0-16 0,0 0 2 0,0 0-6 16,0 0-2-16,3 15 5 0,-4-5-2 0,1 2-10 15,1 2 9-15,-1 6-2 0,-3 1 1 0,2-2 2 16,1 6 3-16,0-2-5 0,-1-6 1 0,2 3-1 15,-1-2 6-15,0-2-5 0,0 1-2 0,0-5 7 16,-1-1-1-16,2-2 3 0,-1-1 2 0,0-1-4 0,0-2 10 0,0 0 6 16,1-1 0-16,-1-1-6 0,0-3 2 0,0 6 10 15,0-6-9-15,-2 3 0 0,2-3-5 0,0 0 2 16,-2 5-1-16,2-5-11 0,0 0-27 16,0 0-58-16,0 0-39 0,-11-8-162 0,6 6-308 0,1-5 137 15</inkml:trace>
  <inkml:trace contextRef="#ctx0" brushRef="#br0" timeOffset="-213733.03">12602 14403 18 0,'0'0'183'0,"-2"-5"-15"0,2 5-18 15,0-5-22-15,0 5-10 0,8-2-9 0,1 2-14 16,0 0-6-16,2 0-8 0,3 6-5 0,6-2-5 16,1 0-6-16,7 8-7 0,3-1-1 0,-3 2-6 15,0 3-6-15,3 0-3 0,-3 2-4 0,0 3 2 16,-4 1-14-16,-1 1 2 0,-1 3-6 0,-3-2-3 0,-5 2 2 0,0 0-2 16,-6 1-5-16,-4-8-2 0,-3 1-1 0,-1-3 2 15,-5 5-2-15,-4 1 1 0,-9-2-2 0,3-7 11 16,-7 3-5-16,-3-2-1 0,-1-1 5 0,1-3-3 15,-1-3 1-15,8-1 4 0,-1-1-1 0,-3-2-2 16,8 1-2-16,1-1-1 0,3-1-3 0,1-1-1 16,1-1 0-16,2 1 4 15,1 0-1-15,1-1-2 0,4-1-6 0,-8 0-25 16,8 0-46-16,0 0-43 0,12-8-41 0,-1 4-162 16,7-4-334-16,3-2 148 0</inkml:trace>
  <inkml:trace contextRef="#ctx0" brushRef="#br0" timeOffset="-213231.73">13418 14712 110 0,'-4'-1'107'0,"4"1"-4"0,0 0-8 16,0 0-1-16,-8-3-4 0,8 3-1 0,0 0-9 15,0 0 10-15,0 0-1 0,0 0 0 0,0 0-2 0,0 0-4 0,0 0 2 16,0 0-13-16,0 0 0 0,0 0-10 0,-6 4-4 15,6-4-9-15,0 0-4 0,0 0-2 0,0 0-5 16,0 0-3-16,0 0-4 0,0 0-5 0,0 0-1 16,0 0-3-16,0 0-5 0,0 0 3 0,0 0-3 15,0 0-11-15,0 0 12 0,0 0 1 0,0 0 0 16,0 0 3-16,0 0-2 0,0 0 2 0,0 0-2 0,0 0-2 16,0 0-4-16,0 0 0 0,26-5-4 0,-10 2-4 15,4 1 2-15,10-3-2 0,4 1 1 0,2-2 0 0,4 2 1 16,-2 0-7-16,3 0 2 0,-5-2 0 0,2 4 3 15,-2-1-4-15,-6 1-1 0,-1-1 3 16,-9-1 2-16,-3 3 2 0,-3-1-6 0,-2 1 2 16,-2 0 1-16,-4 1-2 15,1-3 3-15,-4 3-2 0,-3 0-2 0,8-2-14 16,-8 2-27-16,4-3-20 0,-4 3-35 0,0 0-16 16,-8-6-18-16,8 6-25 0,-10-2-119 0,4-2-295 15,-1 3 130-15</inkml:trace>
  <inkml:trace contextRef="#ctx0" brushRef="#br0" timeOffset="-212630.14">14126 14396 98 0,'15'1'96'0,"-3"3"-2"0,2-1-16 16,1 1 5-16,-1 3-14 0,-2 0-17 0,4 1 1 16,-3 3-26-16,-4-2 18 0,1 4-12 0,-3 2 2 15,-1-5-13-15,-2 7 5 0,-3-3-7 0,-5 6 1 16,0-1 0-16,-1-2 4 0,0 3-11 0,-9 1 5 0,-3 0 2 0,0-1-17 16,3-5 18-16,-4-2-5 0,1-1 10 0,0-1-12 15,1 1 11-15,-1-2 1 0,2-1-1 0,5-3 3 16,-1 0-7-16,4 0-8 0,-1-2 1 0,3-2 4 15,1 1 6-15,2-1 9 0,-1 0 12 0,-2 1 10 16,3-1 8-16,2-2 9 0,0 0 10 0,-3 5-5 16,3-5 6-1,10 0 1-15,-10 0-15 0,22-2-2 0,-3 0-6 0,4 1-3 16,5 0-5-16,3 0-1 0,-2-4-8 0,-1 1-3 16,4 1-4-16,-5 1-5 0,-9 0-2 0,4 2-5 15,-7-3 0-15,-1 3-3 0,0-2-4 16,-2 2 1-16,-2 0-1 0,-4-2 2 0,1 2 0 15,-1-1-2-15,-6 1 1 0,9 0-4 0,-9 0-1 0,8-1 3 16,-8 1-11-16,5-1-8 0,-5 1-18 0,0 0-23 0,0 0-8 16,6-5-17-16,-6 5-31 0,0 0-48 0,-4-5-57 15,4 5-138-15,-6-5-369 0,1-2 164 0</inkml:trace>
  <inkml:trace contextRef="#ctx0" brushRef="#br0" timeOffset="-212313.94">14596 14318 106 0,'19'20'129'0,"3"1"-3"0,0 5-7 0,1 2-8 16,6 9-6-16,-10-7-10 0,8 13-3 0,-5 2-15 15,-11-13-5-15,-2 1-9 0,-2 1-2 0,-3 0-7 16,-4-2-6-16,-6 1-3 0,-5-2 2 0,-4 1-7 0,-6-3-7 16,-3 0-3-16,-3-5-16 0,-5 1-21 0,-11 1-29 15,-6-3-59-15,-11 0-127 0,0-8-240 0,-5-6 107 16</inkml:trace>
  <inkml:trace contextRef="#ctx0" brushRef="#br0" timeOffset="-211797.01">12170 14379 141 0,'1'-3'118'0,"-1"3"-11"0,0 0-9 16,0 0-13-16,-3 14-14 0,1-2 3 0,-5 5-12 15,0 6-5-15,-1 5 2 0,-1 2 0 0,-1 6 13 16,-2 11-13-16,6-1-1 16,-2-11-4-16,2 3-4 0,6 8 2 0,0-14-11 15,6 3-1-15,2-3 1 0,2-2-1 0,8 1-16 16,6-3 0-16,16 2 1 0,7-3-5 15,8-6 6-15,8-1-3 0,25-2-49 0,4-5-77 16,0-7-140-16,-29-4-261 0,-1-5 116 0</inkml:trace>
  <inkml:trace contextRef="#ctx0" brushRef="#br0" timeOffset="-210208.97">14973 14247 11 0,'0'0'185'16,"0"-6"-7"-1,0 6-6-15,0-5-2 0,0 5-4 0,0-6-11 16,0 6-10-16,3-6-3 0,-2 4-16 0,-1 2-10 0,0-5-12 16,0 5-10-16,6-3-4 0,-3 1-16 0,1-1-9 15,-4 3-9-15,9-3-5 0,-4 2-6 0,0 1-11 16,2-1 1-16,3 1-5 0,0 1-2 0,0 1-7 16,0 0-2-16,0 5-1 0,3-4 1 0,-1 4-4 15,-2 2-10-15,0-3-1 0,-1 6-1 0,0 0-3 0,-1 0 5 0,-2-2-6 0,-1 3 0 16,-4-1-1-16,2 4 0 0,-3-4-1 15,-3 4 7 1,1 0-8-16,-5-3-2 0,2-2 4 0,-3 1-1 16,-1 0 1-16,-2 2-1 0,-1-7 2 0,3 2 0 15,-2-1 0-15,0 0-2 0,2-3 3 0,1 3 1 16,1-4-1-16,2-2 0 0,-1 4-1 0,1-4 1 16,3 0 3-16,-2 0 3 0,4-2 8 0,-5 3 0 0,5-3 6 15,-4 4 3-15,4-4 5 0,0 0-5 0,0 0 2 16,22 0 0-16,-5-3-8 0,1 2-2 0,4-2-2 15,8 1 1-15,-4-2-3 0,5 3 1 16,-8-1-4-16,-2 1 0 0,7-2-2 0,-9 4 2 0,-3-2-5 0,-3 1 5 0,-1-1-4 16,-5 1-2-16,2 0 4 0,-4 0 3 0,-5 0-4 15,13 0 1-15,-13 0 8 0,6-3-2 0,-6 3 1 16,6 0-4-16,-6 0 1 0,0 0-3 0,6 0-11 16,-6 0-18-16,0 0-26 0,0 0-24 0,0 0-25 15,0 0-25-15,0 0-34 0,6-1-34 0,-6 1-150 16,0 0-369-16,4-6 163 0</inkml:trace>
  <inkml:trace contextRef="#ctx0" brushRef="#br0" timeOffset="-207348.3">16084 13156 37 0,'1'-2'117'0,"-1"2"-8"0,0-6-9 0,0 6-2 15,1-3-4-15,-1 3-4 0,0 0-1 0,0 0-11 16,0-5-12-16,0 5 3 0,0 0-4 0,0 0-7 15,0 0-4-15,0-5-3 0,0 5-8 0,0 0-2 16,0 0-3-16,0 0-13 0,0 0-2 0,0 0 1 16,0 0-3-16,0 0-6 0,0 0-5 0,0 0 2 15,0 0-5-15,0 0-8 16,0 0-8-16,0 0-12 0,0 0 6 0,0 0 2 16,-1 19 0-16,0-9 5 0,-3 2-8 0,0 3 6 15,-1 4-2-15,1 8 0 0,-5 2 4 0,5 2-3 16,0 1 1-16,-1 2 1 0,-4 2 21 0,3 10-18 15,-2-10-2-15,3-1 2 0,-4 0 4 0,0-1-5 16,-2 12 2-16,1-11 4 0,-1-5 5 0,2 3-9 16,-3-3 5-16,1-3 3 0,0 0-4 0,-2-3 3 0,1 0-1 15,0-7-1-15,0-2 2 0,1-1 0 0,-2 0-3 0,4-4 4 16,0-2 1-16,-1-1 8 0,1 2 2 0,1-6 8 16,3 1 10-16,-2-1 12 0,4 0-1 0,3-3 2 15,-8 0-3-15,8 0-5 0,0 0 2 16,-4-7-6-16,4 7 0 0,4-8-11 0,1 1 1 0,3 4-3 15,1-2-3-15,1 1-3 0,-1-1 0 0,5 2-4 0,-2 0 4 16,2 2-7-16,-1 1-2 0,-2 4-2 0,7-1-1 16,-3 4 1-16,-1 1 1 0,2 5-4 0,0-1-3 15,-3 3 2-15,6 5 0 0,-4 4 3 0,1 0-10 0,-6 5 9 16,0 0-3-16,-3 2-4 0,-3 2-2 0,-3-1 4 16,-5 3-1-16,0 1 0 0,-10 7 5 15,4-11 0-15,-3 2 2 16,0-5 0-16,3 1 2 0,-3-4 3 0,4-2-3 15,0 0 3-15,4-4-1 0,0-5 5 0,0-2 2 16,3-2 1-16,-2-2 8 0,4-1-1 0,-2-1 5 16,4-1 18-16,-1 2 13 0,3-5 9 0,7 2 0 15,0-3-4-15,6 0-8 0,5-2-2 0,10-2-5 16,0 0-5-16,4-4-8 0,-3 0-36 0,4 1-53 16,0-5-65-16,-1 3-82 0,2-2-141 0,10-11-371 0,-14 5 164 0</inkml:trace>
  <inkml:trace contextRef="#ctx0" brushRef="#br0" timeOffset="-206568.41">16583 13644 67 0,'3'-4'125'0,"-3"4"-14"0,6-4-14 0,-1 2-9 0,0 0-10 16,0-1-7-16,3 3 6 0,-8 0-30 0,14 0 4 16,-5 2-7-16,0 2-8 0,1 0-1 0,-2 1-11 15,1 1 0-15,-3 2-5 0,3 6 8 16,-4-2-15-16,3 5 8 0,-5 3-1 0,-1 6-10 0,-3 1 3 16,0-2-2-16,-6 3 0 0,2-4 3 0,-4 5-10 0,-5-4 5 15,5-1 6-15,-5 2-8 0,-1-6-3 0,4-3-1 16,0-1 4-16,1 0 4 0,1-3-1 0,-1-3-7 0,3-3 0 15,-1 3 6-15,3-7-2 0,0 2 13 0,3-2 26 16,-1 2 25-16,1-2 26 0,2-3 28 0,-4 3 25 16,4-3 15-16,-3 2-18 0,3-2-13 15,0 0-17-15,11-11-13 16,-4 3-5-16,2 1-12 0,3-8-9 0,2 1-7 16,4-6-12-16,-1-3-4 0,1 3-5 0,4-4-7 15,-3 0 2-15,-1-1-16 0,0-1 0 0,1 5-3 16,-9 4-4-16,2 1-2 0,-1 1 0 0,-3 4-2 15,-1 3-3-15,-2 1 0 0,-1-1-6 0,-1 4-3 16,1-1-3-16,-1 0-8 0,-2 2-28 0,-1 3-1 16,0 0-1-16,0 0 3 0,0 0 5 0,-4 15-1 0,-1-5 6 0,-1 5 2 15,-1 2-1-15,3 3 1 0,-1-1 1 0,3 5 6 16,-1-5-1-16,3 2 2 0,0-3 1 0,4-1 4 16,0 2 1-16,2-2 0 0,5 0 2 0,6 2 3 15,-1-4-14-15,8-1-31 0,4-2-52 0,0-4-75 16,3-1-230-16,-3-6-437 0,3-2 194 0</inkml:trace>
  <inkml:trace contextRef="#ctx0" brushRef="#br0" timeOffset="-205960.57">17033 13401 77 0,'0'0'129'0,"8"0"-17"0,-8 0-9 16,10 0-9-16,-4 3-13 0,-1-2-12 0,3 3-6 0,0 0-8 15,-2 1-7-15,-1-1-9 0,3 4-2 0,-3 2-7 16,1 0 2-16,-2 1-6 0,1 1 4 0,-5-1-11 16,0 1 4-16,-1 4-1 0,-3 0-1 0,0-5-8 0,-2 1-3 15,-2 3-3-15,-1-1 8 0,0 0-4 0,1-6 8 16,1 2 4-16,-1-4-1 0,3 2 3 0,-1-5 6 16,1 3 4-16,1-2 10 0,3-2 11 0,-2 1 17 15,1-1 8-15,2-2 12 0,-4 4 4 0,4-4 5 16,0 0-11-16,0 0-6 0,15-1-8 0,4-2-11 15,2 1-4 1,8-3-8-16,2 1-4 0,1 0-5 0,0 0-2 16,1 1-9-16,3-3-1 0,-4 5-5 0,-2-2-2 15,0 1-4-15,-10 1-1 0,-7-1-4 0,-1 2 2 0,-1 0-5 16,-3 0-3-16,-2-2-9 0,-1 2-18 0,-5 0-17 16,8-3-19-16,-8 3-26 0,0 0-41 15,0 0-25-15,0 0-43 0,-28-2-154 0,16 2-367 16,4-1 163-16</inkml:trace>
  <inkml:trace contextRef="#ctx0" brushRef="#br0" timeOffset="-205058.35">17585 13100 19 0,'4'30'65'0,"0"1"-3"0,1 1 0 0,-3 2-3 0,6 0-3 15,5 12-2-15,-2-13-4 0,0-1-4 0,4 0 1 16,0-3-2-16,2-1-2 0,-1-3 1 0,6-3 0 16,-3 0-8-16,-2-1 0 0,-3-6-10 0,-1-1 4 15,1-6-4-15,-3 4 4 0,-2-6 5 0,3 0 4 16,-3-2 11-16,-3-3 7 0,1 0 10 0,0-1-3 16,-1 0-4-16,1-1 0 15,-2-2-7-15,2-2-2 0,-4 0-12 0,1 1 3 16,-1-3-6-16,-1-1-4 0,-1 3-2 0,1-4-3 15,-2 4-8-15,-2-3 1 0,0 1-4 0,1 2 4 16,-3-2-10-16,-1 2-6 0,1 1 4 0,-3 1-5 16,0 1 3-16,-2-1 3 0,0 2-9 0,-1 1 1 15,-3 0 0-15,0 2 0 0,2 2-3 0,-3 1 4 16,-3 0-5-16,-1 4 0 0,5 3-3 0,-2-2 1 0,0 2-3 16,-2 3 3-16,5 1 1 0,-1-1 1 0,0 7-6 0,-3 2 7 15,5 3-1-15,3 3-3 0,1 0-2 0,3 2 3 16,2 2 1-16,1 13 4 0,5-1-5 0,5 2-1 15,1-2 15-15,0 1 4 0,4-1-2 16,-1 0 1-16,2 0-6 0,-4-10 2 0,9 9 1 16,-2-2-1-16,1 3 2 0,-7-12-3 0,-1 10 1 0,2 2-2 0,0 2 0 15,-9-1 0-15,1 0-3 0,-1 2 6 0,-4-13-5 16,-2 9-1-16,0-8 2 0,-2-4 0 0,-5 4-3 16,0-5-2-16,-5 2 0 0,-4-7 3 0,-5 3-12 15,-2-3 3-15,-12 7-1 0,-8-5 6 0,-10-4-1 0,-33 8 3 16,-1-6-5-16,-4-5-36 0,-5-5-84 15,-11-8-146-15,-3-4-292 16,-2-7 130-16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4-25T06:37:08.385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4352 2094 104 0,'0'0'127'0,"0"0"12"16,0 0-19-16,0 0 1 0,0 0-9 0,0 0 2 15,0 0-12-15,0 0-8 0,0 0-4 0,0 0-6 16,0 0-7-16,-4-5-7 0,4 5-7 0,0 0-3 16,0 0-7-16,0 0-5 0,0 0-5 0,0 0 3 15,0 0-12-15,0 0-4 0,0 0-2 0,0 0-1 0,0 0-3 16,0 0-1-16,0 0-4 0,0 0-7 0,0 0 4 16,0 0 1-16,0 0-4 0,0 0-4 0,0 0-1 15,0 0-5-15,0 0 3 0,0 0-3 0,0 0 3 16,0 0-2-16,0 0-3 0,0 0 3 0,0 0-4 15,0 0-2-15,0 0 6 0,0 0 1 0,0 0-9 16,0 0 9-16,20 3-13 16,-9-1 5-16,0 1 2 0,6-2 7 0,4-2 1 15,9 1 0-15,-1 1-1 0,3-2 1 16,-1 2 5-16,1-1-3 0,-3 0 5 0,2-4 9 0,-2 7 5 16,-1-6 4-16,-5 1 6 0,-5 4 1 15,3-2 1-15,-6-2 5 0,-1 2-2 0,-1 0-1 16,-4 0-6-16,-2 0 1 0,-1 0-7 0,-6 0-1 0,10 0-1 15,-10 0-2-15,10 0-4 0,-10 0 1 0,0 0-4 0,6 0-2 16,-6 0-19-16,0 0-17 0,0 0-20 0,0 0-27 16,0 0-30-16,0 0-37 0,11-1-22 0,-11 1-14 15,0 0-154-15,0 0-350 0,0 0 156 0</inkml:trace>
  <inkml:trace contextRef="#ctx0" brushRef="#br0" timeOffset="616.79">4422 2338 101 0,'0'0'169'0,"0"0"-5"0,0 0-15 15,-1 3-3-15,1-3-13 0,0 0-7 0,0 0-13 16,0 0-4-1,0 0-9-15,0 0-2 0,0 0-2 0,0 0-3 0,0 0-4 0,0 0-8 16,0 0-8-16,14 0-7 0,-4 1-7 0,8-4-6 16,4 2-3-16,7-1-4 0,3 0-8 0,5-1-3 15,0-1-4-15,2 2 6 0,0 1-7 0,-2-2 0 16,-5-1 0-16,4 0 3 0,-2 1 7 0,-4 0 4 16,-10 3 4-16,-1-4 2 0,-6 4 1 0,0-1 1 15,-3 1-7 1,-1-1-2-16,-5 1-4 0,-4 0-3 0,11 0-2 0,-4-1-3 15,-7 1-3-15,5 0 0 0,-5 0-10 0,0 0-8 16,8-2-12-16,-8 2-21 0,0 0-32 16,0 0-33-16,0 0-30 0,0 0-57 0,0 0-65 15,0 0-139-15,0 0-412 0,0 0 183 0</inkml:trace>
  <inkml:trace contextRef="#ctx0" brushRef="#br0" timeOffset="1318.29">5898 1876 61 0,'0'-7'313'0,"0"5"-8"15,0 2-3-15,-4-7-10 0,4 7-6 0,0-8-8 16,0 8-14-16,-1-4-5 0,1 4-21 0,0 0-30 0,0 0-16 0,-4-5-24 16,4 5-8-16,0 0-30 0,0 0-19 0,0 0-25 15,0 0-24-15,0 0-38 0,-3-1-27 0,3 1-17 16,0 0-6-16,0 0 2 0,2 16-2 0,-1-7 4 15,-1 4 2-15,3 3 12 0,-2 1-5 0,0 1 1 16,2 0 3-16,-1 2 4 0,0-1 0 16,-1-2 1-16,3-1 0 0,-3-1 1 0,1-3 0 15,1 0 2-15,-2-3 0 0,-1-1 1 0,2 0 3 0,-1-2-4 0,0 0 5 16,0-2-6-16,-1-4 7 0,2 8 5 0,-2-8-3 16,0 6-2-16,0-6-1 0,2 5 6 0,-2-5-18 15,0 0-23-15,0 0-31 0,0 0-42 0,0 0-38 16,0 0-50-16,0 0-82 0,0 0-187 0,0 0-498 15,0 0 220-15</inkml:trace>
  <inkml:trace contextRef="#ctx0" brushRef="#br0" timeOffset="1819.7">5530 2287 121 0,'-3'1'115'16,"3"-1"2"-16,0 0-15 0,0 0-6 0,-6 3-12 15,6-3-3-15,0 0-8 0,0 0-7 0,0 0-7 16,0 0-6-16,0 0 8 0,0 0 12 0,0 0 13 16,0 0 7-16,14 6-7 0,0-6-3 0,9 1-6 0,9-2-6 0,23-1-4 15,0-5 3-15,6 9 2 0,30-7-2 0,2 2-6 16,-30 1 2-16,29-7-12 0,-28 8 3 0,-2-5-7 15,0 1-1-15,-5 2 4 0,-2 0 3 16,-14 1 1-16,0-2 4 0,-4 1 4 0,-1 1 3 16,-5-1 1-16,-10 3-3 0,-2-2 6 0,-1-1-3 15,-5 4 4-15,-4-4 0 16,-3 2 0-16,2 0 3 0,-8 1 0 0,0 0 5 16,13 0-4-16,-13 0 0 0,5 0-15 0,-5 0-9 15,0 0-11-15,8-3-19 0,-8 3-26 0,0 0-23 16,0 0-28-16,0 0-41 0,0 0-52 0,0 0-56 15,-16 9-80-15,16-9-189 0,-14 3-510 0,14-3 226 16</inkml:trace>
  <inkml:trace contextRef="#ctx0" brushRef="#br0" timeOffset="6083.85">5626 2298 16 0,'0'0'79'0,"0"0"-3"0,0 0-4 0,0 0 4 0,0 0-17 16,0 0 6-16,0 0-11 0,0 0-1 15,0 0-9-15,0 0-4 0,6-2-6 0,-6 2-1 16,0 0-2-16,0 0-2 0,0 0-4 0,8-1 3 0,-8 1-8 15,5-4 1-15,-5 4-2 0,5-3 5 0,-5 3-6 16,8-1-5-16,-8 1 8 0,0 0-6 0,11 0 0 16,-11 0-6-16,8-2 1 0,-8 2 2 0,9-2-10 0,-9 2 5 15,11-1 2-15,-3-1-3 0,-8 2-3 0,14-1 3 16,-4-2 1-16,1 3-11 0,0 0 5 0,0 0 4 16,-1 0-3-16,2-2 7 0,-2 2-6 0,2-1-1 15,-1-1 0-15,2 1-3 0,1 0 2 0,2 1-4 16,-3 0 1-16,0-1 6 0,2-2-5 0,-1 2 0 15,2-2 5-15,-1 1 1 16,1-1 0-16,-1 4 3 0,-2-4 5 0,1 2-8 16,4 1-9-16,-7 0 8 0,9-2 0 0,-9 2 8 15,2 0-11-15,2 0 11 0,-3-2 1 0,-1 2-1 16,2 0-6-16,-3-2 0 0,3 1 1 16,-3 2 5-16,3-2-8 0,-3 2 4 0,2-1-3 15,-1 4 4-15,2-4-6 0,-1 0 1 0,0 1 1 16,1-1 3-16,0 1-7 0,-3 0 6 0,3-2 1 0,0 1-4 0,-2 0-2 15,2 3 6-15,-3-5-4 0,2 1-2 0,0 1-2 16,1 0 0-16,2-1 6 0,-2 1 1 0,1 0-6 16,0-1 3-16,-1-1 6 0,1 0-4 0,3 2 1 15,-3-3 0-15,3 5 4 0,-1-6-1 0,-3 4 0 16,1-1 3-16,-1-1 2 0,-2 2-6 0,1 0 13 16,1 0-15-1,-2 0 0-15,2 0 7 0,-2 0-8 0,2 0 6 16,-3-2-4-16,3 1 2 0,0-1-1 0,1 2 1 15,-4-4-2-15,3 5 2 0,2-2 4 0,-2 1-2 0,1-3-3 16,0 3-1-16,-1-3 9 0,0 2-10 0,-2-2-2 16,2 1 3-16,0 1 8 0,-1 2-7 15,1-2-10-15,3 1 7 0,-4 1-6 0,6 0 9 16,-5-1-7-16,6 0 4 0,-2 0-3 0,2 0 2 0,-2 0-7 0,3 0 5 16,-2 1-1-16,1-1 1 0,4-1 1 0,-2 1-2 15,-1-2 1-15,13 4 1 0,-12-3 2 0,8 2 3 16,2-3 0-16,-2 0 0 0,-1-3 2 0,3 5 0 15,-4-1-2-15,2 0-1 0,1 2 2 0,-1-2 2 16,0-1-2-16,2 1 0 0,0 2 5 0,2-5-7 16,-1 4 0-16,-2-4 6 15,4 4-8-15,2-4-2 0,-2 2 0 16,4 1 4-16,1-1-3 0,-2-1 2 0,15 1 2 16,-15 2 0-16,2 0 0 0,1-5-3 0,16 1 9 0,-17 1 4 15,1 3-11-15,13-1 7 0,-17 0 0 0,19 1-1 16,-15-3-1-16,-1 3 0 0,11-3-7 0,-13 6 7 15,4-3-5-15,-5 0 5 0,1 0-4 16,1 0 2-16,-1 0 4 0,0-3-10 0,-1 3 10 0,-3-1-4 0,1 2 4 16,0-3 2-16,-1 2 4 0,-3-2-3 0,-1 4 2 15,-7-4 2-15,-2 1-2 0,-2 2 2 0,-3-1-6 16,-3 2 4-16,-1-2-1 0,-3 0 7 0,-2 0 2 16,2 0 9-16,-4 1 5 0,-4-1 2 0,10 0-3 15,-10 0-6-15,7 0 0 0,-7 0-4 0,6 0-4 16,-6 0-8-16,0 0-11 0,10-1-12 0,-10 1-25 0,0 0-30 0,0 0-34 15,0 0-55-15,0 0-74 0,0 0-135 0,0 0-387 16,0 0 171-16</inkml:trace>
  <inkml:trace contextRef="#ctx0" brushRef="#br0" timeOffset="7386.75">5788 2868 145 0,'0'0'151'0,"0"0"0"0,0 0-4 0,0 0-7 16,0 0-3-16,0 0-4 0,0 0-8 0,0 0-14 15,0 0-11-15,0 0-13 0,0 0-9 0,6-5-9 16,2 4-9-16,0-2-4 0,2 3-8 0,-1 0-6 16,4 0-1-16,1 0 16 0,5 1-1 0,-1 1-5 15,0 1-6-15,1 2 0 0,0-2-14 0,0 5-7 16,-2-1-6-1,-1 4-5-15,-1-2-8 0,-2 4-3 0,-1 3-6 16,-3-2-4-16,-4 3-5 0,0 7 4 0,-5-4 0 16,-6-1 6-16,1 0-5 0,-7 6 14 0,-3-4-11 15,-3 4 2-15,-1-4 7 0,-3-1 2 0,0-1-7 16,-2-1-2-16,0-3 3 0,1-1-2 0,-3-1 3 0,8-4 2 0,2-1-3 0,-1 0 5 16,-1-1-1-16,8-3 2 0,1 1-2 15,2-2-2-15,1 0 2 0,1 1-1 0,0-4 0 16,1 2 0-16,-1 1 2 0,5-3 10 0,-6 2 14 15,6-2 6-15,0 0 5 0,-5 2-2 16,5-2 0-16,0 0-4 0,-3 3-1 0,3-3-5 0,0 0-2 16,0 0 0-16,0 0-3 0,0 0 1 0,24-5-4 15,-13 4 0-15,3-1-4 0,2-2-1 0,3 4-5 16,3-3-1-16,10-2 2 0,-1 3 0 0,2-3-4 0,-1 3-1 16,1 0-1-16,-1 2 1 0,-1-2-1 0,-3 2-1 15,-6 0-3-15,-3 0 4 0,0 0-1 0,-6 0-2 16,1 0 0-16,-4 0-2 0,-1 0-2 0,0 1 3 15,-3-1 0-15,1 0-1 0,-7 0 4 0,7 0 10 16,-7 0 0-16,8 0-2 0,-8 0-3 0,0 0-2 16,0 0-7-16,0 0-16 15,0 0-17-15,0 0-26 0,0 0-38 0,0 0-49 16,-20 3-68-16,9-6-153 0,4 1-399 0,-2-2 177 16</inkml:trace>
  <inkml:trace contextRef="#ctx0" brushRef="#br0" timeOffset="8119.86">6029 2617 19 0,'0'0'192'0,"7"-1"-19"0,-7 1-10 0,5-3-15 15,-5 3-13-15,5-4-17 0,-1 3-11 16,-4 1-10-16,10-1-13 0,-3 1-11 0,-7 0-7 15,10 3-3-15,-2 1-4 0,-2-1-2 0,-1 2-2 0,3 3-9 16,-2-1 1-16,2 0-10 0,-3 3-1 0,-1 0 0 16,-2 1-1-1,0 3-9-15,-1-2 1 0,-2 1 1 0,-2-2-1 16,0 2 2-16,-1-1-8 0,2-3 9 0,1 4-2 16,-6-4-4-16,4 2 0 0,-1-5-8 0,-1 2 3 15,2-1-8-15,2-3 3 0,-2 0 3 0,2 0-4 16,0-2 2-16,-2 1-2 0,3-3 3 0,-2 5 17 15,2-5 21-15,-3 4 18 0,3-4 8 0,0 0 1 16,0 0 0-16,-1 3-4 0,1-3-5 0,0 0-3 0,0 0-10 0,20-7-3 16,-7 4-4-16,6-2-6 0,3 1-8 0,-2-1-3 15,7 0-1-15,5 0-4 0,-5 0-4 0,1-2 6 16,-6 4-12-16,-2-1-3 0,-3 1-3 16,-2 1 0-16,-3-1-3 0,0-1 3 0,0 4-2 15,-2-1 0-15,-5 1-2 0,0 0 8 0,2-1 5 16,-7 1 8-16,7-1 7 15,-7 1 0-15,0 0 4 0,8-2-6 0,-8 2-5 16,0 0-1-16,0 0-8 0,5-2-7 0,-5 2-12 16,0 0-17-16,0 0-23 0,0 0-23 0,0 0-35 15,0 0-48-15,0 0-43 0,0 0-61 0,0 0-243 16,0 0-532-16,0 0 236 0</inkml:trace>
  <inkml:trace contextRef="#ctx0" brushRef="#br0" timeOffset="10541.43">6975 2622 28 0,'0'0'102'0,"0"0"-11"0,0 0 2 0,0 0-15 16,0 0-9-16,0 0-13 0,-10 9-3 0,5-2-7 16,-3 3 4-16,-2 5-6 0,-3 2-10 0,-2 8-1 15,-3 1-3-15,0 3 0 0,-8 16 8 0,5-3 4 0,-1 6 15 16,3 1 24-16,0-1-3 0,-3-2-1 0,12 3 12 16,-2-6 0-16,11-8 6 0,0-1 2 0,2 1 12 15,3-2 2-15,3-3-2 0,8-1 2 0,1-3-9 16,6 0-3-16,1-8-9 0,5 3-6 0,0-8-8 15,3 2-9-15,-3-4 0 0,3-2-11 0,-3-1-8 16,-9-4-4 0,0 0-4-16,-2 0 0 0,-6-1-5 0,1 0-8 15,-6-1 1-15,0-1 0 0,2 0-3 0,-3-1 2 16,-1 3-5-16,-4-3-4 0,9 0-9 0,-9 0-7 16,0 0-33-16,0 0-41 0,0 0-37 0,0 0-38 15,-4-14-28-15,4 14-40 0,-9-8-170 0,4 3-415 16,3-4 184-16</inkml:trace>
  <inkml:trace contextRef="#ctx0" brushRef="#br0" timeOffset="10980.29">7274 2888 174 0,'0'-5'242'0,"0"5"-7"0,-1-7-7 0,3 2-12 0,-2 5-11 15,0-3-15-15,0 3-19 0,-2-4-20 16,2 4-14-16,0-5-16 0,0 5-14 0,0 0-15 15,0 0-17-15,0 0-12 0,0 0-7 0,0 0-6 16,0 0-12-16,5 22 2 0,-4-9-4 0,3 2-4 16,-4 5 4-16,3 9-10 0,1-2 0 0,-2-2-5 15,-2 3-2-15,1-2 1 0,2 1-6 0,-2-8 8 0,4 1-7 0,-1-4 0 16,-3 1-2-16,-1-5-2 0,2 0 0 0,0-2 0 16,-2 0-3-16,1-5 0 0,2 0 2 0,-3 0 0 15,0-1 3-15,0-4-1 0,1 6 7 0,-1-1-6 16,0-5 0-16,0 0 1 0,0 0-5 0,0 0-18 15,0 0-40-15,0 0-38 0,0 0-42 0,0 0-38 16,0 0-35 0,0 0-200-16,0 0-434 0,-4-21 193 0</inkml:trace>
  <inkml:trace contextRef="#ctx0" brushRef="#br0" timeOffset="11397.02">7599 3059 45 0,'-8'2'121'0,"8"-2"-5"0,0 0-1 0,0 0-17 15,0 0-4-15,-5 2-6 0,5-2-5 0,0 0-5 16,0 0-11-16,0 0-4 0,0 0-4 0,0 0 6 16,0 0 11-16,0 0 1 0,0 0 1 0,0 0 1 0,0 0-9 15,24 4-6-15,-12-5-8 0,6-2-4 0,-2 2-3 16,5-2-5-16,7 1-7 0,5 0-1 0,-4-5-6 15,2 4-1-15,4 2 1 0,-6-5-4 0,3 6-7 16,-5-4 2-16,-7 2-4 0,-2 1 2 0,-3-2-4 16,2 5-2-16,-4-4-1 0,-3 1-4 0,-2 0-8 15,-8 1-14-15,11 0-3 0,-11 0-17 0,0 0-14 0,0 0-20 0,9-1-27 16,-9 1-35-16,0 0-145 0,0 0-295 0,0 0 130 16</inkml:trace>
  <inkml:trace contextRef="#ctx0" brushRef="#br0" timeOffset="11798.08">8436 2800 167 0,'1'-4'227'0,"-1"4"-19"0,0 0-22 0,0 0-14 16,0 0-20-16,0 0-17 0,0-3-16 0,0 3-12 16,0 0-15-16,0 0-12 0,0 0-5 0,0 0-10 15,0 0-3-15,4 13 3 16,-3-6-12-16,-1 3-2 0,0-1-4 0,3 3-2 15,-2 4-3-15,-2 2-2 0,1 1-6 0,1-2-1 16,-1 1-4-16,0-1-2 0,0-3-1 0,-1 0-6 16,2-2 3-16,-1 0-1 0,0-3-4 0,0-1-1 15,-1 1-2-15,2-3 1 0,-2-1-8 0,1 0 5 16,0-5 4-16,0 7-8 0,0-7-6 0,-3 7-3 16,3-7-15-16,0 0-10 0,0 5-31 0,0-5-43 0,0 0-58 15,0 0-205-15,0 0-391 0,0 0 173 0</inkml:trace>
  <inkml:trace contextRef="#ctx0" brushRef="#br0" timeOffset="12161.16">8405 2699 195 0,'-3'-2'199'0,"3"2"-11"0,0 0-13 16,0 0-28-16,0 0-12 0,0 0-11 0,0 0-15 16,16-1-10-16,-6 3-11 0,0 1-9 0,3 0-7 15,5 2-6-15,4 2-5 0,-3 0-8 0,8 2-4 16,0 2-2-16,-6-1-2 0,3 4-1 0,1 3-10 16,-5 0 0-16,3 0-2 0,-6 4-1 0,1 0-3 15,-8-4-3-15,-1 1 1 0,-3 1-1 0,-3 1 1 16,-2-1 1-16,-3-1 2 0,-2-2-3 0,-5-1 9 15,-1-1-6-15,-2 1-1 0,-3-2-3 0,-2-2 4 0,-2-2-7 16,-4 3 2-16,5-1-3 0,-1-5-2 0,3 0-3 0,0 1-3 16,-1 0-2-16,6-4 3 0,2-1-4 0,2 0 3 15,0 0-5-15,1-1-14 0,6-1-24 16,-10 2-33-16,10-2-43 0,-6 2-37 0,6-2-40 16,0 0-168-16,0 0-380 0,0 0 168 0</inkml:trace>
  <inkml:trace contextRef="#ctx0" brushRef="#br0" timeOffset="12568.72">8281 3251 137 0,'-11'2'161'0,"11"-2"-5"16,-8 2-8-16,8-2-1 0,0 0 1 0,-4 3-7 15,4-3-5 1,0 0-10-16,0 0-2 0,0 0-5 0,-5 2-7 16,5-2-5-16,0 0-12 0,0 0-5 15,0 0-9-15,0 0-4 0,0 0-10 0,0 0-9 0,0 0-5 16,24-6-4-16,-12 3-5 0,7-2-1 0,2 3-11 15,9-5 0-15,2 1-3 0,0 0-5 0,6-2 6 16,1 1-4-16,12-3 4 0,-1 5 3 16,-11-2-12-16,-2 1 1 0,-1 0 0 0,-1 0 1 0,-6-1-1 0,-9 4-1 15,-2-1-1-15,-4 3-3 0,-1-2 2 0,-3 0 5 16,-2 1 1-16,-2 2 0 0,1-1 5 0,-2-1-4 16,-5 2 2-16,9 0-6 0,-9 0-9 0,5-2-15 15,-5 2-7-15,0 0-25 0,0 0-25 0,0 0-31 16,0 0-44-16,0 0-59 0,-28 9-226 0,11-5-455 15,7-3 202-15</inkml:trace>
  <inkml:trace contextRef="#ctx0" brushRef="#br0" timeOffset="13170.2">8481 3331 136 0,'-3'2'170'0,"3"-2"-20"0,0 0 1 16,0 0-7-16,0 0-8 0,0 0-8 0,0 0-6 15,10 4-7-15,-5-3-5 0,2 0-14 0,0-1-6 16,5 2-13-16,-2-1-6 0,2 1-8 0,2 1-4 16,-2-2-6-16,2 1-5 0,-3-2-8 0,5 5-3 15,-6-1-4-15,2-1-4 16,-2 2 2-16,3 2-4 0,-4-2-4 0,0 3-5 16,-3 0-2-16,-2 0-5 0,-1-1 4 0,-3 4-6 15,-3 0 2-15,2-1-4 0,-3 2 1 0,-4-2-5 16,-2 3 6-16,1-3-2 0,-5 2 1 0,1-1 0 15,-1-1 4-15,-1-2-1 0,3 1 5 0,1-3-6 16,-1-1 5-16,2-2 0 0,0 5-1 0,5-5 3 16,1-2 2-16,0-1-3 0,2 3 7 0,2-3 11 0,-7 5 15 15,5-3 7-15,2-2-1 0,0 0 9 0,0 0-8 16,10 4 1-16,0-6-4 0,0 2-7 0,6 0-5 16,4-2-5-16,1 1-4 0,0 0-2 0,7 0-2 15,3-3-5-15,-9 4-1 0,-2-3 1 0,-1 2-6 16,0-2 1-16,-6 2-2 0,-1-2-2 0,1 3 0 15,-6 0-2-15,1-1 1 16,0-2 1-16,-2 3 6 0,-6 0 10 0,9 0 10 16,-4-1-7-16,-5 1-1 0,0 0-1 0,9 0-1 15,-9 0-7-15,0 0-7 0,5-1-4 0,-5 1-6 16,0 0-11-16,0 0-5 0,0 0-10 0,0 0-18 0,0 0-18 0,0 0-35 16,0 0-46-16,0 0-40 0,0-6-68 0,0 6-214 15,0 0-498-15,-9-14 220 0</inkml:trace>
  <inkml:trace contextRef="#ctx0" brushRef="#br0" timeOffset="13850">8732 2653 182 0,'0'0'189'15,"0"0"-23"-15,0 0-17 16,0 0-21-16,0 0-8 0,0 0-6 0,16 1-16 16,-5 3-15-16,1-2-1 0,4 6-8 0,3-1-3 15,8 4-4-15,4 2-2 0,-2 4-1 0,3 4-2 16,-1-3-3-16,15 13-8 0,-18-7-1 0,6 12-6 16,-4 6-1-16,-6 0-2 0,-2 5 1 0,-1 3-2 15,-6 2-4-15,-5-1-5 0,-3 0 1 0,-1-1-8 16,-3 1 1-16,-1-3 1 0,-7-1-2 0,1-14-3 0,-1 0-4 15,-4 0 5-15,0-3-7 0,-4-4 2 0,-4 2-1 16,-2-3 1-16,0-1-4 0,0-1 2 0,-7-3 2 16,7 2 1-16,-4-3 6 0,0-3-4 0,8-7 0 15,0 3 1-15,-1-3 0 0,2 1-5 0,4-3 1 16,0 0-4-16,0-2 4 0,2 2-10 0,3-2 4 16,-2-3-1-16,6 1 2 0,1-3-5 0,-6 7 6 0,6-7 4 0,-7 1 6 15,7-1 7-15,-4 5 2 0,4-5-5 0,0 0-4 16,0 0-5-16,0 0-14 0,0 0-21 0,0 0-24 15,0 0-37-15,0 0-38 0,26-16-48 0,-21 9-70 16,2 0-137-16,0 2-401 0,-2-4 178 0</inkml:trace>
  <inkml:trace contextRef="#ctx0" brushRef="#br0" timeOffset="16256.3">9100 2493 134 0,'3'-4'188'0,"-3"4"-12"0,6-5-12 15,-2 2-16-15,1 2-12 0,3 0-10 0,-3-1-9 16,-5 2-7-16,13-1-19 0,-7 1-3 0,2 0-12 16,-2 1-3-1,2 1-9-15,1 0-4 0,1 4-7 0,-1 0-1 0,-1 2-2 16,0 0-2-16,-1 0-6 0,1 2 0 0,-5 0-3 16,0 1-1-16,0 1-2 0,-1 1-1 0,-2 1-5 15,-5 2 3-15,4-3-5 0,-4 2 3 0,1-4-4 16,1 0 3-16,-1-1-8 0,0-1 1 0,-2-1-1 15,4-1-1-15,-2-2-5 0,1 0 1 16,2-1-4-16,-2 0 1 0,2-2-2 0,0 2 1 0,1-4 14 0,-2 5 18 16,2-5 17-16,-1 4 15 0,1-4 17 0,0 0-3 15,-1 1-4-15,1-1-8 0,0 0 1 0,0 0-12 16,17-1-7-16,-10-1-8 0,7 0 2 0,-1 1-12 16,1-1-1-16,5-1-11 0,-1 3 4 0,0-3-5 15,-4 2-7-15,0 1 5 0,-2-1-9 0,-2 1-9 16,0-1 6-16,-4 1-2 0,-6 0 0 0,12 0 0 0,-12 0-1 15,10 0-2-15,-10 0-1 0,7 0-2 0,-7 0 1 16,5-1-3-16,-5 1-8 0,4-2-17 0,-4 2-28 0,0 0-30 16,0 0-35-16,0 0-37 0,0 0-41 0,7-2-61 15,-7 2-240-15,0 0-533 0,12-5 236 0</inkml:trace>
  <inkml:trace contextRef="#ctx0" brushRef="#br0" timeOffset="17258.87">10046 1957 152 0,'2'-1'169'0,"4"-3"-18"16,-3 3-7-16,5-4-12 0,-2 4-9 0,1-2-8 15,0 2-17-15,5 1-31 0,-2-2-13 0,0 4 0 16,3-2-7-16,0 3-4 0,-3 1-10 0,3 1 5 15,-4 1-8-15,1 4 3 0,-1 2-7 0,0 2 2 16,-1 1-2-16,-1 1 3 0,-4 4-8 0,-2-3 1 16,-1 4-2-16,-3-2-3 15,-4 9 3-15,2-2 1 0,-3 1-3 0,2-5 8 16,-2-3-13-16,-1-2 1 0,-4 0 5 16,2-2-1-16,3-2 4 0,3-4 2 0,-3 0 1 15,4-2 8-15,-2-2 11 0,5 0 17 0,-3 0 15 0,0-2 21 16,2 1 25-16,2-4 28 0,0 0 27 0,0 0-17 15,0 0-19-15,0 0-20 0,0 0-12 0,10-24-7 16,-3 14-11-16,6-14-14 0,4 4-5 0,-4-4-10 0,2 2-10 16,3-4-11-16,1 4-19 0,-1-3-6 0,0 1-5 15,2 0-5-15,-4 4 2 0,-2 4-3 0,-3 4 2 16,-4 1 3-16,0 0-4 0,2 2 1 0,-4 2 0 16,-1 1 0-16,0 1-1 0,0 1 1 0,-1 0-11 15,-1 1-10-15,3 1-14 0,-5-1-23 0,0 3-20 16,0 0 7-16,0 0 2 15,5 9 7-15,-5 1 6 0,-4 0 4 0,3 6 5 16,1-3 8-16,0 5 2 0,0 0 2 0,0 1 4 16,0 1 6-16,1 1-1 0,7 4 12 15,1-3-7-15,0-3 2 0,1-5-15 0,-1 0-27 0,5-1-33 16,2-1-58-16,0-5-73 0,-3-2-217 0,0-2-470 16,2-3 207-16</inkml:trace>
  <inkml:trace contextRef="#ctx0" brushRef="#br0" timeOffset="17782.25">10490 1668 137 0,'0'0'243'0,"0"0"-24"16,3-2-25-16,-3 2-17 0,0 0-25 15,8 0-13-15,-8 0-18 0,9 1-12 0,-9-1-12 16,14 1-9-16,-5 4-9 0,0-4-13 0,2 4-1 0,-1-1-13 0,-1 3-4 16,1 0-1-16,-1-2-7 0,0 6-2 0,-1-2-7 15,1 3 0-15,-4 0-6 0,-1-2-5 0,1 6 1 16,-5-1-3-16,0 0 2 0,-1-1-3 0,-3-2-1 16,3 0-2-16,-2-1-1 0,-1-3 6 0,3 0-9 15,-3-3-3-15,4 2 3 0,-5-2-1 0,5-1-4 16,-1-2 8-16,1-2 0 15,-4 6 24-15,4-4 14 0,0-2 8 16,0 0 6-16,0 0-3 0,9 4-3 0,-3-5-6 16,6 1-6-16,2 0-5 0,0-3-3 0,4 1-6 15,0-1 1-15,0-1-8 0,0 4 0 0,-1-3-5 0,-4 1-7 16,1 2-15-16,-1 0-20 0,-6 0-25 0,3 0-37 16,-10 0-31-16,11-3-43 0,-11 3-34 15,10 0-16-15,-10 0-172 0,0 0-410 0,0 0 181 0</inkml:trace>
  <inkml:trace contextRef="#ctx0" brushRef="#br0" timeOffset="18615.53">11063 1478 53 0,'0'0'97'15,"0"0"-21"-15,0 0-5 0,0 0-13 0,-4 16-4 16,7-11-5-16,-2 5-1 0,-1 0-8 16,0 2-9-16,4 4 3 0,-3 1-7 0,3 3 2 15,-3 8-10-15,3-4 11 0,0 4-1 0,1 0 14 16,3-1 10-16,0 2 0 15,0-5 4-15,1 1 3 0,1-1 2 0,-1-5-1 16,2-2 2-16,-1-3 1 0,-1-4 2 0,1 3 4 16,0-5-8-16,-1 0 1 0,1-1-6 0,0-2-1 15,2 0-6-15,-3-1 4 0,-4-1 11 0,4-2 4 16,-1-1 7-16,-3 0-1 0,-5 0-5 0,14-4 3 16,-10 3-7-16,1-4 7 0,-1 3 4 0,-3-4-6 15,3 2 3-15,0 1-4 0,-3-2 1 0,2 1 1 0,-2-1-13 16,0 2-2-16,1-1-2 0,-2 4-7 0,0-8 1 15,2 7-9-15,-2 1-3 0,-2-6-1 0,4 1-9 0,-2 3 1 16,0 2-9-16,-5-7-2 0,5 7-6 0,-4-5-9 16,3 2-2-16,-3 2-2 0,0-2-3 0,4 3-4 15,-8-1-2-15,8 1 0 0,-10-1-4 0,10 1 1 16,-10 1-6 0,10-1-1-16,-13 3-3 0,9-1 1 0,-5 1 3 15,4 0-2-15,0 2 3 0,-3-1 0 0,0 4 3 16,1-2-1-16,-1 2 1 0,1 1 2 0,-1-1 2 15,2 3 1-15,1-1 1 0,1 2 1 0,-3 3-1 16,3 1 3-16,1 2-1 0,0 1 3 16,2 0-1-16,2-1 2 0,2 10-1 0,3-1 5 15,2-2-5-15,2 6 9 0,3 0-5 0,-2-4 5 0,4 2-4 0,1 0 5 16,-1 1 2-16,-1-2-2 0,4-2-2 0,-9 0 1 16,7-3 0-16,-5 4-2 0,-1-3-3 0,-3-8 2 15,-3 2 3-15,-1-1 2 0,0-1-5 0,-3 1 2 16,-3-7 0-16,-2 2 1 0,-1 0 5 0,-5 2-5 15,-1-2 1-15,-5-3 2 0,-6 5-4 0,5-5-6 16,-10 1-23-16,-1-3-34 0,-3-2-65 0,-3-5-78 0,-3-2-215 0,2-3-453 16,-1-3 202-16</inkml:trace>
  <inkml:trace contextRef="#ctx0" brushRef="#br0" timeOffset="19802.99">9930 1646 97 0,'0'0'134'0,"0"0"0"0,0 0-8 0,0 0-9 16,0 0-7-16,0 0-9 0,0 0-4 0,0 0-10 16,0 0-5-16,0 0-3 0,0 0-3 0,0 0 3 15,0 0 7-15,0 0-2 0,0 0 6 0,0 0 0 16,0 0-6-16,0 0 5 0,0 0-3 0,0 0-1 16,0 0-5-16,0 0-3 0,0 0-1 15,0 0-9-15,0 0-10 0,0 0-1 0,0 0-7 0,0 0-6 0,0 0-2 16,0 0-7-16,0 0 0 0,0 0-1 0,0 0 3 15,0 0-4-15,0 0 1 0,0 0-3 0,0 0 1 16,0 0-6-16,0 0-3 0,0 0-2 0,0 0-1 16,0 0 0-16,0 0-3 0,0 0 5 0,0 0-3 15,0 0-2-15,0 0-2 0,0 0-2 0,0 0-1 16,0 0-5-16,0 0 2 16,0 0-13-16,0 0-7 0,0 0-10 0,0 0-14 15,0 0-16-15,0 0-8 0,0 0-1 16,0 0 5-16,-3 13 3 0,3-6 7 0,-4 1 4 0,2 6 3 15,-1 5 5-15,-1 0 3 0,-1 8 6 0,0 1-2 16,-1 0 13-16,-1 1-2 0,2 0 2 0,-2 2-1 16,-1-4 7-16,-1 4-1 0,2-3 0 0,-1-3 4 15,-1 1 2-15,2-9-1 0,2 1 3 0,-5-1-1 0,2 2-1 16,0-5 1-16,2-3 1 0,-4 3 7 0,3-1-5 16,1-4 2-16,0-1 2 0,-2-2 1 0,3-3 7 15,0-1 15-15,5-2 8 0,0 0 8 0,-16-2 3 16,10-2 0-16,6 4-8 0,-5-9 2 0,5 0-10 15,-3-1-1-15,6 0-1 0,-3 3-7 0,4-4-1 16,-3 6 0-16,0-5-5 16,3 5-5-16,1-1-2 0,-1 0 0 0,0 3-6 15,5-2 1-15,-4 2-5 0,5 3 1 0,-2 0-5 16,4 1 3-16,1 4-5 0,4 2 2 16,0 6 2-16,4 3 0 0,-1 7 0 0,-1 2 3 15,-4 2-3-15,-1 5 1 0,-4 11 3 0,-2 5-2 16,1-1 3-16,-8 3-1 0,-1-1-1 0,-5-3 1 0,0-11 1 15,0 0 0-15,-1-2 3 0,0-3 1 0,1-1-3 0,0-5 1 16,0-5 0-16,1-2-1 0,3-2 3 0,1-6-3 16,0 2 5-16,-3-5 4 0,3 0 14 0,-1-1 12 15,1-5 0-15,4 7 9 0,2-5-5 0,11-2-5 16,3-3-1-16,11-1-5 0,7-1-26 0,17-3-32 16,0-1-64-16,2-3-79 0,4-1-114 0,0-2-153 15,-2-1-474-15,-4-1 211 0</inkml:trace>
  <inkml:trace contextRef="#ctx0" brushRef="#br0" timeOffset="23258.6">3195 5332 112 0,'0'0'150'0,"0"0"4"16,0 0-5-16,0 0-2 0,0 0-5 0,0 0-5 0,0 0-2 15,0 0-6-15,0 0-5 0,0 0-10 0,0 0-1 0,0 0-8 16,0 0-8-16,0 0-3 0,0 0-3 0,0 0-4 16,0 0 1-16,-3 3-4 0,3-3-5 0,0 0-3 15,0 0-8-15,0 0-3 0,0 0 13 0,0 0-12 16,0 0-5-16,26-6-8 0,-8 3-8 0,3-3-4 15,7-1 0-15,3 2-5 16,0 2-4-16,0 0-6 0,2-3 1 16,-2 1-9-16,-3 2-14 0,3 3-17 0,-3-2-21 15,-8 1-27-15,1 1-28 0,-5 0-33 0,-2 1-31 16,-2-2-42-16,-2 2-206 0,-6 1-433 0,1-2 192 0</inkml:trace>
  <inkml:trace contextRef="#ctx0" brushRef="#br0" timeOffset="23597.17">3303 5447 191 0,'0'0'192'0,"-4"3"-3"16,4-3-1-16,-4 3-8 0,4-3-3 0,0 0-5 16,0 0 6-16,0 0 0 0,12 4-7 0,-3-6-13 15,4 2-12 1,5 0-13-16,11-5-14 0,0 3-13 0,-1-1-8 0,4-1-9 16,3 1-12-16,-2-1-5 0,-4 0-11 0,-1 2-2 15,0-5-9-15,-6 7-7 0,-5 0-10 0,-6-2-19 16,2 0-11-16,-3 1-14 0,-2 2-6 15,-3-4-14-15,-5 3-11 0,9 0-15 0,-2 0-7 16,-7 0-9-16,0 0-22 0,0 0-21 0,0 0-42 0,0 0-33 16,0 0-180-16,0 0-401 0,0 0 177 0</inkml:trace>
  <inkml:trace contextRef="#ctx0" brushRef="#br0" timeOffset="24013.83">4446 5034 106 0,'3'-5'302'0,"-3"-1"-18"0,1 3-14 15,-1-2-10-15,1 0-12 0,-1 5-17 0,3-5-15 16,-3 5-10-16,0 0-20 0,0-5-16 0,0 5-23 16,0 0-4-16,0-5-26 0,0 5-18 0,0 0-12 15,0 0-11-15,0 0-9 0,5 11-12 0,-4-4-5 0,1 3-2 16,-1 2-4-16,2 3-2 0,0 1-6 16,-1 10 4-16,-1-9-8 15,0 3-6-15,4 1-4 0,-5-4 3 0,4 2-3 16,-4-2-5-16,0 0 3 0,1 0-3 0,1-1 0 15,-2-7-1-15,1 0-4 0,-1 0 2 0,1-3-3 16,3-1 0-16,-3-1 9 0,-1-2-9 0,0-2-5 16,0 6-1-16,0-6-11 0,0 0-5 0,0 0-13 15,0 4-27-15,0-4-41 0,0 0-30 0,0 0-29 16,0 0-42-16,0 0-46 0,-7-10-54 0,4 6-149 0,-1 2-480 16,4 2 213-16</inkml:trace>
  <inkml:trace contextRef="#ctx0" brushRef="#br0" timeOffset="24399.06">4225 5441 15 0,'-2'0'168'15,"2"0"-11"-15,-5 2-3 16,5-2-9-16,-3 3-3 0,3-3 3 0,-3 2 2 16,3-2-6-16,0 0-4 0,0 0-2 0,0 0 6 15,8 5-6-15,0-4-10 0,3-1-13 0,3-1-11 16,8-2-11-16,6-1-5 0,8 1-11 0,1 1-8 16,14-9 5-16,1 5 5 0,1-2 0 0,1-1-9 15,-16 2-10-15,12-1-1 0,-13 3 0 0,-4-1-9 16,-1 0-5-16,-1 2 5 0,-11-1-1 0,2 2 0 0,-9 1 2 0,4-2-3 15,-6 3 0-15,-3-2 3 0,0 3 9 0,0-1-5 16,-3 0-6-16,-1-1-1 0,-4 2-5 0,9-1 0 16,-9 1-11-16,6-2-16 0,-6 2-14 0,0 0-24 15,0 0-21-15,0 0-29 0,0 0-27 0,0 0-30 16,0 0-54-16,-6 13-58 0,0-9-223 0,-3 1-505 16,-2-2 224-1</inkml:trace>
  <inkml:trace contextRef="#ctx0" brushRef="#br0" timeOffset="24947.36">4621 5559 123 0,'-6'-2'258'16,"6"2"-17"-16,0 0-13 0,0 0-22 0,0 0-19 16,0 0-21-16,0 0-19 0,0 0-13 0,0 0-20 15,0 0-10-15,0 0-12 0,1 8-1 0,-2-3-17 16,-2 1-7-16,1 4 2 0,-2 1-3 0,-1 5-7 16,-3 0-3-16,2 1-6 0,-3 8-6 0,4-6-4 15,-5 5 1-15,2-6-8 0,0 0-3 0,2-1 1 16,-2 0-2-16,3-2 1 0,0 0-3 0,1-1 4 0,3-5 4 0,-3 1 1 15,1 0 4-15,2-3 6 0,1-1 4 16,0-1 6-16,0 3-2 0,0-5 1 0,1 3-4 0,6-2 6 16,-2 0-1-16,3-1-6 0,3-2-4 0,2 0-6 15,0 2-4-15,1-3-6 0,0 0 0 0,0 0-5 16,0-3-12-16,-1 1-13 0,3 2-16 16,-3-3-10-16,0 2-12 15,0-2-19-15,-2-1-22 0,-1 0-22 0,4 2-24 0,-5-2-26 16,2-2-22-16,-1 4-21 0,-1-3-35 15,-4 0-186-15,3 0-448 0,-3 0 198 0</inkml:trace>
  <inkml:trace contextRef="#ctx0" brushRef="#br0" timeOffset="25163.58">4790 5808 64 0,'0'0'234'0,"0"0"0"16,0 0-1-16,0 0-5 0,0 0-9 0,0 0-14 15,0 0-14-15,-1-4-16 0,1 4-20 0,0 0-18 16,0 0-18-16,0 0-16 0,0 0-10 0,0 0-11 15,0 0-8-15,-3 14-5 0,2-7-6 0,1 1 2 16,-1 4-2-16,2 0-3 0,-1 1-7 0,0 5-1 16,0-2-8-16,0 5 1 15,-1-2-5-15,-3 6-4 0,4-4 3 0,-1-2-5 16,-2 0-2-16,2-1-4 0,0 1-16 0,-2-2-27 16,2-2-30-16,-2-1-29 0,-1-3-41 15,3-1-64-15,1-2-65 0,-4-3-192 0,4 0-470 16,0-5 208-16</inkml:trace>
  <inkml:trace contextRef="#ctx0" brushRef="#br0" timeOffset="29025.53">5693 4689 39 0,'0'0'198'0,"-2"-3"-16"15,2 3-23-15,0 0-21 0,0 0-15 0,0 0-20 16,0 0-16-16,0 0-13 0,0 0-3 0,-2 19-9 15,2-3-12-15,0 8 4 0,0 6-12 0,1 2-5 16,-5 16-4-16,3-1 1 0,1 2-5 0,-4 2 3 16,0 1-7-16,0 1-1 0,1 0 0 0,0 3-4 15,0-3 3-15,3 2 4 0,0-4 9 0,3 3 1 0,-6-2 7 0,6-1 3 16,-2-5 3-16,0-10 1 0,-2-2 1 0,2-1-2 16,3-2-5-16,-4-2-2 0,0-5-6 15,0-5 2-15,0 3-5 0,0-4-1 0,4 0-3 0,-5-6-6 16,2 1 2-16,-2-1-3 0,1 1-4 0,1-2 3 15,-2-1-2-15,1-3-3 0,0 2 1 0,0-2 1 16,0 1 0-16,-3-6 4 0,6 3 1 0,-3 2-6 0,0-4-2 16,1 0 1-16,-1-3 0 0,0 6-2 0,0-6-5 0,-1 5 0 15,1-5 1-15,1 3-1 0,-1-3-2 16,0 0 1-16,0 0-5 0,-1 4 1 0,1-4 1 16,0 0-2-16,0 0 1 0,0 4-2 0,0-4 0 15,0 0 1-15,-3 4-3 0,3-4 1 0,0 0 1 16,-3 5 3-16,2-3-3 15,0 1-1-15,1-3 1 0,-4 7 0 0,4-5-2 16,0 3 1-16,-4-2-1 0,3 1 2 0,-1 0-1 16,-1 2 0-16,-1-1 4 0,4 0-3 0,-2 0 3 15,-1-1-6-15,-1 0 1 0,3 1 1 0,-2-1 0 16,2 0 1-16,0 0-2 0,-2 2-2 0,-2-4 4 16,5 1 0-16,0-3-5 0,0 5 4 0,0-5 1 15,-1 6-2-15,1-6 0 0,-3 3 11 0,3-3 7 0,0 0 3 0,0 0 4 16,0 0 8-16,0 0 6 0,-1 3 7 0,1-3 3 15,0 0 3-15,0 0 7 0,0 0 5 0,0 0-8 16,0 0 13-16,0 0-17 0,0 0-4 0,0 0-5 16,0 0-5-16,0 0-4 0,0 0 1 0,18-2-5 15,-5 1-3-15,6-2-6 0,8-4-29 0,5 0-30 16,-1 0-47 0,5-1-69-16,0-1-86 0,-4-1-293 0,4-1-575 15,-1-2 255-15</inkml:trace>
  <inkml:trace contextRef="#ctx0" brushRef="#br0" timeOffset="29526.57">5673 4739 89 0,'0'0'197'0,"0"0"-4"0,0 0-9 16,0 0-5-16,0 0-9 0,0 0-21 0,0 0-18 16,0 0-7-16,9-2-17 0,-5 0-8 0,11 1-9 15,8-1-9-15,10-5-5 0,7 4-5 0,15-5-46 16,0 0-62 0,0-3-81-16,-16 4-184 0,13-1-327 0,-13-1 144 15</inkml:trace>
  <inkml:trace contextRef="#ctx0" brushRef="#br0" timeOffset="30043.46">6335 5025 244 0,'0'0'279'0,"0"0"-11"0,-1-3-10 0,1 3-12 16,0 0-14-16,-3-2-22 0,3 2-20 0,0 0-17 16,0 0-21-16,0 0-17 0,0 0-14 15,0 0-18-15,0 0-11 0,0 0-27 0,0 0-22 0,0 0-8 0,0 0-5 16,0 14-3-16,1-3-3 0,-2 3 0 0,1 2-2 15,0 4-7-15,0 9 3 0,1-1-2 0,1-3 2 16,-2 7-5-16,1-6 4 0,0 0-1 0,2-1-3 16,-2-6 0-16,0 0-2 0,2-3 0 0,-3-3-6 15,3 0 1-15,-2-4-5 0,0 1-11 0,0-3-9 16,-1-3-15-16,2 2-11 16,-1-1-9-16,-1-3-7 0,1 1-4 15,2-1-14-15,-3-2-40 0,0 0-51 0,7 0-68 0,-7 0-138 16,0 0-406-16,7-11 179 0</inkml:trace>
  <inkml:trace contextRef="#ctx0" brushRef="#br0" timeOffset="30676.1">7051 5182 104 0,'0'0'121'0,"-4"2"0"15,4-2-4-15,0 0-6 0,-5 1-4 0,5-1-3 16,0 0-8-16,0 0 0 0,0 0-3 0,0 0-7 16,-4 1-1-16,4-1-3 0,0 0 1 0,0 0-4 15,0 0-2-15,0 0 0 0,0 0-3 0,0 0-3 16,0 0-1-16,0 0-10 16,0 0 7-16,0 0-6 0,0 0-1 0,0 0 2 15,0 0-13-15,0 0-4 0,0 0-2 0,0 0 2 16,0 0-5-16,18-2-2 0,-7-1-3 0,7-1-6 15,3 3-2-15,8-3-1 0,-1-1-3 16,4 0-5-16,1 1 3 0,2 0-2 0,1 0-4 0,0-3-3 16,-1 5-3-16,-3-5-1 0,-3 3 2 0,1-1 2 15,-11 1 0-15,1 4-7 0,-6-3 4 0,-1-1-2 0,-4 2 0 16,0 2-7-16,-3-1-9 0,1-1-10 0,-2 0-13 16,-5 2-15-16,4-3-35 0,-4 3-24 0,0 0-22 15,0 0-12-15,0 0-17 0,0 0-28 0,-22 0-120 0,12 0-328 16,10 0 146-16</inkml:trace>
  <inkml:trace contextRef="#ctx0" brushRef="#br0" timeOffset="30992.52">7272 4988 170 0,'-3'-4'288'0,"3"4"-8"0,-1-6 0 16,1 6-12-16,0-4-14 0,0 4-19 0,0 0-27 16,-1-3-18-16,1 3-24 0,0 0-21 0,0 0-19 15,0 0-21 1,0 0-2-16,0 0-22 0,1 12-8 0,3-3-9 15,-2 6-7-15,2 7-4 0,1 3-4 0,-1 3-8 16,4 2 3-16,0-1-6 0,0 0-20 0,-3 2-22 16,3-1-34-16,-3-2-39 0,4 4-43 0,-4-5-59 15,3 1-91-15,-3-11-172 0,-1-6-478 0,1-4 212 16</inkml:trace>
  <inkml:trace contextRef="#ctx0" brushRef="#br0" timeOffset="32719.44">7934 4821 117 0,'-6'-2'123'0,"6"2"5"0,0 0-6 15,0 0-8-15,0 0 6 0,0 0-1 0,-3-2-3 16,3 2-4-16,0 0-4 0,0 0-10 0,0 0 4 16,0 0-1-16,0 0-16 0,0 0-10 0,3-8-5 15,3 6-10-15,-6 2-5 16,12 0-6-16,-1-3-8 0,1 1-1 0,1 1-7 15,0 1-3-15,5 0-1 0,-5 0-4 0,3 0-4 16,3 4-3-16,-2 0-1 0,-3 1-2 0,1 2-2 16,-3-3-4-16,3 7-2 0,-2-1 0 0,-3-1-2 15,-3 3-12-15,0 2 2 0,-3 1-2 0,-4 2 12 16,-4 0-3-16,-3 0 0 0,-4 7 4 0,-7-4-5 16,-1 2-3-16,0-1 6 0,-6-3-2 0,-1-1-2 0,-2-4 3 0,2 1 2 15,3-1 3-15,2-2 1 0,1-5 2 0,4 4 5 16,-1-4-5-16,4-1 1 0,3 1-2 15,3-4 3-15,0 1-4 0,2-2 2 0,1 2 11 16,1-1 3-16,3-2 3 0,0 0 6 0,0 0-3 16,16 3 1-16,2-2-4 0,2-2-3 0,8-1-8 0,3-3 4 15,2 3-1 1,2-1-5-16,-2 0 0 0,0-3-2 0,-2 1-4 16,-3 6 0-16,-1-2-4 0,-7 1 5 0,2-3-3 15,-4 1 0-15,-4 0 2 0,-1-1-3 0,-2 2-8 16,-4 0-3-16,-1 1-11 0,-1-1-9 0,-5 1-11 15,10 0-12-15,-10 0-20 0,0 0-34 0,5-4-35 16,-3 1-23-16,-2 3-36 0,-2-5-120 0,2 5-343 16,0 0 152-16</inkml:trace>
  <inkml:trace contextRef="#ctx0" brushRef="#br0" timeOffset="33035.83">8745 4770 115 0,'0'0'227'16,"0"-4"-18"-16,0 4-17 0,0 0-20 0,0 0-20 15,-1-5-17-15,1 5-14 0,0 0-14 16,0 0-15-16,0 0-7 0,0 0-12 0,0 0-11 0,4 13-2 0,-4-7-9 15,1 6 0-15,-1 0-5 0,0 1-8 0,1 3 0 16,-1 1-9-16,1 0 0 0,-1 0-2 0,2-1 2 16,-1 0-3-16,-1-4-6 0,0 1-3 0,-1-3 4 15,2 1-3-15,-1-2-1 0,0 1-1 0,-1-3-8 16,-1-2-10-16,2 2-17 0,-1-2-13 0,0-1-23 16,-2 0-24-16,3-4-46 0,-4 2-44 0,4-2-132 0,0 0-325 0,-9-8 144 15</inkml:trace>
  <inkml:trace contextRef="#ctx0" brushRef="#br0" timeOffset="33352.21">8698 4702 52 0,'-4'-5'214'0,"4"5"-14"15,0-6-19-15,0 6-16 0,0 0-15 0,-4-3-14 16,4 3-20-16,0 0-8 0,0 0-9 0,0 0-16 15,20 3-5-15,-9 2-8 0,1-1-8 0,4 3-8 16,2 3-2-16,7 1-1 0,-7 0-3 0,6 2-8 16,-1 3-2-16,-2 2-3 0,2 1-4 0,-4 0-2 0,-5-4-1 0,4 9-3 15,-6-9-1-15,-4 2-2 0,0 1-3 0,-4-3-2 16,-2 2 2-16,-2-5-3 0,-2 5 2 0,-2 0 1 16,-4-4-1-16,1-3 2 0,-5 3-6 0,-2-3 3 15,0-1-2-15,0 1-5 0,-4-3 0 0,-1 0 0 16,9-2 1-16,-8 2-8 0,5-2 5 0,4 0 0 15,-3-1-1-15,5-1-8 16,1 1-29-16,-1-3-23 0,1 2-33 0,2-1-30 16,4-2-35-16,-2 3-29 0,2-3-126 0,0 0-331 15,0 0 147-15</inkml:trace>
  <inkml:trace contextRef="#ctx0" brushRef="#br0" timeOffset="33699.83">8634 5242 20 0,'-4'3'207'0,"4"-3"-4"0,-3 2 2 0,3-2-16 15,0 0-5-15,0 0-17 0,0 0-14 0,17-1-14 16,-3 0-16-16,5-3-12 0,14-1-10 0,1-2-11 15,3 1-9-15,16-4-11 0,5 1-7 0,-2 1-5 16,-1-2-7-16,0 1-4 0,-4 2-1 0,-12-1-6 16,-5 3-1-16,0-2-7 0,-3 4 0 0,-13 1-4 15,-3-1-4 1,-2 2-3-16,-4-2-1 0,0 3 0 0,-1 0 0 16,-6-2-7-16,-2 2-2 0,0 0-7 0,8-1-9 0,-8 1-9 15,0 0-15-15,0 0-18 0,-23 6-29 0,10-2-32 16,0-2-45-16,-1 3-52 0,4-2-125 0,-9 0-356 15,6-3 157-15</inkml:trace>
  <inkml:trace contextRef="#ctx0" brushRef="#br0" timeOffset="34131.97">8904 5378 239 0,'0'0'222'0,"0"0"-22"15,0 0-19-15,0 0-19 0,10 3-8 0,-4-3-10 16,2 2-16-16,1 1-13 0,5 1-9 0,-1 1-11 0,4-1-9 0,0 1-8 15,2 3-11-15,-4 1-6 0,2 0-6 0,-3 2-6 16,-1 2-4-16,-8-3-5 0,3 5-2 16,-2 2-6-16,-5 1-1 0,-1 1-3 0,-1 1-2 0,-9 3-2 15,-3 1-2-15,-1 1-1 0,-4-4 3 0,-2 2-1 16,-3-5 1-16,2-1 2 0,3-5 4 0,2 0 7 16,-2-2 16-1,0-1-8-15,9-3-2 0,-1 0-7 0,1 0-2 16,4-1-3-16,-2 0-5 0,5-3 14 0,-2 0 3 0,1 0 5 15,3-2 11-15,0 0 1 0,9 5 0 16,3-3 0-16,3-4-13 0,3 2-6 0,10-2 3 16,0 0-6-16,2-1-8 0,-1 1-2 0,-1 2-18 15,3-2-36-15,-3-3-39 0,-6 2-42 0,-2-2-51 16,6-4-59-16,-7 3-269 0,0-3-527 0,-4-1 233 0</inkml:trace>
  <inkml:trace contextRef="#ctx0" brushRef="#br0" timeOffset="34370.11">9356 5458 5 0,'-8'0'216'0,"-1"4"-15"0,-5 1-23 0,-1 5-13 16,-11 6-17-16,2 2-15 0,-3 3 0 0,-13 12 0 0,1 0 1 15,-6 5-4 1,0 0-9-16,-1-1-10 0,-3 2-13 0,0-3-5 16,2 1-40-16,-1-6-58 0,5-3-90 0,-4-6-231 15,1 0-352-15,10-14 156 0</inkml:trace>
  <inkml:trace contextRef="#ctx0" brushRef="#br0" timeOffset="35051.65">8392 4664 70 0,'0'0'189'0,"0"-5"-9"16,0 5-3-16,0 0-17 0,0 0-10 0,0 0-17 16,0 0-14-16,0 0-15 0,0 0-13 0,-10 8-9 15,0-1-9-15,-5 7-9 0,-10 8-4 0,1 3-9 16,-16 13-3-16,2 6-3 0,-3 1-5 0,-19 17 1 16,17-17-4-16,2 0-1 15,-18 15-15-15,23-16-29 0,-4-3-69 0,10-1-86 0,3-11-125 0,7-5-311 0,1-5 139 16</inkml:trace>
  <inkml:trace contextRef="#ctx0" brushRef="#br0" timeOffset="38109.8">10006 5138 61 0,'0'0'136'0,"-2"-2"-2"0,2 2 5 15,0 0-10-15,0 0-8 0,-9-1-9 0,9 1-11 16,0 0-10-16,0 0-9 0,0 0-10 0,-5-1-4 15,5 1-8-15,0 0-8 0,0 0-3 0,0 0-7 16,0 0-1-16,0 0-3 0,0 0-7 0,0 0 3 16,0 0-14-16,0 0 7 15,0 0-9-15,0 0 1 0,0 0 0 0,0 0-1 16,0 0 5-16,0 0 0 0,0 0 0 0,0 0 4 16,0 0 8-16,0 0 3 0,0 0 7 0,0 0 6 15,0 0-3-15,0 0-1 0,-3-4-1 0,3 4-2 16,0 0-5-16,0 0-4 0,0 0-6 0,0 0 4 15,0 0-7-15,0 0 1 0,17-1-4 0,-17 1-3 16,10-3-1-16,-6 2-2 0,2 0-3 0,-1-2-1 0,-5 3 0 0,12 0-2 16,-7 0-5-16,-5 0 2 0,10-3 0 0,-7 1-2 15,2-1 1-15,-5 3-5 0,0 0 5 0,6-1-3 16,-6 1 1-16,0 0 1 0,6-1-3 0,-6 1 3 16,0 0-6-16,0 0 1 0,0 0 3 0,4-2 11 15,-4 2 1-15,0 0-1 0,0 0-4 0,0 0 6 16,0 0-2-1,0 0-13-15,0 0 3 0,0 0-2 0,0 0 0 16,0 0-1-16,0 0-3 0,0 0 0 0,0 0 3 0,0 0-4 16,0 0 2-16,0 0 6 0,0 0-5 0,0 0 0 15,0 0 1-15,0 0 2 0,0 0 4 0,0 0 1 16,0 0-1-16,11 0 1 0,-4-2 1 16,2-1 2-16,5 1-4 0,5-4 1 0,8 1-3 0,5-1 2 15,1-4-4-15,3 5 3 0,0-1-2 0,3 0-3 0,-4-1 1 16,2 2 5-16,-2-1-3 0,-5 1-2 0,-2 1-2 15,-6 2 4-15,-2 0-20 0,-3-1-19 0,-6 1-22 16,0 2-28-16,-6-2-33 0,0 2-20 0,-5 0 8 16,8 2-17-16,-8-2-12 0,0 0-163 0,0 0-348 0,-25 3 154 15</inkml:trace>
  <inkml:trace contextRef="#ctx0" brushRef="#br0" timeOffset="38379.18">10298 4945 36 0,'-4'-5'254'16,"0"-2"-13"-16,0 2-7 0,3 1-11 0,-2-1-12 16,1 2-16-16,-1 0-15 0,3 3-22 0,-1-5-17 15,-3 3-17-15,4 2-16 0,0 0-20 0,0 0-8 0,0 0-6 16,0 0-15-16,-5 10-4 0,2-1-5 0,2 4-10 15,0 3-5-15,-2 4 1 0,-1 8-2 0,2-1-4 16,-2 3 1-16,1-1 1 0,0 3-2 0,3-2-22 0,-2-1-33 16,1-1-45-16,4 0-61 0,0-4-77 0,-1-5-185 15,0-6-424-15,2-7 187 0</inkml:trace>
  <inkml:trace contextRef="#ctx0" brushRef="#br0" timeOffset="51292.28">11117 4787 2 0,'0'0'105'0,"0"0"-6"0,0 0 13 16,0 0-25-16,0 0 0 0,0 0-7 0,0 0 2 16,0 0 4-16,-3-4-1 0,3 4-7 0,0 0 6 15,0 0-2-15,0 0-2 0,0 0-4 0,0 0-6 0,0 0 2 0,0 0-4 16,0 0-6-16,-2-3-5 0,2 3-4 0,0 0-6 15,0 0-3-15,0 0-3 0,0 0-6 0,0 0-7 16,0 0-3-16,0 0-7 0,0 0 3 0,0 0-3 16,0 0 1-16,0 0-2 0,0 0-5 0,0 0-1 15,0 0 0-15,0 0-5 0,0 0 5 0,0 0-4 16,0 0 2 0,0 0-1-16,0 0-1 0,0 0-2 0,0 0 0 0,0 0-1 15,0 0-1-15,0 0 2 0,0 0 0 0,0 0 1 16,0 0 1-16,0 0 2 0,0 0 2 0,0 0-7 15,0 0 2-15,11-2-5 0,-3 2 4 0,-1-3-3 16,4 1-2-16,1-1 3 0,2 1 0 16,6 0-3-16,0-1-3 0,-2 1 0 0,2 0 1 15,1 1 1-15,-2 1-1 0,3 0 1 0,-4 0 1 0,-1 1 1 0,-4 1-3 16,1 0 1-16,-2 1-2 0,-1-1-7 0,-4 1-2 16,-1 1-7-16,1 1-1 0,-4-1-1 0,0 4 2 15,1 0-1-15,-4-1-4 0,-3 3 18 0,-2-2-2 16,-1 5 1-16,-1-4 3 0,-2 1-3 0,-2 1 3 15,-1 1-2-15,1-6 4 0,2 3 2 0,-1-3-13 16,0 0 15-16,1 0-4 0,1 1-4 0,3-2 3 0,-3-2 3 0,3 1 3 16,1-1-11-16,2-1 10 0,2-2-4 0,-7 1 6 15,7-1 2-15,0 4-5 0,0-4 2 0,0 0 3 16,9 4-2-16,-2-1 1 0,3 1-1 0,0-3-4 16,0 2 4-16,4-1-2 0,2 3 2 0,1 2 1 15,-4-4-4-15,4 2 0 0,-2 4 2 0,-1-5-2 16,-1 6 3-16,-2-5-5 15,1 5 4-15,-3-2-10 0,0 1 3 0,-3-2-7 16,-2 2 8-16,-1-2 3 0,-3 0-1 16,-3 2-3-16,-3-3 2 0,-6 2 6 0,-2 0-3 0,-1 1 1 15,-7-2 2-15,-7 3-1 0,-1-3 2 0,1-1 0 16,-2-2 7-16,-1 0 1 0,3-3 5 0,-1 2 6 16,2-3 9-16,8 1 12 0,2-2 13 15,4 0 8-15,1 1 6 0,2-2 14 0,2 2 5 0,1-1 0 0,4 0 6 16,4 1-10-16,-11 0-7 0,11 0-1 0,-8 0-2 0,8 0 2 15,0 0-8-15,-5 0-4 0,5 0-6 16,0 0-8-16,0 0-3 0,0 0-8 0,0 0-4 16,-9 0-4-16,9 0-7 0,0 0-4 0,0 0-11 15,0 0-3-15,0 0-11 0,0 0-8 0,0 0-15 16,0 0-15-16,0 0-19 16,0 0-22-16,0 0-24 0,0 0-47 0,0 0-31 15,0 0-37-15,22-3-218 0,-16 0-473 0,2-1 209 16</inkml:trace>
  <inkml:trace contextRef="#ctx0" brushRef="#br0" timeOffset="51959.63">12374 4788 109 0,'0'-4'214'0,"0"4"-10"0,1-6-3 15,-1 3-11-15,0 3-9 0,0 0-12 0,0-6-16 16,0 6-15-16,0-3-22 0,0 3-12 0,0 0-14 15,0 0-11-15,0 0-12 0,0 0-7 0,0 0-15 16,0 0 0-16,0 0-6 0,0 12-5 0,0-3-10 16,-1 0 0-16,-4 2 0 0,5 6-3 0,-1-2 1 15,-2 2-2-15,2 1-6 0,-3-2 0 0,3 1 0 0,-2-1 0 0,3-3 0 16,-1-2-5-16,1 1 5 0,-3-2 0 0,3-1-3 16,0-2 1-16,0-1-1 0,0 0 0 0,0 0-17 15,0-2-16-15,3 2-12 0,-3-2-2 0,1-1-9 16,-1-3 0-16,0 4-8 0,0-4-28 0,0 0-44 0,0 0-48 15,0 0-145-15,0 0-344 0,-1-17 153 16</inkml:trace>
  <inkml:trace contextRef="#ctx0" brushRef="#br0" timeOffset="52312.63">12365 4688 16 0,'0'0'193'16,"-1"-4"-11"-16,1 4-13 0,0 0-7 0,0 0-18 16,-3-5-15-16,3 5-10 0,0 0-14 0,0 0-9 15,0 0-8-15,0 0-9 0,0 0-13 0,0 0-8 16,22 9-4-16,-13-4-8 0,5-1-6 0,0 4-4 16,1 2 0-16,-1-1-2 0,3 2-17 0,-2 0 9 15,3 1-4-15,-5 0-2 0,2 0 1 0,-2 3-8 0,-4-1-1 0,1 0 2 16,-1 0-7-16,-5 0 3 0,0-3 6 0,-4 0 1 15,4 0 2-15,-7 1 4 0,-2-2-1 0,1 0 0 16,-5 0 3-16,-1 4-4 0,-4-3-2 16,-2-1-2-16,-1 1-4 0,-1 0 4 0,1-4-6 0,-1 3 0 15,3-3-3-15,-3 1 5 0,4-2-3 0,0 0 1 16,5 0-3 0,-1 0-3-16,1-1 0 0,5 0-18 0,-1-2-19 15,0 1-22-15,1-1-26 0,-1 0-11 0,5-3-30 16,0 0-44-16,6 5-131 0,-6-5-320 0,8-1 142 15</inkml:trace>
  <inkml:trace contextRef="#ctx0" brushRef="#br0" timeOffset="52742.48">12089 5162 117 0,'0'0'107'15,"-5"2"-1"-15,5-2-4 0,-4 3 6 0,4-3-14 16,0 0 12-16,0 0-7 0,0 0-1 15,0 0 1-15,0 0-1 0,-4 1 2 0,4-1 7 0,0 0 4 0,0 0-4 16,0 0-5-16,0 0-9 0,0 0-10 0,18-3-9 16,0-3-9-16,10 1-8 0,3-3-4 0,3 3-4 15,17-6-5-15,-1 5-1 0,4-5 0 0,0 2 0 16,0 2 0-16,-16 2-3 0,0 0-2 0,3-2-2 16,-8 2-2-16,2 1-1 0,-6 2-6 0,-6-1-4 15,-4 1-2-15,0-1-3 16,-10 3-2-16,3-3 1 0,-5 3 0 0,1-1-5 15,-3 0-4-15,2-1-7 0,-7 2-7 0,7-1-8 16,-7 1-8-16,0 0-11 0,0 0-15 0,0 0-21 16,-19 6-30-16,10-4-35 0,-1 1-36 0,-3-1-180 15,2 2-379-15,-3 0 168 0</inkml:trace>
  <inkml:trace contextRef="#ctx0" brushRef="#br0" timeOffset="53343.99">12386 5223 39 0,'0'0'193'0,"0"0"-16"0,0 0-17 0,0 0-12 16,0 0-12-16,0 0-16 0,24-2-15 0,-17 4-6 16,3 0-6-16,1-2-9 0,0 0-14 15,3 0-9-15,-1 3 5 0,-1 0-14 0,0 2-9 0,1 0 3 16,0-1-10-16,-4 1-2 0,0 2-5 0,1 0 1 15,-5 0-8-15,3 1 1 0,-7 4-6 0,3 0-2 0,-4-1 1 16,-4 2 4-16,-1 4-4 0,-4-2-1 0,-4 0-1 16,1-1 0-16,-4 1 0 0,2-2 0 0,-2-3 3 15,-2 5 2-15,0-8-7 0,1 3 4 0,3-3-1 0,4 0 3 16,-1-2-3-16,4-3-3 0,2 4-3 16,0-2 5-16,1-1-6 0,-1-1 21 0,5-2 15 15,-5 2 7-15,5-2 5 16,0 0 1-16,0 0-5 0,18 0-3 0,-4 0-4 15,6-3-4-15,2-1-3 0,7-1-4 0,3 2 0 16,0-1 2-16,-1 1 3 0,2-1-3 0,-1 2-3 16,-3-1-3-16,1-2-1 0,-9 4-5 0,0-3-3 15,-7 3-2-15,-4 0 0 0,2-2-2 0,-1 3 0 16,-6-2 7-16,2 2 4 0,-7 0 16 0,10-1-7 16,-10 1 1-16,5-1-1 0,-5 1-11 0,5-1 0 0,-5 1-5 15,0 0-6-15,7-2-11 0,-7 2-7 0,0 0-19 0,0 0-28 16,0 0-29-16,0 0-17 0,0 0-26 0,-9-5-20 15,9 5-22-15,-7-5-36 0,2 1-41 0,4 1-128 16,1 3-398-16,-8-6 177 0</inkml:trace>
  <inkml:trace contextRef="#ctx0" brushRef="#br0" timeOffset="53845.41">12840 4625 113 0,'0'0'193'0,"0"0"-16"15,0 0-28-15,0 0-13 0,0 0-17 0,0 0-10 16,0 0-13-16,18 10-14 0,-10-3-7 0,1 2-8 16,6 7-7-16,3 5-3 0,3-1-4 0,-5 7-6 15,6 4-1-15,2 12-4 0,-1 3 6 0,-2 1-3 16,-2 2 0-16,-1 0-5 0,-3 2 0 0,-2 1 0 16,-6-1-5-16,-1-1-3 0,-3-2 4 0,-1-2-4 0,-2 2-4 0,-5-16 2 15,-2 2-3-15,-3 1-4 0,-4-3 3 0,-4 2-1 16,-6 6 1-16,2-13-4 0,-2 1 1 0,-3-2-4 15,-4-3-18-15,1 0-42 0,-1-5-53 16,-2-4-74-16,-2-1-160 0,-1-2-353 0,3-6 157 0</inkml:trace>
  <inkml:trace contextRef="#ctx0" brushRef="#br0" timeOffset="54349.37">11968 4706 118 0,'0'-6'222'16,"0"6"-19"-16,0 0-13 0,0-3-27 0,0 3-20 16,0 0-20-16,0 0-14 0,0 0-12 0,0 0-13 15,-9 20-14-15,1-3-6 0,-3 8-8 0,-2 8-1 0,-4 14-2 16,0 5-1-16,-3-1-9 0,5 5 1 0,-1-2-8 16,6 1-4-16,0-2 4 0,6-2-2 0,8-3 23 0,6 1 32 15,8-4 4-15,5-2 7 0,9-5-4 0,7-5-6 16,9-2-6-16,9-8-9 0,6-2-43 0,24 0-68 15,-24-10-101-15,-1-6-292 0,1-8-464 0,-4 1 206 0</inkml:trace>
  <inkml:trace contextRef="#ctx0" brushRef="#br0" timeOffset="55302.18">13280 4234 109 0,'0'0'243'0,"4"-4"-2"0,-4 4-12 16,0 0-14-16,0 0-16 0,0 0-15 0,0 0-16 16,0 0-16-16,0 0-19 0,2-4-13 0,-2 4-6 15,0 0-20-15,11 1-9 0,-6-2-14 0,-5 1-4 16,12 4-5-16,-3-1-12 0,2 2-2 0,0-1-6 15,-3 2-4-15,2 1-7 16,4-1-4-16,-5 3-1 0,-3 1-4 0,2 0-5 16,1 4 0-16,-4-1-1 0,-1 2-4 15,-3-5-5-15,2 2-2 0,-6 1-1 0,2 0 1 16,-7-2 0-16,4 1 3 0,-2-2-7 0,-2 4 1 0,2-5 2 0,-3-2 2 0,2 2-1 16,0-3 1-16,3-1-5 0,-2-1 3 0,3 0 2 15,-1 0-3-15,0-1 4 16,2 1 1-16,2-4 28 0,-2 3-8 0,2-3 4 0,7 2 5 15,3-4-3-15,12 2-7 0,6-2-1 0,4-3-3 16,4 2-7-16,1-2 2 0,0 1-2 0,14-1 0 16,-14 1-6-16,4 0 9 0,-3 0-7 0,-3 1-3 15,-3 2 1-15,-4-3-7 0,-8 2 4 0,-5 2-2 16,-4-3 1-16,2 2-1 0,-7 2-2 0,2-2-6 16,-3 1-5-16,-5 0-10 0,9-1-7 0,-9 1-11 0,0 0-24 0,0 0-27 15,0 0-40-15,0 0-44 0,-18 5-59 0,5-3-196 16,3-2-461-16,2 0 204 0</inkml:trace>
  <inkml:trace contextRef="#ctx0" brushRef="#br0" timeOffset="56019.71">13846 4971 114 0,'-9'0'106'0,"9"0"-10"0,-5 0-8 16,5 0-8-16,0 0-9 0,0 0-4 0,-9 0-8 16,9 0-5-16,0 0-5 0,0 0-4 0,-5 0-8 15,5 0-3-15,0 0 8 16,0 0 0-16,0 0 15 0,0 0 7 0,0 0 19 16,0 0 6-16,0 0 9 0,0 0 2 0,0 0 4 15,14 4 3-15,-4-4-14 0,3 0 0 16,6-1-14-16,4 1-7 0,7-3-6 0,0 0-9 15,3-2 2-15,1 3-15 0,0-2 1 0,1 1-9 0,-3 0-4 16,-3 3-3-16,-6-4-1 0,-3 2-3 0,-2-1 0 16,-5 3-14-16,-1-1-8 0,-2 0-21 0,0 1-14 0,-5 0-23 15,-5 0-13-15,4-2-25 0,-4 2-26 0,0 0-16 16,0 0-40-16,-20-2-123 0,9 2-324 0,0-1 144 16</inkml:trace>
  <inkml:trace contextRef="#ctx0" brushRef="#br0" timeOffset="56273.71">14021 4877 247 0,'0'-4'268'16,"0"4"-9"-16,-2-5-7 0,2 5-6 0,-2-5-9 15,2 5-15-15,0-6-10 0,0 6-22 0,0 0-26 16,0 0-15-16,0-2-19 0,0 2-17 0,0 0-15 0,0 0-10 15,0 0-13-15,0 0-7 0,4 12-8 0,-3-5-4 16,3 3-6-16,-4 2 3 0,0 0-14 0,4 5-4 0,-3 0 0 16,-1 0-3-16,3 2-7 0,-3-5-13 0,0 4-20 15,1-5-18-15,-1 0-22 0,2 0-19 16,0-1-29-16,-2 0-36 0,0 0-42 0,5-5-35 16,-4 1-234-16,1-1-479 15,4-3 212-15</inkml:trace>
  <inkml:trace contextRef="#ctx0" brushRef="#br0" timeOffset="56489.68">14594 4961 238 0,'0'0'298'0,"0"0"-22"15,0 0-21-15,0 0-19 0,0 0-21 0,1-4-28 16,-1 4-34-16,6-4-25 0,1 2-28 16,0-2-36-16,5 2-44 0,-1-2-52 0,8 0-79 0,-2 2-84 0,1-3-111 15,1 0-331-15,-5 1 147 0</inkml:trace>
  <inkml:trace contextRef="#ctx0" brushRef="#br0" timeOffset="56652.44">15020 4916 191 0,'0'0'288'0,"7"-3"-28"0,-5 1-29 15,4-1-24-15,-6 3-19 0,11-5-28 0,-5 2-42 16,2 1-43-16,1-2-60 0,2 1-53 0,6-2-67 16,2 1-160-16,-1-3-288 0,1 2 128 0</inkml:trace>
  <inkml:trace contextRef="#ctx0" brushRef="#br0" timeOffset="56790.44">15539 4856 104 0,'4'-1'100'0,"5"-2"-42"16,1 1-41-1,-1-1-64-15,1-2-50 0,4 1 22 0</inkml:trace>
  <inkml:trace contextRef="#ctx0" brushRef="#br0" timeOffset="56929.37">15934 4835 249 0,'3'3'242'0,"-3"-3"-16"0,0 0-24 0,0 0-17 16,0 0-20-16,0 0-15 0,3 1-18 0,-3-1-19 15,0 0-50-15,0 0-73 0,0 0-97 0,8-4-162 16,-8 4-290-1,10-7 128-15</inkml:trace>
  <inkml:trace contextRef="#ctx0" brushRef="#br0" timeOffset="58557.08">15590 4189 152 0,'0'0'161'16,"-5"-1"-9"-16,5 1-12 0,0 0-9 0,-1-4-12 0,1 4-14 0,0 0-6 16,0 0-13-16,0 0-7 0,0 0-7 0,0 0-8 15,0 0-7-15,0 0-11 0,0 0 2 0,0 0-9 16,0 0-3-16,0 0 0 0,0 0-6 0,0 0-2 16,0 0 1-16,23 3-9 0,-9-2 1 0,3-1-3 15,6 1 0-15,7-1-6 0,1 6-6 0,2-5-9 16,0 0-6-16,3 1 0 0,0-2 2 0,1 1-9 0,-4 0-2 0,2-1-12 15,-1 0 12-15,-2 0 2 0,-1 0-6 0,-9 0 4 16,-3 1-2-16,-1-2 4 0,-4 1-2 0,-3 0 6 16,-3 0 2-16,-2 0 1 0,2 0 13 15,-2 0 9-15,-6 0 11 0,9-1 11 0,-9 1 1 16,5 0 1-16,-5 0 1 0,0 0 2 0,9-1 0 0,-9 1-2 16,0 0-4-1,0 0-5-15,7 0 1 0,-7 0-7 0,0 0 0 16,0 0-13-16,0 0 5 0,0 0 1 0,0 0 0 15,0 0-4-15,6 1 1 0,-6-1-4 0,0 0-1 16,0 0 1-16,0 0 1 0,0 0-2 0,0 0-2 16,0 0 1-16,0 0 2 0,0 0 8 0,0 0 0 15,0 0 5-15,0 0 5 0,0 0 1 0,0 0-1 16,0 0 6-16,0 0-1 0,0 0 0 0,0 0 0 0,0 0 0 0,0 0-4 16,0 0-2-16,0 0 3 0,0 0-3 0,0 0 2 15,0 0-2-15,0 0 4 0,0 0-2 0,0 0 4 16,0 0-2-16,0 0-4 0,0 0 0 0,0 0-1 15,0 0-2-15,0 0 2 0,0 0 0 0,0 0-1 16,0 0-3-16,0 0-5 0,0 0 1 0,0 0-6 16,0 0-2-1,0 0-3-15,0 0-3 0,0 0-1 0,0 0-9 16,1 2 4-16,-1 3-3 0,2 0-1 0,0 4-1 16,-2 3 1-16,2 5 2 0,0 1 0 0,2 10-2 0,-3 6 2 15,4 2-1-15,-5 16 6 0,4 4 4 0,-7 1-1 16,2 1 1-16,-4-2-1 0,8 1 3 15,-7-1-3-15,1 0 2 0,2-3 0 0,5-2 1 16,-4-2-1-16,1-2 1 0,2-15-1 0,-1 2-3 0,-2 2 3 0,5-2-1 16,-5 2 2-16,4 11-1 0,-5-11 1 0,1-2-2 15,-3-3 0-15,3 1 0 0,-1 0 2 0,-2-4-3 16,2 3 2-16,-1-4 2 0,-1-1 0 0,3-1-1 16,0 1 0-16,0-7 0 0,-1 1-1 0,1-3-3 15,-3 0 4-15,3-3-3 0,-1-1 2 0,1 0 1 16,-2-2-1-16,0-1-1 0,0-1-1 0,2-1-1 0,-2 1 1 0,1-1 1 15,1-1-2-15,0 0 9 0,0 0-8 0,-3 0-3 16,2-2 6-16,1 0-4 0,0-1 5 0,0-4-7 16,-2 6 0-16,-1-4 0 0,2 1 4 0,1-3 0 15,1 4 0-15,-1-4-3 0,0 0 5 0,1 5-1 16,-1-5-1-16,0 0-5 0,0 0 10 0,0 0-9 16,-1 5 2-16,1-5 3 15,0 0 0-15,0 0 5 0,0 0 13 0,0 0 0 16,0 0 5-16,0 0 3 0,0 0 7 0,0 0-2 15,0 0-1-15,0 0 2 0,0 0 2 0,0 0-4 16,0 0-1-16,0 0 1 0,0 0 2 0,0 0-3 16,0 0 7-16,0 0 2 0,0 0 5 0,0 0-8 15,0 0 4-15,0 0-8 0,0 0 1 0,0 0-2 16,0 0-5-16,0 0 3 0,0 0-10 0,0 0 0 0,0 0-2 16,0 0-6-16,0 0 3 0,0 0-7 0,0 0-8 15,0 0 10-15,0 0-17 0,0 0 1 0,0 0 0 16,0 0 3-16,-24-3-11 0,10 3 7 0,-3 1 1 15,-3-1 1-15,-7 0 2 0,-5 0 10 0,0 0-14 16,-6 2-1-16,-1-2 4 0,-16 0-2 0,17-2 0 16,-13 0-2-16,15 1 2 15,2-4 3-15,5 1 6 0,10 1-2 0,6 3 3 16,1 0-8-16,0-2 10 0,6 2-4 0,-3-1-12 16,5-1-33-16,2-5-29 0,-1 4-25 15,3 3-27-15,5-10-30 0,5 3-37 0,1 1-50 0,5-1-56 16,1-3-200-16,2 2-535 0,8-5 237 0</inkml:trace>
  <inkml:trace contextRef="#ctx0" brushRef="#br0" timeOffset="59429.63">16850 4577 44 0,'0'0'253'15,"0"-6"-16"-15,0 2-16 0,0 4-23 0,2-7-21 16,0 2-13-16,2 0-19 0,-1 3-13 0,4-1-17 15,2 0-11-15,-2-1-16 0,5 4-6 0,0 0-10 16,1 3-5-16,-1-1-12 0,0 3-3 0,3 2-7 0,-3 0 10 0,3 4-5 16,-5 1 0-16,1 2-10 0,-1 3-4 0,-7 1-6 15,3 7 0-15,-4 2-3 0,-4 1-4 16,-2 0 3-16,-1 3-6 0,-4-3 6 0,0 1-5 0,-4-2-4 16,-1 2 2-16,0-4-4 0,-4 0 2 0,1-4-3 15,-2-4 0-15,5-3 2 0,1-2-4 0,4-5 2 16,4 3-2-1,-5-4 5-15,6 0 4 0,-1-1 6 0,1-3 17 16,0 2 19-16,2-2 35 0,-2 1 43 0,4-3 25 16,0 0 6-16,0 0-17 0,0 0-14 0,0 0-12 15,14-11-15-15,-4 1-13 0,4-4-14 0,7-4-8 16,-1 0-10-16,5-5-8 0,-3 0-9 0,-1-1-10 16,5 1-5-16,-2-3-7 0,1 1-7 0,0-4-3 15,-3 8 8-15,-1-2 6 0,-2 5-20 0,-6 2-5 0,-1 3 3 0,-4 3 2 16,-1-1-4-16,-1 6 7 0,0-1 3 0,-4-1-3 15,2 4-14-15,0 1 12 0,-2-3-10 0,2 3-14 16,-1 0-19-16,-3 2-40 0,0 0-22 0,3-3-3 16,-3 3 10-16,2 9 9 0,-2-1 9 0,0 2 10 15,1 2 1-15,-2 3 7 0,5 0 3 0,-3 2 9 16,0 1-6-16,0-1-1 0,4 0-34 0,2 0-9 0,-1-2-14 0,3 0-30 16,3-1-34-16,-1-2-43 0,-2-4-45 0,5-1-264 31,-1-3-557-31,2-1 247 0</inkml:trace>
  <inkml:trace contextRef="#ctx0" brushRef="#br0" timeOffset="59998.58">17310 4323 14 0,'0'0'249'16,"4"-3"-18"-16,1 0-14 0,-5 3-17 0,5-1-16 0,0-2-12 15,3 3-14-15,0-2-12 0,-2 2-14 0,6 0-13 16,-6 0-13-16,3 2-10 0,4-2-9 0,-6 4-15 16,0-1-6-16,3 2-7 0,-2 2-5 0,-1-2-6 15,-1 4-4-15,1-1-4 0,-4 1-3 0,-1-1 0 0,-2 4-1 16,2-1-2-16,-4 0-9 0,0 1-2 0,-2 0-2 15,-1 0 1-15,0 0-3 0,1-2-2 0,-1-2-1 16,1-1-1-16,0-2-5 0,0 0 4 0,1 2-2 16,1-3-3-16,1-2 1 0,1-2 5 0,-3 5 10 15,2-2 11-15,1-3 7 0,0 0 13 0,7 7 11 16,0-6 0-16,6 3 7 16,7-4-13-16,8 0 1 0,0 0-9 0,3 0-3 15,-3-3-5-15,4 2 3 0,1-2 0 0,-12 5-3 16,7-4-9-16,-9 2 1 0,0 2-6 0,-8-2-2 15,0 1 0-15,-2-2-6 0,-4-1-3 0,0 5-1 16,-5-3 2-16,12-1-5 0,-12 1-8 0,0 0-12 16,7 0-15-16,-7 0-19 0,0 0-27 0,7 1-24 15,-7-1-38-15,0 0-59 0,0 0-70 0,-13 9-267 0,13-9-564 0,0 0 250 16</inkml:trace>
  <inkml:trace contextRef="#ctx0" brushRef="#br0" timeOffset="62766.73">20092 1305 28 0,'1'3'60'0,"-1"-3"4"16,2 6-3-16,-2-1-15 0,2 3-6 0,-2-5 9 16,0-3-9-16,0 12 0 0,2-7-1 0,0 4-5 15,-2-4 3-15,0 3-1 0,0 3-1 0,1-2-5 16,-1 3 0-16,2 0-1 0,-2-2-7 0,2 6 7 16,0 0 7-16,-2-3-6 0,2-1-6 0,-2 0 12 15,0 0-15-15,0 1-6 0,0 3 2 0,2-4 1 0,0 3-6 16,-2-3 8-16,2 4-10 0,-2-3-2 0,2-2 12 15,0 0-10-15,-2 1 0 0,1 0-10 0,2 0 11 16,-3 2 1 0,1-3-3-16,3 2 4 0,-4-1-3 0,0 5 10 0,0-4-4 0,0-1 0 15,1 4 1-15,-1-3 0 0,3 2 2 16,-3-2-6-16,0-1 5 0,0-1-1 0,1 3-6 16,2 0 9-16,-2-2-6 0,1 1-4 0,-2-1-3 15,3-1 4-15,-3 4-2 0,4-3 5 0,-3 0-4 16,2-1-6-16,-2 2 4 0,-1 0 1 0,1-1-7 15,3 0 5-15,-4 0-7 0,3-1 8 16,-2 1-1-16,-1-2 0 0,3 2-2 0,-2 1 9 16,0-3-8-16,2 4-5 0,-2-3 12 0,-1 1 0 15,0 2-1-15,5 0 0 0,-5 1-5 0,0-1 8 0,3-3-6 0,-3 0 2 16,0 1-1-16,1 0 0 0,-2 3 1 0,1-4-2 16,1 4 3-16,-2-7-10 0,1 4 3 0,0 2 2 15,0-2-4-15,0-1 5 0,1-2-3 0,-1 1 0 16,1 1-2-16,-1-2 8 0,0 3-8 0,0-2 1 15,0 1-2-15,0-1 14 0,3 2-12 0,-3-3 10 16,0 1 0 0,-3 2-6-16,3-2 3 0,0 1 1 0,-1-1-5 15,1 2 0-15,0-2 1 0,0 2 1 0,-1 0 2 16,1-2-6-16,-3 2 0 0,3 0-1 0,0 3 4 16,0-3-4-16,0 2 0 0,0 1-1 0,0-3 2 15,0 3-1-15,0 1 4 0,0-4-4 0,0 5-3 0,0-7 4 16,0 7 0-16,-1-5-3 0,-3 0 2 15,4 5-2-15,0-3 5 0,-4 1-4 0,4 3-3 0,0-7 3 0,-2 5-2 16,-1-1 4-16,3 2-4 0,-4-4 0 0,4 2 2 16,-1 2 2-16,-2 1 0 0,2 0 1 0,0 1-8 15,1-2 2-15,-3 1 7 0,3 2-4 0,0 0-5 16,-1-3 10-16,-2 0-7 0,3 0 2 0,-1 0 1 16,1 2 3-16,0 0-5 0,0 0 2 15,0-2-3-15,0 1 5 0,-3-3-1 0,3 3-2 0,-2 1 1 0,2-6 1 16,0 5-3-16,2-5 1 0,-2-1-3 0,0 3 0 15,3-3 0-15,-3 0 2 0,-3 0 7 0,3-2-9 16,0 3 0-16,-2-1 3 0,2-1 2 0,0-1-6 16,0 0 1-16,0 0 2 0,0 0 1 0,-1 1-4 15,1-2-2-15,0 1 1 0,0-1 4 0,0 1-2 16,0-2 5-16,-3-1-6 16,3 2 1-16,0 1 2 0,0-5-2 0,0 3 2 15,3-1 1-15,-3 1-5 0,0 0 3 16,0-3-4-16,0 3 6 0,-3 2 2 0,3 0 6 15,-1 1-1-15,1-3 1 0,0 2-1 0,0 0-1 16,0 0-1-16,0 1-4 0,0-2 6 0,0 4-7 16,-3-2 1-16,6 1 3 0,-6 4-3 0,6-2-2 0,-3 1 1 15,0-4 2-15,1 7 1 0,-1-4 0 0,3 3-3 0,-6-5 2 16,7 1-4-16,-4 2 2 0,0-2 6 0,0-1-9 16,2 1 6-16,1 3-5 0,-3-1-3 0,0-3 3 15,1 3 4-15,2 0-5 0,-2-4 1 0,-1 2 2 16,3 3 3-16,-2-2-8 0,0-3 2 0,3 5-2 15,-1-1 3-15,-2 4-7 0,2-5 7 0,-1 4 1 16,2-3 2 0,0 1 1-16,-3 0-2 0,2 0 2 0,-1 1-1 15,2 0-3-15,0-1 1 0,0-1 0 0,-3 0 2 16,2 1-2-16,-2 1 3 0,2 0-5 0,-2-2 0 16,1 4 4-16,-2-3 0 0,3 0-7 0,-2 0 6 15,0-1 0-15,1 2 1 0,-1-5-5 0,-1 3 6 16,1 1-3-16,-1 4 2 0,1-1-4 0,1 1 3 15,-2-1 0-15,0-2 3 0,0 2-7 0,0-1 1 0,0 0 0 0,-2 0 5 16,1 1-2-16,0 0-1 0,0 0-4 0,-1 0 2 16,2 1 4-16,-1-2-2 0,0 0 1 0,-2 2-3 15,3-1 1-15,0 1-7 0,-2 2 9 16,1-4 2-16,-1 1-1 0,1-1-1 0,0 0 2 16,-3 0-3-16,1 2 1 0,2-1-2 0,0 1 1 15,-2-1 0-15,-1 0 1 0,4 5-4 0,-1-4 5 0,0-1 0 0,-2 0 3 16,2 6-4-16,-3-7 4 0,3 3-5 0,1 0 3 15,-3 3 1 1,2 5-4-16,1 0 7 0,0-3-6 0,-1 4 0 16,-2-4 2-16,3-1 0 0,0 1 2 0,-1 3-1 15,1-3-1-15,0 1-2 0,0 0 0 0,-3-3-2 16,3 2 2-16,0 2 1 0,-4-5-3 16,7 4 1-16,-7-2 4 0,4 1-3 0,-4 1 0 0,3-1 1 15,-3-1 1-15,1 1 2 0,0-3 2 0,-1 5-1 16,0-9 2-16,4 6-4 0,-5-6 1 0,2 7 5 15,2-1-5-15,-1 1-1 0,0 2 0 0,2-2 0 16,0 0-1-16,0 0 3 0,-2-6-6 0,0-1 4 0,0 8 0 16,2-7 0-16,-2 5 2 0,2 0-9 15,-2 0 9-15,2-4-5 0,0-3 1 0,-2 1-1 0,0 5 0 0,2-5-1 16,2 0 0-16,-2 1 3 0,0-1-5 0,0 4 0 16,-2-3 5-16,1-2-3 0,2-1-1 0,-1 1 2 15,-1 2-3-15,1-3 0 0,0 1 1 0,-2 0-8 16,2-1 7-16,0 1 0 0,0-1 3 0,0 2 0 15,-2-2-1-15,2 0 3 0,0 0-6 16,0 1-2-16,-2 0 6 16,4 1 0-16,-4-1 1 0,0-1 3 0,1 4-2 15,1 2-2-15,0-3 3 0,-1-1 3 0,1-1-4 16,1 1-2-16,-1-1-1 0,1 0 1 0,-1-1 3 16,0-2-4-16,0 2 1 0,2-3-1 0,0 1 2 15,-2-3 1-15,0 1-2 0,2 0 5 0,-2-1-5 16,0 0 5-16,2-2-2 0,-2 2 1 0,0 0-3 15,0-2 2-15,0 1 3 0,0-4-7 0,1 2 4 0,1 1 1 0,-2-10-2 16,0 13 0-16,2-7 0 0,-2-6 1 16,0 11 0-16,0-11 0 0,0 6-16 0,0-6-19 15,0 0-24-15,0 0-24 0,0 0-34 0,0 0-57 16,0 0-207-16,0 0-406 0,0 0 181 0</inkml:trace>
  <inkml:trace contextRef="#ctx0" brushRef="#br0" timeOffset="64054.59">21316 2595 35 0,'0'-3'183'0,"0"3"3"0,0 0-2 16,0 0 4-16,-1-4-2 0,1 4 1 0,0 0-7 15,0 0-6-15,0-3-2 16,0 3-5-16,0 0-8 0,3-4-8 0,-3 4-11 15,0 0-16-15,0 0-6 0,0 0-16 0,0 0-9 16,0 0-15-16,0 0-11 0,0 0-10 0,0 0-29 16,0 0-25-16,0 0-1 0,0 0-5 0,0 14-2 15,2-2 2-15,-2 5-2 0,0 2 2 0,0 1 0 16,0 9 3-16,-1 0-5 0,1 0 7 0,0 2-7 16,-1-2 5-16,-1 3-1 0,4-1 4 0,0-2 1 0,-1-2 1 15,1 0-1-15,-1-8-1 0,1 0 1 0,-2-1 1 16,2-3-2-16,-1-4 3 0,0-1-4 0,1-1 2 15,-1-2 1-15,-1 0 14 0,1-3 5 0,-1-4 9 16,1 6 7-16,-1-6 5 0,0 7 6 0,0-7 1 0,0 0-3 16,2 5-1-16,-2-5-6 0,0 0 0 15,0 0-9-15,0 6-2 16,0-6 3-16,0 0-10 0,0 0-3 0,0 0-11 16,0 0-13-16,0 0-25 0,0 0-19 0,4 2-24 15,-4-2-41-15,0 0-52 0,0 0-66 0,0 0-258 16,0 0-527-16,12-10 233 0</inkml:trace>
  <inkml:trace contextRef="#ctx0" brushRef="#br0" timeOffset="64693.9">21873 2887 88 0,'0'0'158'0,"-8"-4"-9"0,8 4-8 0,0 0-10 0,0 0-10 15,0 0-21-15,0 0-3 0,0 0-11 16,-7 4-6-16,7-4-10 0,0 0-9 0,0 0-9 16,0 0-1-16,0 0-6 0,0 0-6 0,0 0-2 15,0 0-3-15,0 0-4 16,0 0 2-16,0 0-1 0,0 0 2 0,0 0 6 16,0 0-2-16,0 0 8 0,0 0 3 0,0 0 9 15,0 0-3-15,0 0 3 0,0 0-8 0,0 0-1 16,24-5-3-16,-11 5-3 0,9 0-5 0,9-1-3 15,2 2-6-15,4-2 0 0,2 0-5 0,2 1-4 16,13-2 1-16,2 4 0 0,-5-2-5 0,-15 2-2 16,2-1-1-16,-3-1 0 0,-3 1-3 0,-11-1-2 0,-2 3 1 15,-6-3-12-15,0 0-12 0,-5 1-10 0,-2-1-7 16,3 0-4-16,-9 0-2 0,0 0-1 0,9 0 1 16,-9 0-6-16,0 0-8 0,0 0-14 0,0 0-16 15,0 0-21-15,0 0-25 0,-36 0-22 0,26 0-117 16,1-5-290-16,0 3 129 0</inkml:trace>
  <inkml:trace contextRef="#ctx0" brushRef="#br0" timeOffset="65426.87">22668 2634 16 0,'1'-3'206'15,"3"1"-27"-15,-4 2-9 16,5-5-18-16,1 3-12 0,0 0-15 0,2 1-15 16,-1 1-9-16,2 0-14 0,3 1-4 0,-1 0-13 15,2 3-9-15,-3 0-1 0,3-2-13 0,0 3-1 16,-2 1-2-16,1 0-5 0,-2 2-6 0,3 3-4 15,1-1 0-15,-8 2-5 0,-1-2-2 0,2 6 0 16,-5-1-1-16,1 2-6 0,-6-2 0 0,-1 0 1 16,-1 2 2-16,-4 2-7 0,-1-5 4 0,-1 3 0 0,-1-1 2 15,1-3-3-15,-2 1 2 0,3-6 2 0,-2 2-1 16,-1-1 2-16,3-2 2 0,1-2 0 0,1-1 7 16,3 0-5-16,0 1 7 0,2-2 5 15,3-3 21-15,-6 2 15 0,6-2 25 0,-5 5 17 16,5-5 16-16,0 0 17 0,-6 1 12 0,6-1-17 0,0 0-15 15,0 0-17-15,10-13-9 16,-3 2-10-16,1 4-11 0,5-5 0 0,1-3-17 16,4 3-21-16,1-6-9 0,3-2-5 0,-1 3-5 15,-6 2-6-15,0 1-5 0,2 2 3 0,-6-1 1 16,2 0-7-16,-3 5 3 0,-1 0-1 16,0 3-3-16,-4-2 4 0,0 2-3 0,-1 1 4 15,0 1-5-15,1 0 1 0,-5-1-5 0,4 2-1 16,-4 2-12-16,5-4-20 0,-5 4-15 0,0 0-17 0,0 0 6 0,0 0 4 15,0 0 2-15,-5 15 5 0,-1-7 6 0,-1 2 5 16,2 5 3-16,-2 1 3 0,1-1 3 0,1-1 10 16,-1 1-4-16,5-3 0 0,1 2 4 0,-2-2 4 15,5 0-5-15,-1 1 8 0,4-1-2 0,1-3 7 16,2 1-4-16,5 0-11 0,4-3-30 0,0-4-37 16,1 4-53-16,3-4-57 0,-2-6-58 0,1-2-203 0,-2-2-493 15,-4-1 218-15</inkml:trace>
  <inkml:trace contextRef="#ctx0" brushRef="#br0" timeOffset="65758.89">23170 2377 17 0,'0'0'244'0,"0"-4"-24"0,0 4-23 0,0 0-16 15,0 0-26-15,0 0-11 0,0 0-22 0,18 9-10 16,-9-2-15-16,-1 5-8 0,7 1-11 0,4 8-13 16,-1 6-4-16,0 2 0 0,-4 5 2 0,9 10-2 15,-4 3 4-15,-8 0 3 0,0-1-9 0,-1 2-2 16,-6-1-3-16,-4 0-2 0,-4-10-4 0,-3 9 0 15,-4-12-6-15,-5 10 1 16,3-13-4-16,-7 0-1 0,-7 8-3 0,1-13-6 16,-2 0-13-16,-3-3-33 0,-11 5-44 15,8-10-71-15,-2-2-82 0,-14 0-159 0,0-7-404 16,13-7 179-16</inkml:trace>
  <inkml:trace contextRef="#ctx0" brushRef="#br0" timeOffset="66366.36">21247 2338 153 0,'0'0'146'0,"0"0"-11"0,-15 8-12 0,10-1-8 16,-7 7-9-16,-2 8-8 0,0 2-11 0,-5 6-3 16,-4 14-7-16,4 3-4 0,-1 2 8 15,1 2 4-15,-1-1-9 0,4 3 1 0,3-2-3 16,2 5 21-16,10-2 5 0,1-2 9 0,9-1 8 0,0-2 5 0,9-5-9 15,9 4 6-15,6-9-6 0,4 0-9 0,7-5-10 16,8-3-31-16,2-4-58 16,0-5-91-16,5-3-128 0,-1-8-194 0,-7 0-441 15,-10-8 195-15</inkml:trace>
  <inkml:trace contextRef="#ctx0" brushRef="#br0" timeOffset="67500.73">23284 2084 84 0,'0'0'130'0,"0"0"2"0,0 0-5 0,-8-2-4 15,8 2-11-15,0 0 2 0,0 0-9 0,0 0 2 16,0 0-1-16,0 0-6 0,0 0 3 0,0 0-6 15,0 0-1-15,0 0-2 0,0 0 1 16,0 0-7-16,0 0 0 0,0 0-7 0,0 0-3 16,0 0-6-16,0 0 0 0,-6 2-6 0,6-2-12 15,0 0 2-15,0 0-9 0,0 0-2 0,0 0 0 16,0 0-6-16,0 0-1 0,0 0-8 0,0 0 4 16,0 0-9-16,0 0 0 0,0 0-4 0,0 0 0 15,0 0-3-15,0 0 3 0,0 0 0 16,0 0-1-16,0 0 2 0,0 0 0 0,0 0 2 0,0 0-1 0,0 0 5 0,0 0-4 15,0 0-1-15,0 0-1 0,0 0 9 16,0 0-13-16,0 0 4 0,0 0 6 0,0 0-6 16,0 0 1-16,0 0-3 0,19-7 3 0,-7 7-11 15,7-4 3-15,9 3-3 0,5-3-2 0,3 0 2 16,6 0-5-16,16-1 0 0,-1-2-3 0,4 5 3 16,-4-5-3-16,-1 3 2 15,-15 3-4-15,-3-2 3 0,-1 1-5 0,-3 0-8 16,-5 0-10-16,-6 2-11 0,-5-1-6 15,-7 1-9-15,0-2 1 0,-3 2-7 0,-1-1-6 0,-1 1 1 16,-6 0-9-16,0 0-15 0,0 0-9 0,0 0-8 16,0 0-7-16,-20-4-7 0,12 4-9 0,0 0-13 15,-3 0-13-15,1-3-16 0,2 3-25 0,-3 0-96 16,4 0-304-16,1-1 134 0</inkml:trace>
  <inkml:trace contextRef="#ctx0" brushRef="#br0" timeOffset="68280.78">24184 1812 87 0,'0'0'228'0,"0"0"-7"0,0 0-8 0,0 0-5 16,0 0-12-16,0 0-16 0,0 0-16 15,0 0-15-15,0 0-17 0,0 0-11 0,0 0-18 0,0 0-9 16,0 0-19-16,0 0-7 0,0 0-7 0,0 0-11 0,0 0-6 15,5 14-5-15,-4-9-1 0,0 2-8 0,1 3-3 16,-1 1 1-16,0-1-8 0,-1 6 4 0,2-3-8 16,-2 3 0-16,0 1 1 0,0 0-4 0,0-2 2 15,0 3 0-15,0-3-4 0,0 2 2 0,0-6-4 16,0 0 2-16,1-2-1 0,-1-2-2 0,1 0 3 16,-1-1 3-1,0-1-7-15,0 0 0 0,0-5 3 0,0 7-1 16,0-7 16-16,-1 5 22 0,1-5 17 0,0 0 17 15,0 0 23-15,0 0 20 0,0 0 14 0,-1 6 17 0,1-6-1 16,0 0-7-16,0 0-34 0,10-12-11 0,-3 4-7 16,0-1-11-16,3-3-33 0,0-1-7 0,3-1-7 15,1-1-9-15,0-1 5 0,-1 2-13 16,2-1 0-16,-3 2-1 0,-1-3-7 0,2 3-6 0,-1 1 11 0,-2 3-8 16,-3 1-2-16,2-1-2 0,-3 5 6 0,2-4-1 15,-4 5 0-15,1-2 7 0,-1 1-15 0,0 1-6 16,-4 3 1-16,5-5-5 0,-5 5-2 0,0 0-1 15,0 0 2-15,15 5-7 0,-7 0 3 0,-5 2 0 16,4 3 1-16,0 1-4 0,0 4 1 0,1 2 0 16,-3 0 0-16,5 0 4 15,-6 3 2-15,1-1 6 0,2 0-5 16,-6 1 3-16,9 4-2 0,-7-7 3 0,-1-1 2 16,2-4-5-16,0 0 1 0,-1-1 7 0,-1 0-1 15,-2-3-3-15,0-1 2 0,3-2 0 0,-3-5 9 16,2 10-8-16,0-6-1 0,-2-4 11 0,0 0 0 15,0 8 27-15,0-8 7 0,0 0 8 0,0 0 16 16,0 0-3-16,0 0 0 0,2 6-3 0,-2-6 0 0,0 0-2 0,0 0-7 16,0 0-3-16,0 0-7 0,0 0 1 15,0 0-10-15,0 0-8 0,3 6-8 0,-3-6-21 0,0 0-25 16,0 0-31-16,0 0-31 0,0 0-55 0,0 0-61 16,0 0-77-16,0 0-101 0,0 0-282 0,18-5-720 15,-18 5 320-15</inkml:trace>
  <inkml:trace contextRef="#ctx0" brushRef="#br0" timeOffset="69336.82">21061 4611 97 0,'0'0'161'15,"0"0"-9"-15,0 0-13 0,0 0-11 0,0 0-6 16,0 0-11-16,0 0-5 0,0 0-5 0,0 0-8 15,0 0-3-15,0 0-2 0,0 0-2 0,0 0 3 16,0 0 3-16,0 0 4 0,0 0 8 0,0 0 8 0,0 0 8 0,0 0-5 16,0 0-3-16,0 0-11 0,0 0-8 0,0 0-7 15,18 2-9-15,-4-4-9 0,7-3-9 0,-1 1-4 16,8 1-5-16,2-1-5 0,2-1-6 0,-13 1-6 16,11 2 2-16,-2-2-6 0,-8 3-4 0,1 0-3 15,-3 0-2-15,-5 2 0 0,-2-2-7 0,0-1-25 16,-3 2-30-1,-3-1-31-15,4 1-37 0,-9 0-1 0,5 4-2 16,-5-4-13-16,0 0-24 0,-8 7-42 0,0-5-185 16,1 1-406-16,-4-1 180 0</inkml:trace>
  <inkml:trace contextRef="#ctx0" brushRef="#br0" timeOffset="69722.23">21051 4807 183 0,'0'0'180'0,"-8"2"-15"0,8-2-18 0,-4 0-14 15,4 0-15-15,0 0-8 0,-5 3-8 0,5-3-2 16,0 0 0-16,0 0-6 0,-3 2-12 0,3-2-1 15,0 0-11-15,0 0-4 0,0 0-1 0,0 0 1 16,0 0-2-16,0 0-1 0,0 0-3 0,17-5-1 16,-8 3-2-16,1 2-5 15,4-3-6-15,5 0-3 0,2-1-4 0,8-1-4 16,4 1-3-16,3 0 9 0,1 0 2 16,21-2 2-16,-6 1-7 0,-12 2-2 0,12 0-2 15,-17 1-3-15,-2 0-5 0,-2 1-1 0,-3 0-2 16,2 2-4-16,-12-1-2 0,-4 0-17 0,-1-1-19 0,-7 1-18 15,2 0-23-15,-3 0-18 0,-5 0-18 0,9-1-14 16,-9 1-36-16,0 0-32 0,0 0-167 0,0 0-373 0,0 0 165 16</inkml:trace>
  <inkml:trace contextRef="#ctx0" brushRef="#br0" timeOffset="70185.7">22116 4456 135 0,'0'-7'283'0,"0"7"-16"15,0-4-6-15,0 4-8 0,0 0-11 0,0-5-18 16,0 5-18-16,0 0-15 0,0 0-21 0,0 0-21 15,1-4-12-15,-1 4-24 0,0 0-17 0,0 0-13 16,0 0-9-16,0 0-10 0,8 14-3 0,-5-3-10 16,-1 2-2-16,1 1 0 0,1 4-6 0,-2 2 0 15,6 4-10-15,-3 1-2 0,-1-5 0 0,1 1-3 0,-1-3 0 0,1 7-1 16,-1-6-4-16,-1-2 0 0,1-1-9 0,-1-5-23 16,-1 1-17-16,0-1-17 0,-2-3-21 0,0 0-24 15,0 1-25-15,0-4-26 0,0 2-33 0,1-3-13 16,0 0-13-16,-1-4-210 0,0 0-441 15,0 0 195-15</inkml:trace>
  <inkml:trace contextRef="#ctx0" brushRef="#br0" timeOffset="70671.3">22482 4666 90 0,'-8'1'147'0,"8"-1"-7"0,-4-4-11 0,4 4-8 16,0 0-9-16,0 0-14 0,-8 4-5 15,8-4-9-15,0 0-9 0,0 0-4 0,0 0-7 16,0 0-5-16,0 0-11 0,0 0 3 0,0 0-6 0,0 0 1 16,0 0-2-16,0 0 5 0,0 0-5 0,0 0 2 15,-7 0 4-15,7 0-4 0,0 0 1 0,0 0-5 16,0 0-2 0,0 0 1-16,0 0 5 0,0 0 9 0,0 0 12 15,0 0-1-15,0 0 0 0,0 0-2 0,0 0 0 16,0 0-4-16,30-3-6 0,-9 2-5 0,7-3-6 15,7 4-3-15,3-2-6 0,1-1-4 0,18 0-2 16,-1 1-3-16,-4-2 0 0,-1 1-4 0,-13 2-1 16,-2 0-1-16,-1 1-2 0,-7 0-4 0,-6-2 0 15,-3 1-1-15,-6 2-6 0,0-2-10 0,-4-1-17 0,-2 1-16 0,0 0-18 16,-7 1-10-16,6 0-26 0,-6 0-24 0,0 0-19 16,0 0-15-16,0 0-21 0,-22-5-18 0,15 5-117 15,-5-3-331-15,12 3 146 0</inkml:trace>
  <inkml:trace contextRef="#ctx0" brushRef="#br0" timeOffset="71488.98">23347 4417 56 0,'0'-4'190'0,"0"4"-3"0,0 0-2 16,0 0-7-16,0 0 0 0,0 0-4 0,0 0-2 15,1-3-6-15,-1 3-4 0,0 0-7 0,0 0-2 16,0 0-4-16,0 0-14 0,0 0-10 0,0 0-7 16,0 0-9-16,0 0-10 0,0 0-13 15,0 0-6-15,0 0-9 0,0 0-12 0,0 0-4 0,0 0-6 16,0 0-12-16,0 0-6 16,0 0 1-16,0 0-10 0,0 0-2 15,0 0-1-15,3 10-5 0,-1-7-1 0,-2 2 4 16,0 2-5-16,3 4-2 0,-2 2 0 0,0 3-5 15,2 4 3-15,-1-2-1 0,-2 0-2 0,0 1 3 0,2-2-3 16,-2 0 2-16,2 0-2 0,-2-1-1 0,0 0 3 16,1 1-3-16,-1-6-1 0,0-1 3 15,0 2-4-15,0-4 1 0,0-1 0 0,2 0 2 0,-4-1-3 0,4-2 0 16,-2 1 2-16,0-1-1 0,0-4 1 0,0 5-1 16,0-5 2-16,0 5-2 0,0-5 1 0,0 0 1 15,-2 3-1-15,2-3-4 0,0 0 5 0,0 4-1 16,0-4 1-16,0 0 1 0,0 0 4 0,0 0 11 15,0 0 17-15,0 0 16 0,0 0 26 0,0 0 29 16,0 0 4-16,0 0-2 16,0 0-22-16,9-14 3 0,-1 4-20 0,-2-1-8 15,2-4 1-15,1-2-17 0,6-5-9 0,-2 0-6 16,0 1-6-16,5-2 3 0,-7 8-13 0,2-1 0 16,-3-1 8-16,3 2-4 0,-3 4-14 0,-1 0 3 15,-2 2 0-15,4 0 0 0,-6 4-6 0,-1 0 3 16,1 0-9-16,-3 0 4 0,1 3-3 0,1-1-4 15,-1 1-11-15,-3 2 3 0,0 0 1 0,11 5-4 0,-6 0 6 0,-1 0-6 16,5 6-12-16,-4-1 12 0,4 5 2 16,-4 1 3-16,3 2 4 0,-2 6-6 0,1-5 9 15,-2-2-7-15,0 7 5 0,-1-4 2 0,1-4-8 16,-1 2 12-16,-2-8-4 0,2 3-1 0,-1-2 4 0,-2-4 0 16,0 0-1-16,2 0 1 0,-2-1 5 0,-1-3 2 15,1 3-4-15,1-4 6 0,-1 1 2 0,-1-3 11 0,-1 5-10 16,1-5 4-16,1 4 3 0,-1-4 8 0,0 0-20 15,0 0 2-15,0 0-6 0,0 0-15 0,1 3-38 16,-1-3-37-16,0 0-26 0,0 0-24 0,5-12-30 16,-7 8-36-16,2-1-67 0,0-1-45 0,-1-2-225 15,-1-2-585-15,0 2 259 0</inkml:trace>
  <inkml:trace contextRef="#ctx0" brushRef="#br0" timeOffset="72043.7">23846 4418 127 0,'5'0'169'0,"-5"0"-12"0,13 0-16 15,-6 3-22-15,3 0-6 0,-2 1-13 0,-2 0-5 16,2 3-8-16,-1 3-10 0,0 2 4 15,-4-2-2-15,3 2-5 0,-2 4-7 0,-3 1-2 16,0 0-7-16,-1 0 1 16,-2 0-4-16,-4 0 0 0,1-2-6 0,0 3-1 15,-3-2-5-15,0 0 3 0,1-6-6 0,-2 4-2 16,4-2-1-16,-1-2-4 0,-1-2 1 0,2-3-7 16,1 1 0-16,0 0-3 0,3-4 1 0,0 3 18 15,-2-3 26-15,-2 3 31 0,5-5 27 0,-1 2 29 16,1-2 38-16,0 0 2 0,0 0-8 0,0 0-28 15,0 0-13-15,10-14-16 0,-6 9-8 0,4-7-16 0,3-4-15 0,2 2-18 16,7-4-17-16,0-4 2 0,-1 0-26 0,0 1-4 16,-1 2-7-16,2 1 12 0,-7 1-12 0,1 2-2 15,-2 3-15-15,-1-2 6 0,-1 2 5 0,-2 5-1 16,0-1 2-16,-3 1-2 0,0 5 7 0,-3-3 3 16,1 1-10-16,-2-2-2 0,3 5 4 0,0-3-7 15,-3 2-11-15,-1 2-10 0,0 0-40 0,0 0 6 0,0 0-8 16,0 0 10-16,-4 10 4 0,-2-2 10 0,-3 6-2 15,-1 0 6-15,-2 8-1 0,2-3 4 0,-1 5 2 16,2 0 1-16,1-6 6 0,4 1 0 0,-1 0 3 16,2 1 11-16,6-3 2 0,-2 0 4 0,7-1 4 0,2-2 3 15,3-1 8-15,10 1-2 0,6-1-10 0,3-1-26 16,4-8-56 0,-1 1-58-16,-1-2-65 0,4-6-97 0,-11 2-300 15,4-3-639-15,-5-3 283 0</inkml:trace>
  <inkml:trace contextRef="#ctx0" brushRef="#br0" timeOffset="76855.69">22768 4471 44 0,'-3'-5'126'0,"3"5"-4"0,0-5-4 0,0 5 0 16,-4-4 8-16,4 4-5 0,0-4 0 0,0 4 2 16,0 0-3-16,0 0-1 0,-1-4-4 0,1 4-5 0,0 0-3 0,1-4-7 15,-1 4-10-15,0 0-8 0,0 0-14 16,0 0-5-16,0 0-13 0,0 0-7 0,0 0-4 0,0 0-5 16,-5 18-3-16,0-1-6 0,0 0-2 0,4 7 0 15,-3 5-6-15,0 1 2 0,0 1 0 0,4 0 5 16,0 1-1-16,3 0-8 0,-2 2 3 15,3 0-2-15,1-1-1 16,-3-1-28-16,6 0-36 0,-4-2-53 0,1-3-61 0,-2-9-187 16,1-1-380-16,-3-4 169 0</inkml:trace>
  <inkml:trace contextRef="#ctx0" brushRef="#br0" timeOffset="84069.35">24869 4638 181 0,'0'0'204'0,"0"0"-4"0,-4-3-12 15,4 3-10-15,0 0-12 0,0 0-8 0,0 0-14 16,0 0-13-16,-5-2-12 0,5 2-12 0,0 0-13 16,0 0-8-1,0 0-7-15,0 0-12 0,0 0-4 0,0 0-10 0,0 0-5 16,0 0-3-16,0 0-6 0,0 0-4 0,0 0-2 16,0 0-5-16,0 0-4 0,0 0-1 0,0 0-3 15,0 0-2-15,0 0 7 0,0 0-5 16,0 0-3-16,0 0-1 0,0 0-2 0,0 0 3 15,0 0-2-15,0 0-4 0,0 0-3 0,0 0 2 0,0 0 6 16,0 0 3-16,0 0 1 0,0 0-3 0,0 0 3 0,16 0-2 16,-2 0 0-16,9-3-3 0,5 1-1 0,8-1 0 15,1 1-4-15,17-1-1 0,0-1 0 0,-3 4-1 16,0-5 1-16,-15 5-1 0,15-4-2 0,-21 4-10 16,2 0-9-16,-11-1-12 0,-6-1-15 0,0 2-13 15,-2-1-23-15,-5 0-24 0,-2 0-20 0,-1-1-38 16,-5 2-19-16,0 0-33 0,0 0-113 0,-23-3-351 0,6 0 156 0</inkml:trace>
  <inkml:trace contextRef="#ctx0" brushRef="#br0" timeOffset="84334.7">25151 4487 149 0,'-4'-9'295'0,"4"-1"-4"0,-4 3-16 16,3-1-5-16,1 1-11 0,0 3-12 0,0 1-22 15,0-2-21-15,-1 1-21 0,1 4-23 16,-3-3-18-16,3 3-24 0,0 0-19 0,0 0-18 0,0 0-6 0,-5 8-10 0,5 3-8 16,-4 6-4-16,-1 8 0 0,5 3-7 15,-2 1-3-15,2 1-2 0,0 1-9 0,2-2-1 16,-1 4-30-16,2-4-23 0,2 1-25 0,3-4-41 15,-3-1-46-15,1-6-55 0,2 1-81 0,-3-6-188 0,4-6-496 16,1 1 220-16</inkml:trace>
  <inkml:trace contextRef="#ctx0" brushRef="#br0" timeOffset="85056.09">25968 4306 139 0,'-3'-6'258'0,"3"6"-14"0,0 0-4 0,0 0-17 15,0-4-15-15,0 4-20 0,0 0-15 0,0 0-20 16,0 0-17-16,0-4-19 0,0 4-10 16,0 0-16-16,0 0-12 0,0 0-8 0,0 0-8 0,0 14-4 15,0-4-11-15,0 4-3 0,-2 1-2 0,0 2-9 16,-2 0-4-16,2 4-1 0,1-3-3 0,-3 7-2 0,2-1-1 16,2 1 0-16,-2-5-3 0,0-2-3 0,1-2-1 15,1-1-1-15,-1-3-3 0,1-1-1 0,0-3 2 0,-1-1-3 16,1-2-2-16,0 0 6 0,0-1 0 15,0-1 42-15,0-3 20 0,0 7 24 0,0-7 41 16,0 0 17-16,0 0-11 0,0 0-24 0,9-10-6 16,-2 1-10-16,1 0-14 15,3-6-10-15,2 2-9 0,1-2 3 0,8-6-20 16,-3 1-10-16,-1-3-11 0,-3 3-2 0,-3 6-8 16,2 0-7-16,-4 2 3 0,-1 4-2 0,-2 0-1 15,-4 2 3-15,3 2-9 0,-3 0 2 0,1 1-13 16,-1 1-15-16,-3 2-17 0,7 0 0 0,-7 0-5 15,7 7-1-15,-3-1 4 0,-1 5-1 0,1-1 8 16,0 0-4-16,0 7 4 0,2 2 5 0,-2-3-2 0,-1 0 5 0,-1-3 1 16,3 4 0-16,-2-5 5 0,0 3 3 0,-1-5 0 15,-2-2-5-15,1 1-25 0,3-2-15 0,-3-4-15 16,2 2-11-16,-2-1-4 0,-1-1 2 0,0-3-4 16,2 5-3-16,-2-5-34 0,0 0-63 0,0 0-56 15,0 0-58-15,0 0-180 0,0-17-516 0,-2 9 228 16</inkml:trace>
  <inkml:trace contextRef="#ctx0" brushRef="#br0" timeOffset="85366.68">26503 4140 228 0,'0'-3'229'0,"0"3"-27"0,0 0-22 15,3-7-20-15,-3 7-19 0,0 0-15 0,0 0-15 16,0 0-13-16,-7 13-8 0,1-3-13 0,-3 5-5 0,-3 9-9 16,-2 2-7-1,0 1-5-15,1 3 2 0,-2 4-3 16,-3 11-1-16,4-11-5 0,-1 10-4 0,5-13-1 0,3 1-7 15,3-1 2-15,2-2-7 0,2 0 31 0,4 0 5 16,7-4 8-16,2 0-6 0,6-4-3 0,4-3-7 16,4-2-23-16,5-2-43 0,0-5-55 15,2-1-89-15,0-3-250 0,-1-3-438 0,-3-4 194 16</inkml:trace>
  <inkml:trace contextRef="#ctx0" brushRef="#br0" timeOffset="85905">26790 4318 16 0,'0'0'289'0,"2"-5"-3"0,-1 3-7 0,-1 2-9 15,3-4-14-15,-3 4-14 0,0 0-18 0,1-4-29 16,-1 4-18-16,0 0-21 0,1-4-21 0,-1 4-11 16,0 0-19-16,0 0-13 0,0 0-12 0,0 0-6 15,1 18-13-15,-2-5-5 0,0-2-4 0,1 5-4 0,-3 3-6 16,-1 0-5-16,1 7 2 0,-1-1-3 0,1 2-8 0,2 0-6 15,0-9 6-15,-1 2-8 0,1-3 2 0,0-4 1 16,1-1-2-16,0-1-6 0,1-1-2 0,0-4 2 16,-2-2-3-16,1 2 4 0,1-3 17 15,-1 1 25-15,0-4-4 0,6 1 7 0,-6-1-10 16,14-9-4-16,-5 2-5 16,1-1-5-16,6-4-10 0,-3 0 4 0,5-3-2 15,2-4-6-15,0-3-6 0,0 5 0 0,-2-2-8 16,-3 7 2-16,-2 0 0 0,-3 1 0 0,-2 4-2 15,0 1-1-15,-3 1 1 0,0 1-7 0,-1 0-2 16,-2 3-4-16,3-1-1 0,-5 2-5 0,0 0 0 0,16 6-2 16,-9-1-3-16,0 0 2 0,0 4-3 15,1 1-11-15,2 4-15 0,-1 0-26 0,-4-3-30 0,3 5-37 0,-2-6-43 16,2 3-55-16,1-2-59 0,-4-3-216 0,3 0-550 16,-2-2 243-16</inkml:trace>
  <inkml:trace contextRef="#ctx0" brushRef="#br0" timeOffset="86221.37">27363 4461 195 0,'0'0'182'0,"0"0"-13"15,-8 0-17-15,8 0-11 0,0 0-15 0,-5-2-10 16,5 2-15-16,0 0-11 0,0 0-8 0,0 0-4 16,0 0-1-16,0 0 2 0,0 0 5 0,0 0 6 15,0 0 7-15,0 0 3 0,0 0-1 0,0 0-1 16,0 0-7-16,0 0-6 0,0 0-10 0,22-1-7 16,-11 1-7-16,7-1-8 0,3 1-3 0,0 0-6 15,10-3-4-15,2 2-7 0,2-2 1 0,-2 2-8 0,-2-2-16 0,-3 2-11 16,-6 1-17-16,-3-3-22 0,-6 3-28 0,-2 0-27 15,-1-1-34-15,-1 0-26 0,-5-2-52 0,-3 1-146 16,-1 2-381-16,0 0 169 0</inkml:trace>
  <inkml:trace contextRef="#ctx0" brushRef="#br0" timeOffset="86475.17">27475 4359 16 0,'-1'-4'270'0,"1"4"4"16,-1-6-2-16,0 2-7 0,1 4-8 0,-2-7-12 0,2 7-15 16,0 0-15-16,0-4-21 0,0 4-17 0,0 0-26 15,0 0-14-15,0 0-19 0,0 0-12 0,0 0-13 0,0 0-13 16,0 0-11-16,0 0-6 0,0 0-6 0,2 15-6 16,-1-3-7-16,0-2-5 0,0 7-4 0,3 7 1 15,-2-4-3-15,0 5-2 0,-1 1 1 0,4-2-13 16,-3 3-21-16,0-8-21 0,0 0-25 0,1 0-27 15,-1 1-33-15,0-3-35 0,-2-3-35 0,4-2-30 16,-4 1-52-16,0-5-168 0,4 1-462 0,-3-5 204 0</inkml:trace>
  <inkml:trace contextRef="#ctx0" brushRef="#br0" timeOffset="86838.05">27966 4339 131 0,'0'0'329'0,"1"-4"-14"16,-1 4-21-16,3-2-24 0,-3 2-22 0,0 0-27 15,0 0-22-15,0 0-21 0,0 0-21 0,1-3-23 0,-1 3-17 0,0 0-13 16,0 0-14-16,0 0-11 0,4 15-4 0,-3-9-6 15,-2 5-10-15,2 1-7 0,-1 0-9 0,0 7 2 16,0-2-1-16,-1 0-9 0,1 0-4 0,0 1 0 16,1 0-2-16,-2-3-4 0,-3 2-3 0,4-5-2 15,0-1-6-15,0-2 6 0,0-1-3 0,4-2-4 16,-4-1 1-16,-4 2 1 16,8-4-5-16,-8 1 4 0,4-1 4 15,0-3-5-15,0 4 0 0,0-4 1 0,0 0-3 0,0 5 3 16,0-5-9-16,0 0-10 0,0 0-29 0,0 0-50 15,0 0-49-15,0 0-34 0,0 0-49 0,-1-21-43 16,-2 12-201-16,3-1-496 0,0-1 220 0</inkml:trace>
  <inkml:trace contextRef="#ctx0" brushRef="#br0" timeOffset="87138.83">28030 4121 47 0,'0'0'191'0,"0"-4"-15"0,0 4-25 16,0 0-15-16,11 8-4 0,-3 1-8 0,0 0-12 16,7 5-2-16,2 9-10 0,1-1-3 0,1 6 5 15,1-3-14-15,-2 5-2 0,0 1-4 0,-3 2-8 16,1-1-6-16,-5 0-5 0,-3 1-3 0,-3-1-7 15,-4-1-5-15,-1-2 3 0,-5 1-4 0,0-3-7 0,-5-5-3 0,-3 2 0 16,3-8-1-16,-4-2 1 0,1 1-5 0,-4-1-5 16,1-4 4-16,-1 2-3 0,-1 0-5 15,0-5-15-15,7 1-40 0,-8-1-50 0,7-4-61 0,-7 1-237 16,6-4-411-16,7 0 182 0</inkml:trace>
  <inkml:trace contextRef="#ctx0" brushRef="#br0" timeOffset="90200.2">26228 5083 94 0,'0'0'142'0,"0"0"-9"0,0 0-13 16,0 0-14-16,0 0-1 0,0 0-11 15,0 0-11-15,0 0-11 0,0 0-6 0,0 0-5 16,0 0-20-16,0 0 19 0,-7 0-12 0,7 0-6 15,0 0-1-15,0 0-2 0,0 0 4 0,0 0-4 0,0 0 7 16,0 0-1-16,0 0-3 0,0 0 1 0,0 0 1 16,0 0-6-16,0 0-1 0,0 0 3 0,0 0-4 0,0 0-2 15,0 0 1-15,0 0-1 0,0 0 4 0,0 0 11 16,0 0 15-16,0 0-2 0,0 0-8 0,0 0-7 16,0 0-2-16,20-1-6 0,-5-3-6 0,15 0-2 15,3-1 0-15,19-1-8 0,4 0-1 0,39-5 0 16,4 1-8-16,9 1 4 0,2-1-6 0,4 0 2 15,1 5 7-15,5 1 0 0,-4-3-4 0,2 2 0 0,-1 0-1 0,-3-1-3 16,-12 6-2-16,-11 0 0 0,-30 0-2 0,3-1 2 16,-5 1-1-16,-5 0 1 0,-16 0 0 0,0 0-3 15,-2 0-1-15,-8-3-1 0,2 3 4 0,-14-2-3 16,-1 1 0-16,-4-3 7 0,-1 3 15 0,-2-1 12 16,-1 0 2-16,-2 0 5 0,1-1-1 0,-2 0-10 15,-2 1-15-15,2-1-9 16,-4 3-11-16,2-5-28 0,-2 5-34 0,0 0-52 15,-6-5-38-15,2 2-48 0,-4 2-219 0,1 1-450 16,-6-2 200-16</inkml:trace>
  <inkml:trace contextRef="#ctx0" brushRef="#br0" timeOffset="90986.5">27141 5167 143 0,'0'0'177'0,"0"0"-14"0,0 0-21 0,0 0-13 15,0 0-16-15,28 0-7 0,-9 0-15 16,0 0-9-16,0 0-9 0,3 0-5 16,-2 3 1-16,2 0-15 0,-2 0-3 0,0 3-9 15,-1-3-2-15,-6 1-6 0,-2 3-5 0,1-2-5 16,-3 1-9-16,-1 1-13 0,-2 3-2 0,-4-1-3 16,-2 0 4-16,-5 6 4 0,-6-1-2 0,-2 0 4 0,-5-3-6 15,-4 5 0-15,-5-1 1 0,1 2 1 16,-3-3 5-16,4-1 2 0,-1-1-1 0,0 0 1 0,0-3 11 0,7-1-1 15,-3 0 0-15,1-3 2 0,5 0 6 0,3-1 1 16,0 0-4-16,3-1-2 0,2-2-1 0,2 2-3 16,0 0 4-16,1-3-9 0,1 2 5 0,4-2 9 15,-5 4 7-15,5-4-1 0,-6 1-1 0,6-1-3 16,-6 2-1-16,6-2 2 0,0 0 0 0,0 0-3 16,0 0-2-16,0 0 2 0,0 0-5 0,0 0-6 0,-5 1 2 0,5-1-4 15,0 0 4-15,0 0-7 0,-2 2-1 0,2-2-2 16,0 0 1-16,0 0-1 0,0 0 1 0,15 3 0 15,-9-3-4-15,6 0 5 0,4 0-7 0,1 0 1 16,2-3 1-16,12 3 1 0,-2-2-4 0,2 1 4 16,2 1-2-16,3-4-3 0,2 1-1 0,0 6 0 15,1-6 4-15,-3 6-1 16,-3-6-1-16,-2 6 6 0,-5-3-7 0,-4-3 1 16,-8 6-3-16,-1-3 3 0,-4 0-2 15,-3 0 2-15,1 0 13 0,0 0 13 0,-7 0 9 16,8 1 3-16,-8-1-2 0,0 0-4 0,9-1-2 0,-9 1-11 15,0 0-9-15,0 0-13 0,0 0-19 0,0 0-13 16,0 0-20-16,-13-7-15 0,13 7-27 0,0 0-37 16,-15-4-40-16,11 3-209 0,4 1-411 0,-9-5 182 0</inkml:trace>
  <inkml:trace contextRef="#ctx0" brushRef="#br0" timeOffset="91287.08">27806 5196 57 0,'0'-4'330'0,"0"4"-8"15,0 0-22-15,2-6-9 0,-2 6-17 16,0 0-25-16,0-2-13 0,0 2-28 0,0 0-17 15,0 0-22-15,0 0-22 0,0 0-15 0,5-3-16 0,-5 3-15 16,0 0-12-16,0 0-16 0,0 0-2 0,0 0-12 16,0 0-8-16,5 8-5 0,-4-1-11 15,2-1-19-15,-1 5-18 0,-1 1-6 0,1 5-6 16,-1 10-11-16,-2-5-25 0,1 1-26 0,-2 6-22 16,4 1-30-16,-5-1-33 0,2 0-40 0,0 2-48 0,-4-3-177 0,2-2-460 15,1-7 203-15</inkml:trace>
  <inkml:trace contextRef="#ctx0" brushRef="#br0" timeOffset="91434.23">27834 5725 32 0,'0'0'336'0,"2"4"-24"0,-2-4-23 0,1 4-22 16,-1-4-23-16,0 0-22 0,0 0-23 0,1 3-19 15,-1-3-23-15,0 0-28 0,0 0-34 0,16 0-40 16,-9-2-48-16,5 0-71 0,0-1-78 0,1-1-245 15,3-1-419-15,-1-3 187 0</inkml:trace>
  <inkml:trace contextRef="#ctx0" brushRef="#br0" timeOffset="92189.21">28768 4732 130 0,'0'0'213'16,"6"-5"-8"-16,-2 2-21 0,1 0-13 0,1 2-15 15,0-2-15-15,-1 1-7 0,3 1-19 0,-3 0-10 16,4-1-12-16,-2 2-13 0,0 0-10 0,2 3-3 0,-2-3-9 0,0 1-7 16,2 2-5-16,-2 1-1 0,-2-1-5 0,2 6-7 15,0-1-1-15,-2 2-5 0,0 1 1 0,-1 1-3 16,-3 5-3-16,-2 3 1 0,-2 1-5 0,-1 3 0 15,-2 1-2-15,-2-7 0 0,-2-2-1 0,-1 8 0 16,0-10-4-16,1 3 0 0,1 0 2 0,0-3-3 0,-1-3-3 16,6-4-4-16,-1 2 2 0,0-3 3 0,1-1-1 15,4 0 2-15,-2-1 12 0,0-2 31 0,-1 1 38 0,3-3 23 16,0 0 18-16,-2 4 25 0,2-4-28 0,0 0-14 16,14-7-12-16,-5 0-14 0,0-1 1 15,5-1-14-15,4-3-14 0,-1 0-4 0,6-3 0 16,-6 1-13-16,4-3-4 0,-3 7 0 0,-1 0-8 15,-1 1-5-15,-5 4-8 16,-4 0-9-16,3 0 8 0,-5 3-9 0,3 0-9 16,-1 1-1-16,-7 1-8 0,12 3 0 0,-7-1-7 15,3 1 3-15,1 4-8 0,-3-2 1 0,2 2 2 16,-3 0 3-16,3 5 2 0,-2-3 1 0,3 6-1 16,-1-2-6-16,-2 2-9 0,3-1-28 0,-2-2-23 15,-1-2-32-15,-1 0-29 0,2-1-33 0,-1-1-44 16,-1-3-49-16,-1-1-201 0,1-2-506 0,0 0 225 0</inkml:trace>
  <inkml:trace contextRef="#ctx0" brushRef="#br0" timeOffset="92637.03">29364 4417 197 0,'6'-4'211'0,"-6"4"-23"0,5-1-18 16,-5 1-16-16,11-1-19 0,-6 4-14 0,1 0-13 15,-1-3-7-15,0 5-23 0,3 0 4 0,-3 0-10 16,-1 3-9-16,-1 2-2 0,-1 1-8 0,3 1-5 15,-5-1 0-15,-2 0-5 0,2-1 0 0,-3 2-3 16,3-3-4-16,-4 1 1 0,3-3-7 0,1 0 1 16,-2-1-6-16,0-1-4 0,2 1 1 0,0-6 1 0,0 5-3 0,0-2 9 15,0-3 12-15,0 5 15 0,4-1 21 0,4-3 7 16,3 3 6-16,8-3-5 0,7 1-8 0,6-1-5 16,0 2-8-16,-4-4 2 0,9-1 1 0,-1 0-3 15,-2 1 1-15,-2 0-2 0,3-1-2 0,-5 0-4 16,-3 1-1-16,-8 1 2 0,-6 0-14 0,-2 0 8 15,-3 0 11 1,1-2 0-16,-1 2-1 0,-8 0-3 0,10 0-4 0,-5-2-3 16,-5 2-11-16,0 0-13 0,8 2-22 15,-8-2-24-15,0 0-29 0,5-3-34 0,-5 3-42 16,0 0-44-16,0 0-30 0,0 0-60 0,-17 7-265 16,11-6-565-16,6-1 250 0</inkml:trace>
  <inkml:trace contextRef="#ctx0" brushRef="#br0" timeOffset="95475.6">22482 6645 78 0,'0'0'162'0,"0"0"-12"16,0 0-10-16,0 0-2 0,0 0-7 0,0 0-10 15,0 0-8-15,0 0-12 0,0 0-5 0,0 0-12 16,0 0-10-16,0 0-5 0,0 0-12 16,0 0 1-16,0 0-9 0,0 0-6 0,0 0 2 0,0 0-8 15,0 0-1-15,0 0-11 0,0 0 7 0,0 0-13 0,0 0 4 16,0 0 2-16,0 0 0 0,0 0 4 0,0 0 4 15,0 0 5-15,0 0-3 0,0 0-1 0,0 0 2 16,0 0-4-16,0 0-7 0,0 0 1 0,0 0 2 0,0 0 7 16,0 0 9-16,0 0 8 0,0 0-4 15,0 0-5-15,0 0-4 0,0 0 0 0,18-4-11 16,2 1-1-16,0-1 4 0,12-2-10 0,2 0-3 0,1 1-1 0,2-1-3 16,1 2 0-16,-3-3-6 0,2 2 6 0,-4 2-5 15,-1-1 2-15,-3-1-3 0,-9 4-10 0,-1 0-17 16,-4 0-18-16,-2 1-19 0,-4 0-24 0,0 0-27 15,-4 0-18-15,-5 0-17 0,9 0-6 0,-9 0-14 16,0 0-154-16,0 0-340 0,0 0 151 0</inkml:trace>
  <inkml:trace contextRef="#ctx0" brushRef="#br0" timeOffset="95776.4">22733 6504 51 0,'-1'-4'238'0,"1"0"-4"16,-3-1-9-16,2 0-5 0,1 1-7 0,-2-1-2 16,0 2-10-16,2-2-12 0,0 5-15 0,-1-5-11 15,1 5-19-15,0-5-11 0,0 5-19 0,0 0-11 16,0-5-13-16,0 5-17 15,0 0-17-15,0 0-15 0,0 0-8 0,0 0-3 16,-5 20-4-16,5-10-3 0,0 9-4 0,0-1 1 16,0 10-1-16,-4-3-6 0,4 4 2 15,0 0-15-15,2 0-22 0,-2-1-30 0,3 0-34 16,2-2-35-16,-3-7-49 0,4 5-80 0,-1-7-145 0,-1-3-429 16,3-3 190-16</inkml:trace>
  <inkml:trace contextRef="#ctx0" brushRef="#br0" timeOffset="96521.36">23841 6387 247 0,'0'-8'244'0,"0"5"-6"0,0 3-11 16,3-5-18-16,-3 5-3 0,0-4-16 0,0 4-10 16,0 0-15-16,2-2-17 0,-2 2-20 0,0 0-12 15,-5-5-16-15,5 5-12 0,0 0-11 16,0 0-17-16,0 0-10 15,0 0-12-15,0 0-2 0,5 12-4 0,-5-2-7 16,0 2-4-16,0 0-1 0,-2 4-1 16,2 3-2-16,-3-1-2 0,2 0-2 0,-1 1 5 0,0 0-9 0,1 0 0 0,1-2 1 0,-3-1-1 15,3-2-1-15,0-2-1 0,0-3-1 0,0 1 4 16,0-3-5-16,0 0 2 0,0-4 3 0,0 2 4 16,-1-3 17-16,1-2 17 0,0 5 38 15,-3-1 26-15,3-4 32 0,0 0-9 0,0 0-17 16,10-9-14-16,-2 1-10 0,1-1-11 0,3-3-6 15,-1-2-10-15,2-1-10 0,0-2-17 16,5-5-13-16,0 0-3 16,0 1-8-16,-4 7-3 0,-2-1 2 0,2 2 1 0,-7 6-1 0,-1 1-6 15,-1-2-1-15,-1 6-1 0,0-2-3 0,2-1-12 0,-6 3-4 16,0 2 1-16,9 0-8 16,-9 0-4-16,8 5 0 0,-3 0-3 0,1 1-3 15,1 3 17-15,-1 3-11 0,-2-2 3 0,5 5 2 16,0 1-3-16,-1-2 2 0,-2 0 10 15,2 1-3-15,-1-5 1 0,-2 0 4 0,-1 0 4 0,0 0-9 0,0-2-21 0,-1-2-8 0,-1-1-11 16,1-1-9-16,0-1-5 16,-1 1-2-16,0-1 5 0,-2-3-1 15,3 5 3-15,-3-5 0 0,1 2-7 0,-1-2-41 0,0 0-53 16,0 0-46-16,0 0-28 0,3-14-216 0,-3 9-490 0,2 0 218 0</inkml:trace>
  <inkml:trace contextRef="#ctx0" brushRef="#br0" timeOffset="96800.02">24599 6154 183 0,'0'0'188'0,"0"0"-22"15,0 0-15-15,0 0-18 0,0 0-8 0,-13 7-17 16,7 2-13-16,-4 0-11 0,-1 8-11 0,-1 7-10 16,-5 0-2-16,3 5-4 0,-3 2-6 0,3 1-4 15,0 2-5-15,1 0-4 0,1 2-3 0,3-2 20 16,5-4 11-16,3 2 9 0,1-1 4 0,3-3 1 16,6-1-4-16,5-4-3 0,4-3-5 0,4-1-20 15,6-4-17-15,4-3-46 0,4-1-66 0,16-3-55 0,-16-4-218 16,5-3-382-16,-1-2 169 0</inkml:trace>
  <inkml:trace contextRef="#ctx0" brushRef="#br0" timeOffset="97326.62">24865 6367 11 0,'0'0'293'0,"0"-5"-14"0,0 5-7 0,0-7-14 16,1 5 5-16,-1 2-27 0,0 0-14 0,-1-4-24 15,1 4-3-15,1-4-26 0,-1 4-19 0,0 0-19 16,0 0-13-16,0 0-17 16,0 0-19-16,0 0-12 0,0 0-13 0,0 0-8 15,0 0-1-15,1 20-12 0,1-11 6 0,-2 3-13 16,0 3-2-16,0 4 1 0,0-3-5 0,-2 5-1 0,1-1-1 0,0-1-3 0,1-2-3 16,0-1 0-16,0-3 11 0,0-1-15 0,0-3 2 15,1-2-2-15,-1 1-6 0,0-4-5 0,0 1 8 16,0-2 5-1,1 2 19-15,-1-5 11 0,4 2 2 0,-4-2-5 0,0 0-9 0,19-10-1 16,-11 3-6-16,3 0 0 0,2-3-4 0,0-2 7 16,1-1-2-16,0 1 5 0,0 1-13 0,-5 1 4 15,6 1-6-15,-6 3 1 0,-1-1 0 0,-3 3 5 16,3 1-15-16,-3 1-3 16,-1-2 1-16,0 1-4 0,1 1-4 0,1 2-5 15,-6 0-8-15,14 4-12 0,-5-2-18 0,0 1-21 0,3 4-26 0,-1-2-35 0,-1 2-45 0,4 3-49 16,4-4-63-16,-6 0-211 15,-2-1-536-15,4-3 238 0</inkml:trace>
  <inkml:trace contextRef="#ctx0" brushRef="#br0" timeOffset="97579.92">25368 6460 109 0,'0'0'194'0,"0"0"-13"16,0 0-7-16,-10-1-7 0,10 1-8 15,0 0-6-15,0 0-4 0,0 0-9 0,0 0-15 0,0 0-8 0,0 0-12 16,0 0-8-16,0 0-7 0,0 0-9 0,28 0-9 16,-14-2-4-16,3 2-9 0,3-1-7 0,2 1-2 15,6-4-4-15,1 4-14 0,-7-2-29 0,-3 1-28 16,3 0-39-16,-9 0-15 0,1-1-31 0,-4 0-28 15,2 0-51-15,-4-1-114 0,-1-2-329 0,-4 4 145 0</inkml:trace>
  <inkml:trace contextRef="#ctx0" brushRef="#br0" timeOffset="97818.23">25491 6332 301 0,'-1'-3'308'0,"-1"-2"-2"0,2 5-8 0,0 0-2 0,0-5-24 16,0 5-21-16,-2-3-21 0,2 3-23 0,0 0-29 16,0 0-22-16,0 0-24 0,0 0-18 0,0 0-8 15,0 0-15-15,0 0-15 0,0 0-6 0,6 18-6 16,-5-8-10-16,1 1-9 0,2 4-8 0,-3 3-11 16,3 2-14-16,2 5-20 0,-4-6-19 0,2 7-23 15,0-5-24-15,-4-3-24 0,3 3-25 0,-2-3-30 0,4-1-34 0,-1-2-29 16,-3-1-233-16,3-5-487 0,0-3 215 0</inkml:trace>
  <inkml:trace contextRef="#ctx0" brushRef="#br0" timeOffset="98103.47">25874 6349 87 0,'0'-4'343'0,"0"0"-19"0,0 4-25 16,0 0-35-16,0-5-26 0,0 5-28 16,0 0-28-16,2-3-22 0,-2 3-17 0,0 0-18 15,0 0-15-15,1 13-8 0,-1-4-11 0,0 2-10 0,2 0-9 0,-2 6-7 16,2-1-8-16,-1 1-5 0,-1-2 17 0,1 0-6 16,0-1-6-16,1-2-7 0,-1 0 3 0,0-3-3 15,1 2-9-15,-2-5-6 0,1 2 2 0,0-3-5 16,-1 2-13-16,0-3-19 0,1 1-15 0,1-1-14 15,-4 0-14-15,2-4-10 0,2 5-11 0,-2-5-8 16,0 0-46-16,0 0-67 16,0 0-61-16,-12-8-202 0,10 2-485 0,-3-5 215 15</inkml:trace>
  <inkml:trace contextRef="#ctx0" brushRef="#br0" timeOffset="98352.13">25913 6120 121 0,'1'-4'253'0,"-1"2"-28"0,0 2-22 0,0 0-20 16,8-3-18-16,-8 3-10 0,14 9-4 0,-2-1-8 0,5 4-3 15,3 7-8-15,6 3-10 0,-3 1-2 0,-4 4-10 16,5 2-5-16,-4 2-8 0,1 10-8 0,-7-8-7 16,-5-2-6-16,-1 1-7 0,-2 1-7 0,-3-1-1 15,-4-1-3 1,-6-2-8-16,-2 0-7 0,-3-1-8 0,-8-2-4 0,0-2-7 15,-3-5-9-15,-4 1-18 0,-1-3-21 16,-3-1-31-16,1-3-55 0,-2-2-66 0,2-3-83 0,2-5-157 16,5 0-450-16,5-7 199 0</inkml:trace>
  <inkml:trace contextRef="#ctx0" brushRef="#br0" timeOffset="98952.25">26608 6171 51 0,'-3'-2'201'0,"1"-2"-14"0,2 4-19 0,-4-4-23 16,4 4-11-16,0 0-21 0,0 0-12 0,-17 6-13 0,8 2-8 15,-2 5-6-15,-1 4-12 0,-4 9-5 16,-3 4-6-16,2 2-13 0,-5 13 7 0,-1 1 5 16,1 3 14-16,5-3 5 0,8-12-1 0,1-1 11 0,0 2 11 0,8-2 4 15,7-2 4-15,0-4-11 0,6 1-5 0,10 0-5 16,1-7-6-16,12-4-27 0,15 3-46 0,0-6-83 15,7-6-93-15,-2-3-207 0,-2-1-415 0,-15-6 184 16</inkml:trace>
  <inkml:trace contextRef="#ctx0" brushRef="#br0" timeOffset="99491.4">26805 6353 59 0,'1'-4'290'0,"-1"0"-3"0,1 0-16 0,0-1-10 0,-1 5-8 16,2-4-13-16,0 0-2 0,-2 4-25 0,2-4-19 16,-2 4-21-16,1-3-11 0,-1 3-20 15,0 0-17-15,0 0-15 0,0 0-23 0,0 0-19 0,0 0-15 16,0 0-4-16,0 0-14 0,2 11-2 0,-2-5-6 16,0 6-5-16,-1 4 1 0,0 0-4 0,0 2-3 15,-3 0 4 1,1 0-5-16,-1 3 0 0,0-4-2 0,2-1 3 0,-1-3-2 15,1-3-5-15,0-2-2 0,-1 0 3 0,3-3 14 16,-2 2-12-16,2-3 6 0,-1 0 3 16,1-4 15-16,0 6 25 0,0-6 19 0,0 0 1 15,0 0-4-15,14-4-10 0,-6-2-9 0,3 0 2 16,5-4-2-16,-1 1-8 0,0-4-1 0,8-1-3 0,-5 2-13 16,0 0 1-16,-2 0-6 0,-1 3 6 0,-4 2-14 0,1 1-2 15,-5 2-5-15,2 0-7 0,-2 2-5 0,0-2-11 16,0 3-1-16,-1 2-19 0,1 0-13 0,0 4 0 0,2-1-11 15,0 3-7-15,0 0-24 0,1 4-30 16,-1-2-37-16,0 4-40 0,1-1-50 0,3 1-71 16,-4-5-222-16,0-2-577 0,1-1 256 0</inkml:trace>
  <inkml:trace contextRef="#ctx0" brushRef="#br0" timeOffset="99707.62">27291 6428 284 0,'-7'0'274'16,"7"0"-13"-16,0 0-12 0,0 0-8 0,0 0-9 16,0 0-22-16,0 0-21 0,0 0-14 0,0 0-24 15,0 0-20-15,20-3-13 0,-1 3-19 0,11-4-26 16,-2-1-26-16,4 2-26 0,2 1-23 0,0-1-38 15,0-1-41-15,-2 1-51 0,-4-3-44 0,0 2-212 0,-9-1-419 16,-3-2 185-16</inkml:trace>
  <inkml:trace contextRef="#ctx0" brushRef="#br0" timeOffset="99939.4">27432 6277 2 0,'0'0'324'0,"-4"-6"-8"0,2 3-5 16,2 3-19-16,-4-4-19 0,4 4-22 0,0 0-24 15,-3-3-25-15,3 3-21 0,0 0-27 0,0 0-18 0,0 0-29 16,0 0-10-16,0 0-17 0,-1 14-9 0,1-6-7 16,3 4-2-16,-1 5-3 0,3 4-14 0,0 3-6 0,-1 1-19 15,2-1-23-15,0 2-27 0,-2-1-24 0,-2-6-36 16,4-1-42-16,-3 1-55 0,1-3-69 0,-2-6-172 15,0 1-461-15,0-3 204 0</inkml:trace>
  <inkml:trace contextRef="#ctx0" brushRef="#br0" timeOffset="100424.67">27769 6236 132 0,'4'-2'236'16,"1"-1"-17"-16,-1 1-18 0,4 0-19 0,1 2-17 16,-2-2-17-16,1 4-17 0,3-2-17 0,-3 2-9 15,1-2-8-15,1 5-11 0,-3-1-10 0,-1 2-6 16,-1-1-8-16,2 6-8 0,-3-5-3 0,0 8-4 15,-2-2-10-15,-2 3 1 0,-2 2-1 0,-2 0-5 0,-5 0-1 16,0 1-2-16,-5 3-5 0,2-4-1 0,-1 0-3 0,-2-3 1 16,2 0 1-16,-1-2-2 0,1 0 0 0,2-4-3 15,3-1 19-15,-1-2-7 0,5 0-3 0,-1 0-1 16,0-1-1-16,1-1 0 0,3-2 29 16,-3 2 12-16,4-3 9 0,-2 3 1 0,2-3 5 0,0 0 3 15,11 2-4 1,2-2-1-16,-3 0-9 0,9 0-7 0,1-2-4 15,-1 0-6-15,1 1 1 0,1-1 2 0,-1 1-8 0,2 1-2 16,-6-1-4-16,-2 1-9 0,-1-3 7 0,-3 3-13 16,1 0-7-16,-5 0 6 0,-1 0-7 0,-5 0-11 15,10 0-14-15,-10 0-4 0,5-2-16 0,-5 2-12 16,0 0-22-16,0 0-28 0,0 0-36 0,0 0-33 16,0 0-28-16,-19-4-32 0,12 2-35 0,0 0-209 0,-2-1-501 15,2-1 221-15</inkml:trace>
  <inkml:trace contextRef="#ctx0" brushRef="#br0" timeOffset="100741.1">27952 6049 95 0,'-3'-4'334'0,"6"0"-18"0,-3-1-26 0,0 5-25 0,0 0-26 16,1-4-25-16,3 3-27 0,0-2-19 0,2 1-18 0,6 2-16 15,-2 5-16-15,9 0-16 0,-2 1-9 0,8 6-7 16,0 5 0-16,0 3-1 0,1 0-3 0,-2 5-6 16,0 1 2-16,-1 0-2 0,0 6 3 0,-2 9-7 0,-6-9-4 15,-6 2-11-15,-2 1-1 0,-5-1-5 0,-4 2-6 16,-9 10 3-16,-5-16-3 0,-2 3-8 15,-13 6-10-15,-5-5-20 0,-2-2-23 0,-5-4-37 0,-3-2-41 0,1 2-62 16,-7-6-83-16,1-7-313 0,3 3-597 0,8-11 264 16</inkml:trace>
  <inkml:trace contextRef="#ctx0" brushRef="#br0" timeOffset="101959.59">23694 7256 100 0,'-5'-3'147'0,"5"3"-9"0,0 0-7 0,0 0-7 16,0 0-3-16,0 0-8 0,0 0 3 0,0 0-10 0,0 0-8 15,0 0-8 1,0 0-9-16,0 0-5 0,0 0-5 0,0-5-10 16,0 5-5-16,0 0-5 0,0 0-8 0,0 0-2 15,0 0-5-15,0 0-5 0,0 0-1 0,0 0-8 16,0 0 1-16,0 0-1 0,0 0-7 0,0 0 4 15,0 0-6-15,0 0-3 0,0 0 1 0,0 0 3 16,17 5-5-16,-12-2-3 0,-5-3-2 0,13 0 6 16,-8 1-4-16,2-1 0 0,5 1-3 0,1 1-8 0,-2-1 13 0,7-2-3 15,0 2 1-15,1 0-2 0,3-2-1 0,-3 2-1 16,3-2 6-16,6-2-5 0,3 1 2 0,1-1 4 16,2 0 12-16,-1 2-2 0,9-2 4 0,10-4-8 15,3 3 11-15,2 0 3 0,4-3-3 0,3 4 2 16,32-3 3-16,-29 1-1 0,30-2 1 0,1 4 3 15,0-4-5-15,7 4 2 16,3 1 0-16,1-2-3 0,-1-1-7 0,7 3 5 16,-4 0 0-16,0 4 1 0,2-5-3 15,-1 2 1-15,-1 2-4 0,2-4-5 0,-6 0 0 0,-2 3-1 16,3-2 3-16,0-1 1 0,0 3 3 0,6 0-2 16,-3 0 2-16,0-2-1 0,0 0 0 0,-11 2 3 15,1 0 0-15,-2 0 2 0,-4 2 1 0,-3-2-1 16,0-2-1-16,-28 0 2 0,1 2 2 0,3 0-2 0,-6-1 8 0,-5-1-6 15,3 1-3-15,0-2 3 0,-8-1-4 16,-12 0 1-16,0 1-3 0,-2 1 4 0,0-1-3 16,-3 1-1-16,3-1-3 0,-6 1-3 0,-1 0-4 15,-2 0 2-15,-7 0-3 0,-3 1-2 0,-5-2 3 0,-1 6 2 16,-3-6 4-16,-3 3 5 0,-1 0 9 0,-6 0 7 16,11-2-13-16,-7 2-1 0,-4 0 2 0,0 0-22 0,11-2-12 15,-11 2-13-15,0 0-24 0,7-1-22 0,-7 1-29 16,0 0-32-16,0 0-45 0,0 0-45 0,0 0-69 0,0 0-164 15,-29-1-485-15,17 0 215 0</inkml:trace>
  <inkml:trace contextRef="#ctx0" brushRef="#br0" timeOffset="102977.66">25606 7503 61 0,'0'0'154'0,"0"0"-7"0,0 0-2 0,0 0-11 0,0 0-13 0,0 0-9 16,0 0-5-16,0 0-2 0,0 0-6 0,19-1 1 15,-5-1-13-15,4 1-12 0,4 2-3 0,7-4-5 16,2 2-5-16,2 0-1 0,0 1-5 0,-1 0-10 15,2 1 0-15,-5-2-9 0,0 6 3 0,-2-2-12 16,-7 1 0-16,-2 0 3 0,3 3-5 0,-8-4-15 16,-2 3-11-16,-2 0 0 0,0 0-11 0,-3-2-15 0,-2 5-3 0,-5-1 5 15,-2 5 6-15,-7 0-3 0,0 0 9 0,-5 1 4 16,-2-2-5-16,-6 2 4 0,-4-1-3 0,2-3 3 16,-1-1 5-16,0 0 6 0,7 0-8 0,0-8-1 15,4 4 2-15,3 0 2 0,-2-2-2 0,5 0 2 16,4-1 8-16,-4 0-4 0,6 0 12 0,0 1-4 15,3-3 6-15,0 0-4 16,0 0 1-16,0 0 1 0,16 0-2 0,0-3 5 16,4 2-1-16,3 0-4 0,5 3-3 0,-1 1-4 15,5-3 4-15,-5 3-3 0,2-1-1 16,1 1 1-16,-10 1-5 0,3-2 4 0,-2 4-1 0,-1 1 2 16,1-3 0-16,-5 4-7 0,1-1-3 0,-2 1-5 15,-5 1 3-15,-1-3-9 0,-1 2 1 0,-3 0-3 16,0-2 0-16,-4 3 1 0,-2 0 9 0,-4-1-2 0,0 0-1 15,-5 4 5-15,-1-6 3 0,-6 4-1 0,-1-3 1 0,-3 0 7 16,-4 1 1-16,-3 1-1 0,-2-8 1 0,2 5 4 16,-3-4 2-16,1 1 0 0,-1 0-2 15,-1-3 8-15,0 0-1 0,0-1 6 0,4-1 7 16,5-1 4-16,5 1-1 0,-5-1 2 0,3-1-1 0,2 1 5 16,0-1 3-1,5 1 11-15,1 0 5 0,3 2 3 0,2-2 1 16,-2 3-4-16,4-4-8 0,1 4 1 0,4 0-8 15,-9-3-3-15,9 3-7 0,-5-2-7 0,5 2-10 0,0 0-16 16,-9 0-20-16,9 0-29 0,0 0-34 0,0 0-55 16,0 0-62-16,0 0-177 0,0 0-408 15,12-10 182-15</inkml:trace>
  <inkml:trace contextRef="#ctx0" brushRef="#br0" timeOffset="103378.53">26467 7524 46 0,'0'-3'259'0,"0"3"-15"16,3-3-17-16,-3 3-11 0,2-5-21 0,-2 5-13 16,0-3-18-16,0 3-11 0,3-4-14 0,-3 4-13 15,0 0-12-15,5-4-11 0,-5 4-13 0,0-2-8 16,0 2-7-16,0 0-8 0,0 0-9 0,0 0-8 16,0 0-5-16,0 0-6 0,0 0-5 0,0 0-3 15,0 0 0-15,0 0-8 0,0 0-2 0,0 0-1 0,9 6-5 16,-8-2-4-16,-1 0-1 0,4 3 6 0,-1 1-2 0,-1 3-6 15,1 2-4-15,1-1 2 0,-2 0 3 0,3 5-7 16,0 0-13-16,-1 0-7 0,-1 0-13 0,-2 1-22 16,2 0-15-16,-1 3-22 0,-2-1-26 0,0-1-31 15,0 1-13-15,0 3-56 0,-4-4-121 0,2 0-365 16,-1-1 163-16</inkml:trace>
  <inkml:trace contextRef="#ctx0" brushRef="#br0" timeOffset="103563.39">26448 8203 33 0,'0'5'195'0,"0"-5"-11"0,-1 3-5 0,1-3-11 0,0 0-15 0,0 0-2 16,5 5-14-16,-5-5-11 0,7 2-14 0,-3-1-10 15,4 0-9-15,-3 0-17 0,5-1-29 0,-3 2-49 16,4-5-77-16,-2 1-201 0,1-2-302 0,1 1 134 15</inkml:trace>
  <inkml:trace contextRef="#ctx0" brushRef="#br0" timeOffset="105220.66">29135 6636 74 0,'0'0'213'0,"3"-4"-2"0,-3 4-13 16,4-4-11-16,-4 4-15 0,4-2-15 0,-4 2-14 0,5-4-11 0,-3 2-9 15,4 1-16-15,1-1-8 0,1 1-9 0,3-1-7 16,1 0-12-16,0 4-8 0,2-2-6 0,3 3-6 16,2 0-5-16,-6 1-5 0,6 3-3 0,0 0-7 15,-2 1-3-15,-1 0-5 0,-1 5-4 0,-1-1-1 16,-3 2-4-16,-2 2-2 0,0 3-2 0,-4 3-4 16,-2 5 3-1,-5-10-3-15,-1 9-4 0,-6-2-4 0,0 2 4 0,-2-4-2 16,-2 1 2-16,-3-2-2 0,1-7-1 0,-2 6-1 15,2-8 3-15,-2 1-1 0,3-5 0 0,0 2 6 16,-2-2 5-16,5-1-5 0,2-2 4 0,2-1 7 16,0-2 6-16,2 1 5 0,1-2 19 0,0 3 25 15,1-3 30-15,3-1-5 0,0 0-15 0,0 0-6 16,0 0-11-16,0 0-11 0,7-15-1 0,2 4-5 0,0 2-6 0,3-8-4 16,7-1-3-16,1-2-5 0,2 0-5 15,-3-1-1-15,4-1-7 0,2-3-2 0,-1 1 0 16,3-1-6-16,-4 3 0 0,0 0-1 0,1 2-4 0,-4 3-1 15,-7 5 4-15,0 0 0 0,-3 5 2 0,-3 0 3 16,-2 1-2-16,0 3-3 0,-3-2 1 0,3 1-5 16,-2 2-11-1,-1-1-12-15,1 2-11 0,-3 1-5 0,0 0 5 0,0 0-2 16,-1 9 5-16,-2-2 5 0,1 3-1 0,-2 1 2 16,-1 4 2-16,2-5 9 0,-2 10-1 15,5-1 1-15,-1 1-1 0,2-2 6 0,6 2-2 16,0-2 3-16,2-1 6 0,4 6-4 0,2-11-8 15,9 2-26-15,-6-3-43 0,9 1-76 0,5-8-76 0,-1-2-237 16,0-2-506-16,-1-1 224 0</inkml:trace>
  <inkml:trace contextRef="#ctx0" brushRef="#br0" timeOffset="106054.08">29774 6143 178 0,'0'0'208'0,"0"0"-6"0,1-6-18 0,-1 6-13 16,0 0-18-16,3-4-13 0,-3 4-20 0,6-1-8 0,1 1-14 0,2-1-16 16,2-2 2-16,1 5-9 0,4-4-10 0,-3 4-9 15,1-2-5-15,7 0-8 0,-5 2-2 0,3 3-4 16,-2-2-4-16,-3-1-2 0,0 4-3 0,0 0-8 16,-4-1-5-16,1 1-6 0,-1 0-4 0,-2 2-8 15,-5-1-2-15,1-1-6 0,0 2-2 0,-1-1-2 16,-5 1 7-16,1-3-7 15,-1 2 5-15,-2 0-2 0,-1-3 3 0,-1 4-3 16,-2-5 11-16,4 2 1 0,-1 1-3 0,-1-5 1 16,4 2-3-16,-3-1 3 0,2 1-2 0,1 3 1 15,2-6-5-15,-5 2 11 0,5-2 3 0,-2 3-1 16,2-3 1-16,0 0 3 0,8 3 1 0,-3 1 5 16,3-1-1-16,2-1-3 0,0 1 20 0,3 1 1 15,5 0-5-15,-3 0 0 0,4 3-1 0,-5-1 2 0,4 1-2 0,1 2-3 16,-3-1-5-16,-1 1 2 0,-1 3-7 0,-5-7 0 15,0 4 0-15,-4-1-5 0,-1 1-1 16,0 1-4-16,-4 0 6 0,-1-1-6 0,-3-1 4 16,-4 0 0-16,-2 0 4 0,-3 0-3 0,-6-1 0 15,-2 0-2-15,2-2 0 0,-9 0 2 0,7 0-2 0,-6-1 0 16,-1 0 1 0,8 0-1-16,-1-3-2 0,-1 0 1 0,5 2-3 15,-2-2-9-15,8 0-27 0,-1 1-31 0,5-2-38 16,7 0-42-16,-8-2-74 0,8 2-120 0,0 0-367 15,0 0 164-15</inkml:trace>
  <inkml:trace contextRef="#ctx0" brushRef="#br0" timeOffset="106639.65">30334 6796 112 0,'0'0'168'16,"-10"0"-11"-16,10 0-17 0,-7 2-11 0,7-2-11 15,0 0-5-15,0 0 0 0,-10 0-3 0,10 0 3 0,0 0-2 16,0 0-2-16,0 0-9 0,0 0-7 0,-8 0-4 15,8 0-5-15,0 0 2 0,0 0-8 0,0 0-4 16,0 0-3-16,0 0-4 0,0 0-4 0,0 0-8 16,0 0-2-16,0 0-4 0,0 0-7 0,0 0-2 15,0 0-3-15,0 0-5 0,0 0 1 0,0 0 4 16,0 0-4-16,0 0-4 16,0 0-5-16,0 0 1 0,0 0-3 0,31-3-2 15,-17 3 0-15,4-1-3 0,0 0-3 16,1-1 0-16,3 0-5 0,5 1-1 0,-4-1 4 15,-4 2-4-15,10-2 0 0,-6 1-3 0,-4 0-1 0,-1 1 1 16,0-3-8-16,-6 3-4 0,0-1-4 0,-4 0-8 16,-1 1-14-16,0-3-32 0,1-1-32 15,-3 1-27-15,-3 1-33 0,0-2-39 0,-4-1-178 0,-1 1-405 0,-1-1 180 16</inkml:trace>
  <inkml:trace contextRef="#ctx0" brushRef="#br0" timeOffset="106909.19">30514 6662 64 0,'-1'-2'331'0,"1"2"-3"16,0-6-3-16,0 6-9 0,0 0-22 0,0-4-32 15,0 4-24-15,0 0-26 0,0 0-21 0,0 0-24 16,1-4-25-16,-1 4-9 15,0 0-16-15,0 0-13 0,0 0-19 0,0 0-4 16,5 12-14-16,-5-5-6 0,2 0-6 0,1 5-7 16,-2 0-4-16,3 5-5 0,0 2-1 0,-2 1-5 15,1-1-1-15,3 6-6 0,-3-1-31 16,1-5-34-16,1 0-32 0,0 0-35 0,-1-1-36 0,1-1-49 16,0-7-63-16,-1 2-251 0,1-2-545 0,0-4 241 15</inkml:trace>
  <inkml:trace contextRef="#ctx0" brushRef="#br0" timeOffset="107140.9">30965 6756 63 0,'1'-4'335'0,"-1"4"-20"0,0 0-24 0,4-2-23 16,-4 2-28-16,0 0-23 0,0 0-22 0,0 0-21 16,0 0-24-16,0 0-16 0,0 0-29 0,4-5-32 15,-4 5-33-15,6 0-33 0,-6 0-33 0,0 0-34 0,13 3-40 0,-8-2-28 16,4-3-45-16,0 0-181 0,0 0-383 0,3-1 170 16</inkml:trace>
  <inkml:trace contextRef="#ctx0" brushRef="#br0" timeOffset="107325.73">31306 6754 94 0,'8'0'253'15,"-8"0"-6"-15,0 0-7 0,9-2-16 0,-9 2-18 16,6-2-26-16,-6 2-18 0,7-3-16 0,-2 3-20 16,2-2-27-16,-1 2-38 0,-6 0-38 0,16-2-57 15,-9-1-55-15,5 1-47 0,-1-1-165 0,5 2-325 16,-5-3 144-16</inkml:trace>
  <inkml:trace contextRef="#ctx0" brushRef="#br0" timeOffset="107457.21">31729 6723 41 0,'0'0'265'0,"7"0"-11"0,-7 0-18 15,0 0-44-15,7-2-16 0,-7 2-21 0,7-3-13 0,-1 2-27 0,-2 0-30 16,5 0-35-16,2 1-46 0,-3 0-39 15,7-4-39-15,1 2-57 0,4 2-116 0,-3-3-265 16,3 1 118-16</inkml:trace>
  <inkml:trace contextRef="#ctx0" brushRef="#br0" timeOffset="107610.9">32201 6734 114 0,'8'0'265'0,"-8"0"-19"15,0 0-17-15,0 0-30 0,10-2-16 0,-5 0-27 16,0 0-25-16,1 2-35 0,1 0-49 0,0-3-50 16,7 6-53-16,-1-6-50 0,1 2-145 0,4 1-271 15,4-2 121-15</inkml:trace>
  <inkml:trace contextRef="#ctx0" brushRef="#br0" timeOffset="107758.05">32688 6777 101 0,'0'0'150'15,"9"-3"-30"-15,-2 3-47 0,2 0-40 0,1 0-47 16,2 0-64-16,2-3-83 0,-14 3 37 0</inkml:trace>
  <inkml:trace contextRef="#ctx0" brushRef="#br0" timeOffset="107889.62">33044 6786 16 0,'0'0'287'0,"0"0"-4"0,0 0-7 0,0 0-15 16,0 0-21-16,0 0-23 0,0 0-19 0,0 0-22 15,0 0-39-15,0 0-44 0,0 0-64 0,0 0-111 16,0 0-274-16,0 0-385 0,0 0 171 0</inkml:trace>
  <inkml:trace contextRef="#ctx0" brushRef="#br0" timeOffset="117355.63">3871 8215 90 0,'0'0'113'0,"0"0"-5"0,0 0-8 0,0 0-5 15,0 0-1-15,0 0-5 0,-5-4-4 0,5 4-5 16,0 0-3-16,0 0-10 0,0 0 2 0,0 0-5 15,0 0 3-15,0 0-2 0,-6 0-5 0,6 0-1 16,0 0 3-16,0 0-7 0,0 0 2 0,0 0-5 16,-8-3 1-16,8 3-5 0,0 0-6 0,0 0 5 15,0 0-8-15,0 0 2 0,0 0 3 0,0 0-4 0,0 0 3 16,0 0 4-16,0 0 6 0,0 0-2 0,0 0-7 0,0 0 0 16,0 0-6-16,0 0 2 0,0 0-9 0,17-4-2 15,-3 1-7-15,6-2 1 0,6 1-12 0,5-1-15 16,-1 0-20-16,0 1-24 0,-1 0-28 15,-6 2-17-15,4-5-21 0,-7 7-25 0,-3-1-16 0,2 0-143 16,-6-1-323-16,-2 1 144 16</inkml:trace>
  <inkml:trace contextRef="#ctx0" brushRef="#br0" timeOffset="117518.42">3883 8347 131 0,'-4'2'150'0,"0"0"2"0,4-2 11 0,-6 3-17 16,6-3-2-16,0 0 0 0,0 0 0 0,11 3-8 16,2-4-10-16,7-2-14 0,12 1-12 0,7-2-5 15,14-3-26-15,5-1-32 0,2 1-35 0,-1-3-54 16,3 1-49-16,1-1-182 0,-3 0-308 0,1-2 137 16</inkml:trace>
  <inkml:trace contextRef="#ctx0" brushRef="#br0" timeOffset="117919.43">5146 7856 109 0,'0'-7'273'0,"0"1"-8"0,0 2-6 0,0-3-6 15,0 2-4-15,0 0-10 0,0 5-11 0,0-4-20 0,0 4-15 16,0-5-23-16,0 5-18 0,0 0-17 0,3-3-19 0,-3 3-10 16,0 0-13-16,0 0-17 0,0 0-24 0,0 0-9 15,0 0-5-15,0 0-7 0,1 11 0 16,2 0-5-16,-2 4-4 0,3 0-2 0,0 2-3 15,-3 3 0-15,3-4 0 0,0 1-5 0,0 0-2 0,-2-2 4 16,3 0-3 0,-2-4 0-16,-2 1-2 0,2-2 1 0,-2 0-7 15,2-4-13-15,-2 3 12 0,-1-1-17 0,1-2-23 16,2-1-15-16,-6 0-20 0,6 0-20 0,-6 0-20 16,3-1-21-16,-1 0-27 0,0 0-32 0,-2-1-247 0,-1 1-476 15,-1-4 211-15</inkml:trace>
  <inkml:trace contextRef="#ctx0" brushRef="#br0" timeOffset="118289.2">4937 8307 58 0,'-9'3'238'0,"5"-2"-12"0,0 2-6 16,3-2-5-16,1-1-4 0,-5 3-1 0,5-3-5 15,-3 4-3-15,3-4-17 0,0 0-18 0,0 0-11 16,0 0-10-16,0 0-11 0,12 1-17 0,2-4-7 0,5-2-17 0,16 1-3 16,2-4-8-16,13 3-12 0,7-3-7 15,2 0-4-15,2 2-8 0,3-1-6 0,-1-1-7 16,-4 0-4-16,-3 1 7 0,-17 4-3 0,0 0-10 15,-1-2-1-15,-6 1 0 0,-10 2-3 0,-4 1-2 0,-6 1-1 16,0-2-3-16,-3 1 0 0,0 1 0 0,-4 0-1 16,0-1-2-16,-5 1 3 0,8-1-5 15,-4-1-14-15,-4 2-9 16,0 0-13-16,0 0-13 0,0 0-19 0,0 0-26 16,-15 7-35-16,8-4-36 0,-5 1-36 0,2-1-51 15,-2 1-247-15,0-1-525 0,0-1 233 0</inkml:trace>
  <inkml:trace contextRef="#ctx0" brushRef="#br0" timeOffset="118743.5">5355 8390 210 0,'0'0'311'16,"0"0"-13"-16,0 0-27 0,0 0-22 0,0 0-23 15,0 0-26-15,0 0-17 0,0 0-26 0,0 0-15 0,0 0-20 16,0 0-15-16,0 0-9 0,1 8-14 0,-2 1-7 16,-2 1-8-16,2 5-7 0,-5 1-4 15,-1 1-6-15,-1 9-7 0,-2-2-3 0,1 4-3 16,2-4-3-16,-3 1-2 0,2 1-5 0,-2 0-5 16,2-2-1-16,-1 0-2 0,3-6-4 0,2-2-1 0,-1 0 0 0,2-5-1 15,0 1-4-15,0 1 1 0,3-6 0 0,0-2 4 16,0 2-1-16,3-1 2 0,-3 0 7 0,4-1 0 15,-1-3 3-15,3 2-4 0,2 0 8 0,5-3-7 16,1 0-3-16,5-1 1 0,0 0-29 0,2-5-28 16,0 2-39-16,0-1-46 0,-1 1-47 0,1-5-49 15,-5 2-284-15,1-2-539 16,-8 1 238-16</inkml:trace>
  <inkml:trace contextRef="#ctx0" brushRef="#br0" timeOffset="118959.62">5497 8647 80 0,'0'0'355'0,"0"0"-4"15,-4-5 4-15,4 5-18 0,0 0-27 0,0 0-32 16,0 0-35-16,0 0-31 0,0 0-19 0,0 0-24 16,-4 7-20-16,5 3-13 0,1 4-16 0,-2 3-4 15,2 10-16-15,3 0-12 0,-1 4-7 0,1 2-6 16,3 1-5-16,-2-2-52 0,-1-2-44 0,3 1-48 15,-4 0-56-15,2 1-82 0,-1-5-107 0,-2-9-194 0,-3-5-555 16,3-4 245-16</inkml:trace>
  <inkml:trace contextRef="#ctx0" brushRef="#br0" timeOffset="119946.53">6428 7640 5 0,'-4'6'142'0,"-2"1"-11"0,-3 8-7 0,-2 8-13 15,-5 6-12-15,-3 15-5 16,0 5-5-16,2 8-3 0,2 1-2 0,-4 20 18 16,11-19 3-16,-1 23 10 0,5-21 7 0,-2 21-6 15,5 1 1-15,2-27 6 0,5 2-2 0,2 2-1 16,5-4 7-16,2-1-14 0,-2-6-7 0,6-3-4 15,3-2-5-15,-7-15-9 0,0-1-4 0,2-3-10 0,-2-3-5 16,-4-5-9-16,2-3-7 0,-1 1-1 16,-3-6-8-16,-4 0-5 0,4-1-3 0,-5 0-4 0,-3-6-2 0,3 1-2 15,0 1 32-15,-4-1 0 0,4-1 12 0,-4-2 4 16,1 5 0-16,-1-5-1 0,4 3-4 0,-4-1-6 16,0-2-7-16,0 0-3 0,0 0-22 0,4 3-28 15,-4-3-24-15,0 0-28 0,0 0-25 0,0 0-33 16,1 2-28-16,-1-2-37 0,0 0-43 0,0 0-71 15,0 0-201-15,0 0-523 16,9-7 232-16</inkml:trace>
  <inkml:trace contextRef="#ctx0" brushRef="#br0" timeOffset="121265.6">7040 8092 88 0,'0'0'164'0,"-1"-4"0"0,1 4 1 16,-1-4 1-16,1 4-4 0,-3-3-4 0,3 3-1 15,-1-3 1-15,1 3-7 0,0 0-4 0,-3-4-5 16,3 4-7-16,0 0-9 0,-1-4-4 0,1 4-9 0,0 0-12 0,0 0-12 15,0 0-8-15,0 0-10 0,0 0-9 0,0 0-8 16,0 0-14-16,0 0-6 0,0 0-6 0,0 0-10 16,-4 16 3-16,3-4-4 0,1 4 2 0,0 3-7 15,-1 6 4-15,0 2-3 0,1 1-3 16,1-1-2-16,0 0 3 0,4-2-4 0,-4 1 2 0,2 0 1 16,-1-6-3-1,1-1-3-15,-2 0 0 0,2-3 3 0,-1-1 4 16,1-5-5-16,-4 0 2 0,2-2-7 0,0-1 2 15,-1-1 2-15,0-2 1 0,-1 0-1 0,2-1 4 16,-1 2 1-16,0-5 0 0,2 7 1 0,-2-7-1 0,0 0 2 16,0 2 1-16,0-2 0 0,0 0-7 15,0 0-21-15,0 0-31 0,0 0-26 0,0 0-27 16,0 0-31-16,-3-14-45 0,3 10-42 0,-3 1-193 0,2-5-443 0,1 3 196 16</inkml:trace>
  <inkml:trace contextRef="#ctx0" brushRef="#br0" timeOffset="122252.4">7486 8268 105 0,'-14'0'190'0,"7"2"-12"0,0 0-7 16,-2-2-9-16,3 0 1 0,6 0 2 0,-8 2-2 0,8-2-13 15,-8 0-5-15,8 0-11 0,-3 1-11 0,3-1-7 16,0 0-9-16,0 0-6 0,0 0-11 16,0 0-8-16,0 0-7 0,0 0-9 0,18-6-9 0,-13 6-4 15,-1-2-2-15,-4 2-7 0,0 0-3 0,10-3-3 16,-10 3-1-16,4-1-6 0,-4 1-3 0,0 0-3 0,0 0-5 16,6 0 3-16,-6 0-3 0,0 0-5 0,0 0 1 15,0 0-3-15,0 0 1 0,0 0-2 0,0 0-10 0,0 0 6 16,0 0 2-16,5-1-5 0,-5 1 3 0,0 0 3 15,0 0 1-15,0 0 4 0,0 0 5 16,0 0-5-16,0 0 4 0,0 0 0 0,0 0 4 16,0 0-2-16,0 0-4 15,0 0-1-15,0 0 0 0,0 0-4 0,0 0-1 16,0 0-3-16,0 0 9 0,0 0-8 0,0 0-2 16,0 0-2-16,0 0-1 0,0 0 3 0,0 0-4 15,0 0 0-15,0 0 1 0,0 0-2 0,0 0-2 0,0 0 3 16,0 0-4-16,0 0 2 0,0 0-2 15,0 0 1-15,0 0-2 0,0 0 2 0,0 0 4 16,0 0-5-16,0 0 3 0,0 0-2 0,0 0-2 0,0 0 5 0,0 0-3 16,0 0-2-16,0 0-1 0,0 0 0 0,0 0-5 0,0 0-2 15,0 0 3-15,0 0 0 0,0 0-2 0,0 0 2 16,0 0-3-16,0 0 1 0,0 0 0 0,0 0 2 16,0 0-2-16,0 0 0 0,0 0 1 0,0 0 3 15,0 0 0-15,0 0 6 0,0 0-4 0,0 0-1 16,0 0 6-16,0 0 1 0,0 0-7 0,0 0-2 0,0 0 1 15,0 0 1-15,0 0-1 0,0 0 1 0,0 0 1 16,8 2 3-16,-3-1-3 0,-5-1 9 0,15-2-10 16,-1 1 5-16,6-3-1 0,2 3 2 0,9-5-5 15,4 0 3-15,0 3-4 0,6-2 1 0,10-3 2 16,3 2-2-16,-2-1 3 0,-12 2 0 0,0 1-2 16,-2 0-2-16,-1 2 1 15,-5-2-1-15,0 1 6 0,-5-2-2 0,-7 2 4 16,-2-1-1-16,-4 4-6 0,-5-1 3 0,0-1-7 15,-4 2-7-15,4-1 1 0,-5 1-16 0,-4 0-14 16,6-1-8-16,-6 1-24 0,0 0-30 0,0 0-24 16,0 0-17-16,0 0-13 0,-20-4-19 0,10 4-21 15,-2 0-159-15,-1 0-386 0,1 0 170 0</inkml:trace>
  <inkml:trace contextRef="#ctx0" brushRef="#br0" timeOffset="122484.05">7857 8117 168 0,'-4'-4'299'0,"1"1"-9"0,-1 0-2 0,1-2-9 0,2 1-5 16,1 4-12-16,-4-3-10 0,2 1-19 0,2 2-19 16,-1-3-26-16,1 3-19 0,0 0-15 15,0 0-29-15,0 0-23 0,0 0-21 0,0 0-13 16,0 0-6-16,-1 12-11 0,2 0 7 0,0 5-14 0,2 3-3 15,4 6-4-15,-1 1-32 0,-1-2-26 0,-1 4-35 16,1 2-47-16,-1 0-56 0,2-2-73 0,-2 0-298 0,0-11-572 16,1-1 254-16</inkml:trace>
  <inkml:trace contextRef="#ctx0" brushRef="#br0" timeOffset="125459.93">8654 7982 30 0,'-4'-3'169'0,"4"3"-11"15,0 0-10-15,0 0-4 0,-1-5-11 0,1 5-3 16,0 0-6-16,0 0-3 0,0 0-6 0,0 0-2 16,0 0-6-16,0 0-6 0,0 0-14 0,0 0-5 15,0 0-11-15,0 0-5 0,8-4-9 0,-3 3-4 0,5 0-7 0,-1 0-7 16,8-1-3-16,-5 2-4 0,8 3-4 0,-1-2-3 15,3 2-5-15,-1-1 3 0,6 5-8 0,-5 1 1 16,-2-3-2-16,2 4-4 0,1 3 1 0,0 1-2 16,-4 0-3-16,-5 0-2 0,0 0-2 0,-4 4 1 15,0 2-6-15,-4-2 5 0,-5 3-4 0,-1 5-2 16,-7 0 2-16,-4-1 0 16,-2 2 2-16,-2-1 0 0,-5-4 2 0,-1 7 1 15,-2-7-2-15,-1 2-1 0,1-3 2 0,2-3 1 16,4-5 2-16,1 0-6 0,0 0 1 0,3-2 7 15,0-3-7-15,5-2 3 0,-1 1 0 16,2-1-5-16,3-1 1 0,-1 0 1 0,1-1 15 16,3 0 9-16,-2 0 0 0,3-3 4 0,0 4 2 0,0-4 7 15,9 5 1-15,-2-3 7 0,4 0-10 0,6-2-2 16,4-3 0-16,1-1-5 0,7 2-3 0,-1-1-4 0,3 1-3 0,-4-1 1 16,0 3-2-16,-5-3-5 0,-2 1 3 0,-2 0-3 15,1 2-10-15,-9 0-14 0,3 0-15 0,-3 0-24 16,-2-2-27-16,-2 2-29 0,-6 0-26 15,9 2-36-15,-9-2-52 0,7-5-126 0,-7 5-373 16,0-5 165-16</inkml:trace>
  <inkml:trace contextRef="#ctx0" brushRef="#br0" timeOffset="126255.54">9289 8054 87 0,'7'-2'140'0,"-2"-1"-7"0,5 0-9 0,0 1-11 16,2 0-14-16,2 0-6 0,-1 1-9 0,-1 2-19 16,3 0 7-16,2 2-16 0,-5 2 4 0,6 0-3 15,-7 2-13-15,6 2-2 0,-4 2 1 0,-3 1-1 16,0 2-2-16,-4-1-8 0,1 2 0 0,-3 1 4 15,-3 1 3-15,-1 1-7 0,-4 0 2 0,-1 1 0 16,-3-2-2-16,-1 1-3 16,-6 3-2-16,5-6 1 0,-2-1-1 0,0 1 3 15,-2-3-1-15,2 0 7 0,-1-1 0 0,2-4 0 16,3 2 2-16,-1-4-3 0,2 2 4 0,1-3 12 16,3-1 12-16,-4-1 14 0,6-1 25 0,-3 0 18 15,4-1 16-15,0 0-10 0,0 0-15 0,0 0-6 16,0 0-11-16,8-18-14 0,-2 9-10 0,4-4-8 15,2-3-3-15,6-2-12 0,-3-4 1 0,3 0-10 0,-3 0-4 0,6 0-5 16,-6 1-7-16,4-1 1 0,-1 2-8 0,-5 4 3 16,-3 3-5-16,3 0 1 0,-5 3 3 0,-2 2 0 15,2 0 1-15,-3 2 9 0,-2 3-5 0,0-2-2 16,2 1 0-16,-2 2-4 0,-1-1 1 0,0 0-31 16,-2 3-12-16,0 0-4 0,0 0 3 0,0 0 2 15,-6 17 2-15,0-5 1 0,-3 3-2 0,3 3 6 0,-4 6-1 16,-1 1 9-16,4 0-2 0,0-1 2 0,2 1 1 0,8-2 3 15,-2-3 5-15,7-1 2 0,3 3 7 0,8 0 1 16,6-4 6-16,5-4-7 0,10-3-9 0,12-4-38 16,4-2-60-16,5-5-79 0,1-6-107 0,-3-1-207 15,-8-3-532-15,0-1 235 0</inkml:trace>
  <inkml:trace contextRef="#ctx0" brushRef="#br0" timeOffset="140396.37">6769 8203 76 0,'3'-6'155'0,"-2"5"-7"16,-1 1-13-16,4-5-11 0,-1 3-14 0,-1-1-11 0,5-1-13 0,-4 3-3 15,3-2-10-15,-1 3-14 0,1-1 0 0,2-1-2 16,-2 2-7-16,2 2-12 0,2-1-2 0,0 0-5 15,-5 2-2-15,4 2 4 0,0 2 6 0,1 0-13 16,-1 3 2-16,3 3-4 0,-2 0 7 0,-5 1-10 16,3 2 6-16,1-1-6 0,-4 4-2 0,0-2-4 15,-1 0 1 1,-3 6 3-16,2-3-1 0,-6 4-6 0,3-6 4 16,0 1-2-16,-2-5-1 0,-1 3 0 0,-1-1 0 0,3-3 2 15,-3-1-2-15,-1 0 6 0,0-4 0 0,1 3-5 16,-1-3 5-16,2-1 1 0,2-2 3 0,-3 1 1 15,3 0 2-15,-4-4 6 0,5-2 3 16,-3 6 9-16,2-3 12 0,1-3 11 0,0 0 14 0,-4 4 17 16,4-4 4-16,0 0-4 0,0 0-13 0,0 0-13 0,4-14-9 15,0 6-11-15,2-4-5 0,3-5-5 0,4-6-8 16,4 0-8-16,-2-5-1 0,3 3-3 0,-2-1-4 0,2 0-2 16,-1-3-5-16,0 3 9 0,-1 2-10 0,2-2 0 15,-4 2-2-15,-1 4 3 0,-2 6-2 16,-3-2 5-16,0 7 7 0,-3-1 0 0,1 0 8 15,-2 3 6-15,1 0 0 16,-2 0 3-16,-2 5-3 0,2-5-2 0,-2 5 2 16,0-2-8-16,-1 4-2 0,3-4-4 0,-2 1 4 15,-1 3-19-15,0 0-4 0,0 0-2 0,0 0 0 16,0 0-2-16,0 0-3 0,-10 11 3 0,2-2-4 16,4-1 2-16,-3 5-1 0,-1 0-2 0,4 3 2 0,-4 1-2 15,2 0 6-15,1 1-4 0,-1-1-1 16,0 1 1-16,5 0 2 0,-1 2 3 0,-1 6-2 0,2-1 0 0,1-5 2 15,2 0 2-15,2-3 4 0,0 3 1 0,1-2 0 16,3-1 1-16,-1 0 4 0,5-2 1 0,3 1-2 0,-2-3 2 16,5-1 1-16,5 3-1 0,0-1-2 0,1-4 4 15,-2-3-20-15,-2-2-29 0,2-3-34 16,-2 2-51-16,0 0-63 0,0-2-86 0,-2-4-240 16,-5 1-549-16,5-6 243 0</inkml:trace>
  <inkml:trace contextRef="#ctx0" brushRef="#br0" timeOffset="141546.34">6790 8178 149 0,'-3'-6'153'15,"3"2"-4"-15,0 4-14 0,0-5-6 0,0 5-14 16,2-6-8-16,0 2-8 0,-1 2-10 0,2-2-5 15,2 0-4-15,-1 1-12 0,0-1-1 0,2 4-5 0,3-3-5 16,0 0-1-16,1 1-9 0,2-1-8 0,1 3 1 16,7 0-4-16,-6 1-4 0,8 3-4 0,-3 1 0 0,-1 0-5 15,9 6 1-15,-8-1 0 0,4 6-8 0,-5 1 1 16,2 2-5-16,-4 1 7 0,0 4 2 0,-3 0-3 16,-3 2-3-16,-2 2 1 0,-6 2-1 0,1 1 7 15,-3-2-4-15,-4-1-2 0,0 1 8 0,-6 0 1 16,1-2 2-16,0-2-1 0,-7-2-2 0,3 1 3 15,-6-4-4-15,6-3 6 16,1 0 1-16,1-3-1 0,-1-2 0 0,2-5 2 16,4 3-2-16,-2-5 4 0,3 0-6 0,1 0 7 15,-2-1 9-15,2-1 17 0,3-1 15 0,-2 1 5 16,3-3 4-16,0 0-8 0,0 0-9 0,0 0-8 16,14-17-8-16,-5 4-3 0,5-3-8 0,5-6-7 15,0 1-7-15,1-4-12 0,0-1-3 0,0-3-12 16,1 0-3-16,6-12-12 0,-11 11 5 0,4 1 0 0,-3 0-2 0,-2 4 2 15,1-1 4-15,-4 2 2 0,-4 6 7 0,0 0 8 16,-1 1 3-16,-2 1 7 0,-1 4 10 0,-2 1 6 16,2-1 11-16,-3 2-7 0,0 3 0 0,-1-1-4 15,3 1 5-15,-3 2 2 0,1-1 1 0,1 0-3 16,-2 4-8-16,0 2-1 0,0-9-5 0,0 6-8 16,0 3-15-1,2-4-2-15,-2 4-13 0,0 0-12 0,0 0-6 0,0 0 5 16,0 0 2-16,-10 13 3 0,5-5 0 0,0 4-2 15,0 2 9-15,-2 6 1 0,3-3-2 0,-4 6-1 16,4 2 5-16,0 0 1 0,1 4-2 16,1-1 5-16,2-1 1 0,1-5 8 0,2 1 7 0,2-5 0 15,-1 2 1-15,4-1 5 0,0-3 5 0,4-1-7 16,4-3 1-16,7 3-2 0,4-3-3 0,0-6-19 0,6-1-20 16,1-1-44-16,-2-3-53 0,2-5-73 0,-4 2-96 15,1-5-202-15,-3 1-537 0,-2-3 238 0</inkml:trace>
  <inkml:trace contextRef="#ctx0" brushRef="#br0" timeOffset="142380.78">7384 7773 92 0,'0'0'223'0,"3"-8"-16"0,-2 4-11 16,4 1-14-16,-3 1-17 0,1-2-17 0,1 1-4 16,4 0-15-16,-1 1-10 15,3-2-14-15,-1 0-12 0,2 1-10 0,-2 3-10 16,1 2-12-16,-2-1-6 0,-2 2-5 0,1 0-5 0,3 1-6 0,-3 2-4 0,0 3-4 16,0-1 0-16,-2 4-5 0,0-1 1 15,-2 0 1-15,-2 1 0 0,2 2-5 0,-3 0-3 16,-3 0 3-16,2-3-4 0,-3 0 1 0,2 1-2 15,-1-3-2-15,-1 2-3 0,2-5 7 16,0 1-8-16,0-3-1 0,-1 1 0 0,3-2 0 0,-1 3-2 16,-1-3 28-16,2-3-1 0,0 4 12 0,0-4 13 15,2 3-1-15,6-2 2 0,3-2 0 16,3-2-3-16,8-1-7 0,10-3-2 0,3-3-4 16,-1-1-6-16,17-2 14 0,0 0-6 0,-1 0-7 0,1-2 4 15,-14 5-9-15,3 2 10 0,-7 2-15 0,-1-2-1 16,-14 4-3-16,1-1-4 0,-5 4-4 0,-5-1-1 0,0 0 1 15,-3 0-2-15,3 1-1 0,-4 0-5 0,-1 0-12 0,-4 1-10 16,7-1-15-16,-7 1-12 0,0 0-22 0,0 0-37 16,0 0-46-16,-12 8-49 0,6-3-84 0,-1-2-207 15,2 1-521-15,-1-3 231 0</inkml:trace>
  <inkml:trace contextRef="#ctx0" brushRef="#br0" timeOffset="149476.15">10788 8427 2 0,'0'0'135'0,"0"0"-2"16,-5 2-6-16,5-2-4 0,0 0-2 0,0 0-10 15,0 0-9-15,0 0-7 0,0 0-8 0,-9 1-10 16,9-1-3-16,0 0-8 0,0 0-2 0,0 0-6 15,0 0-4-15,0 0-7 0,0 0 2 0,0 0 1 16,0 0-6-16,0 0-2 0,0 0-4 0,0 0-3 16,0 0 1-16,0 0-5 15,0 0-8-15,0 0 1 0,0 0-2 0,0 0-3 16,-6 0 1-16,6 0-4 0,0 0-4 0,0 0 1 16,0 0-4-16,0 0 4 0,0 0-2 0,0 0-3 15,0 0 0-15,-3 2-2 0,3-2 1 0,-7 1 0 16,7-1 6-16,-5 3 2 0,5-3 12 0,0 0-7 15,0 0 0-15,-8-1 2 0,8 1 4 0,0 0 0 16,0 0 10-16,0 0 11 0,0 0 10 0,0 0 18 0,0 0 8 0,0 0-8 16,0 0 6-16,0 0-15 0,0 0-4 0,8-9-10 15,4 3-3-15,7-1-7 0,11-2-3 0,3-2-2 16,18-4 0-16,-1 0-11 0,2 1-1 0,-2 0-14 16,1 3-3-16,-2-2-2 0,-15 5-6 0,2 2 0 15,-3-2-2-15,-2 2-9 0,-13 3-6 0,4-3-12 0,-6 4-19 16,-4-2-22-1,-5 3-24-15,0-1-25 0,-1 2-8 0,-6 0 4 16,0 0 4-16,0 0-11 0,0 0-16 0,0 0-26 16,-24 9-145-16,7-8-341 0,1 3 152 0</inkml:trace>
  <inkml:trace contextRef="#ctx0" brushRef="#br0" timeOffset="149808.2">10999 8233 56 0,'0'0'146'0,"-4"-5"-13"16,3 2-1-16,1 3-10 0,-3-5-10 0,3 5-3 15,-1-4-18-15,1 4-13 0,0 0-7 0,0 0-7 16,0 0-7-16,-2-3-5 0,2 3 0 0,0 0-6 16,0 0-8-16,0 0-3 15,0 0-1-15,0 0-7 0,-4-2-3 16,4 2 3-16,0 0-2 0,0 0-14 0,0 0 6 16,0 0-12-16,0 0-12 0,0 0-10 0,0 0-12 0,0 0-11 15,0 0 10-15,0 0-13 0,0 0-9 0,0 0-10 16,-7 5-33-16,2-2-104 0,3-1-214 0,2-2 95 15</inkml:trace>
  <inkml:trace contextRef="#ctx0" brushRef="#br0" timeOffset="150362.75">11077 8144 140 0,'-1'-4'184'0,"1"4"-4"0,0 0-5 16,0 0-3-16,0 0-2 15,0 0-11-15,1-4-5 0,-1 4-7 0,0 0-7 16,0 0-9-16,0 0-17 0,0 0-10 0,0 0-16 16,0 0-10-16,0 0-13 0,0 0-11 0,0 0-7 15,0 0-7-15,-5 15-8 0,2-3-2 0,1 7-5 16,-6 7 3-16,3 3-8 0,-4 4 2 0,4 0-4 15,-5 15-2-15,-2 1 0 0,8-3 2 0,0-11-16 16,3-1-16-16,-1 1-33 0,0 0-27 0,0-2-43 0,6-2-65 0,-8-12-175 16,6 0-385-16,0-8 172 0</inkml:trace>
  <inkml:trace contextRef="#ctx0" brushRef="#br0" timeOffset="151249.57">12149 7904 9 0,'0'0'162'0,"0"0"-13"0,0 0-5 15,-1-4 1-15,1 4-12 0,0 0-15 0,0 0-5 16,0 0-14-16,0 0-10 0,0 0-14 0,5-4-4 0,1 3-9 0,2 1-6 16,4-3-5-16,0 2-10 0,2 0-4 0,5 0 2 15,1 1-2-15,1 0-5 0,0 0 1 0,-1 1-8 16,2 0 2-16,-3 2-2 0,-1-1-6 0,0 2 0 16,-5 2-9-16,-1-4-1 0,-1 4-5 0,-2-1-2 15,1 4-7-15,-5-3-9 0,0 3 0 0,-2 0-10 16,-2 2 9-16,-4-2 4 15,-2 2 1-15,-2 0-3 0,-3-2 5 0,0 0-2 16,-2 3 3-16,-5-1 5 0,4-2 6 0,2-4-4 16,-2 2-5-16,5-2 2 0,-2 0 11 0,5-1-8 15,0-1-2-15,-2-1-2 0,2 1 5 0,4 0-8 16,-4-1-1-16,5-2-1 0,-2 3 10 0,2-3-1 16,7 7-3-16,-2-4 7 0,5-1 3 0,2 2 5 15,7 1 4-15,-1-1 3 0,-1-1-4 0,2 2 11 0,0 1-7 0,0-1 1 16,1 1-3-16,0 2-2 0,-4 1 1 0,1-2-5 15,-6 1 0-15,-2 2-4 0,-1-2-3 0,1 1-8 16,-4 0 0-16,-4 0 1 0,2-2 0 0,-7 1 6 16,0 2-3-16,-11-1 3 0,2 1-2 0,-6-2 5 15,-8 2-4-15,0-3 5 0,-2 0 0 0,-2 0 6 16,-2-4-1 0,1 1 10-16,2 1 9 0,-2-2 3 0,1 0 10 0,4-3 6 15,6-1 1-15,1 1 1 0,7-2 7 0,-2 2 1 16,6 0-4-16,-1 0-3 0,2 0-5 0,3 2-2 15,5-2-2-15,-9-2-2 0,9 2-4 0,0 0-8 16,-10 0 2-16,10 0-13 0,0 0-18 0,0 0-16 16,0 0-10-16,0 0-23 0,0 0-40 0,0 0-27 15,0 0-45-15,0 0-64 0,24-3-122 0,-16 2-373 0,-2 0 165 16</inkml:trace>
  <inkml:trace contextRef="#ctx0" brushRef="#br0" timeOffset="151913.6">11991 8482 20 0,'-4'0'195'0,"1"3"-8"0,3-3-4 0,-6 2-7 16,6-2-15-16,-5 3-4 0,5-3-9 0,0 0-5 0,-5 2-13 16,5-2-12-16,0 0-10 0,-3 3-10 15,3-3-11-15,0 0-9 0,0 0-8 0,0 0-7 16,0 0-8-16,0 0-2 0,0 0-6 0,-5 2-4 16,5-2-9-16,0 0 5 0,0 0-10 0,0 0 0 0,0 0-4 15,0 0-2-15,0 0-2 0,0 0-2 0,0 0-5 0,0 0 6 16,0 0-4-16,0 0-7 0,0 0 3 0,0 0-4 15,0 0 1-15,0 0-3 0,0 0 3 0,-1 2-3 16,1-2-2-16,0 0 2 0,0 0-4 0,0 0 1 16,0 0 4-16,0 0-7 0,0 0 2 0,0 0-3 15,0 0 1-15,0 0 3 0,0 0-2 0,0 0 2 16,0 0-1-16,0 0-2 16,0 0 1-16,0 0 6 0,0 0-1 0,0 0 3 15,0 0-7-15,0 0 2 0,0 0 2 0,0 0-2 16,0 0 0-16,0 0-1 0,0 0 4 0,0 0-6 15,0 0-1-15,0 0 2 0,0 0 0 0,0 0 1 16,0 0 1-16,0 0-4 0,0 0 3 0,0 0-1 16,0 0-1-16,0 0-2 0,0 0 6 0,0 0 5 15,0 0 9-15,0 0-10 0,0 0 3 0,0 0 0 0,23-2-4 0,-7-3 2 16,16-2-2-16,6 0-2 0,19-3-4 0,3 1 1 16,5-6 4-16,28-3 6 0,-26 7 4 0,23-3 2 15,-26 6 7-15,-1 0-3 0,28-4 0 0,-34 4-6 16,-2 4 0-16,-4 1-4 0,-14-1 0 0,-4 1 1 15,-2 1-1-15,-10 0-5 0,-1 1 1 0,-7 0-1 16,0 0-3-16,-3 1 4 16,-2 0 2-16,-1-2-3 0,-2 1-4 0,-5 1-2 15,9-2-7-15,-9 2-1 0,0 0-13 0,4 0-12 16,-4 0-9-16,0 0-17 0,0 0-20 0,-25 6-17 16,13-4-16-16,1 0-29 0,-2 2-25 0,0 0-51 15,-5 0-148-15,0-1-393 0,-1-2 174 0</inkml:trace>
  <inkml:trace contextRef="#ctx0" brushRef="#br0" timeOffset="152367.79">12540 8531 176 0,'0'0'240'0,"0"0"-12"0,0 0-13 0,0 0-15 15,0 0-15-15,0 0-18 0,0 0-23 0,0 0-9 16,0 0-15-16,0 0-14 0,0 0-15 0,0 0-11 15,1 6-12-15,-2-3-7 0,1 3-5 0,-1 1-6 16,-3 4-5-16,0 1-9 0,-1 4 2 0,0 1-6 16,-3 2-5-16,3-2-1 0,0 2-4 0,1-2-1 0,-1 0-1 15,1 0-2-15,1 2 0 0,-1-4-2 0,1-3-4 0,3 0 1 16,0-3-2-16,0 3 1 0,-1-7 8 0,1 2 2 16,0 1 5-16,2-4 5 0,1 3 7 0,0-4 4 15,3 0-2-15,0 1-3 0,4-3-2 0,4-1-4 16,7 2-3-16,-2-4-1 0,4 1-10 0,-5-1-21 15,5 0-18-15,-1-3-25 0,-3 0-28 0,-1 0-25 0,1 0-25 16,-4 0-31 0,3-2-21-16,-9 2-52 0,0-2-134 0,2 2-391 15,-7-1 173-15</inkml:trace>
  <inkml:trace contextRef="#ctx0" brushRef="#br0" timeOffset="152552.66">12756 8690 100 0,'-4'-3'232'0,"4"3"-11"0,0 0-3 0,0 0-7 16,0 0-17-16,0 0-16 0,0 0-18 0,0 0-21 16,0 0-19-16,0 0-7 0,0 0-19 0,0 0-11 15,-1 13-7-15,1-2-5 0,0 5-1 0,0 3-8 16,0 5-6-16,0 3-5 0,0 0-5 0,1-1 0 16,3 0-4-16,0 2-39 0,2-2-44 0,-2-7-59 15,4 5-90-15,-6-9-187 0,1-3-406 0,-2-2 180 0</inkml:trace>
  <inkml:trace contextRef="#ctx0" brushRef="#br0" timeOffset="154520.14">13514 8018 42 0,'6'-3'114'0,"2"2"-11"0,3-2-8 16,1 2-9-16,3-1-11 0,-3 1-1 0,6 0-5 0,-2 1-2 15,3 0-9-15,-1 1-2 0,0 0-11 0,-4 3-3 0,3 4-1 16,-4-4-12-16,2 4 9 0,-1 2-14 0,-5 0 0 16,0-1-6-16,0 5-12 0,-3 1 17 0,-1 2-5 15,-5-2 9-15,-1 4-13 0,-2 1 3 0,-4 5 0 16,-7-3-7-16,1 3 8 0,-6-1-4 0,-2 0 0 15,0 1 2-15,-5-3 3 0,3-1 2 0,0 3 3 16,3-5 8-16,-3-6 4 16,4-1 6-16,3 0 2 0,1-2 4 0,2-2 0 15,2-2-3-15,3 0-2 0,1-1 1 0,1-4 15 16,2 2 14-16,1-1 17 0,3-2 19 0,-7 2-3 16,7-2-11-16,0 0-5 0,0 0-11 0,9-13-9 15,-1 7-8-15,1-1-6 0,1-3-2 0,5 1-8 16,-3 2-4-16,2-2-6 0,-3 3 0 0,1-3-10 15,-1 5-1-15,1-1-2 0,0-1-2 0,-3 1-2 0,0 3-5 0,4-2 1 16,-3 2-4-16,2-1-5 0,2 3 1 0,-4 0 1 16,4 4-3-16,-2-3-5 0,2 4 3 0,-4-2 1 15,3 2-2-15,2 5-2 0,-3-6 1 0,2 1 1 16,-3 1 1-16,0 0-2 0,1 0 1 0,-3-2 2 16,0-1-3-16,1 2 2 0,-1-2 1 0,-1-2 0 15,3 2-3-15,1-3 6 16,-2-3-3-16,7 0-1 0,-2-3 2 0,-1 3 0 15,3-3-2-15,-1 0 3 0,2 1-6 0,-6-2 3 16,3 0 2-16,-5 1-4 0,1 0 4 0,-2 0-4 16,1 1 2-16,-4 0-4 0,-1 3 1 0,-1 0 0 15,1-1 0-15,-5 3-3 0,5-2-3 0,-1-1-9 16,-4 3-3-16,5-2-4 0,-5 2 2 0,0 0 0 0,0 0 0 0,0 0 2 16,8 7 0-16,-7-4 2 0,-1-3 4 0,3 3 1 15,-3-3 0-15,1 4 5 0,-1-4-3 0,0 6 0 16,3-4 4-16,-3-2 2 0,0 0-2 0,0 0 4 15,0 0-4-15,2 3 2 0,-2-3 7 0,0 0-5 16,0 0 1-16,8 0-1 0,-8 0 4 0,0 0-3 16,0 0-2-16,0 0 3 0,6-4-1 0,-6 4 0 15,0 0 2 1,0 0 0-16,0 0-2 0,0 0 1 0,0 0 1 16,0 0-1-16,0 0-2 0,0 0 1 0,7-1 1 0,-7 1 0 15,0 0 5-15,0 0-5 0,0 0-2 0,0 0 3 16,0 0 7-16,0 0 0 0,0 0 4 0,0 0 12 15,0 0-8-15,0 0 4 0,0 0 1 0,0 0-1 16,0 0 2-16,0 0-3 0,0 0 3 0,0 0-2 16,0 0 1-16,0 0-2 0,0 0 1 0,0 0-2 0,0 0-3 15,0 0 1-15,0 0-2 0,0 0-4 0,0 0-1 16,0 0 3-16,0 0-3 0,0 0-4 0,0 0 11 0,0 0-13 16,0 0 3-16,0 0 6 0,0 0-9 0,0 0-1 15,0 0-1-15,0 0 2 0,0 0-1 16,0 0 0-16,0 0-1 0,0 0-1 0,0 0 0 0,0 0 0 15,0 0-1-15,0 0 1 0,0 0-3 0,0 0 5 0,0 0-3 16,0 0 0-16,0 0-4 0,0 0-5 0,0 0-11 16,0 0 0-16,0 0-6 0,0 0-6 0,0 0-6 15,0 0-22-15,0 0-51 0,0 0-36 0,0 0-33 0,0 0-64 16,-13-9-166-16,5 9-442 0,3-2 196 0</inkml:trace>
  <inkml:trace contextRef="#ctx0" brushRef="#br0" timeOffset="155507.1">14588 8229 101 0,'0'0'127'16,"-7"0"-4"-16,7 0-4 0,0 0 7 0,-8-1-5 0,8 1 3 15,0 0-6-15,0 0-7 0,0 0-12 0,-6 0-10 16,6 0 1-16,0 0-5 0,0 0-4 0,0 0 3 16,0 0-2-16,0 0-2 0,0 0 3 0,0 0-4 0,-8-2-4 0,8 2-3 15,0 0-8-15,0 0-4 0,0 0-5 16,0 0-6-16,0 0-5 0,0 0-2 0,0 0-3 16,0 0-6-16,0 0-3 0,0 0-1 0,0 0 2 15,0 0-7-15,0 0-2 0,0 0 0 0,0 0-2 0,22 0-7 16,-8-2 4-16,4-1 3 0,4 0-9 0,9 0 1 15,1-1-1 1,7 1 0-16,-1 1-1 0,2-2-1 0,11-1-3 16,-13 4 4-16,3-3-5 0,-6 2 3 0,-6-1-14 15,2 1-17-15,-10 2-16 0,-3-3-26 0,-6 2-16 0,-2-1-34 0,-3 2-32 0,1-1-42 0,-6 0-164 16,-2 1-380-16,0 0 169 0</inkml:trace>
  <inkml:trace contextRef="#ctx0" brushRef="#br0" timeOffset="155761.03">14852 8120 42 0,'0'-5'239'0,"-1"0"-11"0,1-1-3 16,1 3 3-16,-1-2-2 0,0 2-9 0,0 3-9 16,0-7-14-16,0 7-18 0,0-3-11 0,0 3-22 0,0 0-17 0,0 0-16 15,0-5-12-15,0 5-18 0,0 0-17 0,0 0-19 16,0 0-7-16,0 0-4 0,0 0-7 0,-1 15-1 15,1-6 1-15,-2 1-5 0,1 2-4 0,0 4 2 16,1 1 4-16,0 0-5 0,0 1 2 0,1-2-20 16,0 0-21-16,1-3-22 0,0-2-17 0,2 5-21 15,0 0-28-15,1-6-22 16,0 1-48-16,1-2-231 0,2-1-442 0,3-2 196 16</inkml:trace>
  <inkml:trace contextRef="#ctx0" brushRef="#br0" timeOffset="155961.54">15552 8141 20 0,'0'0'330'16,"1"-5"-27"-16,4 4-23 0,-5 1-31 0,2-4-19 15,0 1-32-15,2 0-31 0,1 0-34 0,4-1-36 16,2 0-37-16,2 1-41 0,8-1-46 15,-2 0-61-15,3 1-90 0,5-2-122 16,-6 0-323-16,5-3 144 0</inkml:trace>
  <inkml:trace contextRef="#ctx0" brushRef="#br0" timeOffset="156108.64">16153 8084 74 0,'0'0'314'0,"0"0"-34"0,11-3-26 0,-6 0-28 16,2 0-31-16,2-2-47 0,0 0-37 0,4 1-47 16,0 0-47-16,5-1-54 0,5 0-63 0,-5-2-158 15,9-1-279-15,1 4 123 0</inkml:trace>
  <inkml:trace contextRef="#ctx0" brushRef="#br0" timeOffset="156262.25">16684 8054 147 0,'1'3'325'16,"-1"-3"-25"-16,4 4-11 0,-4-4-22 0,4 2-20 0,-4-2-24 0,0 0-22 15,8-2-33-15,-8 2-43 0,9-4-44 0,-3 0-60 16,-1 2-64-16,3 0-68 0,2-3-81 0,2-2-150 16,-3 2-370-16,1 0 164 0</inkml:trace>
  <inkml:trace contextRef="#ctx0" brushRef="#br0" timeOffset="157048.91">16639 7432 13 0,'0'0'117'0,"-5"-3"-15"16,5 3-8-16,0 0-12 0,0 0-6 0,13 8 5 16,-3-4-10-16,-1 1-6 0,9 2-12 0,0-2 5 15,4 2-6-15,7-1-1 0,-1-3-7 0,-1 2-2 16,4-2-6-16,-5 1 0 0,0 0-10 0,-3-4 18 16,-2 0-24-16,-3 0 8 15,-1-1 0-15,-5 0 13 0,3-1 10 0,-6 0 19 16,0 2 21-16,-1-2 16 0,-1-1 2 0,-1 2-3 15,-1-4 7-15,2 4 4 0,-4-3 3 0,1 2 2 16,0-1-4-16,-2-2-8 0,1 3 0 0,-1-1 0 16,0-1-3-16,-2 4-8 0,2-4-7 0,-2 4-4 15,4-4-7-15,-4 4-9 0,2-2-10 0,-2 2-9 16,0 0-5-16,2-4-5 0,-2 4-3 0,0 0-4 0,0 0-7 0,0 0-4 16,0 0-10-16,0 0-4 0,3-3-10 0,-3 3-28 15,0 0-20-15,0 0 2 0,0 0 0 0,3 14 5 16,-3-4 5-16,0 6 4 0,3 9 2 0,-1 2 1 15,-2 10 7-15,4 15 11 0,-4-2-5 0,4 7 1 16,-4-2 3-16,-3 3 0 0,7 1 2 0,-2-5 3 16,-2-1 2-16,3-3-2 0,2-4 4 0,-2-10-2 0,2-2 9 0,-4 4-8 15,3-3 3-15,0-1 1 0,1 2-5 0,-1 10 6 16,2-13-2-16,-3-1 1 0,1-2 2 0,-2-1-6 16,-2 0 7-16,3-5 1 0,-2-5 1 0,-1 0-3 15,-4-3-1-15,7-3-1 0,-2-1 0 0,2-2 0 16,-3 1-1-16,0-5 4 0,0 4-3 0,0-6 0 15,1 4 2-15,0-3-3 16,-1-1 5-16,2 1-2 0,-1-3 0 0,-1 1 2 16,0-3-3-16,0 7-2 0,1-5-1 0,-1-2 0 15,-1 5 10-15,-2-2-11 0,3-3 1 0,-5 7 7 0,0-5 0 16,-9 1 2-16,1 2-1 0,-6 2-1 0,-13-2 1 0,-5 0-9 16,-19 1-36-16,-7 0-72 0,3-4-115 0,-29-2-259 15,29-1-522-15,-3-5 231 0</inkml:trace>
  <inkml:trace contextRef="#ctx0" brushRef="#br0" timeOffset="159370.23">4158 10814 143 0,'0'0'201'0,"-7"-2"-10"0,7 2-6 16,0 0-13-16,0 0-5 0,-5-1-7 0,5 1-15 16,0 0-15-16,0 0-7 0,0 0-13 0,0 0-9 0,0 0 0 0,0 0-5 0,0 0-7 15,0 0-8-15,0 0-7 0,0 0-7 0,0 0-5 16,0 0-8-1,0 0-5-15,0 0-5 0,14-1-5 0,-7-2-3 16,6-1-4-16,4 1 0 0,5-4-2 0,7 3-11 16,3-2-9-16,4-1-8 0,0-1-21 0,1 1-23 0,-1 2-27 15,-2 1-40-15,-2-1-30 0,0 0-32 0,-10 4-195 16,-4 1-397-16,-7-2 175 0</inkml:trace>
  <inkml:trace contextRef="#ctx0" brushRef="#br0" timeOffset="159570.81">4267 10969 108 0,'-1'3'162'0,"-3"0"2"0,4-3-6 0,0 0 7 16,0 0 0-16,0 0 8 0,7 3-2 0,-7-3-4 16,20-3-12-16,7-3-15 0,5 1-9 0,5-2-14 15,17-7-3-15,2 4-28 0,0 1-21 0,2-1-28 16,-5 1-38-1,-2 1-63-15,3-4-68 0,0 6-216 0,-18 4-375 0,1-7 167 16</inkml:trace>
  <inkml:trace contextRef="#ctx0" brushRef="#br0" timeOffset="159971.87">5664 10500 149 0,'-1'-6'312'15,"1"2"-13"-15,-3 0-13 0,2-1-15 16,1 5-22-16,0-5-18 0,-1 2-25 0,1 3-17 16,0 0-27-16,1-5-8 0,-1 5-27 15,0 0-20-15,0 0-31 0,0 0-31 16,0 0-6-16,0 0-5 0,1 12-8 0,2-2-2 16,-3 0-2-16,1 5-4 0,-1 2 0 0,0 0-3 15,0 2 2-15,0-2-2 0,0 3-4 0,0-1 0 0,0 0 1 16,0-2-12-16,0 0-21 0,0-1-20 0,0 1-15 15,-1-4-20-15,1-4-34 0,-3 3-30 16,2 0-32-16,1-1-48 0,-2-6-162 0,-1-1-414 0,3 0 184 0</inkml:trace>
  <inkml:trace contextRef="#ctx0" brushRef="#br0" timeOffset="160372.68">5447 11018 162 0,'-3'3'243'0,"0"-2"-24"0,3-1-22 16,-7 5-16-16,7-5-8 0,-5 2-15 0,5-2-15 15,-4 1-10-15,4-1-14 0,0 0-12 0,-1 2-10 16,1-2 1-16,0 0-1 0,0 0-13 0,0 0-1 15,0 0-13-15,0 0-5 0,0 0-5 0,0 0-7 16,0 0 1-16,14 0 0 0,5-2-3 0,2 1-5 16,12-5-6-16,5 1-3 0,21-5 4 0,0 1-1 15,30-4 5-15,-28 3 5 0,5 3 1 0,-3-2-4 16,1 2-3-16,-6 0-5 0,-7 1-4 0,-14 1-2 0,-5 0-6 0,-1 3 1 16,-11 0-1-16,-2 0-2 0,-4 0-4 0,-5 1-1 15,-1-2 2-15,-2 2-1 0,2 1 21 16,-3 0-11-16,-5 0 3 0,8-3 4 0,-8 3-1 0,6 0-11 31,-6 0-16-31,0 0-14 0,5-3-17 0,-5 3-22 16,0 0-23-16,0 0-29 0,0 0-22 0,0 0-32 15,-11 10-28-15,7-7-31 0,-1-1-46 0,-3 3-167 0,3-1-456 16,0-1 202-16</inkml:trace>
  <inkml:trace contextRef="#ctx0" brushRef="#br0" timeOffset="160804.94">5949 11128 23 0,'0'0'281'16,"0"0"-11"-16,10-9-21 0,-10 9-14 0,0 0-16 15,0 0-20-15,0 0-20 0,0 0-20 0,0 0-19 16,0 0-14-16,0 0-19 0,0 0-18 0,0 0-20 16,0 0-9-16,0 11-5 0,-1-5-8 0,-1 5-4 15,-2 5-6-15,-2 1-3 0,-1 3-3 0,-5 6-2 0,3-2-4 16,-1 3-2-16,1-1-6 0,2-3 2 0,1-2-5 0,3 1-1 15,-4-5 2-15,6 2-4 0,-4-5-2 0,5 3 2 16,-1-5-1-16,1-4-1 0,0 1 4 0,1-1 4 16,-1-3 12-16,5 2 5 0,0-3 7 15,1-1 4-15,5-3-4 0,8 5-3 0,2-5-4 16,5-1-3-16,1-3-4 0,2 1-8 16,-7-1-16-16,6-2-22 0,-10 2-24 15,0-2-27-15,2 2-27 0,-2-3-37 0,0 4-27 16,-1-5-23-16,-4 1-39 0,-2 3-160 0,-3-2-416 15,-2 2 185-15</inkml:trace>
  <inkml:trace contextRef="#ctx0" brushRef="#br0" timeOffset="161005.5">6188 11318 61 0,'0'0'268'0,"0"0"-3"0,-1-5-3 15,1 5-9-15,0 0-13 0,-2-3-15 0,2 3-23 16,0 0-15-16,0 0-33 0,0 0-19 0,0 0-18 15,0 0-17-15,0 0 3 0,-2 14-21 0,2-3-10 16,-3 4-5-16,2 2-3 0,-3 9 1 0,4 3-17 0,0 4-1 0,-1 13-1 16,5-13-11-16,-2 0-41 0,1-2-46 0,-1 1-54 15,1-2-69-15,0-3-286 0,-3-6-497 0,0-10 221 16</inkml:trace>
  <inkml:trace contextRef="#ctx0" brushRef="#br0" timeOffset="161988.59">6836 10374 178 0,'-1'-5'213'16,"1"5"-15"-16,0 0-19 0,0 0-22 0,-3-4-15 15,3 4-21-15,0 0-13 0,0 0-25 16,0 0-9-16,0 0-10 15,3 13-7-15,-2 0-11 0,0 4-3 0,-1 10-4 16,2 0-4-16,-1 6-7 0,1 16-2 0,-3 3-7 16,1-1 8-16,-1 3-12 0,2 4 2 0,-2-2-2 15,1 0 2-15,-3 2 9 0,2-1 5 0,0-4 3 16,3-2 5-16,-2-5 2 0,0-9 1 0,0-1 3 16,2-2-3-16,-1-5-5 0,-1 2 1 0,-1-5-1 15,-1-8-1-15,2 2-6 0,2-2-2 0,-2-3 3 0,0 0-8 0,0-4-1 16,0-1-5-16,0 1 3 0,0-2-2 0,0 0 0 15,0-1-4-15,0-2 3 0,0 0-4 0,0-1-2 16,1-2-4-16,-1 1-1 0,0 2 6 0,1-1 0 16,-1-1-4-16,0 1 2 0,0-5 1 0,0 0-2 15,0 4-4-15,0-4 2 0,0 5-2 0,0-5 0 16,0 0 3-16,0 0 2 16,-1 3-1-16,1-3-5 0,0 0 3 0,0 0 2 15,0 0-2-15,0 0 3 0,0 0 5 0,0 0 4 16,0 0-1-16,0 0 4 0,0 0 4 0,-1 5 0 15,1-5 4-15,0 0-2 0,0 0-1 0,0 0 0 16,0 0-4-16,0 0-3 0,0 0-4 0,0 0 7 16,0 0-7-16,0 0-4 0,0 0-1 0,0 0-3 15,0 0 1-15,0 0-1 0,0 0 0 0,0 0-3 0,0 0-1 0,0 0-1 16,0 0 8-16,0 0-9 0,0 0-1 0,0 0 1 16,0 0 4-16,0 0 8 0,2 1 6 0,-2-1 6 15,0 0 7-15,0 0 4 0,0 0 11 0,0 0 6 16,0 0 9-16,0 0 0 0,0 0-10 0,19-5 1 15,4 1-6-15,9-5-10 0,16-8 1 0,8 4-20 16,5-1-30 0,2-3-68-16,1 1-74 0,28-7-111 0,-35 4-286 0,1 0-597 15,-6-6 264-15</inkml:trace>
  <inkml:trace contextRef="#ctx0" brushRef="#br0" timeOffset="162694">6893 10381 120 0,'0'0'189'0,"0"0"-12"0,0 0-2 0,0 0-9 16,0 0-2-16,-6-2-8 0,6 2-3 0,0 0-8 16,0 0-8-16,0 0-10 0,0 0-7 15,0 0-9-15,0 0-10 0,0 0-14 0,0 0 0 16,0 0-13-16,0 0-4 0,13 6-3 0,2-2 0 0,7-2-10 16,11-2-3-16,7 2-2 0,18-1-5 0,5-1-28 15,-2 0-50-15,30 0-75 0,-27-1-95 0,-5-1-197 0,-3-4-430 16,-4-1 190-16</inkml:trace>
  <inkml:trace contextRef="#ctx0" brushRef="#br0" timeOffset="163696.34">7806 10621 92 0,'0'0'215'0,"0"0"-18"0,4-10-12 16,-3 8-13-16,2-1-8 0,-3 3-20 0,7-4-16 15,-1 2-8-15,2-1-15 0,-1 3-10 0,4 0-6 16,1-1-10-16,-1-1-7 0,3 2-7 0,3 3-9 0,-2-3-4 16,4 5-7-16,-3 0-3 0,0 2-6 15,1-2 0-15,-6 2-9 0,6 3 1 0,-4 1-8 0,-2 2-4 0,-2 1 3 16,-2 4-1-16,-1-2-2 0,-4 4 0 0,0 4-6 16,-5 2 2-16,-4-1 2 0,-5 1-4 0,3 0 0 15,-6-2-2-15,-2-3-1 0,2 0-1 0,-2-2 1 16,1-4-3-16,3-2 7 0,0-2 0 0,4-1 2 15,0-4 4-15,0 0-7 0,4-1 2 0,0-1 1 16,0-1-1-16,1 2 11 16,1-2 22-16,1 1 25 0,-2-1 29 0,4-3 2 15,-2 1 21-15,2-1-3 0,0 0-12 0,0 0-1 16,11-15-22-16,-5 6-11 0,6-4-6 0,2-4-4 16,3-5-3-16,4 0-17 0,-2-3 3 0,2-1-11 15,-2-1-6-15,0 1-2 0,-1 1-5 0,0-1 1 16,-3 4-10-16,-3 6 4 0,-3 2 15 0,-1 2-18 15,-3 3 0-15,0 1-3 0,-2 2 14 0,1 2-21 0,-1-3 5 0,-2 3-8 16,2 2-13-16,-2-3-20 0,-1 5-21 0,0 0-4 16,0 0 1-16,0 0 4 0,0 0 7 0,-6 22 6 15,2-4 4-15,0-1 1 0,-1 2 7 0,1 6 1 16,0 0 2-16,4 0 4 0,0-7 5 0,3 1-1 16,2 1 4-16,5 2 1 0,-2-2 3 0,3-6 2 15,7 7 1-15,-1-10-4 16,2-2-16-16,9 1-57 0,0-3-69 0,5-6-89 15,-1-1-252-15,-1-1-532 0,0-6 236 0</inkml:trace>
  <inkml:trace contextRef="#ctx0" brushRef="#br0" timeOffset="164398.04">8373 10265 107 0,'0'0'223'15,"0"0"-16"-15,4-4-18 0,-4 4-28 0,9-1-18 16,-9 1-7-16,10 1-16 0,-10-1-16 0,9 4-10 15,-5-1-13-15,-2 1-8 0,6 3-5 0,-4 1-8 0,1 2 0 0,0-1-7 16,-2 2-6-16,-2 0-4 0,-1 1-6 0,0 1-5 16,0 3 2-16,0-1-4 0,-1-1-2 0,-2-2 4 15,-2 0-9-15,0-1 1 0,4 0 1 0,-3 0-7 16,0-2-1-16,1-1 2 0,1-2-3 0,-1 0 0 16,2-1-3-16,1-1 1 0,-4 0 1 0,4-4-1 15,-2 6-6-15,0-4 28 16,2-2 10-16,-1 6 13 0,1-6 10 0,0 4 7 15,0-4 5-15,0 0 3 0,0 0 13 0,0 0-3 16,0 0 5-16,0 0 0 0,0 0 10 0,0 0-12 16,0 4 11-16,0-4-6 0,0 0 6 0,0 0-7 15,0 0-8-15,0 0-11 0,18-8-12 0,1 4-11 16,9-1-6-16,7 0-5 0,4-2-6 0,16 2-3 16,4-4-2-16,4 1-8 0,1 1-1 0,26-2 2 0,-27 4-9 0,-3 0 6 15,-5-2-3-15,-4 2 12 0,-16 3-23 0,-6-3 6 16,-8 3-3-16,-2-1-2 0,-6 3 0 0,-1-4 19 15,-3 3 7-15,0 0 16 0,-4 0-1 0,0 1 1 16,0-1-1-16,-5 1-7 0,8 0-14 0,-8 0-17 16,5-3-34-16,-5 3-37 0,6-2-48 0,-6 2-49 15,0 0-61-15,0 0-78 16,0 0-66-16,0 0-287 0,4 5-696 0,-4-5 308 16</inkml:trace>
  <inkml:trace contextRef="#ctx0" brushRef="#br0" timeOffset="166071.01">9583 10769 36 0,'-10'2'140'0,"0"-1"-16"16,2 0-11-16,3 0-4 0,-4 1-9 0,9-2-10 15,-6 0-14-15,-1 0-3 0,7 0-11 0,-5 3 8 16,5-3-2-16,-4 1 5 0,4-1 3 0,0 0 0 0,0 0-2 16,0 0 4-16,0 0 0 0,0 0-2 0,0 0-3 0,-10 0 4 15,10 0-3-15,0 0 2 0,0 0 0 16,0 0 0-16,0 0 0 0,0 0 3 0,0 0-6 15,0 0-3-15,0 0-3 0,0 0-4 0,0 0-5 0,0 0-6 16,0 0-4-16,0 0-4 0,0 0-2 0,0 0-6 16,0 0-4-16,0 0-1 0,-4-4-3 0,4 4-7 15,0 0 1 1,0 0-3-16,0 0-5 0,0 0-2 0,0 0-1 0,0 0-2 16,0 0 0-16,0 0-2 0,0 0 2 15,0 0-4-15,0 0 4 0,0 0-4 0,0 0 1 16,0 0-3-16,0 0 1 0,0 0 0 0,0 0 0 0,0 0 3 15,0 0-5-15,0 0 0 0,0 0 0 0,0 0 1 16,0 0 0-16,0 0-1 0,0 0 2 0,18-2 9 16,-5 1 2-16,6-1-1 0,8-2-3 0,4 1 0 0,2-2-2 15,5 1 1-15,-1 0-2 0,17-3-4 0,0 1 3 16,-15 1 0-16,12 1 0 0,-11 2-1 0,-4-7 1 16,-3 5-1-16,-2-2-12 0,-10 1-11 0,0 2-13 15,-8 2-16-15,-1 0-11 0,-1-3-29 0,-5 3-35 0,-1 0-36 16,-5 1-22-16,0-3-23 0,0 3-178 0,0 0-411 15,-18-6 183 1</inkml:trace>
  <inkml:trace contextRef="#ctx0" brushRef="#br0" timeOffset="166302.84">9809 10621 114 0,'-3'-4'289'16,"0"-3"-5"-16,-1 2-2 0,2 0-14 0,-1 2-13 16,2 0-24-16,-3-1-20 0,4 1-22 0,0 3-23 0,-5-5-25 15,5 5-15-15,0 0-21 0,0 0-10 16,0 0-13-16,0 15-6 0,0-2-11 0,4 3-5 16,-3 11-6-16,8 1-6 0,-4 3-2 0,1 1-36 0,2 0-46 0,2 14-56 15,-3-10-58-15,0-1-68 0,0-2-233 0,-4-7-487 16,0-10 216-16</inkml:trace>
  <inkml:trace contextRef="#ctx0" brushRef="#br0" timeOffset="167236.25">10514 10377 29 0,'0'0'150'0,"0"0"-10"16,21 2-23-16,-13 0 4 0,7 0-6 0,-2 4-7 0,5-5-14 15,-3 4-6-15,6 1-5 0,-2 3-16 0,-1-1-3 16,1 1-4-16,-4-1-12 0,2 1 0 0,-2 1-11 16,-1 3-1-16,-2-2-5 0,0 4-4 0,-3-1 1 15,-1 1-6-15,-4-1 1 0,-4 1 3 0,-3 6 3 16,-2-1 7-16,-4 5 2 0,-6-2-7 0,-2 1 1 15,-2-2-3-15,-1 0 2 16,1-1 5-16,-2-1 4 0,3-1-4 0,3-6 4 16,-3-1-1-16,5 0-3 0,3-3-5 0,1-1-5 15,0-1 0-15,4 0-5 0,1-1-4 0,-2-2 7 16,2 1 1-16,4-1 4 0,0 1 6 0,-2-2 2 16,4 2 13-16,0-1 7 0,4 1 5 0,0-3-5 15,0-1 3-15,7 2-4 0,0-1-3 0,5-2-4 16,4 4-3-16,-3-4-5 0,-1 0-3 0,0 0-3 0,-1 1-3 0,0-2-4 15,1-3-13-15,-1 2-18 0,-1-1-29 0,-3 2-39 16,1 0-46-16,-1-3-53 0,-2-2-65 0,-2 1-155 16,-2 2-422-16,3-4 187 0</inkml:trace>
  <inkml:trace contextRef="#ctx0" brushRef="#br0" timeOffset="167721.84">11003 10489 85 0,'2'-5'256'0,"0"1"-28"0,1 0-19 16,0 1-25-16,2 1-20 0,0-1-16 15,2 2-15-15,-1-2-16 0,2 3-13 0,-8 0-13 16,14 3-12-16,-4-1-5 0,-1 3-7 0,4 1-13 0,-4 0-6 15,0 2-2-15,0 3-2 0,-3-1-5 0,0 1-5 16,1 5-2-16,-3 0-5 0,-3 1-1 0,-2 0-6 16,-2 1 7-16,-2 1-4 0,-4 5-2 0,1-1 0 0,-1-5-1 0,-1-2-2 15,3 1 1-15,-2-3-5 0,2-8 0 16,2 4 3-16,0-3-3 0,1 0-4 0,3-2 4 16,-3 0-1-16,3-1 22 0,-2 0 27 0,3 0 18 15,0-4 22-15,-1 3 32 0,1-3 21 0,0 0 9 16,0 0-35-16,0 0-10 0,14-20-16 0,-4 8-4 0,6-9-5 15,1 2-14 1,0-5-20-16,2 1-4 0,0-1-14 0,1 2-11 16,0 1-5-16,-6 5 3 0,0 2-2 0,-1 2 1 15,-6 4-8-15,1-1 0 0,-4 4-8 0,1 1-6 16,-1 1-15-16,-3-2-15 0,2 3-15 0,-3 2-25 16,0 0-7-16,0 0 9 0,0 0 3 0,1 13 4 15,-5-1 8-15,3 1 3 0,-3 4 5 0,0 1 4 16,3 10 10-16,0 1-1 0,2-2 9 0,4 1-5 0,8-2 11 0,1-1-1 15,10-3 4-15,4-2-14 0,6-6-34 0,1 1-60 16,16-8-86-16,1 0-332 0,3-7-578 0,-2-2 256 16</inkml:trace>
  <inkml:trace contextRef="#ctx0" brushRef="#br0" timeOffset="168555.06">11976 10681 70 0,'-7'1'135'16,"4"0"11"-16,3-1 5 0,-6 0 5 0,6 0 1 16,0 0-4-16,-9 2-1 0,9-2-3 0,0 0-5 15,-4 1-2-15,4-1-2 0,0 0-2 0,0 0-6 16,0 0-4-16,0 0 1 0,0 0-8 0,0 0-6 16,0 0 1-16,0 0-7 0,0 0-13 0,0 0-6 0,0 0-9 15,0 0-2-15,0 0-14 0,0 0-7 16,12-9-1-16,-12 9-10 0,0 0-6 0,0 0-3 0,0 0-7 0,0 0-2 15,0 0-1-15,0 0-2 0,0 0-4 0,0 0-4 16,0 0 3-16,0 0-6 0,0 0-4 0,0 0 2 16,0 0-1-16,0 0 0 0,0 0-4 0,0 0 0 15,0 0 5-15,0 0-3 16,0 0 1-16,0 0 2 0,0 0-3 0,0 0 6 0,0 0-4 0,0 0 3 0,0 0-5 16,0 0-1-1,0 0 1-15,0 0-2 0,0 0 10 0,0 0-9 16,0 0 4-16,0 0-4 0,0 0 3 0,0 0-2 15,0 0-1-15,0 0 3 0,0 0-5 0,0 0 4 16,0 0 13-16,0 0-11 0,0 0-4 0,0 0 3 0,0 0 0 16,0 0-1-16,0 0 2 0,0 0-3 0,0 0-4 15,0 0 1-15,0 0-4 0,0 0 3 0,0 0-1 16,0 0 1-16,0 0-2 0,0 0-5 0,0 0 4 0,0 0 2 16,0 0 0-16,0 0-5 0,0 0 0 0,0 0-1 15,0 0 4-15,0 0-4 0,0 0-1 0,0 0 3 16,10 1-1-16,3-2 2 0,1-2 5 0,6 3-9 15,8-2 1-15,4-1-2 0,1-1 6 0,7 0 0 16,16-2-6-16,-2-1 4 0,-2 2-5 0,2-2 3 16,-3 0 5-16,-16 1-4 15,2 1-1-15,-2-1-5 0,-9 1-6 0,-4 2-12 16,-3-1-2-16,-7 1-9 0,0 2-13 0,-5-1-21 16,-1-3-36-16,-2 3-34 0,-3-3-36 0,-1 5-10 15,0 0-19-15,-11-5-4 0,-2 2-12 0,3 1-18 16,-7 0-146-16,4-1-415 0,0 3 184 0</inkml:trace>
  <inkml:trace contextRef="#ctx0" brushRef="#br0" timeOffset="168777.71">12274 10495 195 0,'-3'-5'325'0,"1"-2"4"0,0 2 3 0,0 0-4 0,0 1-19 15,1 2-24-15,1 2-28 0,-4-6-38 0,4 6-25 16,-2-4-24-16,2 4-27 0,0 0-31 0,0 0-3 16,0 0-24-16,-1 16-12 0,1 0-5 0,1 2-6 15,-2 10-8-15,1 2-1 0,3 5-31 0,-2 1-38 16,4 11-40-16,-2-12-57 0,1 14-72 0,-2-16-86 16,-4-4-244-1,-1-5-555-15,2-6 245 0</inkml:trace>
  <inkml:trace contextRef="#ctx0" brushRef="#br0" timeOffset="170944.93">13183 10207 25 0,'0'0'171'0,"0"0"-7"0,0 0-6 16,1-2-8-16,-1 2-15 0,4-3-10 0,-4 3-16 0,5-3-11 0,-5 3-9 16,5-4-9-16,0 4-4 0,3-1-6 0,0 0-11 15,3 1-2-15,2 0-8 0,1 0-6 0,3-3 3 16,2 6-10-16,1-1 0 0,-3 2 0 0,1-1-8 16,-2 2-6-16,-2-1-1 0,-1 1 1 0,-4 1-5 15,1-1-6-15,2 1-10 0,-3 2 12 0,-3-1-15 16,-1 1 0-16,-1 3-8 15,0-1 4-15,-5-2 0 0,-3 4 5 0,-4 0-8 16,-2 2 12-16,-2-1-2 0,2 0-3 0,-4-2 0 16,1 1-3-16,5-3 2 0,-1 0 4 0,1-1-4 15,3-2 1-15,-1 0 3 0,0-3 2 0,1 2-2 16,4 0-1-16,0 0 3 0,-1-3-3 0,4 3 0 16,0-1 1-16,3 1 0 0,3-2 4 0,2 1 1 15,9 0-4-15,-3 1 3 0,1-1-2 0,4 0 4 0,-2 2-4 16,0 0 9-16,1-1-9 0,-4 0 1 0,-3 2-2 0,3 1-7 15,-7-3 3-15,2 3 6 0,-4-2-9 0,-2 1-3 16,-1-2-9-16,-4 2 15 0,0-2 1 0,-5-2 1 16,-1 6-2-16,-6-5 0 0,-2 6 7 0,-8-5-1 15,-4 1-1-15,0 1-3 0,-6-3 7 0,4-3-6 16,1 2-2-16,5-3 7 16,2 2-4-16,-3-2-5 0,4 0-8 0,1-1-16 15,5 1-16-15,2-1-23 0,3-2-25 16,0 3-63-16,3 0-106 0,5 0-279 0,-5-5 123 15</inkml:trace>
  <inkml:trace contextRef="#ctx0" brushRef="#br0" timeOffset="171383.72">13074 10842 175 0,'0'0'184'0,"-9"0"-24"15,9 0 1-15,0 0-18 0,-6 3-11 0,6-3-16 16,-1 3-8-16,1-3-12 0,0 0-13 0,0 0-6 16,0 0-5-16,0 0-11 0,-5 1-8 0,5-1-5 15,0 0-4-15,0 0-3 0,0 0-5 0,0 0-6 16,0 0-1-16,0 0 0 15,0 0-3-15,0 0-4 0,0 0-1 0,-4 2 3 16,4-2-4-16,0 0-4 0,0 0 1 0,0 0 1 16,0 0-6-16,0 0 4 0,0 0 4 0,0 0 2 15,0 0 5-15,0 0 7 0,0 0 6 0,0 0 3 16,0 0 3-16,0 0-3 0,0 0-4 0,29-6-1 16,-10 3-4-16,11-3 4 0,4-2-7 0,3 2-3 15,18-4 7-15,5 3 9 0,1-4 5 0,3 6 4 0,2-4-6 0,-6 5-5 16,-7-1-5-16,-17 1-3 0,1 4-5 0,-5-3-3 15,-5 0-1-15,-9 2-3 0,-5 0 6 0,-4-1-8 16,-2 1-9-16,2 1-10 0,-4-1-11 0,-5 1-9 16,9-1-13-16,-9 1-1 0,0 0-18 0,0 0-22 15,0 0-30-15,-20 5-37 0,7-3-28 0,3 1-68 16,-4 0-130 0,2-2-395-16,1 2 175 0</inkml:trace>
  <inkml:trace contextRef="#ctx0" brushRef="#br0" timeOffset="171963.08">13532 10977 32 0,'0'0'165'0,"-2"4"-17"0,2-4-11 0,0 0-8 16,0 0-11-16,12 3-6 0,-7-2-7 15,3 0-11-15,3 2-10 0,0-3-6 0,-1 5-12 16,1-3-8-16,2 1-4 0,2-1-7 0,-3 4-5 16,2-1 5-16,-5 0-17 0,1 3-4 0,0-3-2 0,-1 6-6 15,-2-5 1-15,-4 7 1 0,-1-2-4 0,-2 1-4 16,-2 1 4-1,-5 1 1-15,-2 2-8 0,-5-2 5 0,1 2-4 16,-9 1 1-16,6-4-1 0,-1-2 4 0,0 2 10 16,1-5 0-16,-2 3 5 0,3-5 8 0,4 1 4 15,-1-3-8-15,0 1-2 0,3-1 3 0,3-2-5 16,2 1 1-16,-1-1 19 0,2 0 8 0,3-2 16 16,-5 4-1-16,1-3 1 0,4-1 1 0,0 0 3 15,0 0-5-15,0 0-1 0,0 0-10 0,0 0-4 0,22-1-8 0,-8-3-1 16,14 0-11-16,1-3 1 0,3 2-4 0,4 0-4 15,0 1-5-15,4-1-2 0,-1 1-3 0,-3 0-1 16,-1 3-2-16,-3-6-2 0,-2 6 0 0,-9 1-7 16,-2-3 1-16,-5 3 1 0,-3 0 1 0,1 0 2 15,-6-2 1-15,1 2 4 0,-1-1 5 0,-6 1 6 16,10 0 5-16,-10 0-2 16,0 0 1-16,7 0-3 0,-7 0-5 0,0 0-3 15,6-1-8-15,-6 1-9 0,0 0-10 0,0 0-20 16,0 0-26-16,0 0-20 0,-3-6-17 0,3 6-23 15,-6-4-33-15,6 4-59 0,-4-6-52 0,1-1-175 16,3 0-466-16,0 2 207 0</inkml:trace>
  <inkml:trace contextRef="#ctx0" brushRef="#br0" timeOffset="173667.15">13846 10014 20 0,'-5'-3'151'16,"5"3"-8"-16,-4-2 0 0,4 2-2 0,0 0-7 15,0 0-11-15,-5-4-8 0,5 4-14 0,0 0-9 16,-4-3-5-16,4 3-12 0,0 0-7 0,0 0-5 16,0 0-13-16,0 0-1 0,0 0-10 0,0 0-2 15,0 0-4-15,0 0-4 0,0 0-5 0,0 0-3 16,0 0 0-16,0 0-2 16,0 0-2-16,0 0 0 0,0 0 8 0,0 0-6 15,0 0 2-15,0 0-4 0,0 0 3 0,14 5 3 16,-1-3-1-16,10-2 5 0,9 1-9 0,1 0-2 15,7-1 2-15,-1 0-5 0,12 0 0 0,-11-2 0 16,-3 2-8-16,2 0 1 0,-3-2 1 0,0-1 0 16,-1 0-1-16,-3-1 2 0,-3 4-4 0,-6-4 4 15,-4 1-4-15,1 1 1 0,-8 1 6 0,1-1 20 0,-3-1 22 0,-2 1 16 16,0 0 12-16,-2 0 9 0,-1-1 3 0,-1 1 8 16,-4 2-2-16,9-3-2 0,-9 3-2 0,6-1-13 15,-6 1-4-15,4-2-6 0,-4 2-7 0,0 0-8 16,1-3-4-16,-1 3-5 0,0 0-7 0,4-3-6 15,-4 3-4-15,0 0 0 0,0 0-4 0,0 0-4 16,0 0-2-16,0 0-5 16,0 0 0-16,0 0-6 0,0 0 2 0,0 0-2 15,5-1-1-15,-5 1-7 0,0 0-9 0,0 0-8 16,0 0-12-16,0 0-14 0,0 0-20 0,0 0-16 16,0 0-10-16,3 9 10 0,-3-4 3 0,0 5 6 15,0 5 12-15,1 5 5 0,-1 10-6 0,3 5 7 16,-2 13 9-16,-1 3 0 0,5 3 7 0,-5 1 1 15,4 2 4-15,-3-1 2 0,2 2 4 0,-2-1 2 0,3 0 3 0,1 1 4 16,-1-2 5-16,0 2 1 0,-3-3 1 0,4-4 7 16,-2 1 6-16,0-4 2 0,0-12 6 0,-3 2 1 15,3-4 2-15,-2-2 2 0,1 0 3 0,-3-1-1 16,1-5-2-16,0 2-1 0,0-4-2 0,-1-5-2 16,1 0 3-16,0-2 0 0,0-1-6 0,0 0-3 15,-1-2 2-15,1-2 1 0,-3 0-1 0,6 0 0 0,-2 1-4 16,-2-4 0-16,1 3 1 0,-3-2 6 0,3-3-7 15,0 3 0-15,0-3 0 0,0 0 2 0,0 0-3 0,0-3-3 16,0 1 2-16,0 1-2 0,0-2 4 0,0-1-2 16,0 2-1-16,0-5 1 0,0 5 2 0,0-5-3 15,0 4-1-15,0-4 5 0,0 0 2 16,0 4 10-16,0-4 7 0,0 0 5 16,0 4 5-16,0-4 0 0,3 4 4 0,-3-4 1 15,0 0-5-15,0 3-2 0,0-3 4 16,0 0-6-16,0 0 1 0,0 0-4 0,1 4-2 15,-1-4-4-15,0 0 0 0,0 0-3 0,0 0-3 0,0 0 0 16,0 0-5-16,0 0 2 0,0 0-4 0,0 0 1 16,0 0-3-16,0 0 9 0,0 0-12 0,0 0 0 15,0 0 0-15,0 0 0 0,0 4 0 0,0-4-3 0,0 0 3 16,0 0 0-16,0 0 0 0,0 0 1 0,-4 5-3 16,4-5-1-16,0 0 1 0,0 0-2 0,0 0-1 15,0 0 3-15,0 0 0 0,0 0-3 0,0 0 4 16,0 0-1-16,0 0-1 0,3-15 1 0,-3 15-2 15,0 0-1-15,0 0-5 0,0 0-1 0,0 0 2 0,0 0-3 16,0 0 3 0,0 0-4-16,0 0 6 0,0 0-4 0,0 0 0 15,0 0 2-15,0 0 2 0,0 0-4 0,0 0-4 16,0 0-1-16,0 0-1 0,0 0-4 0,0 0-7 16,0 0-1-16,0 0-11 0,0 0-10 0,-4-2-29 15,4 2-55-15,-4-3-57 0,0-3-60 0,-1 4-234 16,1-2-519-16,2-1 230 0</inkml:trace>
  <inkml:trace contextRef="#ctx0" brushRef="#br0" timeOffset="174838.81">13869 11586 56 0,'0'0'115'0,"-4"0"3"0,4 0-3 0,0 0-4 15,0 0 5-15,0 0-13 0,0 0 0 0,0 0-8 16,-10 0 8-16,10 0 8 0,0 0 1 0,0 0-1 16,0 0-5-16,0 0-2 0,0 0-6 0,0 0-6 15,0 0-2-15,0 0-8 0,0 0-2 0,-5-2-8 16,5 2-3-16,0 0-7 0,0 0-7 0,0 0-6 16,0 0-5-16,0 0-6 0,0 0-7 0,0 0-1 0,0 0-5 0,0 0 0 15,0 0-4-15,0 0 0 0,0 0-4 0,0 0 1 16,0 0-4-16,0 0 1 0,0 0-3 0,0 0 0 15,0 0 3-15,0 0 5 0,0 0 4 0,0 0 2 16,27-2-6-16,-11 1 3 0,6 1-1 0,8-1-7 16,-1-2 1-16,5 2-1 0,5-2-3 0,-1 2-3 15,13 1 1-15,-13-3 1 0,0 3-2 0,0 0 0 0,-1 0 1 16,-4-5-2-16,-1 6-2 0,1 1 5 0,-5-1-6 0,-10-2 1 16,1 2-2-16,-6-2 1 0,0-1 9 0,-3 2 15 15,-2 0 12-15,2-1 11 0,-5 1 11 16,-5 0 8-16,9 0 2 0,-5-1-3 0,-4 1 0 15,9 0-6-15,-9 0-7 0,0 0-9 0,8-1 1 0,-8 1-13 16,0 0-2 0,0 0-6-16,6 0-4 0,-6 0-14 0,0 0-1 15,0 0-8-15,0 0-8 0,0 0-9 0,0 0-1 16,0 0-3-16,0 0-9 0,7-2-5 0,-7 2 1 0,0 0-5 16,0 0-3-16,0 0-6 0,0 0-4 0,0 0-6 15,0 0-4-15,0 0 1 0,0 0-7 16,0 0 7-16,0 0-2 0,0 0 6 0,0 0 2 15,0 0 1-15,0 0-1 0,0 0 11 0,0 0-1 0,0 0 10 0,0 0-2 16,0 0 7-16,0 0 1 0,0 0 6 0,0 0 1 16,0 0-1-16,0 0 4 0,0 0 3 0,0 0 4 15,0 0 0-15,0 0 5 0,0 0 3 0,0 0 4 0,0 0-1 16,0 0-1-16,0 0 4 0,0 0 2 16,0 0 1-16,0 0 3 0,0 0 3 0,0 0-1 15,0 0-1-15,0 0 3 16,0 0-4-16,0 0-6 0,0 0 3 0,0 0-3 15,0 0-14-15,0 0-17 0,0 0-26 0,0 0-39 16,0 0-76-16,0 0-211 0,0 0-412 0,-3-5 182 16</inkml:trace>
  <inkml:trace contextRef="#ctx0" brushRef="#br0" timeOffset="176712.7">3585 13155 71 0,'-6'4'79'16,"-5"1"-3"-16,-1 0-7 0,0 2-2 0,-4 0-2 16,-2 3-3-16,-5 2 4 0,-3 1-6 0,-1 1-5 15,1 0-1-15,-1 1-2 0,-1 4 1 0,2-5-7 16,-4 4-1-16,1-4-6 0,5 3-2 0,1-2-3 16,6-5-6-16,-1 2-10 0,8-1 3 0,0-2-3 0,0-3-5 0,2 4-1 15,-2-5 2-15,5 1-6 0,1-3 15 16,1 1 2-16,1 2-3 0,2-1 8 0,0 0 8 15,4-4 6-15,1 5 3 0,6-2 1 0,2 0-2 16,6 3-5-16,0-2 4 0,8 4-8 0,0-4 0 16,0 4-9-16,1-1-3 0,-6-3-2 0,-3 3 1 0,5 3-18 15,-6-4-4 1,-3 3 2-16,-1-3-4 0,-2 3 0 0,-3-4 0 16,-4 2 0-16,4 4-4 0,-5-4 2 0,-4 3 4 15,-4-3-2-15,-5 2 9 0,-1 4 2 0,-8-2 0 16,1-2 3-16,-8 2 1 0,-5 1 2 0,2-2 3 15,-2 0 7-15,-1-2 7 0,-1 0-1 0,0-4 6 16,0 3 1-16,1-4 3 0,1 1-3 0,8-2 14 16,0 1 11-16,3-4 18 0,5 0 3 0,4 0-3 0,-2 0 6 0,7 0-3 15,-4 0-1-15,4 2 2 0,5-2 1 0,-9 3 6 16,9-3-6-16,-5 0-9 0,5 0-8 0,0 0-7 16,0 0-5-16,-11-3-12 0,11 3-6 0,0 0-14 15,0 0-6-15,0 0-13 0,0 0-25 0,0 0-23 16,0 0-32-16,0 0-41 0,11-7-37 0,-5 4-42 15,6 2-51 1,-2-2-205-16,3 0-484 0,0-2 214 0</inkml:trace>
  <inkml:trace contextRef="#ctx0" brushRef="#br0" timeOffset="177175.95">3752 13600 67 0,'0'0'166'0,"0"0"-19"0,0 0-10 0,0 0-15 15,0 0-15-15,0 0-16 0,0 0-13 0,-12 0-5 0,12 0-6 16,0 0-4-16,-9 2-12 0,5 2-1 0,0-1-1 15,1 0-8-15,-1 1-5 0,-2-2-5 0,0 6-8 16,2-5 1-16,-1 2-4 0,1 1-8 16,-2 0 0-16,2 3-3 0,0-3-1 0,-1 3 0 15,4-2-2-15,-2 3 10 16,3-1 10-16,0-1 5 0,3 2 7 0,-2-1 8 0,4 1 3 16,2 0 12-16,0-3 9 0,2-1 6 0,4-1-1 15,1 1 2-15,5-5-1 0,2 3 0 0,8-2-5 16,-7-4-4-16,4-2 4 0,-5 2 8 0,-2-3 15 15,0-2 12-15,-6 3 15 0,0-6 17 0,2 0 12 16,-7 2 6-16,0-1-4 0,-2-3-13 0,-1 1-8 16,-2 0-13-16,-2-1-15 0,-2 2-17 0,-2-3-16 0,-4 3-14 15,1-1-22-15,-3 2-19 0,-2 2-30 0,-7 0-23 16,0 4-13-16,-1-1-20 0,-3 3-25 0,4 1-27 16,-1 1-42-16,-1 3-39 0,7-1-38 0,0 3-287 15,3-1-571-15,1 0 253 0</inkml:trace>
  <inkml:trace contextRef="#ctx0" brushRef="#br0" timeOffset="177398.53">4262 13699 54 0,'0'0'193'0,"0"2"-13"16,0-2-12-16,-1 7-13 0,1-2-17 0,-4 0-9 15,0 7-11-15,-2-2-15 0,-2 5-6 0,-3-1-5 16,-2 3-32-16,-6 4-47 0,1-3-61 0,-5 2-194 16,-1-3-263-16,-3-4 117 15</inkml:trace>
  <inkml:trace contextRef="#ctx0" brushRef="#br0" timeOffset="178917.5">6115 13078 208 0,'0'0'225'16,"3"-3"-11"-16,-3 3-12 0,0 0-23 0,0 0-17 0,0 0-17 15,0 0-16-15,-9-3-16 0,9 3-11 0,-17 3-9 16,6-2-11-16,-2 3-10 0,-9 3-10 0,4 2-6 16,-10 5-8-16,0-2-3 0,1 5-9 0,-1 1-2 15,0 1-5-15,0 1-5 0,1 5-4 0,-10 9-1 16,12-6-7-16,-1 1 2 0,4 0 11 0,2-3-1 0,2 3-2 0,2 0 3 15,4-3-8-15,3 0-2 0,1 2-3 0,3-5 3 16,5-5-4-16,0 0 1 0,4-2-1 0,0 1 8 16,1-2-4-16,0-4 0 0,5-3 2 0,3 4 0 15,6-4-1-15,-2-1 0 0,4-2 1 0,0-1-2 16,8-3 0-16,-2 3-2 0,-4-4-5 0,-4-4 0 16,3 3-7-1,-9-1 6-15,-2-2-1 0,2 1 17 0,-7 0 20 16,1-1 10-16,-2-1-7 0,1 2 3 0,-3-2-7 15,-3-2-7-15,0 0-3 0,-3 1-4 0,-4-1-7 16,-1-2-4-16,-1 4 2 0,-4 0-1 0,-2-3-7 16,-5 4-4-16,0 0 1 0,0 1-1 0,-2 1-4 15,-1-1 3-15,5 6-2 0,-5-6-2 0,4 3 0 16,2 0 2-16,1-2-2 0,3 2 1 0,7 0 2 0,-4 2-5 0,3-2 3 16,7 0-8-16,-10 0-13 0,5 0-7 0,5 0 5 15,-8 3-2-15,8-3 2 0,0 0 4 0,0 0 0 16,0 0 3-16,21-12 2 0,-10 8 0 0,7 0-1 15,1-3 1-15,9 0 3 0,-3-1-9 0,3 0 0 16,1 0-5-16,-1 0 1 0,2-1 4 0,-1 3 1 16,-1-3-1-16,-1 2 3 15,2 0 0-15,-8 2 3 0,-1 2-1 0,2-5-2 16,-2 4 4-16,-3 1-2 0,-2 1 6 0,-2-5 0 16,0 5-1-16,-6 2 3 0,0-3-4 0,-2 3 2 15,0-2-2-15,1 1 0 0,-6 1 1 0,7-1-8 16,-7 1 0-16,0 0 0 0,0 0-2 0,-2 7 2 15,-3-3 5-15,-3 4-1 0,-4 3 0 0,-2 0 1 16,0 3-1-16,-8 4 1 0,4 0 1 0,-1-1-1 0,0 4 1 16,1-3-1-16,4-2-3 0,4 2 4 0,-1-3-4 0,0 1 5 15,5-1 2-15,2-3-2 0,1 0 15 0,3 0-1 16,3 0 10-16,2-1 4 0,3-2 9 16,3 0 5-16,7-4 3 0,8 6 8 0,3-7-3 15,3-2-3-15,2 0-3 0,1-2-3 0,1 1-5 0,-2-5-5 16,-6 3 1-16,-1-2-1 0,-9 2 6 0,-4-1 18 0,-1 1 14 15,-5-2 15-15,3 1 20 0,-6 1 15 0,2 1 2 16,-2-3 6-16,-5 3-3 0,5-1-15 0,-5 1-8 16,0 0-8-16,7 0-19 0,-7 0-15 0,0 0-16 15,0 0-29-15,0 0-16 0,0 0-28 0,0 0-28 16,0 0-27-16,0 0-27 0,0 0-25 0,-16 5-28 16,12-3-36-16,0 1-39 15,-1 0-259-15,5-3-549 0,-8 1 243 0</inkml:trace>
  <inkml:trace contextRef="#ctx0" brushRef="#br0" timeOffset="179766.42">6560 13680 166 0,'-7'2'165'15,"7"-2"-16"-15,0 0-16 0,0 0-10 0,0 0-9 0,0 0 3 16,0 0-16-16,0 0-7 0,0 0-8 16,0 0 0-16,0 0 0 0,0 0-9 0,0 0-6 15,21-3-9-15,-13-1-1 0,4 1-7 0,6 1-7 16,-1-3-3-16,3 0-3 0,-1 0-5 0,8-4-2 0,-10 3-6 15,6-2-6-15,-5 2 1 0,4-3-1 0,-5 1-1 16,1-4 6-16,-1 3 10 0,-4 1 18 0,-2-1 13 0,-2 4 16 16,-2-3 4-16,-1 4 8 0,-1-3 12 0,0 2-1 15,-4 0-5-15,2 0-8 0,-3 1-13 0,0-1-14 16,0 5-8-16,-4-7-11 0,0 4-10 0,-6 1-11 16,-1 2-5-16,-3-1 1 0,-3 3-6 0,-3-1-3 15,-1 6-2-15,-2-2-1 0,-3 4-2 0,0-1-2 16,0 4-4-16,8-3-2 0,-5 4 0 0,4-2-3 0,-2 4 0 0,-1 1-1 15,10-2 3-15,2 2-2 0,2-6-3 0,2 2-4 16,-3 2 2-16,9-1 0 0,-1-2 1 0,2-1 1 16,6-2 6-16,0 0 3 0,10 1 5 0,3-2 4 15,13-6 0-15,3 0-4 0,15-3-1 0,1 2-9 16,-2-6-12-16,0-4-12 0,5 2-10 0,-18 0-3 16,-1-2 1-16,1-2 0 15,-3 0 1-15,-3-2 5 0,-4-1 6 0,-4 0 2 16,-1-1 9-16,-9 3 11 0,-3-1 26 0,-3 2 26 15,0 3 12-15,-3-3 27 0,1 2 16 0,-2 1 16 16,-1-2-7-16,-1 2 7 0,0 4 4 0,-1-2 1 0,2 2 5 16,-2 0-1-16,1 1-2 0,0 1-18 15,-1-2-12-15,0 5-9 0,0-5-11 0,0 5-8 16,0 0-8-16,1-4-9 0,-1 4-14 0,0 0-16 0,0 0-30 16,0 0-22-16,0 0-25 0,0 0-1 0,0 0 2 0,0 0 10 15,-1 21 11-15,0-11-9 0,-2 5-5 0,1 2 19 16,-3 2-2-16,-3 5 2 0,3 2 9 15,-1-1-1-15,-1-2 6 0,2-6-1 0,0-1-8 16,1-5 11-16,3 1 2 0,0-1 6 0,-2-5 2 16,2 3-3-16,-2-6 7 15,3 1 13-15,0 0 7 0,-1 0 26 0,1-4 32 16,0 0 23-16,0 0 9 0,0 0-7 0,0 0-13 16,10-8-7-16,-1 3-7 0,0-7-9 0,0 3-6 15,4-4-9-15,2 0-11 0,-3-2 6 0,2 1-17 16,-4 1 3-16,-1 4-3 0,1 1-6 0,-4 0-2 15,0 2-6-15,-1 3-11 0,2-2 6 0,-3 4-10 16,-3-2-18-16,3 1-17 0,-4 2-2 0,8 0-9 0,-8 0-2 0,9 5-12 16,-3-4-23-16,-1 5-3 0,3-1-16 0,0 2-34 15,2 3-26-15,0 2-35 0,3 0-39 0,-3-4-37 16,3-2-55-16,0-1-312 0,-1-2-688 0,1 1 305 16</inkml:trace>
  <inkml:trace contextRef="#ctx0" brushRef="#br0" timeOffset="180104.93">7591 13672 114 0,'0'0'254'16,"0"0"-16"-16,0 0-14 0,0-6-14 0,0 6-9 15,0 0-14-15,0 0-17 0,0-5-21 0,0 5-11 16,0 0-7-16,0 0-13 0,0 0-14 0,3-3-7 16,-3 3-7-16,6 0-11 0,4-1-8 0,-2-1-6 15,1-2-8-15,10 2-4 0,-2-1-7 0,2 0-4 0,1 0-3 0,2-1-6 16,5-3-3-16,-7 4-6 0,2-5-1 15,-4 2-3-15,1 0-6 0,-1-3 2 0,-3-1-3 16,0 3-3-16,-5-2 2 0,-4 1 3 0,2-1-4 0,-1 1 2 16,-4-1 7-16,-1 0 1 0,-2 2-7 0,2 2-4 15,-4-1-3-15,0 1-6 0,-4-1-3 0,0 3-4 16,-4 0 2-16,0 1-8 0,-4 2 0 0,1 2 2 0,-2 1 2 16,-2 1-7-16,-2 4 0 0,1 1 2 0,1 2-3 15,1 0 4-15,3 1-4 0,-1 3 1 0,3-1 4 16,0 3-2-16,1 0 7 0,5 1 1 0,0 1-1 15,4-2 7-15,1-1 0 0,5 1 0 0,0-2-4 16,6-1-20-16,0-5-41 0,0-1-77 0,8-4-107 16,-1-4-171-16,4 0-453 15,-2-4 201-15</inkml:trace>
  <inkml:trace contextRef="#ctx0" brushRef="#br0" timeOffset="181185.69">8010 13488 78 0,'-1'-5'273'0,"1"5"-28"16,0 0-28-16,0 0-22 0,0 0-18 0,0 0-22 15,18 7-16-15,-12-4-16 0,6 4-13 0,-5 1-12 16,3 2-10-16,3 2-8 0,-4 2-8 16,0 0-2-16,-2 1-7 0,0 4-7 0,-1-2-4 0,-4 0-3 15,-1 3-4-15,-2 6-2 0,-1-8-3 0,-2-2-6 16,0 1 0-1,0-1-5-15,0-5 2 0,0-2 0 0,-2 0 4 16,3-3 6-16,1-1 18 0,-1 1 23 0,3-2 36 0,-2-2 29 16,2-2 62-16,-3 3 8 0,3-3 7 0,0 0 3 15,0 0-8-15,0 0-10 0,-2-15-20 0,3 4-20 16,1 2-20-16,1-3-21 0,3-5-11 0,-2 1-15 16,5-1-18-16,0 0-21 0,0 0-17 0,2 0-20 15,0 2-3-15,-1 1-8 0,3 1-11 0,-4 4-16 0,1-1-19 16,0 4-9-16,-1-2-17 0,1 0-19 0,3 1-17 15,-1 2-10-15,-1 1-4 0,3 3 9 0,5-3-5 16,-1 3-11-16,3-1-9 0,0 0-14 0,1 2-10 16,6 0-15-16,3 2-13 0,-4-2-16 0,1 0 1 15,0 0-2-15,1 0 5 0,-1 0 20 0,-7-2 10 16,-2 2 22-16,0 0 13 0,-6-3 22 0,-3 2 34 0,0-2 42 0,-2 2 39 16,-4-1 11-16,2 0 4 0,-3-2 5 0,-3 4 6 15,1-6 4-15,-1 6 3 0,-9-7 3 0,4 4-4 16,0-2-1-16,-4 3-5 0,-4 0-5 0,3 0 3 15,-2 1-11-15,1 2-4 0,-2 1-2 0,-1 2-6 16,-2 1 0-16,-1 2-4 0,0 3 0 0,-2 1-1 16,0 1-1-16,-3 5-4 15,3 1 1-15,5-4-1 0,-8 4-2 16,12-3 4-16,-3-1-1 0,6 0-5 0,1-3 3 0,1 1-1 16,0-6 4-16,5 1 4 0,2 2 2 0,0-5 4 15,3 1 10-15,3-2 1 0,4-2 0 0,0-1 2 16,5-4 2-16,2-1-6 0,0-4 4 0,-1 1 4 15,0-4-2-15,4-2 5 0,-1-1-3 16,1 0-3-16,-6 1-3 0,-1 3-6 0,-2-2 6 0,1 0-1 0,-7 5 3 0,1 2 1 16,1 2-2-16,-4-3-1 0,-1 3-7 15,-2 2 7-15,1-1-16 0,1 1-15 0,-4 2-12 16,4-3-9-16,-4 3 3 0,0 0 4 0,2 8-1 16,1-6 0-16,-3 6 0 0,0-1 4 0,2 3 4 0,-2-2 1 15,4 5 4-15,-1-4-10 0,-1 1-3 0,2 0-7 16,3-1-8-1,-1-1-5-15,3 0-5 0,0-1-6 0,0-3 1 16,2 0 0-16,-1-2 2 0,2-2 4 0,-2-2 6 16,0-3 3-16,1-1 5 0,-1-1 6 0,0-2 14 15,-1-4 11-15,2-1 7 0,-2-1 5 0,0-2 12 16,4-8 5-16,-4 2 2 0,0-4-5 0,1-1 2 16,-1 1-1-16,-1-5-8 0,2 1 1 0,2-1-2 15,-3 0 11-15,2 3 6 0,-3-1 18 0,-2 5 19 0,-2 7 17 0,1 0 7 16,-2 8 5-16,0-2 2 0,1 3-8 0,-4 2-1 15,3 1-7-15,-3 1-10 0,1-1-14 0,0 5-10 16,-1 1-13-16,2-7-39 0,-1 5-12 0,-1 2-35 16,0 0-6-16,0 0 1 0,0 0 5 0,-5 19 3 15,0-4 8-15,-3 4 0 0,-2 6 4 0,2 4 2 16,-5 2 3-16,2 2-1 16,-2-1 0-16,2-1 1 0,-1-2 7 0,2 3-4 15,1-6 4-15,1-2 2 0,3 1-1 0,1-8-1 16,-1-3 2-16,4-2 1 0,-2 0 2 0,2-2 6 15,1 0 0-15,-1-4-1 0,1 0 5 0,-3-1-5 16,3 1 1-16,0-1 3 0,-1-2 3 0,1-3 3 16,1 5-3-16,-1-1 8 0,0-4 10 0,0 4 2 15,0-4 1-15,0 0 5 0,0 5-4 0,0-5 0 0,0 0 6 16,0 0-2-16,0 4-2 0,0-4 3 0,0 0-4 0,0 0 18 16,4 2-16-16,-4-2-12 0,15 0 24 0,2-2-22 15,5 0-78-15,10-5-125 0,6-2-222 0,18-8-229 16,3-4-690-16,0-5 306 0</inkml:trace>
  <inkml:trace contextRef="#ctx0" brushRef="#br0" timeOffset="182310.86">10451 13051 81 0,'0'0'175'0,"0"0"-11"16,0 0-17-16,3-5-16 0,-3 5-14 0,0 0-17 15,0 0-12-15,0 0-6 0,0 0-7 0,0 0-11 16,-12 9-3-16,5-4-6 16,-4 1-1-16,-3 3-6 0,-4 3-2 15,4 0 0-15,-9 0-4 0,-4 7-5 0,3-4-3 16,2 4 1-16,-1-2 1 0,3 0-5 0,-1 1-6 0,6-4 2 15,2 1-4-15,-1-1-8 0,4-1 7 0,2-2-8 16,2 0 17-16,2-3 2 0,-1 2-1 0,5 1 2 16,0-5-3-16,5 1 1 0,-1 3 4 15,7-2-1-15,5 0-5 0,0 0 0 0,10 2-3 0,-1-1-4 0,2-1-4 0,1-1-2 16,-1 3 15-16,-6-3-4 0,-1 2-2 16,-1-5-2-16,-1 5-2 0,-5-1-6 0,1 0-10 15,-4 0-1-15,-3-1-4 0,-1-2 0 0,-1 4 0 16,-5-4 4-16,0 5 6 0,-5-5 0 0,-1 4 3 15,-2-1 3-15,-6 1 1 0,-4 2 5 0,0-2-7 0,-1-1 3 16,-2-2 2 0,1 2 3-16,1-4-2 0,1-1-1 0,0 2 1 15,0 0-2-15,7-1-2 0,-2-4-2 0,3 3 1 16,3-2-4-16,-3-1 6 0,5 1-6 0,1 1 0 16,4-2-1-16,-6 0-5 0,6 0-22 0,0 0-25 15,0 0-26-15,0 0-28 0,19-7-37 0,-5 4-47 16,-2-2-209-16,1 1-417 0,4-1 185 0</inkml:trace>
  <inkml:trace contextRef="#ctx0" brushRef="#br0" timeOffset="182689.78">10838 13404 138 0,'0'0'205'15,"0"0"-19"-15,-9-3-17 0,9 3-15 0,0 0-17 16,-15 5-11-16,7-1-11 0,0 2-14 16,-2 0-6-16,0 2-10 0,0 1-9 0,-5 2-11 15,2 0-6-15,0 2-8 0,1 1-3 0,1-2-6 0,2-1-4 16,4 0-1 0,-2 1 18-16,5-2 4 0,-2 1 0 0,4 0 3 15,0-1 6-15,4-6 8 0,1 3 9 0,3 1 6 16,2-3 0-16,1-1 2 0,2-1-3 0,5-3-1 15,4 0-6-15,-3-5-7 0,-2 3 3 0,3-4-3 16,-3-3 14-16,-3 4 4 0,-3-4 3 0,2 2 0 16,-2-3-8-16,-3 1-13 0,0-6 6 0,1 1-12 15,-6-1-31-15,0 4-18 0,-3-2-18 0,0 1-15 0,-1 2 1 0,-4-1-15 16,-2 0-7-16,1 4-23 0,-4-1-12 0,-3 2-17 16,3 0-19-16,-3 4-26 0,-2-1-21 0,3 2-28 15,-1 0-37-15,3-2-46 0,1 3-169 0,4-1-467 16,5 1 207-16</inkml:trace>
  <inkml:trace contextRef="#ctx0" brushRef="#br0" timeOffset="183043.87">11191 13024 205 0,'0'-7'346'0,"2"2"-21"16,-2 0-22-16,2 0-37 0,-2 0-27 0,2 3-27 16,-2 2-25-16,0-3-32 0,0 3-38 0,0 0-9 15,0 0-18-15,3 10-5 0,-5 2-17 0,2 8-5 16,-1 9-5-16,-5 4-8 0,-1 14-5 0,-2-1-3 16,2-1-7-16,0 4-1 0,-1-3-7 0,2-9 1 0,1-3-3 15,1-1 1-15,0-2-4 0,2-2 0 0,-1-5-8 0,3-7 2 16,2-1 0-16,-2-4-5 0,0-3 4 0,0-1 6 15,1-4-6-15,-1 1 33 0,0 1 10 0,0-3 22 16,0-3 18-16,1 5 15 0,-1-1 6 0,0-4 3 16,0 0-11-16,0 0-13 0,1 3-7 0,-1-3-27 15,0 0-30-15,0 0-44 0,9-9-36 0,-6 6-49 16,0-2-43-16,1 0-60 16,-2-2-67-16,6 0-60 0,-7 2-217 0,3 0-587 15,-2-2 259-15</inkml:trace>
  <inkml:trace contextRef="#ctx0" brushRef="#br0" timeOffset="183660.46">11478 13384 36 0,'0'0'349'0,"0"0"-31"0,0-5-33 0,0 5-30 16,0 0-31-16,0 0-25 0,0 0-23 0,0 0-22 15,0 0-16-15,-9 13-14 0,4-4-12 0,1 3-13 0,-5 3-6 16,3 1-15 0,-2-1-2-16,3 2-11 0,-2-2-7 0,0 2 0 15,3-4-11-15,2-4-10 0,-1 2-6 0,1-2-3 16,0-4-1-16,1 2 2 0,0-3 2 0,1-2 11 16,0-2 19-16,0 5 19 0,0-5 22 0,0 0 6 15,11-2-2-15,-5-1 9 0,4-3-4 0,-1-2 8 16,3-4-21-16,1 2-17 0,0-4-5 0,1 3-6 15,-1-3-5-15,0 2-11 0,-2 2-16 0,-1 1 3 0,-1-1-9 0,1 5 0 16,-4 0-19-16,-1-2 7 0,-1 5-10 0,-1-1-6 16,1 1-23-16,-4 2-16 0,6-2-4 0,-6 2-5 15,0 0 2-15,12 4 3 0,-7-1-3 0,0-1-1 16,3 7 9-16,-2-3-6 0,2 3 13 0,1-3-3 16,1 3-7-16,0-1-12 0,7 1-18 0,-7-1-7 15,-1-2 0-15,5 0-10 0,-1-2 0 0,1-1 4 0,-1-1 5 0,-2-2 4 16,2-2 6-16,0-1 7 0,-2-4 4 0,-2 0 9 15,-1-3 6-15,1-4 19 0,0-2 12 16,-3-2 12-16,2-9 10 0,-2 2 13 0,-1-1-1 16,-1-5 12-16,0 1 4 0,0-3 5 0,1-4 0 15,4-7-3-15,-4 9-3 0,-1 2-2 0,2 3 3 0,-2 5 26 16,0 6 8 0,0 5 4-16,-4 4-11 0,4 0-8 0,-3 3-5 15,3 0-13-15,-4 4-22 0,1-2-27 0,-1 2-18 16,0 3-2-16,0 0-1 0,0 17 4 0,-1-1 1 15,-4 6 5-15,1 9 0 0,0 5 6 0,-5 10-2 16,0 2 13-16,0-2-7 0,4-12 2 0,0 2 4 16,1-4 0-16,2-5 3 0,0-2-24 0,-2-5-18 15,3-5-19-15,-3-4-26 0,3 0-20 0,1 0-34 0,0-5-21 0,-2 1-5 16,0-2-3-16,2-5-47 0,0 0-238 0,0 0-491 16,0 0 217-16</inkml:trace>
  <inkml:trace contextRef="#ctx0" brushRef="#br0" timeOffset="184061.51">11697 13261 37 0,'-9'0'221'0,"1"2"-9"16,3-2-3-16,-4 1-1 0,9-1-11 0,-8 2-19 15,8-2-7-15,0 0-11 0,0 0-11 0,22 0-15 16,-4 0-8-16,14-3-16 0,9 0-12 15,16-3-8-15,3-1-11 0,6 2-12 0,24-5 4 0,-27 3-14 0,-2 2-6 16,-1-4-2-16,-5 2-6 0,-15 1-4 0,-4 2-7 16,-3 0-1-16,-2 0-2 0,-11 0-2 0,-3 1 25 15,-6 0 18-15,-2 3 31 0,-1-3 28 0,-1 1 20 16,0 0 7-16,-1 0 1 0,-2 1-7 0,-1-1-5 0,-3 2-16 16,6-2-7-16,-6 2-3 0,6-1-23 0,-6 1-11 15,0 0-12 1,5-2-7-16,-5 2-14 0,0 0-5 0,0 0-8 15,0 0-11-15,0 0-9 0,0 0-32 0,7 5-2 16,-7 0-2-16,0 2 10 0,1 1-3 0,-2 4-1 16,-2 0 1-16,2 8-5 0,-2 6 5 0,2 0 3 15,-3 1-1-15,0-1 5 0,0-1-2 0,0-4-1 16,-2 4 3-16,3-7-19 0,0-1-25 0,-1-1-15 16,2-6-18-16,-1 2-17 0,-2-1-17 0,3-3-16 0,-2-1-17 0,2-2-6 15,0 0 9-15,-1-1 5 0,-1-1-42 0,4-3-72 16,0 0-272-16,-14-12-569 0,11 2 251 0</inkml:trace>
  <inkml:trace contextRef="#ctx0" brushRef="#br0" timeOffset="184215.16">12463 12975 61 0,'0'-7'279'0,"2"2"-23"15,-1 1-27-15,-1 0-24 0,2 0-21 0,-2 4-18 16,3-2-21-16,-3 2-22 0,7-2-31 0,-7 2-34 0,10 4-31 15,-1 0-44-15,0 1-56 0,2-1-66 0,-1 3-127 16,3 0-289 0,0-1 128-16</inkml:trace>
  <inkml:trace contextRef="#ctx0" brushRef="#br0" timeOffset="184609.54">12852 13148 78 0,'-6'0'186'0,"6"0"-11"0,-8 4-24 15,4 0-12-15,-1-1-10 0,-4 4-14 0,0 3-7 16,3-2-9-16,-6 2-7 0,3 6-9 0,0 1 2 16,-5 5-4-16,5-5 4 0,0 0-11 0,-1 2 1 15,1 0-12 1,1-2-4-16,3-1 12 0,3-2-3 0,-1 0-4 0,2-2 0 15,2-2 1-15,2 2 10 0,-1-2 4 0,5-3 5 16,3 3 6-16,5-3 2 0,3-2-1 0,5-3-1 16,4-2-6-16,5-1-1 0,-4-3 1 15,0-1 5-15,0-2-1 0,-1-3 2 0,-9 1-11 16,5-6 4-16,-4 3-5 0,-1-7-11 0,-4 6-1 0,2-3-3 16,-4-6-13-16,-4 4-21 0,-2-3-10 0,1 4-5 0,-5-1-9 15,1 5-10-15,-6 1-3 0,2 0-8 0,-3 2-21 16,-4 3-15-16,-2 0-13 0,-2 0-6 0,-5 3-8 15,-5 0-8-15,3 3-18 0,-2 4-28 0,1-3-33 0,-2 3-41 16,4 1-64-16,1 4-160 0,4-3-464 0,0 0 205 16</inkml:trace>
  <inkml:trace contextRef="#ctx0" brushRef="#br0" timeOffset="184963.72">13202 13174 255 0,'4'-3'391'0,"-4"3"-36"0,1-6-38 0,-1 6-30 16,3-1-34-16,-3 1-28 0,0 0-23 0,0 0-27 16,0 0-17-16,0 0-23 0,0 0-13 0,2 10-15 15,-3-3-9-15,0 3-8 0,-3 3-10 0,0 4-8 16,-4-1-4-16,2 5 1 0,1-3-14 0,-3 0-5 15,4-3-15-15,0-2-13 0,1-3-8 0,1-1 3 0,1-4 2 0,-3 0 1 16,4 1 11-16,0-3 6 0,0-3 4 16,0 0 2-16,20-6-4 0,-9 0 7 0,4-3-4 15,6-2 11-15,1-5-10 0,-6 2 13 0,2 1 7 16,4-1-5-16,-6 2 5 0,1 0-1 0,-2 4 5 0,-1 1-14 16,-2 0-8-16,-2 3-9 0,-5 0-6 0,4 3-5 15,0 1-11 1,0 4-4-16,4 1-14 0,-2 2-12 0,2 4-33 15,1 6-47-15,-2 0-62 0,-3 0-80 0,2 5-124 16,-3-6-260-16,-3-5-672 0,-1-1 298 0</inkml:trace>
  <inkml:trace contextRef="#ctx0" brushRef="#br0" timeOffset="186235.73">14613 13148 217 0,'1'-3'258'0,"0"0"-3"0,3-4-8 0,-3 2-7 16,1 2 2-16,-2-2-18 0,0 5-14 0,2-6-23 15,-1 4-13-15,-1 2-19 0,2-3-18 0,-2 3-18 16,2-2-15-16,-2 2-9 0,0 0-33 16,0 0-13-16,0 0-8 0,0 0-5 0,-2 16-4 0,0-8-5 15,1 6 0-15,1 3-6 16,-4-2-5-16,2 4 1 0,-1-1-2 16,1 3-3-16,1-4 0 0,-1 4 20 0,0-4 2 15,0 0-5-15,2 0-1 0,-2-5-1 0,2 0-1 16,-1-1-4-16,-1-2-5 0,2-2-7 15,0 0-18-15,-1-2-7 0,1 0-5 0,0-2 2 0,-1 1 2 16,1-4 7-16,-3 3 2 0,3-3-9 0,0 0-31 16,0 0-44-16,0 0-59 0,0-17-47 0,0 7-52 0,-1-2-187 0,-2-4-472 15,1-2 209-15</inkml:trace>
  <inkml:trace contextRef="#ctx0" brushRef="#br0" timeOffset="186398.24">14638 12950 28 0,'4'-9'281'15,"-1"0"-11"-15,2 2-16 16,-3 2-20-16,2 1-23 0,-1-3-20 0,-1 3-19 16,2 3-19-16,-3-2-17 0,2 1-21 0,-3 2-26 15,7-3-19-15,-7 3-29 0,0 0-33 0,13 4-29 16,-7 1-38-16,0-2-47 0,1 2-50 0,-3 0-163 16,2 2-345-16,0-3 153 0</inkml:trace>
  <inkml:trace contextRef="#ctx0" brushRef="#br0" timeOffset="186799.2">15215 13024 75 0,'0'0'178'0,"0"0"-17"0,0 0-16 16,0 0-21-16,0 0-7 0,0 0-13 0,0 0-10 16,0 0-7-16,0 0-6 0,0 0-10 0,-12 5-1 15,8 0-9-15,-1 0-1 16,-4 2-7-16,4 0-7 0,0-2-6 0,-3 2-5 16,1 0 1-16,-1 3-7 0,4-1 1 0,0 0-1 15,3 1-8-15,-2 1 3 0,6-2-7 0,-3 5-1 16,4-2 3-16,5 4-7 0,2-2 3 0,2-1 0 15,4 0 3-15,5 3-5 0,-1-2 2 0,3 2 5 16,-1-2-4-16,-6-3 1 0,2 0-5 0,-6-1 2 16,2-2 0-16,-6 1-3 0,-1-4-1 0,1 0-1 0,-7 0 1 0,2 2 8 15,-1-4 3-15,-3 2 2 0,-3 1-5 0,-3-2 4 16,-3 2-6-16,-4-1 3 0,-3 2-1 16,0 1-10-16,-2-4-33 0,0 0-54 0,-2 0-77 0,-9-2-169 15,11-2-352-15,0 0 157 0</inkml:trace>
  <inkml:trace contextRef="#ctx0" brushRef="#br0" timeOffset="188202.81">16680 12903 61 0,'0'-5'242'0,"0"0"-13"0,-1 1-15 0,1 4-20 16,0-6-25-16,0 6-17 0,0-4-22 0,0 4-14 15,0 0-19-15,0 0-12 0,0 0-12 0,0 0-5 16,10 10-7-16,-5-1-8 0,-1 1-2 0,5 4-8 15,1-2-1-15,-2 5-6 0,6 5 3 0,-2-3-5 16,0-5-9-16,6 6-9 0,-2-7-7 0,0 2-11 16,0-4-5-16,3-4-4 0,1 4-7 0,-4-7 4 0,-3 1-3 15,4-3 3-15,-3-4 3 0,0 1 2 0,1-7-2 16,-3 3 7-16,1-7 4 0,1-1 7 0,-4-2 3 0,2-1 8 16,-3-1 1-16,1 0 13 0,-1 0 2 0,-2-3 8 15,-1 3 5-15,-1 3-2 0,-1-3 9 16,-1 5 5-16,0 0 4 0,-1 0 5 0,0 4-1 15,0 2-1-15,-2 1-11 16,0 1-15-16,1-1-15 0,-1 1-27 0,0 4-25 16,0 0 5-16,0 0-3 0,0 0 1 0,-1 13 4 15,-1 1-1-15,-2 3 2 0,-2 12 1 0,-1 5 4 16,-3 14-1-16,-2 5 3 0,1 3 0 0,-2 2 9 16,4 0-1-16,-9 22 2 0,9-27-1 0,0 0 1 0,3 1 2 15,-2-4-3-15,1-1 0 0,-1 3 1 16,-1-5 2-16,1-13 1 0,6 0 1 0,-3-1 0 0,1-2 1 0,-1-4-1 15,1-2 1-15,0-8 0 0,0-3 0 0,-1-2 1 16,0-3 0-16,1 2 6 0,-1-6 5 0,1 2 14 16,-1-2 11-16,-2-3 11 0,0 1 7 0,-1-3 1 15,8 0-2-15,-19-6-1 0,6-1-7 0,-2-2-2 16,1-3 3-16,0-1 1 0,1-1-1 0,-1-2 2 16,3-9-1-16,3-1-14 15,0-1-15-15,1-3-11 0,4-2 19 0,6 0-11 16,-1-2 3-16,7-3-6 0,7-6-7 0,1 0-1 15,8 1 0-15,4 2 2 0,4 3-6 0,3 2 4 16,9 2-1-16,-2 1 2 0,3 1 1 0,4 4 0 16,-8 4 5-16,-7 8-5 0,-3 1-3 0,-2 1 0 15,0 1 7-15,-5 0 0 0,0 1 2 0,-5 2 5 16,-6 5-3-16,-1-1 4 0,-4 0 4 0,-3 2-9 0,2 1 0 0,-2 0-5 16,-2 1 1-16,1-2-7 0,-5 3-2 0,7-4-22 15,-7 4-25-15,5-1-21 0,-5 1-26 0,0 0-20 16,0 0-17-16,0 0-21 0,0 0-32 0,0 0-42 15,-9 11-253-15,4-8-514 0,2-1 227 0</inkml:trace>
  <inkml:trace contextRef="#ctx0" brushRef="#br0" timeOffset="188456.65">17735 13135 241 0,'0'0'259'0,"2"-5"-26"15,-2 5-21-15,5-7-23 0,1 5-15 0,4-3-21 16,0 0-14-16,4 0-16 0,1 0-25 0,3 3-38 0,-1-4-52 0,2 5-60 15,0-2-72-15,-6 1-162 0,1-1-310 0,-1 1 138 16</inkml:trace>
  <inkml:trace contextRef="#ctx0" brushRef="#br0" timeOffset="188603.79">17814 13297 101 0,'0'1'206'15,"0"-1"-7"-15,10 7-16 0,5-6-13 0,13-2-18 16,4-2-39-16,5-1-64 0,21-2-91 0,-6-3-147 16,3 3-204-16,-4-7 90 0</inkml:trace>
  <inkml:trace contextRef="#ctx0" brushRef="#br0" timeOffset="189644.21">19085 12918 129 0,'-9'-3'215'16,"7"1"-15"-16,2 2-11 15,-4-2-16-15,4 2-18 0,0 0-15 0,-8-3-18 16,8 3-9-16,0 0-13 0,0 0-10 0,-4-3-14 16,4 3-8-16,0 0-8 0,0 0-4 0,0 0-6 15,0 0-3-15,0 0-6 0,0 0-4 0,0 0-1 16,0 0 4-16,0 0-2 0,0 0-3 0,23 0 1 15,-11 0-2-15,1-4-3 0,6 1-3 0,0 1-2 16,0-1-3-16,9-2-1 0,-1-1-5 0,1 0 0 0,-9 1-5 0,3-1 0 16,-3 0 0-16,2-1-1 0,-6 0 1 0,4-1-4 15,-5 1 1-15,-2-1-1 0,-1 1 6 0,-3 3-5 16,-3-2 2-16,0 1 3 0,0-1 5 0,-2 4 2 16,-1-3-1-16,0 1-2 0,-2 4-3 0,-2-7-3 15,-3 6-5-15,-1 1-2 0,-6-3 0 0,-2 6-3 16,-5-1 1-16,-9 5 1 0,0 1-4 0,-4 1-1 0,-3 3 0 15,0 3-2-15,-13 7-4 0,4 2 2 0,-2 0-1 0,6 5-4 16,-1 5-2-16,13-8 2 0,2 1 3 0,-3 10 1 16,10-5 0-16,5-2 9 0,1 2 3 0,8-1 2 15,1-3 11-15,7-3 18 0,3 0-1 0,3-6 3 16,3-2 8-16,8 2-1 0,4-6-1 16,3-2-3-16,8-1-5 15,0-5-1-15,5 0-6 0,-3-4-2 0,3 2-1 0,-5-3-4 16,-3-2 2-16,-2 1-6 0,-11-2 11 15,0 1 13-15,-5-1 0 0,-1 3 11 0,-8-2 2 16,4 2 14-16,-1-1-9 0,-3 1-2 0,-5 0-8 16,7-2-5-16,-7 2-7 0,8-1-8 0,-8 1-15 0,4-2-13 15,-4 2-9-15,0 0-21 0,5-4-43 0,-5 4-37 16,0 0-29-16,0 0-44 0,0 0-41 0,0 0-59 0,-10-5-181 16,6 2-498-16,4 3 221 0</inkml:trace>
  <inkml:trace contextRef="#ctx0" brushRef="#br0" timeOffset="189829.07">19619 13234 46 0,'0'0'340'15,"0"0"-27"-15,0 0-29 0,2-2-27 0,-2 2-27 16,0 0-26-16,0 0-27 0,0 0-33 0,0 0-47 15,0 0-67-15,5-4-66 0,-2 1-77 0,1 3-217 16,-4 0-356-16,0 0 159 0</inkml:trace>
  <inkml:trace contextRef="#ctx0" brushRef="#br0" timeOffset="190299.71">20068 12893 199 0,'1'-4'302'0,"0"2"-29"16,-1 2-25-16,2-5-29 0,-2 5-21 0,0-3-26 16,0 3-19-16,0 0-20 0,0 0-12 0,0 0-11 15,11 9-18-15,-6-1-8 0,-4 4-9 0,2 2-12 0,-2 5-3 0,3 5-7 16,-4 4-4-16,2-2-5 0,-4 1-5 0,0 2-4 15,-1 1-3-15,0-5-3 0,2 4-2 0,-4-6-1 16,4-2-5-16,-3-4-1 0,3 0 0 0,0-3-4 16,-1-4 2-16,2 0-4 0,-2-3 2 0,2-1 1 15,-2-1 13-15,2 0 32 0,0-2 32 0,-1 0 49 16,1-3 24-16,0 0 30 0,0 0-1 0,0 0-23 0,0 0-16 16,-2-17-17-16,0 6-16 0,1-7-10 0,1-2-11 0,0-6-14 15,1-3-4-15,1-3-7 0,1-2-11 0,1-1-8 16,-1-11-4-16,4-1-7 0,0 1-6 0,-1 1-3 15,1 10-2-15,5-11-6 0,-3 13-4 16,-1 2-2-16,2 2-2 0,-1 1-2 0,-1 4 0 16,-2 7-6-16,3 3-1 15,-1-1 1-15,-2 3-11 0,8 0-1 0,-1 1-5 0,-3 4-7 0,7-2-22 0,0 3-27 16,4 5-34-16,0-1-36 0,-1 4-32 0,3 0-33 31,4 7-34-31,-3 2-41 0,-3 1-51 0,-6 0-63 16,2 3-220-16,-3-1-651 0,-3 1 289 0</inkml:trace>
  <inkml:trace contextRef="#ctx0" brushRef="#br0" timeOffset="190546.16">20180 13055 110 0,'0'0'265'0,"-5"3"-1"15,4 1-8-15,1-4-14 0,0 0-20 0,0 0-22 16,0 0-18-16,13 0-18 0,-2-2-20 0,10-3-17 16,9 3-41-16,5-5-54 0,-1 2-64 15,7-4-93-15,-5 3-232 0,-2-4-385 0,1 1 170 0</inkml:trace>
  <inkml:trace contextRef="#ctx0" brushRef="#br0" timeOffset="190777.93">20746 13179 71 0,'0'0'297'0,"0"0"-30"16,0 0-38-16,0 0-35 0,0 0-32 0,9-10-48 16,-4 7-46-16,3 1-63 0,1-1-77 0,1-1-151 0,-1 2-241 15,0-5 107-15</inkml:trace>
  <inkml:trace contextRef="#ctx0" brushRef="#br0" timeOffset="191210.25">21414 12980 95 0,'0'0'169'0,"0"0"-12"0,-10 0-5 16,10 0 4-16,-3 0-1 0,3 0-8 0,0 0-2 0,0 0-5 15,0 0-6-15,0 0-8 0,0 0-6 16,0 0-9-16,30-3-7 16,-11 1-14-16,11-5-11 0,-1 2-7 0,3 2-7 15,1-1-9-15,4-2-4 0,14-2-4 0,1 0-5 16,-1 1-4-16,-15 5-9 0,1-5-17 0,-2 2-18 15,-3-3-23-15,-6 6-16 0,-7-2-17 0,-6-1-25 16,-3 2-31-16,-2-4-22 0,-2 4-41 0,-3 0-127 16,-4-1-332-16,1 4 148 0</inkml:trace>
  <inkml:trace contextRef="#ctx0" brushRef="#br0" timeOffset="191432.97">21774 12789 83 0,'1'-6'337'0,"-1"0"8"16,0 4-5-16,0 2-8 0,0-8-20 0,0 6-21 0,0 2-32 0,1-5-33 16,-1 5-29-16,0 0-25 0,2-2-38 0,-2 2-33 15,0 0-11-15,1 10-8 0,-1-1-7 0,0 7-14 16,0 2-3-16,-1 9-4 0,1 0-5 0,-3 1 8 16,3 4-17-16,-1-1-30 0,1 5-40 0,0-2-47 15,-3-2-53-15,2 1-74 0,0-6-94 0,-1 0-197 16,1-10-536-1,1-6 239-15</inkml:trace>
  <inkml:trace contextRef="#ctx0" brushRef="#br0" timeOffset="192265.96">22917 12675 39 0,'0'-7'258'0,"0"0"-18"0,2 4-18 16,-2-1-31-16,0 4-15 0,-2-7-20 0,2 7-21 0,0 0-22 15,0 0-10-15,0 0-13 0,-5 14-14 0,5 2-6 16,-5 2-10 0,0 7-7-16,1 3-7 0,0 1-7 0,1 3 2 15,-1-2-6-15,0 1-1 0,1 4 8 0,-1 1-3 16,-2-4-4-16,4 0-5 0,-2-1-3 0,2-5-1 15,0-6-4-15,1-1-2 0,-1-2 0 0,1-5-1 16,-2 1-2-16,3-6-3 0,-1 2 1 0,1-3 1 16,-1 0-1-16,0-1 4 0,1-2 1 0,0-3 5 15,0 5 1-15,-2-2-6 0,2-3-3 0,0 0-10 0,-1 4-19 0,1-4-79 16,0 0-58-16,-6-13-35 0,3 6-188 0,-2-5-403 16,0-4 178-16</inkml:trace>
  <inkml:trace contextRef="#ctx0" brushRef="#br0" timeOffset="192582.09">22816 12569 180 0,'0'-9'238'0,"0"2"-22"0,2 1-17 0,-4 1-19 16,4 0-20-16,0 3-19 0,1-1-21 0,2 1-11 0,3 2-6 16,3 2-15-16,4 2-7 0,5 3-13 0,-1 0-6 15,10 5-3-15,-1 4-6 0,-1-1-3 0,0 4-1 16,-2 0-10-1,-2 1-2-15,-2 0-6 0,-2-1 0 0,-2 2-7 0,-6-6-1 16,-2 0-5-16,1 2 0 0,-8-3-1 0,0-2 0 16,-2 0 1-16,-4 0 7 0,-4-2 1 0,-3 2 0 15,-5 1 4-15,-5 0-7 0,-3-2 4 16,-3 1 0-16,0-4-7 0,-1 1 2 0,0-2-3 16,7-2-3-16,0 0 2 0,0 0-2 0,3-1-1 0,1 1-2 15,5 0-2-15,1-3 0 0,3 3-25 0,0-5-28 0,3 2-11 16,0-1-11-16,5-1-13 0,-1 4-27 0,1-4-56 15,15 0-217-15,-1-2-409 0,7 0 182 0</inkml:trace>
  <inkml:trace contextRef="#ctx0" brushRef="#br0" timeOffset="192735.73">23276 13044 152 0,'0'0'321'0,"-1"5"-13"0,1-5-19 0,0 0-27 16,0 0-15-16,0 4-30 0,0-4-15 0,0 0-39 16,0 0-36-16,1 5-40 0,-1-5-69 0,0 0-72 15,0 0-95-15,15-8-216 0,-7 2-396 0,1 0 175 0</inkml:trace>
  <inkml:trace contextRef="#ctx0" brushRef="#br0" timeOffset="193036.53">23841 12665 292 0,'-1'-4'304'0,"1"4"-28"15,-2-2-29-15,2 2-27 0,0 0-27 0,-2-4-27 16,2 4-19-16,0 0-15 0,0 0-12 15,2 17-16-15,-2-6-11 0,2 6-8 0,-2 0-9 0,-2 3-9 0,2 5-5 0,-2 4-5 16,-2-2-4-16,0-2-8 0,3 2-2 16,-3-1-6-16,3 0-13 0,-3 1-15 0,-1-8-19 15,4 2-14-15,-3-3-9 0,-4 1-13 0,3-4-17 16,-3-1-22-16,2 1-22 0,-1-5 11 0,0 1-10 0,2-3-13 16,1-2-35-16,-3-2-37 0,0-2-112 0,1-2-329 15,-2 0 145-15</inkml:trace>
  <inkml:trace contextRef="#ctx0" brushRef="#br0" timeOffset="193237.05">23659 12633 42 0,'0'-8'349'15,"0"0"-26"-15,1 0-21 0,-1 2-28 0,1-1-21 16,3 0-28-16,0 0-22 0,1 3-23 0,4-2-19 15,2 1-18-15,6 3-15 0,3-1-16 0,0 2-28 16,1 2-21-16,2 2-37 0,5 1-38 0,-1 6-43 16,-9-3-47-16,3 3-58 0,-4-1-43 0,-6 1-187 15,0 1-422-15,-1 4 187 0</inkml:trace>
  <inkml:trace contextRef="#ctx0" brushRef="#br0" timeOffset="193384.23">23642 13127 85 0,'-7'3'320'16,"5"4"-10"0,-2-4-17-16,3 1-23 0,1-4-32 0,11 3-26 15,9-3-14-15,13-4-32 0,6 0-62 0,16-2-79 0,5 3-101 16,-2-9-282-16,1 4-388 0,-6-3 173 0</inkml:trace>
  <inkml:trace contextRef="#ctx0" brushRef="#br0" timeOffset="195088.74">14062 14955 233 0,'0'-8'244'0,"0"2"-12"0,-2 1-12 16,2-1-17-16,0 0-14 0,0 2-18 0,0 4-21 0,-2-5-15 15,2 5-15-15,0-6-13 0,0 6-14 0,-1-2-14 16,1 2-34-16,0 0-9 0,0 0-9 0,0 0-2 16,5 13-6-16,-4-3 1 0,8 7-4 0,-5-1-4 15,1 3 8 1,4 4-9-16,0 2-3 0,1-1 4 0,-2-7-1 15,0 2-1-15,3 3-2 0,2-5 5 0,1-1-3 16,-5-3 1-16,-1-2-2 0,1-3-1 0,2 2 1 16,-2-5 1-16,0-3 3 0,2-1-1 0,-3-2-3 15,1-1 10-15,2-4-4 0,1-4 14 0,-2-1-1 16,3-2 9-16,-4-2-5 0,5-2 4 0,-5-1 8 16,4-5-6-16,-8 5 1 0,4-2 1 0,-2 2-11 0,-1-1 4 0,-1 1-2 15,1 2-3-15,-2 1 0 0,-2 5-4 0,0 2-4 16,-1 4-3-16,0-3-11 0,1 2-18 0,-2 2-21 15,0 3-22-15,1-5-2 0,-1 5 1 0,0 0 7 16,-3 16 4-16,-1-4 3 0,1 6 5 0,-6 9 3 16,2 6 1-16,1 0 2 0,-9 12 5 0,3 4 4 15,-2 0 1-15,0 6 0 0,5 0 1 0,1 0 5 0,0 4-1 0,1-6 8 16,3 3-1-16,-1-4-2 0,5 0 12 0,0-5-7 16,0-11 4-16,1-2-6 0,1-1 6 0,-2-3-2 15,2-1 5-15,-2-8-2 0,0-4 1 16,1 2-4-16,-1-6 1 0,0-2 5 0,0-1 7 15,0-1 4-15,-1-3 8 0,1 1 7 0,-4-1 7 0,0-3 3 16,1 3-4 0,-5-4 3-16,4-1-1 0,-3-1 4 0,-1 0-1 15,-1 0 4-15,-1 0 2 0,1-3-5 0,-3 0 2 16,2-1-1-16,-2-2-6 0,-4-2 1 0,2 0-5 16,-4-4 4-16,5 2 0 0,-6-9 4 0,1-1 0 15,1 0 4-15,2-6-2 0,1 4 2 0,1-8-3 16,2-1-9-16,3-2 0 0,2-1-7 0,6 3 0 15,5-1-2-15,4-1-5 0,6 3-3 0,12-14-8 0,6 10 3 0,4 0-9 16,7-2 0-16,3 7 6 0,3 3-5 0,1 2-3 16,0 3 0-16,-2 3-1 0,-12 6 0 0,1 2-1 15,-6-1 2-15,-1 3-1 0,-6 0-1 0,-5 3 6 16,-4 1-4-16,-4-1 1 0,-2 2-5 16,-4 1 1-16,1 0 2 0,-4 0 3 0,3 2-6 0,0-3-10 15,-6 3-19 1,0 0-11-16,0 0-11 0,0 0-14 0,0 0-21 15,-17 10-26-15,8-3-23 0,-1-2-43 0,1 2-30 16,3-2-217-16,-1-1-464 0,5 0 205 0</inkml:trace>
  <inkml:trace contextRef="#ctx0" brushRef="#br0" timeOffset="195590.13">15207 15293 87 0,'-5'1'142'0,"5"-1"-15"15,-10 0-8-15,6 1-9 0,4-1-17 0,0 0-8 16,-9 2 1-16,9-2-1 0,-4 3 17 0,4-3 8 15,0 0 0-15,-1 2 2 0,1-2 1 0,0 0-1 0,0 0 1 0,0 0-2 16,0 0-4-16,0 0-6 0,15-8-9 0,-1 5-9 16,4-1-15-16,4 1-3 0,10-2-7 0,1 2-3 15,5-1-6-15,2-1-5 0,0 3-1 0,-2-1-8 16,1-1-3-16,0 4-2 0,-2-3-6 0,-4 3 1 16,-5-2-5-16,-6 3-4 0,-2-2-8 0,-8 1-13 15,-2 0-12 1,-1-1-13-16,-4 1-15 0,-5 0-14 0,6 0-25 15,-6 0-24-15,0 0-44 0,0 0-33 0,-22 5-164 0,9-3-376 16,-5-2 167-16</inkml:trace>
  <inkml:trace contextRef="#ctx0" brushRef="#br0" timeOffset="195890.87">15243 15466 141 0,'-4'2'278'0,"-1"0"-16"0,5-2-19 0,0 0-24 15,0 0-18-15,0 0-19 0,19-5-20 0,3 2-17 0,12-4-12 16,21 3-13-16,0-1-12 0,9-3-10 0,28-4-13 15,-29 7-4-15,2-1-13 0,0 0-4 0,-5 0-8 16,-5 3 0-16,-17-2-10 0,-1 3 1 16,-9 2-7-16,-7-2 0 0,-7 1-6 0,-4-2-2 0,-1 4-1 0,-1-3-5 15,-3 2-11-15,0 0-10 0,-5 0-39 0,0 0-53 16,0 0-60-16,0 0-69 0,-23-6-207 0,11 6-458 16,1-1 204-16</inkml:trace>
  <inkml:trace contextRef="#ctx0" brushRef="#br0" timeOffset="198620.28">17221 15040 205 0,'-4'-4'225'0,"4"4"-16"16,0 0-12-16,-3-4-11 0,3 4-14 0,0 0-15 15,0 0-12-15,0 0-13 0,0 0-10 0,0 0-10 16,0 0-9-16,0 0-17 0,0 0 1 0,0 0-10 0,0 0-11 16,0 0-3-16,0 0-10 0,0 0-3 0,0 0-6 0,0 0 2 15,0 0-10-15,0 0-4 0,0 0-5 0,0 0-1 16,0 0-2-16,23 0-1 0,-10-2-3 0,4 1 0 16,2-2-3-16,0-1 1 0,3 1-6 0,-3-3 1 15,3 1 0-15,-1-3-2 0,0 2-1 0,-3-3-1 16,0 0 1-16,-3 3-1 0,-2-2-4 0,-2 3 12 15,-2 0 9-15,0 0 3 0,-4 3 4 0,0-2 6 0,1 0 2 16,-3 3 2-16,0-5-12 0,-3 6-4 0,0 0-7 16,0 0-7-16,-13-2-1 0,-1 4-4 0,-4 4-4 15,-9 5 1-15,-5 1 1 0,-3 3-3 0,-14 7-3 0,6 2-3 16,-3 3 2-16,2 0-3 0,1 4-2 0,11-10-3 16,-8 11 4-16,12-7-3 0,1 3 0 15,6-1 2-15,0 2 0 16,5 4 6-16,3-2-3 0,3 0 5 0,13-3-1 15,4-1 4-15,4-1 0 0,10-5 6 0,5-4 2 16,10-4 0-16,18 4-18 0,5-8-32 0,3-3-40 16,3-3-53-16,3-4-61 0,-5 0-77 0,-4-5-151 15,-3-2-454-15,-6 3 202 0</inkml:trace>
  <inkml:trace contextRef="#ctx0" brushRef="#br0" timeOffset="198943.21">17617 15454 137 0,'0'0'359'0,"0"0"-14"16,0 0-7-16,0 0-14 0,0 0-15 0,0 0-28 15,-9-9-24-15,9 9-26 0,0 0-22 0,0 0-29 16,0 0-14-16,0 0-24 0,0 0-19 0,0 0-24 16,0 0-20-16,0 0-22 0,0 0-13 0,-1 10-1 0,-1-1-6 0,2 3-6 15,-1 5-3-15,-1 2-1 0,-1 7-8 0,2 1 12 16,-2-4-12-16,2 4-1 0,1 1-17 0,-1-9-18 16,2 7-22-16,0-6 6 0,-1-4-32 0,0 1-31 15,3-2-32-15,-3-3-36 0,1-2-42 0,2-1-49 16,-2-3-234-16,3-5-529 0,0 2 234 0</inkml:trace>
  <inkml:trace contextRef="#ctx0" brushRef="#br0" timeOffset="199290.92">17953 15426 179 0,'0'0'218'0,"-9"0"-17"0,5-1-17 0,4 1-14 16,0 0-22-16,0 0-12 0,0 0-12 0,0 0-16 15,-9 1 0-15,9-1-12 0,0 0-2 0,0 0-4 16,0 0 0-16,0 0-1 0,0 0-7 0,28 0-3 0,-11-2-9 16,6 2-7-16,5-4-9 0,5 1-5 15,4 2-5-15,14-6-3 16,3 3-2-16,0-3-4 0,-2 0-5 0,-13 4-16 16,-2-2-14-16,-2 1-31 0,-4-1-25 0,-8 1-36 15,-10 3-29-15,1-3-42 0,-6 1-51 0,-5 1-113 16,0-1-354-16,-3 3 158 0</inkml:trace>
  <inkml:trace contextRef="#ctx0" brushRef="#br0" timeOffset="199544.41">18233 15248 325 0,'-3'-5'327'0,"3"2"-19"0,0-1-23 0,0 4-27 15,0-6-28-15,0 6-26 0,0-5-27 0,0 5-25 0,0 0-24 16,0 0-14-16,0 0-15 0,-7 17-12 0,3-5-8 16,0 6-9-16,-1 10-8 0,-2 2-5 0,1 2 4 15,1 4-9-15,0-2-4 0,1 13-9 0,0-14-5 16,2 0-40-16,4-3-39 0,2 0-31 0,0-4-68 16,1-7-74-16,4-3-234 0,1-3-489 0,-1-6 217 15</inkml:trace>
  <inkml:trace contextRef="#ctx0" brushRef="#br0" timeOffset="200108.22">18901 15144 191 0,'-5'-3'220'15,"5"3"-21"-15,0 0-14 0,0 0-23 0,0 0-13 16,0 0-19-16,-5-3-12 0,5 3-13 0,0 0-10 16,0 0-10-16,0 0-7 0,0 0-9 0,0 0-6 0,0 0-6 0,0 0-1 15,0 0-8-15,0 0-3 0,18 0-1 0,-10 0-4 16,4-3-6-16,1 2-3 0,5-1 0 0,-1-1-7 16,4-1-4-16,-3-1 1 0,5 0-7 0,4-3 2 15,-5 3-4-15,-4-4-4 0,1 2 1 0,-1-1 0 16,-7 1-2-16,2-2-2 0,-3 1 0 0,-2 1 3 15,-3 0-2 1,3-1 13-16,-5 2 0 0,0 2 3 0,-2-2-1 16,-2 3-5-16,1 3-3 0,-8-5-3 0,2 2-4 15,-4 3-1-15,-4 0-4 0,-3 4 2 0,-6 2-1 0,-5 4 1 16,-4 5-4-16,0-1-2 0,-1 5-1 0,-9 8 5 16,9-5 0-16,-6 7 2 0,3 3 1 15,10-4 2-15,-4 8-4 0,9-7-2 0,5 3 3 16,1 14 4-16,6-17-3 0,4 0 11 0,5-4-2 0,5-1 7 0,7-2 2 15,5-1-5-15,9-2-22 0,3-4-35 0,8-3-63 16,17-4-87-16,-3-7-196 0,3-1-417 0,-2-4 185 16</inkml:trace>
  <inkml:trace contextRef="#ctx0" brushRef="#br0" timeOffset="200640.42">19102 15425 216 0,'0'0'268'0,"0"0"-15"0,0 0-19 0,0 0-17 0,0 0-26 15,0 0-18-15,0 0-19 0,0 0-16 0,0 0-14 16,9-4-14-16,-9 4-11 0,0 0-10 0,0 0-14 16,15 5-7-16,-8-2-6 0,0 2-7 0,2 2-1 15,-1-2-13-15,1 4 0 0,0-1-5 0,0 2-7 16,-2-1 0-16,3 6-4 0,-3 0-2 0,-5 0 0 15,2 3-5-15,-2-1-4 16,-4 1-2-16,-2 0 0 0,-2 0-1 0,-3 0 31 16,-2 6-5-16,2-8-4 0,-4 0-7 15,3-3 0-15,-4 0-1 0,6-3-6 0,-2-2-2 16,2 1 0-16,2-5 2 0,3 3-7 0,-2-3-1 16,1-1 1-16,0-1 16 0,3 0 0 0,0 3 9 0,1-5-4 15,6 2 4-15,7-2-6 0,5 0 6 0,3-2-15 16,10-1-1-16,1-1-5 0,1 2 5 0,7-1-4 0,-4 1-3 15,-1 1-1-15,-1-3-1 0,-4 3-5 0,0-2-2 16,-10 2 1-16,-1-1-9 0,-2 2 10 0,-3-1-6 16,-5-1-6-16,0 2-3 0,-9 0-12 0,10 0-20 15,-7-4-40-15,-3 4-54 0,0 0-65 0,-3-10-49 16,3 10-227-16,-14-7-514 0,9 2 228 0</inkml:trace>
  <inkml:trace contextRef="#ctx0" brushRef="#br0" timeOffset="203169.29">19517 15100 30 0,'5'-5'204'0,"-1"2"-16"15,0-1-16-15,2 2-18 0,2-1-18 0,2 0-12 16,3 2-25-16,-2 1-12 0,2 0-12 0,1 0-7 15,3 3-13-15,-1 1 0 0,2 0-1 0,-4 3-6 16,4 1-4-16,-5 0 0 0,0 4-12 0,-3-3 1 16,-1 4-5-16,-1 2-1 15,-3 0-5-15,1 1 3 0,-3 2-7 0,-6 3-1 16,-1-3 2-16,-3 7-1 0,-5-2-5 0,2 4 1 16,-7-7-3-16,3 1 2 0,-2 3-6 15,0-5 7-15,1-4 3 0,1-2 0 0,1-3 6 16,3-2 0-16,0 0 2 0,0-2 2 0,4 0-4 0,1-4-2 15,3 2 4-15,-2-2 19 0,-1 2 22 0,1 0 23 16,1-2 15-16,3-2 14 0,0 0 5 0,0 0-12 0,0 0-18 16,8-14-10-16,1 4-4 0,0 2-10 0,6-6-4 15,3-4-6-15,3-4-8 0,0 1-4 0,-1-4-2 16,1 1-5-16,2 0-2 0,-1-1-6 0,4 0-6 16,-5 0-4-16,0 3 0 0,-3 1 4 0,-1 2-1 15,-6 5 7-15,-2 3-1 0,-2 1 7 0,0 2-3 16,-1 1 0-16,-3 3 3 0,1 1-5 0,-2-1-8 0,4 1-11 0,-6 0-22 15,4 1-13-15,-4 2-14 0,0 0 3 0,0 0-1 16,0 0 4-16,-5 14-4 0,0-3 7 0,1 1 2 16,0 3 1-16,1 3 5 0,1 2 0 0,2-1 5 15,0 1-2-15,4 3 6 0,1-3 1 0,5 6 1 16,3-2 6-16,1-1-20 0,7-4-32 0,-6-4-37 16,-1-1-60-1,4-2-63-15,1-4-86 0,0-2-156 0,0-6-493 16,-1 0 219-16</inkml:trace>
  <inkml:trace contextRef="#ctx0" brushRef="#br0" timeOffset="203470.1">20229 14819 47 0,'7'-2'207'16,"2"2"-14"-16,3 1-7 0,5 7-13 0,1 2-10 16,6 2-9-16,1 9-10 15,1 2-5-15,6 14-5 0,-4 1-13 0,-3 7-2 16,-3 2-6-16,-5 2-10 0,-8 1-7 0,-2 8-7 16,-5 22-7-16,-10-24-6 0,-3-3-7 0,-9 3-6 15,-1-4-6-15,-6 2-1 0,-8-1-5 0,-3-4-6 16,-23 11-9-16,18-17-12 0,-2-4 0 0,-7-2-36 15,-4-6-42-15,-24 10-77 0,22-17-91 16,-24 5-170-16,23-12-422 0,-2-9 186 0</inkml:trace>
  <inkml:trace contextRef="#ctx0" brushRef="#br0" timeOffset="204234.34">17025 14695 81 0,'0'0'200'0,"0"0"-19"0,0-5-18 0,0 5-24 16,0 0-14-16,-7 15-15 0,-3 0-10 0,-5 7-8 16,-1 12-8-16,-4 14-6 0,0 5-2 0,-8 28-5 15,10-26-17-15,-1 27 7 0,5-22 0 0,4 21-4 0,5-22 0 16,5 21 0-16,7-25-9 0,2 2 5 0,5 1-6 15,8-3-2-15,5-3 4 0,6-1 0 0,5-4-1 16,6-3 24-16,4-5-23 0,6-5-38 0,0 0-63 16,3-7-102-16,-6-1-198 0,4-4-382 0,-7-7 169 15</inkml:trace>
  <inkml:trace contextRef="#ctx0" brushRef="#br0" timeOffset="205389.6">20942 15237 33 0,'0'0'147'0,"0"0"-5"0,0 0-13 0,0 0-6 15,-3 3-7-15,3-3-4 0,0 0-2 0,0 0 5 16,0 0 6-1,0 0 9-15,0 0 11 0,0 0 1 0,0 0-1 16,18-4-10-16,-9 1-11 0,1-4-4 0,8 2-15 16,0-3-13-16,4 2-7 0,5-6-9 0,-2 0 0 15,3 4-13-15,2-8 5 0,0 2-7 0,-4 1-10 16,2-3-1-16,-1 2-4 0,-3-2 5 16,0-1-3-16,-3 2-1 0,-6 1-2 0,-2 0 0 15,0 2 1-15,-5 2-1 0,-1 1 2 0,-4 0-5 0,2 2-4 0,-3 0-6 16,-2 1 1-16,-2 2-12 0,-3 1-3 0,-2 2-4 15,-4 2-4-15,-7 2-3 16,-1 3-3-16,-8 5-3 0,-4 5-3 0,2 1 4 0,-2 2-1 0,4 4-2 0,-1 1 0 16,1-2-5-16,5 3 6 0,2-2-2 0,4 4 0 15,4-3 5-15,3 0 1 0,4 0 1 0,5-5 6 16,3 6 2 0,7-1 4-16,0-8 3 0,8 3 3 0,4 0-1 15,6-12 1-15,3 0 0 0,1 0-6 0,3-5 0 0,6-1 1 0,-3-2 3 0,1-3-1 0,-2 2-5 16,-3-4 2-16,-6 1-3 0,-6-1 2 15,-3 0-1 1,-6 3-1-16,0 0 1 0,-5 0 9 0,-1-1-21 0,-3 1-24 0,1-1-24 0,-4 3-31 16,-1 1-35-16,-2-9-29 0,2 9-26 15,-8-7-33-15,3 6-41 0,0-5-178 0,-1 0-457 16,-2-2 203-16</inkml:trace>
  <inkml:trace contextRef="#ctx0" brushRef="#br0" timeOffset="209182.13">21503 14374 113 0,'3'-5'157'16,"0"4"-16"-16,-3 1-13 0,12-4-13 0,-2 2-7 0,1-1-16 15,2 3-10-15,5 0-7 0,1 0 0 0,0 3-7 16,3-1-3-16,-3 1-13 0,3-1 2 0,-3 5-11 15,-1 0-4-15,-1-2-7 0,-4 0-2 0,0 7 3 0,-4-2-7 16,-2-2 3-16,-1 6-5 0,-3-2-4 16,-1 3-2-16,-7 1-2 0,0 1 4 0,-5 7 0 15,-3-7-3-15,-2 3 1 0,-3 0-1 0,0-1 1 0,-5-2 0 0,10-2 4 16,-5-2 4-16,3-3 3 0,2 2-3 0,2-4-5 16,1-1-2-16,1-3-4 0,2-1 7 0,2 2-6 15,1-1 4-15,1-3-3 0,0 4 12 0,3-5 3 16,-6 2 7-16,6-2 2 0,-3 4 2 0,2-3-2 15,1-1 4-15,0 0 2 0,-3 5-1 0,3-5-4 16,0 0-2-16,0 0-1 16,-4 2-5-16,4-2-4 0,0 0-3 0,0 0-2 15,0 0-4-15,0 0 3 0,0 0-7 0,0 0-1 16,0 0-1-16,-2 4-3 0,2-4 1 0,0 0-4 16,0 0-1-16,0 0 3 0,0 0-5 0,0 0-1 15,0 0 1-15,0 0 0 0,0 0 2 0,0 0-2 16,0 0 5-16,0 0-5 0,0 0 10 0,0 0 14 15,14 0-3-15,-3 0-2 0,7-1 1 0,4 1-1 0,5-3-4 0,6-4 0 16,0 7-5-16,4-3 0 0,-1-1-6 16,-1 0 4-16,-5 2-5 0,-2 0 4 0,-6 2-3 15,0 0-2-15,-9 0 6 0,-1-2-6 0,1 1 0 0,-5 1-4 16,1 0-2-16,-3-1-10 0,-1-2-5 0,-5 3-18 16,8 0-21-16,-8 0-20 0,0 0-26 15,0 0-35-15,0 0-24 16,0 0-32-16,0 0-46 0,-21 7-121 0,14-7-385 15,7 0 171-15</inkml:trace>
  <inkml:trace contextRef="#ctx0" brushRef="#br0" timeOffset="209714.73">22185 14418 21 0,'5'-4'204'0,"-1"1"-16"16,0 0-22-16,1 0-11 0,3 2-19 0,-1 0-13 0,0 1-13 15,-1 1-8-15,4 0-18 0,-3 1-8 16,2 4-6-16,-3 0-10 0,4 0-1 0,-5 3-9 0,3 3-3 15,-4 3-6-15,-1-3-5 0,-1 3-4 0,-2 4 0 16,0 0 2-16,-5 7-5 0,-1 0-1 0,-1 0-2 16,-5-2-8-16,1-1 2 0,1-5-6 0,-3 3 5 0,3-4-2 15,0-2 0-15,-2 0 4 0,5-4 4 0,-4-2 1 16,6 0-4-16,0-4 7 0,0 0 11 0,3-1 22 16,-1 2 23-16,-1-4 22 0,4-2 18 0,-4 4 16 15,4-4 15-15,0 0-12 0,0 0-19 0,0 0-6 16,13-14-10-16,1 4-12 0,-1-4-12 0,9-3-11 15,0-1-4-15,-1-6-7 0,3 3-5 0,-1-3-5 0,3 0-7 0,-3-1-17 16,0 2-3-16,-1 0 0 0,-4 4-6 0,-6 5 12 16,-1 1-14-16,-4 5 0 0,-1 2-3 0,1-2 0 15,-3 1-1-15,0 6-15 0,0-3-19 0,-3 3-22 16,-1 1-4-16,0 0-3 0,0 0 8 0,-3 13 2 16,-3-5 3-16,-1 6 5 0,0 3 0 0,-1 0 7 15,0 9 3 1,3-1 0-16,3 4 4 0,3-2 4 0,4 2 1 0,4-3 5 15,8 3-12-15,1-4-26 0,5-1-49 0,7-2-73 16,6-6-111-16,13 0-232 0,-11-7-551 0,1-3 244 16</inkml:trace>
  <inkml:trace contextRef="#ctx0" brushRef="#br0" timeOffset="210886.17">22809 15301 70 0,'0'0'93'0,"-8"0"-14"0,8 0-3 0,-4 1-3 0,4-1-2 15,0 0 3-15,0 0 3 0,-6 3 7 0,6-3-7 16,0 0-1-16,0 0-6 0,-8 0 6 0,8 0-6 16,0 0 2-16,-5 3-3 0,5-3-1 0,-5 0-3 15,5 0-3-15,0 0-5 0,-4 3-1 0,4-3 3 16,0 0 8-16,0 0 4 0,0 0 0 0,0 0-3 16,0 0 5-16,0 0-1 0,22 1-5 0,-7-2-5 0,8-2-6 0,9-1-5 15,3 0-3-15,5 0-8 0,14-1-20 0,1-4-1 16,0 3-2-16,-1 0-1 0,-2-2 3 0,-15 5-8 15,-2-1 2-15,-5 3-5 0,-7-3-4 0,-5 4-1 16,-4 0-13-16,-1-2-18 0,-4 1-8 0,0 1-15 16,-6-2-13-16,-3 2-16 0,0 0-22 0,0 0-22 15,0 0-12-15,0 0-19 16,-29 0-123-16,14-2-300 0,-2 0 133 0</inkml:trace>
  <inkml:trace contextRef="#ctx0" brushRef="#br0" timeOffset="211128.36">23120 15194 53 0,'0'-7'256'0,"0"0"0"0,0 2 10 16,-1-4-10-16,1 6 3 0,0-2-17 0,0 0-9 16,-1 2-25-16,1 3-10 0,0-6-24 0,0 6-8 15,0-6-20-15,0 6-27 0,0 0-13 0,0 0-23 16,0 0-18-16,0 0-13 0,0 0-3 0,-4 12-8 15,2-1 5-15,2 3-12 16,-3 3-4-16,3 3-2 0,-1 5-4 0,1 1 1 16,1 6-24-16,4 2-34 0,-2-4-37 0,0 2-52 15,5-3-54-15,-1-2-86 0,-1-2-198 0,0-10-496 16,1-5 220-16</inkml:trace>
  <inkml:trace contextRef="#ctx0" brushRef="#br0" timeOffset="211518.81">24167 14814 53 0,'3'-5'294'0,"-3"1"-14"15,2 0-15-15,0 3-26 0,-2 1-21 0,2-5-25 16,-2 5-25-16,0 0-29 0,0 0-19 0,0 0-16 15,0 12-12-15,0-2-15 0,0 5-8 0,1 8-4 16,2-3-10-16,1 7-5 0,-2 0-3 0,3 1-5 16,-1-2-5-16,1-1 0 0,-1 3-2 0,4-5-11 0,-4-3-34 15,1-4-37-15,1 2-41 0,-3-1-53 0,3-2-41 16,-6-5-191-16,5-2-404 0,-4-3 180 0</inkml:trace>
  <inkml:trace contextRef="#ctx0" brushRef="#br0" timeOffset="211888.7">23951 15327 56 0,'-6'3'183'0,"1"-2"-6"16,0 0-13-16,5-1-13 0,-8 1-12 0,8-1-14 0,-4 3-17 0,1 1 6 15,3-4-4-15,0 0-12 0,-5 1 0 0,5-1-9 16,0 0-5-16,0 0 1 0,0 0 0 0,0 0 0 16,0 0-1-16,13-8-5 0,1 5-8 0,4-2-9 15,10-1-5-15,4 0-8 0,6-2-3 0,19-3-1 16,4 4 12-16,30-8 1 0,-26 6 4 0,27-2-2 16,-31 4-2-16,2 3-7 0,-4-1-3 0,-6 2-5 0,1-1-5 0,-19 1-1 31,0 2-8-31,-2 0-3 0,-7 2 2 0,-5-1-5 0,-6-1 0 0,-4 1-4 0,-2-1-2 15,0 1-2-15,-2 0-4 0,-1 1-17 0,-6-1-15 32,9 0-6-32,-9 0-18 0,0 0-23 0,0 0-24 15,0 0-39-15,-22 8-23 0,12-7-45 0,1 2-202 0,-5-2-435 0,3 3 193 16</inkml:trace>
  <inkml:trace contextRef="#ctx0" brushRef="#br0" timeOffset="212305.31">24424 15507 185 0,'0'0'210'16,"0"0"-24"-16,0 0-16 0,0 0-26 0,1-5-12 16,-1 5-24-16,0 0-7 0,0 0-11 0,-5 14-11 15,5-6-4-15,-6 1-6 0,1 3-5 0,-2 5-8 16,-2 0-7-16,-2 8-7 0,2-3-5 0,1-4-1 0,1 0-4 0,0 0-1 15,1 2 28-15,1-4-8 0,-2-1-2 0,5-3-4 16,-1-1 11-16,1-1 11 0,2-1 10 0,0-1 10 16,1 1 5-16,4-4 4 0,0 4 11 0,4-3-8 15,3-3-10-15,5 0-5 0,2 4-10 0,10-4-8 16,-4-2-7-16,6-1-17 0,-3 1-36 16,3-3-47-16,-10-1-42 0,1-1-46 15,1-2-60-15,-4 3-80 0,-1-5-146 16,0 0-451-16,-3 1 200 0</inkml:trace>
  <inkml:trace contextRef="#ctx0" brushRef="#br0" timeOffset="212490.01">24689 15630 232 0,'0'0'314'15,"0"0"-37"-15,0 0-19 0,0 0-27 0,-2-4-33 0,2 4-22 16,0 0-19-16,0 0-18 0,0 16-13 0,0-6-12 15,2 3-13-15,0 5-11 0,-2 8-11 0,0 2 4 16,1-1-11-16,4 3-5 0,-1 3-25 0,-4-2-42 16,4-1-48-16,-3 0-56 0,-1-3-87 0,0-3-212 0,-1-3-435 15,-3-6 193-15</inkml:trace>
  <inkml:trace contextRef="#ctx0" brushRef="#br0" timeOffset="213755.68">25480 14630 61 0,'0'-4'223'0,"0"-1"-9"0,0 2-20 16,0-2-17-16,0 5-19 0,1-6-20 0,-2 3-17 15,1 3-13-15,0 0-19 0,0 0-18 0,0 0-5 16,3 20-8-16,0-1-9 0,-2 9-2 0,3 6 7 16,2 13-4-16,-6 6-7 0,-2 4-20 0,2 0 3 15,-2 0-6-15,2 3 0 0,-3-3 0 0,0-2-6 0,2 5 1 16,1 23-8-16,-4-31 10 0,4 3-3 0,-1-6-4 0,-2 1-2 16,-1 1 5-16,3-19-4 0,4 3-2 0,-6-3 5 15,2 0-3-15,0-3 2 0,-1-5 5 0,0 2 1 16,0-9 4-16,1 1 5 0,0-6-5 0,-3 3 4 15,1-2-4-15,2-1 1 0,-3-2-2 0,2 1-3 16,-2-1-2-16,1 0-2 0,2 0 3 0,0-2-1 16,-2-1-7-16,2-1 3 15,-3 0-1-15,2-1 0 0,-1 1 0 0,2 0-3 16,-1-2-1-16,2 1-4 0,-3 1 4 0,1-1 0 16,1-3-2-16,0 2 3 0,1-4-2 0,-3 7-3 15,3-3 2-15,0-4 0 0,-1 4 1 0,1-4-2 16,-1 2 1-16,1-2-1 0,0 0 1 0,-3 4 0 15,3-4-5-15,0 6 8 0,0-6-6 0,0 0 2 16,0 0 1-16,-1 2-3 0,1-2 2 0,0 0 0 0,0 0-2 16,0 0 4-16,0 0-2 0,0 0-3 0,0 0 0 15,0 5 4-15,0-5 6 0,0 0-7 0,0 0-2 16,0 0 2-16,0 0-2 0,0 0 2 0,0 0-5 16,0 0 7-16,0 0-2 0,0 0-3 0,0 0 0 15,0 0 0-15,0 0 0 0,0 0-3 0,-3 2 5 16,3-2 4-16,0 0 3 0,0 0 3 0,0 0-2 0,0 0 8 0,0 0 12 15,0 0 11-15,0 0 12 0,0 0 0 0,0 0-4 16,14-4-6-16,4 0-8 0,10-7-9 0,8 5-21 16,19-8-3-16,5-1-50 0,30-11-62 0,3-2-76 15,-2-1-260-15,-2-3-483 0,-8-4 213 0</inkml:trace>
  <inkml:trace contextRef="#ctx0" brushRef="#br0" timeOffset="214310.44">25616 14608 92 0,'0'0'219'16,"0"0"-7"-16,-5 0-3 0,5 0-5 0,-4-1-10 16,4 1-9-16,0 0-16 0,0 0-6 0,0 0-17 15,0 0-12-15,0 0-11 0,0 0-14 0,0 0 10 16,18-5-10-16,3 3-14 0,9-1-10 0,10 2-5 16,17-4-26-1,9 4-38-15,24-2-47 0,-26-1-61 0,27-1-73 0,-30 2-241 16,1 0-438-16,-2-1 194 0</inkml:trace>
  <inkml:trace contextRef="#ctx0" brushRef="#br0" timeOffset="-214484.67">26479 14963 95 0,'0'0'206'0,"7"-4"-17"15,1 0-15-15,0 1-22 0,2 1-12 16,4-3-14-16,3 3-6 0,3 1-12 15,-1 1-2-15,-1 0-10 0,3 1-8 16,0 1-7-16,-3 3-10 0,-3-1-15 0,-2 1 0 16,0 3-11-16,-4 1-5 0,-4 1-7 0,4 5-8 15,-6-2-6-15,-3 4 0 0,-3 1 2 0,-2-1-4 16,-5 8-5-16,-7-4 2 0,4 1 0 0,-6-1-3 16,1-1 0-16,-1-2-1 0,6-4-5 0,-1-2 5 0,0 1-6 15,0-2 2-15,4-2-3 0,0-2 2 0,0 0-2 0,3-1-3 16,2-2 12-16,1-1 21 0,0 0 26 0,4-3 14 15,-5 4 19-15,3-2 15 0,2-2 3 0,0 0-9 16,0 0-2-16,0 0-12 0,21-14-8 0,-10 5-1 16,5 1-9-16,1-6-6 0,6-4-8 0,1 0-4 15,-4 1-3-15,2-5-6 0,4 0-4 0,-2 1-7 16,2-2-6-16,-3 4 3 0,-4-2-2 0,-4 10-1 0,-5 0 2 0,-2 2-2 16,2 1 2-16,-5 5-3 0,-1-3 0 15,0 3-9-15,1 0-14 0,-3 0-12 0,0 1-20 16,-2 2-12-16,0 0-2 0,0 0 11 0,6 11-4 0,-6-5 2 15,-1 5 2-15,1 0 6 0,-4 6 4 0,4-1 2 16,4 1 1-16,-3 0 1 0,1 0 6 0,5 0 5 16,1 1-2-1,3-2 6-15,-2 0-22 0,4-5-29 0,5 4-46 16,-2-5-56-16,3-3-65 0,-3-2-240 0,2-3-500 16,1 0 221-16</inkml:trace>
  <inkml:trace contextRef="#ctx0" brushRef="#br0" timeOffset="-214114.84">27132 14650 205 0,'0'0'256'0,"2"-5"-22"16,-2 5-17-16,8-4-23 0,-4 4-17 0,-4 0-21 15,14 2-12-15,-8-2-17 0,1 2-13 0,-1 0-10 16,4 5-16-16,-5-2-7 0,4 3-8 16,-2 1-7-16,0 1-4 0,-2 6-7 0,-3-3-5 15,-1 3-1-15,-1 1-9 0,-1-1-1 0,-5-1 1 0,0 1-10 0,2 1-3 16,-1-7-3-16,1 2-3 0,1-3 3 0,1 2-2 15,1-6-8-15,0 0 1 0,1 1 4 0,-2-3 2 16,5 3 9-16,1-2 4 0,5-3-1 0,10 1 0 16,10-4-2-16,3 0-16 0,8-5-42 0,12-1-53 15,-1-4-66-15,3 0-86 0,1-1-182 0,-5-1-447 16,0-2 198-16</inkml:trace>
  <inkml:trace contextRef="#ctx0" brushRef="#br0" timeOffset="-213735.89">27819 15130 184 0,'-5'3'254'0,"5"-3"-13"0,0 0-16 16,0 0-17-1,0 0-16-15,0 0-16 0,0 0-21 0,26-1-18 16,-6-2-14-16,11 0-11 0,-1 1-11 0,6-2-10 16,1 0-10-16,16 0-9 0,1-3-17 0,1 2-23 15,-2 0-22-15,-14 2-32 0,-2-2-35 0,-3 4-52 16,-4-3-35-16,-7-2-42 0,-6 3-137 0,-6-1-347 16,0-3 153-16</inkml:trace>
  <inkml:trace contextRef="#ctx0" brushRef="#br0" timeOffset="-213497.57">28142 15001 105 0,'0'0'320'0,"3"-7"-4"15,-3 1-9-15,0 4-7 0,0 2-8 0,0-6-30 0,0 6-20 16,0 0-21-16,0-4-30 0,0 4-27 0,0 0-32 15,0 0-19-15,0 0-21 0,0 0-13 16,-4 17-4-16,0-2-14 0,2 3-5 0,-1 8-3 16,-3 4-21-16,-2 1-41 0,2 2-53 0,-1 2-62 15,-8 16-65-15,2-7-92 0,-2-15-177 0,5-2-497 0,1-9 220 0</inkml:trace>
  <inkml:trace contextRef="#ctx0" brushRef="#br0" timeOffset="-212579.39">28849 14801 177 0,'0'0'176'0,"0"0"-22"16,0 0-6-16,23 4-15 0,-6-2-5 0,3 3-7 16,11 1-8-16,0 2-5 0,4 2-6 0,1 2-7 15,1 2-6-15,-2-1-10 0,-2 4-7 0,-1-1-8 16,-3 1-5-16,-3 0-9 0,-5 0-3 0,-3 4-7 16,-5-5-5-16,-8 2-2 0,0 0-8 0,-6 1-2 15,-4 5 6-15,-8-2-10 0,-3 1 4 0,-4-2 5 0,-1-4-1 0,-4 2 3 16,1-2-2-16,-1 0 3 0,0-3 1 0,2-1-3 15,5-1-3-15,2-4 2 0,0 1-8 0,7-1-3 16,-1-3 0-16,1 3 0 0,4-5-1 0,-1 1 0 16,3-1 1-16,0 1 0 0,3-1 7 0,3 1 7 15,2-2 0-15,6-1-3 0,5 1-6 0,3-1 2 16,13 0-5-16,0-2-30 16,5 1-31-16,-2-2-52 0,4-2-77 15,-3 3-230-15,1-5-432 0,-1-1 192 0</inkml:trace>
  <inkml:trace contextRef="#ctx0" brushRef="#br0" timeOffset="-212109.62">29608 14913 191 0,'0'0'198'15,"9"-2"-19"-15,-3 2-21 0,-6 0-14 0,13 1-13 16,-3 3-19 0,-3 3-8-16,3-1-17 0,-5 3-10 0,5 0-3 15,-6 3-6-15,4 3-6 0,-3-1-11 0,-4 3 2 16,2 0-8-16,-6 1-1 0,3-1-9 0,-5-1 2 0,-4 2-9 0,-1-2 5 16,-1 1 1-16,-2-3-3 0,-1 1 2 0,1-2 2 15,-2 0 0-15,6-5-2 0,-3-1 2 0,1 1 4 16,3-2 3-16,3-2 4 0,0 0 8 15,-2-1 16-15,5-2 29 0,-2 0 20 0,0 2 19 16,4-3 1-16,0 0-12 0,0 0-4 0,8-12-26 16,2 7-4-16,4-9-15 0,9-3-6 0,-1-1-14 15,2-2-14-15,0-1-6 0,4-1-24 0,-1 1-4 16,-4 1-4-16,0 3-2 0,-5 3 1 0,-4 4 4 16,-5 2 5-16,-1 0 11 0,-2 2-16 0,0 3 0 15,0 0-9-15,-2 0-15 0,-1 0-18 0,-3 3-4 0,0 0 0 0,0 0 4 16,2 12 0-16,-4-5 5 0,-3 3 4 0,-1 4-3 15,0 1 6-15,2 2 5 0,0-2-1 16,-1 3 5-16,2 0 1 0,4 2 2 0,3-2-1 0,3-2-13 16,5 0-24-16,-1-1-35 0,12 2-62 0,2-5-95 15,3-6-233-15,7-2-511 0,2-4 226 0</inkml:trace>
  <inkml:trace contextRef="#ctx0" brushRef="#br0" timeOffset="-211808.78">30313 15051 93 0,'0'0'205'0,"0"0"-1"16,-6-2-6 0,6 2-2-16,0 0-3 0,0 0-7 0,0 0-11 15,0 0-8-15,0 0-15 0,0 0-9 0,0 0-14 16,23-5-14-16,-4 3-10 0,9 0-9 0,6-1-10 16,0 0-12-16,6-1-9 0,17 0-4 0,1 0-15 0,0-2-20 15,-3 3-33-15,-19 1-37 0,5-1-50 16,-4-4-49-16,-9 2-43 0,-6 2-188 0,-4-2-405 15,-7-1 180-15</inkml:trace>
  <inkml:trace contextRef="#ctx0" brushRef="#br0" timeOffset="-211576.97">30623 14839 320 0,'0'-5'307'15,"0"5"-13"-15,-3-8-22 0,3 8-10 0,0-4-39 16,0 4-21-16,0 0-26 0,-4-5-30 0,4 5-17 16,0 0-29-16,0 0-14 0,0 15-12 0,-3-4-8 15,1 8-7-15,0 1-8 0,-2 9-4 0,4 0-5 0,-3 3-2 16,3 0-3 0,3 0 0-16,1 1-13 0,0-2-43 0,6-2-50 15,-3 0-70-15,4-6-73 0,-1-6-215 0,-1-3-460 16,1-1 204-16</inkml:trace>
  <inkml:trace contextRef="#ctx0" brushRef="#br0" timeOffset="-210730.42">31273 14604 126 0,'0'-4'220'0,"4"0"-15"0,0 0-20 16,1 2-12-16,1-1-23 0,1 0-17 0,3 0-13 16,4 0-13-16,3 0-12 0,2 3-10 0,2 0-8 0,10 7-8 15,-3 1-3-15,-1-1-10 0,-8-2 6 0,8 5-14 16,-9-1-7-16,-3 0-10 0,-1 2-4 0,-5-2-6 15,0 0-9-15,-2 3-4 0,-1-1-2 0,-3 0-8 16,-3 1-1-16,-2 0-5 0,-2-4-1 16,-2 6 0-16,0-3-2 0,-3-3 2 0,0 2 3 0,0-2-2 0,0 2 4 15,1-5-3-15,-1 1-2 0,2 1 5 0,3-2 2 16,-1 1-3-16,2-2 5 0,-1 2-3 0,3-2-4 16,1 1 8-16,1 2-5 0,4-2 3 0,-1 1-2 15,1 1 9-15,4 3-1 0,1-4-2 0,1 3 0 16,3 3 2-16,-1-1-7 0,-4-2-1 0,5 0 3 15,-5 2 26-15,-2-2-1 0,3-1-5 0,-6 2-3 0,-3 1-2 0,-1-2-3 16,0 1 2 0,-5-2-1-16,-3 2 2 0,-7 1-5 0,-9-1-6 15,-5 0-15-15,-6-1-29 0,1-2-30 0,-5-3-43 16,2 3-65-16,0-7-120 0,3 0-322 0,1 0 142 0</inkml:trace>
  <inkml:trace contextRef="#ctx0" brushRef="#br0" timeOffset="-210374.1">31147 15224 196 0,'-2'2'226'0,"-4"-2"-15"0,6 0-7 0,-5 3-11 0,5-3-1 15,0 0-1-15,-6 1-8 0,6-1-11 0,0 0-14 16,-4 3-6-16,4-3-12 0,0 0-4 16,0 0-10-16,0 0-9 0,15-7-16 0,-4 4-9 15,11-1-11-15,14-2-7 0,2 0-8 0,17-4-6 0,5 3-9 0,3-4 8 16,28-3-2-16,-26 7-3 0,28-5-2 0,0 7 1 16,-29-2-8-16,-4 2-2 0,-5 1-6 0,-15 1-6 15,-6 1-2-15,-2 1-3 0,-14-1-11 0,1 1-8 16,-5 1-15-16,-6-1-16 0,-3-2-19 0,2 3-9 15,-7 0-19-15,0 0-16 0,0 0-12 0,-20-3-22 16,1 6-29 0,-4-2-19-16,5 1-38 0,-3 0-39 0,-9 2-147 15,9-1-424-15,-1-1 187 0</inkml:trace>
  <inkml:trace contextRef="#ctx0" brushRef="#br0" timeOffset="-209888.48">31553 15318 51 0,'-6'1'303'16,"6"-1"-32"-16,0 0-31 0,0 0-24 0,-7 1-20 15,7-1-22-15,0 0-21 0,19 5-12 0,-7 0-17 16,-1-3-11-16,1 3-12 0,3 1-14 0,4 0-4 16,-6 4-13-16,1 0-6 0,-1-5-10 0,-3 1-4 0,-1 5-8 15,-4 0-8-15,0-1-3 0,-2 7-8 0,-2-1-2 16,-5 3-3-16,-5-1-2 0,-6 7 1 16,-2-3-5-16,1-1-1 0,-5 0-1 0,5-1-1 0,-5-3-5 0,10-5 4 15,-7 1-1-15,3-2 1 0,-2 1 0 0,8-3 3 16,-1-3-3-16,1 1-1 0,1-4 4 0,3 3 0 15,0-2 0-15,1 0 19 0,0-4 15 0,-1 3 10 16,3-1 9-16,2-2 9 0,0 0-12 0,0 0 8 16,12 4-7-16,5-5-3 0,5-2-5 0,7 1-9 15,6-1-3-15,3-2-34 16,0 2 10-16,2-3 2 0,11 4 6 0,-13 1-5 16,-2-1 1-16,-4 0-4 0,-4 1-5 15,-6 1 1-15,-9-2 1 0,1 2-4 0,-4 0 3 16,-2 0 2-16,-1 0 8 0,-2 0-5 0,1-2 1 0,-6 2-4 15,10 0-2-15,-10 0-10 0,0 0-9 0,6 0-7 16,-6 0-19-16,0 0-22 0,0 0-20 0,0 0-33 16,0 0-45-16,0 0-63 0,0 0-82 0,-22-4-181 0,14 1-517 15,0-1 229-15</inkml:trace>
  <inkml:trace contextRef="#ctx0" brushRef="#br0" timeOffset="-208384.68">31934 14260 193 0,'0'0'205'0,"-3"-3"-16"15,3 3-11-15,-4-3-15 0,4 3-16 0,0 0-9 0,0 0-16 16,0 0-13-16,0 0-13 0,0 0-8 0,0 0-8 16,-2-3-7-16,2 3-1 0,0 0-4 0,0 0-7 0,0 0-4 15,0 0-7-15,0 0-2 0,22 4-3 0,-8-1-6 16,12 2-3-16,6-1-7 0,0-2 3 0,0 1-5 16,7 0-4-16,-4-1-1 0,1-1-3 0,-1 1-1 15,-1-2-1-15,-6 0 0 0,0-1-6 0,-7 0 7 16,-2 0-10-16,-1-1 4 0,-7 2 17 0,0 0 16 15,-3-2 9-15,-1 1 17 16,-1 1 2-16,-6 0 8 0,11-2-2 0,-11 2-2 16,8 0 1-16,-4-1-5 0,-4 1 1 0,7-1-12 15,-7 1-2-15,0 0-11 0,0 0-7 0,6 0-4 16,-6 0-20-16,0 0-19 0,0 0-20 0,0 0-24 16,0 0-23-16,7 4-1 0,-5 2 3 0,-2 3 6 15,0 4 4-15,0 5 6 0,4 11 3 0,-7 6 4 16,3 12 2-16,-1 7 6 0,1 6 1 0,6 26 5 0,-4-3 2 0,3 2 4 15,-5-5 2-15,2-21 0 0,0 0-24 0,4 25 8 16,-5-28 3-16,3 2 1 0,6 25 5 0,-10-29 5 16,4-1 1-16,-8 1 2 0,-1-4 4 0,0 1 1 15,0-5 4-15,-3-12 1 0,3 0 1 16,-5 0 5-16,4-4 1 0,-3-2 12 0,1-2-4 16,-3-2-2-16,3-6 6 0,1 1 2 0,1-5-2 0,-3 0 0 0,3-2 1 15,-1-1-7-15,3-2 7 0,1 0-2 0,-4 0 0 16,5-1-1-16,-1-2 3 0,1-1-7 0,-2 4 7 15,0-5-5-15,4 3 3 0,-3-1-6 0,-2 0 9 16,4-3-3-16,-2 3-4 0,0-2 0 0,0 1-3 16,2-2 2-16,-2-1-2 0,3-2 1 0,3 7 0 15,-3-7 4-15,-3 5-2 16,3-5 2-16,0 0 0 0,0 3 0 16,0-3 2-16,0 0 9 0,0 0 5 0,0 0 1 15,-2 2-2-15,2-2 3 0,0 0-6 0,0 0-2 0,0 0 0 16,-3 3-1-16,3-3-3 0,0 0 4 0,0 0-3 15,0 0 8-15,0 0-1 0,-4 2 10 0,4-2-7 16,-6 2 0-16,-7-1 1 0,-7 2 4 16,-20-2-2-16,-48-1-15 0,-26 4-63 0,-21 1-99 0,-20-9-329 0,-22 2-518 15,-18-5 230-15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4-25T06:45:30.12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4524 1705 155 0,'4'-3'149'0,"-4"3"-3"0,4-4-11 15,-4 4-4-15,1-3-6 0,2 0-9 0,-3 3-3 16,1-4-1-16,-1 4-4 15,4-3-4-15,-4 3-3 0,0 0 2 0,0-6-13 16,0 6-2-16,0 0-12 0,0 0-5 0,-4-5-3 16,4 5-7-16,0 0 1 0,0 0-6 0,4-4-8 15,-4 4-1-15,0 0-15 0,0 0 0 0,0 0-10 16,0 0-6-16,0 0-6 0,0 0-7 0,-18 6-1 16,9-2-5-16,-5 0 0 0,-4 4 4 0,-1 1-1 15,-7 2-1-15,4 1 3 0,3-1-4 0,-3 5 5 0,6-4 1 16,-3-2-3-16,0 2-3 0,1 4 2 0,0-3-5 15,4 1 5-15,1-1-1 0,2 1 4 0,2-5-1 16,1 2-4-16,2-2-13 0,1 0-1 0,2 1 1 16,0 0 1-16,5 0 4 0,2-1-3 0,1 1 8 15,3 0 0-15,7 1 0 0,1 2 1 0,4-4-1 16,5 6 4-16,3-6 1 16,-5 3 0-16,4-2-5 0,-1 1 3 0,-6-5 1 15,0 3-1-15,-2 1 1 0,0-2 2 0,-1 3 1 16,-2-3-1-16,-3 0-2 0,-6 3-4 0,3-4 8 15,-1 2-3-15,-4 0-5 0,-3 1 2 0,-1 1 4 16,-4-1 0-16,-4 5-3 0,-6-1 2 16,0-2 1-16,-10 5 1 0,-3-5 0 0,2 2 4 15,-5-1-1-15,1-3 2 0,2 1 10 0,0-7 8 0,0 6 6 0,8-6 4 16,1-2 0-16,4 1 0 0,1-1-3 0,1-1 4 16,3 0 4-16,2-1-1 0,1 3 6 0,6-3 7 15,-12 0 9-15,12 0 2 0,0 0-7 0,-11 0-1 16,11 0-7-16,0 0-7 0,0 0-3 0,0 0-10 15,0 0-14-15,4-10-18 0,-4 10-25 0,10-6-22 16,-5 2-34-16,3 0-32 0,-1-2-36 0,1 1-19 0,-1-1-36 16,1 0-173-16,-1 0-412 0,-1-2 182 0</inkml:trace>
  <inkml:trace contextRef="#ctx0" brushRef="#br0" timeOffset="650.79">4813 1997 25 0,'0'0'152'0,"0"0"-7"0,0 0-9 0,0 0-5 15,0 0-8-15,0 0-10 0,0 0-14 0,0 0-4 16,0-4-5-16,0 4-6 0,0 0 2 0,0 0-8 16,0 0 1-16,0 0-3 0,0 0-8 0,0 0-3 15,0 0-13-15,0 0 0 0,0 0-8 0,0 0-4 0,0 0-5 16,-11 0-9-16,11 0 2 0,-8 0-8 0,8 0 4 0,-8 2-8 16,2 1 6-16,0-1-11 0,-1 0-5 0,-2 3 5 15,-1 0-5-15,1 0-1 0,-3 2-1 16,6 0-1-16,-4 5-3 0,2-4-1 0,-3 4 4 15,-1 2-2-15,6 0 4 0,-2 2-3 0,3-3-2 16,-1 4 3-16,2-3 0 16,4 2-3-16,-1-3 1 0,1-4 1 0,1 3 2 15,1-3 2-15,4 3 1 0,2-4 6 0,0-1 3 16,4-2 8-16,2 0-5 0,6-1 2 0,-2-2 1 16,5-1-8-16,0-3 3 0,5-1-2 15,-9-4 0-15,2 1-1 0,-3-3-1 0,1 0 3 0,-3-1 10 16,-2-2 11-16,-2 0-4 0,-2 0 6 0,-1-3-4 15,-4 0 5-15,-1 3 0 0,1 2-1 0,-5-4 1 0,0 2 3 16,-5-2-17-16,-4 2-4 0,4 2-5 0,-4 3-7 0,-5-5-14 16,-1 3-2-16,-3 3-18 0,-1-1-15 0,6 4-19 15,-1 2-27-15,-4-3-30 0,5 4-42 0,-1 0-46 16,1-1-141-16,3 2-372 0,10-1 165 0</inkml:trace>
  <inkml:trace contextRef="#ctx0" brushRef="#br0" timeOffset="1550.71">4877 1668 107 0,'0'0'151'0,"0"0"-25"0,0 0-9 0,-18 13-11 16,5 3-14-16,-7 8-9 0,-13 10-7 0,-3 8-10 16,-8 4-5-16,-17 24-1 0,0-7-13 0,2 0 4 15,2 4-14-15,19-18 2 0,4-3 0 0,2-1 7 16,0-3-4-16,9-9-2 0,6-3 2 15,0-4-3-15,2 0-6 0,1-3-2 0,7-3 1 16,-1-6-1-16,-1 2-2 16,5-6-2-16,-1 2-1 0,3-5-6 0,-2-2 1 15,2 0 2-15,1-1-5 0,0 2 6 0,1-6-2 16,-4 2 3-16,4-2 1 0,0 0-29 0,0 0-46 16,0 0-43-16,-5-13-40 0,5 4-132 0,-2-2-285 15,-1-3 127-15</inkml:trace>
  <inkml:trace contextRef="#ctx0" brushRef="#br0" timeOffset="1873.66">4105 1944 239 0,'-2'-10'267'0,"-1"0"-6"0,2 0-12 0,-2 3-10 15,2 1-14-15,1 1-17 16,-3 0-12-16,2 0-21 0,1 3-18 0,-1-2-21 15,1 4-18-15,0-6-13 0,0 6-15 0,5-2-16 16,-5 2-10-16,17 7-10 0,-1-1-8 0,2 5-8 16,9 7-7-16,6 3-6 0,8 12-1 0,4-1-3 15,-2 3 3-15,2 3-2 0,2-2-6 0,-2 3 5 16,1-2 0-16,-1-2-3 0,-1 1-1 16,-7-7-2-16,3 0-3 0,-12-8 3 0,0 0-1 0,2-2-5 0,-4-3 5 15,-4-1-3-15,-4-2-5 0,-3-6-3 0,-2 2 5 16,-1-6-8-16,-5 2 3 0,2 2-3 0,-3-4 7 15,0-1-2-15,-4 0 5 0,-2-2-2 0,8 3 10 16,-8-3 4-16,0 0-2 0,5 4-1 0,-5-4-8 16,0 0-22-16,0 0-73 0,0 0-68 0,0 0-86 15,7-12-250-15,-7 12-529 0,3-12 235 0</inkml:trace>
  <inkml:trace contextRef="#ctx0" brushRef="#br1" timeOffset="14682.45">7116 1269 63 0,'0'0'109'0,"3"-2"-4"0,-3 2-4 0,0 0 0 0,0 0-10 15,3-4-1 1,-3 4-4-16,0 0-10 0,0 0 8 0,0 0-5 16,0 0-9-16,0 0 0 0,0 0-13 0,0 0 2 15,1-3-11-15,-1 3 4 0,0 0-5 0,0 0-10 16,3-3 5-16,-3 3-9 0,0 0-5 0,0 0 5 16,0 0-9-16,0 0 4 0,0 0-3 0,0 0-4 15,0 0 0-15,0 0 5 0,0 0-17 0,0 0 2 16,0 0-17-16,0 0 3 0,0 0 0 0,0 0-2 0,-17 12 5 15,8-7-3-15,-6 5 2 0,0 0-2 0,-8 6-2 16,0 1 0-16,-3-2 5 0,2 4-4 0,-3 1 6 16,-1 1-3-16,5 1 1 0,-4-2-2 0,2 1 9 0,3 5-6 15,-2-5 1-15,3 2-1 0,2-3-4 16,1-1 7-16,5-2-1 0,3-2-2 0,4 2 2 16,-2-4-6-16,4 0 3 0,-1-1-1 0,1 0 1 0,3-2-1 0,-3 0-7 15,4 2 3-15,4-3 5 0,1 1-2 0,1 1 4 16,2-2-1-16,9 2 6 0,-2-1-10 15,7-1 3 1,5 2-1-16,-3 0 1 0,3-3 4 0,2 4-4 0,-2-4 4 0,0 2-11 0,-7-3 15 16,0-1-3-16,1 2 3 0,-3 0-8 0,-6-2-2 15,-1 1 4-15,0-2-4 16,-3 2 0-16,-3-1-2 0,-1 1 3 0,-5-2 1 16,1-5 1-16,-12 13 3 0,-2-5-6 0,-5 1 3 15,-10 3-1-15,-2-4 2 0,-1 0 4 0,-2-1 10 16,-3-2-4-16,2 2 3 0,2-2-5 0,-3-1 7 15,-1 0 6-15,5-2 3 0,1 1 1 16,3-3-3-16,8 0 6 0,3 2 10 0,2-2 10 0,7 0 4 0,0 2 5 16,8-2 0-16,-12 0-3 0,12 0-6 0,0 0-13 15,-9-4-25-15,9 4-22 0,0 0-3 0,0 0-10 16,24-10-21-16,-12 6-24 0,2 1-30 0,-2-1-38 16,4 0-33-16,2-1-127 0,-2 2-320 0,1-4 142 15</inkml:trace>
  <inkml:trace contextRef="#ctx0" brushRef="#br1" timeOffset="15199.34">7475 1752 20 0,'0'0'171'0,"0"0"-19"0,0 0-16 0,0 0-16 16,-7-6-10-16,7 6-11 0,-6 0-11 0,6 0-5 0,0 0-15 15,-15 5-4-15,8-3-7 0,0 3-8 0,-2 0-8 16,-1 4 1-16,-2-1-9 0,4-1-8 0,-4 7 2 15,0-4 2-15,-1 3-5 0,3 1-4 0,1 0-6 16,0-2 0-16,4 0-3 0,0-2 0 0,1 5 1 16,0-6-4-16,2 0 11 0,2 2-4 0,0-4 3 15,2 4 4 1,6-3 5-16,-3 0 11 0,5-2 1 0,2 0 6 0,2 1 0 16,4-2-4-16,2-5-3 0,1 3-3 15,0-6-1-15,1 3-5 0,0-4-2 0,-3-1 8 16,0-1 5-16,-3-1 11 0,0 0 16 0,-2-3 1 15,-4 2 5-15,-1-1-4 0,-1-3 5 0,-3 2-4 16,0 1 1-16,0-3 1 0,-2 3 0 0,-3 1-13 16,-3-1-6-16,-2-2-1 0,0 2-9 0,-1 1-6 0,-3 1 3 0,-3-1-12 15,2 4-8-15,-3-1 1 0,-1 2 0 0,0-1-15 16,1 2-10-16,1 1-10 0,1 1-19 16,-1 0-20-16,4 1-21 0,8-1-19 0,-13 2-25 15,13-2-19-15,-14 5-18 0,9-1-28 0,1-1-24 16,0 1-139-16,4-4-373 0,0 0 165 0</inkml:trace>
  <inkml:trace contextRef="#ctx0" brushRef="#br1" timeOffset="15901.05">7816 1695 158 0,'0'0'281'0,"0"0"-11"16,0-7-8-16,0 7-15 0,0 0-13 0,0 0-14 16,-1-4-28-16,1 4-16 15,0 0-15-15,0 0-20 0,0 0-16 16,0 0-19-16,0 0-11 0,0 0-8 0,0 0-14 15,0 0-15-15,0 0-21 0,0 0-19 0,0 0-7 16,0 0-7-16,0 0 0 0,1 18 2 0,-1-7-4 16,0 0 3-16,-1 3 1 0,0 0-4 0,-2 4 1 0,2 1 0 15,-2 0 1-15,3-1 0 0,-1-3-2 16,-2 1 5-16,2-4-6 0,1 0 1 0,-4-2 3 0,4 0-5 0,0-4 6 16,-1 0 0-16,1-1-3 0,-3 0 3 0,3-5 13 15,0 8 7-15,-1-5 21 0,1-3 29 0,0 0 27 16,0 0 28-16,0 0 24 0,0 0 3 0,0 0-21 15,0 0-16-15,0 0-14 0,13-17-8 0,-8 7-15 16,4 1-6-16,1-5-12 0,-1 1-6 16,4 0-2-16,-7 3-9 0,2 0-8 0,0 1-4 0,0 1-5 0,0 1-8 15,-3 2-5-15,0 0 1 0,2 2-12 0,-2-1-9 16,0 1-20-16,-5 3-14 0,8-3-4 0,-8 3-5 16,10 4-7-16,-10-4-9 0,13 7 1 0,-10 0-2 15,5 0-3-15,-3 0 7 0,1 4 0 0,1 0 6 16,-2-1 7-16,-4 2 2 0,3 0 1 0,0-1 6 15,0 0-4-15,-3-2 7 16,4-2 2-16,-5-1 11 0,3 1-3 0,-3-5 3 16,0-2 1-16,1 7 6 0,0-1 23 15,-1-6 30-15,3 4 43 0,-3-4 26 0,0 0 22 16,0 0-6-16,0 0-16 0,0 0-12 0,13-18-13 16,-8 7-7-16,1 1-5 0,3-4-8 0,-1-2-12 15,2 0-4-15,-1 3-7 0,1 0-8 0,-3 3-3 16,1 2-4-16,-2-1 1 0,-1 4-9 0,0 1-7 0,-1 1-5 0,-2-2-13 15,3 0-29-15,-5 5-14 0,8-3-23 0,-8 3-21 16,14 1-13-16,-14-1-18 0,17 7-23 0,-6 0-23 16,3 0-25-16,-5 2-27 0,0-3-33 0,0 2-24 15,1 1-26-15,-2-2-211 0,-3-2-558 0,-1 0 247 16</inkml:trace>
  <inkml:trace contextRef="#ctx0" brushRef="#br1" timeOffset="16339.95">8277 1869 184 0,'0'0'209'0,"0"0"-8"16,0 0-8-16,0 0-4 0,0 0-12 0,0 0-1 15,0 0-13-15,0 0-11 0,0 0-14 0,0 0-13 16,0 0-9-16,0 0-13 0,5-5-16 0,-5 5-6 0,15-5-8 16,-3 1-6-16,1 1-7 0,5-4-6 0,-1 0-4 15,3 2-5-15,-1-2-11 0,-1-2 0 0,1 0-4 0,-1-2 1 16,3 1-4-16,-5 0-7 0,1-2 2 15,-1 3-3-15,-3-3 3 0,-3 3 11 0,1 0 11 16,-4 0 7-16,0 0 13 0,-1 1 8 0,-1 1 13 16,-2 2 0-16,-1-2-3 0,-1 2-7 0,-2-1-13 0,1 6-9 0,-5-8-6 15,-1 5-11-15,-2 2-7 0,8 1-1 0,-24 1-4 16,10 2-5-16,-5 5-1 0,-2-2 3 0,-2 6-12 16,0 2-5-16,9 1 2 0,-5 4-1 15,6-2 10-15,-1 4-33 0,5-3-6 0,5-1 1 16,4 0 2-16,0 0 2 0,7 0 0 0,2 2 9 15,7-5-1-15,6 3 15 16,6-4-9-16,8-2 10 0,12-1-5 0,6-3-5 16,5-6 9-16,-3 0-3 0,-1-2 1 0,-4-2 0 15,-15 2 1-15,-4-3-2 0,1-1 1 0,-15 2 9 16,5 1-10-16,-11 0 19 0,0 1-8 0,-4 1 6 16,-2-1 3-16,1-2 3 0,-7 3 3 0,10 0 1 15,-10 0-12-15,6-2-9 0,-6 2-14 0,0 0-21 16,8-1-28-16,-8 1-26 0,0 0-37 0,0 0-45 0,0 0-54 15,0 0-59-15,-18 11-215 0,18-11-533 0,-10 2 235 16</inkml:trace>
  <inkml:trace contextRef="#ctx0" brushRef="#br1" timeOffset="18661.23">10130 1369 105 0,'0'0'156'15,"0"0"1"-15,0 0-11 0,0 0-4 0,0 0-12 16,1-3-4-16,-1 3-13 0,0 0-1 0,0 0-12 16,0 0-9-16,0 0-5 0,0 0-12 0,0 0-2 15,0 0-14-15,0 0-1 0,0 0-11 0,0 0-3 16,0 0-16-1,0 0-4-15,0 0-25 0,0 0-7 0,0 0-26 16,0 0-21-16,0 0-10 0,0 0 11 0,-4 10-4 0,4-1 9 16,3 2 7-16,-3 5 4 0,0 2 7 0,-3 0-4 15,6 9 13-15,-3-2-5 0,0 1 5 16,3 0 1-16,1-1 9 0,-4 0 3 0,3 3-4 0,0-8 14 0,0 6-4 0,3 0-3 16,0-7-1-16,-1 6 14 0,-1-8-1 15,5 0 7-15,-2-5-1 0,0 5 2 0,-2-6-2 16,3-1 5-16,-3 0 3 0,3-2 1 0,-3-1 5 15,0-3 14-15,3 1-2 0,-2 0 14 0,2 1 5 16,-1-4 3-16,1 1 6 0,0-2 6 0,6-1 6 16,-4-2-6-16,3-1 5 0,-3-4-5 0,4 2 1 15,0-4-2-15,-1-3 0 0,2-1 2 0,-2-3-7 16,2-1-2-16,1-5-1 0,-2 0-5 0,0-4 0 0,-3 0-10 16,1-2 5-16,-3-1-16 0,-2-1 1 0,2 0-5 15,-2 1-1-15,-2 0-1 0,-3 0-4 0,1 2 2 16,-2 1-2-16,1 9 7 0,-2-1 1 0,-2 0 3 15,2 6-1-15,-2 0 14 0,0 3-2 0,1-2-4 16,0 6-2-16,0-3-8 0,1 4-5 0,-2 1-13 0,2 3-28 16,-1-8-28-1,0 5-30-15,1 3-40 0,0 0-42 0,0 0-12 16,0 0 7-16,0 0 10 0,0 0-13 0,-4 17-11 16,4-6-16-16,0-3-148 0,-1 3-362 0,2 0 160 15</inkml:trace>
  <inkml:trace contextRef="#ctx0" brushRef="#br1" timeOffset="19547.84">10825 1517 121 0,'0'0'132'0,"0"0"-8"0,-1-6-6 0,1 6-11 16,0 0-1-16,0 0-7 0,0 0-7 0,0 0-11 15,0 0-8-15,0 0-6 0,0 0-7 0,0 0-7 0,0 0-10 16,0 0 0-16,-13 2-11 0,8 3 0 0,-4 0-7 16,-1 2 5-16,1-2-7 0,0 3-8 15,-1 1 2-15,-2 2-1 0,5-1-3 0,-3 1 2 16,2 1-7-16,0-1 1 15,3 0-1-15,0 3-1 0,-1-2-1 0,3-2-5 16,3 2 8-16,-1-2-3 0,3-1 5 0,3 3-3 0,0-1 7 16,3-2 3-16,5 3-2 0,0-6-6 15,3 5 3-15,2-4 3 0,-4 3-5 0,4-4 1 16,-4 2 0-16,0-3 0 0,-2 0-3 0,2 2 0 0,-5-2-7 16,0-1 4-16,-3-1-8 0,-1 0 1 0,-2 1-2 15,1 0 3-15,-4 0 5 0,-3 1-3 0,-1 0 5 16,-6-1-3-16,1 2 3 0,-1 0-1 0,-7-1 0 15,-1 3 0-15,-1-1 3 0,0-2 1 0,0 2-1 16,0-2 2-16,2-1-3 0,-1-2-4 0,2 4 5 16,4-4-8-16,3 1 7 0,0-2-5 0,3 0-3 15,1 2-14-15,5-3-3 0,-8 1-12 0,8-1-20 16,0 0-11-16,0 0-32 16,14-6-22-16,0 1-23 0,-2-1-91 15,0 0-247-15,6-2 109 0</inkml:trace>
  <inkml:trace contextRef="#ctx0" brushRef="#br1" timeOffset="20049.08">11003 1765 158 0,'0'0'168'0,"0"0"-7"0,0 0-12 0,0 0-14 16,0 0-11-16,0 0-23 0,0 0-4 0,19-5-15 0,-9 2-3 16,3-1-14-16,0-1 2 0,6 0-17 0,-2-3-8 15,1 3-6-15,-1-3-5 0,1 0-2 0,-1 1-6 16,0-2 7-16,-3-1-10 0,-3 1-6 0,-4 0 5 16,1 1 1-16,0 0 2 0,1 1 10 0,-8 2 5 15,2-3 9-15,-2 2-3 0,-1 1-4 0,0-3-4 16,-1 5-3-16,-5-4-2 15,0 3-11-15,-1 1 7 0,-7 1-10 0,2 2 1 16,-2-2-14-16,0 6 4 0,-6-1-1 0,-1 3 1 16,1 0-4-16,1 4 3 0,-2-1-1 15,-1 8-7-15,7-3 2 0,-2-1 1 0,6 4 2 16,2 0-5-16,3 2 3 0,3-2-2 0,2 0 6 0,1 0 1 16,6-2-3-16,1 1 0 0,5-4 8 0,2-1 7 15,8-2-6-15,2 3 3 0,6-7-5 0,-1 2 7 0,0-5-2 16,2 1-4-16,-4 0 2 0,-6-3-3 0,0 0-1 15,-8 1 0-15,1-2-2 0,-5 2 0 0,-1-1 1 16,-2 1 0-16,2 1 6 0,-3-2 6 0,-5 0 6 16,8 0-5-16,-8 0 0 0,0 0-5 0,0 0-5 15,0 0-19-15,0 0-28 0,0 0-34 0,0 0-41 16,0 0-39 0,-13-10-32-16,5 8-135 0,-1-2-344 0,4 0 153 0</inkml:trace>
  <inkml:trace contextRef="#ctx0" brushRef="#br1" timeOffset="20735.49">11474 1328 141 0,'0'0'192'16,"3"-4"0"-16,-3 0-18 0,0 4-17 0,0 0-17 16,1-4-19-16,-1 4-16 0,0 0-13 0,0 0-10 15,0 0-14-15,0 0-12 0,0 0-12 0,4 14-5 0,-4-5-9 0,0 2 0 16,0 15-11-16,0 3 5 0,-5 1-4 0,2 4-7 15,-3 15 7 1,-2-3-1-16,2 2-1 0,2-1-3 0,0-11 1 16,0-1 1-16,3-2-4 0,-1 0 2 0,2-1-4 15,2-3 9-15,-1-1 5 0,2-3 9 0,1-8-3 16,-2 0-1-16,1-5 0 0,3 0 4 0,-2-4 3 16,0 1-3-16,1-3 9 0,-1 0-2 0,0 0 9 15,0-1 11-15,-3-3 9 0,5 2 18 0,-3-1 11 16,-3-3 16-16,6 0-1 0,-6 0-11 0,0 0-3 15,13-5-10-15,-9 1-4 0,0-2-11 16,-1 0-9-16,-1 0-7 0,2-5-16 0,-3 2-22 0,1-4-13 0,-2 4-4 0,-2-5-6 0,-2 3-10 16,-6-4-7-16,0 3-6 0,-3 0 4 15,-4-3 4-15,2 6-2 0,-11-3 1 0,7 5 2 16,4-1-1-16,-2 1 0 0,4 4 7 0,1-1-4 16,3 1 7-16,2 0 1 0,1 1-1 0,1 0 2 15,5 2-5-15,-8-3 6 0,6 1-1 16,2 2-3-16,0 0 1 0,16-7-3 0,-3 4 2 15,9-4-10-15,6 0-9 0,5-3-24 0,-4 3-20 16,10-3-22-16,-6 5-26 16,3-4-43-16,0 1-35 0,-2 3-45 0,-6-2-130 15,-1-2-403-15,1 1 178 0</inkml:trace>
  <inkml:trace contextRef="#ctx0" brushRef="#br1" timeOffset="21615.75">11784 1666 59 0,'0'0'326'0,"1"-7"-18"0,-1 7-23 16,0 0-29-16,0 0-23 0,-1-6-29 0,1 6-19 0,0 0-24 15,0 0-24-15,0 0-33 0,0 0-15 0,0 0-10 16,0 0-8-16,-2 20-1 0,1-13-13 0,-3 5-1 16,4 1-8-16,-2 3-6 0,0 1-2 0,1 1-3 15,1 0-1-15,0-6-7 0,0 4 7 16,-1-5-11-16,3-1-3 16,0-2-1-16,-1-1-3 0,-1-3 0 0,1 1 5 15,1-1 8-15,-2-4 23 0,2 4 14 0,-2-4 4 16,0 0 7-16,0 0 8 0,23-13-15 0,-13 6-8 15,4-5-8-15,-1 0-2 0,1-4-4 0,-1 2-6 16,1-2-9-16,0 2-11 0,-1 1 7 0,-2 1-5 16,-3 3 2-16,1 2-8 0,-2-1-1 0,-1 6 0 15,-2-3-6-15,-2 1-6 0,2 1-16 0,-1 0-12 0,0 2-15 16,-3 1-7-16,0 0 1 0,0 0 2 0,14 6 0 16,-10-3-1-16,1 2 7 0,3 2 2 0,-1 1-1 15,3 0 7-15,-1 1 1 0,5 0 6 0,-4-2-1 16,4 3 6-16,-3-3 2 0,0-2-3 0,2 2 7 15,-1-2 1-15,0-4 5 0,-2 0 0 0,0-2 0 16,-1 0 5-16,4-4-2 16,-3 0 9-16,-1-2 13 0,2-3 13 0,-3 1 4 15,3-4-6-15,-1-4 8 0,-3 1-4 0,0-2-1 16,2-6-4-16,-2-2 2 0,0 1-5 0,-1-1-5 16,-3-6-3-16,-1 2 3 0,2 2-3 0,-1 2-2 15,-2 7 16-15,0-3 2 0,-1 5 6 0,0 4 7 16,0 1 11-16,3 1 8 0,-1 1 1 0,-2 1-2 15,0 4-9-15,0 1-8 0,0-3-4 0,0 3-12 0,0 4 3 16,0-5 1-16,0 0-15 0,0 5-34 0,0 0-23 16,0-4-29-16,0 4-33 0,0 0-22 0,0 0 0 15,0 0 10-15,0 0 9 0,-2 21 11 0,-1-9 15 16,2 3-3-16,-2 2 13 0,2 9 6 0,-3 1 10 16,3 2 3-16,1-5 4 0,-3 2 5 0,-2-1 3 15,3-7 7-15,-2 7 2 0,3-5 0 0,1-2 4 0,-2 2 0 0,1-3 4 16,-1 0 0-16,2-5 0 0,2 4 10 0,-2-5-6 15,3-2 8-15,-3-1-5 0,1 2 0 0,0-1-1 16,-1-2 3-16,0 1 3 0,1-2-2 16,1 0 6-16,-2 0-6 0,1-2 4 0,0 0-5 15,1 1 3-15,-2-2 2 0,0-3 0 0,1 6-1 0,-1-6 2 16,1 6 1 0,0-4 3-16,2 0 6 0,-3-2 6 0,3 3 7 15,-1 1 10-15,-2-4 3 0,5 1 6 0,-5-1 9 16,14 0-4-16,-3 2-1 0,10-5-7 0,11-3 4 15,7-4-48-15,13-5-61 0,1-1-109 0,5-4-135 16,-7-4-234-16,-2-3-586 0,-6 3 260 0</inkml:trace>
  <inkml:trace contextRef="#ctx0" brushRef="#br1" timeOffset="23906.17">13556 1267 171 0,'0'-5'183'0,"0"0"-5"16,0 5-1-16,-4-5-5 0,4 5-7 15,3-4-10-15,-3 4-12 0,0 0-15 0,0 0-13 16,1-3-13-16,-1 3-16 0,0 0-19 0,0 0-19 16,0 0-10-16,0 0-4 0,1 10-7 0,0-1-3 15,-2 4-5-15,2 4 4 16,1 2-6-16,-4 7-3 0,-1 2 0 0,5 5 2 16,-2-6-7-16,0 6 4 0,0-2-3 0,-1-3 4 15,0-2 2-15,-2-2-9 0,8-3-1 16,-6-4 3-16,-4 0 2 0,5-4-3 0,0 0 0 0,1-1-5 15,-1-4 0-15,3 0 7 0,-6-2-4 0,3 0 14 16,0-3 32-16,4 1 28 0,-4-4 27 0,0 0 31 16,0 0 23-16,0 0 25 0,-4 5 12 0,4-5-9 0,0 0-13 15,0 0-21-15,-7-18-12 0,4 7-19 0,-1-4-24 16,-1-6-28-16,2-6-18 0,-1-6-18 0,1 1-5 16,-1-16-9-16,4 16-2 0,1 1-3 0,4-2-1 15,-4 3-4-15,3 3 0 0,3-1 6 0,-7 5-5 16,2 3-2-16,1 3 2 0,0 4 0 0,-2 1-3 15,3 2-8-15,-3-1 6 0,4 1-10 0,-1 1 4 0,2-2 0 0,5 5-14 16,1-3-17-16,-3 4-26 0,10-2-20 0,-2 3-24 16,2 3-26-16,-1 1-22 0,5 1-21 0,6 3-23 15,0 5-36-15,-1 2-34 0,-2-1-38 16,-8 1-163-16,0 0-501 0,0 1 221 0</inkml:trace>
  <inkml:trace contextRef="#ctx0" brushRef="#br1" timeOffset="24144.22">13666 1763 31 0,'0'0'182'0,"-4"4"-11"0,4-4-14 0,0 0 3 16,0 0-11-16,0 0-8 0,28-2-15 0,-10 0-18 16,3-1-4-16,11-1-20 0,-2-1-6 0,2 2-32 15,0 1-42-15,0-3-48 16,0-1-47-16,-6 1-144 0,-5 1-254 16,-2-3 113-16</inkml:trace>
  <inkml:trace contextRef="#ctx0" brushRef="#br1" timeOffset="24401.16">13579 1540 151 0,'0'0'220'0,"0"0"-14"0,-6 0-15 16,6 0-11-16,0 0-13 0,0 0-21 0,0 0-15 15,0 0-17-15,0 0-7 0,0 0-9 0,38-5-14 16,-10 3-32-16,4-1-33 0,8-1-52 0,11-1-44 0,-12 1-58 0,2 1-136 16,-2 1-292-16,-1-2 129 0</inkml:trace>
  <inkml:trace contextRef="#ctx0" brushRef="#br1" timeOffset="24776.95">14477 1350 117 0,'0'0'240'15,"0"0"-14"1,0 0-27-16,0-3-11 0,0 3-27 0,0 0-22 16,0 0-19-16,0 0-21 0,0 0-8 0,0 0-14 15,-9 12-2-15,3-5-14 0,-4 3-4 0,-2 6-8 16,-4 6-4-16,0-1-3 0,2 4-4 0,-2-3-3 15,-2 2-7-15,4 1 6 0,-3-4 2 0,3 3-9 16,1-7 0-16,3 2-6 0,2-4 1 0,-2 0 0 16,1-1-9-16,1-3-27 0,0 0-19 0,3-4-22 0,-1 0-24 15,5-1-25-15,-3 1-17 0,2-4-16 0,0-1-10 16,2-2-120-16,0 0-288 0,0 0 127 0</inkml:trace>
  <inkml:trace contextRef="#ctx0" brushRef="#br1" timeOffset="25062.09">14227 1440 92 0,'-2'-5'284'0,"1"0"-11"0,1-1-21 0,1 1-21 15,-1 3-23-15,0 2-28 0,0-5-17 0,0 5-22 16,2-7-16-16,-2 7-12 0,0 0-17 0,0 0-4 16,0 0-14-16,13 14-7 0,-7-2-10 0,5 2-7 15,1 4-5-15,2 2-5 0,3 5-4 16,-1-4-1-16,2 2-3 0,-1 1-5 0,3-2-6 0,-2 0 1 0,-5-6-2 15,5 6 3-15,-7-10-8 0,3 2 0 0,-3 0 0 16,1 0-2-16,-4-7 4 0,-2 3-25 0,2-1-3 16,-2-1-16-16,1-3 6 0,-5-3-8 0,2 2 6 15,-1-1 2-15,-2 0-1 0,0-2 1 0,-1-1-11 16,4 4-4-16,-4-4-9 0,3 2-2 0,-3-2-5 16,0 0 0-16,0 0-7 0,0 0-49 0,0 0-56 0,0 0-56 15,0-10-122-15,0 10-367 0,-3-9 163 0</inkml:trace>
  <inkml:trace contextRef="#ctx0" brushRef="#br1" timeOffset="25463.12">14619 1274 48 0,'-4'-5'256'0,"3"0"-16"16,0 1-16-16,0 0-18 0,1 4-23 0,-3-4-23 0,3 4-21 15,-1-4-17-15,1 4-24 0,0 0-15 0,0 0-5 16,0 0-13-16,1 15-8 0,0-4-3 0,2 9-9 16,-2-1-1-16,3 9-7 0,-2 5-4 0,2 2 5 15,-1 0-10-15,2 12 2 0,0-12-6 0,0 1 0 16,-1 0-4-16,1-4-5 0,0 5 4 0,-1-6-6 15,-1 1 2-15,2-4-3 16,-4 0 1-16,2-8 1 0,-1 0-5 0,3-3 1 16,-5-1 1-16,3-3 1 0,-3-4-1 0,2 1-5 15,-2 0 1-15,2-3 2 0,-2 0 7 0,2-2-11 16,-2 2 3-16,0-3-1 0,0 0-2 16,0 0 3-16,0-4-16 0,0 6-5 0,0-6-13 15,0 4-11-15,0-4-13 0,0 0-10 0,0 0-11 16,0 0-18-16,0 0-8 0,0 0-90 0,0 0-134 0,0 0-347 0,-6-14 153 15</inkml:trace>
  <inkml:trace contextRef="#ctx0" brushRef="#br1" timeOffset="26211.48">14701 1453 150 0,'-4'-5'164'16,"4"5"-16"-16,0 0-22 0,0-4-3 0,0 4-17 0,0 0-13 0,0 0-10 0,0 0-6 0,0 0-2 15,27 16-15 1,-17-11-1-16,8 5-11 0,1-2 2 0,-2 3-10 16,3-5-1-16,3 8-8 0,-6-5 9 0,-1 1-13 15,-1-1-12-15,-3 0 8 0,-3-3 0 0,-4 1-8 16,4 0 3-16,-5-1-11 0,1 1 6 0,-1-3-7 15,-4 1-1-15,-3 0 3 0,2-2 2 0,-5 3 3 16,-2 0 9-16,-1-4-12 0,-5 5-2 0,1-2-1 16,-3-2 6-16,-1 2-3 0,-3 1-2 0,2-2 3 0,-1 0-4 0,0-1 6 15,-1-2-8-15,9 2 4 0,-2-1 0 0,4-1-3 16,-1-1-4-16,2 0 0 0,3 2 11 0,5-2-7 16,-8 1 7-16,4 0-4 0,4-1-1 0,0 0 2 15,0 0-1-15,0 0-4 0,25-7 2 16,-6 1-10-16,4 2-10 0,8-3 4 0,1-2-5 15,3 3 2-15,1-4-5 16,0 1 7-16,2 0-2 0,-2 1-1 0,-3-4-3 16,-1 5 3-16,0-5 3 0,-5 3 0 0,-8 2 1 15,3-3-2-15,-4 5 20 0,-8 0 23 0,2-2 23 16,-5 4 30-16,0 0 19 0,-2-1 6 0,0 0-1 16,-4-1-7-16,-1 5-9 0,3-9-17 0,-3 9-4 15,0 0-11-15,-9-8-9 0,1 7-6 0,-1-1-8 16,-2 2-2-16,-6 0-8 0,-2 3 1 0,-1 1-6 0,1 0-3 15,0 5-1-15,0 0-4 0,3 0 0 0,-2 4-4 16,-4 2-1-16,7-4-4 0,2 6 3 0,0-2-4 16,0-1 3-16,7-2-14 0,-3 2-10 0,5-3-8 15,0 0 3-15,3-4 1 0,1 1 0 0,0-1 9 16,0-1 7-16,1-2 5 0,6-2 3 0,-2 1 1 16,5-3 6-16,3-2-2 15,-2 1 0-15,2-1 12 0,5-6 0 0,-6 2 6 16,2-4-4-16,1 0 2 0,-2-2 3 0,1-2-7 15,-1 1 0-15,-1-1-3 0,-1 0-7 0,-2 1 4 16,1 0-4-16,-4 2 10 0,-1 4 3 0,-1 0 6 16,0 2-3-16,-3 0-4 0,-1 5-5 0,9-7 1 15,-8 4 1-15,2-2-17 0,-3 5-13 0,4-6-16 16,-4 6-15-16,0 0-9 0,10 0 2 0,-10 0 4 0,14 6-13 16,-6 1-2-16,1-1-18 0,2 3-3 0,1-2-16 15,1 1-15-15,4 1-20 0,1-1-22 0,-1 0-20 16,3-4-6-16,-2 1-10 0,0-1-119 0,-4-4-333 15,0 0 148-15</inkml:trace>
  <inkml:trace contextRef="#ctx0" brushRef="#br1" timeOffset="26582.33">15474 1533 107 0,'4'-7'151'0,"-2"-3"10"0,0 3 21 0,-1-5 10 0,0 1-8 15,-1 2 7-15,2-3-3 0,-2 3 4 0,1 1-3 16,-1 1-8-16,0 2 3 0,0 0-15 16,0 5-16-16,0-7-16 0,0 7-16 0,0-5-14 15,0 5-18-15,0 0-19 0,2-5-28 0,-2 5-28 16,0 0-11-16,0 0-6 0,0 0 4 0,0 0-2 15,-1 20 0-15,-1-9 11 16,2 0-12-16,-3 8 1 0,0-2-2 0,1 7 4 16,-1-5 1-16,2 1 6 0,-2 4-6 0,1-7-4 15,1 0-5-15,-3-3-6 0,4-4 1 0,-1 2 1 16,1-5-9-16,0 0 11 0,0-2-1 0,0 1 22 16,-2-1 28-16,2-5 29 0,-1 6 30 0,1-6 30 15,0 0-19-15,0 0-8 0,0 0-5 0,0 0-21 16,15-23-9-16,-8 11-1 0,3-3-9 0,3 0-6 0,-2 1-2 15,2-2-11-15,0 3-2 0,-3 3-7 0,0-5-4 16,-1 9-10-16,-4-2 1 0,3 1-3 0,-2 4-4 16,-2-2-20-16,1 5-6 0,-1-4-4 0,-4 4-5 15,13 2-3-15,-4 0-3 0,0 3 2 0,0 1-2 16,5 3-6-16,-4 0-3 0,4 2-11 0,-1-1-15 16,0 2-23-1,1 1-27-15,-4-5-34 0,1-1-27 0,0 0-48 0,0 0-63 16,-3-7-160-16,-1 0-487 0,-7 0 215 0</inkml:trace>
  <inkml:trace contextRef="#ctx0" brushRef="#br1" timeOffset="26997.7">16085 1339 33 0,'0'0'175'15,"-4"-7"-13"-15,4 7-17 0,0 0-15 0,0 0-20 16,-18 2-8-16,18-2-8 0,-13 8-14 0,2-5-7 16,-1 2-11-16,2 1-3 0,-8 4-4 0,4 0-6 15,-4-2-2-15,4 1-11 0,-2 3 0 0,0 2-7 16,4 1 1-16,-1-1-5 0,0-2 0 0,4 2-5 15,1-8 5-15,2 6-8 0,2-3 3 0,-1 1 0 16,5-2-6-16,-1 2 8 0,2-4 0 0,2 4 8 0,2-5-3 16,2 2 2-16,2 3 1 0,2-5-11 0,6 4 3 15,-1-1-2-15,-4-1-3 0,4-1 2 0,0 2-13 16,1-3 9-16,-7 0-7 0,-1 2 1 0,-4-4-5 16,1-3-13-16,1 5-8 0,-2-3-8 0,-4 5 4 15,-1-7 2-15,-1 6 2 0,-4-2 8 0,-2 1-2 16,-4 0 7-16,-2 1 0 0,-2 0-6 0,-5 1 5 0,2-2-12 0,-4 0-17 15,0-1-31-15,2 1-18 0,-2-2-30 0,3-1-28 16,2-1-87-16,7-1-247 0,-3-3 109 0</inkml:trace>
  <inkml:trace contextRef="#ctx0" brushRef="#br1" timeOffset="27298.42">16215 1497 134 0,'0'0'324'16,"0"0"-17"-16,-2-5-25 0,2 5-23 0,0 0-17 0,0 0-25 16,0 0-21-16,-3-6-22 0,3 6-19 0,0 0-19 0,0 0-21 15,0 0-23-15,0 0-14 0,0 0-7 0,0 0-4 16,1 20-8-16,1-13-8 0,-4 1-8 15,2 1 10-15,2 2-16 0,-4 0 0 0,4 1-2 16,-4 1 2-16,2 0-13 0,2-2 6 0,0 1-25 16,-2-2-8-16,0-1-19 15,2 3-14-15,-2-7-13 0,2 0-19 0,-2 2-7 16,0-2-17-16,0-5 1 0,0 7-5 0,1-4 4 16,-1-3 7-16,0 0-17 0,0 0-73 0,0 0-204 15,-3-15-412-15,1 4 183 0</inkml:trace>
  <inkml:trace contextRef="#ctx0" brushRef="#br1" timeOffset="27436.49">16183 1278 30 0,'0'-4'309'0,"-2"1"-21"0,2 3-31 16,-2-4-26-16,2 0-26 0,0 4-22 0,-1-6-32 16,1 6-32-16,0 0-28 0,0 0-27 0,0 0-23 15,0 0-51-15,0 0-41 0,20 10-63 0,-12-6-56 16,-3 1-101-16,3 0-293 0,2-1 129 0</inkml:trace>
  <inkml:trace contextRef="#ctx0" brushRef="#br1" timeOffset="27915.69">16633 1397 92 0,'0'0'175'0,"0"0"-9"0,0 0-25 0,0 0-15 16,-16 5-16-16,9-2-19 0,-1-1 0 0,-1 4-10 0,-1 0-13 16,1 1-4-16,-1 1-4 0,-3 3-5 0,4-1-15 15,-1-1 2-15,0 4-3 0,1-3-12 0,1 3 2 16,-2-1-3-16,5-1 5 0,0-1-9 0,1-1 7 15,0 1 9-15,0-3-3 0,4 3 6 0,0-3-1 16,3-2 4-16,-2 4 7 0,4-3-1 0,4 0 6 16,5-1 2-1,-1 0-1-15,7-3-2 0,0-2-8 0,1 1-1 0,-2-2-4 16,1-1 5-16,0-3 21 0,-6 1 12 0,-4-1 15 16,3 0 6-16,1-7-8 0,-5 5-3 15,0-5-8-15,-1 2 2 0,-2-2-3 0,-2 1 10 16,0-1-10-16,-3 1-12 0,-1-3-8 0,0 2 2 15,-5 2-20-15,1 0-8 0,-2 2-7 0,-3 0-7 16,0-2-1-16,-4 5-5 0,3-2-1 0,-3 2-4 0,-1 1 5 0,5 0-28 16,-2 2-6-16,-1 0-22 0,3 2-20 0,3-3-26 15,6 3-17-15,-17 0-25 0,17 0-20 16,-10 4-28-16,5 0-11 0,2-1-26 0,3-3-26 16,-2 6-132-16,2-6-403 0,0 0 178 0</inkml:trace>
  <inkml:trace contextRef="#ctx0" brushRef="#br1" timeOffset="28301.18">16900 1371 270 0,'0'0'310'0,"0"0"-29"0,0 0-33 0,0 0-26 15,0 0-28-15,0 0-20 0,0 0-24 0,0 0-16 16,0 0-20-16,0 0-7 0,10 5-18 0,-10-5-8 16,-1 12-15-16,0-4-6 0,-2 2-4 0,-1 1-8 15,3 2-2-15,-3 3-5 0,3-5-2 0,-3 2-6 16,3-3 0-16,-3-1-14 0,4-2-7 0,-2-3-2 0,2 2 2 0,0-6 2 16,-2 7 22-16,2-7 11 0,-1 4 17 0,1-4 6 15,0 0-5-15,0 0-1 0,0 0 0 0,27-17-8 16,-18 11 5-16,2-8-2 0,3 6-5 0,-7-1-2 15,4-1-3-15,-2 2-2 0,0 2-5 0,-1 1-10 16,-1-2-3-16,0 3-5 0,-2 2-7 16,1-2 0-16,-6 4-9 15,14 0-4-15,-14 0-3 0,14 2-6 0,-4 5 2 16,0 1-12-16,-1 2 2 0,-1-1-10 0,3 6-13 16,-4-3-21-16,6 4-34 0,-4-3-42 0,0 1-56 15,-4-7-67-15,3 3-245 0,-3-4-543 0,-4-1 240 16</inkml:trace>
  <inkml:trace contextRef="#ctx0" brushRef="#br1" timeOffset="30290.51">7209 2576 50 0,'-2'-3'171'0,"2"3"-10"0,0 0-23 16,0 0-10-16,-3-3-3 0,3 3-20 0,0 0-5 15,0 0-11-15,0 0-7 0,0 0-11 0,0 0-4 0,0 0-4 16,0 0-16-16,13-5 3 0,-7 4-11 0,2-2-3 15,0 2 1-15,3-2-9 0,-2 2 1 0,4 0-7 16,-1-1 0-16,1 2 0 0,5-2-3 0,1-1-2 0,-1 1-7 16,4 0 5-16,-1 2-4 0,8-2 0 0,-9 1-2 15,11-1-3-15,2 2 3 0,-6-2-3 0,5 2 2 16,1-1-7-16,-1-3 4 0,4 3 1 0,-1 0 1 16,5 1-5-16,0-3 1 0,1 2 2 0,10 0-2 15,-10-1 4-15,9-3-5 0,-11 4-1 0,1-3 0 16,12 1-3-16,-2-2 0 15,-11 3 2-15,0 0-2 0,-2-1 3 0,17 3 0 16,-17-2 0-16,1 4 2 0,3-2 0 0,-4-2-3 16,3 2 0-16,-1 2 9 0,-2-4-13 15,0 4 8-15,3-2-6 0,-1-2 1 0,0 4 2 16,-1-4 2-16,1 2 1 0,0-3-1 0,1 2-5 16,-2-2 4-16,0 0-8 0,-1 1 12 15,3-2-7-15,-4 1-1 0,-3 0 0 0,5 0 4 16,-6 2-4-16,2-2-4 0,0 0 7 0,-2 2-2 0,0 0 4 0,-1-4 3 0,2 5-6 15,-1-4 2-15,1 3-2 0,3-1 0 0,-2 1 2 16,2-2-1-16,1 0-4 16,-2 0 3-16,2 1-6 0,2 1 7 15,-2-3-3-15,-1 3 1 0,1 0-2 0,-1-6 0 0,2 6 3 0,-1-1 0 0,-1 1 0 0,0 1-1 32,0-2 0-32,-1 0 5 0,-1-1-6 0,0 3 1 15,-2-4 2-15,0 4-1 0,1-2-3 0,1 1-1 16,-1-1 7-16,3 1-2 0,-2 0 0 0,2 0-4 15,0 1 5-15,-1-4 1 0,3 3-1 0,-2-1-5 0,0 4-1 16,0-4 3-16,2 2 2 0,1-2-1 16,-1 2 1-16,-1 0 2 0,0-1-4 0,3 2 6 15,-3-2-6-15,1 2 5 0,3-2 2 0,-3 2 1 0,2-1-2 0,14-1-1 16,-2 1 5-16,-12 1-2 0,11-1 1 0,-10 2-3 16,10 0 0-16,-12-4-1 0,13 4 2 0,-13-4-3 15,1 4 2-15,-3-4 4 0,17 2 3 0,-15 0-4 16,12 0 4-16,2 2 2 0,-15-2 0 15,2 0-2-15,12 1-4 0,-15 0 2 0,17-1-11 0,-15 0 9 16,12 0-2-16,3 3 2 0,-4-3-1 0,-8 1 0 0,9-2-1 16,4 3 4-16,-4-3-6 0,-12 2 0 0,12 2 0 15,-13-3-6-15,1 0 12 0,14-2-7 0,-2 4 3 16,-1-4-3-16,-10 4 3 0,17-2-1 0,-7 3 5 16,5-3 0-16,-1 0-1 0,0 2-1 0,3 1-1 15,-3-4 0-15,0 4 3 0,0-3-5 0,3 3 3 16,-4-3 2-16,1 1-4 15,-2-1 0-15,-1 0 2 0,-10 0 1 0,11 0-1 16,3 1 3-16,-1-1 1 0,1 0-1 0,2 2-7 16,1-1 9-16,-3-1-3 0,0 0 3 0,2-1-4 15,-2 4 5-15,-2-1-2 0,0 2 1 0,-1-3 3 16,1-1-2-16,2 2 4 0,-1 0 3 0,-1-1-4 16,1-1-2-16,4 3 1 0,-3-1 1 0,1 1-5 15,1 0 4-15,-2-3-9 0,0 2 5 0,4 0-5 0,-4 2 1 16,-3-3-3-16,6 5 3 0,-8-7-3 0,6 5 2 15,-1-2-2-15,0 1 1 0,-2 0-2 0,6 1 0 16,0-2-3-16,0 1 4 0,7-1 0 0,25 1-2 16,-29-3 2-16,5 2-1 0,-2 1 0 0,26-1 4 15,-26 0-8-15,25-2 3 0,-25 0-2 0,27 3-1 16,-27-3 5-16,29-3-4 16,2 3-2-16,-28 0 1 0,25 3 1 0,-26-3 0 15,-2 2-1-15,28 3 1 0,-3-5-1 0,-30 2 2 16,7 5-1-16,-2-1 0 0,-2-3 1 15,1-2-1-15,-4 2 0 0,-1-1-4 0,-4 0 8 0,-17 0 3 16,-1 1-7-16,-1-3 3 0,-4 0 4 0,-10 0 0 16,-3 0 9-16,-6 0 6 0,-1 2-1 0,-3-2 3 15,-4 0-2-15,3 0-1 0,-8 0-7 0,10 0 2 0,-10 0-19 16,7 0-18-16,-7 0-20 0,6 0-28 0,-6 0-28 16,0 0-54-16,0 0-26 0,0 0-50 0,0 0-121 15,0 0-376-15,0 0 167 0</inkml:trace>
  <inkml:trace contextRef="#ctx0" brushRef="#br1" timeOffset="32480.29">2265 4117 62 0,'-1'-5'256'0,"-2"2"28"0,1-1-5 15,2-1-3-15,0 5-7 0,-1-5-12 0,1 5-9 0,-2-4-17 16,2 4-25-16,0 0-17 0,-1-3-21 0,1 3-21 16,0 0-14-16,-1-4-23 0,1 4-25 0,0 0-14 0,0 0-30 15,0 0-20-15,0 0 2 0,2 12-6 0,-2-2 0 16,0 2-3-16,2 4-2 0,-2 1-1 0,-3 2 0 15,3-1 0-15,-1 3-1 0,2-3 6 16,-1-1-5-16,0 1 1 16,1-3-2-16,-1 0-4 0,0-4-1 0,0-1-4 15,0-3 7-15,2-2-5 0,-2 2 5 0,1-5-2 16,-1 2 2-16,1 3 2 0,-1-6 1 0,0-1 13 16,0 5 5-16,0-5 8 0,0 3-1 0,0-3 8 15,0 0-1-15,0 0-4 0,0 0-10 0,0 0-34 16,0 0-42-16,0 0-28 0,5-17-38 0,-4 10-46 15,2-2-68-15,-2-3-66 0,-1-1-197 0,-1-3-530 0,1-1 235 0</inkml:trace>
  <inkml:trace contextRef="#ctx0" brushRef="#br1" timeOffset="32629.83">2208 3923 129 0,'-3'-6'279'0,"3"2"-17"0,-1 0-9 15,-1-1-30-15,-1 2-6 0,3 3-17 0,0-5-9 16,0 5-26-16,0-4-21 0,0 4-17 0,0 0-31 0,-2-7-37 16,2 7-44-16,0 0-50 0,0 0-58 15,0 0-49-15,0 0-38 0,7-2-139 0,-7 2-345 16,0 0 153-16</inkml:trace>
  <inkml:trace contextRef="#ctx0" brushRef="#br1" timeOffset="33112.97">2116 3723 72 0,'-8'2'109'0,"0"0"-7"16,-2 1-10-16,1 5-17 0,-4 0 3 0,4 1-10 0,-6 4-5 15,-2 8-7-15,2 2 0 0,2-6-4 0,-2 9-7 16,3 3 2 0,0 5 3-16,-5 0-7 0,3 10 6 0,0 2 6 15,2-3-2-15,5-8 1 0,-1-2 1 0,3 2 2 16,-1 0-3-16,3-2-3 0,-1 0 3 0,8-2 1 16,-3 0-4-16,3 1 10 0,4-4-2 0,1 1 6 15,1-3 3-15,0 0 2 0,8-1 8 0,0-6 2 16,2 0 5-16,3-3-1 0,2-3 4 0,0-1 5 15,4-1 0-15,-1-5 1 0,5-2-4 0,-4-1-2 0,4-2 0 0,-1-3 2 16,3-6 2-16,-3 1 2 0,1-2 9 0,0-2 5 16,-1-5 2-16,0 0 15 0,-3-3-4 0,2-5-5 15,-3-2-8-15,4-11 0 0,-9 9 0 0,4-12-16 16,-6-4-2-16,-2-4-15 0,-6-3-21 16,-5 0-13-16,-4-1-1 0,-6 4-8 0,-6 2 4 15,-1 0-3-15,0 14-8 16,-5 2 4-16,-4 1-10 0,-2 3-27 0,-7 1-15 15,-4 6-19-15,-21 2-25 0,11 9-17 0,-11 4-23 16,-1 4-27-16,-1 8-36 0,2-1-42 0,18 7-69 16,-1 1-320-16,3 5-649 0,5-2 287 0</inkml:trace>
  <inkml:trace contextRef="#ctx0" brushRef="#br1" timeOffset="35171.68">3833 3909 135 0,'-3'-8'233'0,"3"-1"-12"0,-1 1-1 16,1 2-10-16,-1-2-12 0,1 4-7 0,-1 0-14 15,1-4-11 1,-2 4-12-16,4 0-23 0,-2 4-21 0,0-5-13 16,0 5-34-16,0 0-27 0,0 0-2 0,0 0-9 15,0 0-3-15,2 22 1 0,2-3-7 0,-4 8-2 0,0 2-1 16,1 3 1-16,-1 2 1 0,3 1-5 16,-3 1 4-16,0-1 1 0,4-2-5 0,-2 4 5 15,-1-6 1-15,-1-1-5 0,0-4-2 0,3-5-3 16,-3-5 2-16,0-3-3 0,1 0 1 0,1-2-1 0,-2-1 1 0,2-2-3 15,-2 0 3-15,0-4 0 0,0 0-1 0,1 0 4 16,-1-4 0-16,0 6 27 0,3-3 4 0,-3-3 9 16,-3 4-1-16,3-4-1 0,-1 3-1 0,1-3-5 15,0 0-3-15,0 0-3 0,0 0-11 0,0 0-15 16,0 0-23-16,0 0-32 0,0 0-36 0,0 0-43 0,0 0-49 16,8-7-44-16,-6 2-190 0,1-2-442 0,1 2 196 15</inkml:trace>
  <inkml:trace contextRef="#ctx0" brushRef="#br1" timeOffset="35657.18">4227 4189 33 0,'0'0'104'0,"-7"3"6"16,7-3-6-16,0 0-9 0,0 0 2 0,0 0-1 15,0 0-26-15,0 0-2 0,0 0 2 0,0 0 3 16,-9-3 7-16,9 3-1 0,0 0 2 0,0 0-8 16,0 0-2-16,0 0-1 0,0 0-2 0,0 0-3 15,21 3-2-15,-7-6-7 0,6 2-4 0,-1-2-11 16,12 1 1-16,1-1-5 0,0 1-5 0,0-2 2 0,-4 0-6 0,0 1-7 15,-9-1 1-15,-1 4-1 0,1 0-1 16,-6-4 2-16,1 3 4 0,-5-1-2 0,-1 0 5 16,-2 2-2-16,0-1-5 0,-6 1 3 0,7-3-7 0,-7 3-8 15,8 0-13 1,-8 0-12-16,1-4-39 0,-1 4-26 0,0 0-32 16,0 0-36-16,-14-3-147 0,6 2-319 0,1 0 141 15</inkml:trace>
  <inkml:trace contextRef="#ctx0" brushRef="#br1" timeOffset="36220.92">4722 3953 60 0,'8'-3'144'0,"1"2"-15"0,1-2-6 0,3 3-15 0,-1 2-10 15,0-2-11-15,1 1-6 0,4 3-8 0,-2 0-3 16,-2 3-13-16,1 2-9 0,-1 2-5 0,2 1 9 16,-3 4-6-16,0-3-4 0,-7 4-10 0,0 1 6 15,1 0 1-15,-4 0-9 0,-2 2-6 0,-4 4 2 16,-1-1-4-16,-4-3-6 0,3-2 6 0,-7-1-4 15,3-1-1-15,-2 0 7 16,1-4-3-16,-1 0 5 0,1-4 7 0,3 0-2 16,0-2 11-16,2-1 0 0,1 1 4 0,0-2 21 15,1-2 22-15,1 1 30 0,1-2 30 0,2-1 27 16,-7 1 21-16,7-1-34 0,0 0-20 0,-1-9-11 16,2 3-15-16,2-4-7 0,5-4-17 0,-3-1-7 15,8-3-12-15,-2-4-7 0,3-1-10 0,3 0-8 16,-1-4-5-16,1 6-8 0,-2-2-2 0,-1 4-3 0,-5 4-4 15,0 1 2-15,-1 2-10 0,-3 3 3 0,-1 1 3 16,-3 3-5-16,3-2-6 0,0 2 5 0,-3 4-8 16,0-4 1-16,2 2-13 0,-3 3-22 0,0 0-11 0,1-5-20 15,-1 5-4-15,0 0 7 0,0 0 16 16,-1 17-5-16,1-5 5 0,-4-2 2 0,-1 8 4 16,5 0 3-16,-5 0 5 15,5 1-3-15,4-1 6 0,-3-1 1 0,3 0 4 16,1 0 1-16,3-1-6 0,1-1-3 0,2-3-2 15,1 0-8-15,2-3-16 0,2 0-33 0,3-2-36 16,-1-4-49-16,4-3-56 0,0 1-246 0,-3-4-503 16,4-2 222-16</inkml:trace>
  <inkml:trace contextRef="#ctx0" brushRef="#br1" timeOffset="36521.75">5158 3709 73 0,'-2'-6'183'0,"2"6"-17"0,0 0-22 0,0 0-9 16,0 0-18-16,11 10-15 0,-6 0-8 0,9 6-7 15,-1 7-8-15,6 3-1 0,-2 3-3 0,1 3-6 0,3 8-2 16,1 5-2-16,-3-1-3 0,-2 0-14 0,-4 2 4 15,-6-11-7-15,-3 0 0 0,-1-1-2 16,-6 1-1-16,-2-1-2 0,-6-3-6 0,-5-3 2 16,-2 2-3-16,-2-4 0 0,-4-1 2 0,-4-3-20 15,-12 7-41-15,8-11-52 0,-16 3-77 16,-5-4-152-16,3-6-332 0,-2-6 148 0</inkml:trace>
  <inkml:trace contextRef="#ctx0" brushRef="#br1" timeOffset="37038.48">3548 3717 81 0,'0'-1'190'0,"-1"-2"-8"0,1 3-19 0,-2-5-17 0,2 5-21 16,-1-5-13-16,1 5-16 0,0 0-8 0,-9 13-13 15,3 3-7-15,-3 8-7 0,0 5-10 0,-5 3-6 16,-1 17-7-16,-2 6 1 0,0 1 5 15,6 0-16-15,-2 4 8 0,9-7 4 0,-2 1-1 16,6-6-1-16,6-14-2 0,-1 1 14 0,7-1 0 0,3-4 14 0,7 1 5 16,11 6 6-16,-6-13-2 0,5-5-3 0,19 5-2 15,3-7-9-15,3-8-17 0,6-6-35 0,-2-2-46 16,7-4-58-16,24-6-66 0,-32 3-196 0,3-8-388 16,-1 1 172-16</inkml:trace>
  <inkml:trace contextRef="#ctx0" brushRef="#br1" timeOffset="37809.51">5263 3582 20 0,'0'0'132'15,"0"0"-11"-15,0 0-6 0,0 0-6 0,-8-2-6 16,8 2-6-16,0 0-5 0,0 0-8 0,0 0-6 16,0 0-7-16,0 0 4 0,0 0-4 0,0 0-1 15,0 0 2-15,0 0-3 0,0 0 6 16,0 0 0-16,0 0-7 0,0 0 1 0,0 0-7 16,0 0-5-16,0 0-9 15,0 0-2-15,0 0-2 0,0 0-1 0,0 0-6 16,30 2-8-16,-13-4 5 0,13 2-6 0,-1-3-3 0,6 1-2 15,-2 0 0-15,-1 1-2 0,2 0-9 0,1-3 1 16,-4 3 2-16,-2 1-3 0,-10-3-3 16,-1 3 2-16,0-1-1 0,-4-1-3 0,-1 1 1 15,-3 0 1-15,-3 1 2 0,0-2-1 0,-1 2-4 16,-6 0-5-16,0 0-8 0,9-1-10 0,-9 1-18 0,0 0-20 0,0 0-20 16,2-4-11-16,-2 4-22 0,0 0-16 0,0 0-2 15,0 0-38-15,0 0-91 0,-17-1-274 0,17 1 121 16</inkml:trace>
  <inkml:trace contextRef="#ctx0" brushRef="#br1" timeOffset="38141.57">5816 3409 246 0,'0'-4'266'0,"0"4"-13"0,0 0-19 0,0-7-19 0,0 7-22 0,0 0-15 16,0 0-23-16,-4-3-16 0,4 3-17 0,0 0-15 15,0 0-15-15,0 0 0 0,0 0-24 0,4 13 25 16,-4-8-13-16,4 5-6 0,-4 2-9 0,5 7-3 16,0 0-14-16,-1 6 0 0,0 1-2 0,2-4-5 15,1-2-8-15,-5 6 3 0,6-6-5 0,-3 3-1 16,-1-6-3-1,-1 1-4-15,0-7-1 0,0 3 2 0,-2-5-3 16,3 3 0-16,-3-3-5 0,2 0 2 0,-2-1-5 0,-1-1 5 16,3-2-7-16,-2-3-16 0,0 4-14 15,0-2-14-15,-1-4-23 0,2 5-23 0,-2-5-33 16,0 0-42-16,0 0-53 0,1 4-226 0,-1-4-469 16,0 0 208-16</inkml:trace>
  <inkml:trace contextRef="#ctx0" brushRef="#br1" timeOffset="39181.68">6029 4200 55 0,'0'0'180'0,"0"0"-8"0,0 0-5 0,0 0-12 15,-2 1-14-15,2-1-11 0,0 0-10 0,0 0-13 16,0 0-14-16,0 0-6 0,0 0-8 0,26-2-7 16,-12 0-8-16,4 0-28 0,1-1-25 0,2 0-24 15,7-1-39-15,-6 2-31 0,5 1-44 0,-6-1-106 0,0 0-251 0,-3-4 111 16</inkml:trace>
  <inkml:trace contextRef="#ctx0" brushRef="#br1" timeOffset="39344.43">6138 4311 101 0,'0'2'122'0,"0"-2"-2"16,5 5 3-16,3-5-9 0,3 0-9 0,9-2-11 15,9 2-7-15,0-5-10 0,6 3-21 0,-2-3-26 16,8 0-40-16,11-2-35 0,2-1-43 0,-14 1-60 0,11-4-160 16,-14 1 71-16</inkml:trace>
  <inkml:trace contextRef="#ctx0" brushRef="#br1" timeOffset="39667.31">7103 3978 227 0,'-3'-4'256'16,"3"1"-14"-16,0 3-20 0,0-7-16 0,0 7-17 15,-1-3-20-15,1 3-21 0,0-5-14 0,0 5-19 0,0 0-13 16,0 0-14-1,0 0-13-15,0 0-8 0,4 17-4 0,-4-8-11 16,5 8-4-16,-4 0-7 0,2 4 0 0,1 4-9 16,-3 1 0-16,5-1-5 0,1 0 1 0,-6-5-2 15,3 0 1-15,1-2-4 0,-2-1 0 0,-1-3-15 16,3-3-19-16,-2 1-17 0,-1-1-17 0,2-2-26 16,-1 0-26-16,-2-2-37 0,3-1-40 0,0 2-185 15,0-5-388-15,3 0 172 0</inkml:trace>
  <inkml:trace contextRef="#ctx0" brushRef="#br1" timeOffset="39999.35">7522 4231 174 0,'0'0'162'0,"0"0"-6"16,0 0-14-16,0 0-13 0,0 0-4 0,0 0-3 15,23 0-7-15,-13-3-8 0,7 1-13 16,5 1-10-16,7-1-13 0,3-3-4 0,1 4-10 15,3-3-4-15,4 0-4 0,-2 2-9 0,16-4 0 0,-19 4-11 16,1 0 0-16,-4 0-20 0,-4-4-19 0,-6 5-13 0,-8-3-17 16,0 3-21-16,-2 0-36 0,-3-3-49 0,-7-2-101 15,-1 1-266-15,-2 1 118 0</inkml:trace>
  <inkml:trace contextRef="#ctx0" brushRef="#br1" timeOffset="40215.42">7752 4066 188 0,'-4'-6'279'0,"4"6"-20"0,-1-1-14 0,1 1-22 16,0 0-23-16,-4-3-23 0,4 3-23 0,0 0-21 16,0 0-15-16,0 0-11 0,-2 12-11 0,2-2-11 15,2 7-7-15,-1 1-10 0,3 8-6 0,0-2-4 0,2 2-6 16,2 2-21-16,1-1-32 0,0-1-41 0,1-1-48 15,-2-3-56-15,1-4-77 0,0-4-130 0,-4-7-380 16,0 1 169-16</inkml:trace>
  <inkml:trace contextRef="#ctx0" brushRef="#br1" timeOffset="41202.21">8488 3909 84 0,'0'0'218'0,"0"-8"-22"0,0 6-20 15,0 2-20-15,4-7-16 0,1 4-15 0,2 2-13 0,-1-2-13 0,7 1-6 16,-2 2-14-16,7 1-6 0,-1 4-8 0,0 1-8 16,0 3-8-16,1 0-1 0,-4 3-1 0,1 1-9 15,3 6-3-15,-9-2 0 0,2 1-2 0,-1 2-6 16,-5 3 3-16,-4 4-6 0,2-1 1 0,-7-8-3 15,-1 8-2-15,-4-1 1 0,-3-2-1 0,-2-7-6 16,1 6-3 0,3-7 2-16,-4-3 3 0,1 1 0 0,2-4 6 0,3-2 3 15,0-1 0-15,3 0 3 0,-2-2 1 0,3-1 14 16,0 0 22-16,2 0 31 0,2-3 36 0,-3 2 27 16,3-2 16-16,0 0-39 0,0 0-21 0,3-15-9 15,2 4-7-15,3-3-10 0,4-3-15 16,7-6-7-16,-1-2-2 0,5-4-12 0,-1 1-20 0,0-2-6 15,1 0-6-15,0 3-2 0,-3 3 3 0,-5 3-10 0,-2 5 4 16,-5 5 2-16,-1 2-8 0,1 1-2 0,-4 5-5 16,-1-2-15-16,2 3-19 0,-3-2-25 0,-2 4-7 15,0 0 9-15,0 0 3 0,-4 13 6 0,-1-1 2 16,0 1 7-16,-4 5 2 0,3 2 8 0,-2 4 2 16,4 2 4-16,1-7-19 0,0 7-11 0,2-7-5 15,3 0-9-15,5 1-2 0,1-3-18 0,4-3-23 0,5-2-20 0,-1-2-54 16,15 0-57-16,-3-7-180 0,3-1-451 0,2-4 200 15</inkml:trace>
  <inkml:trace contextRef="#ctx0" brushRef="#br1" timeOffset="41634.61">9263 4106 129 0,'0'0'141'0,"0"0"14"0,0 0 3 15,0 0-3-15,-4 3-1 0,4-3-4 0,0 0 6 16,0 0-11-16,0 0-9 0,0 0-12 0,0 0-18 0,25-4-11 15,-12 1-7-15,6-1-7 0,11-1-9 0,0 3-7 0,1-4-10 16,2 0-4-16,2 2-5 0,-1 0-1 0,1 0-12 16,-5-1-18-16,-2 2-14 0,-6-2-24 0,0 2-27 15,-4-1-27-15,-2 2-43 0,-3-5-37 0,-3 3-165 16,-2 0-349-16,-7-1 156 0</inkml:trace>
  <inkml:trace contextRef="#ctx0" brushRef="#br1" timeOffset="41866.33">9450 3956 157 0,'0'0'242'16,"-6"-1"-9"-16,6 1-7 0,-4-3-13 0,4 3-20 0,0 0-20 16,-5-2-21-16,5 2-17 0,0 0-21 0,0 0-12 0,-5 5-13 15,3 1-7-15,0 3-7 0,0 2-10 0,-1 4-10 16,0 2 0-16,2 8-7 0,0 1-4 0,1-1-3 15,0 0-6-15,1 1 3 0,2-7-26 0,-2 2-12 16,0-2-23-16,4-1-27 0,-1 0-24 0,1-3-38 16,-1-4-48-16,3-1-200 0,0-2-390 0,2-3 172 15</inkml:trace>
  <inkml:trace contextRef="#ctx0" brushRef="#br1" timeOffset="42405.39">9904 3896 30 0,'5'-4'195'0,"0"1"-13"0,0 2-7 0,0-4-14 0,1 4-10 16,0-1-16-16,1 0-13 0,1 2-12 0,-3 0-11 16,3 0-18-16,-3 2-5 0,4 1-6 0,-4 2-6 15,3 3-5-15,-3 2-8 0,5 0-3 0,-6 5 0 16,1 2-8-16,-2-2-6 0,-2 3 1 0,-2 1-8 16,1 9 3-16,-4-10-10 0,0 2 4 0,0-1-2 15,-2-1-1-15,-2-1 0 16,3-3-8-16,1-2 1 0,-1 0 1 0,1-4-3 15,3 0-4-15,-4 0 5 0,5-5-4 0,-1 1 6 16,-2 3 28-16,3-3 31 0,0-4 37 16,-1 2 29-16,1-2 32 0,0 0 29 0,0 0-9 15,0 0-22-15,0 0-19 0,5-10-10 0,4 1-16 0,0-6-11 16,1 1-12-16,0-2-11 0,2-1-13 0,4-6-3 16,-2 2-16-16,-2 7-6 0,-1 0-1 0,-2 3-9 0,-2 3-3 15,0 0-9-15,-3 2 2 0,0 3-10 0,-1-3-6 16,-1 2-26-16,1 0-30 0,-3 4-23 0,2-3-10 0,-2 3 7 15,0 0 3-15,8 11 11 0,-7-5 4 16,4 3-1-16,-1 2 5 0,1 6 1 0,-1 0 1 16,3-1 6-16,-1 0-7 0,4-1-18 0,3 3-24 15,-2-4-26-15,2-3-30 0,0 0-36 0,2-1-42 0,-3-5-74 0,0-3-179 16,0 0-509-16,-2-4 225 0</inkml:trace>
  <inkml:trace contextRef="#ctx0" brushRef="#br1" timeOffset="42890.88">10180 3618 54 0,'0'-3'258'16,"0"3"-19"-16,0 0-21 0,0-3-16 0,0 3-20 15,0 0-21-15,5-3-12 0,-5 3-21 0,0 0-11 16,9 0-12-16,-9 0-15 0,9 5-6 0,-4-3-5 16,4 3-17-16,-4 4-3 0,4-1-11 0,-2 3-2 15,-2-1-3-15,1 1-2 16,-2 0 1-16,-2 4-10 0,1 5 0 0,-3-4-5 15,1-1-3-15,-1-3 1 0,-1 0-6 0,2-3-1 16,-1-1-1-16,1-2-1 0,-1 0-3 0,0 0 1 16,0-2-3-16,0-1 3 0,0 1 6 0,2-1 25 15,-2-3 17-15,8 5 6 0,0-2 2 0,5-2-1 16,6-2-6-16,1 1-3 0,1-4-5 0,7 2 8 16,2-3-6-16,-7 2-5 0,2 0-3 0,-4 1-4 0,-1-2-4 0,-1-1-1 15,-6 3-7-15,-1 0 4 0,-4 1-5 16,0 0-5-16,-3-1-2 0,0 2-5 0,2-3 10 15,-7 3-21-15,6-1-8 0,-6 1-12 0,8 0-15 16,-8 0-19-16,0 0-23 0,0 0-14 0,0 0-6 16,1 5-22-16,-1-5-26 0,-5 6-45 0,1-3-37 15,1 1-42-15,0 0-160 16,0-2-454-16,3-2 200 0</inkml:trace>
  <inkml:trace contextRef="#ctx0" brushRef="#br1" timeOffset="43338.81">10690 4075 151 0,'-4'1'164'0,"4"-1"-3"15,0 0-5 1,0 0-1-16,0 0-7 0,0 0-9 0,0 0-6 0,0 0-15 15,0 0-3-15,-3 3-7 0,3-3-6 0,0 0-7 16,0 0-7-16,0 0-12 0,0 0-3 0,0 0-9 16,21-4-4-16,-13 2-10 0,-2 0-3 0,4-1-4 15,4 1-6-15,3-1-4 0,3-1-2 16,2 1-2-16,2-1-5 0,7 1-3 0,-3-1-4 0,0 1 1 16,2-2-2-16,-2 2-6 0,-1 2-7 0,-4-2-10 0,-3 1-11 15,-3-1-4-15,-5-1-2 0,1 0-12 0,-6 3-20 16,0-2-28-16,-1 2-35 0,-2-3-35 0,-2 0-37 15,-2 4-105-15,-7-8-321 0,0 4 143 0</inkml:trace>
  <inkml:trace contextRef="#ctx0" brushRef="#br1" timeOffset="43539.41">10838 3943 115 0,'0'0'258'0,"0"0"-9"15,0 0-18-15,-4-2-17 0,4 2-23 0,0 0-19 16,0 0-25-16,0 0-18 0,0 0-17 0,0 0-10 16,0 12-15-16,0-6-8 0,0 6-7 0,0 6-4 0,0 1-8 0,4 7-6 15,-4 4-3-15,3-1-3 0,-1 1-11 16,5-2-42-16,-6 1-46 0,4-4-75 0,4 0-86 16,-5-10-135-16,-3-4-377 0,-1-4 167 0</inkml:trace>
  <inkml:trace contextRef="#ctx0" brushRef="#br1" timeOffset="44827.06">11400 3802 71 0,'0'-3'184'0,"0"3"-3"0,0 0-9 15,0-5-14-15,0 5-7 0,0-6-17 0,1 3-16 16,-1 3-17-16,8-7-9 0,-3 5-9 0,3 0-9 16,2-1-8-16,0 3-9 0,2 0-3 0,2 0-8 0,-1 0-3 15,6 3-9-15,-2 0-4 0,2 3 0 0,-3 2 2 16,0 0-2-16,-2 3-8 0,-1 2-3 0,-2 1-3 0,-1-1-1 16,-1 3-1-16,0 1-2 0,-5 1 4 15,0-1 1-15,-3 3-7 0,-5-3 2 0,1 1-5 16,-4 8 7-16,-1-9-6 0,2 0-4 0,-4-1 0 15,1-1 2-15,0-2 4 16,0-2-3-16,3-1 0 0,2-2 2 0,-1 0-4 16,-1-2 4-16,4-2-12 0,-1 1 8 0,0-2 4 15,0-1 9-15,3-2 24 0,-2 6 26 0,0-4 21 16,2-2 23-16,0 0-4 0,0 0-14 0,0 0-9 16,12-10-10-16,-6 0-4 0,2-1-9 0,1-2-2 15,1-6-7-15,-2 2-1 0,4-6-9 0,4 0-3 16,-1-3-5-16,-1-1-3 0,-1 6-8 0,-2 0-6 0,1 4 7 15,-6 1 0-15,1 6-4 0,-4-5 6 0,4 11-4 0,-6-4 5 16,3 3-10-16,-3-1-5 0,3 3-15 0,-1-2-16 16,-1 3-13-16,-2 2-20 0,0 0 1 15,0 0 11-15,2 11-1 0,-4-2 3 0,0 4 4 16,-1-1 7-16,2 5 0 0,-2 0 5 0,3 4 10 16,0-3-6-16,4 6 6 0,1-5-1 0,3 0 0 0,1-1-16 0,1-4-14 15,5 1-29-15,-1-4-42 0,5-2-41 0,1-3-99 16,1-5-157-16,1-2-444 0,-3-5 196 0</inkml:trace>
  <inkml:trace contextRef="#ctx0" brushRef="#br1" timeOffset="47048.34">11750 3449 22 0,'2'-3'175'0,"-1"-1"-4"0,3 0-22 0,0 1-16 16,1-2-12-16,1 2-11 0,1-1-12 0,3-1-7 15,1 3-4-15,1-1-13 0,2 0-6 0,-3 3-4 16,0-1-9-16,3 1-4 0,-3 0-9 0,-1 1 0 16,3 2-5-16,-5 0-13 0,-2 1-1 0,-2 1-6 15,2-3-11-15,-2 6 5 0,-4-1 5 0,0 0-16 16,-4 3 5-16,2 2-1 0,-6-3-3 0,2 0-3 0,-2 2 7 0,-1-2-5 16,-1-2 1-16,1 1 1 0,3-2 6 0,0-2-5 15,0 3-6-15,4-3 1 0,-2 1 5 16,2 0-1-16,1 0-2 0,4-2 3 0,-1 4 3 15,3-2-2-15,4 3 0 0,2-3-5 0,0 2 1 0,4 2-6 16,2-3 10-16,0 2-3 0,-6-1-1 0,1-1 3 16,-2 2-4-1,-1-1 7-15,-2-3-12 0,0 5 6 0,-2-4-8 16,-2 2 3-16,-2 0-1 0,-1-3 2 0,-5 5 0 16,-3-1 0-16,-6 1 1 0,1-4-13 0,-3 4-17 15,-1-1-36-15,-2-1-25 0,-2-2-38 0,3 0-94 16,3-1-245-16,4-1 110 0</inkml:trace>
  <inkml:trace contextRef="#ctx0" brushRef="#br1" timeOffset="47386.81">12224 3955 140 0,'0'0'157'0,"0"0"-7"0,0 0 0 0,0 0-4 0,0 0-19 16,0 0-6-16,0 0-12 0,17 1-7 0,-5-2-9 15,0 1-10-15,10-3-9 0,6-1-9 0,0 0-6 16,2 2-8-16,-1-2-5 0,3 1-5 0,-1-1-8 16,-1 0-12-16,-2 1-13 0,-7 0-21 0,-1 0-20 15,1-1-21-15,-4-1-28 0,-4 2-30 16,-2 1-32-16,-4-2-79 0,-3-1-243 0,-4 5 108 0</inkml:trace>
  <inkml:trace contextRef="#ctx0" brushRef="#br1" timeOffset="47634.16">12478 3806 248 0,'0'0'252'15,"-4"-6"-15"-15,4 6-3 0,-3-6-11 0,3 6-4 16,-1-5-16-16,1 5-17 0,0 0-17 16,-4-4-18-16,4 4-21 0,0 0-16 0,0 0-14 0,0 0-13 15,0 0-14-15,0 0-11 0,0 0-4 0,-9 13-10 16,7-2 0-16,-1 2-7 15,-2 3-5-15,1 4-2 0,1 0-3 0,0-2-3 0,-1 7-9 0,0-5-14 16,4-1-22-16,-1 0-17 0,0 1-13 0,2-3-12 16,0 0-9-16,0 0-23 0,2-4-27 0,2-2-28 0,0-2-35 15,1-3-199-15,5-1-411 0,1-3 183 0</inkml:trace>
  <inkml:trace contextRef="#ctx0" brushRef="#br1" timeOffset="47819.07">13056 3938 205 0,'0'0'257'15,"0"0"-23"-15,7-3-25 0,-7 3-14 0,2-1-23 16,-2 1-13-16,5-3-26 0,-5 3-33 0,11-4-26 16,-5 3-25-1,3-2-36-15,5 1-50 0,4-1-50 0,2-2-61 16,2 1-107-16,-3 1-276 0,13-3 122 0</inkml:trace>
  <inkml:trace contextRef="#ctx0" brushRef="#br1" timeOffset="47966.25">13716 3912 197 0,'0'0'281'0,"5"1"-15"0,-5-1-19 15,2 3-15-15,-2-3-29 0,0 0-25 0,0 0-32 16,12-7-30-16,-6 7-30 0,2-4-31 0,2 0-38 15,3 2-44-15,6-2-45 0,4 1-60 16,5-4-168-16,-1 4-323 0,4-4 144 0</inkml:trace>
  <inkml:trace contextRef="#ctx0" brushRef="#br1" timeOffset="48135.48">14246 3850 135 0,'0'0'271'0,"5"3"-10"0,-5-3-6 0,0 0-10 16,0 0-24-16,0 0-19 0,0 0-31 0,0 0-38 0,19-4-34 0,-11 1-39 16,6 3-36-16,4-1-57 0,1-1-59 0,9-4-61 15,-1 3-148-15,1 0-324 0,0-1 144 0</inkml:trace>
  <inkml:trace contextRef="#ctx0" brushRef="#br1" timeOffset="48266.97">14821 3862 166 0,'3'1'266'0,"-1"-1"-20"16,-2 0-22-16,0 0-14 0,6 3-33 0,-6-3-15 15,0 0-51-15,0 0-52 0,0 0-50 0,0 0-56 16,15-7-66-16,-15 7-132 0,4-5-266 0,-4 5 117 16</inkml:trace>
  <inkml:trace contextRef="#ctx0" brushRef="#br1" timeOffset="51311.88">3707 5691 78 0,'0'0'167'0,"0"0"6"0,0 0 3 16,-3-4-3-16,3 4-6 0,0 0-6 0,0-5 2 15,0 5-2-15,-1-4-11 0,1 4 15 0,0 0-13 16,0-5 1-16,0 5-5 0,0 0 0 0,0 0-12 15,0 0-12-15,0 0-9 0,1-5-10 0,-1 5-14 16,0 0-9-16,0 0-13 16,0 0-9-16,0 0-2 0,0 0-29 0,0 0-18 15,0 0-5-15,0 0-1 0,0 17 2 0,0-5-7 16,0 5 2-16,4 7 1 0,-4 3-1 0,1 2-2 16,-1 0 3-16,0 1-1 0,0 0 0 0,1 1 3 15,-1-1-5-15,2-4 2 0,-1 2-1 0,-1-5 5 16,4 2-5-16,-4-8 2 0,1-1 1 0,1 1-3 15,-2-4 3-15,2-6-2 0,-2 5 1 0,1-7 2 0,-1 2-3 16,0-2 12-16,0-1-12 0,0 0 2 0,3 0 2 0,-6 0 0 16,3-4 3-16,3 5-2 0,-3-5 4 15,0 0 0-15,0 4-1 0,0-4-7 0,0 0-13 0,0 0-8 0,0 0-14 16,0 4-14-16,0-4-24 0,0 0-18 0,0 0-19 16,0 0-28-16,0 0-69 0,0 0-59 0,0 0-137 15,0 0-432-15,12-14 191 0</inkml:trace>
  <inkml:trace contextRef="#ctx0" brushRef="#br1" timeOffset="51944.55">4159 5998 126 0,'0'0'123'0,"-8"1"-4"15,8-1-4-15,0 0-15 0,-5 1-2 0,5-1-5 16,0 0-4-16,0 0-5 0,0 0 0 0,-5 3-12 15,5-3 11-15,0 0-1 0,0 0-2 0,0 0-4 0,0 0-3 0,0 0-2 16,0 0-5-16,0 0-8 0,0 0 0 16,0 0-7-16,0 0-1 0,0 0-5 0,0 0-10 15,0 0-1-15,0 0-3 0,0 0-1 0,0 0-6 16,0 0 1-16,0 0-5 0,0 0-7 0,0 0-1 0,0 0 2 16,0 0-3-16,0 0-6 0,0 0 7 0,0 0 2 15,0 0-3 1,0 0 9-16,0 0 0 0,0 0-5 0,0 0 4 15,0 0 0-15,0 0 3 0,26-4 0 0,-9 3 0 16,4 0-1-16,6-1-4 0,3-1-6 0,6-2 0 16,-4-1 1-16,0 3 0 0,0 0-1 0,-1-1 3 15,-3 1-4-15,-8 3-1 0,2-4-1 0,-3 1-1 16,-6 3 1-16,-3-1 4 0,3 0-6 0,-5 1-19 16,-2-1-13-16,-6 1-11 0,10 0-15 0,-4-3-19 0,-6 3-18 0,0 0-13 15,4-2-36-15,-4 2-42 0,0 0-122 0,0 0-326 16,-21-6 145-16</inkml:trace>
  <inkml:trace contextRef="#ctx0" brushRef="#br1" timeOffset="52198.44">4376 5843 61 0,'-1'-5'294'0,"0"0"-8"0,1 2-4 15,0 3-6-15,-4-6-16 0,2 3-22 0,2 3-24 16,-1-3-22-16,1 3-20 16,-1-4-26-16,1 4-24 0,0 0-36 0,0 0-18 15,0 0-9-15,-4 13-11 0,3-5-3 0,-2 7-4 16,2 1-5-16,-4 4-4 0,5-1-5 0,-1 7 1 16,2 3-2-16,-1-1-4 0,5 0-2 0,-4-3-9 15,6 1-10-15,-4-6-11 0,3 1-13 0,-3-4-15 16,1 0-23-16,4-2-31 0,-4-1-38 0,2-2-42 15,1-2-67-15,-5-3-149 0,3-2-421 0,0-1 186 0</inkml:trace>
  <inkml:trace contextRef="#ctx0" brushRef="#br1" timeOffset="53016.07">4959 5772 77 0,'1'-2'235'0,"-1"2"-22"0,0 0-19 15,5-5-21-15,-5 5-16 0,5-2-19 0,-5 2-15 16,8 0-13-16,-8 0-9 0,12 1-12 16,-6 0-12-16,0 4-10 0,1-1-6 0,-1-1-7 15,2 4-5-15,1 3-5 0,-2-1-10 0,1 1 0 0,1 5-4 16,-3-1-2-16,-1 1-1 0,-1 2-5 0,-1 0-4 15,-1 0 2-15,-3 2-3 0,-1-2-4 0,-2 0-2 0,0-1 4 16,1 0 1-16,-2 0-3 0,-4-1-1 0,5-5-2 16,1 1 1-16,-1-3-2 0,0-2 0 0,0 0-3 15,1 0 1-15,3 2 1 0,-1-5 3 0,-3-1 6 16,2 2 22-16,2-4 24 0,-4 5 29 0,4-5 28 16,0 0 24-16,-1 3 9 0,1-3 12 0,0 0 31 15,0 0-16-15,0 0-22 16,5-14-12-16,2 4-19 0,0 0-21 0,2-4 3 15,-1-2-17-15,4-6-8 0,0-2-15 0,3-1-21 16,0-2-10-16,2 3-12 0,-3 5-6 0,-5 2 5 16,1 0-3-16,-2 5-3 0,-3 0 2 0,-1 3 2 15,2-1 2-15,-2 6-2 0,-3-2 3 0,3-1-22 16,-1 6 10-16,-2-4 3 0,-1 2-20 0,3-1-24 16,-3 4-24-16,1-5-25 0,-1 5-14 0,0 0 9 0,0 0 8 0,-5 17 13 15,1-7 2-15,0 2 7 0,0 3 4 0,-1 1 5 16,4 2 1-16,-3 1 9 0,4-2 0 0,1 0 6 15,2-1 6-15,3 3 1 0,2-4 0 0,1 0 2 16,0-1 3-16,5-3 4 0,-1-1 4 0,5 1-5 16,0-1-17-16,2-6-30 0,2 1-38 0,-1-2-47 15,1-3-64 1,5-5-66-16,-8-1-235 0,-1 0-549 0,0-1 243 16</inkml:trace>
  <inkml:trace contextRef="#ctx0" brushRef="#br1" timeOffset="53301.27">5420 5485 136 0,'-2'-4'203'0,"2"4"-25"0,0 0-19 16,0 0-16-16,0 0-14 0,0 0-13 0,11 18-16 15,-3-7-13-15,1 4-6 0,2 10-3 0,2-1-14 0,1 9-3 0,-1-1 3 16,3 11 7-16,0 3-21 0,0-2 1 0,-7-10-6 16,2 12-3-16,-4 1-3 0,2 0-3 0,-4 0 3 15,-5-12-4-15,-4 0-3 0,-1 13 3 0,-4-14-1 16,-1-1 0-16,-14 11 2 0,-3-3-2 0,-7-1 2 16,-5-5-1-16,-6 1-16 0,-6-4-50 0,-2-5-77 15,-7-3-253-15,-3-7-391 16,0-8 174-16</inkml:trace>
  <inkml:trace contextRef="#ctx0" brushRef="#br1" timeOffset="54165.92">3278 5501 59 0,'0'0'237'0,"-2"-3"0"16,2 3-16-16,-1-6-16 0,1 6-20 0,-3-3-14 16,3 3-20-16,0 0-17 0,0 0-17 0,0 0-21 15,0 0-24-15,0 0-10 0,0 0-9 0,-10 14-9 16,2 6-6-16,-2 7-5 0,-3 6-4 0,-5 15-5 15,3 3-4-15,-3 0 0 0,1 0 1 0,5 3-4 16,-5 25 1-16,8-32 0 0,3 4 2 0,2-6-5 16,4-9 2-16,4-4-1 0,1 0 7 0,4-1 8 0,3-2 2 0,4-3 9 15,8-1-1-15,0-3 0 0,11-5-2 0,16 1-14 16,5-4-26-16,12-6-42 0,21-5-65 0,1-6-85 16,-31-1-187-16,1-6-412 0,-1 1 182 0</inkml:trace>
  <inkml:trace contextRef="#ctx0" brushRef="#br1" timeOffset="55137.3">5429 5317 31 0,'3'-3'82'0,"-3"3"-2"0,1-4-18 0,-1 4-1 16,1-3-8-16,-1 3-4 0,0 0-5 0,0-4 4 16,0 4 4-16,0 0-2 0,3-5-5 0,-3 5 8 0,0 0-8 15,0 0-2-15,0 0 3 0,1-3-8 0,-1 3 0 0,0 0 4 16,0 0-22-16,0 0 10 0,0 0 2 0,0 0-13 15,0 0-3-15,0 0 4 0,0 0-1 16,0 0-6-16,0 0 3 0,0 0-1 0,0 0-3 16,0 0 14-16,0 0-7 0,0 0 4 0,0 0 10 0,0 0 2 15,0 0-8 1,0 0-1-16,0 0 13 0,9 0 2 0,-2-2 5 16,0 1 2-16,6 0 0 0,1 1-6 0,4-3-5 15,3 1-5-15,1 1 0 0,6-3-4 0,-6 3-5 16,6 0-2-16,-5-2-4 0,0 1 1 0,5-1-1 15,-6-2-3-15,-2 1 6 0,2 1-6 0,-3 1-4 16,-1 2 5-16,-4-3-7 0,-1 3 2 0,-3-1-14 16,3 0-9-16,-5-1-19 0,-2 2-26 0,-6 0-24 0,10-1-26 0,-6-1-56 15,-4 2-83-15,6-2-269 0,-3-1 119 0</inkml:trace>
  <inkml:trace contextRef="#ctx0" brushRef="#br1" timeOffset="55438.1">6009 5131 177 0,'-2'-5'227'15,"2"5"-15"-15,0 0-12 0,0-2-15 0,0 2-18 16,0 0-19-16,0 0-17 0,0 0-15 0,0 0-17 0,0 0-13 16,0 0-7-16,0 0-9 0,-2 17-11 0,1-8-5 15,1 8-3-15,-3 0-11 0,2 2 1 0,2 7-1 16,-2 2-9-16,2 3 1 0,2-5-3 0,2 6 0 16,-5-4-1-1,4-3-24-15,1 2-28 0,-1-3-34 0,2-2-44 0,-2-4-44 16,1 0-189-16,0-2-362 0,2-4 161 15</inkml:trace>
  <inkml:trace contextRef="#ctx0" brushRef="#br1" timeOffset="56039.75">6496 5891 98 0,'0'0'120'15,"0"0"-13"-15,0 0 3 0,0 0 9 0,-8 0-1 16,8 0 6-16,0 0-11 0,0 0 6 0,0 0 2 16,0 0-9-1,0 0-13-15,0 0-1 0,0 0-9 0,0 0-7 16,0 0-10-16,0 0-8 0,21-3-2 0,-8 3-10 0,2-2-4 15,4 0-2-15,1 0-9 0,1 1-3 0,7-4-3 16,0 5-1-16,-5-1-4 0,-1 0-1 0,-3 1-9 16,1-3 18-16,-4 2-3 0,-1 0-2 0,-2-1-1 15,-2 1-4-15,-3 0-3 0,0 0-1 0,-3-1 0 16,2 1-2-16,-7 1-17 0,7 0-30 0,-7 0-34 0,0 0-69 16,4-2-65-16,-4 2-133 0,0 0-357 0,0 0 159 15</inkml:trace>
  <inkml:trace contextRef="#ctx0" brushRef="#br1" timeOffset="56371.88">6343 6093 22 0,'-4'0'225'0,"4"0"-15"0,0 0-17 15,0 0-10-15,8 3-15 0,2-3-15 0,10 0-15 16,8-2-11-16,3-1-15 0,6-2-10 0,4 1-11 16,10 1-10-16,-12-1-6 0,1-1-1 0,-4-1-13 15,0 2-2-15,-3 2-2 0,-1-2-8 0,-12 3-1 16,-1 1 1-16,-6-3-6 0,0 2 6 0,-4 0 9 0,0 1-2 0,-4-2 2 15,-5 2-5-15,10-1-5 0,-10 1-15 0,8 0-12 16,-8 0-26-16,0 0-37 0,0 0-48 16,0 0-56-16,-23-4-63 0,11 4-159 0,1-3-397 15,3 3 175-15</inkml:trace>
  <inkml:trace contextRef="#ctx0" brushRef="#br1" timeOffset="57358.52">7836 5704 286 0,'-1'-2'294'16,"0"-2"-17"-16,0-2-11 0,-2 4-15 0,3 2-1 15,0-5-31-15,0 5-18 0,-3-5-21 0,3 5-25 16,0-3-14-16,0 3-23 0,0 0-14 0,0 0-17 0,0 0-12 0,0 0-9 16,-2 18-9-16,1-4-4 0,-2 5-7 0,3-1-5 15,-1 8-3-15,-3-2-5 0,3 4 0 16,0-2-3-16,-2 0-4 0,3 1 0 0,0-1-1 16,0-9-6-16,0 1-1 0,0-2-3 0,3-1 0 15,-3-3-3-15,0 0-9 0,0-5-6 0,1 1-8 0,-1-4-2 16,-1 1-2-16,1 0-1 0,0 0-6 0,0-5-7 0,1 2-13 15,-1-2-18-15,0 0-21 0,0 7-45 0,0-7-83 16,0 0-264-16,0 0-511 0,0 0 227 0</inkml:trace>
  <inkml:trace contextRef="#ctx0" brushRef="#br1" timeOffset="57690.35">8158 5934 202 0,'-3'4'249'0,"3"-4"-20"0,0 0-14 0,-2 4-15 16,2-4 0-16,0 0-8 0,0 0-1 0,0 0-9 15,0 0-9-15,0 0-15 0,0 0-10 0,0 0-14 0,0 0-12 16,0 0-14-16,23-4-10 0,-3-2-8 0,10 3-14 15,5 0-6-15,-1-3-6 0,2 0-6 16,2 2-6-16,-2 2-5 0,-3-3-5 0,1 2-5 16,-8 2-4-16,-5-2-1 15,-6 2-7-15,-1-1-1 0,-4 2-3 0,-2 0-3 16,0-1 0-16,-2 1-14 0,-6 0-8 0,9-1-12 16,-9 1-17-16,9 0-14 0,-9 0-7 0,1-3-7 15,-1 3-18-15,0 0-27 0,0 0-29 0,0 0-24 16,0 0-29-16,0 0-27 0,-22 0-188 0,15 0-436 15,7 0 193-15</inkml:trace>
  <inkml:trace contextRef="#ctx0" brushRef="#br1" timeOffset="58207.16">8767 5666 202 0,'6'-5'213'0,"2"1"-15"0,2-2-9 0,0 1-19 15,3 2-13-15,-2 2-12 0,1 0-12 0,3-1-9 16,-2 4-17-16,5-1-8 0,-1 0-13 0,-1 2-8 0,3 3-6 16,-1 3-10-16,-7-2-1 0,4 3-3 0,-5 4-11 15,0-2-3-15,-2 4-5 0,-2 0-7 0,-2 1-5 0,-4 0 2 16,0 1-4-16,-2 0 1 0,-4 1-7 0,-5 4-1 15,3-6 1-15,-1 0-1 0,-1-2-4 0,-1 1 0 16,0-2 0-16,4-5 3 0,0 1-3 0,1-5 0 16,1 2 2-16,1-4-2 0,-1 2-1 0,1-2 26 15,4 1 28-15,-5 0 32 0,5-4 28 0,0 0 31 16,0 0 8-16,0 0-18 0,0 0-14 0,0 0-14 0,13-18-15 0,-6 8-10 16,5-3-6-16,3-2-29 0,3-3 12 0,0-2-11 15,0 1-5-15,1-4-7 0,4-2-12 0,-4 3-8 16,-2 2-2-16,-2-1-4 0,-3 9-3 0,-1-3 5 15,-7 8 4-15,4-1-12 0,-4 1 0 0,-1 5 5 16,0-2-14-16,1 1-16 0,-3 0-18 0,-1 3-22 16,0 0-8-16,0 0 5 15,0 0 2-15,-5 15 8 0,0-3 2 0,-3 3 3 16,2 1 1-16,-2 1 10 0,3 5 0 16,1 2 4-16,3-5 1 0,2 6 4 0,3-6 9 15,9 8-7-15,3-4-3 0,9-3-18 0,5-2-51 16,17 3-83-16,10-11-132 0,2-8-267 0,1-4-613 0,2-5 272 15</inkml:trace>
  <inkml:trace contextRef="#ctx0" brushRef="#br1" timeOffset="66033.95">9799 5888 175 0,'-10'0'163'0,"10"0"-17"0,0 0-11 15,0 0-7-15,0 0-8 0,0 0-5 0,-6 0-6 16,6 0-8-16,0 0-4 0,0 0-9 0,0 0-10 16,0 0-13-16,0 0-1 0,0 0-11 0,0 0 0 15,0 0-8-15,0 0-1 0,0 0 3 0,0 0-1 16,0 0-2-16,0 0 5 0,0 0-2 0,0 0-3 16,0 0-6-16,0 0-3 0,-4 3-2 0,4-3-3 15,0 0-3-15,0 0-4 0,0 0-2 0,0 0 0 16,0 0-4-16,0 0 2 0,0 0-2 0,0 0-4 15,0 0-3-15,0 0 2 16,0 0 0-16,0 0 2 0,0 0-4 0,0 0 0 16,0 0-1-16,0 0 1 0,0 0-4 0,0 0 0 15,0 0 0-15,0 0-2 0,0 0 2 0,0 0 2 16,0 0 12-16,24-3 1 0,-4 1 1 0,8 0-3 16,1 0 1-16,9-2-2 0,-1 1 0 0,14-1 6 15,3 0-5-15,-13-1-5 0,10 2 3 0,3-2 15 16,-2-1-4-16,-16 3 0 0,-2-1-1 0,-2 0-6 0,-4 2-1 0,-5-1-4 15,-2 3 1-15,-8-2-5 0,-1 0-5 0,-2 2-9 16,-3 0-9-16,-3-1-14 0,1-1-4 16,-5 2-16-16,0 0-33 0,0 0-14 0,0 0-11 0,0 0-7 15,-18-4-11-15,4 4-8 0,1 0-14 0,3 0-8 16,-4 0-22-16,2-1-108 0,-3 0-303 0,2 1 135 16</inkml:trace>
  <inkml:trace contextRef="#ctx0" brushRef="#br1" timeOffset="66265.87">10176 5721 158 0,'0'-4'277'0,"-1"-1"-13"0,-2 0-8 0,2 2-9 16,1 3-13-16,-1-5-19 0,1 5-23 0,0-4-18 15,0 4-21-15,-3-3-17 0,3 3-20 0,0 0-15 16,0 0-14-16,0 0-9 0,0 0-12 0,-4 15-6 15,4-5-4-15,0 6-7 0,0 1-5 0,0 5-3 16,-1 2-2-16,1 3-7 0,4-1 1 0,0 0 0 16,-2-1-5-16,5 2-21 15,-1-5-23-15,2 6-21 0,-3-10-29 0,0 2-33 16,0-3-48-16,3-7-60 0,-2 1-227 0,1-1-471 16,-2-3 209-16</inkml:trace>
  <inkml:trace contextRef="#ctx0" brushRef="#br1" timeOffset="66813.86">10736 5666 33 0,'5'-5'242'0,"1"0"-22"0,2-2-21 0,3 4-22 0,-2-2-15 16,3 3-15-16,2-1-18 0,-4 3-11 16,8 1-14-16,-4 4-9 0,3-1-10 0,-2 2-12 15,0 3-5-15,1 1-7 0,-2 5-6 0,-3-2-9 16,2 3-7-16,-5-1 2 0,-1 3-5 0,-3 1-1 0,0 0-8 16,-3 1-1-1,-1-1 0-15,-3 5 0 0,-4-6-4 0,-1 1 1 16,-4 3 3-16,-5-3-4 0,6 0 2 0,-2-5 4 15,1-4 1-15,-3 2 1 0,6-3 4 0,-1-2 4 16,2-1 9-16,3-1 1 0,1 0 0 0,-1-3 10 0,1 2 22 16,-1-3 38-16,5-1 31 0,-5 3 35 0,5-3 4 15,0 0-25-15,0 0-14 0,0 0-14 0,10-20-19 16,-1 6-12-16,0-1-7 0,5-1-13 0,2-5-6 0,4-3-8 16,-1 1-8-16,2 1-11 0,-2-2-6 0,-3 6-8 15,1-3 6-15,-5 7-7 0,-4 3-3 0,0 2 7 16,-3 1-6-16,0 3-7 0,-1 0 1 0,0 1-13 15,1 0-10-15,-4 1-16 0,3 1-25 0,-1-1-15 16,-3 3-28-16,0 0 7 0,0 0 6 0,1 10 4 16,-1 0 2-16,1-1 9 15,2 3 9-15,-3 5 1 0,1 0 6 0,2 1 8 16,1 0-1-16,2 7 9 0,4-8 2 0,2 0 4 16,4 4 3-16,4-4-12 0,1-2-25 0,2-1-34 15,1-3-42-15,2-2-56 0,2-4-69 16,0-3-88-16,2-5-191 0,-3-1-572 0,-7-1 254 0</inkml:trace>
  <inkml:trace contextRef="#ctx0" brushRef="#br1" timeOffset="67368.55">11238 5269 166 0,'1'-5'267'16,"2"3"-16"-16,1-1-13 0,-1 1-16 0,4-2-20 15,-2 1-17-15,0 0-18 0,-1 1-18 0,5-1-15 16,-4 3-17-16,-5 0-14 0,12 3-5 0,-6-2-18 16,4 2-10-16,-2 2-9 0,1 2-7 0,-3 3-3 15,2 0-3-15,-1 5-8 0,0 1-4 0,-2 1-4 16,-1 2 2-16,-4-3-3 0,-1 10-7 0,-1-7-1 0,-2 0 0 0,-1 6 0 16,0-8-4-16,0-1-1 0,-2 0-2 15,0-2 0-15,3-2-2 0,0-4-2 0,0-2-1 16,2 1-3-16,-2-2 1 0,3 0-1 0,-1 1 0 15,2-2 3-15,-2-2 7 0,2-2 10 0,4 7 17 0,1-6 13 16,4 1 2-16,10 0 2 0,2-4-4 16,14-1-3-16,-3-1-1 15,5 0-14-15,2-3 5 0,-1 3 2 0,13-2-4 16,-14 1-1-16,-1-1 6 0,-2 2-10 0,-3 1-4 16,-9 1-2-16,-3 0 0 0,-1 1 0 0,-8-1 2 15,0-1 8-15,-3 3-5 0,0-2 10 0,-2 0 9 16,1 1-26-16,-6 1 14 0,6-1-3 0,-6 1-3 15,6-1-8-15,-6 1-20 0,0 0-22 0,0 0-29 16,0 0-32-16,9 0-35 0,-9 0-33 0,0 0-47 0,0 0-56 0,-12 7-61 16,5-4-237-16,7-3-586 0,0 0 260 0</inkml:trace>
  <inkml:trace contextRef="#ctx0" brushRef="#br1" timeOffset="71579.48">12067 5835 45 0,'0'0'186'0,"0"0"-15"16,-9 1-13-16,9-1-6 0,0 0-9 0,0 0-7 15,0 0-7-15,-6 2-8 0,6-2-4 0,0 0 3 0,0 0-7 16,0 0-8-16,0 0-9 0,-3 3-13 0,3-3-2 16,0 0-7-16,0 0-6 0,0 0-4 0,0 0-2 15,0 0-9-15,0 0 1 0,0 0-12 0,0 0-1 16,0 0-5-16,0 0-3 0,0 0-1 0,0 0-5 15,0 0-2-15,0 0-2 0,0 0-4 0,0 0 1 16,-2 2-5-16,2-2 0 16,0 0 0-16,0 0-6 0,0 0 3 0,0 0-4 15,0 0 2-15,0 0-1 0,0 0 3 0,0 0 0 16,0 0 6-16,0 0 0 0,0 0-3 0,0 0 3 16,0 0 1-16,0 0 2 0,0 0-3 0,0 0 3 15,0 0 3-15,0 0 3 0,0 0 2 0,0 0-2 16,0 0 2-16,0 0-4 0,21-6-4 0,-4 5-1 15,11-4-3-15,7 1-3 0,6-2-2 0,11-1 0 0,3 1-1 0,4-1-3 16,-6 0-1-16,4 4 2 0,-3-6 0 0,-14 8-4 16,-1-1 2-16,-5 0-3 0,-1 0 1 0,-2 1-1 15,-3-3-1-15,-9 4 0 0,-5-3-2 16,-1 3 2-16,-4 0-5 0,3 0-6 0,-5 0-2 0,-3-2-4 16,-4 2-6-16,9 0-5 0,-9 0-13 0,8-1-10 15,-8 1-7 1,0 0-28-16,0 0-22 0,0 0-27 0,0 0-14 15,0 0-20-15,0 0-25 0,0 0-174 0,-27-1-395 16,23-2 175-16</inkml:trace>
  <inkml:trace contextRef="#ctx0" brushRef="#br1" timeOffset="72196.7">13000 5548 170 0,'8'-3'164'16,"-2"0"-18"-16,2 1-15 0,2-2-10 0,4 3-7 15,-2-1-13-15,3 1-8 0,-2 2-10 0,5 1-4 16,-2-1-12-16,2 3-6 0,-4 1-6 15,1 4-6 1,1 0-8-16,-2 2-3 0,-4 1-2 0,-1 2-1 0,0 3-3 0,-4 0-7 16,-1 1 1-16,-3 0-1 0,2 2-4 0,-8-1-1 15,-2 5-2-15,0-4 3 0,-6 3 0 16,1-6-1-16,2 0-3 0,-4-2 7 0,1 1-3 16,1-4 0-16,-3 1 2 0,1-1 0 0,4-4 0 0,1-2 0 15,0 2-1-15,4-4-2 0,0 0 2 0,2 1 1 16,0-3 13-16,-2 3 21 0,5-5 21 0,-4 1 23 15,4-1 21-15,-4 3 13 0,4-3 22 0,-3 2 24 0,3-2 2 16,0 0-16-16,0 0-34 0,0 0 3 0,13-18-7 0,-7 10-20 16,2-1-3-16,4-4-15 0,-1-1-9 15,6-7 1-15,-2 1-29 0,1-1 1 0,0-2-8 16,0 2-5-16,0-3-14 0,1 4-2 0,-6 3 1 16,1 1-8-16,-2 1 4 0,-1-2-5 0,-1 4-5 15,-3 3 7-15,0-1 0 16,0 4 2-16,-1-1 5 0,-2 4-6 0,1-1-17 15,-2 2 6-15,0-1-7 0,-1 4-4 0,3-5-22 16,-3 5-22-16,1-3-30 0,-1 3-18 0,0 0-3 16,0 0 6-16,0 0 6 0,-1 20 11 0,-3-8 8 15,0 5 4-15,2 1 8 0,-2 0 3 0,-1 1 11 16,1 0 5-16,4 6-1 0,3-7 9 0,3 3 3 16,-1-3 4-16,4-2 8 0,1 3 0 0,3-3 6 0,1-3-2 0,8 3-4 15,3-3-18-15,3-3-36 0,4-2-60 0,-1-4-75 16,3-3-102-16,0-2-180 0,-2-4-522 0,-3 0 231 15</inkml:trace>
  <inkml:trace contextRef="#ctx0" brushRef="#br1" timeOffset="72929.56">13491 5129 39 0,'10'-1'153'0,"2"-2"-10"0,3 2-11 15,2-2-11-15,0 3-8 0,1 0-12 0,4-1-6 16,-2 1-5-16,1 0-11 0,2 1-11 0,-4 2-6 16,-1-2-2-16,-4 0-12 0,-1 2-1 0,-2-2-9 0,-2 4-11 0,-2-2-6 15,-1 0-5-15,-1-1-2 0,-2 1-4 16,-2 3-3-16,-1-3 0 0,0-3 6 0,-9 9 2 15,3-6-1-15,-2 2-2 0,0 0 2 0,-2 2 1 16,1-5-1-16,3 2-2 0,-1 0 3 0,0-2-3 16,2 1 0-16,1-1-5 0,0 0-3 0,0 1 4 0,4-3-5 15,-4 1 2 1,4-1 1-16,-1 6 6 0,1-6 0 0,5 6 5 16,0-2 11-16,3-2 1 0,2 4-1 0,2-2 1 15,3 2 0-15,3-2 1 0,1 5 1 0,0 1 0 16,-1 0 1-16,1-3-4 0,0 3-4 0,-1 1-1 15,-2-3 0-15,-1 4-4 0,-7-2-5 0,1-2-2 16,-3 1-2-16,-2 0-8 0,-2 1 7 0,-2-3-1 16,-2 3 7-16,-6-3 2 0,-1 1 0 0,-6 1-3 0,-3-4 4 0,-9 5-5 15,5-8-1-15,-7 6 3 0,2-1-4 0,-2-1-2 16,1 0-1-16,1-2-1 0,5-2 2 0,3-1-26 16,5 2-39-16,2-1-35 0,2-2-59 0,-1 0-185 15,5 0-360-15,6 0 159 0</inkml:trace>
  <inkml:trace contextRef="#ctx0" brushRef="#br1" timeOffset="73916.64">14044 5850 8 0,'0'0'149'0,"-5"2"-20"16,5-2-9-16,0 0-17 0,0 0-8 0,0 0-2 15,0 0 4-15,0 0 4 16,-4 2-11-16,4-2-5 0,0 0-1 0,0 0-13 16,0 0 0-16,0 0-5 0,0 0-5 0,0 0 1 15,0 0-1-15,0 0 4 0,0 0 9 0,0 0-1 16,23 0 4-16,-9-1-5 0,3 0-8 0,6-2-3 15,6 2-5-15,6-2-5 0,2 0-5 0,15 2-7 16,-15-4-7-16,3 1 3 0,1 2-6 0,-3 0 19 16,-1 1-12-16,-5-1-17 0,-4 1-12 0,-5 0-11 0,-5-1-21 0,-4 2-17 15,-2 0-28-15,-3 0-22 0,-3 0-9 0,-2-1-14 16,-4 1-22-16,0 0-1 0,0 0-18 0,0 0-103 16,-19-6-280-16,7 5 125 0</inkml:trace>
  <inkml:trace contextRef="#ctx0" brushRef="#br1" timeOffset="74186.17">14383 5757 160 0,'-2'-4'174'0,"0"-2"10"0,2 0 4 0,-1 1-2 16,-1-1 0-16,1 1-2 0,1 1-2 0,0-1 4 16,0 5-1-16,0-9-6 0,0 4-3 0,0 1-6 15,1 1-7-15,-1-1-5 0,0 4-11 16,-1-6-14-16,1 6-17 0,0 0-12 0,0-5-15 0,0 5-10 0,0 0-12 15,0 0-26-15,0 0-15 0,0 0-6 0,0 0-5 16,-4 15 1-16,4-6 0 0,0 6-3 0,4 0 2 16,-4 4-2-16,1-1-7 0,2 2 5 0,-1-1 1 15,1 4 1-15,-2-3 0 0,3-3-4 0,0 1-28 16,0-1-13-16,-2 2-16 0,5-9-31 0,-3 5-19 16,-1-3-35-16,3 0-34 0,-1-2-43 0,0-2-46 0,-1-2-177 0,1-3-467 15,1 1 207-15</inkml:trace>
  <inkml:trace contextRef="#ctx0" brushRef="#br1" timeOffset="74472.95">14967 5747 162 0,'0'0'228'0,"0"0"-19"0,0 0-11 0,0 0-11 16,0 0-11-16,0 0-13 0,1-4-16 0,-1 4-12 0,0 0-12 16,0 0-14-16,0 0-10 0,0 0-12 15,0 0-13-15,0 0-15 0,5-1-23 0,2 0-21 16,-7 1-24-16,12 0-27 0,-5 0-26 0,3-3-25 15,3 3-34-15,-2-2-37 16,8 2-131-16,-6-4-314 0,6 1 139 0</inkml:trace>
  <inkml:trace contextRef="#ctx0" brushRef="#br1" timeOffset="74620.73">15437 5738 87 0,'0'0'259'0,"0"0"-24"15,8 0-21-15,-8 0-23 0,0 0-20 0,6-2-18 16,-6 2-28 0,8-2-19-16,-4 1-28 0,3-2-37 0,0 1-39 0,3-1-44 0,4 2-49 0,1-2-165 15,3-1-275-15,0 1 122 0</inkml:trace>
  <inkml:trace contextRef="#ctx0" brushRef="#br1" timeOffset="74787.47">15924 5726 152 0,'0'0'123'15,"5"0"-22"-15,-5 0-40 16,0 0-27-16,10-2-35 0,-2-1-44 0,3 2-27 16,0-2-76-16,1 0 35 0</inkml:trace>
  <inkml:trace contextRef="#ctx0" brushRef="#br1" timeOffset="74934.61">16346 5709 106 0,'6'0'241'0,"-6"0"-22"16,0 0-22-16,0 0-27 0,11-2-34 0,-4 2-32 16,-1-3-42-16,8 2-39 0,-1 0-42 0,6-3-55 15,0 3-121-15,2-1-210 0,-2-1 94 0</inkml:trace>
  <inkml:trace contextRef="#ctx0" brushRef="#br1" timeOffset="75057.02">16874 5715 45 0,'0'0'249'0,"0"0"-25"15,3 2-36-15,-3-2-45 0,0 0-70 0,0 0-85 0,0 0-140 16,0 0-165-16,9-8 74 0</inkml:trace>
  <inkml:trace contextRef="#ctx0" brushRef="#br1" timeOffset="83611.1">3331 7990 159 0,'0'0'226'0,"0"0"-11"0,0 0-10 16,0 0-8-16,0 0-12 0,0 0-10 0,0 0-9 16,0 0-6-16,0 0-8 0,0 0-5 0,0 0-4 0,0 0-4 0,0-4-9 15,0 4-8-15,0 0 0 0,0 0-4 16,0 0-5-16,0 0-4 0,0 0-12 0,4-3-7 0,-4 3-11 15,-2-4 5-15,2 4-10 0,0 0-5 0,0-5 9 16,0 5-3-16,0-5-6 0,0 5 9 0,-1-4 10 16,1 4-30-16,1-4 12 0,-1 4 2 0,0-5-11 15,0 5-3 1,0 0 2-16,0-4 0 0,0 4-26 0,0 0 10 0,0-5 6 16,0 5-14-16,0 0-9 0,0 0 1 0,0 0-18 15,0 0-24-15,0 0-33 0,0 0-39 16,0 0-5-16,0 0 14 0,-1 16 4 0,1 0 3 15,0 2 7-15,-1 9 5 0,-1 2 5 0,1 1 9 16,0 1 2-16,1 2 5 0,1 1 4 0,-1 0 7 0,0-3-1 16,1-1 4-16,-1 0 3 0,0-4 1 0,3-5 3 0,-3-3 0 15,1-1 4-15,1-5 3 0,-2 1 0 0,1-2 2 16,-1-3 1-16,1-1 3 0,-1-2 13 0,0 0-1 16,1-1 8-16,1-1 5 0,-2-3 3 0,0 4 8 15,0-4-2-15,0 0-1 0,0 5-2 0,0-5 0 16,0 3-6-16,0-3 4 0,0 0-4 0,0 0-4 15,0 0-16-15,0 0-19 16,0 0-18-16,1 4-22 0,-1-4-28 0,0 0-34 16,0 0-60-16,0 0-91 0,0 0-249 0,0 0-562 15,0 0 249-15</inkml:trace>
  <inkml:trace contextRef="#ctx0" brushRef="#br1" timeOffset="88053.51">4052 8267 86 0,'-12'1'116'0,"2"-1"-6"0,0 1 0 16,2 0-9-16,0-1-1 0,3 2-8 0,5-2-3 15,-9 0-6-15,9 0-10 0,-7 2-8 0,7-2-3 16,-6 0-6-16,6 0-6 0,0 0 0 0,0 0 6 0,0 0 3 0,-6 0-3 16,6 0-3-16,0 0-9 0,0 0-1 0,0 0-1 15,0 0 4-15,0 0-2 0,0 0 1 0,-7 2 0 16,7-2-1-16,0 0 4 0,0 0 0 0,0 0 0 15,0 0-2-15,0 0 2 0,0 0-2 0,0 0-4 16,0 0 0-16,0 0-1 0,0 0-3 0,0 0-7 16,0 0 3-16,0 0 0 15,0 0-9-15,0 0 1 0,0 0-2 0,0 0 0 16,0 0-5-16,0 0 1 0,0 0-2 0,0 0-4 16,0 0 4-16,0 0-2 0,0 0 1 0,0 0-4 15,0 0-4-15,0 0 2 0,0 0-2 0,0 0-2 16,0 0 0-16,0 0 0 0,0 0-1 0,0 0 0 15,0 0 2-15,0 0 1 0,0 0 1 0,0 0 2 16,0 0-3-16,0 0 7 0,0 0-3 0,0 0 1 0,0 0 2 0,0 0-1 16,0 0-2-16,0 0 5 0,0 0 1 0,0 0-3 15,0 0-2-15,0 0 1 0,0 0 2 0,0 0-1 16,0 0-2-16,0 0-1 0,0 0-1 0,0 0 1 16,0 0-4-16,0 0 0 0,0 0-1 0,0 0 0 15,0 0 0-15,0 0-2 0,17-2-2 0,-17 2 1 16,7-2-3-1,-7 2 1-15,8-2 6 0,-8 2-4 0,0 0-4 16,8-1 4-16,-8 1-5 0,0 0-1 0,0 0 4 0,4-1 1 16,-4 1-1-16,0 0-1 0,5-1-2 0,-5 1 1 15,0 0-1-15,0 0 2 0,0 0-2 0,0 0 0 16,0 0 1-16,0 0-3 0,0 0 0 0,0 0 4 16,0 0-3-16,0 0 1 0,4-3-1 0,-4 3 1 15,0 0 1-15,0 0-1 0,0 0 1 0,0 0-2 0,0 0 1 16,0 0 1-16,0 0-3 0,0 0 0 0,0 0 2 15,0 0 0-15,0 0-3 0,0 0 0 0,0 0 4 16,0 0-4-16,0 0 1 0,0 0 0 0,0 0 0 0,0 0 2 16,0 0-2-16,0 0 2 0,0 0-1 0,0 0 2 15,0 0 5-15,0 0-5 0,10 0 1 16,-3-2-1-16,0 1-1 16,9-2 2-16,0-1-3 0,6 0 3 0,6-1-1 15,1 0 1-15,5-1-2 0,-1 1-1 0,3 1 1 16,2 0 0-16,-1-2 1 0,0 2-3 0,-2 0 4 15,-3 0-1-15,-3 2 3 0,-6-2-5 0,-4 3 3 16,-1 0 0-16,-8 0-1 0,2 1-3 0,-6-2 5 0,2 1-1 16,-3 1-1-16,-5 0 1 0,10-1 1 0,-10 1-1 15,6-1-3-15,-6 1-7 0,0 0-9 0,7 0-8 0,-7 0-7 16,0 0-7-16,0 0-16 0,0 0-21 0,0 0-18 16,-16 5-24-16,9-4-19 0,2 0-11 0,0 0-18 15,1 1-30-15,-1 0-132 0,5-2-354 0,0 0 157 16</inkml:trace>
  <inkml:trace contextRef="#ctx0" brushRef="#br1" timeOffset="88792.55">4787 7911 163 0,'7'-3'153'16,"2"1"-9"-16,0-1-11 0,-2 2-11 0,5-1-16 15,2 1-7-15,-1 1-12 0,5 3-13 0,-4 1-4 16,6-2-14-16,-4 4 4 16,1 4-4-16,4-2-6 0,-7 5-2 0,0 0-5 15,-1 1-4-15,-3 4 0 0,0 0-5 0,-3 1-1 16,-4 6-7-16,1-2 3 0,-5-2-2 0,-3-2-1 15,-2 7-1-15,-3-2-2 0,-1 0 3 0,-3-2 5 16,0-5 0-16,0 0 2 0,-1-4 4 0,0 3 5 16,-4-7 0-16,4 2 3 0,-1 3 3 0,6-7-7 15,-1 1 7-15,1-3 1 0,2-1 0 0,2-1 6 0,0 2 6 0,1-3 29 16,3 1 27-16,1-3 15 16,-8 2 25-16,8-2 7 0,0 0-13 0,0 0-14 0,0 0-20 0,0-15-13 15,9 7-10-15,-4-5-7 0,3 0-13 0,1-4-3 16,2 0-8-16,0 0-8 0,3-4-3 0,-4 3-13 15,3-5 0-15,2-1-7 0,-5 7 7 16,3-5-17-16,-1 7 4 0,-6-2 2 16,3 2-8-16,-4 1-6 0,4-1 0 0,-3 5 0 0,0-2-8 15,-1 3 13-15,-2 1-5 0,0 1 2 0,1 3-6 16,-3-2-6-16,2 2 6 0,-2 0-7 0,0 2-3 16,-1 2-8-16,3-6-15 0,-3 6-16 0,0 0-12 15,1-2-13-15,-1 2-12 0,0 0 8 0,0 0 6 16,-6 13 7-16,2-4 3 0,0 3 1 0,0 4 7 15,-2-2 4-15,-1 3 6 0,4 0 6 0,-1-1 0 16,4 2 4-16,-3-2 12 0,6 0-10 0,-2-1 9 16,3-1-1-16,1 0 5 0,5 2 5 0,-1-4-3 15,3 0 11-15,2-2-11 0,2 1-1 0,2-5-6 0,2 0-22 16,1-1-31-16,6-1-38 0,-4-2-43 16,-4-2-63-16,8-1-79 0,-7-3-165 0,-2-1-492 15,-6-1 218-15</inkml:trace>
  <inkml:trace contextRef="#ctx0" brushRef="#br1" timeOffset="89140.29">5222 7650 114 0,'0'-5'184'0,"0"5"-15"0,0 0-12 0,0 0-13 16,18 7-10-16,-8 1-11 0,4 3-5 16,0 3-6-16,7 7-10 0,-1 1-8 0,-1 6-2 0,4 1 2 15,0 13-8-15,3 3-3 0,-2-2 2 0,-4-1-8 16,-7-9-4-16,-2 4-6 0,0-3-8 0,-1 9 6 15,-8-7-8-15,-4 1-7 0,-7 9 4 0,-1-12-5 16,-5-2 0-16,-12 7-5 0,-4-3 0 0,6-10-8 0,-15 10-2 0,-3-2-17 16,-7-2-28-16,-4-1-40 0,-5-7-50 0,-2 0-71 15,-24 1-217-15,19-12-421 0,1-4 187 16</inkml:trace>
  <inkml:trace contextRef="#ctx0" brushRef="#br1" timeOffset="89810.84">2973 7703 107 0,'0'0'216'16,"1"-5"-11"-16,-1 5-13 0,0 0-14 0,0 0-18 15,4-3-17-15,-4 3-19 0,0 0-19 0,0 0-18 16,0 0-16-16,0 0-8 0,-5 13-13 0,1-1-6 15,-1 14-6-15,-6 2 12 0,0 5-7 0,-4 18-5 0,1 4-5 0,-3 1-1 16,1 3 1-16,-2-1 2 0,8-3-2 16,1-1-2-16,1-4 0 0,8-3-6 0,4-11 1 15,0-6-1-15,5 2 1 0,1-2 22 0,6-2 2 16,4-2 1-16,5-3-3 0,5 0 3 0,18-1-5 0,3-7-2 16,6-4-19-16,4-5-41 0,30-6-53 0,-2 0-67 15,3-9-82-15,-2-4-144 0,-28 3-391 0,28-8 173 0</inkml:trace>
  <inkml:trace contextRef="#ctx0" brushRef="#br1" timeOffset="90697.27">5355 7449 118 0,'0'0'126'0,"0"0"-8"16,0 0-3-16,-9 0-6 0,9 0-14 0,0 0 15 0,0 0-20 16,0 0-2-16,0 0-8 0,0 0-8 0,0 0-1 15,-4-3-3-15,4 3-3 0,0 0-5 16,0 0-1-16,0 0-6 0,0 0-1 0,0 0-6 0,0 0-3 15,0 0 1-15,0 0-9 0,0 0-4 0,0 0-3 16,0 0-2-16,0 0 1 0,0 0-3 0,0 0-4 16,0 0-3-16,0 0 1 0,0 0-3 0,0 0-4 15,0 0-3-15,-8 3 3 0,8-3 0 0,0 0 4 0,0 0-1 0,0 0 4 16,0 0-2-16,0 0-3 0,0 0 3 16,0 0-3-16,0 0 7 0,0 0 5 0,0 0 3 15,0 0 0-15,0 0 1 0,0 0-3 0,0 0-3 16,21-4 3-16,-6 3 0 0,8-2 3 0,8-2-7 0,2 1 0 15,3 1 1-15,0-2-4 0,3 3 1 0,2-3-1 16,10-1-4 0,-12 2-4-16,-5 0-1 0,1 0-4 0,-2-1 3 15,-5 2-1-15,-9 1-1 0,-1 2 2 0,-1 0-3 16,-6-3 3-16,1 2 0 0,-5-1-7 0,0 2 3 16,-1 0-6-16,-6 0-8 0,8-2-13 0,-5-1-20 15,-3 3-17-15,0 0-15 0,0 0-9 0,0 0-6 16,0 0-9-16,0 0-23 0,-21 4-14 0,21-4-23 15,-9 3-121-15,4-2-301 0,1-1 134 0</inkml:trace>
  <inkml:trace contextRef="#ctx0" brushRef="#br1" timeOffset="91558.4">6115 7206 121 0,'0'0'199'16,"0"0"-2"-16,3-4-8 0,-3 4-11 0,0 0-14 16,1-3-13-16,-1 3-11 0,0 0-12 0,0 0-14 15,0 0-13-15,0 0-7 0,0-6-14 0,0 6-7 16,0 0-8-16,0 0-10 0,0 0-7 0,0 0-10 15,0 0-2-15,0 0-3 0,5 11-7 0,-4-5-2 16,2 4 0-16,-2-1-3 16,2 2-2-16,-2 5-3 0,0 1-2 0,2 0 0 15,0 0-3-15,-3 0 2 0,1 1-1 0,-1 0-1 16,1-1-2-16,-1-1 1 0,0 2-3 0,0-2-4 16,0-1 3-16,-1-3-1 0,1 0 0 0,0 0 1 15,-1-2 1-15,1-1-1 0,-2 1-2 0,2-3-2 16,0-1 2-16,0-2 2 0,2 0 2 0,-2 3 0 15,0-7 4-15,1 4 29 0,-1-4 18 0,0 0 22 0,0 4 17 16,0-4 22-16,1 2 21 0,-1-2 10 0,0 0-17 0,0 0-16 16,6-17-5-16,-1 10-16 0,4-8-11 0,-1-1-8 15,7-6-6-15,-2-1-17 0,5-2-6 0,-2-2 1 16,0 4-8-16,-2-4-5 0,0 12-3 0,-1-8-4 16,1 6 1-16,-5 3-4 0,0 1 11 0,-3 2-22 15,2 0 14-15,-3 4 0 16,-1-3 2-16,1 7 1 0,-1-2-2 0,-1-2-7 15,-1 3-4-15,2 3-3 0,-3-2-2 16,2-1-7-16,-3 4-10 0,2-3-10 0,-2 3-16 16,0 0 0-16,8 9 9 0,-4-6-4 0,1 8 0 0,4 2 2 15,-3 0 4-15,1 4 2 0,-1-1 3 0,3 2-9 16,1 6 6-16,-3-6 1 0,-1 0 0 16,1 0 5-16,1 1-2 0,-3-5 11 0,2 3-6 0,-5-8 6 0,1 4 0 15,2-3-7-15,-3-1 3 0,1-3 1 0,-2 0 3 16,2 0 0-16,-2-2 1 0,2-1-1 0,-3 1 8 15,1 1-5-15,-1-5-2 0,1 4 5 0,-1-4 15 16,0 0 12-16,3 4 8 0,-3-4-12 0,0 0 10 16,0 0-1-16,1 4-7 0,-1-4-3 0,0 0-8 15,0 0 1-15,0 0-1 0,0 0-3 0,0 0-10 0,0 0-25 0,0 0-26 32,0 0-25-32,0 0-26 0,0 0-31 0,0 0-40 15,0 0-25-15,4 4-33 0,-4-4-54 0,5 5-290 0,-5-5-614 0,5 4 271 0</inkml:trace>
  <inkml:trace contextRef="#ctx0" brushRef="#br1" timeOffset="96913.16">7168 8226 12 0,'0'0'148'0,"0"0"-12"15,0 0-14-15,0 0-15 0,0 0-10 0,0 0-8 16,-9-1-7-16,9 1-8 0,0 0-5 16,0 0 2-16,0 0-8 0,0 0 2 0,0 0-4 0,0 0-2 15,0 0-1-15,0 0 2 0,0 0 0 0,0 0-2 16,0 0 2-16,0 0-1 0,0 0 3 0,0 0 0 16,0 0-2-16,0 0 1 0,0 0-9 0,0 0 1 15,0 0-3-15,0 0-7 0,0 0 12 0,0 0-4 16,0 0 3-16,0 0 0 0,0 0 1 0,0 0-7 15,0 0-4-15,0 0-6 0,0 0 0 0,17-4-7 16,-4 3 1-16,5 0-6 0,10-2-1 16,0 0-2-16,4-2-2 0,1 4-3 0,-1-2-15 15,-1 1-23-15,2-1-16 0,-13 1-15 0,2 2-19 0,-2 0-28 0,0 0-10 0,-1 0-39 0,-6 0-33 16,-2 0-147-16,-5 0-353 0,-1 0 156 16</inkml:trace>
  <inkml:trace contextRef="#ctx0" brushRef="#br1" timeOffset="97229.61">7251 8356 22 0,'-4'2'182'0,"4"-2"-14"0,-4 0-4 0,4 0-5 16,0 0-4-16,0 0-3 0,-2 5-4 0,2-5-12 16,0 0 1-16,0 0-11 15,0 0-9-15,0 0-8 0,0 0-9 0,24-5-8 16,-6 3-9-16,2-1-9 0,11-3-8 0,5 1-9 16,1 0-4-16,1 0-2 0,3 1-9 0,-5 0-3 15,1-2-5-15,-1 2-1 0,-1 1-7 0,-4 0-4 16,-2 2-16-16,-8 0-13 0,0 1-20 0,-9 0-21 15,2 0-25-15,-5 0-22 0,-1 1-17 0,1-2-13 16,-3 2-11-16,1-1-19 0,-7 0-142 0,5-4-320 0,-5 4 143 0</inkml:trace>
  <inkml:trace contextRef="#ctx0" brushRef="#br1" timeOffset="97746.5">8581 7928 76 0,'-1'-3'264'0,"1"3"-9"0,0-8 0 16,0 5-10-16,0 3-3 0,0-6-10 0,0 6-9 15,0-6-12-15,0 6-13 0,1-5-19 0,-1 5-4 16,2-3-30-16,-2 3-18 15,0 0-16-15,0 0 1 0,0 0-26 0,0 0-15 0,0 0-23 0,0 0-15 16,0 0-7-16,2 10-1 0,-2 1-4 0,3 5-2 16,-2 2-5-16,2 7 3 15,-1 1-4-15,2 2-1 0,-3 0-1 0,2-2-3 16,-2 2 1-16,1-3-1 0,1 0 1 0,1-6-1 16,-4-1 1-16,3 0-7 0,-3-1 4 0,2-4 3 15,-1-1 0-15,-1-4-2 0,3 1 2 0,-3-1 0 16,0-1-4-16,0-2-2 0,1 0-18 0,-1-1-5 0,0 1-9 15,3-3-6-15,-3 2-5 0,0-4-5 0,0 4-3 16,0-4-7-16,0 5-3 0,0-5-10 0,0 0-9 0,0 0-18 16,0 0-41-16,0 0-48 0,0 0-52 0,0 0-167 15,5-12-436-15,-1 8 193 0</inkml:trace>
  <inkml:trace contextRef="#ctx0" brushRef="#br1" timeOffset="98533.1">9215 8122 66 0,'-9'2'144'0,"4"-2"-8"0,0 0-9 16,5 0-4-16,0 0-9 0,-10 0-2 0,10 0-4 16,0 0 1-16,-10 1-5 0,10-1 2 0,0 0-11 15,0 0-1-15,-7 0-1 0,7 0-1 0,0 0 0 16,0 0 0-16,0 0-4 0,0 0-4 0,0 0-5 15,0 0-5-15,0 0-2 0,0 0-3 0,0 0-7 16,0 0-8-16,0 0-4 0,0 0-4 0,0 0-6 0,0 0-3 0,0 0-6 16,0 0-3-16,0 0-1 0,-2 3-6 0,2-3 2 15,0 0-4-15,0 0-3 0,0 0-1 0,0 0-1 16,0 0-4-16,0 0-2 0,0 0 1 0,0 0-4 16,0 0 0-16,0 0 0 0,0 0-2 0,0 0 3 15,0 0-1-15,0 0-3 0,0 0 1 0,0 0-1 16,0 0 0-16,0 0 1 15,0 0 0-15,0 0-3 0,0 0 2 0,0 0-2 16,0 0-1-16,0 0 0 0,0 0 9 0,0 0-7 16,0 0 0-16,0 0 1 0,0 0 2 0,0 0-4 15,0 0 0-15,0 0 4 0,0 0-2 0,0 0 2 16,0 0 3-16,0 0 6 0,0 0 5 0,23 1 5 16,-12-2-5-16,10-2-2 0,5 0 2 0,5 1-1 15,2-1-4-15,2-1-2 0,3 2 0 0,3-1 0 0,10-3-1 0,0 1 1 16,-11 3-3-16,1-1-1 0,-4 1 1 15,-3-2-2-15,2 1-3 0,-9-1 3 0,-5 3 0 16,-3-2-3-16,-5 2 0 0,-3-2-3 0,-2 2-7 0,0-2-9 16,-2 2-4-16,-2 1-12 0,0-1-14 0,-5 1-36 15,1-4-42-15,-1 4-22 0,0 0-16 0,-11-4-16 16,4 3-17 0,-4 1-154-16,-2-3-378 0,3 2 168 0</inkml:trace>
  <inkml:trace contextRef="#ctx0" brushRef="#br1" timeOffset="98780.57">9536 7954 132 0,'0'-3'331'0,"-4"-2"-4"0,3 1 0 15,-2 0-8-15,2 1-10 0,-2-1-41 0,3 4-22 16,-1-3-30-16,1 3-27 0,0 0-19 0,-1-4-17 15,1 4-38-15,0 0-24 0,0 0-4 0,-3 14-13 16,3-3-7-16,0 4-8 0,0 3-5 0,0 7-5 0,4 0 0 0,-3 4-1 16,3-6-31-16,0 1-24 0,1-4-22 0,2-1-26 15,0-1-32-15,2 2-37 0,-2-4-57 0,4-2-71 16,-5-3-242-16,2-2-535 0,0-1 236 0</inkml:trace>
  <inkml:trace contextRef="#ctx0" brushRef="#br1" timeOffset="99836.45">10291 7824 188 0,'-2'-5'233'0,"0"1"-8"16,1 0-10-16,0 0-7 0,-1 0-13 0,2 4-9 16,0-6-10-16,-1 2-15 0,1 4-4 0,-1-4-26 0,1 4-18 15,0 0-13-15,0 0-12 0,-1-4-14 0,1 4-6 0,0 0-11 16,0 0-7-16,1 15-3 0,-1-3-6 0,0 3-8 15,1 2-3-15,0 9 1 0,-1-1-6 0,-1 1 0 16,1 0-5-16,0 1-2 0,-1 2-1 0,2-4-4 16,-2 0 0-16,1-5-1 0,0-3 0 0,0 3-3 15,0-4 0-15,0-2 2 0,1-3-3 0,-1 1 3 16,0-3-7-16,0 0 2 16,0-1-1-16,-1-3-2 0,2-2 5 0,-1 2 6 15,0-5 24-15,0 6 16 0,-2-3 29 0,2-3 28 16,0 0 27-16,2 5 23 0,-2-5 16 0,0 0 11 15,0 0 4-15,0 0-26 0,0 0-20 0,7-12-13 16,-4 3-15-16,1-4-14 0,3-4-16 0,0 0-14 16,2-7-13-16,0 7-10 0,5-7-2 0,-4 8-5 15,0-2-8-15,2 4-5 0,-4-1 0 0,-2 1-5 0,2 2-10 0,-2 4 7 16,-2 1-8-16,0 0-2 0,1 3-7 0,-1 1 1 16,-1-1-21-16,-1 1-19 0,3 1-15 0,-5 2 1 15,0 0-12-15,12 4 0 0,-7 1-4 0,0 2 7 16,4 3 2-16,-4 1-1 0,3 4 0 0,-2 0 8 15,0-1 9-15,1 2-4 0,-2 0 6 0,-1-4 3 16,0 0 4-16,-2-1 0 16,2 0 3-16,0-1 3 0,-3-3-4 0,3 0 3 15,-3-2-7-15,-1 2 5 0,1-2-4 0,1-3 3 16,0 3 5-16,-2-3 2 0,0-2 5 0,1 7 3 16,-1-7 0-16,0 3-2 0,0-3 4 0,0 0-5 15,0 0-24-15,0 0-43 0,0 0-38 0,0 0-30 16,-5-14-32-16,4 10-30 0,0-2-39 0,-2-2-54 15,2 0-188-15,1-2-535 0,0-1 237 0</inkml:trace>
  <inkml:trace contextRef="#ctx0" brushRef="#br1" timeOffset="100322.13">10644 7815 179 0,'9'-8'190'15,"1"3"-9"-15,1 0-14 0,1 3-10 0,0-3-10 16,2 4-14-16,-4-2-11 0,4 3-6 0,-3 2-11 16,2 0-15-16,1 3-8 0,-4 1-2 0,3 0-9 0,0 8-6 15,-3-3 0-15,0 1-13 0,-2 2 0 0,0 5-4 16,-4-2-3 0,1 2-5-16,-3-1-4 0,-3 1-3 0,-4 0-3 15,1 1-2-15,-5 2 0 0,4-5-5 0,-4 0-1 16,0-1-2-16,0 1 0 0,0-5-1 0,-1-1 12 15,4-2-5-15,-1-1 1 0,1 0-6 0,1-3-1 16,1-1 1-16,0 1 0 0,2-4 2 0,-2 4 22 16,2-3 23-16,2-2 24 0,-2 5 21 0,2-5 11 15,0 0-14-15,0 0-10 0,0 0-7 0,10-13-11 0,0 3-11 0,3-2-5 16,-3-2-10-16,9-5-3 0,2-2-12 0,-2-2-8 16,4 0-7-16,-4-1-8 0,0 2 1 0,1 0-3 15,-4 4-1-15,-4 3-3 0,-5 5 0 0,1 0 8 16,0 0-8-16,-3 1 1 0,-1 4 2 0,-1 0 5 15,0-1-4-15,0 2-10 0,-1 2-6 0,2-1-9 16,-4 3-14-16,0 0-2 16,0 0 2-16,0 0 1 0,-13 12 0 0,5-2-1 15,-2 4 7-15,-4 8 0 0,0-1 1 0,4-2 1 16,0 4 2-16,3-4 3 0,1 0 3 0,1 1-1 16,5-1 7-16,1-3-11 0,2 1 5 0,4 1 0 15,4-3-2-15,1-3 0 0,15 0-18 0,1-2-39 16,8-3-59-16,5-1-66 0,14-7-75 0,-5-2-244 15,2-1-552-15,-16-1 245 0</inkml:trace>
  <inkml:trace contextRef="#ctx0" brushRef="#br1" timeOffset="100901.42">11794 7969 166 0,'0'0'169'16,"-6"1"-11"-16,6-1-11 0,0 0-16 0,0 0-10 16,0 0-11-16,-8 0-10 0,8 0-17 0,0 0-1 15,0 0-6-15,0 0-4 0,0 0-10 0,0 0 3 0,0 0-5 16,0 0 1-16,0 0-1 0,0 0 1 0,0 0 3 16,-5 2-2-16,5-2 1 0,0 0-3 0,0 0-1 15,0 0-10-15,0 0-5 0,0 0-5 0,0 0-2 0,0 0-6 16,0 0-4-16,0 0-4 0,0 0 0 0,0 0 0 15,0 0-4-15,0 0-4 0,0 0 1 0,0 0-5 16,0 0 7 0,0 0 1-16,0 0 1 0,0 0 13 0,0 0 4 15,0 0 5-15,10 5 7 0,-4-5-1 0,6-3-9 16,5 3 3-16,4 0-5 0,6 0-4 0,5 0 3 16,1 0-8-16,3-2-5 0,2 0 0 0,1 0-3 15,11 1 3-15,-11-3-3 0,-2 2-1 0,2 1-1 16,-5-3-5-16,-6 0 1 0,0 2-2 0,-6-2 1 0,-2 1-2 15,-7 0 0-15,-4-1-2 0,1 2 0 0,-1-1 0 0,-5 0-9 16,3 0-17-16,-4 2-24 0,1-4-18 0,-4 1-22 16,0 0-22-16,0 4-18 0,-5-5-19 0,-1 2-9 15,1 2-28-15,-2-1-18 0,-3 1-154 0,1-1-379 16,0 0 168-16</inkml:trace>
  <inkml:trace contextRef="#ctx0" brushRef="#br1" timeOffset="101139.65">12100 7801 73 0,'-1'-5'314'0,"-4"1"2"0,4 0-3 0,1 4 0 0,0-7-8 15,0 7-18-15,-3-6-24 0,3 6-15 0,0 0-33 16,0 0-27-16,0-2-24 0,0 2-7 0,0 0-34 15,0 0-25-15,0 0-8 0,0 0-10 0,0 17-11 16,3 0-9-16,-2 0-5 0,4 12-8 0,-1 0-7 16,1 3-2-16,0 0-14 0,3 1-24 0,2-1-31 15,-1-1-42-15,-1-2-49 0,0-2-75 0,2-3-96 0,-5-5-235 0,-4-4-571 16,6-7 253-16</inkml:trace>
  <inkml:trace contextRef="#ctx0" brushRef="#br1" timeOffset="103545.8">13340 7474 64 0,'0'0'144'0,"-1"-3"15"16,1 3 3-16,0 0-10 0,0-6-6 0,0 6-9 16,0 0-1-16,1-4 5 0,-1 4-10 0,0 0-3 15,0 0-12-15,2-5-14 16,-2 5-8-16,0 0-11 0,0 0-13 0,0 0-6 16,0 0-12-16,0 0-5 0,0 0-6 0,0 0-8 15,0 0-5-15,0 17 1 0,-2-5-3 0,4 0-8 16,-4 5 0-16,2 2-2 0,-1 6 2 0,0 3-1 15,1-3-5-15,0 0 0 0,1 0 2 0,0 0-5 16,1-5 1-16,0-1-1 0,-1 0-2 0,-1-5 3 16,1-3-2-16,-1 2-1 0,2-2 0 0,0-3-5 0,-2-2 4 0,0 1 0 15,0 0 11-15,0-4 30 0,0 0 27 0,2 1 31 16,-2-4 33-16,0 0 30 0,1 8 15 0,-1-8 28 16,0 0 14-16,0 0-18 0,0 0-27 0,6-17-19 15,-2 7-16-15,3-5-13 0,1-3-16 0,1 0-15 16,4-4-10-16,0-5-12 0,-3 4-2 0,3-1-12 15,-4 8-6-15,0 0-5 16,-1 5-5-16,-2 2-8 0,-1-1-2 0,0 3-6 16,-1 2-7-16,0-1-7 0,-2 3-6 0,1-1-19 15,1 1-27-15,-2 1-9 0,-2 2-10 0,0 0-1 16,9 5 14-16,-4-1-14 0,2 4 10 0,3 5-8 16,-4 2 9-16,2 2-3 0,0-1 1 0,0 3 0 15,-2-3 6-15,0 1 0 0,2-2 11 0,1-1-2 16,-6-1 5-16,3-4 1 0,-3 3-2 0,0-5 13 0,0-1-9 15,-1-1 0-15,-1 1 3 0,2-1-3 0,-3-1 7 0,1-1 4 16,-1-3 8-16,4 4 2 0,-4-4 1 0,1 5 0 16,-1-5 1-16,0 0-1 0,2 3 8 15,-2-3-8-15,0 0 3 0,0 0 4 0,0 0-15 16,0 0-19-16,0 0-30 0,0 0-22 0,0 0-39 0,0 0-31 16,-2-14-28-16,2 9-30 0,0 0-31 0,-1-1-41 0,2 0-251 15,-2-1-574-15,1 0 254 0</inkml:trace>
  <inkml:trace contextRef="#ctx0" brushRef="#br1" timeOffset="103962.42">13961 7265 146 0,'3'-5'245'0,"-1"1"-17"15,0 1-17-15,-1-1-20 0,1 1-24 0,-2 3-22 16,0 0-22-16,0 0-14 0,0 0-13 0,0 0-10 16,-7 15-11-16,-2 1-6 0,-1 1-6 0,-5 7-5 0,-1 4-8 0,-1 3-6 15,3-2-2-15,-1 4-5 0,-3 10 0 0,5-9 0 16,4-1-3-16,0 1-4 0,5-1 0 0,1-2-1 16,3 0 9-16,2-2 8 0,2-1 11 0,2-2 6 15,7-2 2-15,-3-7 2 0,8 2 5 0,0 0 4 16,8-3-1-16,-1-4-2 0,2-2 4 0,-1-2-17 15,0 0-8-15,-8-3 2 16,4-1-8-16,-8-1-2 0,0-1-2 0,-2-2-6 16,-1 3-3-16,-6-3 11 0,2 2-14 15,-2-2 1-15,-1 1 3 0,-4-1 0 0,8 1 7 0,-8-1-2 16,7 1-7-16,-7-1-2 0,0 0-1 0,0 0-10 16,0 0-10-16,8-2-10 0,-8 2-24 0,0 0-13 15,0 0-16-15,4-1-14 0,-4 1-16 0,0 0-11 16,0 0-9-16,0 0-51 0,0 0-98 0,-2-6-240 0,2 1-532 0,0 5 235 15</inkml:trace>
  <inkml:trace contextRef="#ctx0" brushRef="#br1" timeOffset="104410.32">14206 7506 42 0,'-2'-4'317'15,"1"-1"-20"-15,1 5-9 0,0-5-9 0,-2 2-16 16,2 3-10-16,0 0-27 0,0-5-19 0,0 5-30 0,-1-3-22 0,1 3-11 16,0 0-21-16,0 0-17 0,0 0-15 0,0 0-8 15,0 0-9-15,1 11-11 0,-1-3 1 0,3 2-14 16,-4 2-8-16,2 6-5 0,-1 0-1 0,0 3-3 15,-1-1-5-15,-1 6 0 0,1 0-4 0,-2-7-7 16,3 0 7-16,-1-2-3 0,0-5-7 0,0-1 7 16,1-1-6-16,0-3-3 0,0 0 0 0,0-2 0 0,-2 0 3 0,2-2 28 15,0-3 25-15,2 7 37 0,-2-5 29 0,0-2 15 16,0 0-16-16,0 0-15 0,12-12-11 0,-4 5-5 16,5-5-15-16,-3-3-10 0,2-2-9 15,8-5-6-15,-5 3-10 0,2-3-4 0,-3 6-4 0,-4 3-6 16,1 4-10-16,-5 1 1 0,3 1-8 0,-4 3-1 15,0-1-9 1,-2 3-14-16,1-1-20 0,-1 0-9 0,-3 3-10 16,0 0 4-16,14 6-2 0,-9-2 1 0,1 2-3 15,0 3-1-15,4 2-7 0,0 2-15 0,1-2-22 0,0 2-29 16,1 0-28-16,0-1-30 0,-1 1-35 0,0-1-45 16,2-6-51-16,-4 1-284 0,1-2-638 15,3-3 283-15</inkml:trace>
  <inkml:trace contextRef="#ctx0" brushRef="#br1" timeOffset="104895.79">14830 7614 232 0,'0'0'241'16,"-10"0"-12"-16,10 0-17 0,0 0-14 0,0 0-17 15,-8 0-13-15,8 0-17 0,0 0-8 0,0 0-9 16,0 0-7-16,0 0-11 0,0 0-1 0,0 0-7 0,0 0-5 16,0 0-5-16,0 0-5 0,0 0-8 15,0 0-1-15,0 0-6 0,0 0-1 0,0 0-10 16,-4 1 5-16,4-1-13 0,0 0-6 0,0 0-8 0,0 0 0 0,0 0-6 16,0 0-6-16,0 0-4 0,0 0-3 15,0 0 2-15,0 0-6 0,0 0-5 0,0 0-1 0,0 0 0 16,0 0-6-16,0 0 1 0,0 0 3 0,0 0-6 15,0 0-1-15,0 0-2 0,0 0 0 0,0 0 1 16,0 0 0-16,0 0 1 0,0 0 0 0,0 0-3 16,0 0 3-16,0 0-4 0,0 0 6 0,0 0-3 0,0 0-1 0,0 0 0 15,0 0 16-15,0 0-15 0,0 0-1 16,0 0 2-16,0 0 6 0,0 0 9 0,0 0 0 16,0 0-2-16,0 0 7 0,23-4-9 0,-10 1-4 15,7 1 0-15,1-2 4 0,11 1-5 0,0-1-5 0,1 1 4 16,1 0-2-16,1-4 0 0,1 4-4 0,-5 2 1 15,0-3-2 1,-1 3-3-16,-10-2-9 0,0 1-6 0,-7 1-17 16,-2-1-13-16,-3 0-11 0,-1 0-25 0,-2 2-17 15,-5 0-30-15,0 0-55 0,7-4-41 0,-7 4-29 16,0 0-224-16,-18-4-512 0,6 3 227 0</inkml:trace>
  <inkml:trace contextRef="#ctx0" brushRef="#br1" timeOffset="105180.92">15014 7468 244 0,'-5'-4'333'0,"5"-2"0"0,-1 1-1 0,1 1-5 16,-2 0 2-16,2 4-19 0,0-5-21 0,-1 1-21 16,1 4-21-16,-1-4-32 15,1 4-17-15,0 0-27 0,0-4-24 0,0 4-5 16,0 0-28-16,0 0-23 0,0 0-29 0,0 0-13 15,0 0-5-15,5 13-4 0,-1-2-12 0,-3 1-2 16,3 6-5-16,-2 0-1 0,2 3-9 16,0 3 4-16,1 5 5 0,-1-3-2 0,1 3-3 0,0-5-2 15,0 1-25-15,-2-7-20 0,1 1-27 0,0-1-7 16,2-2-23-16,-2-4-35 0,-2 1-21 0,2-2-39 0,-1-1-34 16,-1-3-34-16,2-2-75 0,0 0-167 0,-4-5-536 15,5 1 238-15</inkml:trace>
  <inkml:trace contextRef="#ctx0" brushRef="#br1" timeOffset="105535.28">15471 7485 314 0,'2'-4'392'0,"-2"-3"-7"0,-2 3-12 0,4 0-16 16,-2-1-19-16,1 2-19 0,-1 3-27 0,0-6-31 15,0 6-24-15,0-6-27 16,0 6-28-16,0-2-20 0,0 2-16 0,0 0-21 16,0 0-22-16,0 0-19 0,0 0-29 0,0 0-9 15,0 0-2-15,3 14-10 0,-3-6-5 0,1 1 2 16,0 2-9-16,0 2 3 0,1-2-2 0,-2 6-3 16,1 4-9-16,0-4 3 0,1 0 3 0,-1 0-4 15,0 1-1-15,0-4 3 0,-1-2-4 0,0-2-2 16,3 1 4-16,-3-4-1 0,1 0 3 0,1 1-5 0,-1-4-5 0,-1-1 4 15,0 2-1-15,2-1-2 0,-2-4 2 0,0 4-1 16,0-4 6-16,1 2-7 0,-1-2 0 0,0 0-6 16,0 4-6-16,0-4-2 0,0 0-12 0,2 3-20 15,-2-3-9-15,0 0-39 0,0 0-46 0,0 0-53 16,0-12-63-16,1 4-56 0,0 2-318 0,2-6-675 16,-1 0 298-16</inkml:trace>
  <inkml:trace contextRef="#ctx0" brushRef="#br1" timeOffset="105813.99">15630 7153 190 0,'0'-4'276'0,"0"4"-23"0,-1-4-26 0,1 4-26 15,-3-6-22-15,3 6-22 0,0 0-16 0,0 0-14 0,13 10-17 16,-8 0-6-16,10 4-10 0,-3 3-4 15,8 10-3-15,1-3-1 0,1 8-1 0,6 8-9 16,-2-1-5-16,1 0 0 0,-4 5-7 0,-7-13-3 0,-1 3-6 31,-4-1 0-31,-3-1 4 0,-2 2-5 0,-3-1-3 16,-6-2-3-16,-3 0 0 0,-4 0-2 0,-8-3-6 16,-4 0 2-16,-5-5-5 0,-16 8-2 0,-4-5-24 15,-7-2-41-15,-1-2-63 0,-5-1-99 0,0-6-311 16,0-6-545-16,6-4 242 0</inkml:trace>
  <inkml:trace contextRef="#ctx0" brushRef="#br1" timeOffset="107640.87">13474 8361 12 0,'0'0'176'0,"-9"0"-1"16,9 0-6-16,-6-3-10 0,6 3-9 0,0 0-3 15,0 0-9-15,-8 0-6 0,8 0-11 16,0 0-8-16,0 0-12 0,-5-1-11 0,5 1-10 15,0 0-10-15,0 0-4 0,0 0-8 0,0 0-4 0,0 0-6 16,0 0-6-16,0 0-2 0,0 0-1 0,0 0-1 0,0 0-1 16,0 0-4-16,0 0 0 0,0 0-2 0,0 0 5 15,0 0-5-15,-5 4-1 0,5-4 0 0,0 0 2 0,0 0-2 16,0 0-3-16,0 0 1 0,0 0-2 0,0 0-2 16,0 0-2-16,0 0-3 0,0 0 4 15,0 0-6-15,0 0-2 0,0 0-3 0,0 0-2 0,0 0-1 16,0 0 0-1,0 0 1-15,0 0-1 0,0 0-2 0,24-3-1 16,-11 1 3-16,9-1 0 0,14 1 0 0,15-4-12 16,6 0 7-16,39-5-2 0,1 1 5 0,13 0 5 0,1 0 1 15,16-2 8-15,11 2 2 0,7-1 2 0,12 0 2 16,-2 2 2-16,-4 2 0 0,-2-3 2 16,-3 6-6-16,-8-2 0 0,-10 3-4 0,-8-1-1 15,-13 1-3-15,-11 2-2 0,-31-2-2 0,-3 2 3 0,-1-1-3 0,-7-2-4 16,-17 4 3-16,-3-1-3 0,-6 0-1 0,-7 1-1 15,-8-1 4-15,-2 1-2 0,-1 0 9 0,-2 0-8 16,-3 0-2-16,-5 0 6 0,10-2-8 0,-6 1-13 16,-4 1-27-16,0 0-26 0,0 0-25 0,-27 3-38 0,8 0-26 15,-9 1-46-15,0 1-75 0,-3-3-134 16,-3 3-438-16,2-4 193 16</inkml:trace>
  <inkml:trace contextRef="#ctx0" brushRef="#br1" timeOffset="108398.36">14447 8533 56 0,'0'0'194'0,"-7"-2"0"16,7 2-11-16,-5-2-11 0,5 2-17 0,0 0-17 15,-2-3-10-15,2 3-19 0,0 0-4 0,11-3-11 16,-1 1-5-16,4-3-10 0,-1 4-8 0,9-3-11 16,3 1-4-16,5 3-2 0,-3-1-5 0,0 2-8 15,3-1-10-15,-9 3 4 0,0 1-4 0,6 5-3 0,-9-4-9 16,0 2 2-16,-8-1-9 0,4 2-5 0,-2 3 2 0,-5 0-7 15,-1 3-1-15,-6 1 0 0,-4 2-5 0,-4 0-2 16,-5 6 0-16,-6-2 5 0,-4 2 2 16,-1-3-5-16,-5-1 2 0,-1-1 0 0,3-2 6 0,-4-1-1 15,5-2 5-15,-4-1 7 0,1 1 4 0,2-6-2 16,0 2 3 0,4-1 0-16,10-5-1 0,-3 0 1 0,3 1-3 15,4-2 2-15,0-1 0 0,3 1 3 0,2 0 11 16,-3-2 3-16,7 0-2 0,-7 3-2 0,7-3 0 0,-4 2 0 15,4-2-3-15,0 0-2 0,0 0 1 0,0 0 0 16,0 0-6-16,0 0 5 0,14 3-5 16,-2-3 1-16,0 0-4 0,5-1 1 0,3 0-3 15,2 0 0-15,5 1-5 0,2 0 1 0,2 0-2 0,1-2-2 0,2 2-2 16,-2 0 3-16,2 0-1 0,-2-1 0 0,-2 1-4 16,-2 0 1-16,-1 0-5 0,-5 0 6 0,-3 0-3 15,-3-2-1-15,-3 4-2 0,-2-4 3 0,-1 4-1 0,-4-4 1 16,1 2-1-16,-7 0 1 0,10 0 7 15,-4 0-3-15,-6 0 5 0,7 0 3 0,-7 0-8 16,0 0-5-16,6 0-2 0,-6 0-9 0,0 0 5 0,0 0-14 0,0 0-16 16,0 0-9-16,0 0-17 0,0 0-23 0,0 0-25 15,0 0-32 1,0 0-47-16,0 0-52 0,-2-7-125 0,2 7-391 0,0-5 173 16</inkml:trace>
  <inkml:trace contextRef="#ctx0" brushRef="#br1" timeOffset="108705.4">15194 8567 31 0,'0'-4'318'0,"0"-1"-20"0,0 2-11 0,0-2-20 0,0 5-20 16,3-5-18-16,-3 5-17 0,0 0-21 15,1-5-18-15,-1 5-13 0,0-3-14 0,0 3-15 0,0 0-14 16,0 0-13-16,1-4-8 0,-1 4-20 0,0 0-6 16,0 0-7-16,0 0-12 0,0 0-6 0,0 0-7 15,0 0-10-15,0 0-19 0,0 0-5 0,0 0-4 0,3 12 1 16,-2-7-8 0,3 6 1-16,-3 2-2 0,3 4 2 0,0 2-1 15,0 6-5-15,2 5-6 0,-2 0-21 16,1-1-16-16,3 0-28 0,-3 0-22 0,0 3-40 15,1-1-21-15,-1 0-31 0,-2-1-226 0,-2-4-459 0,1-1 203 16</inkml:trace>
  <inkml:trace contextRef="#ctx0" brushRef="#br1" timeOffset="108859.07">15226 9192 89 0,'0'0'198'0,"3"4"-8"15,-3-4-3-15,0 5-7 0,0-5-5 0,1 2-9 16,-1-2-14-16,0 0-14 0,4 3-15 0,-4-3-14 15,0 0-9-15,9 0-18 0,-9 0-32 0,0 0-38 16,10-3-43-16,-4 1-57 0,-2-1-218 0,1-1-331 0,-2-1 147 0</inkml:trace>
  <inkml:trace contextRef="#ctx0" brushRef="#br1" timeOffset="111465.96">16730 7696 149 0,'0'0'198'0,"-2"-5"-5"0,-1 3-5 0,3 2-14 15,0-4-7-15,0 4-12 16,0-8-16-16,3 5-10 0,-1-1-13 0,2-1-11 15,0 2-11-15,2-2-10 0,1 1-10 0,2 0-8 16,2 1-10-16,2 0-6 0,0 0-1 0,6 3-8 16,0 0-9-16,0 5 2 0,4-3-5 0,1 8-5 15,-4-3-2-15,-1 3-5 0,-2 2-3 0,-2 0 0 16,0 1-6-16,-2 4-1 0,-4-1-3 0,1 1-4 16,-4 1-3-16,-2 2 1 0,-3-1 4 0,-2 6 0 0,-3-6 0 0,-3 5 1 15,-5-2-2-15,3-5-1 0,-1 1 2 0,-4-3 5 16,1-1 2-16,-1-1 1 0,0-2 2 15,4-1 6-15,1-5 4 0,1 2 0 0,3-2 1 0,1 0 8 16,-1-4 6-16,1 5 13 0,-1-5 24 0,4 2 12 16,1-3 12-16,-7 2-1 0,7-2-8 0,0 0-9 15,0 0-3-15,0 0-12 0,10-21-9 0,1 9-7 0,-1-3-4 16,6-6-6-16,3 1-3 0,-3-3-2 0,1 2-10 0,2-1-10 16,-5-3 4-16,4 4-5 0,-3-1-3 0,-3 5-4 15,-2 1 2-15,0 2-3 0,-1 1 0 16,-2 4 6-16,-1 1-5 0,-2 2 2 0,-1 0-5 15,0 1-3-15,2 1 3 0,-2 2-3 0,-2-1-10 0,0-1-8 16,-1 4-13 0,4-3-11-16,-4 3-4 0,0 0 10 0,0 0 0 15,0 14 0-15,0-4 3 0,-1 3 6 0,-2 3 13 16,2 1-9-16,1 0 3 0,0 2 2 0,1 2 3 0,3 0 0 16,0-3 3-16,4 2 3 0,2-3 2 0,0 1 0 15,8 2 4-15,-3-9-17 0,5-1-22 16,3 0-44-16,-2-4-52 0,10-2-61 0,-3-4-267 15,0-1-506-15,-6-6 224 0</inkml:trace>
  <inkml:trace contextRef="#ctx0" brushRef="#br1" timeOffset="112051.96">17252 7322 7 0,'0'0'263'16,"0"-4"-9"-16,0 4-18 0,1-5-14 0,-1 5-21 16,0-5-12-16,0 5-13 0,0 0-21 0,1-4-14 15,-1 4-17-15,0 0-14 16,5-2-14-16,-5 2-10 0,5-3-7 0,-5 3-12 16,9 0-7-16,-9 0-9 0,11 3-4 0,-3-1-10 15,1 0-1-15,3 3-4 0,-1 1 2 16,1 0-8-16,3 4 2 0,-2-1-6 0,1 3 0 0,-3 2-1 15,1-4-2-15,1 2-3 0,-4 4 1 0,-3-2-2 16,-2-2 0-16,1 1 0 0,-3 0-3 0,0-1 0 16,-4 2-1-16,4-3-1 0,-4 1 0 0,0-5 0 0,0 0 1 15,2-1-4-15,-2 0 2 0,2-3 0 0,0 1 2 0,-1 0 1 16,1-4 22-16,0 8 19 0,0-8 7 16,1 1 8-16,-1-1-6 0,0 0-5 0,25-5-10 15,-8-2 3-15,3 1-10 0,9-5-4 0,-1 6-4 16,0-7-8-16,3 7 2 0,-3-2-1 0,4-2-2 0,-4 4 7 15,0-2-1-15,-5 4-4 0,-9-1-3 0,0 2-4 0,-5 1-5 16,3 0-2-16,-3-1 9 0,-4 2-2 0,-5 0 0 16,10 0-2-16,-5-3-3 0,-5 3-6 0,8 0-9 15,-8 0-12-15,0 0-19 0,0 0-28 0,7 0-13 16,-7 0 0-16,2 3-18 0,-2-3-20 0,-3 6-32 16,3-2-34-16,0-4-27 0,-1 7-34 0,-1-4-210 15,4 0-487-15,-2-3 216 16</inkml:trace>
  <inkml:trace contextRef="#ctx0" brushRef="#br1" timeOffset="112916.4">18335 7874 95 0,'-9'0'174'0,"2"1"-16"0,0-1-15 0,7 0-12 15,-9 0-7-15,9 0-2 16,-5 2 0-16,5-2 0 0,0 0-8 0,-8 0 0 15,8 0-1-15,0 0-6 0,0 0-1 0,-6 1-2 16,6-1-8-16,0 0-3 0,0 0-4 0,0 0-7 16,0 0 3-16,-5 0-12 0,5 0-6 0,0 0-5 15,0 0-4-15,0 0-5 0,0 0-1 0,0 0-8 16,0 0-8-16,0 0-5 0,0 0-3 0,0 0-2 16,0 0-3-16,0 0-1 0,0 0-3 0,0 0-3 0,0 0 5 15,0 0-4-15,0 0-1 0,0 0-1 0,0 0-2 0,0 0 1 16,0 0-2-16,0 0-2 0,0 0-1 15,0 0 0-15,0 0-1 0,0 0 0 0,0 0-3 16,0 0 3-16,-4 4-3 0,4-4-3 0,0 0 8 16,0 0-5-16,0 0-1 0,0 0 1 0,0 0 2 0,0 0 1 15,0 0 8 1,0 0 7-16,0 0 4 0,24-4 0 0,-11 3 0 16,9-2-2-16,7 1-3 0,3-2-4 0,1-1-2 15,6 2 4-15,0 0-6 0,13-5-2 0,1 2 4 16,-16 3-4-16,0-2-2 0,-1 2-3 0,-4 0 2 15,0 1-2-15,-8-1-1 0,-6 0 2 0,0 3-5 16,-9 0-9-16,0-2-10 0,-3 2-7 0,3-1-6 16,-4 0-10-16,-5 1-11 0,8-2-14 0,-8 2-23 0,0 0-18 0,0 0-13 15,0 0-14-15,-22-1-11 0,12 0-15 0,-3 2-29 16,4-1-26-16,-5-1-132 0,3 1-374 0,-2 0 165 16</inkml:trace>
  <inkml:trace contextRef="#ctx0" brushRef="#br1" timeOffset="113116.72">18630 7728 138 0,'-5'-5'301'0,"1"0"-6"0,3-5-7 0,-3 5-2 16,-1-2-7-16,3 2 6 0,0 3-11 0,1-5-1 16,-2 3-24-16,2 0-23 0,1 4-28 0,0 0-32 15,-2-3-17-15,2 3-26 0,0 0-11 0,0 0-21 16,0 0-9-16,-6 15-10 0,4 2-6 0,2 0-2 0,0 9-12 15,4 1-7-15,-2 2 0 0,2 2 8 0,1 1-46 0,0 0-35 16,8-1-42-16,-7-2-47 0,2-1-60 0,1-5-100 16,0-4-315-16,-4-9-641 0,-1-1 284 0</inkml:trace>
  <inkml:trace contextRef="#ctx0" brushRef="#br1" timeOffset="114287.46">19742 7329 141 0,'0'-5'157'16,"0"5"-7"-16,3-7 8 0,-2 3 2 0,-1 4-6 16,0-5-1-16,0 2-3 0,0 3-7 15,2-5-8-15,-2 5-13 0,0-4-13 0,0 4-12 16,0 0-12-16,0 0-10 0,0 0-12 0,0 0-9 0,0 0-12 0,0 0-5 16,0 0-8-16,3 17-5 0,-6-7 0 0,3 6 0 15,-2 1-7-15,1 1 2 0,-2 10 3 0,-1-3-8 16,4-2 1-16,-1 5 0 0,-2-9-3 0,2 5 3 0,1-4-6 15,1 6 2-15,-2-7 2 0,2-3-1 0,2-5 1 16,-2-1-3-16,-1-2-4 0,0 1 2 16,0-2 8-16,0-2 41 15,0 0 39-15,0-1 39 0,3-1 38 0,-3-3 5 16,0 0-9-16,0 0-25 0,4-12-12 0,-1 3-13 16,1-5-9-16,3-1-11 0,0-3-12 0,1 1-14 15,2-1 0-15,0-4-8 0,1-3-7 0,4 3-12 16,-7 8-3-16,-1-1-10 0,1 4 3 0,-2 1-7 15,-1 3-4-15,-1 1-3 0,-1 0-2 0,-1 0-8 16,1 4-19-16,1 0-33 0,-4 2 10 0,6 0-9 0,-6 0 5 0,9 9-5 16,-4-2 4-16,0 3-1 0,4 4 5 0,-2 0 5 15,-1 1 3-15,3 2 5 0,0-2-1 0,0 2 0 16,-3 1 7-16,7 5 3 0,-5-6 1 0,-2-2 8 16,1-4-10-16,-5-1 4 0,6-2 1 0,-5-2-2 15,0 0 6-15,0-2 4 0,-1 0-7 0,0 0 0 16,-1 0 11-16,-1-4-2 0,2 6-6 0,-2-6 7 0,3 3 0 0,-3-3 9 15,3 2-8-15,-3-2 4 0,0 0 1 0,1 2 6 16,-1-2-13-16,0 0 3 0,0 0-1 0,0 0-2 16,0 0-15-16,0 0-4 0,0 0-10 0,1 4-5 15,-1-4-13-15,0 0-12 0,0 0-10 0,0 0-51 16,0 0-39-16,0 0-37 0,-2-14-12 0,2 11-24 16,0-5-38-16,0 1-204 15,-2-1-506-15,1-1 224 0</inkml:trace>
  <inkml:trace contextRef="#ctx0" brushRef="#br1" timeOffset="114688.18">20441 7142 2 0,'0'-3'207'0,"1"-2"-13"15,-1 5-17-15,0 0-19 0,-2-2-15 0,2 2-17 0,0 0-10 16,-16 13-1-16,5 1-6 0,-6 6-5 0,-2 5-7 16,-1 7-10-1,-9 10 5-15,3 1 1 0,-1 5 3 0,4-5-6 16,4 3-7-16,1-4-7 0,4 6 8 0,6-17-2 16,3 3 0-16,1-2 3 0,4 0 1 0,5-3 6 0,4 0 1 15,3-6 8-15,3 0-2 0,5-3-1 16,3-3 2-16,4-3-8 0,5-3-10 0,1-1-8 15,3-5-3-15,3 2-10 0,-6-2-2 0,-1-1-9 16,-3-4 2-16,-1 1-12 0,-9-1-2 0,-6-1 2 0,1 1-2 0,-6 0-6 16,-3 0-5-16,4 0 21 0,-9 0 2 0,10 0 3 15,-3-1-2-15,-7 1-12 0,5-3-16 0,-5 3-21 16,2-2-8-16,-2 2-24 0,-2-6-21 0,2 6-17 16,-4-4-19-16,0 2-14 0,4 2-17 0,-8-4-24 15,2-1-26-15,2 1-39 0,-1 0-28 0,1-2-54 16,-1 0-160-16,0 0-484 15,1 0 215-15</inkml:trace>
  <inkml:trace contextRef="#ctx0" brushRef="#br1" timeOffset="115120.4">20635 7361 8 0,'0'0'324'0,"-1"-4"-29"0,1 4-29 0,-3-4-21 0,3 4-33 16,0 0-28-16,0 0-23 0,0 0-13 0,0 0-19 0,0 0-11 16,0 0-13-16,4 18-14 0,-4-7-11 0,3 0 3 15,-1 7-16-15,-2 0-4 0,0 2-10 0,0 4-2 0,-1 0-9 16,-3 1 0-16,4 3-5 0,-1-1-2 0,-2-8-2 15,3-4-2-15,-1-3-5 0,1-2-2 0,0-3-3 16,-1 0 0-16,1-1 5 0,0 1 14 16,-4-3 30-16,8 0 36 15,-4-4 28-15,0 0-3 0,0 0-16 0,0 0-8 0,14-17-19 16,-9 6-5-16,5-4-5 0,2 1-11 16,-2-1-5-16,1-2-7 0,2 1-7 0,-1 1-6 15,0-5 1-15,1 10-14 0,-5-1-6 0,-2 3 0 16,1 1-6-16,-1 3-1 0,-1 0 0 0,-1-1-12 0,2 4-11 15,-1-2-9-15,3 3-4 0,-3 3-4 0,5 1-6 16,1 0-9-16,-1 5-12 0,4-2-17 0,-4-2-29 0,5 9-33 16,1-4-46-16,-1-1-54 0,2 3-65 0,-2-6-245 15,-1-1-584-15,3-1 259 0</inkml:trace>
  <inkml:trace contextRef="#ctx0" brushRef="#br1" timeOffset="115405.5">21157 7478 169 0,'-7'0'204'16,"7"0"-18"-16,0 0-19 0,-5 3-15 0,5-3-19 15,0 0-11-15,-5 1 2 0,5-1-7 0,0 0-1 0,0 0-9 0,0 0-1 16,0 0 1-16,0 0 0 0,0 0-1 0,17 3-7 15,-5-4-8-15,6 1-10 0,1-1-7 0,3-1-9 16,6-1-4-16,4-3-7 0,1 2-9 0,2 1-3 16,1-1 0-16,-4-1-11 0,-2 3-3 0,-2 0-21 15,-7 0-19-15,-3 1-21 0,-8 1-24 0,1-3-27 16,-3 3-39-16,-1 0-30 0,-4-1-57 0,-3 1-136 0,0 0-373 0,0 0 165 16</inkml:trace>
  <inkml:trace contextRef="#ctx0" brushRef="#br1" timeOffset="115668.47">21333 7362 264 0,'-3'-5'346'0,"3"1"-12"0,-2 2-4 16,0-4-4-16,0 3-12 0,2 3-31 0,-3-6-10 0,3 6-24 15,-1-3-32-15,1 3-5 0,-1-4-41 0,1 4-20 16,0 0-26-16,0 0-19 0,0 0-35 15,0 0-11-15,0 0-6 0,0 0-10 0,1 16-4 16,-1-5-11-16,1 2-5 0,2 3 1 0,-1-1 1 0,1 2-3 0,0 3 0 16,0-1 5-16,1-1-27 0,1 7-23 0,-1-6-23 15,1-1-23-15,2-1-27 0,-4 0-26 0,3-1-37 16,-1 1-30-16,-1-5-57 0,1-4-59 0,0 0-181 0,-1-5-523 16,1-1 232-16</inkml:trace>
  <inkml:trace contextRef="#ctx0" brushRef="#br1" timeOffset="115968.93">21806 7313 266 0,'2'-2'353'0,"2"-2"-26"0,-4 4-27 0,4-3-32 0,-4 3-32 0,2-2-28 16,-2 2-26-16,0 0-14 0,0 0-21 0,0 0-19 15,0 0-13-15,4 9-9 0,-4-2-12 0,2 4-8 16,-2 0-12-16,2 2-10 0,-1 4-5 0,-1-1-5 16,2 1-5-16,0 0-2 0,-2 0-6 0,4 0-5 15,-4-1-4-15,1 0-2 0,-1-3 1 0,2-2-5 16,-2 1 11-16,0-3-18 16,0-1 2-16,0-2-1 0,0 2-4 0,0-3-2 15,0 2-13-15,0-2-7 0,2-2-8 0,-2 1-11 16,0-4-3-16,0 2-9 0,0-2-9 0,-4 4-10 15,4-4-39-15,0 0-44 0,0 0-44 0,-14-8-48 16,9 3-236-16,0-4-503 0,-1 0 222 0</inkml:trace>
  <inkml:trace contextRef="#ctx0" brushRef="#br1" timeOffset="116207.18">21867 7082 35 0,'1'-4'269'15,"3"0"-24"-15,-4 4-24 0,1-3-26 0,-1 3-22 16,0 0-19-16,9 6-8 0,0 0 1 0,-1 2-12 0,7 7-6 16,2 7-6-16,2 3-12 0,4 4-1 0,-5 0-6 0,9 13-2 15,-2 1-5-15,-2-1-7 0,-6-9-4 16,-2 11-2-16,-2 2-8 0,-8-15-8 0,-5 5-8 16,-1 13 6-16,-8-15-13 0,-4-2-1 0,-9-1-13 15,2 1-13-15,-16 2-20 0,10-10-30 0,-14 7-37 0,5-14-52 16,-1 1-76-1,1-5-281-15,-1-4-508 0,0-5 225 0</inkml:trace>
  <inkml:trace contextRef="#ctx0" brushRef="#br1" timeOffset="117133.86">22413 7068 80 0,'0'0'229'0,"-2"-6"-15"15,2 1-22-15,0 5-24 0,0 0-15 0,0 0-19 0,0 0-16 16,0 0-13-16,-11 14-13 0,-1 1-3 0,-2 9-8 16,-1 3-3-1,-3 3-1-15,0 4-8 0,-4 10 0 0,3 1-4 16,2-2-3-16,6 1-3 0,1-8-7 0,3 0 9 15,5-1 0-15,2 12 1 0,6 0 0 0,1-17-2 0,8 2-4 16,4-2-8-16,8-7-3 0,1-1-13 16,17-2-24-16,5-5-31 0,0-2-57 0,2-9-65 15,3-2-73-15,-15-4-152 0,-2-4-399 0,0-2 177 16</inkml:trace>
  <inkml:trace contextRef="#ctx0" brushRef="#br1" timeOffset="117597.32">22714 7357 259 0,'0'-3'259'0,"0"0"-9"16,0-3-10-16,0 6-11 0,0-9-6 0,0 6-15 15,0 3-10-15,0-5-17 16,0 5-18-16,0-4-17 0,0 4-17 0,0 0-13 16,0 0-20-16,0 0 2 0,0 0-24 0,0 0-7 15,0 0-10-15,0 0-8 0,2 19-3 0,0-9-3 16,-4 4-7-16,2 2-3 0,-2 3-1 0,-2-4-6 16,3 5-1-16,1-1 0 0,-4 6-3 0,2-6-4 15,0-1 4-15,1-3-5 0,0-3 0 0,2 0-2 16,0-4-4-16,-1 0 2 0,0-2 12 0,-1 0 1 0,2-2 16 15,3-2 16-15,-4-2 8 0,0 0-3 0,19-9-5 0,-10 5-2 16,4-6 7-16,2-1 12 0,1-2-20 0,-2 0-13 16,1 0 2-16,3-8-3 0,-2 7-11 0,3-4-5 15,-4 6 3-15,-1 1-8 0,-2 2 14 0,-2 3-12 16,-4 1-10-16,-1 0-1 0,2 0-5 0,0 1-10 16,-2 4-10-16,3 0 0 15,-8 0 14-15,19 5-22 0,-10-1-6 16,3 3-15-16,-1-2-23 0,5 7-28 0,-4-3-31 15,4 4-44-15,-1-3-46 0,2 1-63 0,0-5-268 0,-1 4-591 16,0-3 262-16</inkml:trace>
  <inkml:trace contextRef="#ctx0" brushRef="#br1" timeOffset="117835.56">23284 7420 181 0,'0'0'255'16,"-6"0"-20"-1,6 0-16-15,0 0-22 0,0 0-17 0,0 0-17 16,0 0-13-16,0 0-11 0,0 0-12 0,0 0-11 16,29 2-8-16,-11-2-14 0,10-2-9 0,4 2-5 15,4-3-10-15,2 1-8 0,12-2-6 0,-10 0-19 16,-1 3-16-16,1-3-34 0,-2 0-33 0,-6 0-36 15,-3 3-42-15,-9-2-34 0,-5 3-201 0,-5-1-389 16,-3 1 173-16</inkml:trace>
  <inkml:trace contextRef="#ctx0" brushRef="#br1" timeOffset="118067.29">23435 7296 262 0,'-3'-5'357'15,"2"1"-11"-15,-3-1-19 0,4 2-22 0,0 3-34 16,-1-5-30-16,-2 1-25 0,3 4-24 0,0 0-25 16,0 0-26-16,0 0-28 0,0 0-11 0,0 0-13 15,-1 17-11-15,1-5-4 0,-1 4-8 0,1 3-9 16,0 7-11-16,1 3-6 0,-1-3-27 0,0 1-28 16,1 1-27-1,2 1-29-15,1-1-33 0,1-2-42 0,0-7-57 0,-1 0-284 16,0-4-529-16,1-6 234 0</inkml:trace>
  <inkml:trace contextRef="#ctx0" brushRef="#br1" timeOffset="118683.86">23851 7177 203 0,'4'-4'241'0,"0"1"-27"16,4-1-19-16,2 1-21 0,0-1-12 0,3 0-20 15,1 3-6-15,3 0-15 0,1 0-14 0,2 3-9 0,-1 0-11 16,0 3-13-16,-2-1-5 0,0 3-3 0,-6 0-9 15,2 2-16-15,-3 4 2 0,-1 1-7 16,-1 2-5-16,-6 1 0 0,-2 0-3 0,-2 1-5 0,-6 1-1 0,-2 4 0 16,-3 3-4-16,-5-3 2 0,-1 2-3 0,-3-2-3 15,1 0 0-15,-2-3 0 0,0-1-3 0,1-1-2 16,5-7-1-16,3 0 3 0,-4 1-3 0,12-5-2 16,-3 0 14-16,0-1 8 0,5-4 22 0,-1 1 33 15,1 1 32-15,0-4 27 0,4 0-2 0,0 0-11 0,0 0-14 16,0 0-16-16,12-20 8 0,-1 14-29 0,1-9-9 0,2 4-6 15,0 0-11-15,0-2-8 0,3 2 0 0,-2 1 2 16,0 3-9-16,-1-1-7 0,-1 1-3 0,1 5-9 16,-2-3 5-16,-1 2-8 0,0 2-3 0,1 1-1 15,2 1-10-15,0 2 3 0,-1 0 13 0,4 1-21 16,-6 3 2-16,8-2 3 0,-2 3 1 0,1 0-5 16,-3 1 5-16,3-2 5 15,-2 2-8-15,1-4-1 0,-8 1 4 0,3 0 0 16,-2-3 5-16,-1-1 0 0,-2-1 1 0,0 1-2 15,-2-4-11-15,3 2-4 0,-2-2 3 0,2-2-6 0,-2-1-7 16,-1 0-4-16,-1-2-7 0,0-2-5 16,1 1-2-16,0-2-6 0,-2 2-2 0,-2 2 5 0,0 0 1 15,2-1-7-15,-2 2-5 0,-1-2-14 0,1 3-19 16,-1 0-21-16,0-1-22 0,0 2-45 0,0 3-37 0,2-9-43 16,-2 4-210-1,1 1-500-15,-1-1 221 0</inkml:trace>
  <inkml:trace contextRef="#ctx0" brushRef="#br1" timeOffset="118938.29">24336 6974 72 0,'-3'-4'286'0,"6"-1"-31"15,-3 5-23-15,0-5-29 0,1 2-24 0,-1 3-18 0,0 0-16 16,0 0-16-16,14 13-14 0,-6-4-13 0,5 7-8 0,2 6-6 16,1 4-5-16,1 5-7 0,2 12-2 0,2 1-5 15,-6 1 1-15,3-1-11 0,-8 5-3 0,-5-2-3 0,0 1-8 16,-7 2 4-16,-6-4-8 0,-1 3-4 0,-1-16 0 16,-8 11-2-16,-9 0-1 0,-5-6-4 15,-7 1-14-15,-6-5-32 0,-5-2-44 0,-4-3-45 16,1-3-89-16,-6-2-231 15,4-7-461-15,1-5 203 0</inkml:trace>
  <inkml:trace contextRef="#ctx0" brushRef="#br1" timeOffset="120041.18">19837 8345 84 0,'-5'-1'189'0,"5"1"-8"0,0 0-8 16,-4-3-8-16,4 3-4 0,0 0-31 0,0 0 0 16,0 0-15-16,0 0-5 0,0 0-11 0,0 0-6 15,0 0-14-15,0 0-5 0,0 0-9 0,0 0-6 16,-4-2-8-16,4 2-8 0,0 0-3 0,0 0-2 0,0 0-6 0,0 0-5 16,0 0 0-16,0 0-2 0,0 0-2 0,0 0-3 15,0 0-7-15,0 0-1 0,0 0 3 0,0 0-2 16,0 0-2-16,0 0-3 0,0 0 4 0,15 5-4 15,-15-5 0-15,10 2 1 0,-3-2 5 0,3 0 2 16,1 0 2-16,2 1-1 0,5 1 2 0,0-2 3 16,4 2-1-16,6-2 1 15,3 0-1-15,2-2 5 0,3 2-3 0,4-3-1 16,10 1-3-16,10-2 2 0,4-4 2 0,27 3-2 16,-25-4 4-16,31-1 4 0,2 0-2 0,-1 1 6 15,7 0 8-15,0-1-8 0,6 5 1 0,5-3 2 16,8-1 2-16,5 1-5 0,6 1-3 0,0-1-4 15,-1 3-1-15,7 0 3 0,3 1-4 0,4-1 6 16,7 1-11-16,-2-1-4 0,0 0-2 0,7 0 2 0,1 0-6 0,0 1 1 16,-4-1 9-16,-5 0-10 0,-3 2 6 0,-10 1 0 15,-2-1-3-15,-11 3-3 0,-8-3 2 0,-11 3-2 16,-11-1 2-16,-31-4 1 0,0 3-1 0,-6 2-4 16,-1-3 3-16,-8 0 2 0,-11 1 7 0,-3 1 2 15,-7-3 9-15,-1 1 9 0,-8 3 13 0,-1-1 13 16,-8 1 12-16,3 0 5 15,-7 0 7-15,-1-1 1 0,1 0-1 0,0-1-8 16,-7 2-6-16,9 0-9 0,-9 0-5 16,5-2-7-16,-5 2-5 0,5-1-5 0,-5 1-2 0,0 0-20 15,0 0-16-15,0 0-27 0,9 1-33 0,-9-1-23 16,0 0-21-16,0 0-35 0,0 0-29 0,0 0-34 16,0 0-44-16,0 0-28 0,0 0-283 0,0 0-598 15,0 0 265-15</inkml:trace>
  <inkml:trace contextRef="#ctx0" brushRef="#br1" timeOffset="123281.17">21976 8548 25 0,'0'0'87'0,"-3"-2"-4"0,3 2-11 0,0 0-3 0,0 0-1 16,0 0-8-16,0 0-15 0,0 0 2 0,0 0-6 15,0 0-4-15,0 0-3 0,-4-1 5 0,4 1 8 16,0 0 2-16,0 0 6 0,0 0-6 0,0 0 4 16,0 0-3-16,0 0 3 0,0 0-2 0,0 0-5 0,0 0-3 15,0 0-2-15,0 0-4 0,0 0-6 0,0 0 2 16,0 0-8-16,0 0-1 0,0 0 0 0,0 0-1 15,0 0-8-15,0 0-1 0,0 0 3 0,0 0-3 0,0 0-1 16,0 0 0-16,0 0 0 0,0 0-9 16,0 0 5-16,0 0 0 0,0 0 2 0,0 0 1 15,0 0 1-15,0 0-1 0,0 0 3 0,0 0 1 0,0 0-2 0,0 0-3 16,0 0 6-16,0 0-3 0,0 0-3 16,0 0-5-16,0 0 4 15,0 0 3-15,0 0-7 0,0 0 1 0,0 0-4 16,0 0 4-16,0 0 4 0,0 0-1 0,0 0 4 15,0 0 1-15,0 0 7 0,0 0-1 0,0 0 4 16,21 0 0-16,-9 0-3 0,6-3-5 0,3 3 3 16,-1 0-4-16,0 0-1 0,1 1-2 0,1 1 2 15,-3-1-6-15,2 3 2 0,-2 3-5 0,-3-2-1 0,-3 0 1 0,-1 2-2 0,-2 0-1 16,1 1-3-16,-2 0-4 0,-5 1 4 0,1 0-3 16,0 4-2-16,-5 0 3 0,-3-1-6 0,-3 4 5 15,-1 2 4-15,-2-2-4 0,-5 0 1 0,1-1 1 16,-2-1 0-16,0-1-5 0,-2-2 6 0,1-1 4 15,5 2-3-15,-3-5 0 0,2 0-2 0,2-1 2 16,2-4 0-16,1 2 1 0,1 1 4 0,2-2-2 16,0 0-2-16,1-2 4 0,3-1 5 0,0 0-6 15,0 0 2-15,11 3-3 0,2-5 6 0,0 2-8 16,9 2 1-16,-2-2 6 0,8 0-12 0,2 0 6 16,0 1-3-16,0 3-3 0,-1-2 2 0,-1 1 1 15,-1 4 4-15,0-2-4 16,-7 1 0-16,-1 2 0 0,-2-2 2 0,-2 5-5 15,-2-2 1-15,-5 0 1 0,1-1-1 0,-3 0-4 16,-4 2 6-16,-4 1-2 0,-2-1 4 0,-1 2 5 16,-10 1 0-16,-3-1-7 0,-8 1 3 0,-3 1 2 15,-3-1-1-15,-2-4 1 0,-5-1 8 0,2-2 2 16,0 2 2-16,-3-5 12 0,1 1 4 0,2-3 7 16,1-1 6-16,2-1 3 0,2-2 9 0,2-1 5 0,9-1 6 0,-1 2 4 15,4-3 11-15,0 1 3 0,5 2 12 0,3-2 2 16,-1 1 13-16,4 1 3 0,0 0 8 0,2 3-12 15,3-5-9-15,-3 3-12 0,1-1-9 0,4 3-11 16,-4-2-4-16,2 0-16 0,2 2-18 0,0 0-11 16,-6-3-16-16,6 3-17 0,0 0-20 0,-3-4-20 15,3 4-28-15,-3-1-40 0,3 1-28 0,0 0-29 0,0 0-32 0,4-8-25 16,1 4-262-16,-2 0-534 0,1 1 237 0</inkml:trace>
  <inkml:trace contextRef="#ctx0" brushRef="#br1" timeOffset="123782.17">22815 8571 112 0,'1'-6'211'15,"1"3"0"-15,-1-2-13 0,0 2-15 16,0-1-2-16,1 0-6 0,-1 1-9 0,-1 0-7 0,0 3-4 0,3-5-2 0,-3 5-5 15,0-4-13-15,0 4-8 0,0 0-8 0,2-3-12 16,-2 3-8-16,0 0 4 0,0 0-20 0,0 0-9 16,3-3-14-16,-3 3-4 0,0 0-7 0,0 0-5 15,0 0-9-15,0 0-4 0,0 0-5 0,0 0-13 16,0 0-11-16,0 0-2 0,0 0 0 0,1 13-2 16,-1-4 1-16,1 1 1 0,2 7-2 0,0 0-1 15,-2 1 2-15,5 8 2 0,-3 0-1 0,2-2-1 16,0 2 1-16,0-1 1 0,0 0 2 0,1 1 2 15,-2 1-2-15,0-8 0 16,0 6 6-16,-1-1-7 0,-3-5-19 0,2 0-14 16,1-2-17-16,-1-1-14 0,-2 0-19 0,2-3-24 0,-4-1-9 15,2-1-25-15,-2 0-27 0,-1-2-39 16,-1 0-173-16,-1-1-409 0,1-3 181 0</inkml:trace>
  <inkml:trace contextRef="#ctx0" brushRef="#br1" timeOffset="123951.4">22976 9303 108 0,'0'0'205'0,"1"5"-17"0,-1-5-18 0,3 4-22 15,-3-4-13-15,0 0-10 0,1 3-25 0,-1-3-35 16,0 0-41-16,12-1-62 0,-12 1-167 0,14-4-223 15,-8 1 99-15</inkml:trace>
  <inkml:trace contextRef="#ctx0" brushRef="#br1" timeOffset="125301.74">25569 7548 24 0,'0'0'218'0,"0"-7"-14"0,0 7-9 16,1-5-18-16,-1 2-18 0,4-1-14 0,-4 4-14 16,6-5-12-16,-2 3-15 0,4 1-9 0,-2 0-10 0,6 0-10 0,-2 1-10 15,2-1-7-15,2 2-4 0,-2 1-14 0,1 1-3 16,0 0-2-16,5 9-1 0,-5-2-5 0,2-1-2 16,-2 3-2-16,-2 3-2 0,1 2 0 15,-5-1 1-15,1 2-2 0,-3 8-5 0,-5-7-6 0,3 7 6 16,-6-6-1-16,-2 5 2 0,-3-8-9 0,-2 7 1 15,-1-6 2 1,0-2-1-16,-5 4-2 0,4-4 5 0,-1-1 3 16,-2-2 3-16,2-4 3 0,3-1 1 0,1 1-2 0,4-2 3 15,-3-2-1-15,2-1 6 0,4 1 3 0,-2-3 4 16,-1 3 13-16,1-4 10 0,1 2 16 0,3-3 9 16,-4 3 8-16,4-3 1 0,0 0-14 15,0 0-5-15,0 0-9 0,0 0-4 0,13-14-9 0,-6 7-10 16,1 0 0-16,0-2-4 0,1-4-3 0,4 0 1 0,-3 1-9 15,2-4-2-15,2 3-5 0,2-8-3 0,-4 6-5 16,3-5 4-16,2-3-3 0,2 3-5 0,-4-1 12 16,2 1-15-16,-3 6 1 0,-4-3 1 0,0 3-4 0,2 0 3 15,-4 4 5-15,0-1 2 0,-3 1 5 16,2 3 13-16,-3 0-6 0,0 2-4 0,-3-2 3 16,1 2-1-16,1 1-4 0,-2 0-1 0,3 3-3 0,-4-3-8 0,0 4-11 15,3-4-8-15,-3 4-9 0,0 0-14 0,0 0 4 16,0 0 0-16,-8 9 3 0,3 2 10 0,-3 2-4 15,-1 4 0-15,-2 8 1 0,0-3 2 0,1 1 2 16,3 2 3-16,0-5 2 0,2-1-4 0,1 0 6 16,4 1 3-16,0-2 3 0,3 0 5 0,3-3 2 15,1 1 5-15,7-1 2 16,1-1-1-16,11-1-1 0,4-4 6 0,2-2-25 16,5-2-13-16,4-4-48 0,9-4-52 0,-10 1-63 15,10-6-87-15,-19 1-245 0,5-1-560 0,-3-3 248 16</inkml:trace>
  <inkml:trace contextRef="#ctx0" brushRef="#br1" timeOffset="126056.93">26171 7045 76 0,'2'-3'166'0,"2"1"-5"0,-4 2-15 15,4-6-6-15,2 4-13 0,-2-2-2 0,3 1-6 16,-1 0-9-16,5 1-5 0,1-3 0 0,-2 3-17 16,3-1 0-16,4 2-9 0,-3 1-3 0,2 0-2 15,2 1-5 1,0 0-6-16,1 1-5 0,-5 0-7 0,0 0-6 16,-1 1-4-16,-1 0-2 0,-1 1-5 0,-1 2-4 0,-1-5-4 15,-1 3-8-15,-3 0-1 0,0 2-10 0,0-1 0 16,-5 1 0-16,1 5-4 0,-2-2 2 0,-4 1 0 15,-1 1 1-15,-4 1-2 0,-1 0-4 16,-1 1 4-16,-1-1-1 0,-1-4 0 0,1 3 0 0,4-2 2 16,0-2-4-16,1-2 0 0,1 1-4 0,3 1 5 0,-1-3 0 15,1 0 0-15,1 4 1 0,2-5-3 0,1 0 2 16,1 4 1-16,2-2 6 0,1-1 8 0,6 4-2 0,0 0 0 16,3-3 0-16,2 1 1 0,3 2-2 0,-4 0-1 15,4 0 0-15,-4 0-2 0,4 0-1 16,-4 2 2-16,-4-3-3 0,1 1-7 0,-1-1 3 15,-5-3-4-15,0 4-2 16,0-3-4-16,-4-1 0 0,-1 4 0 0,-4-4 4 16,-3 5 1-16,-2-1 3 0,-4-4-3 0,-5 5-1 15,-6-3 2-15,-3 1 2 0,-1-2 0 0,6 0-1 16,-5-1 0-16,7-1-15 0,-2 0-21 0,3-1-22 16,0 1-10-16,6-2-16 0,-1 0-20 0,5 1-34 0,0-1-38 15,5-1-137-15,4 0-336 0,0 0 149 16</inkml:trace>
  <inkml:trace contextRef="#ctx0" brushRef="#br1" timeOffset="126520.47">26810 7645 80 0,'0'0'193'0,"-9"1"-20"0,9-1-20 0,-4 1-18 16,4-1-8-16,0 0-17 0,0 0-12 0,-5 2-2 0,5-2-9 0,0 0-12 16,0 0-7-16,0 0-5 0,0 0-1 0,-5 2-14 15,5-2-3-15,0 0-6 0,0 0-8 0,0 0 0 16,0 0-4-16,0 0 0 0,0 0-4 0,-3 3-1 15,3-3-4-15,0 0-6 0,0 0 0 0,0 0 5 16,0 0-5-16,0 0-4 0,0 0 1 0,-1 3 1 16,1-3-1-16,0 0-8 0,0 0 7 0,0 0-2 0,0 0 1 0,0 5 7 15,0-5 9-15,0 0 10 0,0 0 14 0,0 0 18 32,9 3 17-32,-3-3 0 0,3 3-1 0,6-1-6 0,2-2 1 0,3 0-12 0,11-2-2 15,4-1-10-15,2 1-4 0,3 1-4 0,0-4 2 16,1 4-10-16,-4-3-5 0,3 2 0 0,-8-1-5 15,-2 1-2-15,-10-3-6 16,-1 5-7-16,-3-2-12 0,-5-1-15 0,-4 1-13 16,1 1-21-16,-2-2-34 0,-5 2-29 0,-1 1-26 15,-1-8-10-15,-4 5-12 0,-2 1-18 0,-4-2-24 0,2 1-113 16,-10-1-340-16,6 2 151 0</inkml:trace>
  <inkml:trace contextRef="#ctx0" brushRef="#br1" timeOffset="126774.15">27051 7521 174 0,'0'-3'273'15,"-2"-4"1"-15,0 3-9 0,2-1-3 0,-2 2-7 16,2 3-8-16,0-7-14 0,0 7-22 0,0 0-24 16,-2-6-15-1,2 6-21-15,0 0-17 0,0-3-22 0,0 3-13 16,0 0-20-16,0 0-14 0,0 0-11 0,0 0-4 15,0 0-11-15,-1 23 0 0,1-11-7 0,0 5 1 16,0 1-4-16,0 2 1 0,3 6-10 0,-3-2 4 16,2 2-3-16,2-1-1 0,-4-5-12 0,5-2-19 15,-3 3-16-15,3-4-28 0,-3-1-26 0,1-3-32 16,1 3-44-16,2-1-41 0,-1-7-60 0,0-2-191 0,-1-1-487 0,2-2 216 16</inkml:trace>
  <inkml:trace contextRef="#ctx0" brushRef="#br1" timeOffset="127059.35">27803 7628 185 0,'0'0'204'0,"0"0"-16"0,0 0-18 15,3-3-18-15,-3 3-17 0,0 0-18 0,0 0-13 16,0 0-5-16,0 0-15 0,0 0-5 0,12 0-12 16,-12 0-8-16,10 0-16 0,-10 0-15 0,12 0-19 0,-7 0-2 15,2 3-23-15,-2-3-37 0,-5 0-26 0,15-3-41 16,-9 3-124-16,3-3-264 0,-1-2 117 0</inkml:trace>
  <inkml:trace contextRef="#ctx0" brushRef="#br1" timeOffset="127237.76">28311 7625 166 0,'0'0'232'0,"6"-4"-25"0,-6 4-18 15,4-4-19-15,-4 4-19 0,7-2-18 0,-1 2-11 16,0-1-40-16,2 1-21 0,2-1-29 0,3 1-40 16,1 0-43-16,5-2-36 0,-2 4-147 0,2-4-252 15,3-1 111-15</inkml:trace>
  <inkml:trace contextRef="#ctx0" brushRef="#br1" timeOffset="127407.03">28844 7623 134 0,'0'0'256'0,"5"2"-11"16,-5-2-10-16,0 0-5 0,10-2-18 0,-10 2-19 16,5 2-19-1,-5-2-19-15,4-3-21 0,0 1-31 0,3 0-29 0,1 1-22 16,3-1-42-16,-1 2-38 0,3-2-29 0,-1 0-32 16,8-1-37-16,-2 1-49 0,-1 0-114 0,1-2-313 15,1 0 139-15</inkml:trace>
  <inkml:trace contextRef="#ctx0" brushRef="#br1" timeOffset="127576.73">29245 7600 192 0,'0'0'250'0,"5"2"-11"15,-5-2-11-15,0 0-8 0,0 0-18 0,8 0-19 16,-8 0-18-16,6-3-11 0,2 3-25 0,-3-3-27 16,4 3-36-16,0-1-46 0,3-3-46 0,2 3-43 15,5 1-46-15,-1-1-77 0,5-2-100 0,-3 0-315 16,3 2 139-16</inkml:trace>
  <inkml:trace contextRef="#ctx0" brushRef="#br1" timeOffset="127717.64">29791 7608 118 0,'5'0'302'0,"-1"0"-16"0,-4 0-14 0,7 3-5 16,-7-3-12-1,0 0-13-15,7 0-10 0,-7 0-31 0,4 2-20 16,-4-2-17-16,4 1-38 0,-4-1-61 0,0 0-75 0,0 0-90 15,8-3-108-15,-8 3-192 0,7-5-431 16,-5-1 191-16</inkml:trace>
  <inkml:trace contextRef="#ctx0" brushRef="#br1" timeOffset="133307.03">3208 10845 222 0,'0'0'236'16,"4"-6"-6"-16,-4 3-1 0,0 1-12 0,0 2-6 15,4-7-8-15,-4 4-10 0,1-2-6 0,-1 5-7 16,0-8-9-16,1 4-7 0,2 0-10 0,-3-1-15 15,1 3-6-15,2-4-12 0,-2 4-11 0,-1 2-12 0,0-8-2 0,0 8-19 16,0-4-13-16,0 4-5 0,0 0-10 0,0 0-20 16,0-4-32-16,0 4-24 0,0 0-35 15,0 0-11-15,0 0 1 0,3 16 6 0,-3-3 9 0,0 4 10 16,-3 8-1-16,-1 0 2 0,3 7 3 0,1 1 2 16,-4 1 6-16,4 0 7 0,-1-3 1 0,-2 1 3 15,2 0 3 1,1-3 3-16,0-3 2 0,0-6 4 0,0-1 0 0,0 0-1 15,0-3 5-15,0-6-3 0,0 1 3 0,1-2-4 16,-1-4 9-16,0 2 5 0,3-2-2 16,-3-2 2-16,0 1 14 0,-3-1 15 0,3-3-1 15,-1 4 7-15,1-4 2 0,1 4-4 0,-1-4 0 16,0 0-4-16,0 0-1 0,0 0-5 0,0 5 0 0,0-5-16 16,0 0-15-16,0 0-18 0,0 0-31 0,0 0-72 0,0 0-72 15,0 0-248-15,5-11-482 0,-2 4 213 0</inkml:trace>
  <inkml:trace contextRef="#ctx0" brushRef="#br1" timeOffset="134255.87">3641 11107 68 0,'-5'0'110'16,"5"0"-7"-16,0 0-4 0,0 0 2 0,0 0-5 0,-9 0 4 0,9 0-3 0,0 0-4 15,0 0 3-15,0 0-7 0,0 0-4 16,0 0-12-16,0 0 1 0,0 0-1 0,0 0-6 16,0 0-3-16,0 0-3 0,0 0 4 0,0 0-5 15,0 0-6-15,0 0 2 0,0 0-7 0,0 0 1 16,0 0-8-16,0 0-2 0,0 0 2 0,0 0-8 16,0 0-4-16,0 0-1 0,0 0-2 0,0 0 0 15,0 0-7-15,0 0 4 0,0 0-2 0,0 0-11 16,0 0 12-16,0 0 9 0,0 0 2 0,0 0-3 15,0 0 0-15,0 0 2 0,0 0-4 0,0 0-5 16,0 0 0-16,0 0 7 0,0 0-6 0,0 0-6 16,0 0 3-16,0 0-4 0,0 0 0 0,0 0-1 15,0 0-4-15,0 0 2 16,0 0 4-16,0 0-4 0,0 0-4 0,0 0 1 16,22-2-1-16,-22 2-2 0,5 0 0 0,-5 0 0 15,9-2-3-15,-9 2 1 0,8 2-1 0,-8-2-3 16,0 0 2-16,6 0 1 0,-6 0-1 0,0 0 2 15,8 0-5-15,-8 0-2 0,0 0 0 0,0 0 3 16,0 0-3-16,0 0 3 0,6 0-3 0,-6 0 3 16,0 0-1-16,0 0 0 0,0 0-6 0,0 0 4 0,0 0 2 0,0 0-2 15,0 0 3-15,0 0-2 0,0 0-2 0,0 0-1 16,0 0 4-16,0 0-4 0,0 0-1 16,0 0-2-16,0 0-3 0,0 0-6 0,0 0-2 15,0 0 1-15,0 0-3 0,0 0 1 0,0 0-6 0,0 0 10 16,0 0-5-16,0 0 2 0,0 0-1 0,0 0 3 15,4 2 1-15,-4-2 5 0,0 0-2 0,0 0 0 0,0 0 2 16,0 0 6-16,0 0-3 0,0 0 2 0,0 0 2 16,0 0 1-16,0 0 6 0,14 0 3 0,-3 0 2 15,4-2-1-15,4 2 1 0,9-2 0 0,1-3-2 16,1 3-1-16,3-1-1 0,0-1 9 0,5 1 2 16,0-2-1-16,0 2-3 0,0 0 0 0,-2 0 0 15,-3-2-4-15,0 5 2 16,-4-3-3-16,-10 1 2 0,-5 1-5 0,-3 1 1 15,1-2 2-15,-6 1-6 0,1 1-11 0,0 0-9 16,-7 0-19-16,5-1-15 0,-5 1-18 0,0 0-24 16,0 0-15-16,0 0-31 0,0 0-24 0,-25 0-35 15,11 1-124-15,2 0-347 0,-1 0 154 0</inkml:trace>
  <inkml:trace contextRef="#ctx0" brushRef="#br1" timeOffset="134525.41">3944 10979 238 0,'-1'-5'267'16,"0"0"-3"-16,1 0-6 0,0 1-13 0,0-1-13 16,0 5-22-16,0-4-20 0,0 4-19 0,1-4-14 0,-1 4-21 15,0 0-24-15,0 0-18 0,0 0-35 0,-4-4-20 16,4 4-8-16,0 0-3 0,0 17-5 0,0-8-5 15,0 3-3-15,0 4-3 0,0 2 0 0,0 2-2 16,0 1-3-16,0 3 3 0,0-3-2 16,0-3 3-16,4 2-2 0,-3-1 1 0,2 2 0 0,-1-4-7 0,0-2-43 15,-1-1-39-15,0-4-52 0,3 2-61 0,-3-2-217 16,3 0-441-16,-2-5 196 0</inkml:trace>
  <inkml:trace contextRef="#ctx0" brushRef="#br1" timeOffset="135126.91">4428 10880 98 0,'4'-2'187'15,"-1"-2"-5"-15,2 1-8 0,-1 0-10 0,-4 3-19 16,11-3-13-16,-4 2-14 0,0 1-18 0,2-1-12 16,-2 1-7-16,4 2-5 0,-2 1-13 0,1 4-8 0,3-2-7 0,-4 4-4 15,1-1-6-15,1 1-4 0,-2 6-1 0,-2-2-1 16,1 3-12-16,-3 2 5 0,-1-1-3 0,-2 1-2 15,-2 2-5-15,0 0 2 0,-2-1 1 0,-2 0-6 16,-3 0 5-16,0 0-3 0,-2-2-3 0,3-2 3 16,-1-4 1-16,2-1-2 0,-4-2 0 0,4 2 2 15,1-4-11 1,-1-2 9-16,1 2 4 0,3-2 15 0,-2 0 26 0,2-1 27 16,1-3 26-16,-4 1 35 0,4-1 45 0,0 0 4 15,0 0-7-15,0 0-22 0,0 0-16 16,5-10-15-16,-1-1-15 0,1 1-18 0,3-4 7 15,2-3-18-15,-1 0-14 0,3-7-8 0,-1-1-8 0,2 2-7 16,1 0-15-16,-4 7-2 0,-1-4-6 0,3 5-2 16,-5 0-4-16,0 5-2 0,-2 2 1 0,-3 0-11 0,2 3 0 15,1 1-9-15,-2-1-8 0,-1 1-24 0,1 0-13 0,-3 4-28 16,3-4-21-16,-3 4-15 0,0 0 10 0,0 0 5 16,1 12 9-16,-2-4 7 0,1 1 8 15,-2 3 5-15,4 0 5 0,-4 4 7 0,5 2 2 16,-2-2 6-16,2 2 5 0,3-1 6 0,-1 0 3 15,4-1 7-15,0 0 2 16,5-3 5-16,-1 0 2 0,1 1-30 0,1-4-49 16,6-1-73-16,4-2-85 0,-3-4-231 0,-2 0-518 15,-3-3 229-15</inkml:trace>
  <inkml:trace contextRef="#ctx0" brushRef="#br1" timeOffset="135421.06">4924 10638 141 0,'0'0'205'0,"0"0"-28"0,0 0-18 0,0 0-17 15,0 0-19-15,0 0-4 0,8 19-23 0,-2-2-8 16,2 7-9-16,1 3-3 0,1 2-13 0,-1 5-6 15,4 0-8-15,1 9-2 0,-5 6-6 0,-1-15 5 16,3 13-5-16,-6-12 2 0,0 11-4 0,-3-9-4 16,-2-3 4-16,-3-1-2 0,-2 1-6 0,-7-2-2 31,0-5 1-31,-7 3-2 0,-1-4 2 0,-7 0 0 0,-15 4-8 0,-1-5-31 0,-3-3-44 0,-4-6-60 16,-4-2-216-16,1-3-354 0,0-5 157 0</inkml:trace>
  <inkml:trace contextRef="#ctx0" brushRef="#br1" timeOffset="135975.68">2954 10669 45 0,'0'0'203'0,"-1"-4"-24"0,1 4-14 0,-2-4-17 0,2 4-21 16,0 0-13-16,0 0-10 0,0 0-21 0,-14 7-1 15,2-1-20-15,0 9-1 0,-5 8-9 0,-2 4-9 16,0 6-4-16,-4 13-9 0,0 0-2 0,4 9-1 0,-2-2 8 0,10 0 8 16,-1 0 3-16,6-3-5 0,7 0-2 0,3-16-5 15,5 2-1-15,6 9 0 0,2-15 0 0,14 8-5 16,-5-14 4-16,17 10 0 0,6-7 0 15,5-5-1-15,10-4-29 0,0-3-58 0,28 1-128 16,-28-15-124-16,-2-2-334 0,-1-8 149 0</inkml:trace>
  <inkml:trace contextRef="#ctx0" brushRef="#br1" timeOffset="139052.47">5101 10578 135 0,'0'0'128'0,"-8"-1"-9"0,8 1-1 0,0 0-5 16,0 0 3-16,-5 2-16 0,5-2 11 0,0 0-5 15,0 0-3-15,0 0-9 0,0 0 6 0,0 0-6 16,0 0-6-16,0 0-3 0,0 0-9 0,0 0-2 16,0 0-8-16,0 0-9 0,0 0 2 0,0 0-3 15,0 0-2-15,0 0-5 0,0 0-2 0,0 0-1 0,0 0 2 16,-6 0-4-1,6 0-1-15,0 0 1 0,0 0 0 0,0 0-2 16,0 0-3-16,0 0-1 0,0 0-7 0,0 0-4 16,0 0 0-16,0 0-2 0,0 0-1 0,0 0-3 15,0 0-4-15,0 0-3 0,0 0 0 0,0 0-1 16,0 0 0-16,0 0 0 0,0 0-5 0,0 0 2 16,0 0 1-16,0 0-3 0,0 0 5 0,0 0 3 15,0 0 1-15,0 0 1 0,0 0 3 0,0 0-2 0,0 0-1 0,0 0-2 16,0 0 1-16,0 0 4 0,0 0-8 0,0 0 1 15,0 0-3-15,0 0-2 0,0 0-2 0,0 0 1 16,0 0-2-16,0 0 4 0,0 0-6 0,0 0 0 16,0 0 1-16,0 0-3 0,0 0 2 0,0 0-2 15,0 0-3-15,0 0 2 0,0 0 2 0,0 0-1 16,0 0-4-16,0 0 2 0,0 0 0 0,0 0 1 0,0 0 0 0,0 0-4 16,0 0 4-16,0 0-1 0,0 0 0 0,0 0 0 15,0 0 0-15,0 0-2 0,0 0 2 0,0 0-1 16,0 0 5-16,24 0-4 0,-12-1 6 0,6 0-4 15,12-2 1-15,-2 1 15 0,3 0-5 0,3-1 1 16,1-2 0-16,0 4 0 0,1 0-1 0,-4-1 0 16,-1-1-4-1,-2-1-1-15,-8 3 0 0,-1 0-2 0,-1 0 1 0,-6 1-6 16,-2 0-7-16,0-2-16 0,-5 2-13 0,1 0-14 16,0 0-27-16,-7 0-15 0,9-1-24 0,-9 1-29 15,0 0-27-15,6 1-1 0,-6-1-2 16,3 3-191-16,-3-3-394 0,0 0 175 0</inkml:trace>
  <inkml:trace contextRef="#ctx0" brushRef="#br1" timeOffset="139738.84">5820 10414 6 0,'0'0'236'0,"1"-4"-11"0,-1 4-7 15,-1-5-5-15,1 5-7 0,1-4-8 0,-1 4-11 16,0 0-15-16,-1-5-15 0,1 5-16 0,0 0-10 0,0-3-15 16,0 3-16-16,0 0-10 0,0 0-14 15,0 0-9-15,0 0-3 0,0 0-29 0,0 0-12 0,0 0-4 0,0 0-8 16,1 12-2-16,-1-5 2 0,3 3-1 0,-3 3-3 15,-3 3-1-15,3 1 1 0,0 0 0 0,0 1-2 16,0 1 0-16,3-2-1 0,-3 1 0 0,1 0-2 16,-1-3 2-16,0-1-4 0,0-1 1 0,1-2 2 15,-2-1-1-15,2-3 1 0,-1 1 0 0,0-1 0 16,0-2 2-16,0-1-1 16,0-1 7-16,0 1 0 0,3-1 26 0,-3-3 17 15,0 0 33-15,0 0 38 0,-3 7 32 0,3-7 22 16,0 0 5-16,0 0 0 0,0 0-22 0,0 0-16 15,8-14-16-15,-5 3-4 0,2 1-15 0,1-6-15 16,3 0-17-16,0-1-4 0,4-6-12 0,-3 2-9 16,2 5-3-16,-1-2-9 0,-3 4 4 0,2-1-9 15,0 3-2-15,-4 1-7 0,1 1-4 0,-1 2-2 0,1 1 0 0,-1-2-7 16,-1 4 1-16,-1 1-8 0,-1 2-7 0,0-3-3 16,1 4-2-16,1-2-7 0,-5 3-4 0,9 4-19 15,-1-1-6-15,-2 2-15 0,3 3 20 0,0 1-17 16,0 4 5-16,4 0-1 0,-4 2 6 0,-1 0-1 15,1 1 6-15,-2 0 0 0,1-1 5 0,-3 2 5 16,0-4 3-16,0 1 4 0,-1-4-2 0,0 0 7 0,0 0-2 0,-2 1 4 16,1-6-10-16,-1 2 11 0,1-2 6 0,-2 0-4 15,1-2 9-15,-2 1-6 0,2-1 4 0,-2 2 4 16,0-5 1-16,1 4 1 0,-1-4 1 16,2 3-3-16,-2-3 6 0,0 0-1 0,1 4-7 0,-1-4 0 15,0 0 9-15,0 0-2 0,0 0-3 0,0 0-23 16,0 0-16-1,0 0-16-15,0 0-23 0,0 0-23 0,0 0-24 16,2 3-37-16,-2-3-34 0,0 0-46 0,0 0-6 16,4 3-50-16,-4-3-203 0,0 0-539 0,14 0 239 0</inkml:trace>
  <inkml:trace contextRef="#ctx0" brushRef="#br1" timeOffset="140713.91">7195 10957 10 0,'0'0'112'0,"0"0"3"16,-10 0-1-16,10 0-12 0,0 0 16 0,-8 0-7 16,8 0 5-16,0 0 5 0,0 0-4 0,-5 0-3 0,5 0 3 15,0 0-12-15,0 0-3 0,0 0-2 0,0 0-6 16,0 0-3 0,0 0-6-16,0 0-7 0,0 0-3 0,0 0-6 15,0 0-5-15,0 0-7 0,0 0-6 0,0 0-5 0,0 0-2 16,0 0-4-16,0 0-4 0,0 0-7 0,0 0-2 15,0 0-3-15,0 0 1 0,-5 3-6 16,5-3 1-16,0 0-3 0,0 0-3 0,0 0-1 16,0 0 0-16,0 0-2 0,0 0 0 0,0 0 0 0,0 0 1 15,0 0-1-15,0 0-3 0,0 0-5 0,0 0 2 0,0 0 1 16,0 0 3-16,0 0 2 0,0 0 0 0,0 0-3 16,0 0 8-16,0 0-1 0,0 0 8 0,0 0 3 15,0 0 2-15,0 0 13 0,0 0-13 0,0 0 1 0,0 0-6 16,22-3 1-16,-11 3-1 0,8-2-2 15,3 0-8-15,6-1 1 0,5 0-3 0,-2-1 2 0,2 1 1 16,-1 2-1 0,0-3-2-16,-3 2-1 0,1-1 0 0,-3-1-2 15,-8 2 1-15,1 1-3 0,-3-1 1 0,-3 0 0 16,-1 2 0-16,-3-2-4 0,-2 2 0 0,-3 0 2 16,-5 0-4-16,10-3-5 0,-5 3-13 0,-5 0-16 15,6-2-32-15,-6 2-27 0,0 0-29 0,0 0 5 16,0 0-3-16,0 6-15 0,0-6-36 0,-10 8-46 15,4-6-134-15,-1 1-379 0,1 0 168 0</inkml:trace>
  <inkml:trace contextRef="#ctx0" brushRef="#br1" timeOffset="141110.49">7186 11146 67 0,'0'0'170'16,"0"0"-2"-16,0 0-5 0,0 0-13 0,-5 1-5 15,5-1-12-15,0 0-13 0,0 0-6 0,0 0-18 16,0 0-2-16,0 0-8 0,0 0-7 0,0 0-3 15,0 0 2-15,-6 1 0 0,6-1-3 0,0 0-1 0,0 0 1 16,0 0-2-16,0 0 2 0,0 0-10 0,0 0-6 16,0 0 4-16,29-3-16 0,-10 1-4 15,3-1-4-15,8-1-2 0,6 2-6 0,0-2-1 0,15 0-4 0,4 0 3 16,-5 1 3-16,-12 1 7 0,16-2-1 0,-12 1 1 16,-6 0-2-16,-3 1-4 0,0-2 1 0,-5 1 4 15,-6 1-2-15,-5-1 3 0,-3 0 0 0,-4 3-4 16,-2 0-4-16,-3-1-2 0,2 1 1 0,0-1-2 15,-7 1-17-15,8-3-18 0,-6 2-28 0,-2 1-22 16,0 0-35-16,0 0-46 16,0 0-65-16,0 0-246 0,0 0-487 0,-18 0 215 15</inkml:trace>
  <inkml:trace contextRef="#ctx0" brushRef="#br1" timeOffset="147589.62">8718 10657 82 0,'0'0'230'0,"0"-6"-6"16,1 0-15-16,-1 4-10 0,0 2-14 0,0-7-13 16,0 7-9-16,3-6-16 0,-3 4-15 0,0 2-22 15,1-4-9 1,-1 4-15-16,0 0-15 0,0 0-7 0,2-5-7 0,-2 5-15 0,0 0-3 16,0 0-5-16,-2 14-7 0,1-3-1 15,-2 5-1-15,1 3-4 0,-2 12-7 0,3-3 1 16,-1 3-1-16,0 2-4 0,1 0-2 0,1-3-7 15,0 2 10-15,-3 0-5 0,6-1 0 0,-3-2 0 16,1-4-1-16,1-4 3 0,-2-4-1 0,2 3-1 16,-1-4-2-16,-1-4 1 0,0-2-3 0,3-1 0 15,-2-3 0-15,0 0 3 0,-1-1 2 0,1 2 1 16,-1-4 11-16,2-1 13 0,-2-2 10 0,0 5 5 0,0-1 5 0,0-4-1 16,0 0-4-16,1 4 0 0,-1-4-9 0,0 0-1 15,0 0-3-15,0 0-12 0,1 3-14 0,-1-3-25 16,0 0-55-16,0 0-51 0,0 0-50 0,7-9-48 15,-6 5-191-15,1-1-445 0,1 1 196 0</inkml:trace>
  <inkml:trace contextRef="#ctx0" brushRef="#br1" timeOffset="148344.87">9453 10977 44 0,'-6'1'102'0,"6"-1"-4"0,-6 1-5 0,6-1 3 16,0 0-4-16,0 0-4 0,0 0 1 0,0 0 1 15,-6 2 4-15,6-2-7 0,0 0-4 0,0 0-2 16,0 0-1-16,0 0-8 0,0 0 3 0,0 0 1 0,0 0-9 0,0 0-5 16,0 0 2-16,0 0-6 0,0 0-2 0,0 0-13 15,0 0 8-15,0 0-2 0,0 0 1 0,0 0-1 16,0 0-10-16,-5 1 1 0,5-1-1 0,0 0-1 15,0 0-8-15,0 0 1 0,0 0 2 0,0 0-3 16,0 0-4-16,0 0-7 0,0 0-2 0,0 0 1 16,0 0 0-16,0 0-4 15,0 0 2-15,0 0-5 0,0 0-4 0,0 0 2 16,0 0-1-16,0 0-1 0,0 0-2 0,0 0 6 16,0 0-1-16,0 0 2 0,0 0-3 0,0 0 3 15,0 0-2-15,0 0-6 0,0 0 2 0,0 0 3 16,0 0-2-16,0 0 1 0,0 0 1 0,0 0-1 15,0 0-1-15,27-3-2 0,-7 1 3 0,15 0-2 16,3-1-3-16,13-1 7 0,5-1-4 0,2 2-1 0,-2 0-3 0,8 1 2 16,-4-2 1-16,1 0 4 0,-3 3-3 0,-20-5 2 15,-1 5 1-15,0-2-5 0,-6 1 0 0,-12 1 4 16,3-3-2-16,-9 3-1 0,-2 1 4 0,1-2 7 16,-6 2 1-16,2 0 0 0,-3-2 5 0,-5 2 2 15,9-1-7-15,-9 1-6 0,5-2-8 0,-5 2-17 16,3-3-16-1,-3 3-32-15,0 0-27 0,0 0-34 0,0 0-24 0,0 0-33 16,-13-1-182-16,13 1-392 0,-6-3 173 0</inkml:trace>
  <inkml:trace contextRef="#ctx0" brushRef="#br1" timeOffset="149146.49">10708 10644 123 0,'-2'-4'211'0,"2"4"-9"0,-1-4-16 0,1 4-5 0,0 0-15 0,1-5-17 0,-1 5-13 0,0 0-19 16,0-3-12-16,0 3-16 0,0 0-12 15,0 0-17-15,0 0-15 0,0 0-6 0,0 0-5 16,-1 12-4-16,2-1-6 0,-1 0 1 0,0 6-10 16,2 2 5-1,-5 7-5-15,3-7-1 0,-1 6 1 0,-1 0-1 0,4 1-2 0,-5-2-3 0,3-4-5 16,-2-1 7-16,-1 8-4 0,2-10 0 0,1 0-4 16,0-5 3-16,0 1-1 0,-1-3-3 0,1 1 5 15,0-3-2-15,0 0-3 0,0-3 3 0,0-1 1 16,0 1 22-1,0-5 16-15,-2 8 19 0,1-6 8 0,1-2 19 16,-1 4 16-16,1-4 20 0,0 0 7 0,1 8 16 0,-1-8 15 16,0 0 18-16,1 2 13 0,-1-2-1 0,0 0-12 15,0 0-24-15,10-14-17 0,-4 3-14 0,0-4-11 16,3-2-14-16,1 0-8 0,4-6-12 16,-1 0-16-16,5-1-8 0,-4 0-10 0,0 0-6 0,-1 1 5 15,-3 6-8-15,2 0-7 0,-6 3 2 0,2 2-9 0,-2 3-1 16,2-1-2-16,-3 3-6 0,-3 0-3 0,1 2 2 15,2 3-11-15,-2-2-7 0,-2 2-16 0,1-2-26 0,-2 4-12 16,0 0-8-16,0 0 11 0,12 12 3 0,-7-1-6 16,0 0 7-16,1 1 0 0,2 5 8 0,-3 2 5 15,3-2 0-15,0 0 4 0,-2 0 6 16,-2 0-3-16,2 0 3 0,-1-2 5 0,2 2-2 0,-3-6 14 0,1 0-8 16,-4-2-1-16,2-2 7 0,-1-1-5 0,2 1 11 15,-3-1-5-15,-1-1 5 0,4 1-3 0,-4-2-1 16,1-1 1-16,2 0 1 0,-3-3 1 0,2 6 3 15,-2-6 1-15,0 2-4 0,0-2 0 0,2 4-3 0,-2-4-1 16,0 0-10-16,0 0-9 0,0 0-9 0,0 0-9 16,0 0-13-1,0 0-11-15,2 3-14 0,-2-3-13 0,0 0-17 16,0 0-58-16,0 0-104 0,-2-13-269 0,4 8-591 16,-2-1 262-16</inkml:trace>
  <inkml:trace contextRef="#ctx0" brushRef="#br1" timeOffset="149679.04">11181 10597 98 0,'2'-3'208'0,"3"1"-16"0,0-1-20 0,2 2-14 16,0-2-13-16,6 3-15 15,-4 0-15-15,4 0-11 0,2 3-10 0,2 3-15 16,1 2-3-16,-4 2-9 0,2 1-10 0,-3 1 0 16,1 3-7-16,-2 0-4 0,0 2-5 0,-3 7 1 15,0-1-12-15,-5-5-1 0,-2 2 2 0,-2-1-3 16,-3 0-6-16,-3 5-1 0,-2 0-3 0,-1-6-2 16,-1-4 4-16,-1 2-1 0,1 0-2 0,-2-4 3 15,4-3-2-15,-1-1 1 0,0-1-3 0,3 0 0 0,-1-3 5 0,3 0-3 16,-1 0 11-16,0-1 16 0,1 0 19 0,3 0 41 15,1-3 26-15,-4 5 28 0,4-5 30 0,0 0 5 16,0 0-16-16,0 0-22 0,0-17-17 0,4 8-16 16,5-3-11-16,0-6-20 0,5-3-12 0,5-5-17 15,1 3-21-15,-2-5-13 0,4-1-19 0,-2 0-3 16,1 2-4 0,-6-2 1-16,2 9 2 0,-6 3-7 0,-2 3 11 15,2-2 1-15,-4 5-2 0,-3 2 20 0,1 4 7 0,-2-2-2 16,-2 2-7-16,3 2-18 0,-1 1-27 0,-2-2-26 15,-1 4-12-15,0 0 3 0,0 0 7 0,-12 9 3 16,3 3 2-16,2 2 2 0,-9 11 5 16,2 3 2-16,4-3 3 0,2 4 3 0,3-2 3 0,3 1 6 15,4 1 3-15,2 0 6 0,5-6-1 0,6 3 1 0,6-5 6 16,3 1 2-16,11-2 1 0,12-2-16 0,2-1-34 16,3-5-65-16,0-2-102 0,-1-7-126 0,-11-5-185 15,-6 1-570-15,2-6 253 0</inkml:trace>
  <inkml:trace contextRef="#ctx0" brushRef="#br1" timeOffset="151467.81">12434 10834 101 0,'0'0'110'0,"-10"1"-2"16,10-1 3-16,0 0 1 0,0 0 4 0,-4 1 2 15,4-1-1-15,0 0 1 0,0 0 1 0,0 0-2 16,0 0-6-16,0 0-4 0,0 0-7 0,0 0-3 15,-6-4-8-15,6 4-3 0,0 0-4 0,0 0-7 16,0 0-5-16,0 0-4 16,0 0-1-16,0 0-11 0,0 0-7 0,0 0-4 15,0 0-3-15,0 0-8 0,0 0-3 0,0 0-2 16,0 0-3-16,0 0-4 0,0 0-3 0,0 0 0 16,0 0-3-16,0 0 5 0,0 0-1 0,0 0 1 15,0 0-2-15,0 0-1 0,0 0 2 0,0 0-3 0,0 0-3 16,0 0 3-16,0 0-6 0,0 0 2 15,0 0 0-15,0 0-2 0,0 0 1 0,0 0 2 0,0 0 6 0,0 0 4 16,30-1-5-16,-8-1-1 0,9-1 2 0,7-1-1 16,13 1-2-16,3-4-3 0,1 2 0 0,6 3-3 15,2-6 2-15,-3 4-2 0,-1-3-2 0,-2 6 2 16,-6-5-4-16,-15 6 0 0,-3-3-1 0,-1 0-1 16,-12 2-12-16,-3 1-15 0,-3 0-21 0,-2 0-23 15,-6 0-23-15,3 0-18 0,-9 0 7 0,8 0-4 0,-8 0-2 0,0 0-4 16,0 0-8-16,-27 4-12 0,7-4-5 0,0 0-18 15,1 3-123-15,-4-3-299 0,4 1 133 0</inkml:trace>
  <inkml:trace contextRef="#ctx0" brushRef="#br1" timeOffset="151699.6">12883 10701 146 0,'-3'-7'293'15,"1"-2"-6"-15,0 0-3 0,0 2-11 0,-1-1-1 16,2 2 0-16,0 2-11 0,-1 0-20 0,1 0-25 16,1 0-28-16,0 4-21 0,-1-6-21 0,1 6-37 15,-2-4-52-15,2 4-24 0,0 0-4 0,-5 11-3 0,2 1-7 0,0 5 4 16,0 8-3-16,0 3-2 0,0-1-3 0,2 3 0 16,1 1-11-16,1-1-3 0,-1 1 8 0,4-3-20 15,1-1-20-15,1-1-25 0,-1-1-44 0,2-1-66 16,-1-6-84-16,1-4-219 0,0-3-507 0,0-8 225 15</inkml:trace>
  <inkml:trace contextRef="#ctx0" brushRef="#br1" timeOffset="153024.91">13978 10296 152 0,'0'-4'215'0,"0"4"-17"0,0 0-15 0,0-7-8 16,0 7 1-16,0 0-2 0,0 0-7 0,0-6-10 15,0 6-11-15,0 0-11 16,0-2-6-16,0 2-17 0,0 0-10 0,0 0-11 15,0 0-12-15,0 0-8 0,0 0-15 0,0 0-18 16,0 0-16-16,0 0-6 0,0 0-4 0,5 11-3 16,-5-2-4-16,0 4-1 0,1 3 1 0,-1 2-3 15,0 0-1-15,0 10 4 0,0-5-7 0,-1-1 2 16,2 2 5-16,-1 1-7 0,1-7 4 0,1-1-1 16,0 0-1-16,-2 2 0 0,1-4 3 0,-1-5-4 0,3 4 2 0,-2-6 3 15,1 2-3-15,-2-4 0 0,1 0 0 0,-1-1 0 16,1 1 0-16,-1-2 4 0,0 0 2 0,1-2 5 15,-1-2 35-15,2 5 19 0,-2-5 19 0,0 0 19 16,1 3 17-16,-1-3 15 0,0 0 18 0,0 0 8 16,0 0 17-16,0 0-11 0,0 0-20 0,5-10-20 15,0-3-21-15,4 0-22 0,-2-3-19 0,4-6-28 0,3-6-12 0,4 4-21 16,-3-1-8-16,6-1 3 0,-2 0-3 0,-1 3-3 16,-3 0 1-16,2 0-2 0,-7 7 6 0,3 2-6 15,-4 2 8-15,-2 1-1 0,2 2 1 16,-4 1 0-16,3 2-9 0,-5 1 4 0,1 1 4 15,-2 0-7-15,1 0-5 0,2 1-7 0,-5 3-12 0,0 0-5 16,0 0 8 0,12 11-9-16,-4-5 4 0,-4 3-4 0,5 6 5 15,-4 2-1-15,3-3-2 0,-3 5 2 0,1-1 4 16,3 0 3-16,-5 0 5 0,1 2 4 0,2-2-3 0,-2 0 6 16,0-1-4-16,-2-1 6 0,3-1 0 0,-3-3 1 15,0 2 11-15,0-3-8 0,-1-2 2 16,0 3 0-16,-1-7-3 0,0 4 2 0,0-1-5 15,2-3 12-15,-3 2 0 0,1-3-3 0,2 1 0 0,-3 0-3 0,-2-1 0 16,2-4 8-16,2 6-5 0,-2-6 1 0,-2 3 2 16,2-3-2-16,2 4 20 0,-2-4-13 0,0 0-7 15,0 0 1-15,-2 4 2 0,2-4 0 0,0 0-1 16,0 0 1-16,0 0 4 0,2 4-2 0,-2-4-5 16,0 0 3-16,0 0 2 0,0 0 1 0,0 0 1 15,0 0-10-15,0 0 10 16,2 4-7-16,-2-4 4 0,0 0 5 0,0 0-6 15,0 0 3-15,0 0 1 0,0 0 1 0,0 0 3 16,0 0 3-16,0 0-2 0,0 0-3 0,0 0 4 16,0 0-2-16,0 0 0 0,0 0-11 0,0 0-12 15,0 0-12-15,0 0-19 0,0 0-52 0,0 0-73 16,1-14-67-16,1 9-50 0,-2-2-229 0,2-2-558 16,-2 1 248-16</inkml:trace>
  <inkml:trace contextRef="#ctx0" brushRef="#br1" timeOffset="153441.69">14720 10142 208 0,'-2'-5'194'0,"2"5"-16"16,0 0-18-16,2-5-20 0,-2 5-20 0,0 0-9 16,0 0-15-16,-9 8-13 0,-1 1-5 0,1 3-8 0,-4 5-2 15,-3 5-4-15,1 5-7 0,0 4-4 0,1-1-3 16,-1 3-4-16,2-1-5 0,-1 4-4 0,5-3 2 0,3-1-8 16,-2-2-5-16,7 0 2 0,-2-2-6 15,5-3 5-15,0 2 16 0,3-2 5 0,3-6 13 16,1-4 11-16,2 1 3 0,2 0 6 0,1-3 2 15,4-1-4-15,1-5-1 0,-1 3-1 0,1-7-14 0,-1 6-4 0,-4-5-5 16,-4 0-5-16,2-4-6 0,-6 2 2 0,2 0-9 16,-3-2 0-16,0 3-3 0,0-2 3 0,0 0 13 15,-5-1-9-15,7 1-7 0,-7-1-2 0,0 0-3 16,6 0-8-16,-6 0-14 0,0 0-11 0,0 0-53 16,3-6-50-16,-3 2-34 0,0 4-35 0,1-8-37 15,-2 1-234-15,2 2-483 16,-1-5 214-16</inkml:trace>
  <inkml:trace contextRef="#ctx0" brushRef="#br1" timeOffset="154074.44">14927 10384 93 0,'1'-5'285'0,"-1"2"-18"16,0 3-16-16,3-7-16 0,-3 5-14 0,0 2-16 15,1-5-20-15,-1 5-14 0,0 0-20 0,0-2-21 16,0 2-10-16,0 0-21 0,0 0-16 0,0 0-23 0,0 0-10 0,0 0-7 16,0 0-9-16,4 16-4 0,-4-7-7 0,0 4 1 15,1 2 3-15,-1 1-8 0,0 1-4 16,0 1-1-16,-1 1 0 0,1-1-3 0,0 0-2 0,-3-2-1 15,3 0 6-15,0 1-6 0,0 0-2 0,-1-6 5 16,2-1-4-16,-2 1-2 0,1-5 0 0,1 0 0 16,-1 0 0-16,0-1 5 0,0-2 27 0,0-1 32 15,3 3 39-15,-3-5 46 0,0 0 34 0,0 0 24 16,0 0 13-16,0 0-11 0,0 0-19 0,9-10-21 16,-5 1-20-16,2-1-18 0,3-6-14 0,3-1-17 15,3-6-21-15,0 1-18 0,2 1-9 0,-2 0-5 16,-3 5 0-16,-3 3-7 0,-3 2-6 0,2 4-8 15,-3 0-3-15,-1 2-6 0,0 0-3 16,-2 1-2-16,1 0-17 0,-1 3-28 0,2-2-24 0,-4 3-15 0,0 0-2 16,0 0 3-16,10 10 7 0,-6-1 6 0,5 1-9 15,-4 0-1-15,7 4 10 0,-6 3 9 0,0 0-1 0,2-1 5 16,-4 0 3-16,5 0 7 0,-8-5 16 16,3-2-7-16,1 1 0 0,-1-3 0 0,-3 2 2 15,3-4 5-15,-1 1 5 0,-3-1-2 16,2-1 2-16,-2 0 11 0,0-4-6 15,4 6-7-15,-4-6 18 0,0 4-4 0,1-1 1 0,-1-3 4 16,0 0 0-16,0 0 0 0,0 0 3 0,0 0-3 16,3 4-2-16,-3-4 0 0,0 0 2 0,0 0-6 15,0 0 5-15,0 0-7 16,0 0-8-16,0 0-16 0,0 0-10 0,5 3-7 0,-5-3-11 16,0 0-10-16,0 0-15 0,0 0-14 0,0 0-17 0,0 0-17 0,0 0-26 15,0 0-27-15,0 0-34 0,0 0-28 0,0 0-46 16,0 0-221-16,0 0-547 0,0 0 242 15</inkml:trace>
  <inkml:trace contextRef="#ctx0" brushRef="#br1" timeOffset="155909.16">15654 10469 25 0,'-5'0'121'0,"-1"2"-6"0,6-2-12 0,-8 0-5 0,8 0-4 16,-6 1-13-16,6-1-7 0,0 0-2 0,0 0-7 15,-8 0-4-15,8 0-6 0,0 0 0 0,0 0 5 16,0 0-13-16,0 0-2 0,0 0-11 16,0 0 7-16,-6 1-1 0,6-1-2 0,0 0-4 0,0 0-4 15,0 0 5-15,0 0 2 0,0 0 3 0,0 0 11 16,0 0-4-16,0 0 1 0,0 0 3 0,0 0 8 0,0 0 0 15,0 0 1-15,0 0-1 0,0 0 1 0,0 0 2 0,0 0-1 16,0 0 0-16,0 0-1 0,0 0 2 0,0 0 2 16,0 0-2-16,0 0-1 0,0 0 0 15,0 0 1-15,0 0-3 0,0 0-8 0,0 0 1 16,0 0-6-16,0 0-4 0,0 0-3 0,0 0-1 0,0 0-3 16,0 0-8-16,0 0-2 0,16-5 2 0,-16 5-7 0,8 0 0 15,-8 0-1-15,0 0-2 0,5-1-6 0,-5 1 4 16,0 0-4-16,0 0-2 0,0 0 2 0,9 0-2 15,-9 0-4-15,0 0 1 0,0 0 2 0,0 0-5 0,0 0 2 16,0 0-3-16,0 0 3 0,0 0 0 16,0 0-3-16,0 0 8 0,0 0-7 0,0 0-4 15,0 0 0-15,0 0 1 16,0 0 0-16,0 0 1 0,0 0-2 0,0 0 5 16,0 0-5-16,0 0 2 0,0 0 1 0,0 0-3 15,0 0 1-15,0 0 0 0,0 0 2 0,0 0-5 16,0 0 0-16,0 0 1 0,0 0 0 0,0 0-2 15,0 0-1-15,0 0 7 0,0 0-9 0,0 0 0 16,0 0 0-16,0 0 2 0,0 0-2 0,0 0 6 0,0 0-4 0,0 0 1 16,0 0 0-16,0 0-1 0,0 0 4 0,0 0-1 15,0 0 2-15,0 0-3 0,0 0 2 0,0 0 0 16,0 0-1-16,10 0 5 0,-6 1-2 0,4-1-2 16,2 1 3-16,3 1-1 0,4-2 1 0,2-2 1 15,2 2-3-15,9 0 0 0,-1-2 1 0,-1 3-1 16,3-2-1-16,-1-2-2 0,0 3 5 0,-1-2 0 15,-6 1-3-15,-5 0 1 16,1 0-1-16,-7-1-15 0,-1 1-5 0,-2 1-11 16,-2 0-5-16,-1-1-15 0,-6 1-3 0,9-3-23 15,-9 3-34-15,0 0-10 0,0 0-7 0,-22-5-9 16,8 5 3-16,1-3-15 0,-4 3-2 0,1-4-29 16,-3 1-115-16,2 1-320 0,3-1 142 0</inkml:trace>
  <inkml:trace contextRef="#ctx0" brushRef="#br1" timeOffset="156147.5">15778 10347 191 0,'0'-7'236'15,"-4"-2"-10"-15,4 4-1 0,-5-3-11 0,5 1 0 16,-1 2-11-16,1 0-8 0,0 1-9 0,0-1-15 16,0 5-13-1,-3-7-7-15,3 7-27 0,0-4-13 0,0 4-18 0,0 0-15 16,-1-3-21-16,1 3 1 0,0 0-15 0,0 0-6 15,0 21-4-15,0-10-1 0,0 5-7 16,4 1 0-16,-4 1-6 0,4 0-2 0,0 3 0 16,-1-1 2-16,3 4-3 0,0 0 2 0,0 1-6 15,3-8-11-15,-5-3-22 0,4 4-18 0,-3-3-26 0,4-2-36 16,-4-3-32-16,0 2-30 0,4-4-65 0,0-1-182 0,0-2-443 16,1 0 197-16</inkml:trace>
  <inkml:trace contextRef="#ctx0" brushRef="#br1" timeOffset="156510.65">16279 10339 206 0,'-1'-3'337'15,"-2"0"-22"-15,3 3-23 0,0-5-29 0,0 5-23 16,0 0-26-16,0-4-24 0,0 4-18 0,0 0-26 15,0 0-16-15,0 0-20 16,0 0-16-16,0 0-7 0,0 0-10 0,0 0-8 16,-1 19 0-16,1-10-15 0,1 4-5 0,-1-1-9 15,-1 4-1-15,2 1-4 0,-1 2-6 0,3-2-2 16,-2 1-5-16,-1-2 4 0,4-1-7 0,-4-3-3 0,4 3 1 0,-2-5-2 0,1 1-3 16,-2-3 3-16,3 2-3 0,-3-4-2 0,0 1-1 15,1-2-1-15,-1-2 1 0,-1 3 3 16,0-2 4-16,3 0 8 0,-3-4-14 15,0 1 1-15,1 4-2 0,-1-5-3 0,0 0-7 0,3 4-5 16,-3-4-10-16,0 0-18 0,0 0-28 0,0 0-72 16,0 0-75-16,-3-16-69 0,2 6-193 0,1 0-510 15,2-3 227-15</inkml:trace>
  <inkml:trace contextRef="#ctx0" brushRef="#br1" timeOffset="156748.81">16431 10045 211 0,'0'0'186'0,"0"0"-18"0,4-2-18 16,-4 2-16-16,0 0-6 0,15 12 0 0,-7-5-6 0,6 8-8 16,3 8-8-16,2 0-4 0,-2 5-3 0,3 2-5 15,4 11-9-15,-7-9-3 0,4 11-7 0,-5-12-9 16,-3 2-2-16,-2-3-10 0,-1 1-6 0,-6-3-1 15,-4 0-4-15,0-3-4 0,-5-6-8 0,-4 1 6 16,0 3-6-16,-4 0-6 0,-8-1-8 0,-2-3-3 0,-3 4-27 16,-3-3-35-16,-16 3-43 0,-1-4-73 0,6-6-200 0,-9 1-395 15,13-8 175-15</inkml:trace>
  <inkml:trace contextRef="#ctx0" brushRef="#br1" timeOffset="157481.93">13939 11229 92 0,'0'0'90'0,"-9"0"-6"16,6 0 16-16,3 0 0 0,0 0 5 0,-8 0 2 15,8 0-5-15,0 0-3 0,-6 1-11 0,6-1-3 16,0 0-7-16,0 0-8 0,0 0-4 0,-7 0-9 15,7 0 0-15,0 0-12 0,0 0-3 0,0 0-3 16,0 0-3-16,0 0-5 0,0 0-5 0,0 0-1 16,0 0-3-16,0 0-2 15,0 0 0-15,0 0-2 0,0 0-2 0,0 0 2 16,0 0 2-16,0 0-7 0,0 0 8 0,0 0-3 16,0 0-12-16,0 0 5 0,0 0 4 0,0 0 12 15,0 0 17-15,0 0 6 0,26 1 1 0,-7-1-3 16,13-1 2-16,6 0 0 0,22-9 0 0,7 8 0 15,32-4 5-15,3-3-3 0,7 4-2 0,9-5-2 16,3 3 1-16,7 5-6 0,2-4-4 0,-8-1 5 0,-5 2-9 0,0 0-2 16,-5 1-7-16,-5-1 0 0,-6 2-2 0,-8-1-4 15,-29 1-2-15,3 1 1 0,-8-5-3 0,-6 2-1 16,-13 2 1-16,-7-2-3 0,-1 1 6 0,-9 1 12 16,-3-1 11-16,-7 2 21 0,0-1 27 0,-3 1 12 15,-3-1 12-15,1 0 0 0,0 2-5 0,-4 0 1 16,1-1-15-16,-1 0-9 0,-1-1-24 0,-3 3-15 0,7-2-43 0,-7 2-34 15,0 0-37-15,0 0-42 0,0 0-48 16,0 0-39-16,0 0-10 0,3 6-26 0,-3-6-267 0,-13 8-542 16,5-5 240-16</inkml:trace>
  <inkml:trace contextRef="#ctx0" brushRef="#br1" timeOffset="158268.29">14792 11422 137 0,'-8'0'141'0,"8"0"4"0,0 0-8 0,0 0-10 0,-4-3-9 0,4 3-10 16,0 0-7-16,0 0-12 0,0 0-6 0,0 0-11 15,28 0-3-15,-16 0-9 0,7 0-2 0,-2 0-3 16,4 3-4-16,2-3-10 0,-2 3-4 0,2-2-5 16,-3 3-4-16,3-2-6 0,5 5-3 0,-8-4 1 15,-1 1 0-15,-3-2-3 0,2 6-7 0,-6-2 2 16,-1 1-5-16,-2 0-8 0,-2 2-5 0,0-1-4 0,-7 3 5 15,0 2-3-15,-5 0 3 0,-4 3-3 0,-4 0 1 16,-2-1 0-16,-8 2 2 0,1-2-5 0,-3 1 4 0,2-1 1 16,-3 0 5-16,-2-2 6 0,1-1-2 0,1 0 3 15,0-1 1-15,-1-2 1 0,1 1-5 16,6-2 6-16,3-1-4 0,-2 0 3 0,4 0-4 16,1-2 2-16,2 2 1 15,2-2-5-15,1-2 3 0,4 1-2 0,-3 1-1 16,3-3-11-16,0 1 11 0,1-1 2 0,2 1-1 15,-1 0 4-15,3-3 5 0,-2 4 13 0,2 0 0 16,0-4 4-16,5 3 11 0,-1 0 6 0,3-1-2 16,3 1 0-16,2-3-6 0,7 2-2 0,0 0-3 15,3-2-6-15,9 3 0 0,1-3 0 0,0 0-2 16,3 0-5-16,1 0 0 0,-3-3-4 0,3 5-2 0,1-4 1 0,-1 4-1 16,-2-4 1-16,-3 2-2 0,-3 0-2 0,-6 2-4 15,-3-4-1-15,-1 2 2 0,-5 2 0 0,-3-4-7 16,1 4 6-16,-3-2-1 0,-3 0 2 0,-5 0 4 15,8-2 0-15,-8 2 0 0,9 0 1 0,-9 0-7 16,6 0 0-16,-6 0-4 0,0 0-3 0,0 0-11 16,0 0-7-16,9 0-10 15,-9 0-18-15,0 0-10 0,0 0-25 0,0 0-42 16,0 0-22-16,0 0-33 0,0 0-144 0,0 0-347 16,-20-4 154-16</inkml:trace>
  <inkml:trace contextRef="#ctx0" brushRef="#br1" timeOffset="158587.1">15563 11425 87 0,'-1'-6'260'0,"1"4"-16"0,0 2-14 0,0-7-15 0,0 7-19 16,0-5-16-16,0 5-24 0,1-3-11 0,-1 3-11 15,0 0-21-15,3-4-17 0,-3 4-13 16,0 0-18-16,0 0-12 0,0 0-7 0,1 12-4 0,1-5-8 0,0 3-3 0,2 6-4 0,-3 5-2 31,3 4-1-31,0 3 1 0,1 1-3 0,-3-2-9 0,2 5-13 0,-1 2-18 16,-3-2-27-16,1 2-25 0,-1 0-34 0,0-5-38 15,0 0-40-15,-4-1-150 0,7-7-357 0,-3-3 158 0</inkml:trace>
  <inkml:trace contextRef="#ctx0" brushRef="#br1" timeOffset="158738.18">15584 12138 36 0,'-3'3'283'16,"3"-3"-8"-16,-1 2-20 0,1-2-20 0,0 0-22 15,0 0-23-15,0 5-20 0,0-5-6 0,0 0-49 16,0 0-44-16,14-2-56 0,-6-1-87 0,2-1-108 16,0 1-115-1,-1-4-321-15,3 0 142 0</inkml:trace>
  <inkml:trace contextRef="#ctx0" brushRef="#br1" timeOffset="161175.37">16973 10628 155 0,'0'0'177'15,"1"-5"-10"-15,1 1-12 0,-2 4-13 0,3-5-10 16,1 1-14-16,1 1-12 0,2 1-8 0,-1 1-10 16,4-3-7-16,3 1-13 0,0 3-7 0,5-1-2 15,1 2-9-15,0 2-6 0,0 1 3 0,-1 3-8 16,1 1-7-16,5 4-2 0,-8 1-4 0,-1 0 0 15,2 8-4-15,-2 1 0 0,-1 2-2 0,-4-1-4 0,-3 4 1 16,-3-1 1-16,-4-2-5 0,-3 2-1 0,-1-8 2 0,-2 8-3 16,-4-3 0-16,1-5 1 0,-4 4-1 0,1-7 1 15,1 2 0-15,-3-3-2 0,1 0 3 0,-1-2 2 16,1 1-2-16,4-8 0 0,-1 5 5 0,4-5-3 16,-1 0 5-16,2-1-1 0,1 0 7 0,-2-3 14 15,2 2 20-15,3-1 26 0,1-2 20 0,-4 3 21 16,4-3 15-16,0 0-13 15,0 0-17-15,0 0-12 0,5-17-8 0,-1 6-13 16,6-6-6-16,2 1-9 0,4-6-1 0,0-3-11 16,3 0-3-16,-1 0-10 0,3-4-2 0,0 4-1 15,-2-2-8-15,2 4-2 0,-2-1-3 0,0 2 0 16,-5 6-1-16,-1 0-5 0,-3 1-3 0,-4 4 1 16,2 3-5-16,-3-3 2 0,-1 5-4 0,1 2 4 15,-1-2-7-15,0 2-4 0,-3 1-16 0,1-1-13 0,1 1-15 0,-3 3-22 16,0 0-6-16,0 0 6 0,0 0 3 0,0 0 7 15,-9 17 4-15,3-5 12 0,-2 4-1 0,2 3 1 16,-2 5 3-16,-1 2 5 0,4-7 4 0,1 5 3 16,0 1 3-16,4-5 2 0,4 0 3 0,0-2 5 15,5-1 2-15,0 0 2 0,5-3 4 0,2 1-1 16,11-3-14 0,0-2-44-16,2-3-58 0,2-3-70 0,1-1-280 0,0-1-509 15,-4-7 226-15</inkml:trace>
  <inkml:trace contextRef="#ctx0" brushRef="#br1" timeOffset="161745.6">17634 10254 14 0,'1'-5'239'16,"1"1"-17"-16,1 0-14 0,0 0-19 0,2 0-14 16,0 0-17-16,1 2-16 0,-1-1-14 0,3 1-12 0,0 2-10 15,2 0-16-15,0 0-9 0,5 2-16 0,-6 2-1 16,4 3-7-16,1 3-4 0,-4 3-4 0,4 0-2 16,-6 1-8-16,0 3-3 0,-3 2-3 0,-1 0-3 15,-3 1-4-15,-2-3-6 0,-2 1 0 0,-2 1 0 0,0-1-3 0,-3-1-1 16,-2 1-3-16,1-5 3 0,0 0-4 0,4-3-1 15,-4-2-3-15,5 0 2 0,-1-3-1 16,3 0-3-16,0 0 2 0,-3 0 12 0,5-2 15 16,-2-1 22-16,2-2 19 0,-5 5 4 0,5-5 0 0,0 0-6 15,14-1-10-15,-2-1-5 0,2 1-4 0,3-2-5 16,6-3-7 0,-4 2-6-16,3-1-1 0,7 0-4 0,0-1-3 15,-1 2-3-15,-7 2-2 0,0-1 0 0,-5 1-1 16,-2-2-3-16,-2 3-3 0,-2-2 1 0,-2 3-5 15,-2-2-3-15,-2 1-4 0,-4 1-14 0,9-1-18 16,-9 1-33-16,0 0-32 0,9 0-43 0,-9 0-32 16,0 0 3-16,4 7-23 0,-4-5-26 0,0-2-208 0,-4 8-454 15,4-6 201-15</inkml:trace>
  <inkml:trace contextRef="#ctx0" brushRef="#br1" timeOffset="162509.73">18237 10850 96 0,'0'0'187'15,"0"0"-3"-15,0 0-4 0,-7 1-5 0,7-1-9 16,0 0-11-16,0 0-11 0,0 0-12 0,0 0-7 16,0 0-10-16,0 0-7 0,0 0-9 0,0 0-11 15,0 0-5-15,0 0-6 0,0 0-8 0,0 0-2 0,0 0-1 16,0 0-7-16,0 0-3 0,0 0-2 0,0 0-4 15,0 0-5-15,0 0-4 0,0 0-5 0,0 0-2 0,0 0-4 16,0 0-4-16,0 0 1 0,0 0-6 0,0 0 1 16,0 0-1-16,0 0 0 0,0 0-4 0,0 0 0 15,0 0-5-15,0 0 0 0,0 0 9 16,0 0-14-16,0 0 4 0,0 0 5 16,0 0 4-16,0 0-2 0,0 0 2 15,0 5 4-15,0-5-1 0,0 0-1 0,0 0 0 16,0 0 2-16,0 0 1 0,0 0-4 0,0 0 3 15,0 0 1-15,0 0-2 0,0 0-4 0,0 0-4 0,0 0 2 16,0 0 0-16,0 0-2 0,0 0-3 0,0 0-1 16,0 0-3-16,0 0 2 0,0 0 0 0,0 0 0 15,0 0-6-15,0 0 2 0,0 0 0 0,0 0-1 0,0 0-2 16,0 0-2-16,0 0-1 0,0 0 6 0,0 0-4 16,0 0-2-16,0 0 1 0,0 0 1 0,0 0 0 15,0 0 0-15,0 0-6 0,0 0 3 0,0 0 2 16,0 0 10-16,0 0-13 0,0 0 0 0,0 0 4 15,0 0-2-15,0 0 3 0,0 0-4 0,0 0 1 0,0 0-2 16,0 0 1 0,7 4-1-16,-7-4-1 0,0 0-2 0,0 0 7 15,0 0-2-15,0 0 3 0,13-2-4 0,-1 4 13 16,6-6-15-16,10 6 4 0,4-4-2 0,5 2-1 0,0-1 4 0,17-3-1 0,0 3 1 16,-1-1 1-16,1-1-4 0,-1-2 2 0,-15 4-1 15,-1-2 0-15,-3-1-1 0,-2 0 2 0,-4 0-1 16,-7 4 7-16,-6-2 2 0,-1 2 6 15,-5 0 10-15,0-3 5 0,-2 3 0 0,0 0 3 16,-7 0 4-16,9 0-6 0,-9 0-3 0,7 0-10 16,-7 0-17-16,5-1-28 0,-5 1-27 0,0 0-33 15,5-3-48-15,-5 3-60 0,0 0-100 0,0 0-194 16,0 0-529-16,-17-5 234 0</inkml:trace>
  <inkml:trace contextRef="#ctx0" brushRef="#br1" timeOffset="164884.78">19817 10182 211 0,'2'-4'207'0,"-2"0"-2"0,1 1-12 16,-1 3-4-16,2-5-9 0,0 0-10 0,-2 5-8 16,1-2-12-16,-1 2-13 0,0 0-15 0,0-5-9 0,0 5-17 0,0 0-18 15,0 0-15-15,0 0-12 0,0 0-13 0,0 0-6 16,4 12-2-16,-3-2-8 0,1 2 1 0,0 5-4 16,3 2-3-16,-4 5-2 0,3 1-2 0,-3 2 0 15,2-1 1-15,0 1-3 0,0 1-5 0,0-2 0 0,-2-5 3 16,2 2-1-16,-1-5 3 0,0 2-5 15,-1-4-1-15,3 1 0 0,-2-6 1 0,-2-1-1 0,0-2 1 0,0 3 2 16,0-6-3-16,2 2 0 0,-2-3-1 0,-2-2 4 16,4 3-1-16,-2-1-4 0,1 1 2 0,-1-5 6 15,0 0 13-15,0 3 7 0,1 0 2 0,-1-3 4 16,0 0 4-16,0 0-1 0,0 5 5 0,0-5 4 16,0 0 13-16,0 0 2 0,0 0 11 0,0 0 14 15,5 2 25-15,-5-2 2 16,0 0 16-16,0 0 6 0,0 0-15 0,4-10-21 15,1 1-27-15,0 0 3 0,8-7-10 0,1-5-8 16,-1 3-4-16,5-4-19 0,0-2-8 0,1 1-12 16,1 0 1-16,-1 1-4 0,1 1-3 0,-2-2 10 0,-6 6-6 15,1 4-2-15,-1-1-6 0,0 3-1 16,-4 1-7-16,-2 5 20 0,-2-2-17 0,2 3-8 16,-2-2 7-16,3 4-8 0,-6 0-8 0,-1 2-23 0,5-2 3 0,-5 2 14 15,8 8-9-15,-3 0 0 0,0 2 0 0,-1 2-5 16,1 5 2-16,0 0 5 0,-1 3 9 0,1 0-5 15,0-1 1-15,-1 0 4 0,0 7 0 0,0-8 2 16,0 0 5-16,-1 0-5 0,3-2 18 0,-1-1-13 16,-3-4 5-16,1 1 2 0,-2-4 9 0,0 2-9 15,1-5 2-15,0 2 0 16,-1-2 10-16,-1-1-5 0,3-3 3 0,-2 4-8 16,-1-5 11-16,2 7 11 0,-1-5 13 0,-1-2 13 15,2 3-3-15,-2-3 1 0,2 3 10 16,-2-3-10-16,0 0 3 0,0 0-4 0,0 0-13 0,0 0 3 15,0 0 13-15,0 0-22 0,0 0-4 0,0 0-2 16,0 0-16-16,0 0-10 0,0 0-16 0,0 0-16 16,0 0-14-16,0 0-4 0,0 0-17 0,0 0-13 0,0 0-14 0,0 0-64 15,0 0-73-15,0 0-59 0,0-15-257 0,1 10-603 16,0-2 267-16</inkml:trace>
  <inkml:trace contextRef="#ctx0" brushRef="#br1" timeOffset="165270.22">20648 10061 8 0,'1'-1'277'16,"-1"1"-24"-16,-1-5-22 0,1 5-23 0,1-6-25 0,-1 6-20 0,0 0-22 15,0 0-20-15,0 0-17 0,0 0-8 0,-10 13-11 16,2 3-10-16,-4 7-10 0,-1 6-6 0,-4 2-10 16,3 1-4-16,-8 15-6 0,8-4-12 0,0-12 2 15,5 3 1-15,0-1-7 0,2-2-3 0,3 1-1 16,1-2 0-16,2-2-3 0,5-3 5 0,0-1-3 16,3-4-3-16,2-2 26 0,0-1 10 0,3-4 7 0,8 6 2 0,-1-2 5 15,4-3-8-15,-3-2-5 0,4-1-2 0,-3-5-4 16,-2-1-3-16,1-1-2 0,-2-1-6 0,-4-3-6 15,-3 1 1-15,2 1 2 0,-4 0-5 0,-2 0-2 16,0-1-2-16,-2 3-6 0,-1-3-10 0,-4-1-10 16,9-1-9-16,-9 1-14 0,5-5-15 0,-2 1-48 15,-1 1-67-15,-2-4-48 16,0 3-246-16,-2-3-487 0,-1 0 216 0</inkml:trace>
  <inkml:trace contextRef="#ctx0" brushRef="#br1" timeOffset="165918.68">20921 10260 242 0,'0'0'265'0,"-1"-6"-20"0,1 3-12 0,0 3-16 16,1-6-12-16,-1 6-19 0,0-4-20 15,0 4-17-15,0 0-19 0,2-2-12 0,-2 2-17 16,0 0-13-16,0 0-12 0,0 0-18 0,0 0-8 16,0 0-8-16,1 12-9 0,0-5-6 0,1 3-4 0,0 5 0 15,-2 2-3-15,3 1 0 0,-2 2-3 0,0-3-6 16,-1 9 4-16,1-8-5 0,2 1 1 0,-2 0-3 0,1-1-4 15,0 0 3-15,-1-1 9 0,3-5-8 0,-4 1-5 16,2-2 2-16,-1-2 1 0,0 0 2 0,-1-3-2 16,1 1-1-16,-1-2 6 0,2-3 15 0,-2 2 22 15,2 0 31-15,-2-4 31 0,0 6 33 0,0-6 33 16,0 0 22-16,0 0 11 0,2 1 5 0,-2-1-22 16,6-8-25-16,0-2-23 0,-1-1-20 0,7-4-21 0,3-6-17 0,-1-3-19 15,4 1-23-15,1-5-13 0,1 3-5 0,-4 2-8 16,1 4 5-16,-3 7 0 0,-4-3-4 0,-2 8-3 15,0-1 5-15,-1 0-10 0,-2 3-5 0,-2-1-11 16,2 2 7-16,-1 2-7 0,-1-1-9 0,-3 3-1 16,0 0-13-16,11 7-3 0,-5-2-2 0,1 4-2 15,1 1-1-15,1 4 4 16,-1 1 2-16,-2 2-2 0,6 3 8 0,-6-4-2 16,2 4 7-16,-3-4-9 0,1 1 13 0,2-1 7 15,-3 0-7-15,-2-9-1 0,2 4 8 0,-1-3 2 16,-3-1-7-16,4-1 9 0,-4-2-1 0,1 1 1 15,-1-2-2-15,0 2 2 0,2-1 11 0,-3-4 1 16,0 3 5-16,0-3-6 0,1 4 7 0,0-1 1 16,-1-3-10-16,0 0 3 0,3 2 10 0,-3-2-10 0,0 0 7 0,0 0-2 15,0 0-14-15,0 0-16 0,0 0-26 0,0 0-80 16,0 0-69-16,6-9-51 0,-3 6-51 0,4-6-55 16,-3 3-246-16,4-3-644 0,-3 1 286 0</inkml:trace>
  <inkml:trace contextRef="#ctx0" brushRef="#br1" timeOffset="166473.26">21666 10404 30 0,'-5'0'169'0,"5"0"-13"0,-14 0-13 16,9 0-7-16,-3 0-3 0,8 0-16 0,-10 1-16 16,10-1-6-16,-7 0-13 0,7 0-4 0,-6 2-7 0,6-2 7 15,0 0 5-15,0 0-4 0,0 0-4 0,0 0-6 16,0 0 0-16,-7 0-3 0,7 0 2 0,0 0 0 16,0 0 12-1,0 0-7-15,0 0 1 0,0 0-3 0,0 0-4 16,0 0 1-16,0 0-8 0,0 0-1 0,0 0-11 15,0 0 0-15,0 0-6 0,20-3-1 0,-20 3-8 16,6-1 0-16,-6 1-3 0,0 0 5 0,0 0-11 16,8 1-2-16,-8-1-3 0,0 0-3 0,0 0-2 15,0 0-3-15,0 0 0 0,8-1 6 0,-8 1-8 0,0 0-2 16,0 0 2-16,0 0-4 0,0 0 2 0,0 0 1 0,0 0 0 16,0 0 1-16,0 0 0 0,0 0 4 0,0 0 2 15,0 0 3-15,0 0 3 0,0 0 1 0,0 0-2 16,0 0 2-16,0 0 3 0,0 0 4 0,0 0 11 15,0 0-7-15,5-3-1 0,-5 3 1 0,9 0-5 16,-4-1 1-16,-5 1-4 0,14-1 0 0,-5 1-4 16,8-2-6-16,1 0 3 0,1 1 1 0,2-1-7 0,9 1 1 0,-1 0 1 15,-1-4-2-15,4 3 10 0,0-1-15 0,-1 0 0 16,0 1 2-16,-8 0-4 0,-3-1 3 0,-1 1-1 16,-6 1-2-16,-2 0 0 0,1 0 0 0,-3-2-20 15,-3 3-9-15,-1-1-18 0,-5 1-19 0,8-3-26 16,-8 3-15-16,0 0-33 0,0 0-28 0,0 0-22 15,0 0-30-15,-28 0-225 16,11 0-477-16,-2-2 212 0</inkml:trace>
  <inkml:trace contextRef="#ctx0" brushRef="#br1" timeOffset="166720.31">21797 10262 8 0,'-2'-6'279'0,"1"1"-7"0,-1 0 3 0,0 0-13 0,2 3-2 15,0 2-11-15,-2-6-12 0,2 6-22 0,-2-5-21 16,2 5-16-16,-1-4-24 0,1 4-24 0,0 0-12 16,0 0-18-16,0 0-18 0,0 0-12 0,0 0-8 15,0 0 0-15,8 20-17 0,-7-8-6 0,0 4-5 16,3 1-3-16,0 1-5 0,0 1 2 0,4 4-1 16,-3-3-9-1,0 0 7-15,5 3-25 0,-2-3-20 0,-1-2-22 16,1 0-25-16,-1-2-21 0,1 0-36 0,1-2-38 15,3-2-31-15,-6-2-55 0,2-2-175 0,-2-2-458 0,3 1 203 16</inkml:trace>
  <inkml:trace contextRef="#ctx0" brushRef="#br1" timeOffset="167036.76">22237 10263 197 0,'4'-5'360'0,"-4"0"-19"0,3 0-22 16,-2 1-11-16,0 1-36 0,1-1-23 0,-2 4-27 16,1-4-26-16,-1 4-22 0,0 0-25 0,0 0-21 0,5-2-36 0,-5 2-2 15,0 0-17-15,0 13-2 0,2-6-8 0,-1 4-6 16,-1 2-14-16,0 4-7 0,1-2 1 0,-1 4-3 16,-1-2-2-16,3 0-6 0,-3 0-3 0,2 0-1 15,3 0-4-15,-4-3 1 0,0 1-2 0,2-4-5 16,-2 0-2-16,3 0 2 0,-3-4-1 0,0-1-2 15,0 1-2 1,0-2 6-16,1 0-2 0,-1-1 0 0,0-1-2 0,2 1 2 16,-2-4 9-16,0 5-24 0,0-5 5 0,0 5-3 15,0-5-6-15,2 2 6 0,-2-2-23 0,0 0-9 16,0 0-8-16,0 0 0 0,0 0-80 0,0 0-99 16,-4-15-98-16,3 6-179 0,1-3-539 0,0-4 239 15</inkml:trace>
  <inkml:trace contextRef="#ctx0" brushRef="#br1" timeOffset="167306.21">22417 9956 208 0,'0'0'211'15,"0"0"-24"-15,0 0-21 0,0 0-10 0,6 12-14 0,-1 0-2 16,3 5-10-16,6 8-2 0,-2 2-7 15,8 5-6-15,1 9-4 0,2 1-7 0,0 1-12 16,-6-9-3-16,-3 0-14 0,-1 10-4 0,-8-10 0 16,3-2-7-16,-6 1-4 0,-2-4-5 0,-4 0-7 0,-3-3-2 15,-5-2-1-15,-2-1-8 0,-5 0 2 0,-7-1-5 16,2-2 2-16,-5 0-19 0,-3-2-39 0,-3-1-49 0,-11 6-72 16,9-8-106-16,1-7-137 0,1-1-418 0,1-5 185 15</inkml:trace>
  <inkml:trace contextRef="#ctx0" brushRef="#br1" timeOffset="167907.81">23122 9928 126 0,'2'-4'221'0,"-2"4"-19"0,-2-3-19 0,2 3-22 0,0 0-20 16,0 0-15-16,0 0-11 0,0 0-15 0,-12 12-11 15,3 3-10-15,-3 7-5 0,-8 7-7 0,-1 12 1 16,-3 5-3-16,-1-2-2 0,2 2-6 0,1 4-5 15,3 1-11-15,1-4-1 0,7 1 0 0,1-2-6 16,3-12 3-16,3 3 5 0,6-4 3 0,3 3 0 16,7-2 3-16,3 0 6 15,6-5-4-15,1-1-4 0,20 2-11 16,3-4-28-16,7-6-50 0,7-8-74 0,4-2-97 0,-4-5-150 16,-1-6-393-16,-18-3 174 0</inkml:trace>
  <inkml:trace contextRef="#ctx0" brushRef="#br1" timeOffset="168433.43">23345 10211 143 0,'2'-4'248'0,"0"-3"-9"0,2 4-11 16,-2-1-13-16,0 0-10 0,-1 0-14 0,4 1-15 16,-5 3-19-16,2-4-17 15,-2 4-7-15,2-2-25 0,-2 2-14 0,0 0-10 16,0 0-3-16,0 0-17 0,5 14-5 0,-3-4-6 15,0 2-7 1,-2 5-5-16,0 3-5 0,0 6-4 0,0-1-3 0,0 1-3 0,-2 0 2 0,0-2-4 16,0-5-7-16,0 1 3 0,1 0-2 0,-1-3 1 15,0-2-4-15,2-4-1 0,-2 0-3 0,2-2 2 16,-3-2 1-16,3-2 6 0,0 0 16 0,0-1 18 0,0 1 34 0,0-5 29 16,0 0 1-16,0 0-11 0,0 0-7 0,14-8-14 15,-5-1-7-15,1 0-4 0,3-4-14 0,6-5-3 16,-7 1-9-16,7-4-7 0,-1-3-10 15,2 2-19-15,-3 1 1 0,-3 7 6 0,-1-1-8 16,-2 5 0-16,-4 1-3 0,0 2-3 0,1 0 4 0,-4 3-8 16,0 0-16-1,2 0-18-15,-5 3-4 0,-1 1-1 0,8 6 3 16,-3-2 0-16,4 5 5 0,-4 2 1 0,-1 0 0 0,4 5 1 0,-2 1-9 16,3-1-19-16,-1 1-26 0,-3 0-35 0,0 1-39 0,5-3-53 15,-2-2-57-15,-3-3-240 0,1-3-546 0,0-3 242 16</inkml:trace>
  <inkml:trace contextRef="#ctx0" brushRef="#br1" timeOffset="168825.08">23965 10353 132 0,'0'0'208'0,"-7"0"-10"0,7 0-14 0,0 0-10 15,0 0-12-15,-7 2-6 0,7-2-10 0,0 0-14 16,0 0-7-16,0 0-15 0,0 0-8 0,0 0-11 16,-5 0-10-16,5 0-6 0,0 0-9 0,0 0-11 15,0 0-3-15,0 0-3 0,0 0-6 0,0 0-6 0,0 0 0 16,0 0-3-16,0 0-9 0,0 0 3 0,0 0 6 15,0 0-1-15,0 0 5 0,0 0 5 0,0 0 12 16,0 0-4-16,0 0 3 0,0 0-3 0,0 0 6 16,29-3-13-16,-12 0-5 0,6 2-3 0,9-3-4 15,1 3-4-15,7-2-2 0,10 1-4 0,3-2-3 16,1 0-1-16,-16 0-8 0,-1 1-13 0,1 1-14 0,-4-2-19 16,-1 1-17-16,-14-1-18 0,-1 0-11 0,-5 0-24 15,-3 1-42-15,-2 0-34 0,-7-1-48 0,-1-1-148 0,-1 0-409 16,-7-2 181-16</inkml:trace>
  <inkml:trace contextRef="#ctx0" brushRef="#br1" timeOffset="169041.18">24231 10161 189 0,'-3'-2'304'0,"2"-1"-9"0,-1-1-14 0,2 4-10 15,-2-3-26-15,2 3-23 0,-2-5-28 0,2 5-8 0,0 0-34 16,0 0-22-16,0 0-19 0,0 0-12 0,0 0-15 0,-3 22-1 16,3-7-15-16,0 6-6 0,0 4-2 0,1 4 3 15,3-2-16-15,0 1-2 0,3 1-18 0,0 0-19 16,2-3-32-16,0 1-37 0,0-2-43 0,0-5-55 16,0-4-62-16,-4-5-223 0,3-2-479 0,-1-1 213 15</inkml:trace>
  <inkml:trace contextRef="#ctx0" brushRef="#br1" timeOffset="169758.56">24760 10026 121 0,'3'-4'199'0,"2"1"-17"0,0 1-19 0,1-1-12 15,3 0-9-15,-1 3-18 0,2 0-9 0,4 0-9 16,-2 0-11-16,5 0-10 0,-2 3-9 0,2 4-9 16,-4-2-4-16,1 4-5 15,0 1-6-15,-1 5-4 0,-3-3-9 0,2 5-5 16,-7 0-4-16,0 3-1 0,-5-2-4 0,0 9-1 16,-6-1-3-16,-6-1-5 0,-2-1-1 0,-3 1 1 15,1-2 0-15,-5-1 2 0,0 0-3 0,-2-3-3 16,-1 0 0-16,0-2-1 0,0-2-1 0,1-2 0 15,5-2 0-15,4-4 0 0,4 0 5 0,-4-3 1 16,4 1 4-16,1-1 6 0,1-1 5 0,4-1 31 0,-2 1 23 0,3-3 29 16,3 0 14-16,-6 1-9 0,6-1-16 0,0 0-8 15,9-9-14-15,1 4-7 0,0-2-7 0,1 0-7 16,0 2-8-16,0-1-8 0,2-1-1 0,-4 3-13 16,4-2 4-16,-3 4-3 0,0-3-7 0,1 3-6 15,-5 0 2-15,2 2-5 0,1 2-3 0,1-1 0 16,0 2-10-1,0 0 5-15,1-1-4 0,-2 0-1 0,2 5 2 0,1 0 0 16,-1-2 1-16,-1 1 0 0,3 2 0 0,-2-4-2 16,1 2 2-16,-2-1 10 0,0 0-9 0,1-3 0 15,-2 1 3-15,-3-2-2 0,4-1 5 0,2 0 1 16,-1-1 9-16,-1-2 8 0,2 1 1 0,1-1-4 16,-2-2-6-16,1-2 11 0,-1 1-15 0,3-3-3 15,0 1-2-15,-1-1 1 0,-1 0-9 0,-1 2 4 0,-2 1 12 16,4 1 1-16,-7 1-23 0,2-2-1 0,-3 2-2 15,-1 2-3-15,2-1-9 0,-3 1-5 0,1 2-13 0,-4 0-10 16,2-5-17-16,-2 5-20 0,5-2-26 0,-5 2-31 16,6-1-33-16,-6 1-57 0,5-2-74 0,-5 2-165 15,6-5-506-15,-5 3 224 0</inkml:trace>
  <inkml:trace contextRef="#ctx0" brushRef="#br1" timeOffset="170097.08">25165 9818 86 0,'0'0'221'0,"-4"-3"-21"15,4 3-25-15,0 0-16 0,0-5-20 0,0 5-17 16,0 0-13-16,0 0-7 0,16 8-13 0,-6 1-10 0,1 3-10 0,5 4-2 16,0 7 0-16,5 6 3 0,7 9 8 0,-3 2-1 15,2 3 7-15,1 3 4 0,-1 0-3 0,-4 1-4 16,-4 1 0-16,-2-2-8 0,-8-10-5 0,-3-2-2 16,-3 0-5-16,-6-1-7 0,-3-2-1 0,-3 0-6 15,-3-5-5-15,-5 0 0 0,-4 1-4 0,-7-5-16 16,-13 6-12-16,-4 0-31 15,-7-5-50-15,-3 1-73 0,-4-7-114 0,2-4-144 16,0-6-435-16,0-2 192 0</inkml:trace>
  <inkml:trace contextRef="#ctx0" brushRef="#br1" timeOffset="171431.36">20174 11247 114 0,'0'0'139'0,"0"0"-15"16,-4-4 0-16,4 4-13 0,0 0-11 0,0 0-12 16,0 0-12-16,0 0-6 0,0 0-3 0,0 0-6 15,0 0-20-15,0 0 6 0,0 0-2 0,0 0-18 16,0 0 8-16,0 0-2 0,0 0-6 0,0 0 1 16,0 0-6-16,0 0-2 0,0 0-3 0,0 0 16 15,0 0 5-15,19 8 1 0,-7-7 9 0,-1 0 6 0,11 1 7 0,5 0-3 16,6-2-1-16,7 0 3 0,18 0-3 0,9-2-2 15,26 2-9-15,7-4 1 0,3-1-2 0,2-1 0 16,11-1-7-16,7 0-2 0,10-1-2 0,10 1-3 16,7 0-1-16,8 3-4 0,4-2-2 0,7-2 6 15,11 2-3-15,4 0-3 0,3 3 0 0,-2 0 1 16,9-2-3-16,-3 3-3 16,0 3-3-16,2-2-2 0,-5 0 7 0,4 1 0 15,2 2 4-15,-9-1-10 0,-8 4 5 0,-1-1-4 16,-1-1-2-16,-9 2-3 0,-14 0-1 0,-15 0 0 15,-13 1 2-15,-12-5-6 0,-13-1 2 0,-37 0 0 16,-3 0-2-16,-8-1-1 0,-14-2 3 0,-3 2 1 16,-5-1 11-16,-9 1 15 0,-7-1 15 0,0 0 28 15,-2 0-2-15,-2-1 5 0,-1 3-3 0,-2-1-7 0,0 0-4 16,-3-2-9-16,1 2-10 0,-4 1-11 0,7-2-18 0,-7 2-23 16,0 0-31-16,7-1-33 0,-7 1-36 0,0 0-48 15,0 0-67-15,0 0-49 0,0 0-178 0,-23-2-482 16,12 4 213-16</inkml:trace>
  <inkml:trace contextRef="#ctx0" brushRef="#br1" timeOffset="172749.29">22055 11680 72 0,'0'0'66'0,"0"0"-4"0,0 0-9 0,0 0 2 15,0 0-8-15,0 0 4 0,0 0 4 0,0 0-7 16,0 0 0-16,0 0-5 0,0 0-1 0,0 0-4 16,0 0-6-16,0 0 4 0,0 0-7 0,6-5-2 15,-6 5-4-15,0 0-6 0,0 0 3 0,0 0 0 0,0 0-6 0,0 0 5 16,0 0-2-16,0 0 1 0,0 0-1 0,0 0-3 15,0 0 0-15,0 0-1 0,0 0-4 0,0 0 8 16,0 0-2-16,0 0-2 0,0 0-2 0,0 0 0 16,0 0 2-16,0 0-2 0,0 0 5 0,0 0-5 15,0 0 9-15,0 0 0 0,0 0 8 0,0 0 4 16,0 0 3-16,0 0 8 16,0 0 7-16,0 0 4 0,0 0 5 0,0 0 4 15,0 0 9-15,0 0-1 0,0 0 4 0,0 0-8 16,0 0-6-16,0 0-10 0,0 0-4 0,7-5-6 15,2 2-4-15,8 0-7 0,0-1 1 0,5 2-4 16,6-1-6-16,1 1 6 0,2 0-7 0,0-2-7 16,-3 7-1-16,2-6-6 0,1 6-1 0,-4-1 2 15,-4 3-3-15,-5 0-2 0,0 0 5 0,-2-3-19 0,-6 2-7 16,1 2-7-16,-3 0 2 0,-5 1-10 0,2 2 13 0,-8 0-6 16,-1 3 0-16,-5 0 2 0,-4 1 8 0,-4 1-2 15,-4 1 3-15,-1 1 7 0,-1-3-7 0,1-2 1 16,7-2 3-16,-3 0 2 0,0-3 1 0,1 2 0 15,7-4 1-15,-1-1 8 0,4 0-15 0,1-1 10 16,-1 1 3-16,1-1 2 16,2 1-2-16,4-3 7 0,0 0 2 0,12 1-3 15,-3-1 4-15,8 0-10 0,4 0 5 16,7 3-1-16,3-3 3 0,0 3 1 0,1-2-6 0,-2 3 5 16,2 1-2-16,0-1 9 0,0 1-6 0,-4 2 2 15,2 2-3-15,-5-1 4 0,-5-1-7 0,-3 3-2 16,0-3 1-16,-8 2-1 0,0-2 0 0,-2 1-2 15,-4 2-5-15,-2 0-1 0,-3 0 2 0,-4-1 3 0,-8 5 1 0,-5-3 1 16,-6 3 4-16,-3-2-3 0,-7 0 2 0,-2 0 3 16,1-5 2-16,-1 0 5 15,-1 0 7-15,-3-3-3 0,4 0 8 0,1-1 4 0,4-1 8 0,-1-2 7 16,1-4 1-16,3 4 3 0,7-1 0 0,-6-3 1 16,10 1-6-16,-4-1-2 0,4 3-3 0,5-3 4 15,2 2 0-15,3 1 0 0,3-2-4 0,-2 2-1 0,0 0-7 16,0-1-2-16,1 1-4 0,3-1-12 0,3 2-8 15,-7-2-11-15,7 2-9 0,-5-2-12 0,5 2-18 16,0 0-38-16,-5-3-36 0,5 3-43 0,0 0-58 16,9-9-120-16,-5 4-371 0,1 0 164 0</inkml:trace>
  <inkml:trace contextRef="#ctx0" brushRef="#br1" timeOffset="173119.05">22892 11619 225 0,'1'-4'225'0,"-1"-2"-4"0,0 3-7 16,0 3-3-16,1-5-13 16,-1 5-11-16,0-3-13 0,0 3-13 0,4-2-15 15,-4 2-15-15,0 0-11 0,0 0-16 0,0 0-5 16,0 0-12-16,0 0-3 0,-4-7-22 0,4 7-8 16,0 0-9-16,0 0-4 0,0 0-15 0,0 0-6 15,7 14-2-15,-4-4-5 0,3 1-2 0,-1 6-1 16,3 9 4-16,-1-1-9 0,-1 5 7 0,0 1-5 15,-3 1 4-15,1 2-22 0,0 1-18 0,-3 0-24 0,2 0-23 0,-3 0-33 16,0-1-32-16,0 0-32 0,0 2-218 0,0-7-423 16,-4-1 186-16</inkml:trace>
  <inkml:trace contextRef="#ctx0" brushRef="#br1" timeOffset="173266.16">22925 12380 163 0,'0'0'303'0,"3"5"-16"16,-3-5-23-16,2 1-22 0,-2-1-19 0,5 4-19 0,-5-4-15 16,0 3-20-16,0-3-18 0,0 0-17 0,13-3-37 15,-8 0-51-15,4 1-72 0,1 2-68 0,3-5-92 16,5 1-175-16,-5-3-392 0,-2 2 174 16</inkml:trace>
  <inkml:trace contextRef="#ctx0" brushRef="#br1" timeOffset="175324.43">26562 10455 9 0,'-3'-5'200'16,"3"5"-6"-16,-1-3-11 0,1 3-15 0,0-7-7 16,0 7-18-16,0 0-9 0,0-5-14 0,2 2-12 15,1 0-13-15,1 2-11 0,2-4-8 0,2 4-8 16,2 0-4-16,4 1-13 0,0 0-6 0,3 1-6 0,2 2-9 15,-1 1-2-15,0 0 1 0,0 5-6 0,-3 0-6 16,3 2-3-16,-4 1-3 0,1 0-2 16,-2 4-1-16,-3 0 2 0,2 8-6 0,-6-6 4 0,-1 4-7 0,0 5 7 15,-5-7-2-15,-7 6 0 0,0 1-4 0,-2 1 2 16,-5-5 4-16,0 3-5 0,-2-4 0 0,0 0 0 16,-1-3 1-16,-3 1-1 0,6-7-1 0,0 0 1 15,2-2-2-15,1 0-2 0,2-4 5 0,-1 1-1 16,6-3-1-16,-5-1 4 0,5-1 12 0,0 1 18 0,-2-1 17 15,2 1 25-15,2-2 22 0,2-2 21 0,-5 1-5 0,5-1-13 16,0 0-6-16,7-10-14 0,2 0-7 0,0-4-12 16,5 2-4-16,3-5-7 0,3-2-10 0,1-2-1 15,1-2-6-15,2-6-3 0,1 2-1 0,0 3-3 16,-2-2-2-16,2 3-3 0,-2 0-4 0,-5 0-4 16,1 3 3-16,-1-1-2 0,-5 9-7 0,-1-2-3 15,-4 6 4-15,-1-2 1 16,-3 5 0-16,-1-2 1 0,1 2-5 0,-1 1 0 15,2-1-6-15,-4 2-7 0,2 1-11 0,-3 2-18 16,0 0-4-16,0 0 1 0,0 0 3 0,-8 10 3 16,2-1 3-16,-3 6 0 0,0-1 4 0,0 4 1 15,-1 6 2-15,1-2 3 0,1 4 3 0,4 0 3 16,4 2 4-16,3-4-1 0,3 2 2 0,6-2 1 16,2-1 0-16,6-2 7 0,6-3 3 0,4 0-25 0,4-4-34 0,4-6-66 15,0 1-77-15,1-8-285 0,-2 1-522 0,-1-4 232 16</inkml:trace>
  <inkml:trace contextRef="#ctx0" brushRef="#br1" timeOffset="175979.48">27173 9958 168 0,'0'0'176'0,"2"-7"-8"0,2 4-11 0,0-1-11 15,2-1-8-15,4 3-14 0,2-1-13 0,1 1-10 16,0-2 3-16,4 0-6 0,1 2-1 0,4 2-7 16,-2-1-4-16,-3 2-10 0,2-1 0 0,0 4-9 15,-2-3-12-15,-3 5-1 0,-2-2-13 0,-2 2-4 16,0 0-8-16,-1 1-8 0,-3 2-9 0,-2-2 0 16,-1 3-4-16,-2 1-5 0,-2 0 4 0,-2 0-3 0,-1 0-6 0,-2 1 1 15,1-2 7-15,-2 2-4 0,-1-1-4 0,1-4 3 16,2 4-2-16,0-4 1 0,1 0-1 0,-1 0-2 15,2 1-9-15,2-1 10 0,-1 1 0 0,3-1 0 16,0 2 1-16,5-1 2 0,-1 2-1 0,3-1 5 16,5 1 1-16,1 2 5 0,0 0 3 0,3 0 0 15,-2-1 1-15,4 0-2 16,-1 1 0-16,-4 0-3 0,-2 1 0 0,-1-5-3 16,-3 2 1-16,-3-3-5 0,-1 3 0 15,-3-2-5-15,-1-1 1 0,-2 1-2 0,-5-2 0 0,-2 4 5 16,-9-3 1-16,-5 3-2 0,-2-3-1 0,-3 3 3 15,1-5-18-15,-1 0-10 0,6-1-21 0,-5-2-25 16,5 1-23-16,8-3-24 0,1 0-45 0,2-4-146 16,2 3-333-16,5-3 149 0</inkml:trace>
  <inkml:trace contextRef="#ctx0" brushRef="#br1" timeOffset="176543">27939 10623 120 0,'0'0'172'0,"-9"-1"-24"0,9 1-6 15,0 0-13-15,-9 0-13 0,9 0-9 0,0 0-8 16,0 0-16-16,0 0-10 0,0 0-5 0,0 0-8 15,-5 1-2-15,5-1-13 0,0 0 1 0,0 0-8 16,0 0-2-16,0 0-4 0,0 0-5 0,0 0-1 16,0 0-2-16,0 0 0 0,0 0 8 0,0 0 2 15,0 0 18-15,0 0 10 16,0 0 4-16,0 0 9 0,0 0 4 0,0 0-4 16,0 0 4-16,0 0-12 0,18-2-6 0,-4 0-3 15,4 4-1-15,1-4-9 0,9 1-6 0,2 0-5 16,2-2 1-16,1 3-8 0,1-4-4 0,5 3 3 15,-2-1-6-15,-4-1-6 0,0 1 0 0,-5-3 1 16,-8 5-1-16,-3 0 0 0,-4-1-3 0,1-1-2 16,-9 0-2-16,3 0-12 0,0 2-14 0,-2-1-16 0,-6 1-10 0,4-4-11 15,-4 4-7-15,0 0-6 0,0 0-11 0,-13-5-2 16,8 4-7-16,5 1-13 0,-13 0-18 0,8 0-1 16,-4-1-20-16,2 0-48 0,0 1-97 0,-1-3-306 15,2 3 136-15</inkml:trace>
  <inkml:trace contextRef="#ctx0" brushRef="#br1" timeOffset="177914.96">28173 10415 39 0,'0'-3'167'0,"0"1"-4"16,0 2 2-16,1-9-7 15,-1 4-9-15,0 2 5 0,3 0-6 0,-3 3-5 16,1-6 2-16,-1 6-5 0,3-5-11 0,-3 5-11 15,1-3-11-15,-1 3-19 0,0 0-8 0,0 0-8 16,0 0-10-16,5 15-3 0,-4-3-4 0,-1 3-1 16,0 5-4-16,3 6-5 0,-2 3-4 0,-1 2-2 15,4 2 0-15,-3 2-5 0,7 11-1 0,-5-10-3 16,2 0-10-16,0 1-32 0,0-4-36 0,1 1-40 0,-2-3-49 0,5-1-60 16,-1-6-177-16,-4-5-406 0,-1-7 180 0</inkml:trace>
  <inkml:trace contextRef="#ctx0" brushRef="#br1" timeOffset="178485.27">29052 10665 233 0,'0'0'285'0,"0"0"-23"15,4-4-12-15,-4 4-36 0,4-4-22 0,-3 2-18 16,3-1-23-16,2 2-11 0,2-2-14 0,-3 2-28 15,4-3-30-15,1 4-34 0,1 0-36 0,3-3-44 0,-2 3-31 16,7-1-42-16,2 1-46 0,-1 1-138 0,3-2-329 16,4-2 145-1</inkml:trace>
  <inkml:trace contextRef="#ctx0" brushRef="#br1" timeOffset="178647.86">29745 10672 160 0,'0'0'262'0,"9"-5"-14"0,-3 5-17 0,2-3-21 0,-1 1-24 16,4 0-16-16,0-1-22 0,1 1-17 0,2 2-33 15,5-3-30-15,1 4-36 0,2-1-43 0,6 0-44 16,4-1-41-16,-4 2-81 0,2-1-91 0,-1-1-290 16,1 2 128-16</inkml:trace>
  <inkml:trace contextRef="#ctx0" brushRef="#br1" timeOffset="178801.47">30506 10694 142 0,'13'-2'250'0,"-7"2"-10"15,2-3-17-15,-1 0-21 0,4 2-23 0,-1-2-13 16,2-1-29-16,7 2-39 0,-2 0-43 0,3 0-52 16,2-1-44-16,6 2-60 15,-1 1-159-15,-2-1-279 0,4-1 123 0</inkml:trace>
  <inkml:trace contextRef="#ctx0" brushRef="#br1" timeOffset="179033.06">31337 10714 190 0,'8'-2'188'0,"-2"2"-16"0,4-1-20 0,4 0-26 0,-1 1-17 15,6 0-25-15,1 0-27 0,1 0-30 0,7 1-28 16,-6-1-14-16,6-1-25 0,-9 5-16 0,3-1 6 15,-2-5 8-15,-5 5-1 0,-3 2 18 16,2-5 10-16,-5 1 18 0,-1-1 2 0,-2 1 2 0,-1-1 38 16,-5 0-3-1,8 0 26-15,-8 0 12 0,9 2 9 0,-9-2-10 16,6-3-2-16,-6 3-4 0,0 0-5 0,0 0-23 16,7 4-52-16,-7-4-49 0,0 0-51 0,0 0-115 0,2 1-240 15,-2-1 107-15</inkml:trace>
  <inkml:trace contextRef="#ctx0" brushRef="#br1" timeOffset="184430.36">2983 13298 58 0,'3'-3'206'0,"-3"3"-4"16,2-2-7-16,-2 2-9 0,0 0-9 0,4-4-8 15,-4 4-14-15,0 0-9 0,0 0-9 0,0 0-8 16,0 0-11-16,0 0-12 0,1-4-12 15,-1 4-9-15,0 0-13 0,0 0-15 0,0 0-21 0,0 0-22 0,0 0-5 16,0 0 0-16,-15 19-6 0,2-6 2 0,-5 11-8 16,-4 0 0-16,-8 15 0 0,0 2-3 0,-5 2 2 15,3-4-1-15,1 0-2 0,3 2 4 0,9-10-2 16,4-2 1-16,1 4-1 0,2 0-4 0,4 1 6 16,3-5-2-16,3 3 1 0,0-2 3 0,6 0 1 15,1-4 10-15,4-1 1 16,4-1 0-16,3-4 5 0,-1-6 0 0,5 2 4 15,6-3-4-15,-6-4-1 0,7 3 0 0,0-7 3 16,0 2-4-16,-8-2 1 0,1-1-4 0,-3-1-1 16,-4-1 2-16,-6-1-5 0,0 0 3 0,0 1 4 15,-1 0 1-15,-6-2 6 0,7 1 5 0,-3 0-7 16,-4-1 1-16,8 2-2 0,-8-2-2 0,2 1-6 16,-2-1-11-16,0 0-9 0,8 1-16 0,-8-1-17 0,0 0-52 0,0 0-324 15,0 0-453-15,-10-16 201 0</inkml:trace>
  <inkml:trace contextRef="#ctx0" brushRef="#br1" timeOffset="184746.95">3254 13617 157 0,'0'-5'292'0,"3"2"-13"16,-3 0-16-16,0 3-16 0,1-6-19 0,-1 6-23 15,0-3-21-15,0 3-18 0,0 0-22 0,0-5-32 16,0 5-24-16,0 0-30 0,0 0-10 0,0 0-13 0,0 0 1 16,0 19-2-16,0-8-8 0,0 5-1 0,0 1-3 15,0 1-3-15,4 8-4 0,-4-9-1 0,4 2-2 16,-3 8 4-16,0-8-5 0,3 1 4 0,-1-3-1 15,0-1 1-15,0 1-1 0,0-5-7 0,-1 1-29 0,2-4-23 0,-3 2-32 16,3-6-29-16,-2 1-21 0,1 1-30 0,0-4-43 16,-2-3-145-16,-1 0-373 0,0 0 165 0</inkml:trace>
  <inkml:trace contextRef="#ctx0" brushRef="#br1" timeOffset="185718.33">3736 13739 126 0,'0'0'152'0,"-4"1"-3"15,4-1-6-15,0 0-2 0,0 0-2 0,-5 3-1 16,5-3-7-16,0 0-1 0,0 0-5 0,-5 1-7 16,5-1-6-16,0 0-6 0,0 0-5 0,0 0-5 0,0 0-10 0,0 0-5 15,0 0-6-15,0 0-6 0,0 0-2 0,0 0-8 16,0 0-4-16,0 0-7 0,0 0-4 0,0 0-4 16,0 0-3-16,0 0-4 0,0 0-5 0,0 0-5 15,0 0-1-15,0 0 7 0,0 0-6 0,0 0-5 16,0 0-6-16,0 0 2 0,0 0-3 0,0 0-3 15,0 0 1-15,0 0-2 0,0 0-2 0,0 0-1 0,0 0-1 0,0 0 4 16,0 0-2-16,0 0-2 0,0 0 1 0,0 0 1 16,0 0-3-16,0 0 0 0,0 0 0 15,0 0 0-15,0 0-2 0,0 0 0 0,0 0 7 16,0 0-8-16,0 0 1 0,0 0 0 0,0 0 1 16,0 0-3-16,0 0-1 0,0 0 4 0,0 0-1 0,-6 3 1 15,6-3 1 1,0 0 2-16,0 0-2 0,0 0 1 0,0 0-1 15,0 0 1-15,0 0 5 0,0 0 6 0,0 0 3 16,0 0 3-16,0 0 7 0,0 0-5 0,0 0 2 16,0 0-2-16,0 0-4 0,0 0 3 0,0 0-4 15,0 0-2-15,0 0-3 0,0 0 3 0,0 0-6 16,0 0 0-16,0 0-1 0,0 0 1 0,0 0-1 16,0 0-3-16,0 0-1 0,0 0 1 0,0 0-2 0,0 0 2 0,0 0-1 15,0 0-3-15,0 0 3 0,0 0-5 0,0 0 2 16,0 0 0-16,0 0-2 0,0 0 3 0,0 0-5 15,0 0 2-15,0 0 0 0,0 0-2 0,0 0 1 16,0 0 0-16,0 0 1 0,0 0-2 0,0 0 1 16,0 0-1-16,0 0 0 0,0 0 6 0,0 0-5 15,0 0 4 1,0 0-2-16,0 0 0 0,0 0-1 0,0 0-1 16,0 0 3-16,0 0-4 0,0 0 3 0,0 0-3 15,0 0-1-15,0 0-1 0,0 0 2 0,0 0-3 0,0 0 4 16,0 0-1-16,0 0 1 0,0 0 0 0,0 0 0 15,0 0 2-15,0 0 0 0,0 0 0 16,0 0-1-16,0 0 2 0,16-7-1 0,-6 6 3 16,4 0 0-16,6-2-3 0,1 1 1 0,10 2 1 0,2-4-1 0,2 0 0 15,-2 0 1-15,2-1-3 0,0 1 4 0,0 0 2 16,-1 0-2-16,-3 1-1 0,-2 1 3 0,-7-1-2 16,-2 2-2-16,0-2-1 0,-9 2 3 0,2-1-2 15,-4-3 0-15,-1 5-11 0,-2 0-11 0,0-1-21 16,-6 1-25-16,4-3-59 0,-4 3-75 0,0 0-34 15,-8-7-178-15,1 6-448 0,-1-1 199 0</inkml:trace>
  <inkml:trace contextRef="#ctx0" brushRef="#br1" timeOffset="185965.64">3953 13563 143 0,'-2'-4'289'16,"-1"0"-8"-16,3 4-11 0,-3-4-14 0,2 2-14 16,1 2-17-16,-2-4-35 0,2 4-21 0,0 0-20 15,0 0-22-15,-4-4-19 0,4 4-16 0,0 0-11 0,-3 13-13 16,2-5-5-16,0 3-12 0,2 5-1 0,-1 2-8 16,-1 1-4-16,2 5 1 0,-1 1-8 0,0 0 0 0,4 1 1 15,-3-1-2-15,2-5-4 0,2 5-27 0,0-9-28 16,-4-3-32-16,2-1-40 0,-1 1-57 0,4-2-53 15,-2-1-216-15,4-6-464 0,-3 1 206 0</inkml:trace>
  <inkml:trace contextRef="#ctx0" brushRef="#br1" timeOffset="186536.02">4416 13481 108 0,'9'0'195'0,"1"-4"-24"0,-1 3-16 0,2 1-14 16,0 0-13-16,1 0-15 0,-2 3-15 0,2 2-14 15,-1 2-8-15,5 1 1 16,-7 1-11-16,5 1-3 0,-4 5 1 0,0-1-16 16,-6 1 10-16,2 2-14 0,-2-1-5 0,-1 1-5 15,-3 0-2-15,-4 2-5 0,1 0 1 0,-3-2-5 16,-1 3 1-16,-5 6-2 0,4-6-3 0,-3-3 3 16,-1-3-2-16,-1 1 2 0,2-3 1 0,2-4 5 15,1 1 0-15,3 0-3 0,-2-3 2 0,4 1-4 16,-2-3 0-16,1-1 18 0,2 1 29 0,0-1 25 0,0-1 31 0,2-2 27 15,0 0 20-15,0 0-8 0,0 0-6 0,0 0-28 16,2-14-15-16,5 4-11 0,2-4-8 0,5 0-12 16,1-7-6-16,4-2-12 0,-2 2-27 0,1-4-7 15,1 0-12-15,-1 1-4 0,-4 3-7 0,-3 5-1 16,1-1 3-16,-3 5 4 0,-4 1 10 0,0 1 3 16,0 4-11-16,-2-1 11 0,-1 1-7 0,3 3-5 0,-4-1-13 15,1 1-19-15,-2 3-16 0,2-2-17 0,-2 2-1 0,0 0-1 16,0 0 7-16,-5 14 3 0,-1-2 2 0,2-3 7 15,-1 6 2-15,1 4 1 0,0-3 4 0,2 2 4 16,2 0-2-16,0-1 4 0,2 2 3 0,2-1 2 16,3-4 4-16,0-1-1 0,5 5 6 15,3-6 6-15,2-2-27 0,-1-1-47 16,11-3-67-16,4-6-98 0,-3-3-286 16,5 0-566-16,-3-4 250 0</inkml:trace>
  <inkml:trace contextRef="#ctx0" brushRef="#br1" timeOffset="186905.54">4673 13268 120 0,'5'-4'170'0,"1"4"-15"0,-1-1-15 0,9 2-13 0,-4 1-9 16,11 0-15-16,-2 6-5 0,8 1 2 0,0 4-12 16,2 4-4-16,2 1-2 0,-4 4-8 0,2 3-2 15,3 9-3-15,-9-4-5 0,-4-1-2 0,-1 3-1 16,-4 0-4-16,-4 2-2 0,-3 2-6 0,-6-3-1 0,-4 2-3 0,-2-2 5 15,-5-1 2-15,-1 0-1 0,-5-1-2 0,-3-2-5 16,-4-2-3-16,1-2 4 0,-2 0-8 16,-3-3-3-16,2-1-3 0,-6-2-8 0,2 0-34 15,-3-5-38-15,1 0-64 0,-1-2-79 0,3-4-164 0,2-3-385 16,8-3 171-16</inkml:trace>
  <inkml:trace contextRef="#ctx0" brushRef="#br1" timeOffset="187585.2">5089 13058 211 0,'0'-4'216'0,"0"4"-10"0,0 0-14 16,0 0-19-16,0-4-20 0,0 4-16 0,0 0-15 0,0 0-19 0,0 0-14 15,0 0-10-15,0 0-7 0,4 11-9 0,-2-1-3 16,0-1-10-16,-1 4-1 0,-1 5-7 0,1 1-4 16,1 7-3-16,-2-6-5 0,-2 7-3 0,4-8 13 15,-2 6 3-15,1-6-12 0,-1-2-3 0,0-5 0 16,0 0-3-16,-1-3 1 0,-1-1-4 0,1-1-3 16,1-2 3-16,0 0 8 15,0 0 45-15,1-3 34 0,-1-2 36 0,0 5 39 16,0-5-19-16,0 0-9 0,0 0-11 0,13-15-22 15,-5 5-15-15,2-4-11 0,-1-2-5 0,5 1-8 16,-1-2-8-16,7-3-27 0,-7 3 9 0,1 1-4 16,-2 4-8-16,-3 4-1 0,-1-2-9 0,0 3-6 15,-1 0-11-15,-2 3-5 0,-1 1-1 0,-1 0-4 16,1 1-4-16,-4 2-17 0,12 4-2 0,-7 0-9 0,4 4 4 0,0 2-4 16,2 3 1-16,0 3 0 0,5 5-9 0,-1 0-32 15,2 5-28-15,-2-2-42 0,2 1-53 0,-3-1-68 16,0-5-94-16,2 3-179 0,-6-7-570 0,0-2 253 15</inkml:trace>
  <inkml:trace contextRef="#ctx0" brushRef="#br1" timeOffset="187970.59">6018 13714 28 0,'0'0'297'0,"0"0"-2"16,0 0-3-16,0 0-5 0,0 0-2 0,0 0-15 16,0 0-12-16,0 0-25 15,0 0-6-15,0 0-25 0,0 0-21 0,0 0-20 16,0 0-13-16,14-5-15 0,-1 4-43 0,5-3-38 15,0 1-51-15,3 1-49 0,10-2-53 0,-2 0-62 16,0 0-67-16,-6 1-253 0,-3-1-524 0,-1 2 232 16</inkml:trace>
  <inkml:trace contextRef="#ctx0" brushRef="#br1" timeOffset="188124.22">6054 13811 160 0,'-5'4'153'0,"-2"-2"3"0,5 2 14 0,-2-3 10 0,1 2 9 15,3-3 2-15,0 0-5 0,9 3-17 16,8-3-17-16,2-3-13 0,16 5-40 0,3-7-64 16,13-1-100-16,-1-2-123 0,-10 2-100 0,-2-3-312 0,-4-1 138 0</inkml:trace>
  <inkml:trace contextRef="#ctx0" brushRef="#br1" timeOffset="189928.55">7309 13522 21 0,'2'-10'240'0,"-2"5"1"0,0-3-4 15,0 2-2-15,0 1-10 0,0-1-16 0,0 3-20 16,0-2-19-16,0 5-20 0,0-5-20 0,0 5-18 16,0 0-30-16,0 0-12 0,0 0-7 0,0 0-12 15,4 19-7-15,-4-4-3 0,-3 2-7 0,3 2-5 16,-1 8-1-16,1 2-1 15,0-1-4-15,0 2-1 0,0-1-6 0,1 1 2 16,-1-4-3-16,3 2 1 0,-3-3-4 0,1-6 3 16,-1-1-7-16,3-1 5 0,-3-3-3 0,0-2-2 15,0-3 2-15,0 1 1 0,1 0-1 0,1-8 0 16,-2 3 4-16,2 2-1 0,-2-5 3 0,0-2-1 16,0 3-8-16,0-3-13 0,0 7-12 0,0-7-39 15,0 0-55-15,0 0-44 0,0 0-23 0,0 0-58 0,0 0-121 0,0-19-388 16,1 16 173-16</inkml:trace>
  <inkml:trace contextRef="#ctx0" brushRef="#br1" timeOffset="190260.58">7624 13789 145 0,'0'0'139'0,"-6"0"-6"0,6 0-13 0,0 0 0 16,-7 2-11-16,7-2 4 0,0 0-4 0,0 0-11 15,0 0-2-15,0 0 3 0,0 0-1 0,0 0-5 16,19 0-5-16,-3-1-4 0,4-3-14 0,10 1-4 15,-1 1-11-15,7-3-4 0,0 1-3 0,1 0-5 16,14-2-4-16,-15-1-2 0,0 2-1 0,2 2-10 0,-2 2 3 0,-7-6-7 16,-2 7-15-16,0-6-15 0,-8 3-15 0,-6 2-11 15,-1-2-29-15,-1 0-37 0,-5 1-42 0,-2 2-159 16,-4 0-326-16,0 0 145 0</inkml:trace>
  <inkml:trace contextRef="#ctx0" brushRef="#br1" timeOffset="190530.11">7826 13614 127 0,'-2'-3'260'0,"-1"-2"-17"0,3 0 0 0,0 5-17 16,-5-4-28-16,5 4-23 0,0-3-20 0,0 3-24 0,0 0-14 15,0 0-14-15,0 0-12 0,-1 15-7 0,2-7-12 16,-1 9-7-16,5 0-7 0,-2 4-5 0,2 3-8 16,-1 1 0-16,1 4-4 0,0-3 0 15,4 0-4-15,-3-3-35 0,2-3-30 0,0-2-45 0,-1-1-54 16,2 3-72-16,-2-6-166 0,0-2-394 0,3-7 175 0</inkml:trace>
  <inkml:trace contextRef="#ctx0" brushRef="#br1" timeOffset="191093.21">8460 13430 36 0,'1'-3'211'0,"-1"-2"-3"0,0 5-13 15,3-4-6-15,-2 0-15 0,-1 4-16 0,0 0-18 16,0-2-15-16,0 2-16 0,0 0-19 0,0 0-10 15,0 0-8-15,0 0-9 0,0 0-6 0,4 18-8 0,-5-6-4 16,2 1-10-16,-1 3-1 0,0 3-4 0,0-1 0 16,-4 8-4-16,4-1-4 0,0 0-1 0,3 2-5 15,-6-3-1-15,6-4-1 0,-3-2-1 0,1 1 2 16,-1-2-1-16,0-1-3 0,0-4-2 0,0 1 4 16,0-4-5-16,0-4 3 0,0-1 3 0,0 4 8 15,3-7 33-15,-3 5 30 0,0-6 29 0,1 3 28 0,0 1 27 0,-1-4 19 16,0 0-28-16,0 0-10 0,0 0-20 15,8-14-12-15,-2 4-17 0,-1-2-7 0,2 2-6 0,0-8-10 16,3 3-15-16,-3-4-9 0,3 2-10 0,0 2-17 16,2-2 3-16,-6 6-3 0,1 2-7 0,-2-2 0 15,1 6-6-15,-1-2-2 0,-2 4-4 16,-1-1-6-16,1-1-16 0,0 4-14 0,-3 1 0 0,0 0 4 0,12 6-3 0,-8 1 4 16,1-3-8-16,0 4 3 0,3 2 1 15,2 4-2-15,-5 0-2 0,3 1-5 0,0 2-13 16,-1-2-27-16,-3 1-17 0,1 0-31 0,2-2-39 15,-6-2-40-15,4 0-50 0,-5-2-261 0,0 2-556 0,0-7 247 16</inkml:trace>
  <inkml:trace contextRef="#ctx0" brushRef="#br1" timeOffset="191594.46">8906 13510 155 0,'8'-3'202'0,"-3"1"-17"0,1-2-9 0,1 2-12 16,0 2-16-16,5 1-12 0,-1-1-18 0,1 5-9 16,-1-2-13-16,0 4-12 0,5 3-5 0,-2-1-8 15,1 1-2-15,-3 0-10 0,-1 4-5 0,1 1-5 16,-3 2-4-16,-4-5-8 15,0 5 1-15,-4-2-8 0,-1 2 0 0,-1-1-5 16,-4-1 2-16,-3 4 0 0,2-4-8 0,-2 3-3 16,-2-3 3-16,1-3-3 0,0-2 4 0,-1-2-2 15,4-1-5-15,-1 0 7 0,3-3-4 0,0 0 1 16,2 0 15-16,-2-2 23 0,0 1 26 0,2-1 32 16,2-2 19-16,0 0-15 0,0 0-10 0,0 0-5 15,5-14-10-15,0 5-13 0,5-5-3 0,-1-3-9 0,5-4-13 16,2-3-11-16,1 5-7 0,0-5-8 0,2 4-2 0,-7 4-2 15,2 1-4-15,-4 2-6 0,1-2 0 0,-4 8 1 16,-2 0-1-16,0 0-6 0,0 3 4 0,-1-1-6 16,0 0-9-16,-2 5-15 0,-2 0-4 15,0 0-5-15,0 0 2 0,0 0 3 0,-6 14 3 0,1-1-1 16,-3 3 0 0,0 1 2-16,2 1 9 0,-4 5-1 0,5 1-3 15,0 3 0-15,1-8 3 0,5 3 2 0,-1-4 2 16,4-1 6-16,5 0-17 0,5-3-19 0,1 0-32 15,11-2-50-15,2-5-59 0,7 1-63 0,0-6-233 0,18 1-512 16,-14-6 227-16</inkml:trace>
  <inkml:trace contextRef="#ctx0" brushRef="#br1" timeOffset="191895.21">9889 13730 105 0,'0'0'165'0,"0"0"5"0,-6 0 6 0,6 0-1 16,0 0 4-16,0 0-9 0,0 0-7 0,0 0-12 15,0 0-6-15,0 0-10 0,0 0-13 0,0 0-8 16,0 0-9-16,0 0-10 15,26-4-9-15,-12 0-10 0,6 3-7 0,11-4-8 16,0 0-4-16,1-1-6 0,1 2-6 16,4 2-6-16,-1-3-4 0,1 0-5 0,2 0-15 0,-3 1-14 15,-1 2-17-15,-4-3-23 0,-10 4-31 0,-3-4-30 16,-3 4-39-16,-3-3-35 0,-7 0-193 0,-1 3-396 16,-4-3 175-16</inkml:trace>
  <inkml:trace contextRef="#ctx0" brushRef="#br1" timeOffset="192117.78">10054 13595 220 0,'0'0'304'16,"-3"-6"-9"0,3 6-10-16,-4-2-15 0,4 2-21 0,0 0-28 15,-4-3-25-15,4 3-24 0,0 0-22 0,0 0-21 16,0 0-13-16,-2 16-12 0,3-7-14 0,-1 6-8 15,1 2-9-15,2 4-5 0,2 4-5 0,-2 1-7 16,0 0-3-16,1 2-26 0,2-4-35 0,1 3-45 16,-2-8-67-16,0-2-74 0,-1 0-281 0,-1-3-514 15,0-2 227-15</inkml:trace>
  <inkml:trace contextRef="#ctx0" brushRef="#br1" timeOffset="193768.8">11138 13156 112 0,'0'-6'190'0,"3"1"-5"16,-2-1-5-16,0 0-8 0,1 3-11 0,0-1-8 16,0-1-5-16,-1 0-10 0,0 3-12 0,-1 2-13 15,3-3-12-15,-3 3-16 0,3-5-7 0,-3 5-18 16,0 0-9-16,0 0-6 0,7 10-4 0,-6 1-3 15,2 1-8-15,-1 6 2 0,1 7-3 0,-1 1-3 0,0 3-5 0,-4 0 0 16,4 2-4-16,-1 0-2 0,-2-1-1 16,-1-1-1-16,1 0-3 0,0 0 1 0,2-3-2 15,0-8-1-15,-1 0 1 0,0-3-2 0,2-3 2 0,-1-1-2 16,-1-2-1-16,0 1-2 0,0-3 7 0,0-2 1 16,1-1 10-16,-1-1 24 0,0 1 18 0,0-4 22 15,0 5 20-15,0-5 28 0,2 5 24 0,-2-5 14 0,0 0 29 16,0 0 3-16,0 0-21 0,0 0-19 0,6-14-18 15,-4 3-21-15,4-5-14 0,-1-1-25 0,4-6-20 16,2-4-16-16,3-3-14 0,-5 1-10 0,5-4-7 16,4 2-12-16,-4-1 0 0,6 2-5 0,-3 3 6 15,1 0-2-15,-3 4-6 0,2 4 1 0,-5 4 2 0,-5 5 0 16,2 1 5 0,-3 1-15-16,0 4-2 0,0 1-5 0,-1 0 6 15,1 1-5-15,-6 2-8 0,16 5 4 0,-11-2-15 16,5 8 1-16,-1 2-2 0,3 2 4 0,-1 9-4 15,-2-2-3-15,3 6 8 0,-2-5 0 0,-1 5 2 16,-1-1 1-16,2-1 0 0,-4-1 16 0,-2-4-7 16,1-2-1-16,-1-2 3 0,1-1-3 0,-4-3 5 15,3-2 0-15,-2 0 0 0,0-2-6 0,0-2 13 0,-2-1 13 0,2-1-10 16,-1-2 3-16,0 2 1 0,-1-2 0 0,0-3 7 16,0 4 16-16,0-4 14 0,2 5 9 0,-2-5 7 15,0 0-3-15,-2 4-4 0,2-4 2 0,0 0-14 16,0 0 0-16,0 0-3 0,0 0-5 0,0 0-7 15,0 0 8-15,0 0-17 0,0 0-5 0,0 0-26 16,0 0-8-16,2 3-26 16,-2-3-17-16,0 0-24 0,0 0-47 0,0 0-96 15,0 0-82-15,2-16-311 0,-1 7-683 0,3 0 302 16</inkml:trace>
  <inkml:trace contextRef="#ctx0" brushRef="#br1" timeOffset="194038.28">11901 12908 73 0,'0'0'138'15,"0"0"-6"-15,-9 10-6 16,4 2-9-16,-4 5-3 0,0 8-6 0,0 3-2 15,-5 6-4-15,1 12-1 0,-2 4-1 0,5-4-5 16,-2 3-7-16,4 1-4 0,-3-4-7 0,7-12-2 16,2 0-2-16,4 2-2 0,2-6 14 0,4-2 0 15,2 0-3-15,6-5 0 0,3-1-6 0,6-1-3 0,3-6-3 16,8-3-33-16,0 0-51 0,16-2-68 16,1-7-100-16,-1-3-167 0,-16 2-378 0,-2-6 168 0</inkml:trace>
  <inkml:trace contextRef="#ctx0" brushRef="#br1" timeOffset="194554.78">12192 13150 115 0,'0'-3'276'0,"0"3"-14"0,2-5-20 16,-2 5-14-16,0-7-27 0,0 7-19 0,0-5-24 15,0 5-16-15,0 0-20 0,0 0-18 0,0 0-9 16,0 0-12-16,2 15-10 0,0-6-6 0,-2 6-12 15,0 3-2-15,-2 0-1 0,2 9-10 0,-2 0-7 0,0-2-4 0,0 6 17 16,-3-2-6-16,2-2-3 0,-3-3-5 0,6-6-1 16,-4-1-3-16,4-3-1 0,-2-2-5 15,0-4 0-15,1 2 0 0,1-5-2 0,0-1 15 16,0 2 22-16,0-6 35 0,-1 7 28 0,1-7 34 0,1 2 7 16,-1-2-13-16,0 0-16 0,9-9-12 0,0-1-13 15,4-4-11 1,-2-1-13-16,3-1-8 0,2-6-6 0,3-1-12 15,-1 1-1-15,2 1-15 0,-1 1-2 0,-10 6-4 16,-1 6-3-16,-2-1-10 0,2 2 0 0,-3 2 7 16,0 2-22-16,-1-2-16 0,0 3-26 0,0 1 2 15,-4 1-7-15,11 5-2 0,-4-2 6 0,-1 6-3 16,4 0 2-16,-2 2-6 0,5 3-16 0,-1-1-32 16,0 1-40-16,3 1-49 0,-1-1-57 0,-1-4-77 0,2 2-273 0,-2-7-634 15,-3 1 281-15</inkml:trace>
  <inkml:trace contextRef="#ctx0" brushRef="#br1" timeOffset="194790.53">12736 13341 14 0,'-3'3'281'32,"3"-3"-20"-32,0 0-18 0,0 0-22 0,0 0-16 0,0 0-20 0,0 0-16 15,0 0-13-15,23-4-19 0,-4 2-18 0,4-2-11 16,7 1-17-16,4 1-36 0,2-1-47 0,0 0-54 16,3-3-69-16,2 3-234 0,-4-2-378 0,-4-4 168 0</inkml:trace>
  <inkml:trace contextRef="#ctx0" brushRef="#br1" timeOffset="195124.66">13318 13135 42 0,'-2'-3'390'0,"2"3"-28"0,0 0-33 16,-3-4-33-16,3 4-29 0,0 0-26 0,0 0-30 16,0 0-23-16,0 0-30 0,0 0-18 0,0 0-14 15,0 0-20-15,-3 11-5 0,5-2-13 0,-2 5-8 16,2 2-13-16,1 2-6 0,-2-1-6 0,2 4-4 16,-2 4-1-16,2-1-9 0,2 2-6 0,-4-6-6 0,2-3 1 15,-2 3-4-15,2-2-4 0,-3-1 1 0,2-5-1 16,0 0 1-16,0-4-2 0,-1 3-3 0,-1-5-8 0,0 0-11 15,1-1-3-15,-1-1-6 0,0-2-4 0,0-2-5 16,-1 7-9-16,1-7-12 0,-1 2-17 0,1-2-56 16,0 0-143-16,-9-9-273 0,6 4-571 15,1-7 253-15</inkml:trace>
  <inkml:trace contextRef="#ctx0" brushRef="#br1" timeOffset="195387.7">13433 12861 164 0,'4'-2'238'15,"-3"-1"-24"-15,-1 3-19 0,11-1-12 0,-11 1-9 16,19 4-14-16,-5 2-9 0,5 3-3 0,5 6-16 16,1 4-9-16,0 3-4 0,2 6-8 0,6 11-5 15,-1 3-11-15,-5 3-6 0,-4 1-5 0,-5 0-6 16,-1-1-2-16,-12-8-7 0,-1-1-7 0,-6-1-1 15,-2-1-6-15,-5 0-10 0,-5-1-1 0,-2-1-2 0,-7-3-5 0,-3-4 0 16,-10 8-7-16,7-11-20 0,-16 7-26 16,-2-3-60-16,-5-4-86 0,0-8-318 0,3 1-520 0,10-9 230 15</inkml:trace>
  <inkml:trace contextRef="#ctx0" brushRef="#br1" timeOffset="195942.31">11089 14151 10 0,'-4'0'175'0,"-1"-1"0"0,5 1-7 0,-11-1-13 16,11 1-10-16,-7-2-11 0,7 2-13 0,-4-1-9 15,4 1-10-15,0 0-6 0,0 0-7 0,0 0-7 16,-9-1-2-16,9 1-4 0,0 0-9 0,0 0-2 16,0 0-1-16,0 0-1 0,0 0 3 0,-8 2 0 0,8-2-2 0,0 0 0 15,0 0 0-15,0 0 1 0,0 0-1 0,0 0 1 16,0 0 0-16,0 0 8 0,0 0 2 0,22-2-3 16,7-3-3-16,8 2-7 0,27-5-6 15,32-6-6-15,10 4-5 0,13-4-4 0,5 0 7 16,17 3-1-16,3-4-4 0,13 6 0 0,3 0-4 0,1-6-5 15,-8 9-3-15,0-6 0 0,-3 1-5 0,-16 2-4 0,-6 1-1 16,-13 1-1-16,-14 0-5 0,-10-1 5 0,-34 4-4 16,-1-3 1-16,-18 4-4 0,-4-4-1 0,-6 4 1 15,-9 0 10-15,-1 1 15 0,-6-1 24 0,-2 2 4 0,-1-2 6 16,-3 3-3-16,-2-3-16 0,1-1-30 16,-2 2-46-16,-3 2-36 0,0 0-31 0,0 0-27 15,-11-4-29-15,11 4-34 16,-17 3-51-16,5-1-57 0,-3 4-194 0,-3-1-521 15,0 0 230-15</inkml:trace>
  <inkml:trace contextRef="#ctx0" brushRef="#br1" timeOffset="196577.3">11964 14292 12 0,'0'0'160'0,"0"0"-6"0,0 0-13 15,0 0 1-15,0 0-9 0,22-1-11 0,-6 1-9 16,5-1-9-16,7 2-9 0,4 0-7 0,1-1-8 15,-1 3-6-15,1 1-8 0,0 1-9 0,-2 0-7 0,-2 0-6 0,0 1-6 16,-8 0 0-16,-2 1-12 0,-2-2 1 0,-2 4-1 16,-4-4-6-16,-2 5-3 0,-3-3 2 0,-2 3-11 15,-4 1-1-15,-3 2 4 0,-8 2-7 0,-2-1 3 16,-10 5 0-16,-7 0-2 0,2-1-3 0,-4 2 4 16,-1-5-1-16,1 1-2 0,-1-1 3 0,1-1-4 15,0-2 10-15,0-1 2 16,3-1 3-16,-2 0 6 0,0-3 5 0,6 0 7 15,3-2 2-15,3 2 3 0,6-4 3 0,0 0-1 16,5-1-3-16,1 0-1 0,-1-2 5 0,3 3 0 16,0-3-1-16,0 2-1 0,5-2-3 15,-8 0 2-15,8 0-1 0,0 0 3 0,0 0 6 0,0 0 0 16,13 6 6-16,1-5-4 0,9-2 1 0,9 0 5 16,4-1-5-16,18 1-3 0,3-1-6 0,2 1-5 0,-7 1 0 15,6 0-7-15,-4 3 1 0,-2 0-34 0,-2-1-43 16,-12-2-51-16,0 3-68 0,-1-6-82 0,-2 6-193 0,-4-7-477 15,-11 0 210-15</inkml:trace>
  <inkml:trace contextRef="#ctx0" brushRef="#br1" timeOffset="196828.66">12787 14292 335 0,'0'-5'306'16,"0"5"-28"-16,0 0-34 0,-3-3-31 0,3 3-24 16,0 0-19-16,0 0-19 0,0 0-16 0,8 13-13 15,-7-2-19-15,4 5-27 0,3 3-35 0,-3 9-50 16,1 3-62-16,5 1-70 0,-5 3-216 15,3 12-387-15,1-2 171 0</inkml:trace>
  <inkml:trace contextRef="#ctx0" brushRef="#br1" timeOffset="196960.18">12973 15019 130 0,'0'0'419'0,"0"0"-12"0,0 0-41 16,3 1-33-16,-3-1-37 0,0 0-28 0,0 0-29 0,0 0-68 0,6-9-55 15,-5 6-99-15,2-1-113 0,6-3-129 0,-1-2-183 16,2 1-440-16,-2-2 196 0</inkml:trace>
  <inkml:trace contextRef="#ctx0" brushRef="#br1" timeOffset="198664.25">14766 13412 80 0,'0'0'148'0,"5"-6"-19"0,2 5-11 15,-1 0-18-15,2 1-5 16,4 0-5-16,-1 1-11 0,0 4-9 16,3-1-5-16,2 3-5 0,0 2-9 0,3 5-2 15,-5-1-8-15,5 6 6 0,1 1-8 0,-5 2-6 0,-2-1 4 16,-2 2-8-16,0-1 1 0,-6-2-1 0,1 5-7 0,-3-4 4 0,-3 4-6 16,-2 1 2-16,-4-6-4 0,2 6 2 0,-5-9 7 15,-2 5 10-15,-1-3 2 0,-1-4 3 0,-2-2 10 16,2 0-3-16,3-5 9 0,1 1 6 15,-3-1 3-15,4-3 3 0,0-1 12 0,2 0 13 16,0-1 13-16,3-1 19 0,-2 1 18 0,5-3-11 16,0 0-8-16,-8-7-11 0,8 2-16 0,3-4-4 15,0-1-14-15,5-4 7 0,1 0-21 0,1-2-7 0,5-5-6 16,2 1-7-16,2-4-7 0,0 2-6 16,-6 8-2-16,6-3-7 15,-2 2 12-15,-8 8-15 0,0-3-3 0,-4 4-1 16,1 2-5-16,0-2-7 0,-3 4-15 0,2-1-14 15,-1 0-15-15,-4 3-11 0,5 0 2 0,-5 0 3 16,5 7 2-16,-2 1 1 0,-2 0 4 0,1 4 9 0,-1 5 3 16,0-1 1-16,0 3 3 0,3-2 1 0,0 7 6 15,2-5 0-15,1-1 5 0,1-1 3 0,0 0 1 16,1-2-4-16,0-4-29 0,4 1-30 0,1 0-42 0,-1-4-54 16,1-4-57-16,-4-2-232 0,3-1-490 0,0-3 216 15</inkml:trace>
  <inkml:trace contextRef="#ctx0" brushRef="#br1" timeOffset="198996.25">15249 13071 182 0,'6'-8'218'0,"2"0"-24"0,1 4-17 15,1 1-15 1,1 1-11-16,1 0-11 0,1 4-9 0,5 3-9 16,-1 2-11-16,-2 5-12 0,4 1-7 0,-6 1-9 15,5 7-4-15,-5 6-8 0,-2-3-11 0,-3 1-4 0,-3 3 1 16,-4 0 11-16,-2 0-10 0,-4-1-3 16,-3-1-6-16,1-8-2 0,-1 0-3 0,-1-1-4 15,1-4 1-15,3 0-4 0,0-5-3 0,1-1 2 16,3-2-7-16,-2-1 15 0,2 2 27 0,-3-2 13 0,4-1 9 0,0-3-6 15,0 0-11-15,18-3-6 0,4-1-24 0,11-6-41 16,5 2-39-16,1 0-65 0,9-2-73 0,5-5-85 16,-5 4-200-16,-12 0-493 0,0 1 218 0</inkml:trace>
  <inkml:trace contextRef="#ctx0" brushRef="#br1" timeOffset="199412.91">16031 13666 190 0,'-4'1'179'0,"4"-1"-1"0,0 0-5 16,0 0-4-16,-5 1-3 0,5-1-1 0,0 0-6 15,0 0-6-15,0 0-3 0,0 0-8 16,0 0-7-16,0 0-8 0,23-2-14 0,-5 1-9 0,4-1-11 0,7 0-9 16,6-1-8-16,4 2 11 0,15-1-6 0,0-2-11 15,-1-1-7-15,0 3-1 0,-12-1-15 0,-2 1-25 16,-3-3-24-16,0 0-25 0,-4 3-27 0,-13 1-40 16,1-2-42-16,-9-3-45 0,0 3-235 0,-6 0-451 15,-5-1 200-15</inkml:trace>
  <inkml:trace contextRef="#ctx0" brushRef="#br1" timeOffset="199635.56">16297 13467 92 0,'-4'-5'336'0,"4"-1"-2"15,0 0-4-15,-1 3-19 0,-2 0-22 0,3 3-30 16,0-5-28-16,0 5-31 0,0 0-36 0,0 0-27 15,0 0-16-15,-2 16-13 0,-2 1-10 16,3 7-8-16,-2 5-9 0,-1-3-10 0,4 6 2 0,-2 1-10 16,2-1-8-16,1 0-33 0,0 1-38 0,-1 1-46 15,3-2-56-15,-2-1-75 0,-1-1-102 0,0-9-169 16,0-2-502-16,0-10 222 0</inkml:trace>
  <inkml:trace contextRef="#ctx0" brushRef="#br1" timeOffset="201333.29">17640 12943 22 0,'0'0'189'0,"0"-4"-8"16,1-1-3-16,-1 5-11 0,3-5-11 0,-3 5-13 15,0 0-12-15,0 0-17 0,-4-4-11 16,4 4-12-16,0 0-15 15,0 0-9-15,0 0-12 0,0 0-9 0,0 0-8 0,-4 18-1 16,0-6-5-16,0 6-11 0,-3 6 10 16,0 5-6-16,1-4-8 0,2 3 0 0,2 4 0 15,-1-1 1-15,2-1-3 0,-3-1 1 0,3 0-1 16,-3 0 3-16,0-5-2 0,4-2-4 0,0-3 5 16,0 0-7-16,-1-8 2 0,1 0-2 0,0-1-1 0,0-3 2 15,1-2 20-15,-1 0 41 0,0 0 26 0,0-2 32 0,0-3 35 16,0 4 38-16,0-4 4 0,0 0-9 0,0 0-26 15,13-12-14-15,-9 3-13 0,5-4-29 0,0-3 0 16,1 1-8-16,1-9-12 0,2 3-12 0,0-5-10 16,-2 1-9-16,6 0-23 0,0 0 7 0,-1-2-12 15,-3 3 2-15,2-2-8 0,-6 9 14 0,1 2-26 16,-3 3-4-16,-2 1 7 0,0 4-7 0,-1 1-1 0,-3 1-8 0,3 0 1 16,0 1-33-16,-2 2-31 0,-2 2-22 0,4-1 3 15,-4 1 6-15,5 12 13 0,-1-6 1 0,-4 5 2 16,4 5 10-16,-1 2 3 0,0 1-3 0,0 0 8 15,1 6 4-15,-3-6 4 0,1 1 4 0,2-1 6 16,0-2-2-16,0 0 3 0,-1-2 3 0,-2-2 0 16,4-2 7-16,-1-1-3 15,1-1 2-15,-4-4 2 0,2 2 0 0,-1 0 7 16,1-4-3-16,-2 2 0 0,0-1 3 0,-1-4 0 16,2 5-5-16,-2-5 7 0,0 0-30 15,2 0-28-15,-2 0-27 0,0 0-23 0,0 0-27 0,3-12-42 16,-2 7-34-16,-1 0-45 0,0-4-219 0,0 2-511 15,0-3 226-15</inkml:trace>
  <inkml:trace contextRef="#ctx0" brushRef="#br1" timeOffset="201718.66">18408 12700 57 0,'0'0'154'0,"-17"14"-14"0,5-2-4 16,-4 6-13-16,-5 6-9 0,1 5 1 0,-7 12-4 15,-1 0 0-15,3 7 9 0,-1 5-1 0,3-4 2 0,5 4-6 0,3-5 1 16,2 1-6-16,5-6-3 0,6-7 9 0,2-5-5 15,6 2-2-15,2-4 2 0,4-2-1 0,4-4 2 16,6-2-1-16,1 1-3 0,5-5-10 0,3-4-5 16,2-1-6-16,5-2-12 0,-6-3-2 0,0 0-8 15,0-2-9-15,-9-3-2 0,-2-2 0 0,-2 1-12 16,-5-1-1-16,0-1-3 0,-4 1-1 0,-3-1-5 0,1 0-3 16,-1-2-14-16,-1 2-18 0,-6 1-18 0,7-4-11 0,-5 0-22 15,-1-1-57-15,-2-2-43 0,-1 2-19 0,-1-2-25 16,-1-1-15-16,0-2-28 0,-2 1-167 0,-2 1-442 15,5-3 196-15</inkml:trace>
  <inkml:trace contextRef="#ctx0" brushRef="#br1" timeOffset="202188.78">18598 12982 47 0,'0'-2'249'0,"0"2"-11"0,0 0-15 0,0-7-17 15,0 7-17-15,0 0-21 0,0-5-19 0,0 5-17 16,0 0-18-16,0 0-12 15,0 0-7-15,0 0-18 0,0 12-6 0,0-3-8 16,2 2-4-16,-4 1-5 0,2 5-8 0,-2 2-3 16,0-2-3-16,0 9-1 0,-2-7-8 15,-2 4-2-15,4-2-4 0,1-3 0 0,-5 0-4 0,4-3-1 16,0-2-2-16,1-1-2 0,1-3-3 0,-2-2 3 16,2-2 0-16,-2 2 24 0,2-4 25 0,-4 2 29 15,4 0 38-15,-1-3 29 0,1-2 26 0,0 0-11 0,0 0-19 16,0 0-11-16,11-12-16 0,-6 5-16 0,2-2-10 0,0-2-10 15,4-2-12-15,0-3 6 0,-2 2-18 0,2-1-12 16,1 1-9-16,1 0-3 0,-7 6-5 16,2 1-3-16,-3 1-8 0,-2 2-16 0,1-1-14 15,-1 1-15-15,2 3-32 0,-5 1 8 0,9 1-5 0,-4 3-4 16,1 0-4 0,4 4 3-16,-1 0-14 0,-2 1-19 0,6 3-31 15,-1 1-37-15,-1-1-44 0,1 2-51 0,0-4-61 16,-2 0-245-16,0-3-596 0,1 1 264 0</inkml:trace>
  <inkml:trace contextRef="#ctx0" brushRef="#br1" timeOffset="202505.13">19112 13084 137 0,'0'0'175'16,"0"0"-6"-16,0 0-14 0,0 0-11 0,-5-1-13 0,5 1-2 16,0 0-17-16,0 0-8 0,0 0-8 0,0 0-10 15,0 0-7-15,0 0-4 0,0 0-6 0,0 0 1 0,0 0-1 16,0 0 0-16,0 0 4 0,0 0 5 0,0 0-2 16,0 0 2-16,0 0 3 0,0 0-5 0,0 0-3 15,0 0-1-15,14-3-3 0,-4 2-7 16,8 0-2-16,1 1-7 15,9-3-4-15,3 0-7 0,6 3-6 0,0-4-4 16,0 2-6-16,0-2 4 0,0 2-8 0,2-3-20 16,-5 0-16-16,-6 1-28 0,2 2-34 0,-11 1-37 15,-1-1-36-15,-7 2-34 0,-1-2-214 0,-3 1-431 16,-3-3 191-16</inkml:trace>
  <inkml:trace contextRef="#ctx0" brushRef="#br1" timeOffset="202705.63">19327 12942 66 0,'-3'-1'248'0,"-2"-3"-22"0,4 1-17 16,1 3-21 0,-4-5-17-16,0 1-17 0,4 4-17 0,-1-3-14 15,1 3-18-15,-3-2-25 0,3 2-33 16,0 0-28-16,0 0-28 0,0 0-31 0,0 0-34 15,0 0-33-15,0 0-151 0,17 5-278 0,-17-5 123 0</inkml:trace>
  <inkml:trace contextRef="#ctx0" brushRef="#br1" timeOffset="204078.23">19931 12900 98 0,'-5'-4'253'0,"5"1"0"0,0-3-2 0,0 2-6 15,-2 0-11-15,2 4-6 0,0-5-25 0,0 5-20 16,-2-5-18-16,2 5-18 0,0 0-17 0,0-4-17 16,0 4-21-16,0 0-18 0,0 0-11 0,0 0-7 15,-1 14-7-15,2-4-9 0,-2 2-4 0,1 5-4 16,0 4-2-16,0 1-4 0,0 6-5 0,1-1 0 15,-1 3-4-15,2-4 2 0,0 2-3 0,4-3 5 0,-2-2-6 0,1-4-5 16,-2-2-4-16,-2-5 3 0,2 2-1 16,-2-3 1-16,3-2-4 0,-3 0 22 0,2-3-3 0,-2 0-3 15,3 1 3-15,-3-4-4 0,-1 0 0 0,1 1 0 16,-1 0 2-16,0-4-2 0,0 4 2 0,0-4-2 16,3 4-4-16,-3-4-6 0,0 0-25 15,0 0-23-15,0 0-23 16,0 3-20-16,0-3-24 0,0 0-13 0,0 0-17 0,0 0-115 15,-9-10-191-15,5 3-476 0,0 0 210 16</inkml:trace>
  <inkml:trace contextRef="#ctx0" brushRef="#br1" timeOffset="204325.64">20074 12665 225 0,'3'-4'200'0,"-3"4"-17"16,0 0-18-16,14 10-9 0,-6-3-10 0,3 7-4 16,8 5-8-16,0 6-7 0,-1 4-3 0,5 2-11 15,3 17-3-15,-3-4-8 0,-3 7-2 0,-1-3-1 0,-2 2-12 0,-7 0-8 16,-3-2-8-16,-5-1-7 0,-6-11-5 0,-3 9-4 16,-5-11-7-16,-4 0-2 0,-5-3 0 0,-8 8-7 15,-6-3-13-15,-6-4-22 0,-1-5-45 0,-1-1-61 16,-3-7-85-16,-3-1-217 0,13-9-436 0,-4-1 193 15</inkml:trace>
  <inkml:trace contextRef="#ctx0" brushRef="#br1" timeOffset="205127.33">21087 12627 141 0,'0'0'196'0,"0"0"-13"0,2-5-16 0,-2 5-21 16,0 0-17-16,0 0-14 0,0 0-13 0,-19 17-14 0,6-1-4 16,-9 7-7-16,3 4-4 0,-2 4 0 0,-5 10-6 15,-1 5 0 1,-3 0-2-16,6 1 0 0,1 5-3 0,4-1-1 15,1 1-1-15,5-1 6 0,3-1-2 0,6-2 22 16,8-2-4-16,1-12-5 0,9 12-5 0,4-14-4 16,14 4-8-16,5-3-15 0,5-7-26 0,4-6-51 15,8-5-76-15,2-5-99 0,1-7-179 0,-4-2-418 16,-16-3 185-16</inkml:trace>
  <inkml:trace contextRef="#ctx0" brushRef="#br1" timeOffset="205728.84">21378 12898 218 0,'0'-5'248'0,"0"5"-13"15,0-4-20-15,0 4-19 0,0 0-25 0,0 0-16 0,0-5-18 16,0 5-23-16,0 0-18 0,0 0-15 0,0 0 0 16,2 17-7-16,0-7-9 0,0 1-9 0,-1 9-7 0,2-1-2 15,-1 0-7-15,0 8-3 0,0-3-1 0,-2 3-9 16,0-1 2-16,1 1-4 0,1 0-2 16,-2-1-4-16,0-8-4 0,-2 1 2 0,2-2-6 15,-1-5 6-15,1 0 1 16,0-3-4-16,0-2 1 0,0-2 2 0,0 0 28 15,0-1 40-15,0 0 22 0,0-4 14 0,0 0-15 16,0 0-16-16,9-12-4 0,-5 2-5 0,1-1-8 16,5-3-8-16,-1-3-11 0,0-1-4 0,5-4-7 15,-1-5 1-15,2 3-11 0,2-1 2 0,0 1-5 16,-6 10-5-16,0 0-6 0,-3 6 3 0,-1 0-3 16,-2 0-7-16,-1 3-7 0,1 1-7 0,-2 0-16 0,1 3-7 0,1 1 0 15,-5 0 1-15,9 8-2 0,-1 2 1 0,2 4 4 16,-3-1 2-16,0 2-2 0,3 1-6 0,0 1-15 15,-1 0-27-15,2-3-34 0,-2 4-44 0,0-4-61 16,0 0-92-16,-3-7-158 0,-1-1-496 0,3-2 219 16</inkml:trace>
  <inkml:trace contextRef="#ctx0" brushRef="#br1" timeOffset="205982.81">22029 13084 86 0,'0'0'218'16,"-9"3"-16"-16,9-3-16 0,0 0-14 0,-5 0-10 0,5 0-9 15,0 0-12-15,0 0-11 0,0 0-10 0,0 0-12 16,0 0-6-16,0 0-13 0,0 0-9 0,40-4-6 15,-21 1-10-15,9-2-11 0,3-2-26 0,0 4-24 0,2-4-35 0,0-1-51 16,2 1-53-16,-2 0-185 0,0 0-346 0,-5-2 154 16</inkml:trace>
  <inkml:trace contextRef="#ctx0" brushRef="#br1" timeOffset="206885.08">22525 12801 50 0,'5'-3'138'16,"3"1"-14"-16,-1 0-2 0,5 1-6 0,3 1-17 16,-2-1-5-16,5 2-8 0,1-1-12 0,-1 1 7 15,1 1-12-15,-1 3-3 0,1 0-2 0,-5 2-9 16,0 1-7-16,1 1 2 0,-4 3-6 0,0 1-6 16,-3 2-1-16,-4 2-5 0,-3 1-3 0,2 2-4 15,-11 6 2-15,-1 3 2 16,-3-5-11-16,-3 3 4 0,-6 0-7 0,1-2 6 15,-5 1-3-15,-1-3-4 0,1 1 3 0,-3-4-2 0,5-3-13 16,-2 0 22-16,1-5-4 0,6-2 9 16,7-3 10-16,-2-1 13 0,4-1 9 0,1-1 33 15,3 0 29-15,-1-3 25 0,2 0 10 0,4-1-11 16,0 0-22-16,-4-9-8 0,6 4-12 0,1-4-9 0,5 0-9 16,1-4-13-16,3 1-8 0,0 0-3 0,2 0-11 0,0-1-4 15,-1 4-1-15,-4 0-12 0,5 4-7 0,-5-1 1 16,0-1-8-16,1 5-4 0,-3 1 1 15,0-1-10-15,5 2-2 0,-6 2-1 0,3 1 0 0,1 4-3 16,2 0 2-16,-1 1 1 0,-2 1-5 0,3-1 4 16,-1 2-3-16,1 1-1 0,-3-2 3 0,-2 0 0 15,6 0 5 1,-4-1-3-16,-2-1 1 0,0 0-2 0,2-3 3 16,-4-1-1-16,0 1 5 0,2 0-3 0,-1-4 2 0,4 0-2 15,-3-3-1-15,2-1 3 0,1 0-5 16,-3-2 4-16,3-1-2 0,-3-1-3 0,3 2-3 15,-2-5 1-15,2 5 4 0,-1 0-6 0,1 0-11 16,-3 0-4-16,-1 1-12 0,2-2-10 0,-2 2-16 0,-2 0-20 16,5 0-21-16,-4-1-32 0,1 2-30 0,-2-1-42 0,4-4-48 15,-7 5-220-15,3-1-506 0,-3-2 224 0</inkml:trace>
  <inkml:trace contextRef="#ctx0" brushRef="#br1" timeOffset="207217.13">22971 12649 80 0,'0'0'176'15,"0"0"-21"-15,0 0-14 0,0 0-8 0,0 0-11 16,19 12-3-16,-6-5-10 0,1 7 2 0,8 4 2 16,1 1-7-16,2 3 1 0,-2 3-1 0,2 2-5 15,0 3-8-15,-2 0-1 0,4 10-2 0,-5 4-6 16,-7-1-6-16,-6-7-4 0,-5-1-5 0,-4 11-9 16,-5-11-7-16,-7 0-2 0,-7 10 12 0,0-14-6 0,-13 11-1 15,-4-1-6-15,-5-6-13 0,-2-4-23 0,-8-1-34 16,-7-2-47-16,-2-1-76 0,0-4-269 0,0-6-446 0,-1-1 198 15</inkml:trace>
  <inkml:trace contextRef="#ctx0" brushRef="#br1" timeOffset="208172.91">17631 14132 124 0,'0'0'131'0,"0"0"-12"0,0 0-4 15,0 0-9-15,0 0-12 0,0 0-9 0,0 0-9 16,0 0-12-16,0 0-6 0,0 0-3 0,0 0-10 16,0 0-2-16,27 4-4 0,-16-3 1 0,7 1 4 15,0 0-5-15,10-1 2 0,4 2 1 0,4-1 1 16,5 0 6-16,14-1-2 0,6 0 2 0,4-1 5 15,30-1 2-15,2 0 0 16,3-3 1-16,3 3 2 0,13-3 0 16,8-2 2-16,9 4-4 0,15-5-2 0,10 1-6 15,4-1-2-15,4 0 3 0,14 2-6 0,3-4-3 16,6 4-3-16,-5-1 4 0,0 0 0 0,8 1-2 0,-2 2-1 16,-6-4 3-16,-2 3 1 0,-1 0-2 0,-6 3-3 15,-2-6-2-15,-5 7-5 0,-14-3 3 16,-9 3-3-16,-7 0-6 0,-5 0-2 0,-16 3-3 0,-10-4-2 0,-15 4-2 15,-32-3-1-15,-8 2-1 0,-11-2 0 0,-8 0-2 16,-4 0 5-16,-10 0 11 0,-6-2 10 0,0 2 20 16,-1 0 12-16,-7-2 17 0,4 2 4 0,-4-1 6 15,-5 1 6-15,9-2-10 0,-9 2-18 0,5-2-20 16,-5 2-16-16,7 0-32 0,-7 0-23 0,0 0-39 16,0 0-50-16,0 0-61 15,-16-4-73-15,5 4-299 0,-1-1-582 0,-2 1 258 16</inkml:trace>
  <inkml:trace contextRef="#ctx0" brushRef="#br1" timeOffset="210278.16">19540 14535 53 0,'0'0'82'0,"0"0"0"0,0 0-8 0,-10 1 14 0,10-1 0 16,0 0 4-16,0 0 2 0,0 0 1 0,0 0-2 15,0 0-6-15,0 0-2 0,0 0-11 0,0 0-2 16,0 0-9-16,0 0-5 0,25-6-10 0,-12 5-3 15,4 1-8-15,4-3-3 0,8 2 5 0,1 1-10 16,1 0 1-16,2 1 3 0,-1-1-4 0,0 3-2 16,-3-2-7-16,0 3-1 15,-8 0-5-15,-3 1-1 0,0 0-1 0,0 1 1 16,-8-2-10-16,-1 5-7 0,0-4-5 0,-1 3-3 16,-6-1 1-16,-2 3 4 0,-6 1 5 15,-2 4-10-15,-5-1 8 0,-7 4-5 0,-2 1 9 16,1-7-3-16,-5 5 3 0,2-3-1 0,-4-1 7 0,3-2-2 15,6-1-8-15,-1-3 2 0,2 1-1 0,1-4 1 16,2 1 2-16,5 0 2 0,3-2 11 0,1 0 9 0,0-2 14 16,0 2 5-16,6-3-4 0,-3 1-6 0,3-1 0 15,0 0-4-15,19-4-4 0,-6 3-3 0,8-2 3 0,10-1-8 16,-3 1 2-16,4 2-5 0,-1 0 1 16,3 0-1-16,-2 3-5 0,0 2 2 0,0 0-1 15,-1 1-5-15,-3 0 4 0,-7-1-3 0,-1 4-1 16,-1-1-2-16,-1-2-2 0,-7 3-10 0,-2-1 3 0,1 2-9 0,-2 0 2 15,-5 0 4-15,0 2 0 0,0-1-17 0,-7 2 8 16,-1 3-11-16,-3-4 11 0,-7 1 10 0,0 1-10 16,-10 1 12-16,0 0-1 0,-2-3 2 0,-2-2-3 15,-2 1 3-15,0-3 2 0,-1-2 7 0,-2 2-1 16,-1-4 7-16,2 1 7 0,0-1 5 0,-3-2-6 16,-1-1 3-16,1-1 1 15,3-2 4-15,0-1 14 0,1 3 14 0,4-6 13 16,6 4 12-16,4-4-2 0,0 3-2 0,2-2-4 15,6 2-2-15,-1-2 0 0,1 1 3 0,4 4 2 16,-1-3 4-16,3 0-4 0,1 1-8 0,-1 1-5 16,0-1-9-16,4 3-4 0,-5-4-10 0,2 3-15 15,3 1-17-15,0 0-16 0,-5-3-24 0,5 3-22 16,0 0-26-16,-4-3-41 0,4 3-43 0,0 0-39 0,0 0-182 16,3-7-423-16,-3 7 186 0</inkml:trace>
  <inkml:trace contextRef="#ctx0" brushRef="#br1" timeOffset="210785.72">20396 14504 174 0,'3'-3'189'0,"-3"3"-4"0,0-6-2 0,0 6-14 16,1-3-9-16,-1 3-14 0,0 0-4 0,0-4-6 16,0 4-9-16,0 0-3 0,0 0-8 0,3-4-8 15,-3 4-8-15,0 0-9 0,0 0-11 0,0 0-7 16,0 0-12-16,0-4-9 0,0 4-3 0,0 0-8 16,0 0-5-16,0 0-8 0,0 0-11 0,0 0-8 15,0 0-3-15,0 0-5 0,1 13 0 0,-2-6-3 16,2 2 0-16,-1 8 3 0,0 0-1 0,0 10 3 15,1-1-1-15,-1 2 2 0,0 0 0 0,0 0-2 16,3 4 2-16,-3-2-1 0,1 2 3 0,-1-3-8 16,4 1 13-16,-4-1-11 0,2-1-27 0,-4-2-19 15,1 0-25-15,1-6-18 0,0 0-16 0,-3-2-22 16,3 2-5-16,-1-3-10 0,-3 0-17 0,3-5-2 16,-2-2-103-16,-1 0-285 0,4-1 127 0</inkml:trace>
  <inkml:trace contextRef="#ctx0" brushRef="#br1" timeOffset="210973.21">20449 15300 187 0,'0'4'301'0,"0"-4"-29"16,0 0-27-16,0 0-26 0,0 0-27 0,0 0-33 15,0 0-35-15,0 0-47 0,0 0-71 0,0 0-101 16,14-6-187-16,-8 4-304 0,-6 2 134 0</inkml:trace>
  <inkml:trace contextRef="#ctx0" brushRef="#br1" timeOffset="213321.45">23981 13368 157 0,'1'-5'197'15,"1"0"-24"-15,2 2-10 0,0-2-20 0,6-1-14 16,0 3-16-16,3-2-12 0,6 1-13 0,3 3-6 15,6-1-12-15,3 4 0 0,-2 3-10 0,1 0-6 16,-4 7-7 0,2-2-3-16,1 5-8 0,-5 1-1 0,0 3-7 0,-3 1-7 15,-5-1-4-15,1 5 4 0,-7 0-3 0,-1 1-8 16,-3 0 1-16,-3 2-2 0,-3-4 3 0,-3 4-4 16,-3 1-1-16,-1-5-3 0,-1-5 2 15,-7 4-3-15,0 0 0 0,-1 0 0 0,3-7 5 0,0-1 6 16,-5 0 2-16,3-3 2 0,2 0 4 0,2-4-3 15,1 3 8-15,1-3-1 0,0-3 3 0,3 2 5 0,0-3 7 16,1-1 18-16,1 0 24 0,2 1 24 0,-2-1 19 16,4-2 13-16,0 0 27 0,0 0-22 0,0 0-16 0,-3-11-12 15,7 0-20-15,1 0-8 0,4-6-1 16,8-4-14-16,-2-4-11 0,4-1-4 0,0 0-8 16,2 0 1-16,-1-1-12 0,1-2-1 0,1 3-18 15,-2-3 17-15,-1 3-17 16,-2 1-11-16,-1 3 4 0,-3 1-1 0,-3 6-1 15,-5 3 0-15,1 4 0 0,0-1 0 0,-5 4-5 16,3 0-12-16,0 0-17 0,-3 3-23 0,-1 2 3 16,0-3-10-16,0 3 4 0,0 0 3 0,-1 14 2 15,-3-3 5-15,2 5 6 0,-4 1 1 0,3 0 4 16,1 3 2-16,-2 4 2 0,3-5 3 0,1 7 3 16,3-8 1-16,3 8 5 0,3-9 1 0,1 0 1 0,8 2 6 0,4-1 1 15,5-2 3-15,3-3-12 0,4-1-40 0,0-8-63 16,3 1-79-16,4-5-81 0,-4 0-197 0,1-5-512 15,-3-2 227-15</inkml:trace>
  <inkml:trace contextRef="#ctx0" brushRef="#br1" timeOffset="214038.87">24612 12905 183 0,'0'0'183'0,"2"-6"-10"0,1 3-5 0,1 1-17 15,1 1-13-15,0-3-9 0,4 2-10 0,1-1-15 16,2 1 0-16,-1-1-13 0,3 3-8 0,-1-3-9 16,-2 3-6-16,2 0-8 0,1 0-5 0,-1 2-7 0,1-1-6 15,-1 1-2-15,-2 3-12 0,1 0-2 0,-3 0-4 0,0 2-14 16,-3 1 1-16,-1 2-6 0,-1 2 2 0,-3-2-1 15,-1 3 0-15,-2 2 0 0,-1-6-5 16,-3 6 4-16,1-3-3 0,-4-3 4 0,4 1-3 16,-2 1 1-16,1-2-1 0,-2-1 2 0,5-2-1 15,-1 0-1-15,0-1 3 16,1-1-2-16,1-1 2 0,-1 1 2 0,3-4-2 16,0 2-1-16,0-2 14 0,0 7-3 0,4-5 4 15,1 1 8-15,0 1 3 0,8 0 2 0,-3 0 0 16,3-1 0-16,6 2-1 0,0 2-2 0,-1 0 0 15,0 0-3-15,-4 0-3 0,-2 1-2 0,-1 1-2 16,3 1-6-16,-6-2-3 0,-3 0-5 0,0 1-3 16,-2 0-3-16,-2-1-2 0,-5 1 2 0,-2 2-2 0,-6-1 1 0,-6 2-13 15,-5 1-12-15,-5-1-17 0,1 0-17 0,0-4-26 16,-3 1-17-16,3-4-36 0,-4-2-52 0,2 1-118 16,2-3-338-16,4-1 150 0</inkml:trace>
  <inkml:trace contextRef="#ctx0" brushRef="#br1" timeOffset="-211649.81">25716 13486 137 0,'0'-4'206'0,"-1"-2"5"16,1 3-8-16,0 3-14 0,0-9-4 0,-2 6 3 0,2 3-15 15,0-9-8-15,-2 7-7 0,2 2-6 0,-2-3-5 0,2 3-5 16,-1-5-11-16,1 5-7 0,0 0-6 0,-1-5-22 16,1 5-12-16,0 0-13 0,0 0-12 0,0 0-12 15,0 0-7-15,0 0-7 0,-3 13-1 16,2-4-6-16,1 8-2 0,-1-2 9 0,3 6-17 0,0 4 2 16,0 0-2-1,3 2 0-15,-1 1-1 0,1-1-6 0,1 2-26 16,0-1-32-16,1 1-32 0,1 0-51 0,-3-3-55 15,4-1-83-15,-4-7-152 0,0-4-456 0,1-5 202 16</inkml:trace>
  <inkml:trace contextRef="#ctx0" brushRef="#br1" timeOffset="-211264.47">26421 13566 115 0,'0'0'216'16,"0"0"-13"-16,2-4-15 0,-2 4-12 0,0 0-17 0,0 0-17 0,0 0-15 15,3-3-16-15,-3 3-20 0,8 0-34 0,-8 0-23 16,10 0-34-16,-1 0-44 0,1 0-49 0,3 0-154 16,0-1-269-16,6 1 119 0</inkml:trace>
  <inkml:trace contextRef="#ctx0" brushRef="#br1" timeOffset="-211095.15">26882 13566 160 0,'4'-3'176'0,"-4"3"-13"15,4-1-31-15,-4 1-45 0,5-3-44 0,2 2-44 16,-1-1-58-16,-6 2-59 0,14-1-126 0,-6 0 56 0</inkml:trace>
  <inkml:trace contextRef="#ctx0" brushRef="#br1" timeOffset="-210562.61">25432 13635 106 0,'-5'1'144'0,"5"-1"2"0,0 0 0 16,0 0-2-16,0 0-4 0,0 0-4 0,-9 0-7 16,9 0-17-1,0 0-4-15,0 0-12 0,0 0-10 0,0 0-3 0,0 0-6 16,0 0-2-16,0 0-9 0,0 0-1 15,0 0-7-15,0 0-4 0,0 0 2 0,0 0-3 16,0 0-2-16,0 0 2 0,0 0 3 0,22 0-7 16,-8 0-5-16,5-1-4 0,9-2-3 0,2 3-3 0,2 2-3 15,3-2-4-15,6 1-12 0,-4-1-15 0,2 0-12 16,-2-1-19-16,0 1-25 0,-3-2-23 0,-2 2-20 0,-4-1-27 16,-7 2-31-16,-1-4-170 0,-6 3-353 0,0-3 157 15</inkml:trace>
  <inkml:trace contextRef="#ctx0" brushRef="#br1" timeOffset="-210130.29">25754 13439 43 0,'0'-6'255'0,"0"3"-6"0,2 0-8 0,-2-3-12 15,3 3-16-15,-3 3-17 0,0-6-17 0,0 6-14 16,0-6-22-16,0 6-18 0,0 0-17 0,0-2-11 16,0 2-21-16,0 0-5 0,0 0-12 0,-3 12-11 15,3-2-4-15,-2 6-6 0,-2 1-6 0,3 1-1 0,-3 6-4 0,4 3 0 16,0 0-6-16,0 1 1 0,2 1-1 0,3-1-5 15,-1-2 2-15,0-1 0 0,0 0 2 0,1 2-30 16,-1-8-28-16,4-2-39 0,-3 2-40 0,1-5-58 16,2 2-228-16,1-7-436 0,-1 0 193 0</inkml:trace>
  <inkml:trace contextRef="#ctx0" brushRef="#br1" timeOffset="-209713.62">26453 13595 157 0,'0'0'239'0,"0"0"-15"0,-1-3-14 16,1 3-21-16,0 0-13 0,0 0-23 15,0 0-16-15,6-7-17 0,-1 6-31 0,-5 1-23 16,9-1-24-16,2 1-31 0,0 0-39 0,1 0-40 16,0 0-47-16,0-3-152 0,6 3-290 0,-4-1 128 15</inkml:trace>
  <inkml:trace contextRef="#ctx0" brushRef="#br1" timeOffset="-209559.96">26978 13568 63 0,'4'0'195'0,"0"-2"-14"0,-4 2-18 0,8-3-20 0,-4 2-6 0,-4 1-34 16,11 0-28-16,-3-3-40 0,3 3-49 0,1 0-59 15,-1 0-95-15,4 0-182 0,3-1 80 0</inkml:trace>
  <inkml:trace contextRef="#ctx0" brushRef="#br1" timeOffset="-209412.85">27489 13571 146 0,'6'-3'147'0,"1"3"-15"16,2-2-29-16,5 2-47 0,4-3-41 0,12 3-46 15,-2 1-64-15,2-2-103 0,5 0 46 0</inkml:trace>
  <inkml:trace contextRef="#ctx0" brushRef="#br1" timeOffset="-209271.13">28220 13579 157 0,'8'-2'191'0,"0"-2"-19"16,0 2-14-1,2 2-17-15,0-3-17 0,4 1-13 0,-1 2-31 0,6 0-28 0,-1-2-31 16,2 1-46-16,4 1-54 0,3 0-106 0,0-1-198 16,4-2 88-16</inkml:trace>
  <inkml:trace contextRef="#ctx0" brushRef="#br1" timeOffset="-209143.64">28876 13573 14 0,'0'0'111'16,"13"-2"-26"-16,-6 2-29 0,4 0-46 0,1 0-56 0,2-3-51 16,9 1 23-16</inkml:trace>
  <inkml:trace contextRef="#ctx0" brushRef="#br1" timeOffset="-209027.78">29195 13576 150 0,'3'1'269'0,"-3"-1"-23"0,0 0-26 15,0 0-19-15,6 0-32 0,-6 0-43 0,0 0-84 16,0 0-106-16,0 0-163 0,14-4-245 0,-10 2 109 16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4-25T08:38:06.80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3916 17684 95 0,'0'0'152'0,"0"0"-14"15,0 0 18-15,-5-4-21 0,5 4-11 0,0 0-13 16,-1-3-11-16,1 3-13 0,0 0-14 0,0 0-27 16,0 0-36-16,0 0-26 0,0 0-32 0,0 0-43 15,0 0-88-15,0 0-194 0,0 0 87 0</inkml:trace>
  <inkml:trace contextRef="#ctx0" brushRef="#br1" timeOffset="11292">2343 1840 77 0,'-14'1'125'0,"14"-1"-5"16,-14 0-13-16,14 0-5 0,-10 1-8 0,10-1-3 16,0 0-6-16,-12 1-14 0,12-1 6 0,0 0-3 15,-9 0 2-15,9 0-4 0,0 0-3 16,0 0 8-16,-9 2 1 0,9-2-12 0,0 0 4 16,0 0 6-16,0 0-3 0,0 0-2 0,0 0 0 15,0 0 1-15,0 0-8 0,0 0 9 0,0 0 3 16,-9 0-4-16,9 0 3 0,0 0-1 0,0 0-12 15,0 0 4-15,0 0 2 0,0 0 1 0,0 0-4 16,0 0-3-16,0 0-20 0,0 0 9 0,0 0 7 16,0 0-11-16,0 0 2 0,0 0-9 0,0 0 0 15,0 0-7-15,0 0-4 0,0 0 1 0,0 0-7 16,0 0-2-16,0 0-6 0,0 0 5 0,0 0-5 16,0 0 1-16,0 0-4 0,0 0 1 15,0 0-2-15,0 0-1 0,0 0-3 0,0 0 2 0,0 0 1 16,0 0-5-16,0 0-8 0,0 0 11 0,0 0-7 15,0 0 4-15,0 0-3 0,0 0 2 0,0 0 2 16,0 0-1-16,0 0-5 0,0 0 5 0,0 0-7 16,0 0-2-16,0 0 4 0,0 0 0 0,0 0 4 15,0 0-1-15,0 0 1 0,0 0-4 16,0 0 1-16,0 0-2 0,0 0-1 0,0 0 4 16,0 0-2-16,0 0 0 0,0 0 0 0,0 0 3 15,0 0-6-15,0 0 0 0,0 0 1 0,0 0-1 16,0 0-2-16,0 0 8 0,39 2-1 0,-18-2-5 15,11-4 2-15,7 3 2 0,12-3-4 0,1 0 3 16,3 1 0-16,-2-2-1 0,-1 2 5 0,-14 0-2 16,-2 0-1-16,0 0-1 0,-3 1-3 0,-2-1 2 15,-8 3 2-15,-3-1 2 0,-3-3-7 0,-3 4 5 16,-4-2 0-16,0 1-2 0,-1 1 2 0,-9 0 1 16,9 0 0-16,-9 0-1 0,9 0-1 15,-9 0-11-15,0 0-11 0,10-2-23 0,-10 2-18 16,0 0-16-16,0 0-28 0,0 0-32 0,0 0-14 0,0 0-8 15,4 7-41-15,-4-7-195 0,0 0-428 0,-22 5 189 16</inkml:trace>
  <inkml:trace contextRef="#ctx0" brushRef="#br1" timeOffset="11793.11">2650 1874 173 0,'0'0'342'0,"0"0"-19"0,0 0-15 0,0 0-23 16,0 0-20-16,0 0-23 0,0 0-10 0,0 0-23 15,0 0-18-15,0 0-26 0,0 0-20 0,0 0-16 16,0 0-21-16,0 0-47 0,0 0-26 0,0 0-39 16,-8 0-8-16,8 7 6 0,0 3 2 0,1 6-4 15,1 4 2-15,-1 7 1 0,-1 3-1 0,4-1 6 16,-2 4-3-16,3 2 3 0,-3 12 0 0,1-13 4 15,-1-3-14-15,2 1 14 0,-3-1 3 16,1-2-1-16,2-7-3 0,-2-2 3 0,-1-1-4 16,0-5 1-16,-1-1 0 0,1-4 1 0,-1 0 0 15,-1-2 1-15,2-2 4 0,-1-1 16 0,2 2 15 16,-1-1-4-16,-1-5 24 0,0 0 2 0,1 6 0 16,-1-6 19-16,0 0-8 0,0 0-2 0,0 0-2 0,-1 9-3 15,1-9-7-15,0 0-8 0,0 0-3 16,0 0-15-16,0 0-12 0,0 0-30 0,0 0-31 15,0 0-43-15,0 0-51 0,0 0-61 0,0 0-78 16,6 5-283-16,-6-5-601 0,0 0 265 0</inkml:trace>
  <inkml:trace contextRef="#ctx0" brushRef="#br1" timeOffset="13408.91">2861 2152 144 0,'-2'-6'252'0,"2"6"-21"0,0-6-11 15,0 6-9-15,-1-2-14 0,1 2-10 0,0 0-16 16,0 0-12-16,0 0-17 0,-1-3-21 0,1 3-8 15,0 0-16-15,0 0-11 0,0 0-11 0,0 0-20 16,0 0-9-16,0 0-11 0,0 0-3 0,10 10-12 16,-5-5-6-16,3 0-5 0,-2 2-4 0,3 2-3 15,2 5 2-15,0 2-5 0,0 1-2 0,3-3-13 16,-1 3-2-16,1-7-13 0,-1 2 1 0,-3-3-6 16,3 1 1-16,-4-2 4 0,4-1 4 0,-4-2 5 15,0-1-3-15,-4-1 9 0,1-3 10 16,-1 2 12-16,-5-2 1 0,12-6 3 0,-7 0 4 0,0 0 2 15,1-4 10-15,-1 1-4 0,1-2 4 0,-3-1 7 16,1-5 5-16,2 2 8 0,-2-2 0 0,-2 8 10 16,-2-1 9-16,2 0 9 0,-1 3 0 0,2 0 3 15,-3 3-8-15,0 4-4 0,0-8-15 16,1 4-3-16,-1 4-7 0,3-6-23 0,-3 6-23 16,0-5-25-16,0 5-4 0,0 0 1 0,0 0 4 15,6 13-9-15,0-3 5 0,0 4 0 0,1 3 3 16,-1 2 0-16,0 7 4 0,4-1 3 0,-6-1-1 0,2 2 11 15,0 2-5-15,0-2 4 0,-2-5 1 16,-1 8 3-16,0-4 2 0,1 3 2 0,-4-7 2 16,0-3 1-16,-4-1-6 0,1 2-3 0,0-4 2 15,-4-3 5-15,1 0-5 0,-2 2 3 0,-2-6 0 16,-5 2 3-16,-2-1 1 0,-1-1 4 0,0-4 4 16,0 0 3-16,-2-2 5 0,7 0 10 0,-6-2 2 15,5 0 3-15,4-4-3 0,-3 0-4 0,3 0-2 16,0-3 12-16,3 1 2 0,-3-5-7 0,6 3-6 15,0-6-10-15,3-3-7 0,1 0 2 0,5-1-11 16,4-1-8-16,1-5-6 0,4 2-1 0,4 1-9 16,0-3-4-16,0 4-2 0,0 0-2 0,0 1-2 15,2 0 2-15,1 2 2 0,-3-2 3 0,2 0 1 16,0-3 7-16,-2 2 0 0,0-1 5 0,-1 1 3 16,-3 6 17-16,-4-3 2 0,3 2 19 0,-5 2 15 15,-2-1 24-15,0 0 3 0,2-2 8 0,0 1 8 16,-4 5 1-16,-2 0 23 0,-1-4 10 0,2 4 3 15,-2 0 1-15,1-1-4 0,-1 1-10 16,-2 2 3-16,2-1-1 0,-1 4 17 0,1-2-20 0,-1 2-9 16,1 0-4-16,-1 0-13 0,0 5-10 0,0-3-14 15,0 3-27-15,0-4-39 0,0 4-39 0,0 0-40 16,0 0-9-16,0 0 8 0,3 14 13 0,-3-1 3 16,0 11 6-16,0 7 11 0,-1 6 7 0,-2 16 10 15,-3 1 5-15,4-4 4 0,-1 6 2 16,-1-6 5-16,4-2 3 0,1-1 4 0,-1-13 2 15,3-1 11-15,-2-1 5 0,1-3 14 0,-2 0-5 16,2-5-4-16,-1-4 4 0,-2-4 1 0,3-1 2 16,-3-4-4-16,2 0 5 0,-1-2-5 0,0-2 4 0,2 0 2 15,-2-4-7-15,2 4 4 0,-2-7 1 16,1 8 1-16,1-6 1 0,-2-2 2 0,0 0 4 16,0 0-6-16,-2 7 5 0,2-7-1 0,0 0-2 15,0 0 0-15,0 0-11 0,0 0-8 0,0 0-13 16,0 0-66-16,0 0-57 0,0 0-52 0,0 0-73 15,-6-17-214-15,3 7-521 0,1-4 230 0</inkml:trace>
  <inkml:trace contextRef="#ctx0" brushRef="#br1" timeOffset="13730.91">3318 2329 85 0,'0'0'256'0,"0"0"-15"0,-2-5-16 16,2 5-22-16,0 0-22 0,0 0-22 0,2-4-14 16,-2 4-20-16,8 0-11 0,-2-1-15 0,-6 1-7 15,18 3-12-15,-4 0-7 0,1 2-8 16,5 0-5-16,1 2-5 0,-4-1-6 0,2-1-5 16,-1 2-3-16,-1 2-9 0,-6-2-4 0,0-1-6 15,0 1-3-15,-3-2-9 0,0 2-7 0,-3-2-6 16,-1-2-6-16,-2 4 3 0,-2-3 6 0,-4 0-4 15,-3 3 9-15,-4-1-1 0,-1-3 1 0,-5 4 2 16,4-2-3-16,-6 0 5 0,-2-2-2 0,2 1-1 16,-3 1-3-16,4-2 1 0,2 0 0 0,-3-1 0 15,7 2 1-15,-1-4-6 0,3 3-9 0,1-3-29 16,3 2-34-16,6-2-41 0,-12 1-35 0,12-1-55 16,0 0-124-16,0 0-353 0,9-13 157 0</inkml:trace>
  <inkml:trace contextRef="#ctx0" brushRef="#br1" timeOffset="14224.92">3708 2407 20 0,'0'0'200'0,"-4"2"-7"0,4-2-16 16,0 0-16-16,0 0-11 0,0 0-16 0,0 0-9 16,0 0-21-16,0 0-7 0,23-6-8 0,-14 4-10 15,10-3-9-15,-6 1 0 0,6-2-13 0,-2-3-4 16,3 2-6-16,-3 0-6 0,-1-4-5 0,3 2-1 16,-2-3 0-16,-3 1 5 0,3 0 5 0,-5-3 5 15,1 4 12-15,-5-2 12 0,-1 4 15 0,-1-3-2 16,-2 1 10-16,-1 1 1 0,-3-1 5 0,0-1-11 15,-1 2 0-15,0 0-20 0,-3 2-2 0,0 2-7 16,-7-2-8-16,2 4-8 0,-4-1-7 0,-1 1-8 16,-4 3-2-16,-5 0-4 0,5 5-7 0,0 0 1 15,-1 3-5-15,0 3-6 0,-2 7 2 0,1 0-4 16,0 3 1-16,4 0-1 0,1 2 3 0,6 0-12 16,0-4-3-16,5 2-1 0,3-1-2 0,1-2 2 15,1 2 2-15,5-3-1 0,1-3 3 0,2 0 4 16,6-1 3-16,-2-2 1 0,4-2-1 0,-1 0 1 15,2-1 2-15,1-4-1 0,-2-1 2 16,-2 2 0-16,2-4-3 0,-3 0-1 0,-1-1 1 16,-3 0 0-16,-1 0-6 0,-9 0-2 0,13 0-12 15,-8-1-17-15,0 1-37 0,-5 0-40 0,10-3-65 16,-7-1-84-16,-3 4-215 0,1-9-512 0,-1 9 227 0</inkml:trace>
  <inkml:trace contextRef="#ctx0" brushRef="#br1" timeOffset="15282.9">4195 2392 113 0,'-9'2'152'0,"9"-2"-7"0,-8 2-1 0,8-2-1 15,-8-2-4-15,8 2 4 0,0 0-4 0,-5 2-7 16,5-2-11-16,0 0-14 0,0 0-10 0,0 0-7 15,0 0-8-15,0 0-7 0,0 0-8 16,-4 2-8-16,4-2-7 0,0 0-4 0,0 0-7 16,0 0 1-16,0 0-4 0,0 0-7 0,0 0-1 15,0 0-6-15,0 0 2 0,0 0-3 0,0 0-5 0,0 0 0 16,0 0-5-16,0 0-2 0,0 0 9 0,0 0-7 16,0 0-4-16,0 0 4 0,0 0-4 0,0 0-4 15,0 0 4-15,0 0-3 0,0 0-1 16,0 0-1-16,0 0-1 0,0 0 4 0,0 0-5 15,0 0 1-15,0 0 0 0,0 0-2 0,0 0-1 16,0 0 0-16,0 0 0 0,0 0 2 0,0 0-2 16,0 0 2-16,0 0-1 0,-3 3 1 0,3-3 0 15,0 0-3-15,0 0 4 0,0 0-2 0,0 0-2 16,0 0 1-16,0 0 2 0,0 0-1 0,0 0-1 16,0 0 4-16,0 0 1 0,0 0 1 0,0 0-2 15,0 0-2-15,0 0 2 0,0 0 0 0,0 0-2 16,0 0 2-16,0 0-5 0,0 0 2 0,0 0 3 15,0 0 1-15,0 0-4 0,0 0 1 0,0 0-2 16,0 0 4-16,0 0-3 0,0 0-1 0,0 0 4 16,0 0 0-16,0 0-5 0,0 0 5 0,0 0 0 15,0 0 2-15,0 0 0 0,0 0 0 0,0 0-3 16,0 0 3-16,0 0-3 0,0 0 4 0,0 0-7 16,0 0 8-16,0 0-6 0,0 0 4 15,0 0-4-15,0 0 1 0,0 0 1 0,0 0-2 16,0 0 3-16,0 0-3 0,0 0 2 0,0 0 2 0,0 0-5 15,0 0 4-15,0 0 4 0,0 0-4 0,0 0 1 16,0 0 9-16,0 0-3 0,0 0 2 0,0 0-1 16,0 0-4-16,0 0 3 0,0 0-5 0,0 0 5 15,0 0-2-15,0 0-1 0,0 0-1 16,0 0-2-16,0 0 5 0,0 0-2 0,0 0-6 16,0 0 3-16,0 0-1 0,0 0-7 0,0 0 9 15,0 0-5-15,0 0 2 0,0 0 1 0,0 0-4 16,0 0 1-16,0 0 2 0,0 0 4 0,0 0-1 15,0 0 4-15,28-4 4 0,-15 4-8 0,8-1 0 16,0-1 0-16,7 4 2 0,1-2-3 0,-11 0-2 16,13-2-1-16,-3 2 0 0,-8 0 1 0,-3 0 0 15,1 0 0-15,-4 0 3 0,-1-2 2 0,-6 2 8 16,-2 0-1-16,4-1 1 0,-9 1 7 0,9 0 6 16,-9 0 2-16,9 0 3 0,-9 0-2 0,0 0 0 15,8-2-8-15,-8 2-4 0,0 0-24 0,0 0-23 16,7 0-26-16,-7 0-35 0,0 0-43 0,0 0-43 15,0 0-77-15,0 0-171 0,0 0-456 0,-1-8 202 16</inkml:trace>
  <inkml:trace contextRef="#ctx0" brushRef="#br1" timeOffset="16237.92">4068 2137 244 0,'-4'-7'372'0,"3"1"-9"15,1 3-2-15,0 3-21 0,1-6-19 16,-1 6-22-16,-1-8-29 0,1 8-24 0,0-4-27 16,0 4-22-16,0-5-22 0,0 5-22 0,0 0-30 0,0-6-47 15,0 6-50-15,0 0-49 0,0 0-52 0,0 0-47 16,0 0-17-16,0 0-16 0,0 0-33 0,5 12-22 16,-4-1-41-16,2-2-186 0,-3 2-474 0,-3 1 209 15</inkml:trace>
  <inkml:trace contextRef="#ctx0" brushRef="#br1" timeOffset="16427.96">4109 2491 31 0,'5'5'278'16,"-7"-3"4"-16,4 1-9 0,-2-3-11 0,0 7-15 16,0-7-16-16,-2 2-10 0,2-2-17 0,0 0-12 15,0 0-11-15,0 5-24 0,0-5-17 0,0 0-17 16,0 0-26-16,0 0-26 0,0 0-35 0,0 0-42 15,0 0-41-15,0 0-43 0,0 0-40 0,2 5-11 16,-2-5-44-16,5 3-46 0,-5-3-135 0,0 0-397 16,0 0 175-16</inkml:trace>
  <inkml:trace contextRef="#ctx0" brushRef="#br1" timeOffset="17174.7">5074 2104 145 0,'-3'-3'175'15,"3"-4"-7"-15,0 7 2 0,-1-5-3 0,0 2-12 0,-2-1-15 16,3 4-8-16,-5-5-17 0,4 3-8 0,1 2-9 15,-8-3-11-15,3 0-16 0,5 3-2 16,-10 0-11-16,1 1-6 0,-4 3-9 0,3 3 4 16,-5-1-6-16,-1 5-6 0,-2-3 0 0,4 6-3 15,-4-1-1-15,4 0-1 0,-6 5 1 0,1 3-6 16,3 2 2-16,2-1-5 0,1 0 0 0,6-4-1 16,-1 0-5-16,2 1 0 0,2 1 1 0,-1-3 11 15,3 2-1-15,5-5 3 0,0 3 2 0,1-2 0 16,2 2 2-16,0-3 9 0,2-3 3 0,0-4 12 15,3 2 4-15,1-2 1 0,0-4 8 0,1 0 7 16,5-2 16-16,1-1 8 0,-6 0 9 0,6-6 6 16,0-2-13-16,3-4-10 0,1-3-9 0,1-2-3 15,-2-2-12-15,-3-1-6 0,-1-4-5 0,-4 2-8 16,-2-2-7-16,-1-2-6 0,-6 4-16 0,1 3 2 16,-6 2-6-16,-2 0-11 0,0 0-5 0,-1 5-4 15,-3-3-9-15,-1 4-7 0,-2 1-14 0,0 0-14 16,0 5-24-16,-2-4-33 0,-2 6-32 0,-4 2-34 15,5 0-42-15,0 1-34 0,-3 1-59 0,6 2-171 16,-1 2-514-16,1 2 228 0</inkml:trace>
  <inkml:trace contextRef="#ctx0" brushRef="#br1" timeOffset="17824.87">5402 2041 137 0,'8'0'153'16,"-3"-3"-9"-16,5 4-11 0,-1-1-8 0,4 3-7 16,1-2-16-16,-2 2-5 0,1 2-13 0,-1-1-6 15,1 1-11-15,-3 0-4 0,0 2-7 0,2 1-6 16,-5-3-5-16,1 4 3 0,-3 1-12 0,-1 2 1 16,-3-4-11-16,-2 5 3 0,-1-3-7 0,-4 6 3 15,1-7-3-15,-3 5-6 0,-2-4-3 0,-1 4 6 16,-2-4-7-16,0 1-1 0,4-3-2 0,2 0 1 15,-2-1 7-15,4 0-19 0,0 1 7 0,-1-6-1 16,4 3 3-16,-1 4-1 0,1-6-2 0,-2 4 1 16,8-2 3-16,-1 0 0 0,3 2-2 0,3 0-4 15,0 1-1-15,3-1 4 0,1 5-5 0,4-2 12 16,-4 2 0-16,3 0 4 0,-2-3-8 0,1 4 6 16,-2 3-2-16,1-2-7 0,-5-3 1 0,-1 4 2 15,-3-2 1-15,-2 3 7 0,-3-5-3 0,-3 0 12 16,-2-1 3-16,-4-2-2 0,-4 4 1 0,-1-3-2 15,-11 3-2-15,-2-2-3 0,-3-4 2 0,-4 3-12 16,1-4-23-16,-7 0-31 0,-12 1-58 0,15-2-61 16,-17-4-150-16,17-3-340 0,-3 0 151 0</inkml:trace>
  <inkml:trace contextRef="#ctx0" brushRef="#br1" timeOffset="18656.91">2326 2897 2 0,'0'0'144'15,"0"0"-7"-15,0 0-8 0,0 0-7 16,0 0-10-16,0 0-10 0,0 0-4 0,0 0-12 0,0 0-2 15,0 0-18-15,0 0 0 0,0 0-9 0,0 0-3 16,0 0-7-16,0 0-2 0,0 0-8 0,26-5-1 16,-16 5-3-16,3-1-6 0,1 1 0 0,-1-1-3 15,6-1-2-15,0 2-4 0,11 0 2 16,2 0-27-16,3 0 4 0,-3-4-6 0,9 4 4 16,10-2-2-16,2 0 0 0,3-1 12 0,0-1 7 15,3 4-3-15,3-4 8 0,1 3 5 0,4-5 0 0,32 0 9 16,-35 2 4-16,36-2 4 0,-3-1 3 0,-1 3-3 15,2-1 5-15,-3 2-1 0,-1-2 2 16,2-2 5-16,-1 5 1 0,-3-3-2 0,6-2 3 16,4 4-11-16,2 1 4 0,3-3-2 0,-5 1-2 15,3 3-4-15,-5-3 5 0,-2-2 1 0,2-1 3 16,1 2-2-16,-3 0-1 0,1-1 0 0,-9 3-3 16,1 1 2-16,-28-5-4 0,2 4 6 0,-1 2-2 15,2-4 1-15,-2 1-1 0,-1 1 0 0,-6 1 0 16,-1-1 5-16,-3 3 6 0,-15-2 1 0,2 0 11 15,-6 1-3-15,-2 0 3 0,-6-2 0 0,-6 2 3 16,-7 1 8-16,-3-1 0 0,4 1 8 0,-9 0 4 16,3 0-4-16,0-2-11 0,-8 2 3 0,10-1-13 15,-10 1 0-15,5-1-14 0,-5 1 7 0,8 0-17 16,-8 0-2-16,0 0 1 0,0 0-16 0,0 0 5 16,6 1-7-16,-6-1-2 0,0 0-11 0,0 0-15 15,0 0-15-15,0 0-25 0,0 0-24 0,0 0-25 16,0 0-32-16,0 0-41 0,0 0-41 0,0 0-47 15,0 0-80-15,0 0-184 0,0 0-565 0,0 0 250 16</inkml:trace>
  <inkml:trace contextRef="#ctx0" brushRef="#br1" timeOffset="22273.9">9927 1877 96 0,'0'0'173'0,"0"0"-3"0,0 0 2 16,3-3-9-16,-3 3-7 0,0 0-11 0,2-3-13 15,-2 3-5-15,0 0-11 0,0 0-13 0,0 0-11 16,0 0-6-16,0 0-10 0,0 0-10 0,0 0-12 15,0 0-12-15,0 0-7 0,0 0-8 0,0 0-2 16,0 0-8-16,-18 10 2 0,4 2-6 0,3 1-3 16,-10 6 5-16,-2 4-8 0,1 2-4 0,-3 0 5 15,2 4 2-15,0 1 0 0,-4 11 1 0,5-1-1 16,3 3-2-16,4-10 1 0,2-1-3 0,4 2 2 16,1-2 0-16,5-1 12 0,0-1-2 0,4-1 4 15,2-3 1-15,4 3 2 0,3-5-2 0,0 0 2 16,5-2 1-16,-3-7 2 0,2-2-2 0,1 2 1 15,4-4-3-15,-5-2 1 0,3 3 1 0,0-5-2 16,-2 1-1-16,-4-4-3 0,-1 1 5 0,-2-1 6 16,-3-3 16-16,0 2 21 0,1-1 25 0,-6-2 20 15,0 0-15-15,0 0-8 0,11-7-14 0,-11 7-14 16,-3-12-8-16,-3 4-15 0,0 0-7 0,-3-3-3 16,-4-3-9-16,-2 2-2 0,-2 2-1 0,2-2-1 15,-3 0-4-15,0 1 2 0,-3 2-3 0,6-3-5 16,-2 5 2-16,7 0 0 0,-4 0 0 0,5 2 1 15,3 0 0-15,-1 2-1 0,1-1 4 16,4 1-1-16,-2 1 0 0,4 2-17 0,1-8-8 16,4 3-3-16,6 1 1 0,1 1-1 0,7-6 0 15,-1 4-7-15,4 3-2 0,3-8 0 0,-3 7-3 0,5-1-5 16,1-1-2-16,-6 2 3 0,7-2 1 0,-2 2 3 16,-4-1 0-16,-5 2 6 0,2-2 0 0,-2 1 2 15,-5 0 1-15,-1 2 4 0,-5 0-1 16,2 0 5-16,-2-2 1 0,-7 3 6 0,10-1 7 15,-3 1 5-15,-7 0 4 0,0 0-1 0,8-3 2 16,-8 3 0-16,0 0-1 0,8 0 5 0,-8 0 0 16,0 0 1-16,0 0 2 0,0 0-3 0,4-4-2 15,-4 4-2-15,0 0 1 0,0 0-2 0,0 0 4 16,0 0-5-16,0 0-1 0,0 0 1 0,0 0-7 16,0 0 3-16,0 0 1 0,0 0 0 0,0 0-1 15,0 0-1-15,0 0 2 0,0 0 3 0,0 0 3 16,0 0 2-16,0 0 1 0,0 0 6 0,0 0 5 15,0 0 0-15,0 0 7 0,0 0-9 0,0 0 6 16,8-1 2-16,-8 1-4 0,0 0 1 0,0 0 5 16,0 0-4-16,0 0 1 0,0 0-7 0,0 0 9 15,0 0-7-15,0 0 5 0,0 0-5 0,0 0 0 16,0 0 1-16,0 0 5 0,0 0-7 0,0 0-4 16,0 0 0-16,0 0-8 0,0 0-1 15,0 0-5-15,0 0 0 0,0 0-3 0,0 0-3 0,0 0 0 16,-21 13-3-16,13-4-4 0,-3-2 2 0,2 3 0 15,-4 2 5-15,-1 2-6 0,1 1-1 0,2 1 1 16,0 0 0-16,1 1 3 0,0-3-3 0,1 3-1 16,3 0-1-16,0 0-1 0,5 2 4 0,1-4-2 15,0 1 1-15,0-7 7 0,5 4-8 16,3-3 9-16,5 2-2 0,2-2 10 0,4-3-3 16,-1 1 2-16,9-1-5 0,1-1 4 0,1-3-2 15,-7 0 3-15,0-1 1 0,-2 1-4 0,-1-3-1 16,-3 0-1-16,-6 0 8 0,0 0 5 0,-2 0 4 0,-8 0 4 15,15 0 5-15,-15 0 11 0,9 0 6 16,-9 0 4-16,0 0 9 0,11 0 1 0,-11 0-2 16,0 0 2-16,6 2-11 0,-6-2 0 0,0 0-6 15,0 0-7-15,7 0-3 0,-7 0-4 0,0 0-6 16,0 0-5-16,0 0-21 0,0 0-17 0,0 0-12 16,0 0-22-16,0 0-18 0,0 0-15 0,0 0-24 15,6 0-18-15,-6 0-29 0,0 0-28 0,0 0-48 16,0 0-96-16,0 0-287 0,-2-9-664 0,2 9 294 15</inkml:trace>
  <inkml:trace contextRef="#ctx0" brushRef="#br1" timeOffset="23480.9">10414 2151 62 0,'0'0'197'16,"1"-6"-15"-16,3 3-7 0,-4-1-15 0,0 4-8 15,9-3-11-15,-4-2-15 0,0 4-9 0,0-4-17 16,2 2-1-16,-1 3-23 0,5-1-3 0,-3 1-7 16,0 0-8-16,3 1-3 0,0 1-5 0,0 3 2 15,2-2-4-15,-3 4-2 0,1 1-3 0,1-1-7 16,-3 4-1-16,1 4-2 0,-1 2-2 0,-5-4-7 15,0 3-3-15,-3 1 1 0,-1 2-2 0,-1 2-3 16,-3-3 0-16,-1 1 0 0,-3-3-4 0,-5 7 3 16,3-8 0-16,0-1-1 0,-1 1 4 0,0-6-1 15,2 1 2-15,-1 0 0 0,2-3 4 0,-1-3 3 16,3 3 9-16,1-3 9 0,0-2 9 0,1 0 20 16,0 1 22-16,4-3 26 0,-6 3 40 0,6-3 25 15,0 0-17-15,0 0-16 0,0 0-18 16,1-13-15-16,3 3-16 0,1 1-11 0,3-6-5 15,1 0-5-15,2-2-18 0,1 1-5 0,-1-1-2 16,1 0-8-16,-2 2-11 0,1 1 3 0,2-3-6 0,-2 3-5 16,-3 6-1-16,1-4-9 0,-1 4 1 15,1-2-3-15,-3 4-3 0,-2-1-1 0,0 1-5 16,1 2 1-16,-2 1 2 0,-3 3-8 0,5-7 3 16,-3 5-5-16,-2 2-6 0,0 0 0 0,4-5-11 15,-4 5-6-15,0 0-14 0,0 0-13 0,6-3-16 16,-6 3 16-16,0 0-5 0,0 0 0 0,0 21 9 15,-2-11 7-15,2 2 0 0,-1 1 4 0,1 3 5 16,1 1 4-16,1-2 2 0,1 2 2 0,0 0 7 16,2 0-3-16,0-1 11 0,2 0-9 0,0-2 9 15,-1-2-7-15,3 2-3 0,0-3-34 0,0-4-31 16,-2 2-34-16,0-1-44 0,1-1-58 0,2-5-78 16,-5 1-263-16,-5-3-599 0,0 0 265 0</inkml:trace>
  <inkml:trace contextRef="#ctx0" brushRef="#br1" timeOffset="23964.9">10860 2092 39 0,'0'0'307'0,"4"-3"-22"15,-4 3-24-15,2-3-32 0,-2 3-21 0,0 0-26 16,0 0-21-16,0 0-18 0,0 0-16 0,7 8-12 16,-4 1-7-16,-1 1-10 0,5 0-8 15,0 9-4-15,-1 6-11 0,2-1 1 0,-2 2-8 16,2-1-4-16,-2 3-6 0,-1 3-3 0,1-3-6 15,-1 2-2-15,-2-3-16 0,-1 3 11 0,-2-4-8 16,-5 3-1-16,2-4 1 0,1-6-3 0,-4 0-4 16,3-2-1-16,-5 0 3 0,0-4 7 0,2-3 7 0,-1 2-1 15,0-2-1-15,2-3 0 0,-3 0 8 16,4 0 3-16,-1-3-13 0,1 1 11 0,-1-2 1 16,4 2 4-16,-2-3-4 0,3-2-8 0,-6 3-7 15,6-3 3-15,-1 4 0 0,1-4 14 0,-3 3 9 16,3-3 9-16,0 0-1 0,0 0-3 0,-1 4-2 15,1-4-3-15,0 0 0 0,0 0-8 0,0 0-10 16,0 0-17-16,0 0 15 0,0 0-10 0,0 0-20 16,0 0-36-16,0 0 3 0,0 0-30 0,0 0-20 15,0 0-22-15,0 0-25 0,0 0-70 0,0 0-105 16,0 0-339-16,-8-12-684 0,7 5 303 0</inkml:trace>
  <inkml:trace contextRef="#ctx0" brushRef="#br1" timeOffset="24572.89">10359 1913 167 0,'-4'-3'244'0,"4"-1"-11"0,0 4-7 16,-4-5-11-16,4 5-14 0,-4-3-20 0,4 3-15 15,0 0-21-15,-1-4-19 0,1 4-14 0,0 0-17 16,0 0-13-16,0 0-10 0,0 0-10 0,-13 13-5 16,8-3-8-16,0 4-8 0,-6 9-1 0,0 2-3 15,2 4-7-15,2 1-4 0,0 4 2 0,-1 0-5 16,0 19-3-16,5-16 1 0,3 8 2 0,3 2 13 16,1-14 7-16,2 1 3 0,5-3 1 0,-2 1 1 15,7-1 4-15,-5-5-4 0,3 0 1 0,0-4-1 16,-2-6 3-16,-2 0-4 0,-1-1-6 0,0-2 1 15,0-4-3-15,-3 1-6 0,2-4 4 0,-4 0-5 16,0-1 4-16,0-2-1 0,-2 1 1 0,2 0 6 16,-3-3 6-16,-1-1 7 0,0 0 7 0,6 6-10 15,-6-6 6-15,0 0-4 0,3 4-6 0,-3-4 8 16,0 0-8-16,0 0-1 0,0 0-7 0,0 0 4 16,4 3-7-16,-4-3-8 0,0 0 0 0,0 0-3 15,0 0-6-15,0 0-2 0,0 0 10 16,0 0-12-16,0 0-3 0,0 0-5 0,0 0-13 0,0 0-18 15,0 0-17-15,4 2-18 0,-4-2-22 0,0 0-23 16,0 0-43-16,0 0-54 0,0 0-51 0,15-7-66 16,-10 5-221-16,4-4-581 0,-1 1 257 0</inkml:trace>
  <inkml:trace contextRef="#ctx0" brushRef="#br1" timeOffset="26283.94">11367 2261 219 0,'0'0'224'15,"0"0"-3"-15,0 0-9 0,0 0-6 0,0 0-13 16,0 0-13-16,0 0-16 0,0 0-10 0,0 0-12 16,0 0-15-16,0 0-14 0,0 0-11 0,18-2-11 15,-6 2-7-15,1-3-16 0,7 1-19 16,0 4-26-16,-1-4-33 0,3 2-32 0,-1-1-48 15,8-1-47-15,-7 0-62 0,-6 4-150 0,3-2-379 0,-3 2 168 16</inkml:trace>
  <inkml:trace contextRef="#ctx0" brushRef="#br1" timeOffset="26449.9">11386 2433 22 0,'-4'2'275'15,"2"1"-47"-15,-1-3-9 0,3 0-15 0,0 0-21 16,0 0-22-16,12 4-12 0,3-5-16 0,7 0-18 16,10-1-31-16,1 2-57 0,1 0-70 0,5-3-90 15,-10 1-138-15,-1-3-293 0,-5 3 129 0</inkml:trace>
  <inkml:trace contextRef="#ctx0" brushRef="#br1" timeOffset="28839">12770 1913 66 0,'0'0'166'15,"0"0"-11"-15,0 0-5 0,0 0-9 0,0 0-11 16,0 0-14-16,0 0-1 0,0 0-18 0,0 0-4 15,0 0-9-15,0 0-9 0,0 0-13 0,-19 6-5 16,6-1-4-16,-7 2-13 0,-4 3 1 0,2-3-5 16,-3 2-3-16,0 3 0 0,5-5-9 0,-6 5 2 15,-1-2-6-15,9-1 0 0,-1 1-1 16,0-2-7-16,2 2 0 0,-1 1-3 0,4 0 2 16,0-1-1-16,4 0-3 0,2-1-3 0,2-1 4 15,1 1 1-15,5 3-3 0,0-1 1 0,1 0 0 16,7 5 1-16,1 0 0 0,7 4-1 0,4-1 2 0,1 0 3 15,7-2-5-15,-1 5 4 0,1-5-4 16,-1 1 4-16,5 0-4 0,-9-2 2 0,4 2 1 16,-4-2-4-16,1 0-1 0,-11-3 0 0,1 0-2 15,-1 2 1-15,-8-4-4 0,2 1 2 0,-4-3-3 16,-2 2 3-16,-2 0 8 0,-8-2-6 0,-1 3 5 16,-8-3-1-16,-9 4-1 0,-1-4 2 0,1-2 3 15,-3 0-3-15,-1-1 0 0,-1-2 1 0,-3-3-4 16,1 1 6-16,1-2-7 0,2-2 0 0,-2 1 4 15,14-1-4-15,-3 0 3 0,8-1-5 0,2 1 16 16,6 1 8-16,-2-1-4 0,2-1-16 0,6-1-26 16,0 4-9-16,5-7-17 0,5 3-14 0,7-4-39 15,2 3-46-15,9-5-40 0,-7 5-104 0,8-2-311 16,-1 0 137-16</inkml:trace>
  <inkml:trace contextRef="#ctx0" brushRef="#br1" timeOffset="29173.85">12986 2348 28 0,'0'-5'283'0,"0"1"-5"0,0 4-6 0,0 0-16 15,0-5-13-15,0 5-22 0,0 0-20 16,0 0-20-16,0 0-21 0,0 0-16 0,0-7-18 15,0 7-5-15,0 0-24 0,0 0-14 0,0 0-12 16,0 0-7-16,0 0-9 0,0 0-3 0,0 0-6 16,4 17-4-16,-3-10-6 0,-1 1-2 0,0 1-6 15,0 0 1-15,0 3-7 0,3 0 0 0,-3-2-2 16,-3 0 1-16,3 2 0 0,0-4-5 0,0 2 1 16,0-4 1-16,-1 1-7 0,1-1 5 0,-3 0-4 15,3-1-13-15,0-5-2 0,0 6-5 0,0-2 4 16,0-4-1-16,-1 5 9 0,1-5-9 0,0 0-36 15,0 0-47-15,0 0-36 0,-8-12-34 0,6 5-41 16,-2-6-43-16,-4 0-171 0,5-3-446 0,-3-1 198 16</inkml:trace>
  <inkml:trace contextRef="#ctx0" brushRef="#br1" timeOffset="29319.92">12958 2170 173 0,'1'-3'196'0,"-1"3"-5"0,0-5-20 15,2 2-18-15,0-1-18 0,-2 4-12 0,1-3-18 16,-1 3-19-16,0 0-29 0,0 0-20 0,0 0-31 0,8-4-37 16,-8 4-40-16,0 0-38 0,0 0-95 15,6 9-221-15,-6-9 98 0</inkml:trace>
  <inkml:trace contextRef="#ctx0" brushRef="#br1" timeOffset="29955.92">13175 2293 229 0,'0'0'264'16,"0"0"-13"-16,0 0-20 0,0 0-24 0,0 0-21 16,0 0-17-16,0 0-18 0,0 0-16 0,0 0-16 15,0 0-12-15,0 0-17 0,0 7-8 16,0-7-12-16,0 0-11 0,0 5-5 0,2-1-9 16,-2 1 0-16,0 3-1 0,0 0-7 0,0 1 1 15,0 3-8-15,0-3-1 0,2 4 0 0,-2 3-5 16,0-4-1-16,0 0-3 0,0-2-1 0,-2 4-2 15,2-4-2-15,-2 0-2 0,2-3-1 0,0 0-3 16,0-1 3-16,0-2 0 0,0 1-1 0,0-5 11 16,0 6 26-16,-2-4 25 0,2-2 27 0,0 0 30 15,0 0 23-15,2 4 23 0,-2-4 12 0,0 0-13 16,0 0-22-16,5-9-13 0,1 4-14 0,1-4-12 16,-1 1-13-16,2-2-7 0,1 0-14 0,-1 1-7 15,1-3-5-15,-3 5-9 0,8-6-15 0,-6 5 3 16,1 1-7-16,-1 0-8 0,-1 0 5 0,-2 3-9 15,0 0-7-15,0 2-4 0,-1-2-4 0,-4 4-5 16,8-4-1-16,-4 1-18 0,-4 3-17 0,0 0-7 16,0 0-4-16,11 7-10 0,-8-3 4 0,1 2 0 15,-3 1-12-15,0 2 12 0,2 3 9 0,-2-2-1 16,3 2 4-16,-3 2 2 0,0 1 3 0,1-3-3 16,0 0 6-16,-2 0 6 0,2-2-1 0,-2 0 2 15,1-1 5-15,-1-3-1 0,-1 1 4 0,3-2-3 16,-2-1 4-16,0-4 1 0,1 9 2 0,-1-9 6 15,-1 5-1-15,1-5 7 0,1 6 6 16,-1-6-4-16,0 0 17 0,0 0-6 0,12 0-2 16,-12 0 4-16,32-6-16 0,-5-3-44 0,2 1-61 0,3-1-86 15,1-5-117-15,-1-3-370 0,14-8-728 0,-13 7 323 16</inkml:trace>
  <inkml:trace contextRef="#ctx0" brushRef="#br1" timeOffset="31055.89">14251 2213 67 0,'-2'-3'147'0,"2"3"-1"16,-3-7-14-16,-1 5-9 0,0-1-17 0,-1 1-1 16,-1-2-6-16,0 1-3 0,-2-1 21 0,1 3-11 15,0-2-7-15,-5 2-9 0,2 2-8 0,0-1-2 16,-4 0-11-16,3 3-4 0,-1-2-9 0,-1 3-3 15,0 1-8-15,-5 2-3 0,8 0-7 0,-4 2 1 16,-3 1-8-16,6 2 4 0,-4 1-6 0,3 3-2 16,-2-4-1-16,5 5-1 0,-1-2 3 0,2 3 3 15,2-2 8-15,2-2-1 0,0 3-24 0,0-2 2 16,7 0 4-16,-3-2 4 0,4-1 1 0,-2-4 3 16,2 3 7-16,1-5 1 0,2 4 12 0,-2-6 0 15,5 1 6-15,-4-2 9 0,5-1 12 16,-3-3 9-16,3 0 12 0,0-2 7 0,1-3-1 15,-1 0 15-15,-2-1 0 0,1 0-7 0,3-5-1 0,0 0-11 16,-4 4 10-16,1-6 0 0,-2 4 1 0,1 0 0 16,-2 1-3-16,1-2-5 0,-5 2 2 0,4 0-8 15,-3 1 2-15,-1 1 6 0,0 3-9 0,-1-2-6 16,0 2-7-16,1 1-11 0,-1-1-8 16,0 1-6-16,-2 3-10 0,0 0-6 0,2-4-15 15,-2 4-17-15,0 0-21 0,0 0-23 0,0 0-11 16,0 0 6-16,0 0-3 0,0 0 9 0,7 11 7 0,-7-4 0 15,0 3 1-15,-2 0 7 0,2 1 2 16,-2 0 3-16,2 2-1 0,0 0 6 0,-1-1-6 16,2-2 0-16,-4 0 6 0,3 4 6 0,0-3-5 15,0-2 7-15,0-2-2 0,0-2 5 0,-1 2-7 16,1-4 4-16,0 1 4 0,0 1 0 0,0-5 0 16,1 5 7-16,-1-5 12 0,0 3 13 0,0-3 10 15,0 0 11-15,2 4 9 0,-2-4 7 0,0 0-9 16,0 0-6-16,0 0-3 0,8 0-5 0,-8 0-9 15,18-5-12-15,-4 1-42 0,4-1-64 0,4 0-66 16,6-2-82-16,4-2-103 0,0-1-399 0,3-5-793 16,-2 3 350-16</inkml:trace>
  <inkml:trace contextRef="#ctx0" brushRef="#br1" timeOffset="32426.92">14514 2181 153 0,'0'-6'229'0,"3"2"-20"0,-2 0-20 16,-1 4-18-16,8-4-17 0,-6 3-19 0,5-2-12 15,-1 2-14-15,-2 0-9 0,4-1-16 0,-2 2-5 16,3 3-10-16,0 1-6 0,1 1-14 0,-1 2 3 15,0 3-2-15,1 2-7 0,0 2-1 0,0 1 0 16,-3 1 2-16,-1 0-9 0,0 0-3 0,-4 2-2 16,-1 1-1-16,-1-2-2 0,0 0-1 0,-1-1-7 15,-3 4 7-15,-2-6-4 0,0 1 3 0,-2 0-31 16,1-1 8-16,0-2 0 0,-2-5 3 0,3 0 7 16,0 3 0-16,1-5 4 0,1 0 4 15,0-2 10-15,1 1 13 0,-1-1 24 0,3-1 19 16,-2 0 24-16,3-2 35 0,-5 3 35 0,5-3 14 0,0 0-13 15,0 0-29-15,0 0-14 0,3-14-15 0,-2 7-13 16,1-2-9-16,1-2-16 0,4 2-3 0,3-4-15 16,-4-2-5-16,6 1-5 0,-1 1-10 0,2-1-4 15,-3 1 7-15,3 0-14 0,-3 1-9 16,0 3 1-16,3-4-3 0,-3 5-8 0,0 1 1 16,-2 1-12-16,0 2 9 0,-3-3 1 0,1 5 1 15,-2-1-5-15,1 0-7 0,-2-3 2 0,1 4-7 16,-2-1 2-16,-2 3 1 0,4-1-5 0,-4 1 2 0,3-1-1 15,-3 1-4-15,0 0-13 0,0 0-16 16,0 0-13-16,0 0-10 0,0 0 2 0,0 0-1 16,0 0 13-16,1 7-5 0,-5 0 8 0,0-2 7 15,2 7-4-15,-5-2 14 0,2 0-4 0,1 1 1 16,-2 0 7-16,-2 3-4 0,3-3 6 0,1 2-1 16,0-4 2-16,3 3 0 0,-4-2 7 0,4 0-2 15,1 0 6-15,0-3 0 0,1 1 16 0,-1-1 8 16,6 2 5-16,2-4 2 0,2 2 12 0,8-1-3 15,3-2 2-15,3 3-2 0,5-2-5 0,0-3 1 16,1 1-3-16,0-2-6 0,0 0 0 0,-3-2 4 16,-5 1-1-16,-4-1-3 0,1-2 10 0,-6 3-7 15,4-2-7-15,-6 2 10 0,-2 0-3 0,0-2 0 16,-4 4 3-16,-5-2 7 0,7 0 1 0,-7 0 1 16,9 0 4-16,-9 0-3 0,0 0-1 0,0 0-7 15,0 0 0-15,7-2-7 0,-7 2-6 0,0 0-12 16,0 0-21-16,0 0-26 0,0 0-23 0,0 0-39 15,7 0-27-15,-7 0-31 0,0 0-35 0,2 4-13 16,-2-4-36-16,0 0-43 0,2 3-328 0,-2-3-667 16,0 0 295-16</inkml:trace>
  <inkml:trace contextRef="#ctx0" brushRef="#br1" timeOffset="37320.92">15373 2317 114 0,'0'0'147'15,"0"0"-13"-15,0 0 4 0,0 0-10 0,0 0-7 0,0 0-7 16,0 0-11-16,-4 2-6 0,4-2-11 0,0 0-3 16,0 0 5-16,0 0-14 0,0 0 4 0,0 0-9 15,0 0 4-15,0 0-10 0,0 0 2 16,0 0-1-16,0 0-8 0,0 0-6 0,0 0-1 16,0 0-1-16,0 0-5 0,0 0-3 0,0 0-2 15,0 0 0-15,0 5-4 0,0-5-4 0,0 0-1 16,0 0-3-16,0 0-3 0,0 0-1 0,0 0 10 15,0 0 8-15,0 0-2 0,0 0 6 0,0 0-4 16,0 0 8-16,0 0 3 0,19-2 1 0,2 2-9 16,-2-1 7-16,12 0-5 0,2-2-11 0,5 3 9 15,3 0-6-15,13-3-7 0,-3 2 2 0,-12 0-4 16,1 1-3-16,1 1 0 0,-5-4-3 0,-4 3 0 16,-2-1-4-16,-9-1-3 0,-1 2-1 0,-1 2-1 15,-6-2-1-15,-4 0-8 0,0-2-4 0,0 2 0 16,-9 0-6-16,10 0-10 0,-10 0-14 0,8 0-11 15,-8 0-11-15,0 0-27 0,0 0-21 0,0 0-16 16,0 0-20-16,0 0-18 0,0 0-18 0,-27-5-25 16,17 5-158-16,-2-1-382 0,0 1 169 0</inkml:trace>
  <inkml:trace contextRef="#ctx0" brushRef="#br1" timeOffset="37621.93">15667 2184 132 0,'-1'-4'223'0,"-2"-1"7"16,2 1 0-16,1 4-1 0,-3-7-6 0,2 6-4 15,1 1-2-15,-3-5-21 0,2 2 7 16,1 3-9-16,0 0-19 0,-1-4-16 0,1 4-20 15,0 0-10-15,0 0-16 0,0 0-15 0,0-5-19 16,0 5 2-16,0 0-24 0,0 0-7 0,0 0-11 16,-3 17-2-16,3-6-1 0,-1 4-20 0,-1 4 13 0,-1 0-1 15,3 6 2-15,-2-1-5 0,-1 5 2 16,3-3-4-16,-4 1-25 0,4-3-32 0,-1-3-30 16,2-3-34-16,-5 2-39 0,4-1-51 0,3-3-69 15,-6-3-224-15,6-1-522 0,-2-5 231 0</inkml:trace>
  <inkml:trace contextRef="#ctx0" brushRef="#br1" timeOffset="38371.92">16229 2438 200 0,'0'0'240'0,"0"0"-18"0,-6-3-14 15,6 3-21-15,1-7-13 0,-1 7-16 0,3-7-14 16,-1 5-13-16,-1-4-4 0,3 0-13 0,0-3-5 16,0 3 0-16,0-5-11 0,1 2-9 0,-1-4-8 15,2-3-4-15,-1-2-5 0,2 0-5 0,-2-1-4 16,0 1-2-16,1-6-6 0,-2-4-7 0,0 4 3 15,-2-1-1-15,0 6 2 0,-1 0 0 0,-1 0 3 16,0-1 3-16,3 2-5 0,-2 2 16 0,-1 1 1 16,-1 3 1-16,2 0 1 0,-1 3-6 0,-1 1-2 15,2 2 0-15,-1 0-13 0,0 1 1 0,0 0-10 16,0 1-8-16,0 4-6 0,0-6-8 0,0 6-30 16,0 0-25-16,0 0-5 0,0 0 3 0,0 0 5 15,-7 14 0-15,4-2 4 0,-4 6 0 0,1-1 3 16,1 9 7-16,0 1-1 0,-2-2 3 0,2 3 2 15,1 2 3-15,2-4 13 0,-1 0-9 0,3-1 3 16,0-4-4-16,5-1 5 0,-1-5 0 0,1-1 5 16,2 2 3-16,-2-7 9 0,0 0 13 0,5-1-5 15,-1-1 3-15,4-1-1 0,1-2 3 0,3 0 0 16,0-1 2-16,-1-3 14 0,-3 0 1 0,4-7 0 16,-6 4 2-16,0-2 11 0,3 0-15 0,-5-2-4 15,0 0-6-15,1 0 16 0,-5-1-18 0,3-1 4 16,-3 1-5-16,-5 1-5 0,0 0-9 0,0-2-12 15,-2 3-7-15,-5-3-13 0,-2 4 2 0,-1 2-14 16,-3-1 10-16,-1-1-7 0,1 5 4 0,-1 0-1 16,2-2-17-16,0 1-17 0,-1 2-26 0,3 1-18 15,0 0-17-15,2 2-12 0,3 0-22 0,0-3-8 16,5-1 6-16,-4 6-2 0,4-6-2 16,3 7-22-16,-3-7-46 0,11 2-175 0,-11-2-433 15,17-5 192-15</inkml:trace>
  <inkml:trace contextRef="#ctx0" brushRef="#br1" timeOffset="38687.89">16642 1813 32 0,'0'0'187'16,"0"0"-14"-16,0 0-20 0,0 0-10 0,6 11-6 15,3 2-8-15,-5 1-8 0,5 9 3 0,0 4-13 16,5 3 6-16,-5 0-1 0,4 17-4 0,-3 1 1 16,-2 2-17-16,-4 7 0 0,-2-5-10 0,-4 1-9 15,-4-7-5-15,0-9-6 0,-4-4-1 0,-4 2-9 16,-8 9-2-16,0-14 1 0,-6 7-10 0,-10-6-1 15,-7-2-11-15,-1 0-33 0,-1-6-43 16,-9-2-62-16,-3-3-78 0,-4-3-198 0,-2-5-412 16,-27-6 183-16</inkml:trace>
  <inkml:trace contextRef="#ctx0" brushRef="#br1" timeOffset="39404.41">13961 1901 7 0,'0'-5'185'0,"0"5"-14"0,0 0-26 16,0 0 0-16,0 0-32 0,0 0-1 0,-18 7-24 15,11 0-3-15,-4 8-13 0,-4-1-5 0,0 15-1 16,-7 0-6-16,-5 16 6 0,0 5-6 0,3 8 16 16,-8 22 10-16,10-22 5 0,4 0 6 0,3 0 1 15,4-2-1-15,8-6-1 0,2-14-6 16,5-1 4-16,2 1-10 0,8-5-5 0,0 1 2 16,9-7-10-16,6 0 1 0,16 2-6 0,10-3-7 15,0-4-24-15,8-7-40 0,-1-2-59 0,4-1-75 0,23-1-89 16,-29-7-169-16,-5-4-429 0,0 0 190 0</inkml:trace>
  <inkml:trace contextRef="#ctx0" brushRef="#br1" timeOffset="40336.9">17760 1927 168 0,'0'-3'183'0,"0"3"-4"15,1-4-11-15,-1 4-5 0,0 0-19 0,0 0-7 16,0 0-17-16,7-2-14 0,-7 2-11 0,0 0-13 15,0 0-6-15,0 0-15 0,0 0-4 16,0 0-8-16,-12 17-5 0,-2-1-3 0,-2 3-5 16,-5 7-1-16,-11 12-6 0,2 0 5 0,-5 9 0 15,-15 20 1-15,14-19 6 0,-1 3 1 0,0-2 6 16,3-2-11-16,-2-2 10 0,4-2-4 0,2-3 5 16,10-15 2-16,1 2-2 0,0-1 0 0,2-5-3 0,2 1-3 15,5-8-2-15,2-3-2 0,2-1-3 16,-1 0-1-16,4-5-2 0,0-1 0 0,0 1-1 15,1 0-4-15,-1-1 5 0,1-1 0 0,-1-1-4 16,3-2 1-16,0 3-2 0,0-3 0 0,-3 4-13 16,3-4-16-16,0 0-17 0,0 0-45 0,0 0-54 15,0 0-76-15,0 0-252 0,17-9-484 0,-8 2 215 16</inkml:trace>
  <inkml:trace contextRef="#ctx0" brushRef="#br1" timeOffset="41836.9">18440 2064 25 0,'0'0'148'0,"0"0"-17"16,0 0-2-16,0 0-10 0,0 0-13 0,0 0-4 16,-4-1-17-16,4 1-10 0,0 0-12 0,0 0 4 15,0 0-11-15,0 0-4 0,0 0 0 16,0 0-9-16,0 0-7 0,0 0-7 0,0 0-2 15,9-3 4-15,-9 3-1 0,8-4-8 0,-2 1-3 16,1 1-2-16,0-1-5 0,-1 1 5 0,1 0-4 16,2-1-4-16,1 0-1 0,-2-1 6 0,-2 1-7 15,1-1 6-15,3 1-7 0,-1-4 2 0,-3 3 15 0,-1 0 2 16,0 2 9-16,0-3 5 0,-2 0 2 16,-1 3-1-16,2-3 1 0,-4 3 0 0,4-3-9 15,-4 5 4-15,0-7-3 0,0 7-7 0,-6-5 4 16,1 5-5-16,-4-1-8 0,2 1 4 0,-3 1-9 15,-3-2 0-15,1 4 0 0,-1 0-4 0,-6 1-1 16,-2 0-2-16,2 3 0 0,-3 0-2 0,-5 3 9 16,3 3-8-16,-4 0-3 0,3 5 4 0,-2-1-4 15,1 5 2-15,-1-1 0 0,3 2-1 0,1 6 3 16,5 0 1-16,-2 1-7 0,7-2 4 0,0 0 3 16,4-2-5-16,4 0 4 0,5-2-2 0,3-4-1 15,6 3 6-15,2 0 2 0,3-7 2 0,10 2 0 16,3-3 0-16,8-4-3 0,-1-1 1 0,3-3-3 15,2-4 0-15,14 2 4 0,0-6-3 0,2-3-3 16,-5-1 5-16,-12 0-5 0,14-2 2 0,-15-1-2 16,1-1-5-16,-3-1 4 0,-2-5-2 0,-1 4 4 15,-1-7-5-15,-4 6 4 0,-3-5-3 16,-7 6 0-16,-1 1 0 0,-5-2 0 0,-4 5 11 16,1-3 7-16,-6 5 0 0,1-5-2 0,-3 5-1 15,-1 0 0-15,-3 1-9 0,-1 1 0 0,-7-1-5 0,2 4 3 16,-9 3-1-16,1 1 1 0,-4 3 0 0,-6 1-7 15,1 1 9-15,8-2-6 0,1 3 3 16,0 0-3-16,2 3-4 0,3-2 3 0,5 0-20 16,-2 2 1-16,2-3-8 0,3 0 7 0,4-1 0 15,1-4 1-15,4 4 7 0,2-4-1 0,4 0 6 16,7-2-1-16,1 0 1 0,0-2 1 0,12-3 8 16,2-2-5-16,-5 1-3 0,2-5 2 0,-9 2 0 15,1 0 2-15,-4-3 0 0,1 3 2 0,-3-5 0 16,-2 3 2-16,-4-2-3 0,1 1-3 0,-5 0 6 15,-1 0-8-15,0 0-1 0,-4 0-13 0,-3 2-12 16,2-1-6-16,-7 1-5 0,-2 0-4 0,1 3-11 16,-2-2-10-16,-3 4-20 0,2-1-17 0,-2 3-28 15,1-1-21-15,-4 0-109 0,4-1-282 0,2 2 125 16</inkml:trace>
  <inkml:trace contextRef="#ctx0" brushRef="#br1" timeOffset="42371.53">19558 2101 28 0,'0'0'102'0,"0"0"-4"0,0 0-15 16,0 0-6-16,0 0 7 0,-19 11-3 0,11-8-4 16,-1 2 11-16,-1-1-27 0,-3 2 4 0,3 2-9 15,-3-3 0-15,-3 5-1 0,1-3-8 0,0 3-2 16,-3-1-5-16,6 3-2 0,-1-2-6 0,4-1 2 15,1-1-7-15,2 1-1 0,2-2-7 0,1 0 0 16,2-1 4-16,0 1-10 0,1 4 11 0,4-5 10 16,1 6-5-16,2-7 0 0,5 4 2 0,3 1 0 15,3 0-8-15,5 3-2 0,-2-5-3 0,5 5-1 16,-9-4-7-16,2 0 7 0,-5 2 0 0,3-2-8 16,-1 3 2-16,-7-7 3 0,0 3-6 0,-3-2 0 15,-2 0-2-15,-1 3 5 0,-2-4 6 16,-2 2 6-16,-5-1-2 0,-2 3 3 0,-2-2 0 0,-8 1 0 15,1-1 1-15,-2 1 11 0,-4-2-2 0,5-1 3 16,-3 0 5-16,0-3 4 0,1 2 9 0,1-3 1 16,2 3 1-16,4-4-6 0,2 1-4 0,1 1-4 15,2-2-5-15,0 1-1 0,4-1-5 16,4 0-7-16,-10 2-4 0,10-2-16 0,0 0-34 16,0 0-43-16,0 0-64 0,0 0-76 0,18-12-141 15,-6 5-381-15,1-3 169 0</inkml:trace>
  <inkml:trace contextRef="#ctx0" brushRef="#br1" timeOffset="43220.44">20478 2109 152 0,'-4'-2'177'0,"-1"1"-18"0,0-2-14 0,-1 1-10 16,-2 2-19-16,0-2-7 0,-3 0-11 0,-2 4-10 15,-1-2-8-15,-4 2-11 0,-4 1-1 0,-1 2 0 16,4 1 0-16,-8 0-7 0,3 4-6 0,4-3-6 16,-5 8-4-16,2 1 0 0,0-1-10 0,0 2 7 15,0 0-6-15,5 1 0 0,3-3-7 0,3 0-2 16,2 1 8-16,3-2 4 0,0 0 0 0,3-3-2 15,1-1 4-15,1 1 0 0,1-2 7 0,2-2-1 16,2-1 3-16,1 2 1 0,2-3 1 0,2-1 5 16,3-1 2-16,0-2 2 0,0-1 8 0,3-1 5 15,0-1 6-15,0 0 2 0,-2-3 5 0,-1-2-3 16,1-1 0-16,-1 0-2 0,3-1-9 0,-5 0-1 16,3-1-3-16,-3 3 6 0,-2 0-1 0,1 2 8 15,-1-2-3-15,-1 4-2 0,-2-2-19 0,-2 3-9 16,-2 2-4-16,5-6-1 0,-5 6-15 0,0 0-16 15,4-6-16-15,-4 6-4 0,0 0-6 0,9 9 7 16,-4-6-6-16,0 0 0 0,0 6-7 0,2 0-12 16,-1-1-28-16,0 1-24 0,2-1-27 0,1 2-29 15,-4-2-31-15,4 0-39 0,0-1-52 0,0-1-239 16,-4-2-540-16,4-1 239 0</inkml:trace>
  <inkml:trace contextRef="#ctx0" brushRef="#br1" timeOffset="43703.65">20593 2170 115 0,'6'-3'203'0,"3"0"-17"0,2-2-18 0,-1 4-17 16,-4 0-15-16,2 2-13 0,2 0-14 15,1 2-2-15,0-1-7 0,-1 4-11 0,0 0-5 16,-1 2-3-16,0 0-15 0,-1 1 3 0,-1 0-8 15,-3 3-4-15,-1-2-7 0,-1 7-2 0,-2-7-7 16,-2 7 1-16,-1 0-6 0,-4 0-4 0,-2-2 8 16,-2 2-14-16,2-1 0 0,-3-2-5 0,0-2 1 15,1 0 3-15,2-4 1 0,0 1 3 0,0-3 1 16,0-4 3-16,4 3 7 0,1 0 5 0,0-1 11 16,0-2 27-16,3-1 29 0,1-1 20 0,-5 2 23 15,5-2-12-15,0 0-23 0,0 0-4 0,4-14-17 16,2 8-12-16,-2-5-4 0,9 0-11 0,-3-2-17 15,3-2-3-15,6-4-1 0,-6 3-9 0,5-5-4 16,-8 9 3-16,5-2-27 0,-1-3 12 0,0 5 11 16,-3-1 6-16,-4 2-5 0,3 3 1 0,-1-1-11 15,-1 1-8-15,-3 4 3 0,0-1 3 0,0 2-7 16,-1-2-4-16,0 3 9 0,-3-1-15 0,3 0-2 16,-1 2-23-16,-3 1-21 0,0 0-18 0,0 0 2 15,0 0 7-15,1 10 5 0,-5-2 9 0,0 3 0 16,2 6 10-16,-5-3-5 0,2 7 3 0,0-4 7 15,0 3-2-15,1-2 5 0,4 1 6 0,0-2-1 16,4 2 0-16,-3-8-3 0,6 1-3 0,0-3-15 16,9 4-23-16,2-1-53 0,7-6-67 0,7-2-95 15,0 0-283-15,1-8-597 0,-3 0 265 0</inkml:trace>
  <inkml:trace contextRef="#ctx0" brushRef="#br1" timeOffset="44169.94">21370 2270 56 0,'-9'0'168'0,"9"0"-5"0,0 0-4 0,-13 0-9 16,9 0-2-16,4 0-9 0,-6 0-5 0,6 0-7 16,0 0-6-16,-8 0-13 0,8 0-2 0,0 0-6 15,0 0-1-15,0 0-6 0,-6-1 1 0,6 1 2 16,0 0-1-16,0 0 1 0,0 0-3 0,0 0-3 15,0 0-1-15,0 0-3 0,0 0 1 0,0 0-10 16,0 0-6-16,0 0-2 0,14-5-10 0,-2 2-4 16,4-1-11-16,6 3 0 0,-3-2-6 0,14 2-5 15,2-2-4-15,2-2-2 0,0 3-3 0,-1 1-5 16,-2-1 1-16,-2-2-5 0,-4 4-2 0,-6-1 0 16,-4-2 3-16,-5 2-12 0,-1 2-7 0,-3-2-8 15,-1-2-6-15,-4 3-17 0,1-2-25 0,-2 0-36 16,-3 2-29-16,0 0-20 0,0 0-6 0,-15-9-10 15,5 5-15-15,-1 3-8 0,-2-2-10 16,-6-1-144-16,-2 0-365 0,6 2 163 0</inkml:trace>
  <inkml:trace contextRef="#ctx0" brushRef="#br1" timeOffset="44403.6">21482 2106 200 0,'-1'-5'257'0,"0"1"-5"0,-3-4-7 0,4 3 3 0,-1 2 3 16,-2-3 1-16,3 3-15 0,0 3-17 0,0-7-19 16,0 7-24-16,0-5-20 0,0 5-22 0,0 0-19 15,0 0-15-15,0 0-14 0,-1-3-31 0,1 3-4 16,0 0-11-16,1 15-2 0,-1-5-5 16,3 9-1-16,-3 0 5 0,0 4-13 0,1 6 7 15,5 0-7-15,-3-3-17 0,-2 3-34 0,6 0-27 16,-5-5-32-16,6 1-41 0,-5-8-46 0,0 0-60 0,1 0-240 15,-1-8-509-15,0-1 226 0</inkml:trace>
  <inkml:trace contextRef="#ctx0" brushRef="#br1" timeOffset="45120.23">22000 2341 88 0,'5'-7'158'0,"-2"4"9"16,0-1-13-16,0 1 2 0,0-2-10 0,0-1-11 15,4 0-6-15,-2-1-12 0,1-5-4 16,-3 3 1-16,3-2-2 0,-1-3-6 0,4 1 1 16,0-3-3-16,-2 0-9 0,1-2-8 0,0-1-8 0,5-3-2 15,-4-5-9-15,-3 5 2 0,1 2-6 0,2-4 2 16,-7 5-4-16,7-5-3 0,-5 6 3 0,0 0-1 16,0 1 6-16,-3 1 2 0,0 1 1 0,-1 3 6 15,2 0 2-15,-1 2-1 0,-2 0-3 16,2 3-5-16,-1 0-4 0,0 2-7 0,0 1-7 15,-1 0-9-15,1 4-4 0,1-7-21 0,-1 7-12 0,0-2-25 16,0 2-17-16,0 0-14 0,0 0 4 0,0 0 2 16,0 0 8-16,-9 10-2 0,6-1 10 0,-2 2-1 15,0 0 5-15,1 0 0 0,-2 5 9 16,-2 1-2-16,4 1 1 0,-6 5 10 0,1 3-5 16,4-2 0-16,-3 1 3 0,4-8 0 0,2 12 1 15,-2-11 3-15,-1 7 5 0,5-1-2 0,0-4 2 16,3-1 2-16,-1-2 1 0,4-5 0 0,-2 5 4 0,0-7 5 15,1 1 3-15,3 1 1 0,1-6 4 16,-3 3 1-16,2-1 3 0,2-1-2 0,2-2 3 16,-1-1-2-16,0-1 4 0,1-2 2 0,0-1 17 15,0-1-10-15,-1-3 4 0,0 1 0 0,-1-2-2 16,1 0 1-16,0-1-7 0,-1-2-4 0,-3 0 10 16,-1-1-6-16,3 2 1 0,-4-3-4 0,-1 2 2 15,-1-4 6-15,-1 4-11 0,-2 1-7 0,0 1-1 16,0-3-11-16,-4 1-10 0,-1 0-9 0,-4 4 1 15,0 0-5-15,-2 0 1 0,-2 3 0 0,0 0 0 16,1-1-1-16,-1 4-12 0,0-2-10 0,-1 2-10 16,4 2-11-16,0-1-8 0,1 1-14 0,-2 0-10 15,7 5-2-15,-3-1-1 0,3-3 2 0,0 2-2 16,4-2 4-16,0 1-10 0,0-6-21 0,5 8-34 16,4-6-54-16,0-1-186 0,-9-1-427 0,24-5 189 15</inkml:trace>
  <inkml:trace contextRef="#ctx0" brushRef="#br1" timeOffset="45436.92">22461 1760 75 0,'0'0'226'16,"0"0"-28"-16,0 0-21 0,0 0-21 0,0 0-17 15,0 0-21-15,0 0-12 0,9 14-12 0,-4-3-8 16,4 6-12-16,3 7-3 0,-1 5-1 0,2 0 0 16,0 17 3-16,-3-3 2 0,-1 5 3 0,-5 0-9 15,-4 2 0-15,-3-2-7 0,-1-2-2 0,-5 2-5 16,-5-12-7-16,-5 8 1 0,-4-3-2 0,-4-2-2 15,-7-2-1-15,-7-3-5 0,0-4 2 0,0-4-17 16,-7-3-26-16,-1-4-38 0,-7-2-55 0,-3-2-70 16,-7-3-208-16,-1-8-404 0,-26 1 179 0</inkml:trace>
  <inkml:trace contextRef="#ctx0" brushRef="#br1" timeOffset="46102.88">20210 1712 111 0,'0'0'188'0,"0"0"-23"16,0 0-14-16,0 0-16 0,0 0-17 0,-21 5-12 15,10 2-6-15,-6 5-6 0,-1 10-9 16,-5 2-7-16,0 6 4 0,-14 13-5 0,1 0-2 16,3 8 4-16,0 0 1 0,1 0 3 0,8 0-4 15,3 4 0-15,6-2 0 0,6-2-1 0,9-5 2 16,1-10 1-16,11 10 9 0,-1-14-3 0,8 0 5 0,13 7 5 16,4-5 1-16,6-5 6 0,4-6-10 0,2 0-3 15,-9-10-7-15,11 3-9 0,-10-7-4 16,-5-2-9-16,-3 1 4 0,0-3-11 0,-11-1-3 15,-5-4-6-15,1 2-5 0,-7-2 6 0,-2 2 10 16,0-1 15-16,-8-1 10 0,11 1-5 0,-11-1 2 16,9 1-3-16,-9-1-10 0,0 0-9 0,8 0-18 15,-8 0-28-15,0 0-41 0,0 0-36 0,0 0-77 16,10-2-91-16,-10 2-106 0,5-5-233 0,-2 0-621 16,0-2 274-16</inkml:trace>
  <inkml:trace contextRef="#ctx0" brushRef="#br1" timeOffset="56785.96">4938 4645 126 0,'2'-7'150'0,"0"-3"2"0,-1 2 0 0,2 1 2 16,-2 2 2-16,2-1 2 0,-2-3-10 0,-1 5-2 15,4-1-10-15,0-1-8 0,-3 1-8 0,-1 2-10 0,4 0-9 16,-4 3-11-16,1-7-10 0,0 3-13 0,-1 4-9 15,0 0-8-15,0 0-13 0,0 0-3 16,0 0-4-16,0 0-8 0,12 14 0 0,-7-7-3 16,3 3 1-16,-2 5 0 0,3-1-4 0,0 0-1 15,1 1-13-15,3 1-5 0,-3-3 2 0,2 1 1 0,-1-4 2 16,-2-2 4-16,3-1-5 0,-6-2-1 0,4 0 1 16,2-1 2-16,-2-3-3 0,2-1 3 0,-1-3 0 15,3-2-4-15,0-2 1 0,0-3 1 16,0-4 2-16,-1 4 4 0,-1-5 9 0,-1 2 7 15,-2-4-5-15,-1 2 9 0,0 0 5 0,0 1 7 0,-4 3 10 16,-1 0 15-16,-1 4 3 0,1-2 1 0,-2 3-5 16,2 1-2-16,-3 0-7 0,0 3-1 0,0 2-7 15,1-8-9-15,0 5-10 0,-1 3-13 16,3-5-16-16,-3 5-17 0,0 0-9 0,0 0-3 16,0 0 1-16,0 0 4 0,-9 13 1 0,4-2 2 0,-1 5 2 15,-1 1 1-15,-2 7 4 0,0 2-1 0,0 6 6 16,4-1 0-16,-4 4 2 0,4 15-2 0,-3-2 5 15,3-2 2-15,1 0 0 0,3 0 1 16,1-10 4-16,1 10-2 0,2-14 1 0,-3 4 3 16,1-4-1-16,4 3 1 0,-1-2-1 0,0 0 1 0,-3-1 3 15,3 2-1-15,-4-6-2 0,3 2 2 0,-3-4 2 16,1 2-1-16,-2-3 2 0,-5-5-5 0,4 0 3 16,-3-1-2-16,0-2 0 0,-2 0 0 0,1-1 1 15,1 1-2-15,-4-2-7 0,1-3-1 16,2 2 2-16,-3 0-4 0,1-4 0 0,-1 0-2 15,-1-2 1-15,-2 2-4 0,-1 0 4 0,0-1-2 0,1-2 3 16,-2 2 1-16,2-4-2 0,-4 3-3 0,4-1-3 16,0-2 0-16,1-1 0 0,0 0-1 0,-3-2 4 15,5 2 0-15,0-4 4 0,-4 3 1 16,7-3 2-16,-2 0 4 0,-2-3 7 0,1 1 4 16,3-2 9-16,-3-4 9 0,-3 1 5 0,4-6 11 15,1-1 6-15,2-3 5 0,-2-10 0 0,5 1-4 0,1-3-5 16,3-8-8-16,4-11-1 0,5-4-11 0,4-3 4 15,5 5-8-15,3-2-7 0,4 4 6 16,4 3 10-16,-3 6 16 0,4 0 7 0,-10 12 7 16,2 1-5-16,-4-2-3 0,2 3 9 0,-3 3-7 15,-1-2 10-15,-1 4-4 0,-4 3-8 0,-2 3 3 0,-3 0-3 16,-1 4-3-16,0-2-10 0,-1 6 3 0,-2-4-8 16,0 2-5-16,-1 0-6 0,1 3-20 0,-2 0-25 15,0-1-22-15,0 2-21 0,-1 2-39 16,0-3-26-16,-1 5-40 0,0 0-49 0,-2-4-42 15,2 4-51-15,0 0-209 0,-16 2-563 0,10 0 249 16</inkml:trace>
  <inkml:trace contextRef="#ctx0" brushRef="#br1" timeOffset="57500.89">5371 5190 106 0,'-1'-6'246'16,"2"-5"-1"-16,-1 3-15 0,0 1-5 0,-1 1-8 15,2 0-6-15,-1 1-13 0,3 0-6 0,-3-1-17 16,0 6-18-16,0-6-14 0,0 6-19 0,0-3-17 16,0 3-14-16,0 0-20 0,0 0-11 0,0 0-9 15,0 0-5-15,0 20-9 0,-3-3-2 0,3 4-3 16,-1 8-2-16,0 4-4 0,1 14 4 0,-3-11-8 16,2 9-8-16,1 2 5 0,-3-1-6 0,6-12 0 15,-3 2-1-15,0-3 0 0,1 2-1 0,-1-3-3 16,3-1 1-16,-3-3-3 0,2-3 8 0,-2-7-3 15,3-2-4-15,-2 1-1 0,-1-7 2 0,3 1-2 16,-3-3-3-16,0 0 4 0,0-1-4 0,0-2 5 16,0-1-4-16,0 1 1 0,0-2 0 0,0-3-2 15,1 7 5-15,-1-7-12 0,0 2-11 0,0-2-9 16,0 0-9-16,0 0-16 0,0 0-16 0,0 0-49 16,0 0-60-16,0 0-42 0,0 0-57 0,-1-12-138 15,1 6-441-15,1-3 195 0</inkml:trace>
  <inkml:trace contextRef="#ctx0" brushRef="#br1" timeOffset="57818.07">5397 5399 155 0,'0'-7'251'16,"0"1"-9"-16,0-2-12 0,0 4-22 0,1-1-19 15,2 0-22-15,-2 2-22 0,3-1-9 0,1 0-16 16,4 3-13-16,0 0-8 0,4 1-2 0,-1 1-12 15,3 1-1-15,-1 3-10 0,1 0-8 0,3 2-5 16,-3 2-4-16,0-1-6 0,0 3-4 0,-1-1-5 16,-4 0-7-16,-1-3-5 0,-3 5-3 0,3-4-9 15,-5 3-3-15,-3-5-3 0,-1 5 1 0,-1-4 1 16,-4 4-3-16,-8-4 1 0,0 7 0 0,-7-7-4 16,-6 3 0-16,-2-2-1 0,3-1 3 0,-5 0 1 15,-3-2-5-15,2-1-2 0,3 0 10 0,-3-2-10 16,11 1 1-16,0-2 1 0,6 2-4 0,0-3 0 15,3 0 3-15,4 0 0 0,-2 0-8 0,4 1-15 16,0 0-17-16,5-1-19 0,-7-2-49 0,7 2-68 16,0 0-60-16,16-11-168 0,-5 5-433 0,7-3 191 15</inkml:trace>
  <inkml:trace contextRef="#ctx0" brushRef="#br1" timeOffset="58717.95">6109 4925 45 0,'-5'-1'143'0,"5"1"4"0,-4-3-2 15,4 3-6-15,0 0-3 0,0 0-1 16,0 0-12-16,-8-1-6 0,8 1-9 0,0 0-3 0,0 0-11 15,0 0-5-15,0 0-8 0,0 0-8 0,0 0-5 16,0 0-8-16,0 0-9 0,0 0-4 0,0 0-7 16,0 0-2-16,-5-1-2 0,5 1-9 0,0 0 2 15,0 0-5-15,0 0 1 0,0 0 6 16,0 0 9-16,0 0-1 0,0 0-2 0,0 0-4 0,0 0-3 16,0 0-1-16,0 0-4 0,22 1-1 0,-7-2-5 15,4-2 0-15,12 3-4 0,-3-3 2 0,0 1-3 16,3 0-3-16,0 0 3 0,-5 1-8 0,-5-1 2 15,-3 1-1-15,1 0 1 0,-6 0-1 16,-1 0-2-16,-4 1-2 0,-1 0 1 0,0-1-5 0,-7 1-19 16,9-1-23-16,-9 1-21 0,0 0 6 0,0 0-23 15,0 0-15-15,0 0-25 0,0 0-34 0,-16 8-34 16,7-7-102-16,1-1-315 0,1 2 141 0</inkml:trace>
  <inkml:trace contextRef="#ctx0" brushRef="#br1" timeOffset="59097.91">6060 5066 119 0,'0'0'202'15,"-6"0"-3"-15,6 0 0 0,0 0-7 0,-8 2-13 16,8-2-8-16,0 0-9 0,0 0-23 0,0 0-11 0,0 0-15 16,23-4-13-16,0 1-10 0,8 0-7 0,5 1-9 15,1-1-8-15,2 0-7 0,14-2-6 16,-2 2-8-16,-13 1-2 0,-1-1-4 0,-1 2-5 15,1-1-3-15,-5 2-3 0,-4 0-3 0,-9 0-1 16,-5-2 5-16,-3 2-12 0,-1-1-3 0,-3 1 0 16,0-2-3-16,-2 2-16 0,-5 0-11 0,8 2-5 0,-8-2-12 15,0 0-19-15,0 0-28 0,0 0-36 16,-18 3-36-16,9-3-36 0,-3 1-149 0,3-1-365 16,9 0 163-16</inkml:trace>
  <inkml:trace contextRef="#ctx0" brushRef="#br1" timeOffset="61240.9">7766 4178 232 0,'0'-6'246'16,"0"1"-4"-16,-2 1 0 0,0-1-13 0,2 1-9 15,0 4-7-15,-1-5-13 0,2 1-19 0,-1 4-19 16,0 0-16-16,-1-6-17 0,1 6-14 0,0 0-14 16,0 0-8-16,0 0-19 0,0-5-27 0,0 5-27 15,0 0-19-15,0 0-1 0,-3 15-2 0,2-6-1 16,1 8 1-16,0 3-6 0,-5-2 6 0,6 8 0 16,-2 3 0-16,1-1 2 0,0 0-1 0,-1 0 2 15,-2 1-1-15,3-4 1 0,3-4 2 0,-2-2 0 16,0 1-2-16,3-3-1 0,-4-5 4 0,1-2-4 15,-1 2 4-15,0-3 2 0,3-1 1 16,-3-4-2-16,0 3 1 0,1-4 3 0,-1 2 13 0,2-2 8 16,-2-3 4-16,0 0 2 0,-2 6 1 0,2-6-8 15,-1 5 10-15,1-5-11 0,0 0-5 0,0 0-18 16,0 0-25-16,1 3-31 0,-1-3-31 0,0 0-37 16,0 0-54-16,0 0-24 0,-5 2-230 0,5-2-464 15,0 0 206-15</inkml:trace>
  <inkml:trace contextRef="#ctx0" brushRef="#br1" timeOffset="62090.89">7132 4889 64 0,'-5'0'182'0,"0"1"-3"0,5-1-6 16,-9 0-4-16,9 0-7 0,0 0-4 0,-7 0-5 15,7 0-10-15,0 0-8 0,-3 4-11 0,3-4-10 16,0 0-9-16,0 0-7 0,0 0-6 0,0 0-11 16,0 0-4-16,-9-2-10 0,9 2-6 0,0 0-5 15,0 0-5-15,0 0-2 0,0 0-8 0,0 0-3 16,0 0-3-16,0 0-5 0,0 0-2 0,0 0-4 15,0 0-2-15,0 0-3 0,0 0-2 0,0 0-4 16,0 0 0-16,0 0 0 0,0 0-3 0,0 0-1 16,0 0-5-16,0 0 3 0,0 0 0 0,0 0-6 15,0 0 3-15,0 0-3 0,0 0 4 0,0 0-1 16,0 0 1-16,0 0-2 0,0 0-1 0,0 0 1 16,0 0-1-16,0 0 0 0,0 0-1 0,0 0 0 15,0 0 0-15,0 0-5 0,0 0 3 0,0 0 3 16,0 0-2-16,0 0 2 0,0 0-2 0,28 3 5 15,-7-3-6-15,4-3 1 0,10 3-1 0,16-5 1 16,6 3 0-16,3 1 6 0,40-6 0 0,2 4 2 16,11-3 2-16,12 2 0 0,3-3 6 0,1 5-12 15,-12-6 7-15,1 6-1 0,-3-4-3 0,-7 2 1 16,-4 2 0-16,-8-1-4 0,-29-1 0 0,-4 2-2 16,28-4 2-16,-41 2 0 0,-9 2 0 0,-2-1 2 15,0 1-3-15,-6-3 1 0,-4 4 1 0,-8 0 9 16,-2-3 9-16,-8 3 6 0,2 1 17 0,-3-3 8 15,-3 3 8-15,0-1 11 0,-3 1-4 0,2-1 0 16,-6 1-7-16,8 0-10 0,-8 0-8 0,9-2-16 16,-9 2-12-16,0 0-34 0,5 0-34 0,-5 0-32 15,0 0-44-15,0 0-34 0,0 0-20 0,0 0-45 16,0 0-239-16,0 0-504 0,0 0 224 0</inkml:trace>
  <inkml:trace contextRef="#ctx0" brushRef="#br1" timeOffset="62967.88">7527 5477 183 0,'0'-3'287'0,"-4"-1"-17"0,3-1-17 0,1 2-18 16,0 3-25-16,0 0-23 0,-3-5-22 0,3 5-11 16,0-4-17-16,0 4-27 0,0 0-24 0,0 0-7 15,0 0-10-15,0 0-9 0,0 17-9 0,3-8-7 16,2 5 15-16,-1 3-7 0,-3 1-6 0,3 6-5 16,0 0-4-16,1 3-2 0,-5-3-1 0,0 3-7 0,1-1 0 15,3-2-5-15,-4-4 2 0,0-3-4 16,0 0-1-16,0 0 0 0,0-1-1 0,0-8-5 15,0 4 0-15,0-5-2 0,0-1 1 0,1-2-2 16,-2 1 9-16,2-1 32 0,-1-4 26 0,0 6 52 16,0-6 29-16,3 4 35 0,-3-4 25 0,0 0-10 0,0 0-16 15,0 0-20-15,-4-20-20 0,-1 4-14 16,5-4-14-16,-5-11-13 0,3-3-25 0,-1-11-13 16,3-7-22-16,3 1-4 0,-1-4-11 0,3-3-4 15,0 9-6-15,-1-1 4 0,2 18-11 0,-3-6-1 0,2 8-1 16,0 4-1-16,4 2-1 0,-4 6-4 0,-1 2 1 15,4 1-8-15,-2 3-1 0,0-1 0 16,2 5-5-16,0-2-7 0,5 2-31 0,-2 1-26 16,8 2-36-16,-1 5-22 0,4 0-34 0,6 3-25 0,0 3-25 15,0 5-38-15,-1 3-41 0,5 1-56 0,-7 0-289 16,-3 2-685-16,-1 0 302 0</inkml:trace>
  <inkml:trace contextRef="#ctx0" brushRef="#br1" timeOffset="63483.88">7568 5617 76 0,'0'0'195'0,"-9"0"-12"0,9 0-14 16,-9 0-18-16,9 0-13 0,-5 3-14 0,5-3-10 16,0 0-9-16,-7 0 1 0,7 0 5 0,0 0-1 15,0 0 0-15,0 0-3 0,0 0-9 16,0 0-5-16,0 0-5 0,0 0-8 0,0 0-3 16,0 0-10-16,12-7-5 0,1 4-5 0,1 1-7 0,4-1-4 15,4-2-5-15,7-2-6 0,0 5 1 0,1-3-5 16,-1 2-3-16,-2-1-4 0,2 3-5 0,-9-2-1 15,0 2 0-15,-7-2-4 0,0 3 1 0,-1 0-2 16,0-1-2-16,-4 0 3 0,-2 1-5 0,-6 0 0 16,9 0-2-16,-5-2 1 0,-4 2-3 0,9 0-1 15,-9 0-20-15,5-1-20 0,-5 1-32 0,0 0-24 16,0 0-30-16,0 0-50 0,0 0-223 0,0 0-429 16,-14 8 190-16</inkml:trace>
  <inkml:trace contextRef="#ctx0" brushRef="#br1" timeOffset="63917.05">8465 5374 205 0,'0'-6'287'0,"4"-3"-8"16,-4 4-1-16,3 0-13 0,-2 2-10 0,-1-2-15 0,1 0-19 15,-1 5-23-15,0-4-21 0,0 4-17 0,3-5-22 16,-3 5-18-16,1-2-18 0,-1 2-20 0,0 0-12 15,0 0-9-15,0 12-8 0,-1 0-4 0,2 0-6 16,2 2-2-16,-3 3-4 0,-3 3 2 0,6-1-14 16,-3 7-1-16,0-6-1 0,0-1-1 0,0 1-2 15,0-3-4-15,1 2 3 0,0-2-4 0,-2-6 4 16,2 2-4-16,-1-1-2 0,0-5 1 0,2 1-2 16,-4-2 1-16,4-1-10 0,-2 0-4 0,0 0-5 15,0-2 0-15,0-3 1 0,2 4 4 0,-2-4-2 16,0 0-17-16,0 0-44 0,0 0-41 0,0 0-37 15,0 0-36-15,-6-19-30 0,3 12-47 0,-1-2-189 16,3-4-480-16,-3 4 213 0</inkml:trace>
  <inkml:trace contextRef="#ctx0" brushRef="#br1" timeOffset="64283.86">8455 5303 186 0,'0'-6'267'15,"0"6"-17"-15,-4-5-24 0,4 5-15 0,0-1-26 16,0 1-18-16,0 0-18 0,0 0-14 0,0 0-14 16,0 0-14-16,0 0-10 0,0 0-11 0,23 9-10 15,-12-1-5-15,4 2-12 0,1 3-6 0,0-3-5 16,7 8-3-16,-4 4-6 0,1-3-5 0,-1 1-2 16,-2 1-2-16,1 0-4 0,-5 1-1 0,-6-5-2 15,6 7-1-15,-6-7-5 0,-5 2 0 0,2-1-3 16,-5 0-1-16,-2-1 2 0,-2-2 5 0,-3 2-6 15,-3-3 0-15,-2-1 3 0,-1-1-4 0,-3 0-2 16,0-2 2-16,-2-1-2 0,2-1 1 0,0-2 2 16,3 0 4-16,2-1 0 0,0-3 2 0,2 2-2 15,3-1 1-15,1-3-1 0,-2 3-1 0,2-3 1 16,1 1-1-16,5-1 19 0,-7 3 12 0,7-3 4 16,-5 1-2-16,5-1-3 0,0 0-2 0,0 0-8 15,0 0-2-15,0 0-27 0,0 0-14 0,0 0-19 16,0 0-30-16,12-8-36 0,-6 5-50 0,-1 1-53 15,6-5-57-15,-4 5-207 0,2-5-495 0,2-1 220 16</inkml:trace>
  <inkml:trace contextRef="#ctx0" brushRef="#br1" timeOffset="64583.9">8825 5240 85 0,'3'-4'235'0,"-3"4"-32"16,5-1-18-16,-5 1-26 0,0 0-13 0,14 7-12 16,-5 1-7-16,4 3-8 0,-2 4-9 0,6 6-8 15,0 7-2-15,-2-2-6 0,-2 5-7 0,-2 1-6 16,-3 4-6-16,0 10-6 0,-8-10-6 0,-2 10-3 15,-3-10-8-15,-4 9 1 0,-5-12-7 0,0-1-2 16,-14 8 2-16,-3-2-6 0,6-12 0 0,-12 7-19 16,6-11-18-16,-12 0-29 0,-2 4-45 0,9-11-59 15,0-2-82-15,-17-3-145 0,2-4-387 0,11-4 171 16</inkml:trace>
  <inkml:trace contextRef="#ctx0" brushRef="#br1" timeOffset="64966.82">8268 5177 240 0,'0'0'295'0,"0"0"-14"0,2-5-22 0,-2 5-23 16,-3-4-27-16,3 4-28 0,0 0-20 0,0 0-19 15,-9 9-18-15,3-1-15 0,-8 8-12 0,-4 8-10 16,-6 18-8-16,-1 1-9 0,0 8-10 0,2 1-4 15,-2 5-6-15,2 1-7 0,3-3 2 0,10-2-6 16,1-1 12-16,6-4 5 0,7-14-1 0,5-1 7 16,0 0 2-16,11-2 3 0,3-2-5 0,13 4 2 15,9-2 1-15,2-10-48 0,4-3-67 0,-12-7-115 16,14-6-371-16,-3-4-580 0,-9-2 257 0</inkml:trace>
  <inkml:trace contextRef="#ctx0" brushRef="#br1" timeOffset="67270.89">10103 4175 2 0,'0'0'136'16,"-2"-5"-2"-16,2 5-5 0,0 0 2 0,-3-4-3 16,3 4-5-16,0 0-2 0,0 0-9 0,0 0 3 15,-1-3-5-15,1 3-2 0,0 0-1 0,0 0-5 16,0 0-5-16,0 0-9 0,0 0-3 0,0 0-10 15,0 0-5-15,0 0-1 0,0 0-20 0,0 0-5 16,0 0-5-16,0 0-14 0,0 0-3 0,0 0-16 16,0 0-10-16,0 0-4 0,2 15 3 0,1-8-1 15,-3 7-2-15,0 3 2 0,-3 1 1 0,5 9 3 16,-6 4-2-16,1 5 1 0,-3 0-1 0,0 12-2 16,-3 6 6-16,-3-2-2 0,-1 0 6 0,-1-2 4 15,-5 1 0-15,-1-1 0 0,2-3-3 0,-3-6 5 16,6-9-4-16,-2 0 1 0,0-4 5 0,1-1-1 15,-2-2 4-15,2-4-7 0,0-2 3 0,6-5-2 16,-3 1 4-16,7-6 1 0,0-3-5 0,-1 2 11 16,2-3 14-16,0-2 22 0,4 1 25 0,-3-2 16 15,4-2-9-15,0 0 1 0,0 0-4 0,-4-8-7 16,4 2-9-16,4 0-11 0,0 1-4 0,2-4-7 16,0 2-2-16,1-2-6 0,2 4-6 0,1-1-2 15,-2 0-7-15,-2 2-5 0,2 2-1 0,4-1-3 16,-2 1 6-16,0 2-15 0,2 0 0 0,0 5-4 15,-1 0-1-15,2 6-4 0,0 1 3 0,1 3-1 16,-5 4 1-16,1 4 1 0,-1 3 2 0,-1 6-3 16,-3-2-1-16,-5 22-1 0,-1-4 4 0,-2 3 1 15,-2 0 1-15,0-3-2 0,0-14 3 0,1 2-4 16,-2 1 1-16,-1-5 3 0,2-1-1 0,1-3-4 16,-1-4 4-16,0-6-7 0,4-1 1 0,-2-5-3 15,2 0-3-15,1-3 3 0,0-1 1 0,1-1 4 16,-1-1 3-16,4-1 4 0,1-1 4 0,0 1 4 15,3-1 8-15,1-1-4 0,5-1 9 0,0 1-1 16,0-1-6-16,4 0 6 0,1-2-2 0,-1 0-7 16,0 3 2-16,1-3 4 0,-5 0-8 0,-3 1 2 15,1-1-1-15,-3 3-3 0,1-3 0 0,-6 0 1 16,4 0-2-16,-8 0 0 0,6 0-4 0,1 0 1 16,-7 0 1-16,0 0 0 0,7 0-6 0,-7 0 4 15,0 0-12-15,0 0-24 0,9-4-36 0,-6 1-76 16,-3 3-92-16,6-7-91 0,-2 2-195 0,5-3-559 15,-1-1 248-15</inkml:trace>
  <inkml:trace contextRef="#ctx0" brushRef="#br1" timeOffset="68333.6">11022 4461 168 0,'1'-5'179'15,"2"2"1"-15,-3 3 4 0,4-7-6 16,-3 4-10-16,-1 3-1 0,0-4-9 0,0 4-7 15,0 0-11-15,5-4-9 0,-5 1-12 0,0 3-12 0,0 0-9 16,0 0-13-16,0 0-11 0,0 0-6 0,0 0-13 16,0 0-7-16,-14 0-6 0,2 0 0 0,1 4-7 15,-2 0-7-15,-2-2-4 0,-2 5-1 16,-3-4-1-16,3 3-2 0,-1-1-4 0,-2 2-1 0,2-2 0 16,-2 3-4-16,4-2-3 0,-2 2-2 0,9-4 0 15,-2 2-4-15,2 0 1 0,1-1-1 0,1 1-1 16,0 0 1-16,2-1-3 0,3-2 2 0,-1 6 8 15,4-1-7-15,3-1 2 0,1 5-3 16,8 1 1-16,1 3 1 0,5 2 0 0,4 1-2 0,-1-2 0 16,5 4 1-16,-3-2-1 0,2 1 4 0,-6-1 0 15,-2 2-3-15,1 0-14 0,-6 1 1 0,3-1 7 16,-6-4-5-16,-4 1 6 0,-2 0-4 0,-3 2 1 16,-1-3 2-16,-4 0 8 0,-3 0-2 0,-4-3 5 15,-3 2-7-15,0-3 3 0,-4 1 0 0,-6-1-1 16,0-1 7-16,-4 0-2 0,1-3-2 0,-3-1 4 15,4-1-1-15,5-4-1 0,1 1 0 0,-1-1-5 16,3-3-8-16,6 0-12 0,1 0-13 0,1 1-19 16,2-1-38-16,2-3-20 0,5 1-25 0,1 2-29 15,6-8-23-15,2 4-159 0,1-1-371 0,9-1 164 16</inkml:trace>
  <inkml:trace contextRef="#ctx0" brushRef="#br1" timeOffset="68666.3">11221 4834 245 0,'0'-6'351'0,"0"6"-4"0,0-7-12 16,-1 5-16-16,1 2-13 0,0-7-27 0,0 7-27 15,1-3-28-15,-1 3-23 0,0 0-28 16,0 0-16-16,0 0-23 0,0 0-19 0,0 0-16 0,0 0-10 15,0 0-17-15,0 0-8 0,0 0-10 0,4 12-2 16,-4-8-4-16,1 7-9 0,2-1-7 0,-6 1-4 16,6 2 3-16,-2 1-2 0,2-3 0 0,-3 2 2 15,1-1-10-15,-1-2-2 0,0 2-7 16,2-1 3-16,0-2-2 0,-2 0 1 0,0-4-2 0,0 2-18 16,0-2-14-16,0-2-6 0,0 1 4 0,0 1-1 15,0-5-2-15,1 4-1 0,-1-4 4 0,3 3 0 16,-3-3-3-16,0 0-19 0,0 0-65 15,0 0-46-15,-8-10-41 0,4 4-28 0,0-6-59 16,1 2-220-16,0-8-544 0,-2 0 241 0</inkml:trace>
  <inkml:trace contextRef="#ctx0" brushRef="#br1" timeOffset="68833.89">11265 4604 266 0,'1'-3'305'0,"-1"-2"-7"0,0 2-27 0,3 0-23 0,-3 3-24 15,1-4-26-15,-1 4-21 0,0-2-16 0,0 2-23 16,0 0-33-16,0 0-37 0,0 0-24 0,0 0-30 16,0 0-23-16,0 0-28 0,10 8-35 0,-10-4-31 15,5 3-35-15,-5 1-35 0,3 1-159 16,-3-1-357-16,1 2 158 0</inkml:trace>
  <inkml:trace contextRef="#ctx0" brushRef="#br1" timeOffset="69466.16">11473 4768 98 0,'0'0'323'0,"4"-2"-7"0,-4 2-10 0,0 0-9 15,0-5-20-15,0 5-24 0,0 0-31 16,0 0-23-16,0 0-25 0,5-2-16 0,-5 2-19 16,0 0-20-16,0 0-14 0,0 0-18 0,0 0-10 15,3 9-7-15,-3-6-11 0,0 4-5 0,0-1-3 0,1 5-10 16,-1-1-7-16,0 3-2 0,0-1-3 0,0 4-4 15,0 1-4-15,0-2 0 0,0-2 1 0,0 4-2 16,-1-1-3-16,1-4 0 0,0-1-3 16,0-1-1-16,0 1-4 0,-3-5 4 0,3-1-2 15,0 1 2-15,0 0 1 0,0-5-3 0,0 4 12 16,0-5 38-16,0 5 26 0,0-5 38 0,0 0 38 0,0 0 24 16,0 0 18-16,0 0-5 0,0 0-25 15,0 0-18-15,14-16-17 0,-5 5-15 0,-1 3-11 16,3-8-12-16,1 3-9 0,-2 0-10 0,1-1-11 15,-2 5-7-15,-1 2-3 0,-3-2-4 0,3 4-13 16,-3-1-6-16,1 3-5 0,-3-2-10 0,0 3-7 0,-1 0-7 16,1-1-12-16,-3 3-19 0,6-3-14 0,-6 3-3 15,6 6-7-15,-2-2-5 0,1 0-2 16,-1 2-7-16,1 2 6 0,0 2 6 0,0-1 4 16,1 3 10-16,0 0 7 0,-1-2-8 0,-1 1 7 15,1-3-5-15,-2 3-7 0,-1-5-1 0,-1 1 1 0,3 0-6 16,-4-4-8-16,3 1-3 0,-2 1 7 0,0-2-1 15,-1-3 13-15,3 3-5 0,-2-2 11 16,-1-1 7-16,3 6-12 0,-3-6-6 0,0 0-16 16,0 0-20-16,1 4-17 0,-1-4-29 0,0 0-61 15,0 0-65-15,0 0-63 0,0 0-42 0,13-11-244 0,-8 7-648 16,0-1 287-16</inkml:trace>
  <inkml:trace contextRef="#ctx0" brushRef="#br1" timeOffset="70065.89">12375 4740 200 0,'0'-5'219'16,"0"2"-13"-16,3-4-5 0,-3 2 8 0,1-1-8 0,-1-1-7 15,0 0 1-15,0 3-10 0,0-3-8 16,0 3-11-16,0 0-20 0,0-2-12 0,-1 2-18 15,-3 0-13-15,-1 0-6 0,1 0-19 0,-1 2-5 16,1-3-12-16,-1 4-12 0,5 1-2 0,-14 1-8 16,1 1-5-16,0 1-2 0,-2 3-6 0,0 2-5 0,-3 1-5 15,-1 0-1-15,2 7-1 0,-5-1-1 16,1 1 0-16,4 2-5 0,-1-3 1 0,8 0-1 16,-3 2 1-16,4 0-1 0,0 1 2 0,4-4-4 15,1 1 1-15,-1-2-2 0,4-4 4 0,-2 2-1 16,6-6 4-16,-3 1 4 0,6 1 7 0,-2-4 9 0,1 1 15 15,7-2 1-15,-1-2 12 0,1 0 6 0,1-1 10 16,1-3 22-16,-3-3 4 0,7 1 0 16,-3-2 6-16,-1-2-2 0,-3 3 6 0,0-2-13 15,-2 1 2-15,1-1-5 0,-2 1-5 0,1 1-5 16,-3 4-4-16,-2-1-7 0,1 0-12 0,-1 0-7 0,-3 2-7 16,-1 2-8-16,5-3-17 0,-5 3-18 0,4-2-22 15,-4 2-31-15,0 0-7 0,0 0 17 16,9 2-18-16,-5 3-10 0,1 2-11 0,-1-2-12 15,2 3-16-15,-2 1-21 0,1-1-22 0,2 1-30 16,-1 0-36-16,2 0-37 0,-3-1-56 0,1 0-275 0,-2-3-630 16,-1 0 280-16</inkml:trace>
  <inkml:trace contextRef="#ctx0" brushRef="#br1" timeOffset="70532.66">12521 4693 230 0,'5'-5'253'0,"0"1"-21"0,-1 0-23 0,2-1-18 15,2 3-20-15,1 0-19 0,-3 2-16 0,6 0-12 16,-2 0-15-16,-1 0-12 0,3 7-11 0,-1-4-9 16,-2 4-10-16,0 1-7 0,1 1-5 0,-3 3-7 0,-1 0-7 15,0 4-3-15,-4-3-6 0,-1-1 1 16,0 6-6-16,-3 1-1 0,-2-2-5 0,-1 1-1 15,-3 2-3-15,-2-4-1 0,1 1-3 0,-1-3 3 16,-3 0-1-16,3-2-1 0,1-2 0 0,0-4-1 16,1 0 1-16,4 0 2 0,-1-1-1 0,1-2 5 0,0 1 13 15,2 0 18-15,-2 1 20 0,3-3 35 16,1-2 36-16,0 0 37 0,0 0 18 0,0 0-22 16,0 0-20-16,0-12-15 0,6 5-18 0,7-6-12 15,-4 0-11-15,5-4-13 0,-2 1-11 0,3-6-8 16,1 1-8-16,2 1-9 0,0-1-6 0,-5 8-3 0,0 3-10 15,-2-4 3-15,-1 5-5 0,-2 1-3 0,-1 1-4 16,0 1 0-16,-2 1-2 0,-1 2-7 16,0-1-6-16,-3 1-11 0,-1 3-28 0,4-3-31 15,-4 3-20-15,0 0 20 0,4 7-1 0,-4 0 5 0,0 3 5 16,-4 5 8-16,4-1 3 0,-1 5 2 0,-2 3 8 16,3 2 2-16,3-3 8 0,-1-1 1 0,2-2 2 15,5 1 6-15,0-1 3 0,10 0-21 16,0 2-38-16,6-5-69 0,0-4-102 0,6-4-382 15,3-2-675-15,1-5 299 0</inkml:trace>
  <inkml:trace contextRef="#ctx0" brushRef="#br1" timeOffset="71316">13119 4855 181 0,'0'0'176'0,"0"0"-17"0,-6 1-14 15,6-1-15-15,0 0-5 0,0 0-13 0,0 0-4 16,0 0 0-16,0 0-8 0,0 0-3 0,0 0-13 16,0 0-3-16,0 0-1 0,0 0-1 0,0 0-3 15,0 0-2-15,0 0-4 0,0 0-2 0,0 0-10 16,0 0-2-16,-3 1-9 0,3-1-2 0,0 0-6 15,0 0-2-15,0 0-1 0,0 0-4 0,0 0 1 16,0 0-2-16,0 0 5 0,0 0 6 0,0 0 11 16,0 0 2-16,0 0-2 0,4 8 8 0,-4-8-14 15,11-1 0-15,2 1-3 0,5-2 1 0,10-3-8 16,-1 4-6-16,8-2-4 0,4-2-1 0,-3 3-5 16,17-3-1-16,-14 3 0 0,-6-2 0 0,2 0-3 15,-7 1-2-15,-8 0-2 0,-2 2 8 0,-4 1-1 16,-4-3-15-16,1 3-12 0,-4-2-28 0,-2 1-21 15,0 1-15-15,-5 0-17 0,0 0-22 0,0 0-30 16,0 0-18-16,-24-1-24 0,13 2-23 0,-3-1-161 16,-6 0-395-16,3-1 175 0</inkml:trace>
  <inkml:trace contextRef="#ctx0" brushRef="#br1" timeOffset="71565.81">13336 4720 8 0,'-1'-6'285'16,"0"-1"-1"-16,-1 0 10 0,2 2-11 0,0-2-4 15,0 0-14-15,0 0-15 0,0 4-22 0,0-1-20 16,0 4-27-16,0-8-16 0,0 8-12 0,2-4-32 16,-2 4-16-16,0 0-27 0,0 0-8 0,0 0-5 15,1 13-11-15,3-2-4 0,-4-1-8 0,3 8 1 16,3 9-6-16,-4-3 1 0,1 5-16 0,3-2-10 15,-2 1-14-15,1 0-26 0,3-2-32 0,-2-1-35 16,-2-5-51-16,1-4-64 0,0 1-82 0,-1-5-173 16,2-5-503-16,1 0 222 0</inkml:trace>
  <inkml:trace contextRef="#ctx0" brushRef="#br1" timeOffset="72168.92">13771 4892 16 0,'0'0'234'0,"-2"-7"-14"0,2 7-12 16,7-7-16-16,-2 2-4 0,-1-1-8 0,0 1-8 16,1-4-16-16,2-2-9 0,-3 4-6 0,1-4-2 15,3-2-10-15,-3-3-5 0,5 1 6 0,-1-4-15 16,-5 3 0-16,5-2-13 0,-3-7-6 0,1-2-14 16,-2 3 3-16,-1 3-1 0,0-3-11 0,-2 5 1 15,1 0 4-15,-3 3-2 0,1-3-4 0,-1 3-3 16,0-2 2-16,-1 4-1 0,1 3-1 0,-3-2-3 15,3 5 3-15,-2-2-3 0,-1 6 1 0,3-3-10 16,0 3-10-16,-1 0-7 0,1 4-13 0,-3-7-1 16,3 7-34-16,0-4-20 0,0 4-22 0,0 0 10 15,0 0 0-15,-9 11 4 0,5-3 3 0,-2 9 1 0,-3 0 0 16,1 6 11-16,2 4 1 0,-3-1 1 16,4 4 4-16,1-3 0 0,-1 4 3 0,2-4 1 15,2 2 4-15,5-2 4 0,1-3 5 0,0 2 2 16,4-9 1-16,-3 0 4 0,4 0-1 0,0-5 6 15,0 1 0-15,-1-2 7 0,1-5 0 0,-1 1 10 16,3-2 3-16,-3-1 9 0,1-2 18 0,-3-1 15 16,0-1 2-16,1 0 11 0,0-2-5 0,0-1-2 15,-1 0-13-15,-1 0-1 0,4-5-8 0,-6 2-1 16,1 1-11-16,-1-2-4 0,0 3-12 0,-3-4-8 16,0 3-11-16,1 1-9 0,-2-2-12 0,-3 0-16 15,0 1-16-15,0 0-16 0,-4 1-16 0,1 0-16 16,-4 1-12-16,1-1-29 0,-2 2-23 0,3 2-22 15,0 0-28-15,1-3-30 0,1 3-20 0,6 0-37 16,0 0-217-16,-11 0-546 0,11 0 242 0</inkml:trace>
  <inkml:trace contextRef="#ctx0" brushRef="#br1" timeOffset="72466.06">14195 4366 98 0,'0'0'199'16,"0"-4"-26"-16,0 4-18 0,0 0-17 0,0 0-13 16,6 12-16-16,-2-2-11 0,3 3-7 0,0 3 2 15,5 8-7-15,-1 2-2 0,1 6-2 0,-1-1 2 16,7 15 2-16,-5-1 3 0,-7 4-9 0,1-4-5 15,-6 2-6-15,-2-10-5 0,-3-2-5 0,-4 0-3 16,-2-1-3-16,-3-3-4 0,-4 0-5 0,-2-1 1 16,-2-3-2-16,-7-1-1 0,-2-2-5 0,-12 3-10 15,10-9-24-15,-18 4-52 0,-1-5-69 0,1-5-87 16,-3-4-156-16,0-4-391 0,2-6 173 0</inkml:trace>
  <inkml:trace contextRef="#ctx0" brushRef="#br1" timeOffset="73065.89">12212 4299 89 0,'-5'-3'115'0,"5"3"-7"0,-6 0-7 16,6 0-11-16,0 0-4 0,-11 0-6 0,6 3-9 16,1-1 2-16,-5 3-12 0,4 0 0 0,-5 2-10 15,0 7 11-15,-3-1-8 0,-4 10 9 0,0 1 3 16,1 6 3-16,-4 15 12 0,-1 5 2 0,2 0-2 16,-1 3-5-16,3 6 5 0,-2-3-9 0,5 1 22 15,4-3 3-15,3-4 4 0,3-4 5 0,7-12-3 16,3-1-6-16,3-1 2 0,6 2 1 0,7-9-6 15,5 0 2-15,15 8-14 0,8-7-2 0,6-8-5 16,5-1-24-16,2 0-55 0,-3-7-61 0,3-2-89 16,3-3-102-16,-3-2-173 0,-2-2-464 0,-3-5 206 15</inkml:trace>
  <inkml:trace contextRef="#ctx0" brushRef="#br1" timeOffset="75265.27">14479 4001 136 0,'0'0'139'0,"2"-2"-7"16,-2 2-5-16,0 0-3 0,0 0-8 0,0 0-4 15,0-4-7-15,0 4-11 0,0 0-14 0,1-4 0 16,-1 4-19-16,0 0-7 0,0 0-8 0,0 0 1 15,0 0-9-15,0 0-6 0,0 0-4 0,4 13-3 16,0-5 3-16,-3 1-9 0,4 3-6 0,-1 6 0 16,1-1 2-16,3 8 0 0,0 0-1 0,-1 2 2 15,5-1 2-15,0 3-13 0,1-2 7 0,-1 1-3 16,6 1 0-16,0-2 0 0,1-1 2 0,0 1 1 16,2-3-10-16,0-5 9 0,4 2-1 0,-4-4-3 15,4-1-1-15,-2-2 3 0,-4-4 1 0,5 4-4 16,-6-6 3-16,0 2 2 0,0-4-11 0,2 0 4 15,-7-5 6-15,1 0 12 0,0-2 3 0,-1 0 4 16,-3-4 7-16,-1 2 5 0,1 0 3 0,-2-1 6 16,0-3-4-16,-3 2 4 0,0 3 4 0,-3-6-3 15,1 4-3-15,-2-1-5 0,-1 0-5 0,-1 0-2 16,-2 0-14-16,1 0 7 0,-3 1-5 0,0-1-4 16,-2 1-3-16,1 0-2 0,-2 0-5 0,-2 2 0 15,-3-2 1-15,0 3-5 0,0 1 0 0,1-3-1 16,0 3-2-16,-2 0-3 0,0 0-1 0,-1 4-1 15,0-1 2-15,-1 3 2 0,0-1 0 0,0 2-4 16,-3 2-1-16,6 0 0 0,-7 8 1 0,-2 2-6 16,4 1 7-16,0 2-1 0,1 2-1 0,0 1 1 15,0 1-1-15,3 3 2 0,0 2-3 0,0 3 6 16,2-2-6-16,1 2 3 0,2 13 2 0,0-12-3 16,4-1 2-16,0 2 1 0,0 10 0 0,0-12 0 15,2-1-1-15,-1 16 3 0,4-15-1 0,0 0 0 16,0 12 0-16,4 0 3 0,-4 0 3 0,3-8-4 15,2 8-2-15,-4-10 3 0,6 10 2 0,-5-10-2 16,-2-1 1-16,5 0 0 0,-5-1 5 0,4 1-4 16,-5-2-2-16,-2 2 1 0,2-6 2 0,-3 1-2 15,-1-3 1-15,-3-2 1 0,-2 0 0 0,1-7 21 16,-4 4 4-16,-6 0-1 0,-3-3 0 0,-6 2 4 16,-9-5-3-16,-17 5-2 0,-8-2-30 0,-40 6-66 15,-2-3-101-15,-6-18-296 0,-1 4-499 0,3-8 222 16</inkml:trace>
  <inkml:trace contextRef="#ctx0" brushRef="#br1" timeOffset="80914.31">6178 8274 48 0,'0'0'152'0,"-8"0"-1"16,8 0-6-16,-5-4-19 0,5 4-3 0,0 0-10 16,0 0-10-16,-4-2-6 0,4 2-9 0,0 0-5 15,0 0-4-15,0 0-2 0,0 0-4 0,-5-1-1 16,5 1-3-16,0 0 1 0,0 0-9 0,0 0-4 15,0 0 2-15,0 0 5 0,0 0 4 0,0 0-7 16,0 0-3-16,0 0-8 0,0 0-4 0,0 0-2 16,23 0-6-16,-9-2-4 0,7 0-4 0,8 0 1 15,3-1-4-15,1-1-4 0,3 1-2 0,0 0-6 16,0 0 1-16,0 1-1 0,3-3-1 0,-3 4-2 16,-6-1 1-16,-2 1-9 0,-6 0 7 0,-4 0-1 15,1 1-5-15,-10 0-27 0,-1 0-32 0,2 0-35 16,-5 1-22-16,-5-1-11 0,1 4-29 0,-1-4-184 15,-10 5-362-15,0-2 160 0</inkml:trace>
  <inkml:trace contextRef="#ctx0" brushRef="#br1" timeOffset="81257.88">6207 8499 173 0,'-5'2'215'0,"1"-1"-11"15,4-1-8-15,-5 4-5 0,1-2-16 0,4-2-12 16,0 0-21-16,0 0-12 0,8 5-10 0,6-4-13 0,4-1-11 15,14-1-12-15,5-1-5 0,4 2-6 16,14-4-8-16,-17 3-9 0,21-3-7 0,-4 3-1 16,-1-1-4-16,-15 2-5 0,-1 0-4 0,-3 2-1 15,-3-4-4-15,-9 5-4 0,-6-3-2 0,-2 4-4 0,-4-3-5 16,-2-1-5-16,-1 0-12 0,-3 0-11 0,2 0-14 16,-7 0 5-16,2 4-7 0,-2-4-16 15,-6 5-28-15,-1 0-45 0,-2-1-41 0,-3-1-201 16,1 0-389-16,2-1 173 0</inkml:trace>
  <inkml:trace contextRef="#ctx0" brushRef="#br1" timeOffset="82172.88">8558 7533 56 0,'-1'-6'230'16,"1"0"-1"-16,0-1-7 0,-1 0-8 0,2 3-12 15,-1 0-12-15,-1 0-9 0,1 4-9 16,1-9-18-16,-2 7-15 0,1 2-14 0,-1-5-15 0,1 5-16 15,0 0-11-15,0-5-12 0,0 5-8 0,0 0-10 16,0 0-4-16,1 16-7 0,-1-4-7 0,1 6-5 16,-1-2-1-16,1 8-4 0,-1 2-1 0,2 2-4 15,-2-2 0-15,0 1 1 0,2-4-7 0,-2-2 1 16,3-4 0-16,-2 1-3 0,0-1-1 0,-1-5 1 16,2-2-4-16,-2 0 1 0,1-1 0 0,-1-2-2 15,1-1-3-15,1-1 7 0,-2 0-2 0,1-1 1 16,-1 1-8-16,1-1 8 0,1-3-28 0,-2-1-24 15,0 7-28-15,0-7-24 0,2 8-27 0,-2-6-36 16,0 1-22-16,1 1-215 0,-1-4-426 0,-1 5 189 16</inkml:trace>
  <inkml:trace contextRef="#ctx0" brushRef="#br1" timeOffset="82780.92">7751 8208 143 0,'-7'0'146'0,"7"0"-8"0,0 0-8 15,0 0-7-15,0 0 4 0,0 0-11 0,0 0-1 16,0 0-10-16,-6 0 0 0,6 0-9 0,0 0-7 16,0 0-5-16,0 0-9 0,0 0-2 0,0 0-4 15,0 0-8-15,0 0 1 0,0 0-9 0,0 0-7 16,0 0-3-16,0 0-6 0,0 0-6 0,0 0 2 15,0 0-4-15,0 0 1 0,0 0-6 0,0 0-2 16,0 0-1-16,0 0-2 0,0 0 3 0,0 0-6 0,0 0-4 16,0 0-1-16,0 0 3 0,0 0-2 0,0 0 1 15,0 0-1-15,0 0-4 0,33 0 3 16,-11-1-3-16,10-2 2 0,6 1-3 0,18-3-1 16,11 4 0-16,31-5 1 0,7 1-4 0,3-1 3 0,6 2 4 15,12 3 6-15,8-3 6 0,5 2 9 0,8-1-4 16,-4 1 5-16,4-1 1 0,-7 3-3 0,-4-3-5 15,-4-1 0-15,-8 2-1 0,-9 2-2 16,-3-3 0-16,-8-1-4 0,-6 0 3 0,-6-1-2 0,-28 3 0 16,4 0-1-16,-8-1-1 0,-4-3-5 0,-4 3 5 15,-13 2-4-15,-5-2 2 0,-13 1 4 0,-1 1 9 16,-2 0 8-16,-7 0 8 0,-3-1 7 0,1 1-6 16,-1 1 2-16,-2 0-10 0,-6 0-15 0,9-3-30 15,-9 3-31-15,4-1-31 0,-4 1-46 0,0 0-45 16,0 0-48-16,-28 5-232 0,10-2-477 0,-1 0 211 15</inkml:trace>
  <inkml:trace contextRef="#ctx0" brushRef="#br1" timeOffset="83680.89">8441 8857 53 0,'-3'-4'273'0,"3"-1"-14"0,0 5-16 0,-1-8-15 16,1 4-22-16,0 4-18 0,0-4-21 0,0 4-17 16,0 0-17-16,0-4-20 0,0 4-15 0,0 0-10 15,0 0-13-15,0 0-11 0,5 10-6 0,-1-3-14 16,0 5-5-16,-3 5-4 0,3 0-1 0,1 10-6 15,-5 2-3-15,4 0-2 0,-3 2-3 0,2 0 0 16,-3 0-1-16,1-1 0 0,-2 3-4 0,1-1 1 16,1-4-2-16,-2 0-2 0,1-4 2 0,-3-4-3 15,3-3-5-15,0-8 3 0,0 4-1 0,0-6 0 16,0 2 0-16,0-3 24 0,0 0 28 0,0-1 29 16,0-2 25-16,0-3 32 0,0 4 39 0,0-4 24 15,0 0 2-15,0 0-23 0,0 0-16 0,-9-12-17 16,8 2-17-16,-7-7-11 0,3 0-14 0,1-2-21 15,2-10-2-15,-5-1-7 0,1-3-6 0,1-3-13 16,-2-11-11-16,6 1-9 0,1 11-8 0,-5-13-4 16,5 11 3-16,0 2-2 0,-3 0-7 0,6 2 2 15,-3-1 4-15,0 5-3 0,4 3-4 0,-3 6 4 16,3 2 0-16,-3 2-8 0,3 0-2 0,0 4 0 16,2 1-4-16,2 0-4 0,1-2-1 0,1 3-3 15,3-2-4-15,6 1-1 0,2 2-5 0,4-4-17 16,1 5-26-16,2 3-20 0,-7 1-32 0,9 1-39 0,-8 5-31 15,-2-2-25-15,3 1-25 0,-2 6-29 16,0-3-35-16,0 3-54 0,-5 3-313 0,0-2-703 16,-7 0 311-16</inkml:trace>
  <inkml:trace contextRef="#ctx0" brushRef="#br1" timeOffset="84035.96">8465 9029 50 0,'0'0'212'0,"-6"1"-13"0,6-1-13 16,-8 1-11-16,8-1-13 0,-5 3 1 0,5-3-6 16,0 0-11-16,0 0-14 0,0 0-7 0,0 0-7 15,9 5-8-15,1-5-10 0,7 0-9 0,5 0-10 16,11-1-8-16,3-1-16 0,16-3-35 0,-15 3-50 15,18-1-57-15,-4-2-64 0,-17 3-201 0,1-3-379 16,-7 1 168-16</inkml:trace>
  <inkml:trace contextRef="#ctx0" brushRef="#br1" timeOffset="84763.93">9348 9026 185 0,'-5'0'181'0,"5"0"-7"0,-10 0-10 16,6 1-5-16,4-1 0 0,-8 0-5 0,8 0-8 15,0 0-11-15,0 0-14 0,0 0-15 0,-9 0-3 16,9 0-4-16,0 0-1 0,0 0-6 0,0 0-5 16,0 0-1-16,0 0-4 0,0 0-4 0,0 0-6 15,0 0-2-15,0 0-4 0,0 0-9 0,0 0-5 16,-5 2-6-16,5-2 0 0,0 0-10 0,0 0-4 15,0 0-3-15,0 0-2 0,0 0-3 0,0 0 0 16,0 0-4-16,0 0-3 0,0 0-3 0,-5 2-3 0,5-2 8 16,0 0-7-16,0 0-4 0,0 0-2 0,0 0 1 15,0 0 1-15,0 0 1 0,0 0-8 16,0 0 3-16,0 0-2 0,0 0 9 0,0 0-12 16,0 0 4-16,0 0-2 0,0 0 1 0,0 0 2 0,0 0-2 15,0 0-4-15,0 0 5 0,0 0 2 0,0 0-2 16,0 0-2-16,0 0 1 0,0 0 1 0,0 0-2 15,30-1-3-15,-19-2 5 0,10 3 0 0,2-1-2 16,5 0 1-16,4 0-2 0,0 1 0 0,3-3 0 16,1 1 0-16,-4 2 1 0,-1-2 6 0,-2-1-7 15,-8 3 0-15,0-1 0 0,-7 1 1 0,-1 0-10 16,-3-1-8-16,-1 1-14 0,-4 0-20 0,0 1-16 16,-5-1-29-16,8 1-19 0,-8-1-38 0,0 0-33 15,0 0-59-15,0 0-124 0,0 0-400 0,-28-4 177 16</inkml:trace>
  <inkml:trace contextRef="#ctx0" brushRef="#br1" timeOffset="85413.88">10135 8857 227 0,'-2'-5'219'0,"0"-1"-4"0,2 0 0 15,-1 1-12-15,-2 1-13 0,2-1-20 0,-4-2-20 16,4 3-16-16,-3 0-8 0,2 1-17 0,-4-1-14 16,1 3-13-16,-1 0-2 0,-2 0-16 0,8 1-6 15,-20 2-13-15,7 3 0 0,-2 1-8 0,-3 0-4 16,1 5-3-16,1 0-6 0,-1 2-2 0,-5 4-1 15,7-3-2-15,-3 3-3 0,4-2-1 0,1 2-4 16,1-1-6-16,1-1 6 0,3 2-2 0,3-2-1 16,-1-1 1-16,4-2 2 0,0-2 0 0,2 0 3 15,-1-1-1-15,2-2 6 0,1-2 10 0,-1-1 8 16,0 0 10-16,4 0 21 0,-1-1 8 0,0-1 10 16,1-2 14-16,-5 0 25 0,12-2 2 0,-5-1 23 15,-1-1-9-15,2-1 4 0,1 1-8 0,1-4-15 16,-2 1-6-16,1 0-9 0,1-1-17 0,-5 0 0 15,4 1-8-15,-1-2-9 0,-2 2-7 0,1 3-8 16,-1-1 1-16,-1 1-11 0,-1-1-7 0,-1 2-3 16,2 2-6-16,-5 1-11 0,2-5-1 0,-2 5-9 0,4-5-14 15,-4 5-15-15,0 0-20 0,0 0-7 16,6 2-6-16,-6-2-2 0,6 5 7 0,-4 0-1 16,2-1-4-16,0 3 6 0,2 2 4 0,-1-2 11 15,2 2 4-15,-2-2-3 0,4 3-1 0,1-3-15 0,-2 3-21 16,6 0-27-16,-3-4-28 0,2 3-45 0,4-2-62 15,4-5-80-15,-8 0-281 0,6-4-636 16,-1 0 282-16</inkml:trace>
  <inkml:trace contextRef="#ctx0" brushRef="#br1" timeOffset="86040.68">10356 8576 166 0,'3'-5'239'16,"-3"5"-19"-16,1-4-23 0,-1 4-19 0,4-3-18 16,1 2-17-16,-5 1-13 0,10 0-15 0,-2 1-13 15,0 2-12-15,-1-1-13 0,1 3-11 0,1-2-1 16,1 4-8-16,-2 0-5 0,0 0-6 0,-2 1-4 15,-1 1-5-15,0 0-6 0,-1 2 4 0,-2 1-6 16,-2 0-3-16,-1 0 2 0,0 2-5 0,-4 1 3 16,-4 2-10-16,1-3 6 0,-1 1-2 0,-1-1 2 15,1 1 1-15,0-5-5 0,-1-1-1 0,2-2-1 16,2 3 2-16,-2-5-3 0,3 3-1 0,0-4-2 16,1 0 0-16,0-1 1 0,0 0 1 0,3-1 20 15,-1 1 17-15,2-3 8 0,-3 3 8 0,3-3 4 16,0 0 1-16,0 0 3 0,0 0-1 0,0 0-4 15,9 4-2-15,-2-4-2 0,5-1-7 0,1 0-8 16,6-2 11-16,3 1-19 0,-4 1-4 0,1-1-2 16,-1-2-4-16,2 3-11 0,-7 1 5 0,0-2-4 15,-2 2-1-15,-1-1-6 0,-2 1 0 0,-3-1-1 16,-5 1-4-16,12 0 0 0,-12 0 2 0,6 0 2 0,-6 0-3 16,0 0-8-16,8 0 8 0,-8 0-9 15,0 0-11-15,0 0-14 0,0 0-20 0,5-3-8 16,-5 3-27-16,0 0-20 0,0 0-23 0,0 0 1 15,0 0-21-15,0 0-34 0,0 0-35 0,-18 7-72 0,18-7-144 16,-9-3-459-16,4 2 203 0</inkml:trace>
  <inkml:trace contextRef="#ctx0" brushRef="#br1" timeOffset="86329.9">10709 8478 312 0,'0'0'297'15,"1"-1"-28"-15,-1 1-31 0,0 0-22 0,3-5-25 16,-3 5-22-16,0 0-22 0,8 6-9 0,-3-2-21 16,3 8-14-16,4 2-11 0,5 9-5 0,-2 4-6 15,0 1-9-15,-2 6-3 0,6 11-7 0,-6 3-2 16,-4-3-4-16,-1-9 0 0,-6 12-6 0,-2-2 7 15,-7-2-3-15,-5-10-15 0,2 0-3 0,-14 7-7 16,-2 0-10-16,-5 0-5 0,6-11-15 0,-15 5-20 16,-7-2-30-16,-3-3-43 0,-5 0-53 0,-1-8-73 15,-4-6-213-15,-3-1-469 0,1-10 208 0</inkml:trace>
  <inkml:trace contextRef="#ctx0" brushRef="#br1" timeOffset="86912.93">9482 8449 243 0,'0'0'235'0,"-1"-3"-26"0,1 3-18 0,0 0-25 15,-8-2-14-15,8 2-22 0,-14 9-17 0,4-1-10 16,-8 12-18-16,-4 5-13 0,-2 2-6 0,-9 15-10 16,1 7-5-16,4 3-5 0,-3 2 0 0,4 1-1 15,2 0 14-15,7-3 7 0,3 3 10 0,4-7-4 16,6 1 2-16,5 0 3 0,4-14-1 0,8-1-1 15,0 0 0-15,5-3 1 0,3-2 1 0,5-2 2 16,1-3-6-16,5-4 2 0,1-1 0 0,3-5 0 16,-2-1-7-16,0-1-6 0,-4-4-3 0,1-2-4 15,-10 0 0-15,-3-2 7 0,-2-2 6 0,-3 1 2 16,-2-2 3-16,-1 0-5 0,-4 1 3 0,1-1-7 16,0-1-8-16,-6 0 9 0,7-1-16 0,-7 1-1 15,7 1-6-15,-7-1-26 0,5-3-50 0,-5 3-76 16,7-5-79-16,-1 3-77 0,0-2-89 0,0-2-193 15,3 0-594-15,-1-2 264 0</inkml:trace>
  <inkml:trace contextRef="#ctx0" brushRef="#br1" timeOffset="88363.06">12112 7240 64 0,'0'0'210'0,"4"-2"-6"0,-4 2-14 0,0 0-12 0,0 0-14 16,0 0-18-16,0 0-12 0,0 0-8 0,0 0-18 15,0 0-18-15,0 0-10 0,0 0-11 16,0 0-6-16,0 0-6 0,-23 8-1 0,6-1-11 16,-2 2-5-16,-10 2-6 0,2-2-2 0,-1 5-2 0,1-4-7 15,0 1 6-15,8 0-6 0,-7 0-4 0,8-4-2 16,3 3-2-16,0 1-3 0,1-4-5 0,2 2 2 15,1-2-2-15,2 1 1 0,1-3-3 16,2 4 0-16,-2-1 4 0,3 0-2 0,4-1 0 0,-1 0-4 16,5 3 2-16,3 1-2 0,5-3 5 0,1 5 2 15,5-1 0-15,6 2-1 0,1 0-2 0,4 3 0 16,2 0-2-16,-1-1 1 0,1-1-2 0,-4 0-3 16,-1 2 2-16,-1-2 1 0,-5 2-4 15,-4-3 0-15,-3-1 1 0,-3-3-2 0,1 3-1 0,-5-1 1 16,-1-3 1-16,-4 2 1 0,0-2 4 0,-4 0-2 15,-5-1 2-15,-6 2-2 0,-1 1 3 0,-1-1-4 16,-4-3 3-16,1-2 1 0,-7 3 0 0,-2-2 0 16,8-3 1-16,-7 3-1 0,6-4-3 0,3 0-5 15,-1-1-12-15,7-2-14 0,-1 1-6 0,4-1-26 16,1-2-35-16,5 0-23 0,4 0-31 0,5-3-45 16,3 1-102-16,2-2-321 0,6-1 143 0</inkml:trace>
  <inkml:trace contextRef="#ctx0" brushRef="#br1" timeOffset="88666.9">12361 7629 200 0,'0'-4'316'0,"0"1"-5"0,0 3-15 0,3-5-16 16,-3 5-18-16,0-3-24 0,0 3-30 0,0 0-9 15,0 0-26-15,1-6-22 0,-1 6-17 0,0 0-11 16,0 0-21-16,0 0-10 0,0 0-13 0,0 0-11 16,0 0-9-16,0 0-7 0,0 0-4 0,4 14-2 15,1-8-2-15,-4 0-5 0,-1 0-6 0,0 5-5 16,4 0-3-16,-4-2 0 0,3 2-1 0,-1 1-4 16,0 0-10-16,-1-3-11 0,0 1-2 0,-1-3-12 15,0 1-5-15,0-2-12 0,0 0-12 0,3 0-12 16,-6-3-10-16,6 1-9 0,-6-1-4 0,3-3-14 15,0 0-3-15,0 7-3 0,0-7-59 0,0 0-66 16,0 0-214-16,-13-8-474 0,7-1 210 0</inkml:trace>
  <inkml:trace contextRef="#ctx0" brushRef="#br1" timeOffset="88824.2">12383 7463 135 0,'3'-7'277'0,"-2"3"-21"0,0-2-23 0,2 2-21 15,-2-1-19-15,3 1-21 0,-3 0-15 0,0 2-19 16,-1 2-31-16,8-4-28 0,-4 3-28 0,-4 1-35 0,0 0-40 16,11 2-36-16,-4 2-38 0,-1-3-46 0,-3 2-140 15,-1 0-306-15,2 1 135 0</inkml:trace>
  <inkml:trace contextRef="#ctx0" brushRef="#br1" timeOffset="89229.64">12618 7549 76 0,'0'0'229'16,"0"0"-19"-16,5 1-27 0,-5-1-19 0,1 3-17 16,-1-3-16-16,3 5-17 0,0 2-12 0,-2 0-9 15,0 0-14-15,2 4 0 0,-2-2-11 16,0 3-7-16,-1 0-7 0,2 4-4 0,-1-3-4 0,0-1-1 15,-1-2-8-15,1 2-8 0,2-2 9 0,-3 1-7 16,1-3-6-16,-1-1 1 0,1-2-2 0,-1 0 0 16,2-1 15-16,-2-4 24 0,0 5 26 0,1-2 23 15,-1-3 29-15,1 2 13 0,-1-2 1 0,0 0-16 16,0 0-17-16,12-11-12 0,-6 3-10 0,2-1-13 16,-2-3-10-16,3-3-8 0,-1 5-9 0,-1 0-2 15,1 1-5-15,-3 1-9 0,-1 4 1 0,0 0-12 16,-1-2-3-16,2 4-8 0,-3-2-11 0,2 2-24 15,-4 2-8-15,0 0-4 0,6-3 0 0,-6 3-7 16,8 9-9-16,-3-2-7 0,4 0-9 0,-4 2-9 16,3 1-17-16,0 1-17 0,3 2-17 0,-2 0-21 15,3 3-17-15,4-4-12 0,0-2 10 0,7 5 0 16,-3-9-4-16,8 2-9 0,1-2-12 0,2-2-163 16,0-1-372-16,-2-3 166 0</inkml:trace>
  <inkml:trace contextRef="#ctx0" brushRef="#br1" timeOffset="89612.9">13436 7649 125 0,'6'-9'184'0,"2"0"0"0,-3 0 5 16,-1 3 3-16,-1-2-1 0,0 2-6 0,-3 0-8 15,3 1-10-15,-2-1-11 0,-2 0-12 0,1 1-10 16,0 1-11-16,-3-1-12 0,2-2-15 0,-4 5-7 16,1-1-8-16,4 0-13 0,-4 1-5 0,-1-3-8 15,1 2-9-15,-1 2-5 0,-4 1-3 0,-1-3-5 16,1 3-3-16,-4 0-4 0,3 3-6 0,-3-2-3 15,-1 3-3-15,3 1-2 0,-3-1-3 0,-2 3 0 16,4 0-4-16,0 0-3 0,-2 4 4 0,3 0-3 16,0 1 1-16,0 2-1 0,3-3 0 0,3 1 7 15,-3 0-6-15,6-1 1 0,-1-1-1 0,1 1 4 16,2-6-1-16,0 4 2 0,0-5 5 0,0 1 5 16,0 1 6-16,2-1 12 0,1-1 15 0,-1-3 13 0,1 3 12 15,1-4 11-15,-4 0 9 0,10 0 3 16,-10 0-12-16,16-7-5 0,-5 4-8 0,-1-1-16 15,1-3-3-15,-2 3-5 0,4 0 0 0,-3-3-14 16,-1 4 1-16,3 0-4 0,-3 2-6 0,1-2-4 0,-3 2-15 16,5-2 1-16,-7 2 4 0,3 1-17 0,0 4-13 15,-1-4-16-15,1 4-25 0,1-3-4 16,1 3-34-16,2 2-34 0,-3 0-33 0,-2-2-41 16,1 1-37-16,0 2-46 0,-3-2-220 0,0-3-546 15,1 1 242-15</inkml:trace>
  <inkml:trace contextRef="#ctx0" brushRef="#br1" timeOffset="90096.12">13643 7506 135 0,'6'-4'272'15,"-3"-2"-24"-15,-2 2-20 0,3 1-22 0,0-1-20 16,0 3-23-16,-4 1-16 0,11-2-18 0,-6 2-13 0,-5 0-10 15,13 3-13-15,-7 0-11 0,2-1-9 0,0 5-6 16,-1 2-9-16,1-2-5 0,-2 2-4 0,-1 4-5 16,-1-3-3-16,0 6-6 0,-1-3-4 0,-4 4 0 15,-1 0-3-15,0 0-3 0,-2 1-4 0,0-1 1 16,-2 0-3-16,-1-4 1 0,1 4-5 0,-1-6 1 16,2-1 1-16,-2-2-5 0,-1 1-1 0,3-4 1 15,1 2 1-15,0-3 2 0,3 1 1 0,-3-3 15 16,-1 1 20-16,5-3 30 0,-1 4 32 0,1-4 39 15,0 0 25-15,0 0 3 0,0 0-19 0,0 0-17 16,1-12-15-16,4 2-14 0,0-1-10 0,8-3-13 16,-4-3-10-16,5-4-10 0,1-1 0 0,-2 6-13 15,0 2-4-15,0-2-7 0,-2 2 1 0,0 2-11 16,-3 3-3-16,0 0-10 0,-2 1 4 0,-2 3-4 16,0 0-7-16,2 1-1 0,-2 1-7 0,-3 0-7 15,-1 3-6-15,7-2-22 0,-6-2-27 0,-1 4-15 16,0 0 1-16,0 0 8 0,4 12 10 0,-3-10 2 15,2 7 5-15,-3 1 1 0,1 0 1 0,2 2 6 16,3 4 2-16,-2 0 3 0,1 0-7 0,3 0 1 16,-2-2-24-16,4 0-14 0,-2 1-32 0,5-3-40 15,1 2-54-15,-1-4-66 0,3-3-326 0,2 0-639 16,0-5 283-16</inkml:trace>
  <inkml:trace contextRef="#ctx0" brushRef="#br1" timeOffset="90463.92">14240 7620 107 0,'0'0'126'0,"0"0"-12"0,0 0 1 0,0 0-3 0,0 0 2 16,0 0 0-16,0 0-3 0,0 0-2 0,0 0 0 15,-7 1-4-15,7-1 2 0,0 0 10 16,0 0-4-16,0 0 2 0,0 0 4 0,0 0 5 16,0 0 6-16,0 0-8 0,0 0-8 0,0 0-11 0,0 0-2 15,0 0-9-15,0 0-7 0,0 0-10 0,27-4-4 16,-9 2-7-16,1 1-6 0,12 0-4 0,1-4-7 15,2 5-4-15,2-1-2 0,2-3-10 16,-3 3-3-16,-2-2-18 0,-4 0-18 0,0 2-18 0,-11-2-20 16,1 1-25-16,-6 1-29 0,-2-3-31 0,-3 1-34 15,-3-1-56-15,-3-1-185 0,-2 2-439 0,0 3 195 16</inkml:trace>
  <inkml:trace contextRef="#ctx0" brushRef="#br1" timeOffset="90712.89">14392 7463 37 0,'-2'-5'321'0,"2"2"-1"0,0-2-10 0,0 5-12 16,0-6-14-16,0 6-24 0,0-5-15 0,0 5-33 15,-2-3-21-15,2 3-22 0,0 0-18 0,0 0-27 16,-3-4-25-16,3 4-29 0,0 0-11 0,0 0-11 15,0 0-3-15,2 20-1 0,0-11-7 0,-1 8-5 16,2 0-2-16,1 2-5 0,1 6-13 0,1 4-12 16,1-1-29-16,-3 1-33 0,1-2-32 0,0 2-38 15,-1-4-42-15,3-2-51 0,-6-6-227 0,2-2-489 16,0-5 217-16</inkml:trace>
  <inkml:trace contextRef="#ctx0" brushRef="#br1" timeOffset="91263.66">14784 7652 195 0,'4'-6'243'0,"-2"3"-19"16,1-1-14-16,-3 0-15 0,6 1-13 0,-2-4-14 15,0 3-11-15,0-1-13 0,0 0-10 0,1-3-7 16,1-1-3-16,2 0-6 0,-3-2-11 0,4-3 3 16,-3 4-1-16,2-4-4 0,-2-2-5 0,1-1-3 15,-1-2-4-15,-1 1-7 0,4-4-5 0,-4-5-12 16,-1 8-1-16,1-5 4 0,-1 4-12 0,-4 2 5 0,1-1 7 16,-1 4-2-16,3-1 7 0,-6 0-4 0,3 4-2 15,-1 2 0-15,1 0 1 0,0 4-15 16,-2-2-3-16,0 5-6 0,2-1-15 0,0-3-10 15,-1 3-9-15,1 4-20 0,-4-4-21 0,4 4-5 0,0 0-4 16,0 0 0-16,-9 8 6 0,2 1 2 0,0 0 1 16,-1 3-1-16,1 6 6 0,-1 1 1 0,1-1 2 15,1 0 2-15,-1 5 2 0,3 1 4 16,1 2-6-16,0-5 9 0,5-1 2 0,0-1-2 0,5 6 5 16,-1-7 3-16,2 0-3 0,2-3 9 0,2 2 8 15,-2-4-4-15,0-5-3 0,-1 2 10 0,0-2 0 16,1-4 2-16,-1 0 7 0,-1 0 13 0,-3 0 20 15,1-2 12-15,-2-2 18 0,0 3 12 16,-4-3 1-16,9 0-4 0,-9 0-9 0,5-5-12 0,-2 1-2 16,-2 0-8-16,2 0-17 0,-3 0-13 0,-3-1-22 15,3 0-21-15,-4-2-18 0,-1 2-26 0,0-2-29 16,-7-1-23-16,1 3-9 0,-6-3-20 0,2 1-14 16,2 4-24-16,-1-2-25 0,1 2-35 0,2-1-28 15,3 1-46-15,0 0-208 0,3-1-553 0,1 3 245 16</inkml:trace>
  <inkml:trace contextRef="#ctx0" brushRef="#br1" timeOffset="91529.24">15176 7150 181 0,'0'-1'301'15,"0"1"-26"-15,3-4-27 0,-3 4-34 0,0 0-28 16,0 0-20-16,0 0-17 0,0 0-22 0,0 0-15 16,5 16-8-16,-4-4-10 0,3 7-17 0,1 10-5 15,-2 3-3-15,-1 0-9 0,2 3-6 0,0 13-4 16,-4-13-6-16,-1 14 0 0,-6 1-9 0,0-3 3 16,-5-1-2-16,3-16-4 0,-5 16-2 0,0-14-2 15,-6-3-6-15,-8 10-13 0,1-13-9 0,-13 6-26 16,-2-4-42-16,-7-6-48 0,0-2-62 0,-5-4-234 15,0-3-446-15,-1-8 197 0</inkml:trace>
  <inkml:trace contextRef="#ctx0" brushRef="#br1" timeOffset="92413.45">13286 7299 36 0,'-1'-5'170'0,"1"1"4"0,0-1-10 0,-1 2-5 15,1 3-7-15,0-5-10 0,0 5-13 0,-2-5-11 16,2 5-16-16,-4-5-14 0,4 5-10 0,0 0-8 0,-12 7-14 16,4 1-2-16,-7 4-4 0,5 2-10 0,-12 9-5 15,4 3 0-15,0 6-1 0,-7 8 8 16,2 4-2-16,2 3 4 0,3-2-2 0,4 5 6 16,3-4 12-16,7-11 5 0,9 11 3 0,3-10-3 15,1-3 3-15,12 12-4 0,5-6-3 0,8-6-2 0,3 0-4 16,6-4-5-16,6-8-19 0,0 0-33 0,6-4-55 15,1-3-65-15,3-4-94 0,0-5-177 16,1-4-424-16,-5-2 189 0</inkml:trace>
  <inkml:trace contextRef="#ctx0" brushRef="#br1" timeOffset="93412.26">15562 6949 118 0,'0'0'161'0,"0"-5"-4"0,0 5-15 0,0 0-4 15,-2-6-15-15,2 6-10 0,0 0-15 0,2-4-12 16,-2 4-11-16,0 0-10 0,0 0-6 0,0 0-5 16,0 0-12-16,0 0-1 0,0 0-12 0,-4 12 1 0,-1-1-2 15,4 2-10-15,-3 3 2 0,2 3 0 16,-2 8 1-16,1-3-8 0,3 6-2 0,0-1 16 15,4 2-4-15,-1-2 1 0,3 3 3 0,0-1 3 16,3 1 2-16,3-3 1 0,-1 0-1 0,2-4-2 16,1-1-4-16,3 1-1 0,1-7-1 0,-7-2-3 0,1-3 4 15,2-1-2-15,-4-5-6 0,5 3 4 16,-5-3-4-16,0-2-2 0,1 0-1 0,0-1 1 16,-2-1 4-16,0-2 17 0,-1-1 1 0,-2 0 2 15,2-1 1-15,-3-1 9 0,0-1 14 0,-1 2 5 0,1-3-8 16,-5 4 4-16,5-3-5 0,-2 0-5 0,-2 1-3 15,-1 2-5-15,3-6-3 0,-3 6-7 16,-3-5-3-16,2 2-9 0,-3-1 2 0,4 4-10 16,-5-5 1-16,1 2-4 0,-1 1-4 0,-4 1-4 15,9 1-1-15,-9-2-3 0,4 1-4 0,5 1-2 0,-14 1 1 16,8 1-3-16,-1 1-1 0,-3 2 1 0,0 0-1 16,1 2 0-16,-2 6 2 0,-2 1-1 15,1 2 3-15,-3 5-1 0,-1 3-1 0,1 4 3 16,2 2 1-16,-1 0-3 0,1 5 2 0,3-1 3 0,0 12-1 15,5-10 1-15,-3 10-3 0,6-9 2 0,2-3 1 16,2 3-1-16,-2-3 1 0,5 12 0 0,0-11 0 16,4 1-1-16,0 8 4 0,-1-9-2 0,1-3-1 15,1 1 6-15,-1-2-3 0,-1 5 5 0,1-5-6 16,-2 5-1-16,0-3 2 0,-2-2 0 0,-4-2-3 16,0-3 7-16,-4-5-3 0,-3 1 3 0,0-5 0 15,-3 1 4-15,-6 3-3 0,-2-6-2 0,-5 2 6 16,-2-1 1-16,-7-2-11 0,-2-1-8 0,-5-3-43 15,-17-2-57-15,-3-4-81 0,-4-2-269 0,-2-8-494 16,1-3 218-16</inkml:trace>
  <inkml:trace contextRef="#ctx0" brushRef="#br1" timeOffset="94795.99">11547 6996 81 0,'0'0'138'0,"0"0"-10"16,0 0-17-16,0 0 8 0,0 0-15 0,0 0-6 15,0 0-7-15,0 0-9 0,0 0-4 0,0 0-4 16,0 0-11-16,0 0-9 0,0 0-1 0,0 0-5 15,0 0-10-15,0 0-4 0,0 0-11 0,0 0 9 16,0 0-4-16,0 0-2 0,0 0-9 0,0 0-2 16,0 0-3-16,0 0-1 0,0 0-5 0,5 12-2 15,-5-4-4-15,0 4-3 0,0 5 3 0,-1 9 1 16,-1 2-6-16,-3 2 1 0,-1 4 1 0,-4 13 2 16,0 1-2-16,-4-1 4 0,-3 4-1 0,-1 1 6 15,-2 4 1-15,-3 0 1 0,0-2-1 0,1 0-3 16,-1-5 3-16,0-1 4 0,5-6-3 0,2-10-3 15,3-2 4-15,-1-1-2 0,1-5 4 0,1 0-9 16,5-7 5-16,1-7-5 0,3 0 7 0,-5-1 5 16,6-1 6-16,-1-4 21 0,0 1 22 0,1-2 18 0,2-3-2 15,0 0-8-15,0 0-7 0,14-8-5 16,-5 0-8-16,5-3-3 0,0-2-8 0,0 0-2 16,3 1 0-16,-2 1-7 0,-1 1-2 0,1 1-7 15,0 0 0-15,-5 2-3 0,1 3-7 0,0 3-1 0,1-2-3 16,-5 3-3-16,4 3-4 0,-4 2-1 0,4 4 6 15,-2 6-2-15,1 7-4 0,-2 4 1 16,-3 5-1-16,-5 4 1 0,0 13 0 0,-4 1-2 16,-6 1 0-16,1 1 1 0,-3 3 1 0,1 3 4 0,2 0-7 15,0-3 5-15,5-1 2 0,-2 1-1 0,6-5-1 16,1 3 1-16,4-6 4 0,0-12 1 0,2-1 5 16,3-3 1-16,4-1 0 0,0-2 1 0,4-3 0 15,6-2 7-15,2-4 5 0,10-2-4 16,14-2-3-16,7-4-2 0,3-5-2 0,5-3 2 0,29-2-8 15,0-5-33-15,-28-1-51 0,28-7-85 0,-34 3-270 16,-3-2-462-16,-3-7 204 0</inkml:trace>
  <inkml:trace contextRef="#ctx0" brushRef="#br1" timeOffset="95829.62">17351 6769 69 0,'0'-4'209'15,"0"0"-15"-15,-1 0-15 0,1-1-24 0,0 5-20 16,-4-3-20-16,4 3-9 0,0 0-13 0,-5-1-14 0,5 1-13 15,-9 19-2-15,-4 5-15 0,-3 9 1 16,-5 21-7-16,-11 29-5 0,-4 3-7 0,6 4 3 16,-1 4 11-16,-1-2-3 0,8 2 0 0,1-4-4 15,10 7 3-15,5-3 12 0,7-4 10 0,6-5 10 0,4-26 0 16,9-1 5-16,11 19 4 0,-2-25 0 0,6-1 3 16,17 16 8-16,-9-23-6 0,0-1-6 0,5-4-2 15,-5-2-5-15,0-5-6 0,-12-8-7 16,-2-2-7-16,1-3 1 0,-2-1-10 0,-11-5-5 0,2-1-5 15,-7-5-5-15,0 1 1 0,0-2-6 0,-4-2-2 16,-1 2-1-16,0-3-13 0,0-1-15 0,-1 1-19 16,-2-1-17-16,-2-2-21 0,0 0-45 0,0 0-79 15,0 0-100-15,-2-12-163 0,0 3-488 0,1-5 216 16</inkml:trace>
  <inkml:trace contextRef="#ctx0" brushRef="#br1" timeOffset="96648.9">18695 7415 140 0,'0'-3'212'0,"0"-1"-10"0,0 4-14 0,0-5-16 0,0 5-17 15,0 0-19-15,0-5-12 0,0 5-20 0,0 0-14 16,0 0-6-16,0 0-10 0,0 0-10 0,2 15-7 16,-2-3-12-16,-2 4 0 0,2 4-2 0,-1 5-10 15,0 2 0-15,-2 1-2 0,2 5-5 0,0 0 2 16,-4-2-1-16,4 1-5 0,-1 0 1 0,1-6 1 16,0 3-7-16,-2-4 2 0,3 0-12 0,0-5-20 15,0-3-21-15,0-3-12 0,3-2-18 0,-6 0-17 16,3-5-13-16,3-1-25 0,-3-2-55 0,1-3-93 15,-1-1-289-15,0 0 128 0</inkml:trace>
  <inkml:trace contextRef="#ctx0" brushRef="#br1" timeOffset="97195.04">18734 7275 68 0,'4'-8'160'16,"0"1"-8"-16,0 0-10 0,3-1-19 0,-2 1-5 15,4 0-9-15,1 0-10 0,2 3-6 0,1-1-12 16,4 0-2-16,5-1-11 0,-4 4-1 0,5 0-10 16,-1 1-6-16,0 1-3 0,-2 1-4 0,0 1-2 15,-3-1-16-15,1 3 10 0,-5 0-13 0,-1 4-1 16,-1-3-4-16,-1 3-2 0,-3 0-7 0,0 1-5 15,-7 3-5-15,-3 0 3 0,-2 5-2 0,-7-2-2 16,-3 8-1-16,-4-2 6 0,-5 1 3 0,1-2-3 16,-1 2-3-16,-2-3 4 0,3-1 4 0,-1-1-5 15,2-1-4-15,-1 0-2 0,9-5 4 0,-1 1 0 16,0-1 5-16,0-3 0 0,6 0-4 0,2-4 1 0,2 0 3 16,1-1 6-16,-1 2 12 0,2-5 8 15,-1 5 8-15,2-3 0 0,2-2-2 0,-7 2-3 16,6 1-7-16,1-3 0 0,0 5 0 0,4-2-5 15,0 1 4-15,1 2-4 0,6 6 1 0,1-1-4 16,-1 4 2-16,12 4-4 0,-5 0-2 0,5 0 7 0,-1 1 1 16,2 2-1-16,-2-2-2 0,4 1 3 0,-2-1-3 15,-1-1-6-15,-3-1 3 0,1-1 3 16,-5-4-9-16,-6-1 2 0,0-2 0 0,-2-3-1 16,1 0-1-16,-4 0 2 0,-1-2-8 0,3-2 3 0,-6 1 1 15,5-2 3-15,-3 0 5 0,-2 2 4 0,-1-4 6 16,4 2 0-16,-4-2-1 0,1 4-4 0,-1-4-4 15,0 0-6-15,0 0-8 0,0 0-16 16,0 0-19-16,-14-8-23 0,13 5-31 0,1 3-33 0,-5-4-41 16,2 1-59-16,2-1-133 0,1 4-379 0,4-8 168 15</inkml:trace>
  <inkml:trace contextRef="#ctx0" brushRef="#br1" timeOffset="97629.07">19259 7821 77 0,'0'0'199'0,"0"0"-19"15,-8 1-11-15,8-1-16 0,0 0-15 0,0 0-15 16,0 0-11-16,27-1-13 0,-13-2-11 0,4 2-11 15,1-1-3-15,-1 0-11 0,9-4-3 0,-5 3-8 16,4-2-2-16,3-4-5 0,-4 2-6 0,-6-1-2 16,2-2-6-16,-1 1-1 0,-4-2-3 0,0-1-6 15,-3 1 2-15,2-3-5 0,-5 1-2 0,-2 4-4 16,-1-3 13-16,-5 5 4 0,2-3-2 0,-3 3-4 16,-6 0-3-16,0-1-3 0,-3 2-3 0,-3 0-3 15,-8 5-3-15,-3 0-3 0,4 1 3 0,-13 0-4 16,5 4 0-16,-3 2-1 0,0 2-1 0,1 4-2 15,1 1-4-15,-1 3-1 0,4 2 2 0,3 2 1 16,2-9-4-16,1 10 0 0,8-4 5 0,1 0 17 16,5 1 7-16,2-1 1 0,4 0 10 0,3 3 1 15,6-6 1-15,10 5 2 0,1-4-3 0,6 2-3 16,7-6-2-16,2-1-2 0,16-1 0 0,-3-2-8 16,3-1 4-16,-18-3-25 0,1-1-39 0,-1-2-42 15,-4 0-42-15,-1-6-45 0,-11 5-194 0,0-3-392 16,-7-1 174-16</inkml:trace>
  <inkml:trace contextRef="#ctx0" brushRef="#br1" timeOffset="98011.9">20009 7441 127 0,'-2'-9'276'0,"0"2"-11"0,0 2-18 16,-1 0-16-16,3 1-26 0,-1-1-20 0,1 5-26 15,0-6-21-15,0 6-29 0,-2-4-19 0,2 4-9 16,0 0-12-16,0 0-8 0,2 24-7 0,-1-8-9 16,2 9-3-16,-2 4-8 0,-1 5-2 0,0 0 1 15,0 16-2-15,1 2-2 0,-2-4-5 0,0 2-2 16,1-5-6-16,0 4 3 0,1-14-5 0,2-3 0 15,-2 1 0-15,3-2-2 0,0-2 4 0,-2-1 4 16,-1-4 5-16,3-6-2 0,-1-2-3 0,-2-3 2 16,0-4 0-16,2 1-2 0,-2-4-4 0,0 1-1 15,1-2 0-15,-1 0 5 0,-1-1-2 0,0-1 4 16,0-3 1-16,1 5 3 0,-1-5 1 0,0 3-3 16,0-3 3-16,0 0-1 0,0 0-12 0,0 0-26 15,0 0-57-15,0 0-72 0,0 0-50 0,7-21-46 16,-5 10-175-16,7-3-446 0,0-1 197 0</inkml:trace>
  <inkml:trace contextRef="#ctx0" brushRef="#br1" timeOffset="98318.9">20153 7656 232 0,'-1'-4'216'0,"1"2"-24"0,-4-2-19 0,4 4-22 0,0 0-15 15,0 0-12-15,0 0-14 0,0 0-6 16,0 0-15-16,0 0-9 0,0 0-8 0,18 14-10 16,-9-10-9-16,3 3-1 0,-1 0-6 0,4 5-4 15,-4-4 0-15,3 2-9 0,-4 0 1 0,-1-1-7 0,2-1-2 16,-5-1-6-16,-1 0-4 0,-1-2-8 0,-2 2 1 16,-2-2-2-16,0 0 0 0,-4-1 5 0,-1 2-1 15,-4 1 1-15,-2-2-8 0,-2-1 5 16,-6 2 0-16,1-2 2 0,-1 1 0 0,-3-2-5 15,0 3 4-15,3-5-2 0,-4 1 0 0,4 1-11 0,4-1 12 16,2 0-2-16,0-2-13 0,3 1-25 0,2 0-27 16,1 1-39-16,7-2-43 0,0 0-181 0,0 0-348 15,0 0 155-15</inkml:trace>
  <inkml:trace contextRef="#ctx0" brushRef="#br1" timeOffset="99127.93">20541 7857 42 0,'-4'1'209'0,"4"-1"-13"0,0 0-14 16,0 0-17-16,0 0-10 0,0 0-10 0,0 0-13 0,0 0-6 15,0 0-5-15,22-5-4 0,-11 0-4 0,-5 1-2 16,2 0 4-16,1-1 0 0,1-3 1 0,-1 2 5 16,0-2-7-16,0-3 8 0,-1 2-21 0,2-6-9 15,0 0-5-15,-2-2-3 0,0-1-11 0,-2-2-6 16,3 2-2-16,-3-7-10 0,-1 6-3 0,-1 1-4 16,-1-8-2-16,-3 6-5 0,0 3 1 0,0-4 1 15,-3 4 1-15,1 0-4 0,-2 2 17 0,1 2-21 16,1 1-1-16,-1 0 2 0,-2 4 3 0,4 2-4 15,-2-2-4-15,1 4-9 0,0-1 11 0,1 0-15 16,0 0-5-16,0 3-7 0,1 2-6 0,-2-4-23 16,2 4-14-16,0 0 4 0,0 0 4 0,-11 6-2 15,4-1 7-15,2 5 1 0,-4 3-2 0,2 0 8 16,-2 7-1-16,0 2 4 0,1-3 1 0,-1 5-1 16,0 3 6-16,3-2 1 0,-2 1 3 0,5-1-5 15,2-4-2-15,1 2 10 0,0-3-12 0,4 2 2 16,0-5 1-16,1-1 2 0,3 0 1 0,3-2-4 15,2-2-2-15,4-1-2 0,1-2-6 0,8 0-12 16,5-2-16-16,2 2-17 0,3-5-14 0,2-3-11 16,1-1 1-16,0-1 0 0,12-2 5 0,-11-5 10 15,-8 3 0-15,5-4 14 0,-4-1 6 0,-2 1 5 16,-3-1 16-16,-2 0 18 0,-9 2 29 0,-5 2 18 16,-2-3 19-16,0 1 10 0,-2 3 18 0,-3-2 10 15,3 3-8-15,-6-2-1 0,2 0-5 0,-4 1-12 16,3 1-9-16,-3 0-3 0,0 4-9 0,-7-8-6 15,5 6-5-15,-7-1-6 0,1 3-4 0,-2 0-1 16,-4 1-1-16,1 2-5 0,-3 4 0 0,0-1-3 16,-2 2 1-16,2 0-5 0,-3 1 5 0,2 3-5 15,-2-2 3-15,2 2-2 0,3 0-4 0,1-3-5 16,3 0-2-16,1-1-13 0,1-2-8 0,2-1 2 16,1-1 3-16,1 0 4 0,2-1 15 0,-1-1 14 15,3-2 20-15,0 0 6 0,0 0-3 0,0 0 6 16,0 0-1-16,19-6 13 0,-10-1-12 0,0 2-13 15,1-1 3-15,-1-3-5 0,4 3-2 0,-3-1-6 16,6-2-4-16,-6 4-2 0,1-1 3 0,-2 2-4 16,-2 2-2-16,3-3-7 0,-4 3 0 0,1 0-3 15,-1 1 3-15,2 1-7 0,-1 1-1 0,1 1 6 16,4-1-19-16,0 5-6 0,-4-1-15 0,2-1-16 16,4 2-28-16,-2 1-40 0,-1-1-44 0,5 3-55 15,-1-2-44-15,-5-3-230 0,3 2-537 0,0-4 237 16</inkml:trace>
  <inkml:trace contextRef="#ctx0" brushRef="#br1" timeOffset="99511.23">21513 7657 224 0,'0'0'212'16,"0"0"-26"-16,0-5-19 0,0 5-15 0,0 0-12 15,0 0-15-15,-1-3-10 0,1 3-9 0,0 0-12 16,0 0-8-16,0 0-7 0,0 0-12 0,10-2-6 0,-10 2-2 16,8 0-7-16,-8 0-1 0,11 0-4 0,-6-1-8 15,3 0 0-15,-2-4-3 0,4 5-5 16,2-2-3-16,-2-2-3 0,0-1-4 0,1 1-1 16,-4 1 0-16,3-3-2 0,-2 4-1 0,-4-1-3 0,1-2 3 15,-1 2-3-15,1-1 12 0,0 1 7 0,-5 3-6 16,5-4-4-16,-5 4-5 0,0-3 1 0,0 3-6 15,0 0-2-15,-19 1-1 0,10 1-4 16,-5 1-1-16,-2 8-5 0,-4-2 3 0,2-2-3 16,-6 6 1-16,8-1-3 0,-6 4 2 0,0 1-2 0,7-6 4 15,2 5-4-15,-1 0 5 0,5 1-3 0,0 0 1 16,3-3 6-16,3-1-1 0,3-1 0 0,3-1 0 16,3 0-8-16,3-2-20 0,5 3-25 0,4-6-36 15,10 5-36-15,-1-9-29 0,2 2-53 0,-7-1-126 16,7-5-354-16,-3 2 157 0</inkml:trace>
  <inkml:trace contextRef="#ctx0" brushRef="#br1" timeOffset="99944.9">21776 7839 132 0,'3'-6'162'15,"-3"6"-5"-15,2-3-6 0,-2 3-1 0,0 0 1 16,0 0-7-16,0 0-7 0,2-3-7 0,-2 3-6 16,0 0 5-16,0 0-2 0,0 0 1 0,0 0-8 15,0 0-8-15,0 0-7 0,6-3-9 0,0 3-7 16,1-3-4-16,4 1-12 0,2 0-5 0,6-4-10 15,-1-1-6-15,1 3-4 0,-1-1-3 0,4-1-7 16,4-4-1-16,-9 2-5 0,8-5-1 0,-6 4-6 16,5-4 1-16,-6 2-4 0,-3-2-2 0,2 1-3 15,-2-2 5-15,-2-1-5 0,0 1-3 0,-4 2 12 16,-4 3 7-16,0 1 10 0,0-2-7 0,-2 0 4 16,-3 5-8-16,0-2-10 0,-3 2 0 0,-2-1-5 15,0 3-1-15,-5-1-3 0,-2 3-3 0,-2 1-2 16,-7 2-2-16,-8 6 0 0,4-4-7 0,3 1 1 15,-4 6-2-15,1 2 6 0,8 0-3 0,1 0-1 16,-5 5-2-16,11-2 2 0,1 0 3 0,5 3 2 16,4-2-2-16,5 0 3 0,8 5 2 0,10-1 3 15,4-3-1-15,7-4 3 0,18 2-2 0,0-3-2 16,7-3 3-16,-2 1 1 0,5-3-3 0,-1-4-2 16,-2 0-2-16,-4 0 1 0,-17-2-3 0,-5 1 4 15,0-3 8-15,-12 0-4 0,-2 0 4 0,-7 0 8 16,-1 0 3-16,-5 0 0 0,1 0-1 0,-1 0-3 15,-6 0-11-15,9 0-13 0,-9 0-16 0,0 0-25 16,0 0-42-16,0 0-45 0,0 0-50 0,-24 0-65 16,12 0-263-16,2 1-549 0,1 1 244 0</inkml:trace>
  <inkml:trace contextRef="#ctx0" brushRef="#br1" timeOffset="105143.69">23882 7436 231 0,'3'-4'294'16,"-3"0"-25"-16,0 0-19 0,0 4-23 0,1-4-20 0,-1 4-24 15,0 0-20-15,0-5-20 0,0 5-18 0,0 0-27 16,0 0-18-16,0 0-11 0,0 0-12 0,4 17-7 16,-3-5-3-16,-1 2-6 0,3 7-4 0,-1 4-4 15,1 2-2-15,-2 0-1 0,2 2-5 0,0-1-1 16,0 2-2-16,1-4-2 0,-3-2-6 0,2-4 3 15,-1 1-2-15,-2-3 0 0,3-1-3 0,-3-2 1 16,1-2-2-16,0-5 1 0,-1 0-2 0,2-2 0 16,-2 0-1-16,0-1 9 0,-2-1-10 0,4 0 2 15,-2 0 0-15,0-4 5 0,-2 8 6 0,2-8 2 16,2 1-1-16,-2-1 2 0,0 0-8 0,0 0-11 16,0 0-25-16,0 0-31 0,0 0-18 0,-11-12-27 15,7 10-36-15,2-6-47 0,-3 1-26 0,-1 0-181 16,2-3-418-16,-1-1 185 0</inkml:trace>
  <inkml:trace contextRef="#ctx0" brushRef="#br1" timeOffset="105509.93">23818 7424 76 0,'-2'-4'252'16,"-1"1"-6"-16,3 3-13 0,0-5-19 0,0 5-21 15,-1-4-15-15,1 4-21 0,0 0-19 0,0-5-15 16,0 5-13-16,0 0-14 0,0 0-8 0,0 0-13 16,15 10-8-16,-6-3-8 0,6 1-2 0,1 4-9 15,6 3-7-15,0 4-1 0,2 2 3 0,0-3-4 16,0 5 3-16,0-1-5 0,-1 5 0 0,-2-1-4 16,-6 1-2-16,-1 0-4 0,-1-2 0 0,-5 3 2 15,-6-2-7-15,2-7-4 0,-8 0 3 0,2-1-6 16,-6 0 4-16,-10 4-3 0,-1-4-1 0,-2 1 1 0,1-2-4 15,-5-4 3-15,-1-2-1 0,8-1 2 16,-2-3 1-16,2 3 0 0,-1-4 0 0,1 0 2 16,-2-1 8-16,4-2-8 0,3 1-3 0,-1-1-2 15,6-3 0-15,-1 2-4 0,1 1 1 0,1-2 1 0,7-1-4 16,-8 1 2-16,8-1-5 0,-6 0-10 0,6 0-20 16,0 0-37-16,0 0-37 0,10-9-46 15,-1 4-36-15,5 0-84 0,-5-3-147 0,6 1-446 16,1-4 197-16</inkml:trace>
  <inkml:trace contextRef="#ctx0" brushRef="#br1" timeOffset="106192.93">24107 7099 125 0,'4'-4'225'0,"1"0"-23"0,3 2-16 15,1-1-19-15,2 3-19 0,3-2-14 0,-1 4-16 16,6-2-9-16,-2 4-13 0,1 1-10 0,-2 3-7 15,-2 0-5-15,1 2-10 0,-3 1-5 0,1 1-7 16,-3 1 0-16,-2 1-9 0,-6 2-2 0,0-1-9 16,-5 0 4-16,-2 0-4 0,-5 2 4 0,-2-1-2 15,-5 2 1-15,2-5-1 0,1 2-3 0,-4-5-4 16,2 1-2-16,0-3 0 0,5 1-5 0,-4-2 2 0,4-2-8 16,3 3 3-16,1-6 3 0,1 1-3 0,2 0-4 15,-1 1 17-15,2-3 17 0,-2 2 10 0,5-3 5 16,-4 4 4-16,-1-4 1 0,5 0 3 15,0 0 11-15,0 0-11 0,-4 2 4 0,4-2-2 0,0 0-4 16,0 0-4-16,0 0 0 0,13 2-9 0,1-4-4 16,6 2-1-16,10 0 1 0,4-1-1 0,6 1 2 15,0 0 6-15,18 0-7 0,-3-1-3 16,0 2-4-16,-4 0-4 0,-11-1-3 0,-5 3-8 0,-5-1 3 16,0 1-11-16,-9-2-1 0,-4-1 2 0,-6 2 1 15,1-1-12-15,-6-1-3 0,2 0-6 0,-2 0 3 16,-6 0-3-16,9 0-11 0,-9 0 1 0,7 0-9 15,-7 0 3-15,0 0-9 0,0 0-15 16,0 0-16-16,0 0-26 0,0 0-25 0,-12 5-31 0,12-5-45 16,-10 4-51-16,6-3-31 0,0 1-241 0,0 0-546 15,4-2 241-15</inkml:trace>
  <inkml:trace contextRef="#ctx0" brushRef="#br1" timeOffset="107293.9">25301 7813 32 0,'0'0'136'0,"-9"1"-10"0,9-1-4 0,0 0-1 15,-8 0 2-15,8 0-3 0,0 0 6 0,0 0-2 16,0 0-2-16,0 0 3 0,0 0-13 0,-3-4-7 15,3 4-11-15,9-6-6 0,-5 3-6 0,6-3-3 16,1-1-3-16,0 0-3 0,-1 0-8 0,8-6 4 16,-4 1-3-16,4-1-4 0,5-5-1 0,0-4 0 15,1 0 3-15,-3 0-4 0,-1-1-3 0,1 0-1 16,-1-4-4-16,-2 1-1 0,-4-3-5 0,1 5 1 0,1-2-4 16,-5 2 0-16,1 1 2 0,-6-1 0 15,-2 7-1-15,0-1 10 0,-2 1-7 0,2-1-1 0,-4 1-2 16,-1 5-3-16,0 2 4 0,-2-1-2 15,3 5-6-15,-1-1-3 0,-1-1-8 0,0 2-1 0,1 0-13 16,-2 2-8-16,1-2-11 0,-1 5-8 0,3 1-12 16,-4-3-1-16,4 3 1 0,0 0 1 0,-14 9 2 15,5-1 1-15,3 2 4 0,-2 1 8 16,-2 6-6-16,2 0 3 0,-1 8-1 0,4-1 5 0,1 5-4 16,3-3 4-16,1 2 0 0,1 2 0 0,4 2 5 15,3-1 0-15,1 1 3 0,1-2 8 0,3-3-8 16,4 1 2-16,-4-6 1 0,3 0 0 0,-4-8-1 15,-1 1 4-15,1-3 1 0,-3-3 2 0,-2-3-1 16,2 0 8-16,-2-1 17 0,-5-1 22 0,3-2 24 16,-1-2 7-16,-4 0-9 0,9-3-6 0,-5 0-5 15,0-2-8-15,-2-2-5 0,0-5-20 0,-1 2-11 16,0-2-7-16,-5 3-14 0,4-7-9 0,-6 6-3 16,1-2-5-16,0 1-5 0,0 4-11 0,-2-3-10 15,-1 3-4-15,0 2-12 0,-3-2-12 0,1 3-12 16,-1 3-10-16,-2 0-20 0,2 1-21 0,0 0-28 15,2 2-24-15,3 1-33 0,-2-1-198 0,4 1-454 16,3 0 201-16</inkml:trace>
  <inkml:trace contextRef="#ctx0" brushRef="#br1" timeOffset="108006.92">26016 7524 108 0,'0'-4'297'0,"0"0"-18"0,0-1-17 16,4 1-26-16,-4 4-23 0,1-4-27 0,-1 4-18 15,0-3-20-15,0 3-25 0,4-3-9 0,-4 3-16 16,0 0-8-16,10 5-9 0,-5-1-20 0,-1 0-11 16,3 0-12-16,-1 3-6 0,3 0-7 0,-3 4-10 15,3-6-4-15,-2 4-3 0,0-2-8 0,2 0-4 0,-1-1-2 16,-3-1 2-16,1-1 0 0,-2 0 1 15,1-3 1-15,1 2-2 0,-1-3 6 0,-5 0 2 16,12-3 3-16,-7-1 5 0,3 0 5 0,-1-2 5 0,1 0 8 16,0-4 8-16,-3 2-4 0,0-2 5 0,3-1-3 15,-2 3 9-15,-2-2-1 0,1 2 5 16,-1 1 11-16,0 0 4 0,0 2 1 0,0 0 0 0,-3-1-3 16,3 2-9-16,-3 1-11 0,-1 3 1 0,1-7-9 15,-1 7-18-15,4-2-13 0,-4 2-16 0,0 0-14 16,0 0-3-16,0 0 7 0,0 0-5 0,0 17 1 15,0-6 1-15,-1 2 2 0,-2 8 0 16,2 4 2-16,-4 9 6 0,5-3 2 0,-1 1 1 0,-2 14 2 16,3-9 4-16,0-2-1 0,0 0 0 0,4 11 5 15,-4-12 9-15,0-1-12 0,4 1 2 0,-3-2 3 16,0-4 5-16,-1 0-5 0,0 0 1 0,0-9-1 16,-1 1 1-16,0-5 1 0,-3 0-2 0,3-4 2 15,-3 0-1-15,1-1 2 0,2-3 1 0,-3-1 6 16,0 1 0-16,-1-3 2 0,1 1-1 0,-2-1 5 15,-2 0 2-15,-1-1-3 0,-2-1 4 0,1 0 1 16,-1-2 4-16,-1 0 1 0,-1 0-1 0,-4-4-6 16,1 2 1-16,-3-4 1 0,3-1-1 0,-3 0-1 15,2-3 7-15,1 1 2 0,-1-4 17 0,3 0-3 16,3 0 20-16,-1-6 1 0,5-4-1 0,1-3-5 16,6 0-16-16,2-4-1 0,9 0-2 0,1-1-10 15,6 3-5-15,3-1-8 0,6 3 8 0,9-5-4 16,-8 10-1-16,1 3-6 0,1 0 3 0,-1-1-8 15,3 6 16-15,-4 2-18 0,2-1 3 0,-11 6-2 16,0-3 0-16,-3 7-3 0,0-6 5 0,-6 5-7 16,2-1-2-16,-7 2-1 0,1 1 1 0,1 0-5 15,-2-1 1-15,-2 1-13 0,-3 1-14 0,6-3-7 16,-6 3-16-16,3-2-9 0,-3 2-8 0,0 0-10 16,0 0-5-16,0 0-14 0,0 0-20 0,0 0-34 15,0 0-20-15,-11 9-40 0,11-9-41 0,-8 3-177 16,8-3-470-16,0 0 209 0</inkml:trace>
  <inkml:trace contextRef="#ctx0" brushRef="#br1" timeOffset="108904.92">27015 7634 103 0,'-13'0'141'0,"2"2"-18"16,2-2-6-16,1 0-12 0,1 2-16 0,0-2-5 15,7 0 9-15,-6 1 11 0,6-1 1 0,-6 0-7 16,6 0 0-16,0 0-2 0,-8 1 3 0,8-1 3 16,0 0 0-16,0 0 1 0,-4 3 2 0,4-3 1 15,0 0-3-15,0 0-5 0,0 0-6 0,0 0-7 16,0 0-8-16,0 0-4 0,0 0-7 0,0 0 4 15,0 0-20-15,0 0-5 0,0 0-4 0,0 0-4 16,0 0 1-16,12 3-10 0,-12-3-1 0,0 0-2 16,0 0-2-16,0 0-6 0,0 0 0 0,5 1 0 15,-5-1-2-15,0 0-6 0,0 0 2 0,0 0 0 16,0 0-2-16,0 0-1 0,0 0 0 0,0 0-1 16,0 0 2-16,0 0-4 0,0 0 1 0,0 0-2 15,0 0 4-15,0 0-6 0,0 0 2 0,0 0 0 16,0 0 2-16,0 0 5 0,0 0-8 0,0 0 4 15,0 0 0-15,0 0 4 0,0 0-1 0,0 0 3 16,0 0-3-16,0 0-3 0,0 0 3 0,0 0-3 16,0 0 2-16,0 0-3 0,0 0-2 0,0 0 1 15,0 0 9-15,0 0-13 0,0 0 2 0,0 0-1 16,0 0 0-16,0 0 5 0,0 0-3 0,0 0-1 16,0 0 1-16,0 0 2 0,0 0-3 0,0 0 1 15,0 0 0-15,0 0 1 0,0 0-1 0,0 0 1 0,0 0 4 16,0 0 2-16,4 3 13 0,-4-3 5 15,0 0 3-15,15-3-3 0,-1 2 1 0,5 0-5 16,4-4 0-16,9 3 3 0,2-4-8 0,6 3-3 0,-3-3-4 16,0 3 2-16,2-1-4 0,-4 1 3 0,-3-2-5 15,-5 4 0-15,-5 0 6 0,-4-2-5 16,-5 2-4-16,-2-1 6 0,-4 2-6 0,0 0 13 16,-2-1-11-16,0 1-1 0,2-3-6 0,-7 3 5 15,6-1-13-15,-6 1-20 0,0 0-21 0,8 1-32 0,-8-1-21 16,0 0-38-16,0 0-34 0,0 0-43 0,0 0-51 15,0 0-184-15,0 0-487 0,0 0 216 16</inkml:trace>
  <inkml:trace contextRef="#ctx0" brushRef="#br1" timeOffset="109843.83">28130 7513 70 0,'0'0'186'0,"2"-6"-3"15,-2 2-2-15,1 1-5 0,-1-1-9 0,0 4-1 16,0-10 6-16,-1 7-17 0,1-1-9 0,0 4-8 0,0-8-14 16,-2 4-13-16,0 1-16 0,-4 0-11 0,4 0-8 15,-4-1-6-15,-1 2-10 0,-2 0-7 16,-4 1-7-16,0-2-4 0,-2 3-6 0,-2 3-5 15,-1 0-3-15,0 0-8 0,-1 3 2 0,0 3-7 0,2-1-1 16,2 3-4-16,-3 2 0 0,2 1 0 0,1-1-2 16,-1 10-5-16,1-3 6 0,3-3-1 0,4 0 0 15,2 0-1-15,1 0-1 0,1 0 1 16,3 0 4-16,0-2-1 0,2-4 3 0,4-3 5 0,-1 2 6 16,2 0 4-16,1-3 8 0,-1-2 10 0,4-1 11 15,0-2 10-15,-1 1 8 0,3-3 7 0,-1-3 5 16,2-1 4-16,1-2 1 0,0-2 0 0,0 0 1 15,-1-4-1-15,2 0-16 0,-2 1-3 16,0-4-5-16,1-2-9 0,-2 3-5 0,2 3 7 0,-7-1 5 16,2 4-3-16,-4 3 5 0,2-2-14 0,-3 2 3 15,-1 0-10-15,1 1-10 0,-1 1 0 0,-1 1-17 16,3-1-6-16,-5 3-22 0,3-4-21 0,-3 4-22 16,2-2-3-16,-2 2 18 0,0 0-14 0,0 11 6 15,-1-4 6-15,0 2 6 0,1 2-1 0,-1-2 1 16,-2 4 9-16,1-3-4 0,2 2 5 0,0-1 3 15,2-1 1-15,-2 0 9 0,1-1-7 0,-1-3 10 16,3 1 6-16,1-2 1 0,1 2 6 0,1-2 0 16,0-2 8-16,7-1-10 0,8 1 0 0,-1-4-20 15,10-2-17-15,-1-1-36 0,1-5-51 0,-4 4-61 16,4-5-88-16,-5 0-304 0,-3-5-620 0,-4 1 274 16</inkml:trace>
  <inkml:trace contextRef="#ctx0" brushRef="#br1" timeOffset="110527.21">28393 7156 211 0,'6'-2'191'0,"-1"0"-11"0,3-1-14 16,0 3-13-16,3 0-19 0,1 0-7 0,1 0-14 15,1 3-10-15,-3 0-12 0,6 3-8 0,-6-1-8 16,3 3-10-16,-4 2-8 0,-2-4-3 0,2 6-5 15,-5-3-7-15,-3 7-2 0,0-2 0 0,-4 5-4 16,-3-2 0-16,-4 0-2 0,0 0 1 0,-8 3-1 16,3-5 1-16,-5 1-4 0,5-1-1 0,-3-2-1 15,-1-1 1-15,7-3-1 0,-1-3-1 0,-1 2-1 16,3-1 1-16,1-4-5 0,4 1-4 0,0-1 2 16,-2 1-3-16,3-1 16 0,1 0 28 0,3-3 14 15,-4 2 15-15,2 0 6 0,2-2 8 0,0 0 5 16,-5 2 8-16,5-2 4 0,0 0-10 0,0 0 3 15,0 0-17-15,25-5-18 0,-7 2-2 0,1-1-10 16,13 4-7-16,4-4-10 0,1 1 9 0,1 1-12 16,-1 0-2-16,-1 0 1 0,0 1-8 0,-7-2-6 15,-7 3-1-15,-3 0-4 0,-1 0 1 0,-6 0-9 16,0 0 0-16,-5 0-4 0,-1 3 0 0,1-3-2 16,0-3-1-16,-7 3-4 0,0 0-3 0,9 0 2 0,-9 0-17 15,0 0-20-15,8 0-26 0,-8 0-35 16,0 0-37-16,0 0-50 0,6 3-59 0,-6-3-47 15,0 0-293-15,0 0-623 0,0 0 275 0</inkml:trace>
  <inkml:trace contextRef="#ctx0" brushRef="#br1" timeOffset="111675.96">29917 7332 92 0,'-18'-3'127'0,"1"2"-14"16,-1 1 1-16,-9 0-14 0,5 1-2 0,3 2-10 15,-2 1-6-15,1 0-5 0,-3 5-11 0,6-2 1 16,-2 4-2-16,1-1 0 0,1 2-3 0,2 2-1 16,1-2-6-16,0 2 7 0,4 3-5 0,0-2 8 15,3 2-13-15,5 0 6 0,-1-2-6 0,-2-3 1 16,5 6 2-16,4-5-6 0,-1-1 1 0,2-2 2 16,0 1 4-16,0-3 6 0,6-3 3 0,-4 2 3 15,3-5 6-15,3 3 2 0,-2-4 7 0,2 0 0 16,1-1 1-16,0-4 2 0,4-1 5 0,-4-1 1 15,3-2-1-15,-7-1-7 0,5 1-2 0,-4 0-3 16,4-2-1-16,-5-3-6 0,-1 5-8 0,-1-1 7 16,-1 1-2-16,2 0 2 0,-5 3-1 0,0 1-2 0,-3 1 1 15,3-1-8-15,1-1-8 0,-2 4-5 16,-1-2 0-16,2 1-18 0,-4 2-4 0,0 0-15 16,5-3-14-16,-5 3-17 0,0 0 2 0,0 0-3 15,8 4-7-15,-3 0-6 0,0 2-13 0,0 1-7 0,3-2-16 16,-3 6-20-16,7-2-26 0,-1 3-37 0,1-6-24 15,2 6-32-15,-3-1-32 0,2-5-230 16,-2-1-509-16,1-2 226 0</inkml:trace>
  <inkml:trace contextRef="#ctx0" brushRef="#br1" timeOffset="112775.75">30169 7461 215 0,'1'-7'305'0,"2"2"-5"0,-2 0-5 0,3 0-19 0,-1 1-19 15,-2 1-13-15,-1 3-23 0,1-5-11 0,2 2-33 16,-3 3-20-16,0 0-21 0,2-4-12 0,-2 4-22 16,0 0-7-16,0 0-15 0,0 0-22 0,0 0-14 15,0 0-8-15,0 0-5 0,0 0-6 16,9 9-4-16,-9-3-4 0,-1 0-1 0,2-1-2 0,-1 2-1 16,0 3-2-16,3-1-3 0,-3 1 1 0,-3-2-3 15,3 2 5-15,0-3-1 0,0 0-2 0,0 0-1 16,0-1 0-16,3 0 3 0,-3 0-5 0,0-5 5 15,0 3-5-15,0-4 12 0,1 6 2 0,-1-6 19 16,0 3 11-16,0-3 31 0,0 0 17 0,0 0-10 16,0 0 2-16,0 0-23 0,15-8-1 0,-6 3-11 15,3-2-4-15,2-4-4 0,-1 0-8 0,4 2 5 16,-4-3-13-16,4 3-6 0,-2-2-7 0,-6 4 3 16,1 0-7-16,-1 1-1 0,-2 2 5 0,-2 0 8 15,1 2-18-15,-5-2-3 0,6 1-9 0,-6 2-6 16,-1 1-22-16,5-3-16 0,-1 1-16 0,-4 2-20 15,0 0 8-15,0 0 6 0,5 5 8 0,-5-5 9 16,3 9 6-16,-2-4-4 0,4 2 4 0,-4-2 3 16,3 5 7-16,0 0-6 0,1-2 8 0,4 2 2 15,5 1-11-15,0 2-7 0,12-5-7 0,1 3 2 16,3 0-3-16,6-4-7 0,5 1-10 0,12 1-2 16,-2-6-14-16,2-2-4 0,2 3 6 0,-1-7 10 15,0 2 4-15,3-3 9 0,-1 0 6 0,-5-3 1 16,-10 0 20-16,-4 0 9 0,-1-3 5 0,-8 0 13 15,0 2 18-15,-10 3 32 0,-6-1 26 0,-2 3 25 16,-3-1 5-16,0 0-9 0,-1 0-14 0,-6-2-6 16,-1 1-9-16,-3-1-7 0,-4 1-4 0,-3 0-8 15,-4 1 0-15,-6 1-8 0,0 0-4 0,-9 0-2 16,0 3-2-16,0 1-2 0,3 1-1 0,-1-2-3 16,6 6-2-16,2-2-6 0,2 1-13 0,0 0-7 15,8 0-7-15,-3 1-2 0,4 0-8 0,2-1 0 16,1 1 1-16,0-1 7 0,6 4 2 0,0-5 1 15,2 3 7-15,4-2 1 0,1-1 1 0,5 1 2 16,3-1 0-16,3 0 2 0,3-1 0 0,-2-3 2 16,0 0 0-16,1-6 2 0,1 0 5 0,-1 1-3 15,-2-6 0-15,-2 2 1 0,-2-6 4 0,-2 1 4 16,2-1 7-16,-5-2 5 0,3-6-1 0,-3-1-2 16,-3-2 5-16,-2-2-1 0,-1 2 3 0,-3-2 2 15,0-2 17-15,-2 1 9 0,-3-1-1 0,1 1 0 16,-1-1 2-16,-1 3 4 0,1 2 12 0,-2 6-2 15,2 0 23-15,1 4 0 0,0-2-11 0,2 4 28 16,-2 1-2-16,0 0 3 0,3 3-4 0,-1 1-3 16,-1 3-16-16,0-2-5 0,3 2-6 0,-1 1-5 15,-1 0-12-15,2 0-7 0,0 4-7 0,0 0-11 16,-2-5-6-16,2 5-23 0,0 0-24 0,0 0-6 16,0 0-37-16,0 0-11 0,0 0 5 0,0 0 12 15,0 0-5-15,-2 17 8 0,0-5 5 0,4 1 2 16,-4 4 7-16,2 2 1 0,0 1 3 0,2 8 4 15,-2 1 3-15,2 0 11 0,-2 1 3 0,0 1 0 16,2 1-3-16,-2-1 8 0,0-1-1 0,2 0 5 16,-1-1-5-16,-1 0 3 0,3-2 11 0,-2-8 3 15,-1 5-2-15,2-7-1 0,-2-1 1 0,2-4 8 16,-2 1 2-16,0-2-5 0,0 0-2 0,0-4 5 16,1 1 2-16,-2-4-6 0,2 1 2 0,-1 2-1 15,3-3-4-15,-3-2 3 0,0-2 1 0,0 0-2 16,0 7 1-16,0-2-2 0,0-5 6 0,0 0 2 15,0 4-6-15,0-4-3 0,0 0 1 0,0 0 12 16,0 4-15-16,0-4-1 0,0 0 6 0,0 0-1 16,0 0 7-16,0 0 0 0,0 0 6 0,0 0-2 15,0 4 9-15,0-4 2 0,0 0 8 0,0 0 11 16,0 0-2-16,0 0 3 0,0 0 4 0,0 0 5 16,6 0-2-16,-6 0 2 0,14 1-2 0,9 2-5 0,11-3-3 15,22 0-18-15,5 4-61 0,3-4-97 16,-4 0-109-16,5-3-175 0,-5-2-269 0,-2-2-737 15,-7-5 326-15</inkml:trace>
  <inkml:trace contextRef="#ctx0" brushRef="#br1" timeOffset="115259.8">20684 9184 104 0,'-1'-5'280'0,"1"5"-12"0,0-7-12 16,0 4-18-16,0 3-21 0,1-5-22 0,-1 5-18 15,0 0-23-15,-1-6-16 0,1 6-17 0,0 0-20 0,0 0-11 16,0 0-11-16,0 0-7 0,6 11-12 0,-4-3-6 16,1 4-6-16,2 5-19 0,0-1-2 0,-2 4-3 15,3 4-2-15,0 4-4 0,0-1-3 16,-4-1 2-16,1 2-1 0,-1-1-5 0,0-1-1 0,-1 1 1 15,3 0-1-15,-2-6-3 0,-2-4 1 0,0 1 1 16,0-2-4-16,0-6 2 0,0 2 1 0,0-5 1 16,0-2 6-16,0 2 3 0,-2 0 10 0,2-4 15 15,2 2 32-15,-2-5 13 0,0 5 44 16,0-5 39-16,0 0 38 0,0 0 13 0,0 0-11 0,0 0-16 16,-7-11-16-16,3 0-22 0,1-8-13 0,-2-6-16 15,-1-3-13-15,2-4-14 0,4-4-13 0,-1-15-13 16,2 2-9-16,2-4-9 0,-1 0-3 0,3 3-7 15,1 1-4-15,0 0-2 0,-3 15-7 0,3-1-2 16,2 5 3-16,0 0 1 0,-1 7-3 0,0 2-1 16,2 3-6-16,-3 1-5 0,2 2 0 0,1 1-6 15,4 1-5-15,0 0-6 0,2 3-7 0,3 2-26 16,4 4-25-16,-2-2-30 0,8 2-35 0,0 4-31 16,2 7-26-16,-2 0-19 0,0 6-23 0,0 0-28 15,0 3-35-15,0 5-41 0,0-1-52 0,-5-1-238 16,-6 1-661-16,-6-6 294 0</inkml:trace>
  <inkml:trace contextRef="#ctx0" brushRef="#br1" timeOffset="116091.92">20791 9286 8 0,'-5'1'186'0,"5"-1"-10"0,0 0-12 0,0 0-14 0,0 0-8 16,0 0-8-16,-11-1-8 0,11 1-7 0,0 0-3 15,0 0-2-15,0 0 1 0,0 0 1 0,-3 2-1 16,3-2-2-16,0 0-5 0,0 0-7 0,0 0-8 15,0 0-10-15,0 0-3 0,0 0-8 0,0 0-5 16,28-1 2-16,-6-1-13 0,7-1-8 0,3-1 3 16,5 2-12-16,14-3-15 0,0 3-30 0,3-2-46 15,1 4-74-15,1-4-74 0,-19 3-201 0,-1-2-433 16,1 0 192-16</inkml:trace>
  <inkml:trace contextRef="#ctx0" brushRef="#br1" timeOffset="116758.48">21863 9247 116 0,'-5'0'182'16,"1"2"-15"-16,4-2-10 0,-9 0-15 0,9 0-15 15,-10 0-6-15,10 0-1 0,0 0-2 0,-8 0-8 16,8 0-9-16,0 0-6 0,0 0-7 0,-9 0-3 16,9 0-3-16,0 0-4 0,0 0-4 0,0 0-1 15,0 0-3-15,0 0-8 0,0 0-6 0,0 0-7 16,0 0-2-16,0 0-8 0,0 0-2 0,-3-2-7 15,3 2 0-15,0 0-3 0,0 0-4 0,0 0-3 16,0 0 4-16,0 0-9 0,0 0-4 0,0 0-2 0,0 0 1 16,0 0-3-16,0 0 0 0,0 0 0 0,0 0-2 15,0 0-1-15,0 0 2 0,0 0 0 16,-5 4-4-16,5-4 0 0,0 0 3 0,0 0-2 16,0 0 3-16,0 0-2 0,0 0-2 0,0 0 9 0,0 0-3 15,0 0 11-15,0 0 8 0,0 0 4 0,26-4-4 16,-12 4-2-16,4-3-2 0,4 2 0 0,6-2-4 15,4 1-2-15,0-1 1 0,1 0-5 16,1 2 3-16,-4-2-3 0,-2 2-5 0,-6-3 2 0,-2 3-3 16,-4 1 2-16,-4-1-3 0,-1 1-1 0,-4-1 0 15,0-1 0-15,-1 2-10 0,-6 0-10 0,9 0-15 16,-9 0-8-16,7 0-5 0,-7 0-9 0,0 0-12 16,0 0-22-16,-17 9-24 0,7-5-29 0,1-3-34 15,-3 2-203-15,1-3-406 0,-1 3 180 0</inkml:trace>
  <inkml:trace contextRef="#ctx0" brushRef="#br1" timeOffset="117308.38">22631 9140 137 0,'3'-4'233'0,"-1"1"2"15,2 1-7-15,-3-5-2 0,1 1-10 16,-1 3-6-16,0-2-5 0,0-1-13 0,1 3-9 15,-1-1-7-15,-1 4-13 0,0-5-16 0,0 0-16 16,0 5-7-16,-4-6-23 0,4 6-21 0,-9-3-10 0,0 2-11 16,-1 1-5-16,-1 0-9 0,-7 3-7 0,1 2-3 15,-2-1-7-15,-3 4-4 0,4-1-3 16,-1 4-1-16,0-1-4 0,2 1-2 0,-3 6-2 16,6-6-2-16,-1 2 0 0,4 1-1 0,0 1 4 0,3 0-15 15,3-1-1-15,1-2 1 0,2-6 1 0,2 6 0 16,0-6 5-16,1 4 0 0,4-5 5 0,0 1 3 15,3-1 19-15,1-3-5 0,1 1 0 0,2-3 1 16,2-2 11-16,-2 0 0 0,2-2 21 0,3-2-16 16,-2 3 7-16,-2-6 10 0,5 2-1 0,-5-1-12 15,-2-1 1-15,-2 4-5 0,3-2 1 0,-5 2-4 16,1 1 2-16,-3 0 0 0,2 0-16 0,-2-1 2 16,1 2-3-16,0 1-4 0,1-1-3 0,-1 2-5 15,1 0-6-15,3-1 0 0,-1 2 0 0,2 0-18 16,3 3-24-16,-2-1-17 0,8 1-27 0,-2 1-33 15,-5-1-41-15,-1 2-57 0,0-1-43 0,5 1-61 16,-6-4-217-16,0 2-574 0,-5-2 255 0</inkml:trace>
  <inkml:trace contextRef="#ctx0" brushRef="#br1" timeOffset="117762.89">22865 8893 76 0,'0'-4'259'0,"0"4"-19"16,5-5-16-16,-3 1-21 0,1 3-15 0,2-2-16 0,-5 3-19 15,12-1-13-15,-4 1-12 0,-1 0-16 16,-7 0-11-16,14 2-13 0,-9 0-10 0,4 0-9 15,-4 1-7-15,3 1-7 0,-5 0-5 0,3 0 0 16,-2 1-10-16,0 0-4 0,-2 2-4 0,-2-1-2 0,1 5-6 16,-1-2 1-16,-1 1-3 0,-1-1 7 0,-1-1-11 15,-2 4-2-15,1-5 0 0,-1 2-10 16,-3 0 7-16,3-4-2 0,-2 1-2 0,2-1-1 16,1 0 1-16,0-2 1 0,3 0-2 0,-1 1-1 0,0-2 6 15,2-2 5-15,0 0 12 0,4 5 17 0,-4-5 15 16,9 2 6-16,-2-3 5 0,5 1-13 0,-1 0 7 15,3 0-6-15,0-1-3 0,7 1 0 16,-3-2-6-16,-1 2-2 0,4 0-4 0,-2-1 3 0,-1 2-5 16,-5-2-1-16,-1 1-12 0,-3 0-1 0,-1 0-4 15,-1 0-1-15,0 1-8 0,-7-1 2 0,9-1-1 16,-9 1-22-16,5-2-20 0,-5 2-26 0,0 0-20 16,0 0-16-16,8 2-20 0,-8-2-9 0,0 0-10 15,0 0-18-15,0 0-33 0,0 0-39 0,-17 4-55 16,10-4-147-16,7 0-451 0,-12-3 200 0</inkml:trace>
  <inkml:trace contextRef="#ctx0" brushRef="#br1" timeOffset="118041.62">23265 8785 168 0,'4'-3'305'0,"-4"3"-29"0,0 0-28 16,1-4-24-16,-1 4-30 0,0 0-20 0,0 0-17 16,10 7-20-16,-2 2-13 0,3 3-18 0,1 3-4 15,1 9-6-15,3 2-11 0,-3 1-4 0,-3 5-2 16,-5 3-11-16,1 12 7 0,-6 1-14 0,-7 6-5 16,-5-6-1-16,-5 0-4 0,-4-1-3 0,-3-1-6 15,-7-2-2-15,-2-3-8 0,-3-3-5 0,-1-2-11 16,0-5-12-16,-4-2-22 0,-1-2-29 0,-5-3-32 15,-2-3-46-15,1-4-69 0,-6-3-251 0,4-2-482 16,-2-6 214-16</inkml:trace>
  <inkml:trace contextRef="#ctx0" brushRef="#br1" timeOffset="118674.83">21970 8753 50 0,'3'-2'209'0,"-3"2"-19"0,0 0-20 0,0 0-12 15,0 0-23-15,0 0-16 0,0 0-10 0,-10 8-12 16,-4 1-7-16,1 5-4 0,-6 5-10 0,-3 4-6 16,-1 1-2-16,-3 3-10 0,-4 13-3 0,0-2-1 15,1 3 1-15,2 1-4 0,3-1 1 0,10-7 1 16,-3 10-3-16,8-11-7 0,4-3 9 0,4 1 8 15,2 2-1-15,0-5 5 0,7 1 1 0,5-3 6 16,2 1 2-16,5-5 3 0,4-1 1 0,1-3-1 16,2-2 4-16,4-2-6 0,0-3-4 0,-2-1-8 15,-5 0-4-15,4-2-6 0,0-2-7 0,-14-2-2 16,-2-1-4-16,-2 0-4 0,-3-1 6 0,-1 0-10 16,0-1 0-16,-1 0-7 0,-1-1 3 0,-4 0 3 15,5 3-1-15,-5-3-3 0,0 0-4 0,7 0 9 16,-7 0-20-16,0 0-19 0,4 2-23 0,-4-2-26 15,0 0-28-15,0 0-35 0,0 0-37 0,0 0-41 16,0 0-47-16,0 0-211 0,0 0-493 0,10-10 219 16</inkml:trace>
  <inkml:trace contextRef="#ctx0" brushRef="#br1" timeOffset="119507.97">23963 9128 60 0,'-7'0'132'0,"7"0"-6"0,0 0-11 0,-6 0 3 16,6 0-6-16,0 0 3 0,0 0 1 0,0 0 1 16,0 0 2-16,0 0 2 0,-8 0 5 0,8 0-8 15,0 0 2-15,0 0-3 0,0 0-2 0,0 0-3 16,0 0-2-16,0 0-3 0,0 0-8 0,0 0-6 16,0 0-9-16,0 0-11 0,22-7-5 0,-9 5-8 15,3-1-5-15,13 1-7 0,1-3-15 0,6 0-7 16,2 2 8-16,13-1-11 0,3 0-4 0,1-2 1 0,-3 5-3 15,-13 0-1-15,-5-2-2 0,-2 3 4 16,-4 3-9-16,-6-3-1 0,-7 0-1 0,-1 0 1 16,-1 0-6-16,-3 0-16 0,-1 0-3 0,-4 0-12 15,2 0-4-15,-3 1-10 0,-4-1-7 0,0 0 5 0,5 3 5 16,-5-3-2-16,0 0-12 0,-14 5-20 0,2-2-31 16,3-1-8-16,0 2-36 0,0 0-37 0,-5 0-150 15,4-1-364-15,2-2 161 0</inkml:trace>
  <inkml:trace contextRef="#ctx0" brushRef="#br1" timeOffset="119974.64">23969 9326 177 0,'-6'1'166'0,"6"-1"-9"0,-7 0-11 0,7 0-6 16,0 0-3-16,-7 0-7 0,7 0-11 0,-3 4-5 16,3-4-2-16,0 0-5 0,0 0-4 0,0 0 0 15,0 0 0-15,0 0-4 0,0 0 7 0,0 0-5 16,-8-5-3-16,8 5 4 0,0 0-5 0,0 0-5 15,0 0-5-15,0 0-9 0,0 0-1 0,0 0-6 16,0 0-10-16,0 0-2 0,0 0-3 0,0 0-8 16,0 0-6-16,0 0 1 0,0 0-12 0,0 0 2 15,0 0-10-15,0 0 4 0,0 0-5 0,0 0-4 16,0 0 0-16,21-1-1 0,-3 0-1 0,3-1-7 16,11-1 4-16,0-2-4 0,7 3-1 0,14-3-5 15,3 1 16-15,4 0-14 0,3 0-1 0,-3-1 1 16,0 1-1-16,-2 0-4 0,-6-2 5 0,-16 4 1 0,-4-1-3 15,-3 1-1-15,-7-1-4 0,-4 1-6 16,-8 2-4-16,2-3-6 0,-5 3 0 0,1 0-13 16,-3-2-12-16,-2-1-31 0,-3 3-26 0,0 0-16 15,0 0-16-15,-12-7-6 0,2 5-6 0,2-1-12 0,-2 3-29 16,-4-1-191-16,-4-2-407 0,0 1 180 0</inkml:trace>
  <inkml:trace contextRef="#ctx0" brushRef="#br1" timeOffset="120491.89">24410 8890 15 0,'0'0'262'0,"0"-6"-9"0,0 6-6 16,1-4-17-16,-1 4-15 0,0-5-16 0,0 5-19 15,0 0-20-15,0 0-16 0,2-4-18 0,-2 4-15 16,0 0-24-16,0 0-22 0,0 0-11 0,0 0-6 16,-10 17-6-16,5-2-5 0,-9 9-6 0,-1 5-2 15,-9 15-4-15,-2 4-2 0,1 3 1 0,-2 5 2 16,1-3-5-16,-1 0-5 0,3 1 0 0,0-1-3 16,5-3-1-16,-1-3 11 0,8-13 7 0,0-2 3 15,3-2-1-15,-1-3-1 0,5-1 2 0,1-8-7 16,0-2 5-16,3-5 0 0,-2 0-4 0,2-1 0 15,1-5-2-15,-1 3 1 0,1-4 2 0,-3 1 7 16,3-1 8-16,0-4 13 0,0 5 12 0,0-5 3 16,0 3 2-16,0-3-6 0,0 4-1 0,0-4-11 15,0 0-3-15,0 0-10 0,0 0 0 0,0 0-20 16,0 0-22-16,0 0-39 0,0 0-43 0,0 0-44 16,0 0-49-16,13-8-35 0,-5 4-41 0,1-1-237 0,0-2-528 15,1 0 234-15</inkml:trace>
  <inkml:trace contextRef="#ctx0" brushRef="#br1" timeOffset="121991.87">25837 8939 41 0,'0'0'101'0,"-1"-4"-5"15,1 4-5-15,-4-4-9 0,0 3-9 0,-1-2-8 16,5 3-2-16,-9-5-11 0,4 3-1 0,0 0-2 16,-3-1-3-16,3 3 2 0,-4-2-4 0,3 0 1 15,-6 1-10-15,4 0 2 0,-3 0-1 0,0 1 4 16,-1 0-4-16,-1 0 1 0,2 1 2 0,-1 0-6 0,0-1-6 15,0 3 12-15,1-2-9 0,-1 3 2 16,1-2-7-16,-1 3-4 0,3 0 3 0,-1 0-4 16,1 2-1-16,-3 0-5 0,6 0-1 0,-3 2 3 0,0 1 4 15,4 0 0-15,-4-1 5 0,4 0 0 0,-3 7-3 16,3-3-2-16,-2 4-3 0,4-5 6 0,-1 0-5 16,2 0-1-16,-1 4-3 0,3-3 4 0,1 4 2 15,3-1-1-15,0-1 1 0,-1-3 7 0,4 3 1 16,-3-3 5-16,3 2-1 0,0-3 6 0,-3-2 2 15,4 0 7-15,-2 0 7 0,3-1 7 0,0 1 7 16,0-1 4-16,0-1 6 0,0-2 3 0,1 2 1 16,-2-2-7-16,2-2 2 0,3 2-3 0,0-3 0 15,0 2 1-15,5-1 0 0,0-3-3 0,0 0 1 16,0 0 1-16,1-3 3 0,-5 2 5 0,4-4-5 16,0-2-1-16,1 1 16 0,-1-4-20 0,1-1-6 15,4-4-7-15,-1-2-12 0,-7 4 2 0,3-7-13 16,-5 5 2-16,4-7-8 0,-6 6-4 0,-2 0-7 15,-4-2 1-15,2 1-9 0,-4 0-1 0,0-2-12 16,-6 4-14-16,-2-2-2 0,-1 2-7 0,-2-2-9 16,-5 5 7-16,-2 0-19 0,-3-1-16 0,-7 4-8 15,-2-1-14-15,-1 3-19 0,1 0-26 0,5 6-35 16,4 0-31-16,-1 1-34 0,6 0-54 0,1 0-155 16,5 0-475-16,0 1 210 0</inkml:trace>
  <inkml:trace contextRef="#ctx0" brushRef="#br1" timeOffset="122942.7">26115 8569 8 0,'0'0'163'16,"-2"-6"3"-16,1 4 0 0,1 2-9 0,0 0-4 15,0 0-9-15,-1-4-11 0,1 4-6 0,0 0-11 16,0-5-13-16,0 5-5 0,0 0-15 0,0 0-14 16,0 0-4-16,12 5-11 0,-4-1-3 0,4 3-8 15,2 4-6-15,6 6 0 0,3 2-7 0,4 7 0 16,6 9 3-16,2 3 8 0,-5 4 2 0,2-1-3 16,-2 4-1-16,-5-1-3 0,-3 2-2 0,-8 5 0 15,0-3-7-15,-9 6 3 0,-1-2 1 0,-5 0-6 16,-10-1-2-16,0-1-3 0,-6-2-2 0,-4-4-3 15,-5-2 2-15,-7-2 1 0,-3-5 3 0,-1-4 5 16,-4-4 6-16,9-8-2 0,-5-2 8 0,-6 7 13 16,7-9-1-16,4-4 2 0,-4 2 6 0,4-1 3 15,2-3 4-15,2-1-7 0,10-1-6 0,1-2-1 16,5-3-10-16,1 4-4 0,5-4-2 0,-2 1-2 16,0-2-6-16,3 2 2 0,0-3 3 0,5 0-2 15,-6 2-1-15,3 0 1 0,3-2-8 0,0 0 5 16,-5 3-1-16,5-3-5 0,0 0 2 0,0 0-1 0,-4 2 0 15,4-2-1-15,0 0-2 0,0 0-8 16,0 0-19-16,0 0-24 0,0 0-31 0,-4 3-40 16,4-3-54-16,0 0-49 0,0 0-73 0,0 0-204 15,0 0-521-15,0 0 231 0</inkml:trace>
  <inkml:trace contextRef="#ctx0" brushRef="#br1" timeOffset="139505.81">6164 11968 45 0,'0'0'118'16,"-5"-3"-10"-16,5 3-5 0,0 0-16 0,0 0-9 15,0 0-8-15,0 0-9 0,0 0 15 0,-3-3-14 0,3 3-11 16,0 0 3-16,0 0-3 0,0 0 1 0,0 0-13 16,0 0 6-16,0 0-2 0,0 0 2 0,0 0-6 15,0 0 1-15,0 0 4 0,0 0-1 16,0 0-7-16,0 0 4 0,0 0-4 0,0 0 1 0,0 0 2 16,0 0-2-16,0 0 0 0,0 0-1 0,0 0 3 15,0 0-6-15,0 0 2 0,0 0 8 0,0 0 3 16,0 0-6-16,0 0 5 0,0 0-8 0,0 0-5 15,13-2 1-15,-2 0-5 0,2 1-3 0,10-3 4 16,6 1 4-16,5 0 2 0,-1-4 10 0,4 2 1 16,0 0 2-16,-1-1-4 0,-3 1-2 0,-1 2-8 15,-1 0-1-15,-12 0-4 0,0-1-4 0,-1 2 0 16,-5 2-5-16,-4-3-20 0,-1 3-16 0,-2 0-22 16,-6 0-29-16,9 0-35 0,-9 0-2 0,1 2-10 15,-1-2-17-15,-12 6-46 0,0-2-128 0,-1-1-330 16,-6 3 146-16</inkml:trace>
  <inkml:trace contextRef="#ctx0" brushRef="#br1" timeOffset="139945.87">6091 12194 163 0,'0'0'159'0,"-6"2"2"0,6-2 0 16,0 0-5-16,0 0-3 0,0 0-23 0,0 0-3 15,0 0-19-15,0 0-10 0,11-7-11 0,-2 5-6 0,11 1-13 16,1-3-5-16,11 1-6 0,1-1-6 16,4 1-5-16,3 1-6 0,-2 0-1 0,2 1-8 15,-3-2-2-15,-1 3-2 0,-6 3-4 0,1-3 4 16,-3 0-7-16,-9 0-4 0,0 1-1 0,-6 1-1 15,-3-2-1-15,-2 1-1 0,-1-1 0 0,0 0-5 16,-7 0-7-16,10 1-24 0,-10-1-15 0,5 0-14 16,-5 0-16-16,0 0-35 0,0 0-39 0,-15 4-151 15,2-1-318-15,3-3 141 0</inkml:trace>
  <inkml:trace contextRef="#ctx0" brushRef="#br1" timeOffset="142304.34">8369 11102 24 0,'0'0'153'0,"0"0"2"0,0-5-5 0,0 5-1 16,0 0-12-16,0-4-3 0,0 4-9 0,0 0-6 16,0-7-2-16,0 7-6 0,1-3-4 0,-1 3-12 15,3-3-4-15,-3 3-6 0,4-5-10 0,1 3-16 16,-1 0-2-16,6-2-6 0,-5 4-6 0,5-5-8 15,2 4-2-15,2 1-4 0,-4 1-2 0,3-1-4 16,1 2-3-16,0 1-7 0,-2 1 1 0,1 0-4 16,3 1 0-16,-3 1-5 0,-3 1 0 0,0 2-5 15,2 3-10-15,-1 0 5 0,-4 2 1 0,-1 1-4 16,-1 2 5-16,0-2-2 0,-8 2 0 0,0 1-1 16,-1 0 0-16,-4-1-2 0,3 2 5 0,-7-1 1 0,1-2-1 15,1-2-1-15,-4 2-2 0,2-2 7 16,2-1-5-16,-4 0 1 0,5-4-1 0,-2-1-1 15,3 0 2-15,-1-3 1 0,3 3 0 0,2-4 3 16,-4-1-3-16,6-1 0 0,-2 1 3 0,0-1 5 0,0 1 24 16,4-3 18-16,-4 4 12 0,4-4 8 0,0 0 11 15,-1 1 21-15,1-1-16 0,0 0-9 0,0 0-8 16,0 0-8-16,10-13-10 0,-2 5 10 16,1 1-15-16,0-2-5 0,1-2-4 0,4-5-3 0,0 4-5 15,0-5-2-15,-1 0 1 0,5-1-5 0,-5 4-6 16,0-2-2-16,2 2 1 0,-2-2 2 0,1 2 4 15,-3 1 8-15,2-2 12 0,-3 2 4 16,-2 1 10-16,-2 2 6 0,3 0 13 0,-1 2-2 16,-4 2 1-16,1-2-9 0,-1 1 3 0,-3 3 5 0,3-2-7 15,-2 2-9-15,-1 0-1 0,2 1-8 0,-3 0-4 16,0 3-5-16,3-5-5 0,-3 5-2 0,3-2-12 16,-3 2 3-16,0 0-5 0,3-3-1 0,-3 3-4 15,0 0 1-15,0 0-10 0,0 0-1 0,0 0-13 16,0 0-11-16,0-4-6 0,0 4-2 0,0 0-8 15,0 0-4-15,0 0-9 0,0 0 0 0,0 0-12 16,0 0-6-16,0 0 17 0,0 0-11 0,0 12 7 16,-1-7 7-16,-1 2 4 0,-1 1 3 0,0 2 3 15,-1 3 3-15,-2 2 15 0,1 2-8 0,-3 0 4 16,4 4-2-16,-5 2 3 0,-1 0 6 0,2 3-2 16,2-8 1-16,-3 6 3 0,4-6 5 0,1 2 1 15,-1-3-2-15,2-1 5 0,2-1-2 0,1-2 5 16,0-1-1-16,4 4 3 0,0-5 4 0,-2 1-1 15,10-2 0-15,-2 4 9 0,4-4 2 0,4 0 7 16,5-5 2-16,5 5 5 0,0-4 0 0,-6-3-3 16,6-3 0-16,-5 3 3 0,-3-3 1 0,0 0-2 15,-1-3 5-15,-6 3-8 0,1-3 26 0,-4 3-9 16,-4-1 0-16,2 1 9 0,-2-1-4 0,-6 1 2 16,9 0-2-16,-5 1-5 0,-4-1-1 0,0 0-16 15,9-1 1-15,-9 1 3 0,0 0-5 0,0 0-7 16,6 1-2-16,-6-1-18 0,0 0-24 0,0 0-28 15,0 0-30-15,0 0-28 0,0 0-40 0,0 0-38 16,6 4-9-16,-5-1-51 0,3 1-294 0,-2-1-591 16,4 0 262-16</inkml:trace>
  <inkml:trace contextRef="#ctx0" brushRef="#br1" timeOffset="143890.91">7342 12102 67 0,'0'0'116'0,"0"0"-1"0,0 0 5 16,0 0-8-16,0 0-12 0,0 0-10 0,-4-2-1 15,4 2-12-15,0 0 1 0,0 0-11 0,0 0-6 16,0 0-7-16,0 0-7 0,0 0-7 0,0 0 1 16,0 0-8-16,0 0 5 0,0 0 0 0,0 0 4 15,0 0-7-15,0 0 2 0,0 0-4 0,0 0-4 16,0 0-1-16,0 0 1 0,0 0-7 0,0 0-2 15,0 0 0-15,0 0-1 0,17-6-1 0,-12 5-2 16,1 0-4-16,6-1 3 0,-2 0-12 0,4 1 7 16,3-1 2-16,2 0 3 0,1-1-7 0,1 1 2 15,8 0-3-15,-2-1-3 0,1-1 5 0,4 3-4 16,0 1 1-16,1-2-6 0,0 0 2 0,4 1 3 16,-1-1 5-16,0 1-11 0,1 0 7 0,0 0-4 15,0-1-1-15,-2 1 2 0,-1 0 0 0,-2-2 2 16,3 3-3-16,0-3 2 0,2 1-8 0,-1 0 13 15,-4 0-3-15,5-1-2 0,-1-1-1 0,2 1 4 16,-2 1-1-16,0-3-4 0,2 2 0 0,-2 2-1 16,0-3 2-16,1 0 8 0,0 1-9 0,-1-2 0 15,2 5-2-15,3-4 5 0,-4-1-2 0,1 2 0 16,1-2-1-16,0 3-2 0,-3-3 5 0,1 3-9 16,1-2 9-16,-1-1-5 0,-1 0 5 0,3 0 2 0,0 2-2 15,15-1 0-15,-16-1 1 0,3 1-4 16,9-2 0-16,1 3 4 0,-11 0-2 0,0-1-1 15,12-2 6-15,0 2-4 0,-15 2 6 0,3-1-8 16,-3 0 6-16,-3-2 1 0,-1 1-7 0,-1 1 9 0,2-1-4 16,-2 2-2-16,0-1-3 0,-2-2 6 0,1 1-4 15,0 1 1-15,-1-2-4 0,6 2 7 16,-5-2-4-16,0 3-2 0,1-2 0 0,0 0 3 16,0 0-1-16,0 0 1 0,-1-1 0 0,-3 1-1 15,3 0 4-15,-3 0-6 0,1 1 5 0,-7 2-1 0,5-3 1 16,-4 2 2-16,-3-1-4 0,10 3 3 0,-12-4-1 15,2 2-4-15,0 0 10 0,-3 1-1 16,2-2-2-16,-7 2 5 0,0 0 1 0,0-1 2 16,1 0-1-16,-2 1 0 0,2 0-2 0,0-1-2 0,-3 1-2 15,3-2-1-15,0 2-1 0,-3 1 1 0,0-3-2 16,3 2 0-16,-2 1 1 0,-1 0-3 0,0-2-4 16,-3 2 2-16,1-1-1 0,1-1 1 0,-3 2 4 15,1 0 2-15,0-2 4 0,2 0 1 16,-5 1 1-16,1 0 1 0,-5 1 0 0,9 0-1 0,-9 0 3 15,9-1-9-15,-9 1 3 0,5-1-5 0,-5 1-6 16,0 0 5-16,0 0-2 0,7 0-1 0,-7 0 1 16,0 0-1-16,0 0-1 0,0 0-2 0,0 0-1 15,0 0 3-15,3-3-5 0,-3 3 2 0,0 0-5 16,0 0 1-16,0 0 4 0,0 0 3 0,0 0-4 16,0 0-2-16,0 0 0 0,0 0-7 0,0 0-4 15,0 0-23-15,0 0-30 0,0 0-34 0,0 0-44 16,0 0-22-16,4 6-195 0,-4-6-389 0,0 0 173 15</inkml:trace>
  <inkml:trace contextRef="#ctx0" brushRef="#br1" timeOffset="145221.53">7865 12714 83 0,'0'0'249'16,"0"-5"-11"-16,0 5-5 0,-2-6-15 0,2 6-15 15,0 0-10-15,0 0-17 0,0-5-18 0,0 5-17 16,0 0-16-16,0-4-15 0,0 4-10 0,0 0-16 15,0 0-10-15,0 0 3 0,0 0-24 0,0 0-16 16,0 0-5-16,0 0-6 0,2 15-4 0,0-5-2 16,-1 1-6-16,-1 5 5 0,0 1-8 0,2 2 0 15,-1-1-2-15,0 3-1 0,1 3 0 0,-2-5-1 16,1-1 0-16,4 5 9 0,-7-3-13 0,2-3 1 16,0 1 2-16,0-5-1 0,2-1-1 0,-2 0-2 15,1-2 2-15,-2-3-1 0,1 1 0 0,0-2 1 16,0-2 3-16,0 0 13 0,0-1 20 0,0-3 21 15,0 7 19-15,0-7 24 0,0 0 30 0,0 3 28 16,0-3 20-16,0 0 20 0,0 0-5 0,0 0-17 16,0 0-16-16,-9-16-18 0,8 7-12 0,-3-6-15 15,0-5-14-15,1-6-10 0,1 0-18 0,1-6-3 16,-2 1-12-16,6-1-7 0,-2-5-4 0,1-10-7 16,1 11-4-16,2 2-9 0,-1 1 3 0,1 0-7 15,3 2-1-15,-3 4-2 0,1 0-2 0,3 3-3 16,-1 4-5-16,1 2 2 0,0 1-6 0,3 0-2 0,1 1-4 15,2 2-1-15,1 0-1 0,8-1-3 16,-3 4-8-16,-3 1-22 0,2 2-20 0,2 2-19 16,-2 2-35-16,3 4-29 0,0 4-31 0,-5-3-32 15,3 6-31-15,-4 3-27 0,0 1-27 0,-3 3-28 0,-1 1-55 16,-2 1-197-16,-3 0-610 0,-7-3 270 0</inkml:trace>
  <inkml:trace contextRef="#ctx0" brushRef="#br1" timeOffset="145853.91">7928 12821 75 0,'0'0'159'0,"0"0"-8"16,0 0-7-16,0 0-15 0,0 0-10 0,0 0-11 16,0 0-9-16,-7 0-8 0,7 0-2 0,0 0-3 15,0 0-4-15,0 0-1 0,0 0-2 0,0 0-3 16,0 0-3-16,0 0-4 0,0 0-6 0,0 0 0 16,0 0-3-16,0 0-6 0,0 0-1 0,0 0-7 15,0 0-4-15,0 0-2 0,0 0-6 0,0 0-3 16,0 0-4-16,0 0-4 0,0 0-1 0,0 0 8 15,0 0-13-15,0 0 1 0,0 0-3 0,0 0 3 16,0 0 1-16,0 0 3 0,0 0 9 0,0 0 0 16,0 0-3-16,0 0 3 0,0 0-6 0,0 0 0 15,30 0-2-15,-8-3 0 0,6 3-4 0,4-4-30 16,-1 1-56-16,1 1-78 0,-2-3-259 0,1-1-436 16,-3 1 193-16</inkml:trace>
  <inkml:trace contextRef="#ctx0" brushRef="#br1" timeOffset="146864.87">8635 12245 171 0,'0'0'191'0,"0"0"-9"0,0-5-7 0,0 5-12 15,4-4-6-15,-4 4-8 0,0 0-1 16,1-3-7-16,-1 3-16 0,0 0-7 0,0 0-13 16,0 0-12-16,0-3-3 0,0 3-12 0,0 0-11 15,0 0-10-15,0 0-15 0,0 0-13 0,0 0-2 0,0 0-10 16,-10 7 4-16,5 1-4 0,-3-1-3 0,0 1-3 16,0 1-3-16,0 1 0 0,-2 2-3 0,1 0 0 15,0-2 2-15,0 2-6 0,2-2 2 16,0-3 2-16,2 2-2 0,0-2 1 0,1-1-4 0,0-2 0 15,1 1 4-15,-1 0 1 0,1-3 2 0,2 1 0 16,-2 0 2-16,3-3 16 0,-1 4 9 0,1-4 5 16,-3 3 1-16,3-3 0 0,0 0-1 0,-1 4 6 15,1-4-14-15,0 0-3 0,0 0-3 0,0 0 1 16,0 0-19-16,0 0-22 0,0 0-28 0,-7 0-51 16,7 0-55-16,0 0-50 0,0 0-193 0,0 0-423 15,9 6 187-15</inkml:trace>
  <inkml:trace contextRef="#ctx0" brushRef="#br1" timeOffset="147756.91">8749 12878 60 0,'0'0'165'0,"0"0"-8"16,0 0-8-16,-8 0-6 0,8 0-1 0,0 0-4 0,0 0-7 16,0 0-8-16,0 0-3 0,0 0-3 0,0 0-9 15,0 0-9-15,0 0-6 0,0 0-7 0,0 0-4 16,0 0-6-16,0 0-3 0,0 0-3 0,0 0-3 15,0 0-5-15,0 0-4 0,0 0-4 0,0 0-5 16,0 0 1-16,0 0-5 0,0 0-4 0,0 0-3 16,0 0-4-16,0 0-3 0,0 0-2 0,0 0-4 15,0 0-1-15,0 0-5 0,0 0-1 0,0 0-2 16,0 0-3-16,0 0 1 0,0 0-4 0,0 0 4 16,0 0-3-16,0 0 1 0,0 0-2 0,0 0-2 15,0 0 0-15,0 0 1 0,0 0 0 0,0 0-2 16,0 0-5-16,0 0 2 0,0 0 1 0,0 0 1 15,0 0-4-15,0 0 1 0,0 0 1 0,0 0 0 16,0 0 0-16,0 0-5 0,0 0 4 0,0 0-1 16,0 0-1-16,0 0-1 0,0 0 0 0,0 0-2 15,0 0-1-15,0 0 0 0,0 0-1 0,0 0 4 16,0 0-3-16,0 0 7 0,0 0-5 0,0 0 2 16,0 0-1-16,0 0 0 0,0 0 2 0,0 0-4 15,0 0 2-15,0 0 2 0,0 0-2 0,0 0 0 16,22 1 1-16,-11-1 1 0,8-3 1 0,2 3-2 0,8-5 4 15,1 3-5-15,-2-1 0 0,3 1 0 16,-2-1 0-16,-2-2 1 0,0 2 1 0,-6 0-1 16,-3 1-1-16,4 1 1 0,-4-2 1 0,-5 1-1 15,-2 0 0-15,1 1 1 0,-6 1 2 0,3-1-1 16,-3 0-1-16,-6 1-2 0,10-2-2 0,-10 2-19 16,7-1-19-16,-7 1-27 0,4-1-21 0,-4 1-25 0,0 0-25 15,0 0-27-15,0 0-56 0,0 0-133 16,-18 5-384-16,12-5 170 0</inkml:trace>
  <inkml:trace contextRef="#ctx0" brushRef="#br1" timeOffset="148370.03">9606 12728 106 0,'0'-4'240'16,"0"4"-3"-16,4-5-4 0,-4 5-8 0,0-5-7 16,0 5-13-16,0-7-17 0,-1 3-12 0,1 4-26 15,-3-5-14-15,2 2-16 0,1 3-12 16,-4-5-12-16,4 5-16 0,-8-4-8 0,2 3-8 0,-3 1-10 16,-1 1-6-16,-3 1-7 0,2 0-5 0,-9 3-6 15,5 2-2-15,-3 0-6 0,-1 1-2 0,0 3-4 16,2-1-3-16,-1 0-1 0,3 0-2 0,0 0-1 15,3 2-8-15,3-1-2 0,-1-2-4 16,1 1-4-16,4 1 0 0,1-4 3 0,0 2 1 0,-2 1 0 16,6-5 3-16,-1 2-1 0,1-2 2 0,1 0 7 15,3-2 5-15,2 1 6 0,1-2 9 0,-1-2 1 16,6 0 4-16,0-2 11 0,-1 0 15 0,1-2-9 16,1-2 8-16,1 1 3 0,-2-1-6 0,-1 0 3 15,3-3 6-15,-5 3-1 0,0 1-9 0,-1 3 4 16,-2-2-9-16,0 1 13 0,1-2-22 0,-3 3-8 15,-2 0-5-15,3 1-8 0,-5 1 0 0,5-3-12 16,-5 3-7-16,7-1-10 0,-7 1-3 0,0 0-5 16,6 5 3-16,-2-3-9 0,4 1-5 0,-3 4-2 15,0-2-7-15,0 1-6 0,3 2-9 0,1-1-19 16,0-1-19-16,-2 3-34 0,2-2-39 0,0 0-29 16,1-1-36-16,-1-2-223 0,1-1-493 0,-2-1 218 15</inkml:trace>
  <inkml:trace contextRef="#ctx0" brushRef="#br1" timeOffset="148926.87">9730 12485 78 0,'0'0'245'0,"1"-5"-19"0,3 2-15 16,-4 3-17-16,3-2-19 0,-3 2-19 0,5-3-20 15,0 3-11-15,-5 0-16 0,9 0-13 0,-4 0-8 16,-5 0-8-16,14 3-9 0,-7-2-12 0,-1 0-8 15,2 4-6-15,1 2-4 0,-2-3-3 0,1 4-5 16,0-1-4-16,-2 0-3 0,-1 3-1 0,0 0-6 16,-2-1-2-16,0 1 0 0,-1 0-4 0,-2 2-2 0,-2-2-3 15,-1 0 2-15,-1-1-1 0,0 2-1 16,0-2 1-16,0 0-1 0,-2-1 0 0,1 1-2 0,-1-4-2 16,0 0-2-16,0 2 0 0,3-3 3 0,0-1-2 15,0 0 1-15,-2-1 2 0,5-2 2 16,-1 4-2-16,1-4 6 0,-4 5 17 0,4-5 3 15,-1 3 8-15,1-3 3 0,0 0-2 0,0 0 3 16,11 2 2-16,-5-1-4 0,6-3-2 0,1 2-5 0,6-1-1 16,0 1-2-16,3-2-3 0,-2 2-2 0,-1-1-2 15,3 1-2-15,-5-1-3 0,-3-1 2 16,-4 2-5-16,3-1 3 0,-3 0-3 0,-4 1 2 16,-6 0 1-16,11-1 1 0,-6 1-1 0,-5 0-2 0,7 0-4 15,-7 0-5-15,0 0 0 0,9 0-11 0,-9 0-13 16,0 0-12-16,4-1-10 0,-4 1-15 0,0 0-10 15,0 0-17-15,0 0-14 0,0 0-20 16,0 0-24-16,0 0-26 0,-17 3-43 0,9-3-183 0,8 0-422 16,-14-1 186-16</inkml:trace>
  <inkml:trace contextRef="#ctx0" brushRef="#br1" timeOffset="149219.9">10111 12368 180 0,'0'0'273'0,"1"-3"-28"0,-1 3-28 0,0 0-23 16,0 0-25-16,0 0-21 0,0 0-17 0,0 0-12 15,0 0-20-15,14 11-8 0,-10-1-9 0,5 7-10 16,1 9-4-16,4 0-8 0,-1 8-4 0,1 13-5 15,-6-12 0-15,2 14-1 0,-6-4-6 0,1-10-5 16,-5 1-3-16,-1 0-4 0,-7 0 2 0,2-2-4 16,-11 11-8-16,2-12-16 0,-7-2-17 0,-12 10-18 15,-5-5-20-15,-2-3-56 0,-6-7-60 0,0 0-209 16,-2-7-404-16,-2-7 179 0</inkml:trace>
  <inkml:trace contextRef="#ctx0" brushRef="#br1" timeOffset="149856.94">8731 12393 109 0,'-5'-3'155'16,"5"3"-22"-16,0 0-15 0,-8 7-13 0,3-1-11 0,-4 5-12 16,-1 1-3-16,-3 16-17 0,3 2-6 0,-11 12-9 15,6 4 6-15,-3 4 5 0,0-4 1 0,5 2-8 16,4 3 11-16,5-3 11 0,4 1 1 0,6-2 8 16,5 1 0-16,7-1 14 0,5-5-2 0,4-3 2 15,-4-10 1-15,4-5-1 0,-3 0-4 0,-1-4-8 16,2 1-4-16,-3-6 2 0,-5-5-4 0,-2 2-8 15,2-4 5-15,-8-4-1 0,0 3 0 0,0-4 4 16,-3 1 9-16,-2-1 3 0,1-1 2 0,-1 1 13 16,0-2-14-16,-4-1 3 0,5 3-13 0,-5-3-5 15,5 0-10-15,-5 0-7 0,5 3-8 0,-5-3-27 16,0 0-31-16,4 0-37 0,-4 0-44 0,0 0-133 16,4-5-355-16,1 0-624 0,3-2 276 0</inkml:trace>
  <inkml:trace contextRef="#ctx0" brushRef="#br1" timeOffset="151436.17">11612 11233 84 0,'0'0'206'15,"0"0"-14"-15,3-4-7 0,-3 4-11 0,0 0-14 16,0 0-10-16,0-4-18 0,0 4-13 0,0 0-11 15,0 0-11-15,0 0-11 0,0 0-11 0,0 0-10 16,0 0-9-16,0 0-11 0,0 0-3 0,0 0 2 16,0 0-12-16,-24 6-2 0,6 1-5 0,1 1 0 15,-1-1-6-15,-2 2-3 0,3-2-1 0,-2 3 2 16,-5 1-3-16,2 2-7 0,4-4 5 0,1 2-3 16,1 1-4-16,3 0 1 0,-3-2-4 0,5 0 2 15,0 2-4-15,3-5 1 0,3 4 2 0,0-3-3 16,1 5-1-16,4-2-4 0,0 0 3 0,4 0 6 15,1 0-2-15,5 2-1 0,4 1-3 0,6 1 5 16,4 3 6-16,1-1-1 0,2-1 0 0,0 1 2 16,1-3 1-16,-6 3-4 0,4-2 1 0,-10-3-5 15,-3 1 4-15,-1 1-6 0,-1-3-1 0,-3 0-3 16,-2-5-3-16,-1 2 0 0,-3 0-7 0,-3 1 1 16,-1-4 6-16,-6 5 1 0,-1-1 1 0,-6-1 1 15,-3 1 2-15,-2-2-2 0,-7 3 5 0,6-7-1 16,-1 1-2-16,-1 1-1 0,4-2 2 0,-4-1 1 0,3-2-8 15,1 2-6-15,2 0-18 0,5-2-13 16,1 1-25-16,5-2-41 0,2-2-32 0,4 3-168 16,0 0-336-16,13-6 150 0</inkml:trace>
  <inkml:trace contextRef="#ctx0" brushRef="#br1" timeOffset="151752.96">11896 11580 112 0,'0'-7'324'0,"0"2"-5"15,0-1-15-15,1 2-4 0,-1-1-23 16,3 2-21-16,-3 3-28 0,-3-7-21 0,3 7-26 0,3-4-24 16,-3 4-19-16,0 0-16 0,0 0-24 0,1-4-23 15,-1 4-7-15,0 0-19 0,0 0-6 0,3 12-4 16,-2-6-3-16,0 1 6 0,2 2-16 0,-2 2-2 15,2-1-4-15,-2 3-5 0,3-1 3 0,-3 3-3 16,0-3 0-16,2-1-7 0,-2 0-8 0,-1 0-4 16,3-1-13-16,-3-3-7 0,0 1-9 0,0-3-14 15,1 3-8-15,-2-4-2 0,2 1-4 0,-1-5-1 16,-4 4 2-16,4-1 5 0,0-3-11 0,-10 1-47 16,2-2-46-16,3-3-47 0,-4-2-211 0,-5-3-450 15,4-3 199-15</inkml:trace>
  <inkml:trace contextRef="#ctx0" brushRef="#br1" timeOffset="151887.73">11864 11418 219 0,'0'-8'231'0,"4"3"-12"15,-3-2-6-15,1 2-20 0,0 1-17 0,-2-1-19 16,1 2-15-16,2 1-14 0,-3 2-19 0,0-7-21 0,0 7-41 16,3-3-32-16,-3 3-21 0,0 0-34 15,0 0-18-15,0 0-21 0,11 10-27 0,-10-6-33 16,-1 2-113-16,0-2-272 0,-1 1 120 0</inkml:trace>
  <inkml:trace contextRef="#ctx0" brushRef="#br1" timeOffset="152700.97">12179 11505 1 0,'0'-3'289'0,"0"3"-18"0,0 0-12 0,2-5-17 15,-2 5-18-15,0 0-27 0,0-4-19 16,0 4-10-16,0 0-28 0,0 0-15 0,0 0-13 16,3-2-8-16,-3 2-17 0,0 0-12 0,0 0-9 15,0 0-11-15,0 0-5 0,1 12-6 0,-1-4-9 0,0-2-4 16,4 6-3-16,-4-3-3 0,-4 8-4 0,4 0-2 15,0-3 7-15,-1 3-12 0,-2 1-3 0,1-3 2 16,-1 2-3-16,2-6 1 0,-2 1-3 16,2-1 1-16,-2-1-2 0,2-5 0 0,0 3 1 0,-2-5 2 15,3 2 3-15,0-1 4 0,-1-1 33 0,1-3 26 16,0 0 31-16,0 5 17 0,0-5 22 0,0 0-14 16,0 0-15-16,0 0-11 0,10-18-13 0,-3 9-8 15,-1-2-15-15,4 2-8 0,2-6-8 0,-3 0 4 16,2 1-17-16,-2 4-10 0,-1 2-1 0,-1 0 4 15,0 0-13-15,-3 4-4 0,-1 0 4 0,1-1-20 16,0-1-22-16,-3 5-24 0,3-2-21 0,-4 3-17 16,8 0 4-16,-8 0 9 0,10 7 2 0,-5-2-3 15,0 4 0-15,4 1-6 0,0-1-3 0,0 5-1 16,4 1-4-16,0 1-2 0,1-3-9 0,0 3-6 16,6 1-6-16,-4-4-8 0,3-2-5 0,-1 0 0 15,7-2-9-15,2-1-2 0,1-4-2 0,0-2-2 16,2-2 22-16,-10-3 7 0,11-4 3 0,-5-1 15 15,-1-3 7-15,0-1 29 0,-2-1 5 0,-1-3 19 16,0 0 22-16,-7 2 26 0,1-2 15 0,-2 0 18 16,-4 1 17-16,0 2 17 0,-1-1 14 0,-3 1 14 15,0 1 8-15,-3 0-1 0,0 0-18 0,-2 3-9 16,-1 3-14-16,-1-5-9 0,1 6-5 0,0-1-11 16,-3 0-8-16,1 2-5 0,-2 0-3 0,0 4-7 15,-2-4-6-15,-1 4-4 0,7 0-5 0,-18 3-6 16,8 1 2-16,-3 0-2 0,2 3-4 0,-4 3 3 15,-1 2-4-15,1 2-2 0,2 1 1 0,-3-2-3 16,4 1 1-16,0 2-2 0,1 0-5 0,-1-1-3 16,6-4 0-16,-1 0 0 0,3-1 5 0,0-2-5 15,1 0 3-15,1-3 3 0,2 2 4 0,0-5 1 16,2 2 13-16,2-1 4 0,1-3 11 0,-5 0 3 16,18-3 0-16,-6 1-3 0,0-2-4 0,5-2-2 15,0 1 0-15,-2 0-8 0,4-3 1 0,-1 3-2 16,-4-2-6-16,1 4-1 0,-2 0-2 0,-1 0-2 15,0-1-1-15,-1 0-4 0,0 3-13 0,-1 0-14 16,1 1-21-16,-5-2-19 0,3 3-31 0,-3 0-36 16,-1 1-36-16,3-1-32 0,-3 2-69 0,0 3-139 15,-1-4-443-15,0 1 197 0</inkml:trace>
  <inkml:trace contextRef="#ctx0" brushRef="#br1" timeOffset="153153.66">13106 11485 83 0,'4'-5'222'0,"1"3"-17"16,0-2-25-16,0 3-16 0,0 0-20 16,2 0-11-16,-7 1-16 0,10 3-16 0,-5-1-11 15,0 2-9-15,4 1-11 0,-5 2-8 0,1 2-8 0,-1 2-3 16,1 0-6-16,-3 1 0 0,0 6-6 0,-4-2-7 15,0 1-2-15,-3 0-3 0,1-1-6 16,-4 2 0-16,2 0-3 0,-5-1 3 0,2-1-4 16,0 1-1-16,-1-3 1 0,2-3-2 0,1-2-2 0,0-1-1 15,2-1 0-15,1-3 1 0,0 1 15 0,0-3 12 16,3 1 21-16,0 1 24 0,-2-2 33 0,3-2 32 16,0 0 26-16,0 0 19 0,0 0-20 0,0 0-21 15,0 0-16-15,8-19 3 0,-2 10-29 16,7-6-10-16,1-1-12 0,4-6-19 0,1 1-9 0,0 0-8 15,0 2-3-15,-3 2-8 0,-2 5-7 0,-3-2-7 16,-3 5-1-16,2 1-2 0,-2-1-2 0,-2 1-3 16,-2 5-9-16,0-1-20 0,0 2-19 0,-3-1-30 15,3-1-29-15,-4 4-5 0,0 0 7 0,4 8 7 16,-4-2 10-16,-2 4 3 0,1 2 8 0,-2 2 8 16,1 1 1-16,0 3 6 0,2 1 3 0,-3 0 3 15,7 2-12-15,-3-1-6 0,5-2-10 0,-1-1-22 16,2-2-28-16,3-1-50 0,7-1-63 0,-3-4-244 15,4-3-509-15,1-2 226 0</inkml:trace>
  <inkml:trace contextRef="#ctx0" brushRef="#br1" timeOffset="153636.01">13661 11644 25 0,'0'0'114'16,"-7"-1"-10"-16,7 1-9 0,0 0-2 0,0 0-12 15,0 0-13-15,0 0-5 0,0 0-6 0,0 0-1 16,0 0-4-16,0 0 1 0,0 0 5 0,0 0 3 16,0 0 7-16,0 0 11 0,0 0-1 0,0 0 6 0,0 0 1 15,0 0 8-15,0 0 9 0,0 0-2 16,0 0-9-16,0 0-7 0,0 0 2 0,0 0-6 15,13-3-7-15,-1 2-3 0,3-1-6 0,7 0-8 16,6-4-4-16,5 6-7 0,4-6-1 0,0 1-1 0,4 2-5 16,-4-3-4-16,-1 2-1 0,-3 0-5 0,-1-1-1 15,-5-2-4-15,-8 4-3 0,-1 1-2 16,-5-1 2-16,-3 1-8 0,-5 0-17 0,3 0-12 16,-2-1-25-16,-6 0-48 0,0 3-26 0,0 0-26 15,-10-7-22-15,1 5-192 0,-1 0-386 0,-4 2 172 0</inkml:trace>
  <inkml:trace contextRef="#ctx0" brushRef="#br1" timeOffset="153902.46">13828 11444 68 0,'1'-5'247'0,"-2"1"-6"0,1-2-10 0,1 2-24 16,-1 1-13-16,0-1-16 0,0 4-20 0,3-5-19 16,-3 5-13-16,0-5-18 0,0 5-14 0,0 0-16 15,0 0-20-15,0 0-6 0,0 0-12 0,0 0-7 16,-4 14 1-16,0-2-9 0,4 5-1 0,-1 6-3 16,-1 4 0-16,2 1-3 0,2 1-1 0,-1-1-1 15,4 4-2-15,0-3 6 0,3 0-11 0,0 0-19 16,3-2-41-16,-2-2-54 0,7-2-61 0,-6-9-191 15,3 0-386-15,1-4 170 0</inkml:trace>
  <inkml:trace contextRef="#ctx0" brushRef="#br1" timeOffset="154505.41">14218 11660 151 0,'1'-3'246'0,"4"-2"-21"0,-4-1-23 15,3 0-12-15,0-4-11 0,0 1-16 0,1-1-15 16,-1 0-14-16,4-7-12 0,-2 2-11 0,3-3-14 16,-4 0-9-16,0-1-11 0,4 1-6 0,-4-3-11 15,3-3-9-15,-3-1-9 0,0 6-9 0,3-7 1 16,-7 2-6-16,4 6-3 0,-2-2-2 0,-2 2-1 0,2 2-5 16,-2-1 6-16,-1 1 1 0,0 4-3 0,0 1-1 15,0 0-1-15,0 3 0 0,-1 0-4 16,1 3-3-16,-3 0-2 0,6-1-1 0,-6 2-6 15,3 4-17-15,0-3-10 0,0 3-3 0,0 0 1 0,0 0-1 16,-13 7-4-16,8 0 10 0,0 1 2 0,0 8 1 16,-4 0 1-16,4 2-4 0,1 0 7 0,-3 3 1 15,1 4-2-15,6 2 2 0,-1-2 0 16,5 4 5-16,-3-3 0 0,4 0 3 0,5 2-2 0,1-1 5 16,-1-4 3-16,0-3 17 0,4-1 7 0,-2-4 3 15,-2-3 4-15,0-3 4 0,-1-1 6 0,-3-3 8 16,3 0 13-16,-2-1 15 0,-1-1 22 0,-1 0 14 15,2 0 11-15,-2-3-3 0,-5 0-4 0,9-4-10 16,-3 0-8-16,-1-2-14 0,-2-1-9 0,1-3-27 16,-2 1-10-16,-2-2-19 0,0-1-6 0,-4 1-10 15,2 0-12-15,-1 2-19 0,-6 0-12 0,3 0-7 16,-3 3-12-16,1 0-13 0,-1 2-15 0,2 0-20 16,-2 0-19-16,2 1-19 0,0 2-24 0,0 0-20 15,7 1-14-15,-6-1-32 0,6 1-157 0,0 0-422 16,0 0 187-16</inkml:trace>
  <inkml:trace contextRef="#ctx0" brushRef="#br1" timeOffset="154801.91">14659 11139 52 0,'1'-4'128'0,"-1"4"-19"0,0 0 4 0,0 0-25 15,0 16-21-15,-1-7 6 0,1 3-2 0,1 5-15 16,0 8-2-16,1 3 6 0,0-1 9 0,-1 5-4 16,3 2-3-16,-2 14-2 0,0 3 2 0,-2-5-4 15,-5 4-3-15,1-1-3 0,-6-3-4 0,-1-1-5 16,0-10 0-16,0-1-8 0,-6-2 0 0,-11 9-2 15,-1-3-1-15,3-11-3 0,-15 6-25 0,-7-3-19 16,-2-4-44-16,-4-3-84 0,-6-4-98 0,-1-2-259 16,3-6 115-16</inkml:trace>
  <inkml:trace contextRef="#ctx0" brushRef="#br1" timeOffset="155476.87">12775 11183 36 0,'0'-3'163'16,"0"3"-11"-16,0 0-7 0,0-2-3 0,0 2-18 15,0 0-19-15,0 0-8 0,0 0-13 0,0 0-12 16,0 0-10-16,0 0 1 0,-8 7-11 0,1 4-15 16,3 4-1-16,-5 3 1 0,-5 8-10 0,0 3-8 15,1 5 11-15,-6 15 3 0,1 2 3 0,0 5 0 16,2 0-5-16,4 0-2 0,3-1-5 0,4 1-4 16,8-2 0-16,6-5 0 0,3-3 41 0,1-12 12 15,5-3 5-15,4-1 7 0,12 4 5 0,-6-11 6 16,7 0 3-16,-2-5 6 0,3-4-4 0,0-2-3 15,-2-4-7-15,-1-1-1 0,-2-1 8 0,-3-4-5 16,-10 0 8-16,0-1 0 0,-6-1 19 0,-2 0-6 16,-3 0 5-16,0 0-1 0,-2-1-14 0,-5 1 0 15,10 0-11-15,-10 0-11 0,6 0-26 0,-6 0-44 16,0 0-49-16,7-2-76 0,-7 2-130 0,2-3-378 16,0-2-671-16,-1-2 297 0</inkml:trace>
  <inkml:trace contextRef="#ctx0" brushRef="#br1" timeOffset="158867.91">17204 11340 159 0,'0'-5'210'0,"1"-1"5"0,-1 0-11 0,0 1 3 16,2-1 1-16,-2 2-10 0,0 4-11 0,1-5-13 15,0 3-12-15,-1-2-14 0,0 4-16 0,0 0-16 16,2-5-12-16,-2 5-19 0,0 0-24 0,0 0-18 16,0 0-7-16,0 0 0 0,0 0-10 0,-2 20-3 15,0-3-4-15,-1 0-8 0,2 6 0 0,-3 4 1 16,0 0 1-16,1 1-1 0,-1 1-5 0,0-1 0 16,1-1 2-16,2 1-1 0,0-2-2 0,-2-8-1 15,2 0-2-15,-1 0 2 0,1-2 0 0,0-4-1 16,0 0 1-16,-2-6-2 0,3 3 4 0,0-2-3 15,-2-2 5-15,2 2-3 0,-3-5-3 0,3 4 2 16,0-6-1-16,0 6 1 0,0-3 1 0,0-3 2 16,0 0-2-16,0 5 3 0,0-5 2 0,0 0 0 0,0 0 3 15,-1 4-4-15,1-4-9 0,0 0-6 16,0 0-16-16,0 0-23 0,0 0-52 0,-8-9-56 16,7 2-53-16,-3-1-208 0,0-1-447 0,0-5 198 15</inkml:trace>
  <inkml:trace contextRef="#ctx0" brushRef="#br1" timeOffset="159081.87">17080 11255 146 0,'1'-4'214'0,"2"-1"-16"0,0 2-19 16,0-2-18-16,0 1-18 0,2-1-16 0,0 2-9 15,4 0-19-15,0-1-8 0,0 3-8 0,5 1-15 0,0 1-15 16,1 3-16-16,1 2-20 0,2-1-19 0,-2 4-19 16,1 1-19-16,-3 2-34 0,1 3-16 0,-2 2-13 15,-1 5-23-15,-6-2-87 0,-3 5-231 16,-1 4 102-16</inkml:trace>
  <inkml:trace contextRef="#ctx0" brushRef="#br1" timeOffset="159217.9">17139 11765 14 0,'1'3'148'0,"2"0"-2"0,3-1-3 0,3 0-9 16,5 1-20-16,2-3-4 0,5 0-10 0,6-2-16 15,2 0-26-15,3 1-25 0,4-4-55 0,0 2-59 16,-3-1-83-16,-2-4-177 0,-2-2 79 0</inkml:trace>
  <inkml:trace contextRef="#ctx0" brushRef="#br1" timeOffset="159717.97">17832 11250 34 0,'1'-11'173'16,"4"1"-3"-16,-4-2-8 0,0 3-4 0,1-2-3 16,-1-1-6-16,-2 1-7 0,2 0-4 0,-2 1-2 15,1-1-5-15,-2 1-8 0,2 3-5 0,0 0-5 16,-1 1-6-16,0-1-5 0,1 2-9 0,0 1-7 16,0-2-8-16,0 2-10 0,0 4-10 0,0-5-7 15,-5 3-9-15,5 2-3 0,0 0-30 0,0 0-8 16,0 0-1-16,0 0-2 0,-6 14 0 0,3-4-3 15,-1 6 2-15,-1 4-6 0,0 6 5 0,1 5 0 16,-1 2-2-16,1 0 1 0,4 3 2 0,0 13 5 16,8 0-2-16,-4 2 3 0,2-2 3 0,-1-2 0 15,3-1-1-15,-4-10 2 0,6 9-1 0,-6-10 1 16,1-1-3-16,-3-5 1 0,0 1 2 0,-4-3-6 16,2-6-1-16,-1-4 3 0,1 1-1 0,-4-1-1 15,2-5 4-15,-4 2 1 0,3-2-1 0,-4-1 4 16,0-3 2-16,-1 3-2 0,-2-2 0 0,-3-3 0 15,0 4 1-15,-1-5-1 0,-3 2 4 0,1-5-4 16,3 1 2-16,-1-1 1 0,4 0-1 0,-2-4-2 16,1 2-4-16,4 0-13 0,0 0-24 0,-1-2-33 15,3 2-61-15,1-3-69 0,3-1-203 0,1 4-430 16,4-10 190-16</inkml:trace>
  <inkml:trace contextRef="#ctx0" brushRef="#br1" timeOffset="160117.9">17623 11655 161 0,'-6'-1'216'0,"2"0"-14"0,4 1-17 0,-6-1-13 16,6 1-16-16,-4-2-14 0,4 2-14 0,0 0-12 15,-4-3-15-15,4 3-7 0,0 0-7 0,-5-1 2 16,5 1 3-16,0 0 3 0,0 0 8 0,0 0-3 16,-4-4 4-16,4 4-15 0,0 0 1 0,0 0-19 15,0 0-9-15,0 0-2 0,23-3-9 0,-9 1-4 16,13-3-5-16,5-1-5 0,6 3-4 0,12-5-4 15,1 0-2-15,3 2-3 0,-1 6-4 0,-13-4 5 16,-1 1-8-16,-6 1 0 0,-4-1-3 0,-6 0 3 16,-2 3-7-16,-5 0 1 0,-2 0-4 0,-3 0-14 15,-4-1-18-15,-1 0-17 0,0-1-29 0,-6 2-17 16,0 0-21-16,0 0-34 0,0 0-47 0,-17 7-222 16,4-3-445-16,1 0 196 0</inkml:trace>
  <inkml:trace contextRef="#ctx0" brushRef="#br1" timeOffset="163767.44">19297 11379 2 0,'0'-7'262'0,"4"2"-14"16,-4-3-12-16,0 0-8 0,0 4-19 0,0-2-12 15,3 2-23-15,-3 4-19 0,0 0-13 0,0-7-19 16,1 6-13-16,-1 1-18 0,0 0-29 0,0 0-14 0,0 0-5 16,0 0-5-16,4 11-7 0,-3-1-3 0,2 4-2 15,-1 3-5-15,1 2-2 0,-2 10-3 16,7 0 2-16,-6 2-2 0,2-2-1 0,1 4-4 15,-2-4 0-15,-2-2-1 0,3 1-1 0,-1-1 0 0,-1-9-1 16,2 0-1-16,-3 1-4 0,0-9 2 0,-1 2-3 16,2-4 3-16,-2-2-2 0,0 0 12 0,0 0 14 15,1-2 15-15,-1-1 33 0,1 0 11 16,-1-3 27-16,-1 5 36 0,1-5 32 0,0 0 14 0,0 0-17 16,0 0-10-16,-9-16-26 0,4 0-15 0,-2-3-16 15,0-9-13-15,0-4-7 0,0-4-19 0,-5-8 6 16,7 7-13-16,1-12 3 0,-3 1-12 0,4 3-9 15,-1-3-4-15,3 4-8 0,1 7-3 0,0 3-4 16,1-1-5-16,-1 3-1 0,4 0 6 0,-1 3-3 16,3 3-8-16,3 1 2 0,-4 7-7 0,3 1-5 15,2 1-8-15,3 0-11 0,6 0-17 0,8 0-17 16,1 4-23-16,6 2-18 0,0 3-30 0,0 3-20 16,-2 6-28-16,4 0-24 0,-3 6-31 0,-4 1-19 15,0 6-39-15,-4-1-12 0,-1 5-46 0,-7 3-179 16,-4-7-555-16,-4 2 245 0</inkml:trace>
  <inkml:trace contextRef="#ctx0" brushRef="#br1" timeOffset="164201.78">19396 11468 124 0,'0'0'120'0,"0"0"-8"16,-8 1-24-16,8-1-3 0,-5 2-8 0,5-2-4 16,0 0-7-16,-6 1-1 0,6-1 9 0,0 0-2 15,0 0 5-15,-6 1 4 0,6-1 10 0,0 0 7 0,0 0 8 16,0 0 5-16,0 0-6 0,0 0-7 0,0 0-6 15,0 0-1-15,0 0-10 0,22 5-5 16,1-8-6-16,8 0-7 0,7 2-7 0,16-5-5 16,0 1-43-16,-1 1-55 0,2 2-67 0,-1-1-99 0,-16-1-111 15,1 0-349-15,-1-3 156 0</inkml:trace>
  <inkml:trace contextRef="#ctx0" brushRef="#br1" timeOffset="167004.19">20260 11509 117 0,'0'0'133'0,"0"0"5"0,0 0-4 0,0 0-2 16,0 0-11-16,0 0-7 0,0 0-14 0,0 0-5 16,0 0-10-16,-4-2-8 0,4 2-3 0,0 0-4 15,0 0-5-15,0 0-8 0,0 0-11 0,0 0 0 16,0 0-3-16,-3-4-7 0,3 4-1 0,0 0-6 16,0 0-2-16,0 0-1 0,0 0-5 0,0 0 6 0,0 0 3 15,0 0-5-15,0 0-4 0,0 0-3 16,0 0 1-16,0 0 0 0,0 0-6 0,0 0 2 15,0 0-3-15,0 0-1 0,0 0-1 0,0 0 0 0,0 0-2 16,0 0 0-16,0 0 4 0,0 0-5 0,0 0 1 16,0 0 3-16,0 0-2 0,0 0-1 0,0 0 5 15,0 0 0-15,0 0 1 0,0 0 4 16,0 0 6-16,0 0 2 0,0 0-1 0,0 0 4 0,0 0-3 16,0 0 0-16,0 0-2 0,0 0 6 0,0 0-7 15,0 0 0-15,0 0-1 0,0 0-3 0,0 0 0 16,0 0-3-16,0 0-2 0,0 0-1 0,0 0-1 15,0 0-4-15,0 0 3 0,0 0-3 0,0 0 1 16,0 0-3-16,0 0-3 0,0 0-1 0,0 0 3 16,0 0 0-16,0 0-2 0,0 0 1 0,0 0-3 15,0 0-2-15,0 0 7 0,0 0-6 0,0 0 5 16,0 0-3-16,0 0-3 0,0 0 0 0,0 0 0 16,0 0 1-16,0 0 2 0,0 0-4 0,0 0 4 15,0 0-3-15,0 0 1 0,0 0 0 0,0 0-1 16,0 0 2-16,0 0 2 0,0 0-4 0,0 0 0 15,0 0 3-15,0 0-5 0,0 0 4 0,0 0 0 16,0 0-3-16,0 0-2 0,0 0 3 0,0 0 0 0,0 0 0 16,0 0-1-16,0 0-3 0,0 0 2 15,0 0-2-15,0 0-3 0,0 0-1 0,0 0 1 16,0 0-1-16,0 0 3 0,0 0 1 0,0 0 0 0,0 0 3 16,0 0-2-16,0 0 2 0,0 0-3 0,0 0 4 15,0 0-2-15,0 0 7 0,0 0-4 0,0 0-1 16,0 0 0-16,14-1 1 0,-5 1 0 0,5-1 0 15,7-3 0-15,8 4 0 0,-1-4-3 0,4 0 3 16,3 0 0-16,-1-1-1 0,-1 1 2 0,4 0 1 16,-5 1-4-16,0-1 2 0,-4 4 0 0,-6-1-1 15,-3-1-6-15,-2 1-1 0,-6 0-6 0,0 1-15 16,-5 0-12-16,2-2-6 0,-8 2-12 0,10-2-23 16,-10 2-1-16,4 0 4 0,-4 0-11 0,0 0-14 15,0 0-23-15,0 0-21 0,-20 8-122 0,12-7-292 16,0-1 130-16</inkml:trace>
  <inkml:trace contextRef="#ctx0" brushRef="#br1" timeOffset="169417.67">21208 11246 60 0,'-2'-3'161'0,"-1"-1"-15"0,1-1 5 0,1 1-11 16,-1 0-7-16,-2 1-11 0,2-3-8 0,2 6-16 15,-4-5-6-15,3 3-9 0,-3 0-7 0,-1-2-17 16,-2 1-6-16,0 3-7 0,7 0-12 0,-20 5 5 15,8-2-4-15,1 2-5 0,-4 0-5 0,0 5-3 16,-1 1-3-16,-1 0-3 0,-1 1-4 0,5 0-3 16,-2 2-4-16,4 1 9 0,-1-1-6 0,3 3 3 15,0-2-6-15,3 2 4 0,-2-3-1 0,4-2 1 16,2 0 1-16,-1-2 0 0,3 0-2 0,0-1 14 16,0-4 8-16,3 2 7 0,-2-2 10 0,0-3 18 15,5 1 13-15,0-2 12 0,0-1 9 0,-1 0 17 16,7-4-8-16,-1 2-8 0,1-6-2 0,-1 1-5 15,2-4-8-15,3-2-7 0,-1 1-9 0,-1-3-10 16,0 2-3-16,-1 1-6 0,1-1 0 0,-7 5-6 16,2-1-6-16,-2 3-1 0,-1 1-3 0,-1 0-1 15,-1 3-5-15,1-2-8 0,-5 1-3 0,4 1-5 16,-4 2-11-16,6-2-2 0,-6 2-14 0,0 0-4 16,0 0 4-16,14 4 0 0,-10 1-3 0,4-1-1 15,0 4 2-15,1 0-3 0,1 1 1 0,1 2-6 16,2 1-12-16,1 1-15 0,-5-3-23 0,3 1-26 15,0 0-27-15,-3-4-29 0,0 1-26 0,-1-4-37 16,2 2-185-16,-3-3-439 0,-2-2 194 0</inkml:trace>
  <inkml:trace contextRef="#ctx0" brushRef="#br1" timeOffset="169917.46">21422 11084 18 0,'0'0'238'0,"2"-5"-18"15,0 2-17-15,-2 3-13 0,4-5-15 0,-3 1-21 16,3 4-13-16,1-3-19 0,0 3-7 0,3-3-16 15,-8 3-8-15,10 0-11 0,-5 0-9 0,3 1-9 16,-2 1-5-16,-2 1-7 0,5 3-3 0,-1 0-7 16,-2 1-8-16,1 3-2 0,-4-1-5 0,1 1-5 15,0 2 0-15,-3 1-3 0,-1 0-3 0,2 2-3 16,-5-3 0-16,-1 5 1 0,0 0-4 0,-1-5 0 16,0 0 1-16,-1-2-3 0,-2-1-1 0,4-1 3 15,-1 0-8-15,0-1 6 0,-1-1 0 0,2-2-3 16,1-1 3-16,2 2 0 0,0-2 1 0,-2 0 2 15,3-3 1-15,-4 3 3 0,4-3 1 0,0 0 5 16,8 5 6-16,-3-5 1 0,5 0 2 0,2 0 3 16,2 0-4-16,3 0 0 0,0-1 1 0,4 1-3 15,-2-1 1-15,3-1-2 0,-2 2-3 0,-2-2 0 16,-4 2-4-16,0-1 1 0,-5 1-2 0,0-1-4 16,-1 1-1-16,-2 0 1 0,-6 0-1 0,9 0-1 15,-9 0-3-15,10 0-17 0,-10 0-17 0,4-1-18 16,-4 1-11-16,0 0-17 0,0 0-13 0,0 0-12 15,0 0-20-15,0 0-14 0,0 0-21 0,0 0-27 16,0 0-146-16,0 0-353 0,0 0 157 0</inkml:trace>
  <inkml:trace contextRef="#ctx0" brushRef="#br1" timeOffset="170199.92">21849 10989 87 0,'0'0'252'15,"1"-4"-23"-15,-1 4-26 0,4-3-23 16,-4 3-20-16,0 0-21 0,0 0-15 0,0 0-13 16,8 10-14-16,-3-1-10 0,3 5-13 0,3 6-10 15,2 5-5-15,5 3-5 0,-5 2 1 0,1 0-4 0,-3 2-6 16,-1 2-4-16,-3 2 1 0,-6-2-6 0,-2 0-1 15,-8 12-8-15,-4 0-10 0,-4-3-3 16,-7 1-7-16,-3 1-4 0,-6-3-14 0,-6-7-8 16,-4-2-18-16,-3-1-32 0,-4-2-30 0,-2-4-30 15,2-1-193-15,-5-4-349 0,-1-4 156 0</inkml:trace>
  <inkml:trace contextRef="#ctx0" brushRef="#br1" timeOffset="170666.9">20473 11010 132 0,'0'0'155'0,"-1"-7"-21"0,-2 5-15 16,-2 2-10-16,5 0-14 0,-9 0-6 0,9 0-13 0,-19 6-18 16,2 4-1-16,2 3-3 0,-9 7-10 0,-6 6-1 15,-4 11-3-15,-3 1-10 0,1 5-10 16,-1 1-1-16,1 4 6 0,3 2-15 0,2 3 10 16,4 0-1-16,8 1 10 0,3-2 9 0,5-2 6 0,9-5 4 15,2-9 1-15,6-2 2 0,6 0-2 0,15 5 2 16,9-3-1-16,16-4-3 0,4-9-3 0,35 4-28 15,1-6-51-15,6-13-74 0,0-3-178 16,2-3-311-16,-7-7 138 0</inkml:trace>
  <inkml:trace contextRef="#ctx0" brushRef="#br1" timeOffset="171398.9">22652 11298 83 0,'-6'0'111'0,"6"0"-2"0,0 0-4 0,0 0-12 15,0 0-9-15,0 0-5 0,0 0-6 0,0 0-2 16,0 0-15-16,0 0 0 0,0 0-2 0,0 0-5 16,0 0-7-16,0 0 2 0,0 0 1 0,0 0 3 15,0 0 2-15,-5-1-4 0,5 1 10 0,0 0 2 16,0 0 2-16,0 0 8 0,0 0 5 0,0 0 3 15,0 0-8-15,0 0-8 0,0 0-1 0,18-3 0 16,0 2-9-16,3-2-5 0,10-1-5 0,5 3-2 16,19-2-9-16,0-3 2 0,5 2-4 0,3 1-2 15,3-3-7-15,-2 3 1 0,1 0 2 0,-2-1-2 16,-8 2-1-16,-15-1-5 0,-5 2-2 0,0 0-13 16,-8 1-7-16,-8 0-25 0,-1 0-21 0,-8 0-7 15,-2 0-33-15,-1 0-3 0,0 0-8 0,-7 0-8 16,0 0-12-16,0 0-147 0,0 0-296 0,-28 0 131 15</inkml:trace>
  <inkml:trace contextRef="#ctx0" brushRef="#br1" timeOffset="171851.37">22751 11480 19 0,'-9'3'79'0,"9"-3"-13"0,0 0 2 0,0 0-13 15,0 0 0-15,-5 3-3 0,5-3 0 0,0 0-5 0,0 0 5 16,0 0 9-16,0 0-2 0,-8 1 8 16,8-1 8-16,0 0 9 0,0 0 16 0,0 0 9 15,0 0-7-15,0 0-2 0,0 0-9 0,0 0-6 16,0 0-8-16,27-7-3 0,-9 6-6 0,5-4-8 0,11-1-4 16,3 0 1-16,18-2 4 0,3 2 4 0,4-3-2 15,-1 0 0-15,2 1-3 0,-6 0-4 16,-2-1-5-16,-3 1-6 0,-16 4-6 0,-8 0-3 15,0 0-5-15,-11 2 1 0,-2 2-15 0,-3-3-8 16,-6 2-13-16,3 1-15 0,-2-3-23 0,-2 3-9 0,-5 0-7 16,0 0-35-16,0 0-8 0,0 0-4 15,-18-4-23-15,6 7-8 0,1-3-22 0,-3 0-110 16,-2 0-289-16,2 1 128 0</inkml:trace>
  <inkml:trace contextRef="#ctx0" brushRef="#br1" timeOffset="172383.2">23160 11047 195 0,'-4'-4'210'0,"4"4"-13"16,0-4-17-16,0 4-22 0,0 0-18 0,0 0-14 16,2-6-17-16,-2 6-26 0,0 0-31 0,0 0-5 15,-7 11-3-15,3-3-6 0,-2 8-9 0,-6 9 1 16,0 1-7-16,-4 6-3 0,-5 10-4 0,4 0 1 16,2-8-2-16,-6 12-2 0,2-2 0 0,1-1-5 15,4 2-3-15,5-14 12 0,-1 0 0 0,2 2 0 16,3-6 5-16,1 0 5 0,-1-8-6 0,5-1 2 15,-3-7 2-15,1 7-6 0,2-8 5 0,0 1 0 16,0-5-1-16,0 1-1 0,2-2 0 0,-4-1-2 16,2 1 8-16,0-2 7 0,0-3 2 0,0 6 1 15,0-6 2-15,0 0-8 0,0 6 0 0,0-6 0 16,0 0-4-16,0 2-3 0,0-2-22 0,0 0-22 16,0 0-26-16,0 0-29 0,0 0-34 0,19-13-44 15,-14 9-186-15,6-3-365 0,-4 0 162 0</inkml:trace>
  <inkml:trace contextRef="#ctx0" brushRef="#br1" timeOffset="173365.78">24268 11090 56 0,'-5'3'62'0,"-1"0"-4"0,6-3-4 0,-11 2-8 16,6 1 3-16,-4-1 4 0,2 2-1 0,-2-1-7 16,-3 2-6-16,3-1-2 0,-1 2-2 0,0 0 9 15,0-1-28-15,1 2 20 0,-1 1-3 0,0 2 0 16,1-2-5-16,-2 2-3 0,2 5 11 0,1 0-4 16,2-7 0-16,-3 8 1 0,3-6-5 0,-1 4 12 15,2 2-4-15,0 0-3 0,0-4-6 0,2 5 6 16,2-3-4-16,1 1 2 0,0-2-6 0,0-4-1 15,1 5 3-15,2-1-5 0,2-4 1 0,-4 3-1 16,3 0 6-16,0-2-7 0,1-1 14 0,0 0-4 16,3-1 6-16,-2 1 3 0,2-3 5 0,0 1 3 15,2-1 2-15,-3-2 10 0,4 2 4 0,-2-2-2 16,2 3 0-16,1-4 7 0,0-2-2 0,0 1-5 16,0 1-1-16,0 0-4 0,0-3 0 0,2 0-2 15,-3 0-1-15,2 0-5 0,0 3-1 0,-3-6 3 16,3 3 1-16,-3 0 1 0,2-3-4 0,0 2 5 15,-1 1-2-15,-2-2-2 0,1-1 4 0,-1 3 0 16,1-3-5-16,1-2 1 0,-2 1 0 0,2 0 3 16,-1 0-2-16,1-1-6 0,-2 2 3 0,1-1-6 15,-1-3 0-15,3 2-3 0,-1 0-1 0,-3 1-7 16,1-2 1-16,1 3-3 0,-1-4 5 0,0 2 11 16,1-2-14-16,-1 0 0 0,-1 0 0 0,2 2 2 15,-2-2 0-15,1-2-1 0,-3 1 14 0,3-1-18 16,-1 0 5-16,-1-2-6 0,1 1-10 0,-3 2 6 15,5-3-5-15,-3 1-3 0,-1-1 5 0,1 1-3 16,0 1-6-16,0-1-1 0,-3 0-2 0,2-1 7 16,-5 0-10-16,1 1-1 0,0-2-9 0,-2 0-13 0,-4 3-10 15,0-4-16-15,-3 1-22 0,-10 0-31 16,-10-1-40-16,-6 0-34 0,-4 6-52 0,-18-1-77 16,-6 2-207-16,1-1-550 0,1 1 243 0</inkml:trace>
  <inkml:trace contextRef="#ctx0" brushRef="#br1" timeOffset="188419.91">7820 13863 160 0,'0'0'216'0,"0"0"-21"0,0-5-17 16,0 5-20-16,0 0-12 0,0 0-15 0,0 0-12 16,0 0-16-16,0 0-14 0,0 0-8 0,0 0-7 0,1-4-7 15,-1 4-8-15,0 0-5 0,0 0-15 0,0 0-11 16,0 0-17-16,0 0-19 0,0 0-12 0,0 0-36 15,0 0-15-15,-5 14-18 0,4-9-22 16,-3 2-12-16,0 2-116 0,-1 2-258 0,1 1 114 16</inkml:trace>
  <inkml:trace contextRef="#ctx0" brushRef="#br1" timeOffset="188611.92">7719 14413 60 0,'0'4'153'16,"0"-4"-16"-16,1 3-12 0,-1-3-15 0,0 0-13 15,0 0-5-15,0 3-11 0,0-3-4 16,0 6-7-16,2 1-11 0,-2-3-34 0,2 2-35 0,-4 0-42 16,2 4-25-16,-2 2-82 0,0-2-170 0,-3 6 75 15</inkml:trace>
  <inkml:trace contextRef="#ctx0" brushRef="#br1" timeOffset="188787.91">7599 15062 58 0,'0'7'71'0,"1"-3"-17"0,-1 2-15 0,3 1-14 15,-1-1-19-15,1 2-30 0,0 1-15 0,-1-3-41 16,2 4 19-16</inkml:trace>
  <inkml:trace contextRef="#ctx0" brushRef="#br1" timeOffset="188957.92">7586 15813 4 0,'0'11'-1'16,"4"-2"-1"-16</inkml:trace>
  <inkml:trace contextRef="#ctx0" brushRef="#br1" timeOffset="189098.37">7741 16131 168 0,'0'0'212'0,"0"0"-13"0,2 5-11 15,-2-5-28-15,0 0-25 0,0 0-38 0,0 0-49 16,0 7-65-16,0-7-68 0,0 0-100 0,0 0-199 16,0 0 89-16</inkml:trace>
  <inkml:trace contextRef="#ctx0" brushRef="#br1" timeOffset="189915.05">6569 14083 259 0,'0'0'253'0,"-1"-4"-23"16,1 4-24-16,1-7-22 0,3 3-18 15,1 0-23-15,5-1-9 0,3 2-16 0,6-2-12 16,5 1-25-16,4-1-11 0,3 2-35 0,3 2-41 0,-2 0-46 15,0 1-52-15,-2 0-45 0,-9 2-130 16,0-1-303-16,2 2 134 0</inkml:trace>
  <inkml:trace contextRef="#ctx0" brushRef="#br1" timeOffset="190069.91">6528 14246 40 0,'0'0'157'0,"0"0"-6"0,9 5-18 16,5-4-15-16,5 0-8 0,11 1-11 0,5 1-12 16,2 1-19-16,3 1-44 0,1-2-59 0,-3 2-124 0,1 0-172 15,-5-1 76-15</inkml:trace>
  <inkml:trace contextRef="#ctx0" brushRef="#br1" timeOffset="190851.91">6496 15436 156 0,'0'0'205'0,"0"0"-11"0,0 0-6 16,0 0-13-16,0 0-12 0,0 0-14 0,0 0-18 16,18-3-17-16,-8 2-10 0,3-1-12 0,7 1-8 15,2-2-15-15,-1 3-28 0,2-2-29 0,-2 3-39 16,7-2-28-16,-6 1-42 0,0 0-31 0,-3 2-134 16,-6-2-283-16,2 0 124 0</inkml:trace>
  <inkml:trace contextRef="#ctx0" brushRef="#br1" timeOffset="191011.87">6584 15645 40 0,'10'2'161'0,"10"-1"-14"0,8 0-15 15,2 0-11-15,6-1-27 0,15-1-44 0,-1 0-60 16,-12-2-113-16,2 1-132 0,-3 1 58 0</inkml:trace>
  <inkml:trace contextRef="#ctx0" brushRef="#br1" timeOffset="195761.96">20432 14043 40 0,'3'-3'75'0,"-3"3"-4"0,2-3 3 0,-2 3-3 16,3-4-3-16,-3 4-4 0,1-3-5 0,-1 3 7 16,0 0-4-16,1-5-10 0,-1 5 7 0,0 0-5 15,0-4 5-15,0 4 5 0,0 0 3 0,4-5-1 16,-4 5-8-16,0 0 6 0,-2-5-3 0,2 5 2 16,0 0 7-16,2-5-3 0,-2 5-4 0,0 0-6 15,0 0-3-15,0-5-4 0,0 5-5 0,0 0-3 16,0 0 3-16,0 0-11 0,0-2 0 0,0 2-7 15,0 0-7-15,0 0-3 0,0 0-2 0,0 0-1 16,0 0-4-16,0 0-5 0,-18 2 2 0,12 1-4 16,-7 1-4-16,4 1 5 0,-5 3-4 0,-4 0 1 15,0-2 0-15,2 6-1 0,-3-3-2 0,-4 4-1 16,5-1-3-16,-4 3 6 0,0 1 0 0,3 1-3 16,5-2 2-16,0-1-1 0,0-1-3 0,1 0-1 15,4 3 6-15,0-2-3 0,1 1-1 0,5-4 1 16,0 3 0-16,4 0-1 0,3 0 4 0,5 1 1 15,1 1 2-15,3-1-2 0,1-1-1 0,8 3 3 16,2-2 4-16,0-1-6 0,5 0 10 0,-1-2-10 16,-2-1 0-16,1 1 0 0,-9-4-2 0,1 1 1 15,-2-1-1-15,0 1-2 0,-5 0-2 0,0-1 2 16,-6-1 1-16,1 0-1 0,-3 0-9 0,-3 0-6 16,-1 2 5-16,-4 0 3 0,-2 0-2 0,-5 0 6 15,-5 3 0-15,-10-1 7 0,2 3-6 0,-4-4 0 16,0-1 6-16,-1-1-1 0,3 0-4 0,-2-2-3 15,2 4 6-15,3-5-2 0,5 0 1 0,-1 0 4 16,1-1-1-16,5-1 0 0,6-1-2 0,-1-2 1 16,0 3-2-16,3-3 4 0,1 2-2 0,4-2 2 15,-1 5-1-15,1-5 1 0,0 0 1 0,18 2-2 16,-8-2-3-16,3 0 6 0,6 0-2 0,-6-1-20 0,6 0-25 16,0-1-21-16,-1 2-23 0,4-4-24 0,-3 2-21 15,3-2-107-15,-2 1-256 0,3-1 113 16</inkml:trace>
  <inkml:trace contextRef="#ctx0" brushRef="#br1" timeOffset="196195.94">20963 14473 104 0,'4'-4'216'0,"-2"1"-11"15,0-2-14-15,-2 1-18 0,0 1-14 0,0 3-17 16,-2-8-9-16,-1 4-20 0,0 1-11 0,-3 0-14 16,1 1-7-16,-4-3-27 0,0 4-6 0,-4 0-6 15,1-3-5-15,-5 4-5 0,-1 2-2 0,-1 0-1 16,-1 0-7-16,-1 1 1 0,-6 2-7 0,6-2-6 16,-6 6 3-16,9-4-4 0,-1 3 2 0,2 0-2 0,0 1-4 15,2-1 3-15,0 2-12 0,1 1 8 16,5-3 0-16,1 2-3 0,0 0-7 0,2-3 8 15,2 4 1-15,-1-1-3 0,4-2 5 0,-2-2 1 16,3 2 5-16,3-3 1 0,-2 0 7 0,3 0 1 16,1-2 8-16,1 0 8 0,1-3 1 0,-1 0 7 0,3 0 4 15,1 0 11-15,1-5 2 0,-1-1-1 16,0 2-3-16,0-1-2 0,-1-1-2 0,1 0-6 16,-1 1-2-16,-1 0-5 0,0-2-6 0,-1 4-1 15,-2 2-7-15,-1-1-4 0,1 0-2 0,-1 0-5 16,0-1-3-16,-4 3-2 0,8-2-2 0,-8 2-3 0,9 2-2 15,-9-2 0-15,13 5-8 0,-5-1-1 16,1 0-6-16,0 3-12 0,1 0-20 0,1 1-22 16,-1-1-49-16,0 1-38 0,6 1-38 0,-7 0-214 15,1-2-438-15,-3-2 193 0</inkml:trace>
  <inkml:trace contextRef="#ctx0" brushRef="#br1" timeOffset="196928.84">21089 14452 11 0,'0'-5'192'0,"1"-1"3"0,0 2 1 16,2 1-5-16,-1-3-4 0,1 1 0 0,1 1-6 16,-1 0 0-16,0 0-7 0,0-2-9 0,1 4-7 15,-2-3-4-15,-1 3-4 0,2-3-11 0,-3 5-8 16,1-2-17-16,-1 2-11 0,4-3-11 0,-4 3-9 16,0 0-5-16,3-2-22 0,-3 2-14 0,0 0-18 0,0 0-13 15,0 0-4-15,0 0-2 0,6 7-6 16,-5 3-2-16,1-3-2 0,-4 4 0 0,1 0-2 15,1 8 5-15,-1-4-3 0,-3 4 3 0,3-1 0 16,-2 0 0-16,1 6 0 0,-1-2 1 0,0-4 4 16,0-2-3-16,1-4 1 0,0-3 1 0,1 1-1 0,-1-2 0 15,2-1 2-15,-1-2 6 0,0-3 22 16,0 4 22-16,1-6 26 0,-2 1 29 0,2-1 29 16,0 0-8-16,0 0-19 0,8-8-8 0,-1-1-12 15,4-4 0-15,-2-2-14 0,3-2-8 0,1 2-1 16,2-6-9-16,-3 6-21 0,3 2-2 0,-6-1 7 0,-1 7-15 15,1-3 10-15,-3 3-14 0,-2 3 5 16,1-2-4-16,-1 4-16 0,0-1-6 0,-3-1-15 16,3 2-16-16,-4 2-16 0,9 0-3 0,-9 0 6 15,5 4-5-15,-1-2 5 0,0 2-6 0,-4 3 5 16,5 2 4-16,-1 0 5 0,-3 3 0 0,5 1 2 16,-4-2 6-16,1 5 5 0,0-2 3 0,-2 0-1 0,2-4 5 15,-2 2-3-15,0-4 7 0,-1-2-3 16,3-1 10-16,-3-1-2 0,0 0 5 0,1-1 17 15,1 1 28-15,-2-4 24 0,1 2 22 0,-1-2 3 16,0 0-7-16,0 0-11 0,10-9-7 0,-4 1-9 16,5-4-3-16,-1-2-9 0,0 0-7 0,0-1-7 0,2 4-4 15,-1-1 10-15,-3 0-14 0,2 5-6 16,-1-1 6-16,-2 1-7 0,0 1-8 0,-3 1-1 16,2 0 6-16,1 0-24 0,-5 3-7 0,5 0-8 15,-5 1-15-15,6 0-28 0,1 1-19 0,-9 0-20 16,17 4-21-16,-10 1-22 0,5-3-27 0,-3 4-30 0,1 0-35 15,-1 1-16-15,0-2-34 0,0 4-21 16,0-3-173-16,-3-1-525 0,0 1 232 0</inkml:trace>
  <inkml:trace contextRef="#ctx0" brushRef="#br1" timeOffset="197345.31">21624 14594 165 0,'0'0'246'16,"0"0"1"-16,0 0-17 0,0 0-9 0,0 0-16 15,0 3-19-15,0-3-19 0,6 2-15 0,-6-2-15 16,12-5-15-16,-3 2-10 0,5-1-4 0,-4 0-19 16,8-4-10-16,-1 3-7 0,1 2-8 0,0-6-7 0,3 5-5 15,-2-4-4-15,1-2-3 0,0 3-3 16,6-6-8-16,-6 4-3 0,-2-1-3 0,4-7-7 16,-7 8 6-16,-1-3-7 0,0 2 1 0,-5-2 1 15,1 0 7-15,-3 4 1 0,-2-4 6 0,0 4 2 16,-1 0 5-16,-2 2-8 0,-2-1-2 0,0 0-11 0,-1 2 0 15,-3 0-5-15,-1 1-2 0,-1 1-9 16,-6 1 7-16,-3 2-7 0,-3 1-3 0,-1 3 6 16,-3 3-10-16,4 0 0 0,-5 7 0 0,4-4-1 15,2 2-2-15,1 8 0 0,3-4-18 0,5 1 3 16,2 1 0-16,5 7 5 0,6 0 2 0,9 2 3 0,6-2 4 16,5-1 1-16,10-5 2 0,15 3 1 0,3-3 1 15,5-6 7-15,2-5 11 0,3-1 6 0,0-6 3 16,-6 1-7-16,-6-2 6 0,-12 0-5 15,-5-3 1-15,-4 0 8 0,-9 2-1 0,-3-2 14 16,-5 2 12-16,-2-1 7 0,-2 1-5 0,0 1-1 16,-4-3-5-16,1 3-4 0,-4-2-17 0,-2 2-14 0,5-2-39 15,-5 2-62-15,0 0-75 0,-9-5-70 16,4 2-71-16,-5 3-221 0,-2-2-565 0,5 2 251 16</inkml:trace>
  <inkml:trace contextRef="#ctx0" brushRef="#br1" timeOffset="199561.94">23444 14001 148 0,'1'-7'196'0,"-1"-3"-17"0,3 3-7 0,-2-2-4 16,-1-1 2-16,4 4-7 0,-3-2 0 0,-1 0-6 15,1 5-10-15,-1-3-8 0,2 2-13 16,-2 0-10-16,0 4-15 0,1-3-16 0,-1 3-23 0,-1-5-29 16,1 5-23-16,0 0-3 0,0 0 1 0,-8 15-7 15,4 3 0-15,-5 8-5 0,5 5 7 0,-6 15-8 16,1 5 1-16,3-2 3 0,-2 4-1 0,3-1 0 15,-3-2 1-15,5-2-1 0,1 4 3 16,6-4 0-16,-4-1 1 0,5 2-1 0,-1-15 3 0,-3-1 10 16,3-3-7-16,0-1-1 0,-3-8-20 0,2-2 4 15,-3 0 1-15,0-2-6 0,-3-6 10 0,3 0-1 16,0-2 3-16,-1-2 5 0,-3-1 8 0,2-1 4 16,-4-2-1-16,0 1 1 0,-2-1-3 15,-2-2-1-15,-1 0 0 0,-1-1 1 0,-1 0 1 0,-2-1-4 16,2 0-4-16,-2-1 1 0,2-2-12 0,-1 3-5 15,3-4-22-15,0 2-28 0,4 1-26 0,-1-2-50 16,4 1-39-16,-1-2-142 0,5-2-347 0,0 2 154 16</inkml:trace>
  <inkml:trace contextRef="#ctx0" brushRef="#br1" timeOffset="199881.95">23251 14463 163 0,'-9'-1'180'0,"9"1"-14"0,-9-1-12 0,9 1-16 15,0 0-13-15,-5-2 3 0,5 2-10 16,0 0-12-16,0 0-7 0,0 0-12 0,0 0-6 15,28-2-8-15,-8-1-8 0,12-1-3 0,2 0-12 0,5 0-4 16,12-1-4-16,4-2-5 0,-3 0 0 0,-12 4-6 16,-3 0-3-16,-2-1-4 0,-4-1 2 0,-11 4-5 15,-3-1-2-15,-5 1-2 0,-1 0-6 16,-1 1-20-16,-1-1-16 0,-4 1-17 0,-5 0-2 16,0 0 0-16,0 0-11 0,0 0-9 0,0 0-33 15,0 0-13-15,-31 5-8 0,21-4-8 0,0 2-108 0,-3 1-253 16,3-4 112-16</inkml:trace>
  <inkml:trace contextRef="#ctx0" brushRef="#br1" timeOffset="200277.9">24107 14309 39 0,'0'-5'197'0,"0"5"-13"0,0-4-22 16,0 4-21-16,0 0-12 0,-4-4-21 0,4 4-5 15,-9-1-14-15,9 1-3 0,-14 5-18 0,5-1-10 16,0 0-3-16,-5 1-2 0,4 0-7 0,-3 5-7 16,0 0-4-16,1 2-2 0,-2 0-6 0,3-3-2 15,1 2-6-15,4-2-1 0,-1 3-2 0,4 0 5 16,1-2 1-16,4 2 4 0,-1 1-1 0,4-2 0 15,1-1 4-15,5-1-5 0,0-2 2 0,4 1 6 16,2-2 4-16,0 0 0 0,-5-4 1 0,6-2 3 16,-5 0 6-16,6-2 0 0,-6-3 9 0,-4 3-3 15,2-5-4-15,-2 2 0 0,-1-3-9 0,-2 1-3 16,-2-3-9-16,-1 1-13 0,-1-4-11 0,-3 2-6 16,-1 1-6-16,-4-2-5 0,-2 5-11 0,0-5-13 15,-1 5-11-15,-2-2-6 0,0 3-20 0,-2-2-29 16,3 3-24-16,0 1-43 0,2-1-138 0,2 3-335 15,2-1 148-15</inkml:trace>
  <inkml:trace contextRef="#ctx0" brushRef="#br1" timeOffset="200660.93">24336 14301 45 0,'0'0'281'0,"5"-2"-30"0,-5 2-26 16,0 0-26-16,8-2-24 0,-5 1-17 0,-3 1-14 16,13 1-18-16,-6 3-14 0,3 2-14 0,0-1-8 15,1 1-13-15,-1 1-6 0,0 1-8 0,-3 1-9 16,0 1-6-16,-1 2-7 0,-1 0-3 0,0 3-5 16,-5 2-5-16,0 2 5 0,-3 0-10 0,-3 1-4 15,1-3-1-15,-2 0 1 0,0 1-2 0,-2-1 0 16,2-2 0-16,-1-7-1 0,3 3 5 0,-1-7 8 15,0 3 12-15,3-1 29 0,-1-3 38 0,4-3 44 16,-4 2 35-16,4-2 24 0,0 0 3 0,0 0-16 16,1-18-22-16,2 8-17 0,3-7-13 0,5 0-16 15,4-3-16-15,0-2-9 0,2-1-9 0,-1 0-11 16,2 1-11-16,1 1-4 0,-5 7-12 0,0-1-2 16,-1 4-7-16,-3 3-7 0,-2 0-5 0,-2 0-4 15,0 3-4-15,-1 0-32 0,0 1-35 0,-3 0-41 16,2 2-49-16,0-1-41 0,-4 3-57 0,4-3-33 15,-4 3-32-15,0 0-48 0,0 0-277 0,0 0-667 16,6 10 295-16</inkml:trace>
  <inkml:trace contextRef="#ctx0" brushRef="#br1" timeOffset="202061.95">25980 14047 36 0,'0'0'217'15,"0"0"-22"-15,-1-4-18 0,1 4-21 0,0 0-16 16,0 0-14-16,0 0-13 0,0 0-12 0,0 0-12 16,-4-3-3-16,4 3-15 0,0 0-6 0,0 0-10 15,0 0-2-15,0 0-4 0,0 0-7 0,0 0-4 16,0 0-8-16,0 0 0 0,9-3-3 0,-5 0-5 15,1 2 0-15,5-2-5 0,-1-1 3 0,0 0-4 16,4 0-5-16,-3 0 6 0,-1-1 0 0,3 2-8 16,-3-2-1-16,0-1 1 0,-2 1 2 0,1 2 13 0,-2-2 10 15,-1 0 4-15,1 0 7 0,-1 1 8 16,-2-1 0-16,1 0-2 0,-2 2 6 0,-1-1-4 16,0-1 0-16,-1 5-7 0,1-5-5 0,-1 5-8 15,-1-6-5-15,-3 2-4 0,0 2-4 0,-2 0-5 16,-2 1-5-16,-1 1-2 0,-3 1-2 0,-1 1 2 0,-5 3-1 15,0 0-6-15,-5 2 0 0,-2 5-1 16,-1 3 1-16,-3 2-4 0,3 2 2 0,-1 2-1 16,2 5-4-16,-1 3-18 0,3-1 6 0,-5 10 3 15,10-6-4-15,-2 1 5 0,3-1 0 0,4-2 0 16,6 1 1-16,0 0 1 0,1-2 0 0,7-2 4 0,4-1 2 16,2-7 1-16,9 6-3 0,1-4 7 0,7-3-4 15,4-5 3-15,4-1 6 0,8-3 1 16,15-2 0-16,2-3-1 0,2-4-1 0,0-5 2 15,-3-2-4-15,0-2 9 0,-2-4-4 0,-2-3-4 16,-15 1 4-16,-1 3-2 0,-6-4 1 0,0-4-2 0,-2 3-3 16,-2-3 3-16,-5-1 3 0,-6 8 5 0,-4-2 17 15,-1 2 17-15,-6 4 9 0,0-2-7 16,-3 0-7-16,-2 1-5 0,-2 0-5 0,-3 3-5 16,0 2 3-16,-6 0-5 0,-1 0-10 0,-6 2 3 15,-1 1-9-15,-2 4-1 0,-5 3-2 0,-1 1 0 0,3 5-1 16,-1-1-4-16,3 4 2 0,8-4-2 0,-3 5 6 15,4-3-19-15,2 2-12 0,1-1 0 16,4 0 1-16,5-1 3 0,-1-1 1 0,6 1 3 16,2 2 2-16,5-4 3 0,3-2 1 0,4 1 5 15,0-2 2-15,4-4 3 0,1 0 0 0,-1-3-2 0,2-3 3 16,5 0 2-16,-1-3-3 0,-9 1 2 0,4-6 1 16,-5 2 1-16,0-3 0 0,-1 2-1 0,-4-2 2 15,-1-1-5-15,-1 2 5 0,-4 0-5 16,-3 1-11-16,-1-1-9 0,0 2-6 0,-2 1-6 15,-3-2-13-15,-1 2-18 0,-5 0-13 0,1 0-9 0,-2 3 3 16,0 1-18-16,-1 1-30 0,1 1-10 0,-1 0-20 16,1 1-151-16,1 1-339 0,9 0 151 0</inkml:trace>
  <inkml:trace contextRef="#ctx0" brushRef="#br1" timeOffset="202461.26">26981 14149 177 0,'0'0'194'0,"0"0"-22"0,0 0-15 16,0 0-20-16,0 0-12 0,0 0-16 0,0 0-9 15,-15 1-13-15,15-1-1 0,-15 6-16 0,4-1-3 16,1 0-14-16,-2 0-8 0,2 2-2 0,-3-1-4 0,4 2-8 16,-2 0-3-16,1-1-3 0,1 3-2 0,1 2 1 15,2-2-4-15,1 2-4 0,3-1 5 16,0 0-10-16,2 2 2 0,4-2-2 0,-1 1 8 16,5 0-2-16,2 0-5 0,3 2 3 0,-2-2-5 15,-3-3-2-15,6 2 3 0,-2-4-5 0,-3 3-1 0,0-3-3 16,-4-3 0-16,0 2 0 0,0-2-2 0,-1-2 3 15,-2 1-3-15,0 0-9 0,-1 0 9 16,-1-3-6-16,-4 6 9 0,-4-3-4 0,-3 2 5 16,-2-2 0-16,-5 1-8 0,0-1-18 0,-3-1-29 15,0 1-34-15,1-2-44 0,-1 0-155 0,1-1-306 0,2-1 135 16</inkml:trace>
  <inkml:trace contextRef="#ctx0" brushRef="#br1" timeOffset="202977.81">27679 14145 193 0,'-3'-4'204'16,"0"0"-13"-16,-2 3-21 0,2-3-17 0,-3 1-16 16,1 2-20-16,-2-2-13 0,-3 3-9 0,-1 0-10 0,-2 0-11 15,-3 4 0-15,-1 0-11 0,-2 3-15 0,1 0-7 16,-1 2-6-16,1 1-4 0,-5 7 0 15,1 0-6-15,2 0 0 0,5-3-7 0,-2 5 4 16,7-4-8-16,-2 0 7 0,3 0-7 0,3-3 0 16,2-1 3-16,0 1-2 0,3-2 6 0,1-3 0 0,0 0 12 15,4-2 12-15,0 2 6 0,-2-4 11 16,5 0 11-16,-2-1 8 0,2-2 11 0,5 2 1 16,-4-5-2-16,3-1-4 0,0 1 1 0,0-4-4 15,0 0-10-15,3 2-6 0,-5-2-7 0,1 0-8 16,1-1-2-16,-1 1-8 0,-4 2-6 0,3-1-1 0,-4 3-9 15,2 0-5-15,-2-1-4 0,0 1 0 16,1 1-7-16,1 0 0 0,-1 2 0 0,1-1-8 16,0 1-11-16,2 2-13 0,1 1-26 0,2-1-27 15,-2 3-33-15,0-2-60 0,4 1-37 0,-3 1-78 16,-1-2-150-16,-1 1-467 0,-3-3 208 0</inkml:trace>
  <inkml:trace contextRef="#ctx0" brushRef="#br1" timeOffset="203427.74">27893 14139 136 0,'5'-3'244'0,"-3"-3"-25"16,2 4-22-16,-1 1-25 0,-3 1-15 0,10 0-24 15,-4 3-9-15,1 1-17 0,-3 1-14 0,4 2-13 16,-2 1-8-16,-1 4-17 0,-3 1 3 0,0-1-14 15,-2 6-4-15,0-2-3 0,-4 3-11 0,-1-2 4 16,-4 0-3-16,2 0-4 0,-4 1-3 0,1-1-2 16,-1-2-2-16,0-2-3 0,-3-2-3 0,5 2 4 15,2-7-6-15,0 2 4 0,0-2 2 0,2-4 5 16,1 2 12-16,0 1 15 0,0-3 27 0,3 2 28 16,1-4 33-16,-5 1 30 0,5-1-20 0,0 0-14 15,0 0-23-15,9-16-2 0,-4 5-17 0,6 0-3 0,1-4-14 16,-1-2-1-16,10-3-10 0,-5 1-8 15,3-1-1-15,-1-1-11 0,-5 6 0 0,1 1-3 16,-1 4-6-16,-4 0-7 0,-1 3-5 0,-1-2 6 16,-2 4-4-16,-1 0-5 0,0 3-4 0,1 0-9 0,-2-2-21 15,-3 4-22-15,6-3-22 0,-6 3 13 16,4 7-5-16,-5-3 6 0,-1 3 2 0,1 0 2 16,-4 6 11-16,4 3 2 0,-2 1-3 0,1 0 10 15,-1 0 0-15,-1 1 4 0,4-1 1 0,0-1 2 16,7-1 6-16,-3-2-2 0,-2-2-9 0,7 0-24 0,0 0-42 15,1-5-61-15,8 2-85 0,-3-4-245 16,4-4-519-16,3-2 230 0</inkml:trace>
  <inkml:trace contextRef="#ctx0" brushRef="#br1" timeOffset="203811.01">28381 14294 14 0,'0'0'133'0,"0"0"-6"0,-9 0-15 16,9 0-10-16,0 0-2 0,0 0-4 16,0 0 6-16,0 0 4 0,-6 1 12 0,6-1 13 15,0 0 3-15,0 0 4 0,0 0-7 0,0 0-9 16,0 0-5-16,0 0-11 0,0 0-9 0,24-3-9 16,-3 1-10-16,-1 2-9 0,12-4-3 0,1-2-10 15,4 1-3-15,3 2-7 0,1 0-8 0,-4-3 1 16,3 1-3-16,-11 1-2 0,-7 1-5 0,-4-1-6 15,-2-2-13-15,-7 6-14 0,1-2-26 0,-6-1-32 16,1 2-52-16,-5 1-35 0,0 0-32 0,-9-6-172 16,-5 2-380-16,-4 1 169 0</inkml:trace>
  <inkml:trace contextRef="#ctx0" brushRef="#br1" timeOffset="204039.92">28516 14130 106 0,'2'-8'281'0,"1"3"-10"0,-1-4-7 15,1 4-14-15,-2-2-17 0,0 4-16 0,1-1-23 16,0 0-23-16,-1 2-21 0,-1 2-16 0,0-8-21 16,0 8-28-16,0 0-32 0,0 0-14 0,0 0-2 15,0 0-9-15,-3 23 0 0,-1-6-3 0,0 1-3 16,-4 8 0-16,2 0-4 0,2 1-19 0,1 1-21 15,0 2-33-15,1-1-50 0,2-3-64 0,0 1-230 16,0-8-431-16,2-2 192 0</inkml:trace>
  <inkml:trace contextRef="#ctx0" brushRef="#br1" timeOffset="204694.39">28859 14347 80 0,'0'0'198'16,"0"0"-20"-16,8-5-14 0,-4 3-19 0,0-1-10 15,-2-1-3-15,6 1-10 0,-3-1-4 0,4-1-4 16,-1 0 2-16,0-3-6 0,-1 2-2 0,1-4-6 16,-1 2-12-16,3-4-1 0,-1-2-10 0,0 2-6 15,5-4-6-15,-5 0-3 0,2-7-9 0,1-2-6 16,-3 0-6-16,-1 1 3 0,-3-4-3 0,5 3-11 16,-2-1-3-16,-3 1-6 0,0 7 1 0,-1-2 4 15,2 2 2-15,-3 0 11 0,-2 2 9 0,2-1 3 16,-1 7 13-16,0-3-4 0,-1 1 2 0,0 0-6 15,-1 4 0-15,3 1-11 0,-3 2-4 0,0-1-1 16,1 2-6-16,0 0-10 0,-1 4-6 0,2-3 3 16,-2 3-18-16,0 0-12 0,0-5-12 0,0 5-16 15,0 0-12-15,0-5-7 0,0 5 8 0,0 0-4 16,-4 15 12-16,-1-5-1 0,1 7 4 0,0 1 5 16,-5 7 5-16,4 1-1 0,-3 3 2 0,1-2 5 15,1 2 1-15,0 1 2 0,2 1-1 0,-1 0 0 16,3-3 3-16,2 0 2 0,-2-1 4 0,2-3 0 15,0-2-1-15,4-3 5 0,1-4 2 0,-1 2-3 16,5-2 3-16,-4-3 3 0,0-1 6 0,3-3 4 16,1 0 15-16,-3-1 8 0,3-1 13 0,-2-3 15 15,0-1 14-15,1 1 6 0,-2-3 1 0,2-1-4 16,-3-3-8-16,3-1-9 0,-1-2 3 0,-1-1-17 16,-1-1-9-16,-1-1-11 0,2 0-9 0,-5-1-14 15,-1 0-4-15,-1 2-6 0,-1-1-6 0,-4 2-8 16,0-3-10-16,-2 5-6 0,-1-3-14 0,-2 4-9 15,3 1-12-15,-5-1-21 0,4 2-24 0,2 0-19 16,-4 3-23-16,5 0-37 0,6 0-25 0,-9 1-184 16,5 1-436-16,4-2 194 0</inkml:trace>
  <inkml:trace contextRef="#ctx0" brushRef="#br1" timeOffset="204960.83">29360 13834 16 0,'2'-1'220'0,"-1"-3"-23"0,-1 4-36 16,1-4-10-16,-1 4-16 0,0 0-11 0,9 12-16 15,-5 0-7-15,3 2-4 0,0 6 0 0,3 8-8 16,-4 4-6-16,1 4-1 0,-1 10-8 0,-10 3-3 15,1 2-4-15,-9-1-2 0,-5-2-7 0,-5-1-10 16,-3-3 2-16,-5-3-5 0,-4 0-8 0,-3-3-9 16,-6-4-12-16,-3 0-21 0,-3 0-16 0,-2-2-35 15,-6-8-38-15,2-2-49 0,-8 0-175 0,0-8-343 16,2-2 153-16</inkml:trace>
  <inkml:trace contextRef="#ctx0" brushRef="#br1" timeOffset="205427.89">27412 13759 36 0,'0'0'180'0,"0"-4"-21"0,0 4-22 16,0 0-18-16,0 0-13 0,-20 12-15 0,11 2-10 16,-5 12-5-16,-2 4-3 0,-7 16-11 0,1 5-6 0,-2-1-7 15,3 6-7-15,3 0-7 0,4-1 9 0,4 3 1 16,10-5 0-16,6-3 12 0,12 0 5 0,7 1-2 15,9-5-4-15,11 0 1 0,21 13-5 16,12-12-6-16,-22-18-59 0,33 6-111 0,-28-19-158 0,4 0-305 16,-10-6 136-16</inkml:trace>
  <inkml:trace contextRef="#ctx0" brushRef="#br1" timeOffset="206693.93">19260 13305 30 0,'0'-7'181'0,"-1"6"-12"16,1 1-10-16,0-7-7 0,0 2-11 0,0 5-16 15,0-5-8-15,0 5-14 0,0 0-7 0,0 0-17 16,0 0-5-16,0 0-13 0,0 0-10 0,0 0-4 16,0 0-7-16,5 15-7 0,-4-3-20 0,-1 7 16 15,4 9 2-15,-4 5 2 0,1 13-7 0,-1 7-1 16,-1 2-7-16,1 4-1 0,-2 32 9 0,2-3-7 16,0-4 11-16,-2-1-7 0,6 1-3 0,1-24-1 15,4 25-2-15,-5-24-3 0,1-1-1 0,0 23-3 16,2-1-1-16,-2 0 2 0,-1-24 0 0,-2 3 0 15,6 24-4-15,-8-28-12 0,5 25-8 0,0-26 6 16,-5 2-3-16,4-1 4 0,0-1 5 0,1 1-3 16,-2-1 0-16,4 1 3 0,-2-4-9 0,-2 2 14 15,4-3 0-15,-4-4-5 0,0-13 5 0,-1 1-6 16,-1-3 3-16,-1-2-1 0,4 1 2 0,-5-7-5 16,1-5 7-16,0-2-4 0,0-1 2 0,1-6 0 15,-2-1-1-15,3 1 6 0,-3-5-3 0,1 0 3 16,0-1 3-16,0-1 8 0,1-1 26 0,-2 1 5 15,1-4 3-15,0 0-1 0,1 4-20 0,-1-4-40 16,0 0-54-16,6-15-52 0,-3 3-62 0,1 1-149 16,3-7-354-16,0-7 157 0</inkml:trace>
  <inkml:trace contextRef="#ctx0" brushRef="#br1" timeOffset="208228">19357 13312 79 0,'0'0'104'0,"0"0"-7"0,0 0-3 16,0 0-7-16,0 0-7 0,0 0-8 0,0 0-8 15,-7 0-7-15,7 0-6 0,0 0-6 0,0 0-6 16,0 0 0-16,0 0-7 0,20 2 2 0,-13-2-12 16,4 1 4-16,-1 0-4 0,2-2 4 0,3 1-3 15,2 1-2-15,3-2-4 0,-1 1 3 0,9-1 2 16,3-1 2-16,0 1-1 0,2-3-3 0,3 1 1 16,2-3 1-16,13 1-7 0,7-3 3 0,-1 6-1 15,3-1-3-15,-2-1-4 0,-2 3 1 0,3-6-5 16,-2 5-1-16,7 0-5 0,2 1 6 0,-3-1 6 15,1 2-6-15,3-1-1 0,23-4 0 0,-27 4-2 16,1-2 0-16,2-1-1 0,3 4 1 0,-5-2-1 16,1 0-5-16,-1-2 7 0,-1 2-4 0,-1 2 0 15,1-3 2-15,-3 1-3 0,0 2-8 0,-2-2 10 16,-1 2-1-16,-1-1-6 0,3 1 13 0,-4-2-4 16,4 0-4-16,-3 2-4 0,-1 0 0 0,-3 0 8 15,-2-3 3-15,-9 2-9 0,10-3 3 0,2 0 0 16,-15 3 1-16,4-3 2 0,8 1-2 0,-9 1-6 15,9-2 7-15,2 1-3 0,-15 3 3 0,17-3-2 16,-16 1-6-16,4-2 12 0,8 3-8 0,-9-2-1 16,9 1 2-16,-11 0-2 0,11-1 6 0,-9 0 2 15,-5 3-4-15,4-1 4 0,-2-4-5 0,14 0 1 16,-11 5-3-16,-1-3-1 0,12 1 13 0,-12 0-10 16,11-1-6-16,0-2 6 0,0 5 3 0,3-3-3 15,-2-3-7-15,3 1 9 0,-4 2 10 0,3-1-11 16,-4-4-3-16,-11 6 2 0,1 0-4 0,-3 2 5 15,17-5-4-15,-17 1 3 0,3 0 2 0,13 2 1 16,-12 0 1-16,12 5-2 0,-1-6-6 0,1-1 3 0,1 3 4 16,-4 0 0-16,-12 1-5 0,15-4 0 0,-15 4-2 15,0-4 3-15,1 4 1 0,-3-3 0 16,1 1 5-16,0-1-6 0,2 0 6 0,-3 1-3 16,0 0 2-16,-2-3-2 0,2 4 2 0,1-1 0 15,-1 0 5-15,-3-1 4 0,4 1-7 0,1-1-2 0,0 2 5 16,12 0-5-16,-10-1 4 0,10 2-15 0,1 0 10 15,-10 0 0-15,9 0-3 0,-13 0 1 16,5-2 2-16,9 1 0 0,-10 1 1 0,-4 0-2 16,17-5 2-16,-17 4-13 0,-1 1 11 0,2 0 1 0,0-1 2 15,2-1-2-15,-3 2 3 0,3-2-12 0,13-1 6 16,-2 3-2-16,-11 0 4 0,16-1-8 0,-1-1-1 16,1 2-1-16,-1-4-11 0,2 4 6 15,2-5 6-15,1 4-5 0,2-1 5 0,-2-3-7 0,0 3 6 16,0-3 2-16,0 0 2 0,1 3-3 0,-1-4 0 15,2 1 0-15,3 1 4 0,-2 4 0 0,2-3-6 16,-2 2 10-16,-1 2-1 0,2-3-6 0,3-1 10 16,-3 2-3-16,-1-4 0 0,6 4-1 0,-4 2 0 15,26-3 8-15,-27 1 3 0,1-1 1 0,2 2-1 16,-1 0 1-16,28-1-1 0,-36 1 8 0,2 0 8 16,2-2-6-16,-2 0 9 0,-4 1-7 0,-1-3-1 15,-1 4 0-15,-3-1 1 0,1-3-2 0,-12 4-1 16,-1-2 8-16,1 2-9 0,-4-1 4 0,-2 1-1 15,-2 0 0-15,-10-1-1 0,-2 2-1 0,-2-2-4 16,-4 1 9-16,-1 0-5 0,-2 0 4 0,-3 1-14 16,0-1 7-16,-3-1 2 0,-5 1-8 0,11 0 3 15,-11 0-19-15,8 0-30 0,-8 0-20 0,0 0-18 16,0 0-8-16,0 0-31 0,0 0-160 0,0 0-293 16,-29 0 129-16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4-25T08:42:42.488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2477 2404 99 0,'0'0'132'0,"0"0"-16"0,0 0-6 15,0 0-1-15,0 0 7 0,0 0-5 0,0 0-1 16,0 0-8-16,3-3-14 0,-3 3-10 0,0 0-5 16,0 0-3-16,2-3-2 0,-2 3-6 0,0 0-6 15,3-4-5-15,-3 4-4 0,0 0-8 0,0 0 3 16,0 0-9-16,0 0-5 0,0 0-1 0,0 0 0 16,0 0 6-16,0 0-4 0,0 0 7 0,0 0-2 15,0 0 2-15,0 0 6 0,0 0 1 0,0 0 8 16,0-5 5-16,0 5 10 0,0 0 6 0,0 0 6 15,0 0-2-15,0 0-3 0,0 0-5 0,-1-4 1 16,1 4-3-16,0-5 3 0,0 5 3 0,-2-4-1 16,2 4-2-16,2-6-4 0,-2 6 0 0,-2-3 0 15,2 3 3-15,0 0-3 0,0-4-5 0,0 4-13 16,0 0 1-16,0 0-10 0,0 0 4 0,0 0-16 16,0 0-15-16,0 0-13 0,0 0-21 15,0 0-5-15,0 0 3 0,-1 19 2 0,-2-4-5 16,1 11 6-16,-3 3 0 0,1 3 7 0,0 2 1 0,0 1-3 15,-1 12 8-15,1-13-1 0,-3 0 4 0,3 2 1 16,-1-2 3-16,1 2-3 0,4-5 0 0,0 3 3 16,-1-5 1-16,-2 1-1 0,3-2 1 0,0 0 2 15,0-11 0-15,-1 1 0 0,1-6-3 16,0 0 2-16,0-4 2 0,0 1 2 0,0-1-1 16,0-3 2-16,0 0 0 0,0-5 4 0,0 7 2 15,0-7 17-15,-1 4 12 0,1-4 8 0,0 0 13 16,0 0-4-16,0 0 1 0,0 0-6 0,0 0-2 15,0 0-36-15,0 0-29 0,0 0-26 0,1-21-25 16,0 13-49-16,-1-6-51 0,1 0-47 0,1 1-50 16,-2-3-222-16,-2-2-524 0,1 0 232 0</inkml:trace>
  <inkml:trace contextRef="#ctx0" brushRef="#br0" timeOffset="398.19">2430 2382 220 0,'0'0'213'0,"0"-5"-16"16,0 5-16-16,0 0-10 0,0 0-14 0,0 0-21 15,0 0-9-15,0 0-19 0,0 0-5 0,0 0-16 16,0 0-9-16,0 0-9 0,0 0-9 16,0 0-3-16,0 0-11 0,0 0-4 0,0 0-5 15,0 0-1-15,0 0-2 0,0 0-7 0,5-1 5 16,-5 1 19-16,17 1 9 0,1-2 15 0,12-5-2 16,8 3-2-16,15-4-5 0,2 2-3 0,0 1-7 15,-3 1-9-15,-16-1-2 0,-4-1-5 0,2 0-2 16,-7 2-7-16,4 3-1 0,-11-1-4 0,1-2 2 15,-6 2-25-15,-2 1-23 0,-3 0-32 0,-1 0-35 16,-9 0-18-16,9 1-8 0,-9-1-7 0,4 7-13 16,-8-2-25-16,-4 2 1 0,-2 0-33 0,-4 4-125 15,-5 0-341-15,4-2 152 0</inkml:trace>
  <inkml:trace contextRef="#ctx0" brushRef="#br0" timeOffset="818.64">2366 3031 70 0,'0'0'152'0,"0"0"-8"0,0 0 0 15,0 0-3-15,-4 3-9 0,4-3-8 0,0 0-6 16,0 0-6-16,-4 4-7 0,4-4-7 0,0 0 5 16,0 0-1-16,0 0 3 0,0 0 7 0,0 0 9 15,0 0-4-15,0 0 8 0,0 0-12 0,0 0-9 16,27-8-9-16,-8 3-2 0,3 0-15 0,9-2-8 15,1-3-6-15,0 1-9 0,2 0 0 16,-3 4-11-16,1-4-2 0,-4 3-3 0,0 1-6 0,-8 3 7 16,-2-2-16-16,0 3-1 0,-5-2-3 0,-3 2-1 15,-2 1-4-15,-3-3 1 0,-5 3-5 0,14 0-9 16,-10-2-12-16,-4 2-18 0,0 0-26 0,0 0-30 16,10 0-24-16,-10 0-34 0,0 0-19 0,0 0-25 15,0 0-52-15,0 0-124 0,0 0-392 16,0 0 174-16</inkml:trace>
  <inkml:trace contextRef="#ctx0" brushRef="#br0" timeOffset="1275.49">2487 2782 246 0,'0'0'275'0,"0"0"-5"16,0 0-11-16,0 0-11 0,0 0-5 0,0 0-8 16,0 0-7-16,0 0-15 0,0 0-18 0,0 0-11 15,0 0-15-15,0 0-22 0,0 0-11 0,0 0-11 16,0 0-21-16,31-15-16 0,-3 7-12 0,4 2-8 16,4 0-7-16,4-1-2 0,-5 2-11 0,0 0-3 15,-2-2 0-15,-5 4-8 0,-6-1-4 0,-3 1-5 16,-5 1-9-16,-2 0-5 0,-2 0-7 0,-1 2-8 15,-9 0-8-15,13-2-11 0,-7 2-9 0,-2-1-8 16,-4 1-24-16,9-1-15 0,-9 1-21 0,0 0-10 16,0 0-22-16,0 0-24 0,0 0-27 0,0 0-24 15,-12 8-25-15,6-6-26 0,1-1-132 0,5-1-419 16,0 0 187-16</inkml:trace>
  <inkml:trace contextRef="#ctx0" brushRef="#br0" timeOffset="1650.48">3447 2636 193 0,'0'0'274'0,"5"-5"-15"0,-5 5-6 0,4-1-16 16,-4 1-17-16,0 0-18 0,0 0-18 0,0 0-19 15,0 0-18-15,0 0-22 0,0 0-21 0,0 0-17 16,0 0-9-16,-8 11-8 0,3-4-7 0,-1 4-9 16,-3 2 7-16,-5 2-18 0,1 1 0 0,-2 4-8 15,-2 2-1-15,-1-1 3 0,3-1-7 16,2-3-4-16,3 0-3 0,-8 5 0 0,8-8-2 0,1 1-1 15,1-5-5-15,1 4 4 0,0-6-2 0,2 1-2 16,1-2-21-16,3-2-18 0,-3-3-27 0,0 4-16 16,4-6-18-16,-5 6-12 0,5-6-2 0,0 0-8 15,0 0-63-15,-9 0-59 0,9 0-145 16,0 0-405-16,-5-17 179 0</inkml:trace>
  <inkml:trace contextRef="#ctx0" brushRef="#br0" timeOffset="1981.15">3194 2713 30 0,'-5'-10'312'0,"1"1"6"0,2 2 9 16,0-3 5-16,1 6 5 0,0-1-10 0,1 5-24 16,0-8-31-16,0 8-20 0,0-6-37 0,0 6-24 15,-2-6-24-15,2 6-28 0,0 0-15 0,0 0-17 16,0 0 2-16,13 11-25 0,-4-3-12 0,4 5-4 16,4-1-6-16,3 9 5 0,-1 1-17 0,2-4-7 15,-2 3 0-15,1-1-5 0,-1 1-6 0,3 0-3 16,-5-2 9-16,-6-3-21 0,2 0 12 0,1-3-6 15,-4-3-2-15,-1 0-1 0,0-3-3 0,-4 3-2 16,3-5 3-16,-4-3-8 0,1 3-2 0,-5-5 14 16,5 7 5-16,-5-7-6 0,4 4 5 0,-4-4 21 15,0 0 9-15,1 5-2 0,-1-5 8 16,0 0 1-16,7 5-9 0,-7-5-3 0,0 0-5 0,0 0-3 16,0 0-5-16,0 0-5 0,0 0-6 0,3 5-15 15,-3-5-20-15,0 0-22 0,0 0-21 0,0 0-36 16,0 0-28-16,0 0-35 0,0 0-36 0,0 0-75 15,0 0-80-15,13-8-67 0,-13 8-211 16,12-4-670-16,-6 1 296 0</inkml:trace>
  <inkml:trace contextRef="#ctx0" brushRef="#br0" timeOffset="2447.88">3970 2769 155 0,'-2'-5'312'0,"2"5"-11"0,-4-7-12 15,3 3-8-15,0-1-10 0,1 5-14 0,-5-8-24 16,2 6-19-16,3 2-17 0,-6-10-19 0,2 6-14 16,-1 1-25-16,5 3-6 0,-11-3-28 0,3 0-5 15,-1 2-15-15,-2 0-5 0,-1 2-15 0,0 0-4 16,-2 2-15-16,4 0-4 0,-9 4-7 0,4 3 5 15,-3-3-10-15,2 5-3 0,0 0-6 0,0 0 2 16,0 3-7-16,3-1 3 0,0 1-3 16,3-1-12-16,1 0-24 0,2-2-1 0,0-1 2 15,2 0-3-15,5-3-2 0,-4 2 3 0,4-6 3 16,0 4 8-16,0-8 1 0,4 9 15 0,0-5 14 0,-4-4 12 16,14 2 12-16,-14-2 1 0,20-7 13 0,-7 2 8 15,4-6 4-15,-1 2-8 0,-2-3-3 16,4 1-15-16,5-6 2 0,-9 4-4 0,2 1 1 15,-4-1 2-15,0 4 0 0,-2 1 4 0,-1 1 5 16,-5 2-3-16,4 0-5 0,-2 1-12 0,-2 1-6 16,-4 3-8-16,9-5-15 0,-9 5-16 0,0 0-14 15,9-1-6-15,-9 1-6 0,0 0-10 0,11 7-7 16,-7-1-24-16,1 0-22 0,3 1-29 0,-2 1-38 16,3 1-41-16,1 0-51 0,1-1-45 0,-3-1-253 15,3-2-603-15,-2 0 267 0</inkml:trace>
  <inkml:trace contextRef="#ctx0" brushRef="#br0" timeOffset="3331.48">4188 2738 185 0,'0'0'335'0,"-5"-1"-15"16,5 1-12-16,0 0-25 0,0 0-20 0,0 0-26 15,0 0-17-15,0 0-23 0,0 0-24 0,0 0-17 16,-4-5-19-16,4 5-20 0,0 0-6 0,0 0-17 16,0 0-15-16,0 0-7 0,0 0-11 0,0 0-9 0,0 0-10 15,0 0-4-15,4 21-14 0,-3-16 3 16,1 3-7-16,0 1-1 0,-2 0-2 0,2 3-3 16,-1 0-6-16,-1-2-10 0,1-1-1 0,-1 1-2 15,0-1 4-15,1-3-5 0,-1 1 4 0,0-3 2 16,2 1-1-16,-2-5 9 0,0 0 15 0,0 8 39 15,0-8 43-15,0 0 33 0,0 0-1 0,0 0-21 16,0 0-15-16,0 0-13 0,15-16 1 0,-9 7-1 16,2 2-16-16,0-5-9 0,1 5-4 0,2-5-5 15,-4 3-10-15,0 1-7 0,-1 3-3 0,-2 0-9 16,0 1-2-16,1-1-6 0,-5 5-8 0,8-3-2 16,-8 3-8-16,0 0-5 0,13 2-5 0,-13-2-23 15,10 6 8-15,-6 0-8 0,1 0-6 0,1 3 7 16,2 1-1-16,-4-1 0 0,1 1 1 0,-1 2-1 15,2-1 2-15,-2 0 0 0,0-1 0 0,-2-3 3 16,1-2 6-16,0 1 1 0,-3-6 3 0,2 9 12 16,-2-9 23-16,3 4 35 0,-3-4 31 0,2 3 36 15,-2-3 11-15,0 0-12 0,0 0-12 16,12-10-10-16,-9 5-8 0,1-2-9 0,3-4-11 16,1 2-8-16,0-6-8 0,0 4-3 0,0-1-3 0,-1 0-8 15,1 2-7-15,-2 0 1 0,2 3-9 0,-3-2-1 16,0 3-6-16,-1 2-4 0,-1-1-12 0,3 4-19 15,-5-5-15-15,-1 6-10 0,8-1-7 0,-8 1-8 16,18 3-10-16,-9 2 0 0,1-2-6 16,4 2-8-16,-1 1-15 0,5 2-14 0,0-1-14 15,1 1-10-15,-3 1-8 0,4-2-8 0,-4-2 0 16,2 0 0-16,-4-4-4 0,0 0-11 0,-4-1 1 16,3-1 0-16,0-3 16 0,-4 0 9 0,-4 1 17 15,-1-4 28-15,1-2 31 0,-1-1 23 0,0-2 22 16,-2-4 26-16,-1-2 19 0,1 1 25 0,-5-3 14 15,4-6 11-15,-3 1 20 0,-3 4 26 0,5 2 14 16,0 0 17-16,0-1 21 0,4 3 13 0,-8 1 6 16,4 4-7-16,0 2 4 0,0-1-6 0,-1 2-14 15,-2 4-19-15,3 0-20 0,0 5-16 0,0-5-17 16,0 5-19-16,-1-5-33 0,1 5-41 0,0 0-41 16,0 0-31-16,0 0 0 0,0 0 8 0,-4 23 14 15,4-5-4-15,-4 8 17 0,3 6 1 0,-3-1 1 16,3 1-8-16,-2 2 19 0,-1 11-1 0,3-13 4 15,1 3 1-15,0-2 3 0,0-1 3 0,1-1 10 16,3 4-5-16,-4-6-5 0,0-3 2 0,0-7 7 16,0 0-1-16,0-3 9 0,0-3-5 0,0-3 4 15,0 0-2-15,0-2 0 0,0-3 7 0,0-5-9 16,0 11 6-16,0-11 0 0,0 5-8 0,0-5-14 16,0 0-4-16,0 8-22 0,0-8-16 0,0 0-19 15,0 0-46-15,0 0-91 0,0 0-93 16,0 0-88-16,16-17-219 0,-14 5-664 0,2 0 295 15</inkml:trace>
  <inkml:trace contextRef="#ctx0" brushRef="#br0" timeOffset="3926.49">4835 2727 79 0,'0'0'281'16,"0"-7"-21"-16,2 2-27 0,-2 5-27 0,4-9-19 15,3 7-22-15,-2 0-19 0,5 1-12 0,1 1-16 16,6-2-14-16,-3 5-9 0,7-2-6 0,-1 3-7 16,-1 0-6-16,-1 1-8 0,4 0-6 0,-6 4-8 15,1-4-12-15,-5 1-5 0,-2 0-11 0,-1-1-6 16,-3 0-12-16,1-3-1 0,-5 6-3 0,0-4 3 16,-4 1-1-16,-2 1-1 0,-5 0 4 0,-1 0 0 15,-7 0-2-15,-1 0-1 0,-2-2 2 16,0 4-1-16,-11-3-2 0,3-1 1 0,1 0 5 0,5-3-8 15,2 2 3-15,1-2 1 0,5 2-1 0,2-3-1 16,5 0 0-16,-1 3 1 0,8-3-3 0,-11 0-5 16,11 0-1-16,0 0-12 0,0 0-17 0,0 0-10 15,0 0 3-15,25-10-7 0,-6 5-12 16,12 1-30-16,-1-4-5 0,4 3-9 0,-1-4-6 16,-2 1 9-16,-2-3 10 0,3 0 5 0,-3-1 15 15,-1 1 19-15,-3-2 14 0,-8-1 30 0,4-3 23 16,-10 5 22-16,0-3 29 0,-5 1 28 0,-2 2 15 15,-4-3 12-15,5-1 13 0,-5 1 12 0,-5-2 16 16,5 0 16-16,-4 5 6 0,4 1 2 0,-4-1-5 0,3 2-9 16,-3-1 1-16,4 5-9 0,-1-1-11 15,-2 1-8-15,2 2-22 0,1 4-20 0,-3-8-6 16,2 4-17-16,1 4-6 0,0 0-24 0,0 0-38 16,-1-6-35-16,1 6-32 0,0 0-4 0,0 0 17 15,0 0 2-15,-3 24 4 0,3-7 6 0,0 4-4 16,-5 4 4-16,5 2 1 0,-1 2 1 0,1 0 9 15,0 0 4-15,0-2 1 0,1-4-1 0,2 4 8 16,-6-10 2-16,6 1-3 0,-3-2 1 0,2-2 9 16,-2-1-21-16,0-4-11 0,0 0-15 0,0-3-19 15,0 2-11-15,0-4-13 0,0-4-6 0,0 8-1 16,3-5-9-16,-3-3-13 0,1 6-8 0,-1-6-22 16,0 0-69-16,0 0-289 0,0 0-542 0,0 0 239 15</inkml:trace>
  <inkml:trace contextRef="#ctx0" brushRef="#br0" timeOffset="4364.2">5290 2855 184 0,'0'0'218'16,"0"0"-5"-16,0 0-3 0,0 0-5 0,0 0-6 15,0 0-8-15,0 0-16 0,0 0-21 0,0 0-12 16,20-8-19-16,-11 5-8 0,5 1-11 0,4-5-10 15,0 2-10-15,0-2-9 0,1-1-5 0,0-1-4 16,-2 1-11-16,1-4-4 0,-4 2-3 0,1 0-7 16,-1-1-8-16,-2 3 0 0,-3-1 1 0,-2-2 13 15,-2 4 13-15,3-3 15 0,-6 4-6 0,0-1 5 16,0-1 0-16,-3 4-14 0,0-4-5 0,-2 3-12 16,-1 1-7-16,-4-1-5 0,-3 1-4 0,1 3-3 15,-4-1-7-15,1 4-2 0,-3 0 1 0,-2 2-5 16,-1 1-5-16,2 3 3 0,-1 1-2 0,3 1-6 15,-2 3 1-15,4-1-3 0,1 2-14 16,4-2 1-16,0 3 1 0,4-2 1 0,3 0 9 0,5 2-3 16,3-1 1-16,5-1 4 0,2 1 1 0,12 1 3 15,3-3 21-15,3-1-8 0,5-3 9 0,0 1 4 16,2-5 4-16,0 0 1 0,2-2-2 0,-4-2 7 16,-4 1 0-16,-11-1 6 0,-3 0 5 0,-5 0 6 15,-3 2 11-15,-11-2-15 0,16-2-4 16,-7 1 1-16,-9 1-8 0,10-1-27 0,-10 1-29 15,0 0-36-15,0 0-38 0,9 4-49 0,-9-4-61 16,0 0-95-16,-32 9-292 0,18-5-636 0,-3-4 282 16</inkml:trace>
  <inkml:trace contextRef="#ctx0" brushRef="#br0" timeOffset="5532.19">2258 3513 70 0,'0'0'183'0,"0"0"-11"0,0 0-3 0,0 0-19 16,0 0-13-16,0 0-11 0,0 0-15 0,0 0-9 15,0 0-8-15,0 0-15 0,0 0-4 16,0 0-9-16,0 0-7 0,0 0-11 0,0 0 0 0,0 0-6 15,0 0-8-15,0 0 0 0,0 0-1 0,0 0-9 16,0 0 2-16,0 0 0 0,0 0-7 0,0 0-6 16,0 0 1-16,16 4 10 0,-8-4-6 0,3 0 3 15,-2 0 6-15,0 0 2 0,5 0 3 16,8 0 2-16,-3-1 4 0,0 2-4 0,10-1-2 16,-1-1 1-16,1-1-2 0,2-1-1 0,1 1 3 15,4 0-3-15,3 1 5 0,-2-2-8 0,20 0 6 16,-2-3 0-16,-1 5-5 0,2-3-5 0,-1 0 5 0,1 0 3 15,7 1 0-15,-2-2 4 0,2 3 1 16,29-6 8-16,-23 4 0 0,28 0 0 0,-1-4 2 16,1 4 1-16,-1 0-5 0,2 0 1 0,-7-4-3 15,0 1-3-15,-3 0-2 0,6 4-4 0,-3 1-3 16,0-7-5-16,-25 6 2 0,30-2 3 0,-1-2-6 16,-30 3 1-16,27-1 5 0,-29-3 6 0,3 5-3 15,-1-4 2-15,23 2 1 0,-23 1 0 0,-1 0 5 16,28-2 1-16,-26 1 1 0,-4-1 0 0,0 2 6 15,-2 0 1-15,2-1 3 0,-4 3 2 0,-5-4 1 16,-14 5 0-16,-3-2 5 0,2 0-17 0,3 3 6 16,-6-1-3-16,1-1-6 0,-1 2 9 0,-2-2-7 15,0 2-5-15,-2-2-1 0,-3 2-15 0,-5 0 0 16,-1 0 6-16,-4 0-2 0,-1-3 0 0,-4 6 6 16,-3-3 4-16,-2-3 6 0,-1 3 1 0,-7 0 7 15,10 0 0-15,-6 3-18 0,-4-3 17 0,6-3-5 16,-6 3 0-16,0 0-1 0,9 3-8 0,-9-3-2 15,0 0-3-15,0 0 2 0,0 0-4 0,6-3-13 16,-6 3 5-16,0 0-3 0,0 0-10 0,0 0-18 16,0 0-24-16,0 0-26 0,0 0-27 0,0 0-23 15,0 0-30-15,0 0-34 0,0 0-59 0,9-4-107 16,-9 4-314-16,0-5-711 0,1 0 315 0</inkml:trace>
  <inkml:trace contextRef="#ctx0" brushRef="#br0" timeOffset="6013.58">6459 2517 80 0,'-4'-4'428'0,"1"-3"-12"15,6 3-16-15,-6 0-19 0,1-1-31 0,2 1-25 16,0 4-21-16,0-5-28 0,0 5-13 0,-2-7-29 15,2 5-20-15,0 2-25 0,0 0-24 0,0 0-50 16,-2-5-50-16,2 5-61 0,0 0-67 0,0 0-64 16,10 7-49-16,-6 0-72 0,-3 1-67 0,-1 3-232 15,3 6-592-15,-3 0 261 0</inkml:trace>
  <inkml:trace contextRef="#ctx0" brushRef="#br0" timeOffset="6171.55">6495 3047 131 0,'-3'6'274'16,"6"-2"5"-16,-3-4 1 0,0 7 6 0,0-7-5 16,0 6-8-16,0-6 1 0,0 0-28 0,0 5-17 15,0-5-32-15,0 0-38 0,0 0-67 16,0 0-74-16,0 0-83 0,15-16-97 0,-7 12-115 16,-2-3-143-16,2-1-454 0,1 2 202 0</inkml:trace>
  <inkml:trace contextRef="#ctx0" brushRef="#br0" timeOffset="6566.14">6924 2864 56 0,'0'0'239'0,"0"0"-6"0,0 0-10 16,0 0-6-16,0 4-4 0,0-4-9 0,0 0-11 15,0 0-13-15,0 0-13 0,0 0-18 0,0 0-8 16,0 0-11-16,0 0-13 0,8 0-6 0,-8 0-14 15,18-3-8-15,-8 3-10 0,9-2-9 16,3 2-2-16,6-3-10 0,-8 6-1 0,2-4-9 0,0 1-6 16,-2-3-2-16,2 3-1 0,-9 0-7 0,2-3-2 15,-3 3 2-15,-1 0 3 0,-3 0-1 0,-2 0-3 16,-1-1 3-16,1 0-8 0,-6 1 2 0,8-1-23 16,-8 1-30-16,7-1-43 0,-7 1-69 0,0 0-104 15,0 0-272-15,0 0-556 0,0 0 246 16</inkml:trace>
  <inkml:trace contextRef="#ctx0" brushRef="#br0" timeOffset="9380.07">10010 2602 101 0,'5'-3'130'0,"-1"-3"1"16,-4 3-4-16,6 1-3 0,-3-1 0 0,3 1 8 16,-3-1-4-16,-3 3 1 0,4-4 0 0,-2 1-3 15,-2 3 5-15,4-2-11 0,-4 2-7 0,4-1-9 16,-4 1-9-16,0 0-11 0,0 0-6 0,0 0-11 16,0 0-10-16,0 0-12 0,0 0-13 0,0 0-7 15,0 0-7-15,0 0 2 0,0 0-5 0,-20 8-1 16,8 1-1-16,-6-3-3 0,-5 8 1 0,-4-1-1 15,-1 1-1-15,3 0 1 0,-3 1-7 0,-1-1 4 16,3 1-2-16,0-1 2 0,8-2-3 0,0-2-1 16,4 0 0-16,1 0-1 0,3-1-1 0,2 1-2 15,2-1-2-15,-3 1 1 0,4-3 3 0,2 0-4 16,2-1-2-16,1 3 2 0,0-1 2 0,4 1 3 16,3 1-1-16,6 1 2 0,4 1 2 0,9 1-2 15,2 1 0-15,-1 1 1 0,1-2-1 0,0-1 0 16,-1 4 3-16,-2-4-2 0,-9 1-1 0,5 1-1 15,-4-2 1-15,-8-2 0 0,-3 1-1 16,2-3-1-16,-3 2-1 0,-1 0 1 0,-3-1 1 0,-3 1 0 16,-5-1 4-16,-4 3-2 0,-6-4 2 0,3 4-2 15,-13 0 7-15,2-5-5 0,-1 3 0 0,-1-5-1 16,0 4 1-16,6-6 0 0,-5 2-2 0,3-2 6 16,1 0-4-16,3-2 1 0,0 2 0 15,7-2-2-15,0-1 3 0,3 0 1 0,2 0 16 16,2 1-3-16,5-1-3 0,0 0-22 0,0 0-12 15,0 0-24-15,0 0-13 0,30-15-9 0,-6 7-31 0,9 2-29 16,3-2-27-16,-2 1-19 0,5 3-22 0,11-5-117 16,-12 4-330-16,13-3 146 0</inkml:trace>
  <inkml:trace contextRef="#ctx0" brushRef="#br0" timeOffset="9747.66">10442 3006 191 0,'5'-3'226'16,"-1"1"-4"-16,1-3-6 0,-1 1-8 0,-4 4-5 15,1-5-16-15,-1-1-11 0,0 6-18 0,-5-6-20 16,0 3-11-16,5 3-19 0,-13-2-5 0,-1 2-14 16,4-2-9-16,-8 2-9 0,4 2-7 0,-4-1-8 15,0 1-3-15,2 2-8 0,-1 4-4 0,-1-1-5 16,3-1-4-16,-3 2-4 0,6-1-5 0,-3 1 2 0,6 1-6 16,-1-1-2-16,0 2-1 0,3-3-4 15,2 1-6-15,1 3 2 0,0-4-2 0,3 4-1 16,5-4 2-16,-3 0 1 0,7 1 0 0,0-1 3 15,4-1-5-15,5-2 5 0,5 2 0 0,4-6 1 16,4 1-2-16,0-4-4 0,1 0 3 0,-3-2-2 16,2 3-6-16,-11-6 4 0,1 1 4 0,1 0 13 15,-7-4 11-15,1 3 13 0,-1-4 8 0,-7 3 12 16,-1 1 9-16,-1-4 6 0,-2 2-7 0,-1 0-5 16,-2 1-7-16,0-2 4 0,-4 2-10 0,-2 0-8 15,2 1-6-15,-2 1-13 0,-2 0-12 0,0 2-15 16,-2 0-10-16,1 0-21 0,-1 1-24 0,-1 2-31 15,-1 1-29-15,-2 2-35 0,3 0-30 0,0 0-46 16,1 3-52-16,-3-2-199 0,7 1-513 0,6-3 227 16</inkml:trace>
  <inkml:trace contextRef="#ctx0" brushRef="#br0">10783 3099 88 0,'0'0'242'0,"0"0"-25"0,0 0-14 0,0 0-21 16,0 0-11-16,9-11-17 0,-8 7-18 0,0-1-11 15,3 0-10-15,0 0-12 0,4-6-11 0,-3 2 3 16,5-7 0-16,-2 2 6 0,-3-3-5 0,4 0 3 16</inkml:trace>
  <inkml:trace contextRef="#ctx0" brushRef="#br0" timeOffset="10913.47">11154 2920 342 0,'-8'-6'380'0,"8"6"-18"0,0 0-14 0,0 0-16 0,0 0-18 16,0 0-26-16,0 0-14 0,0 0-57 0,0 0 3 16,0 0-30-16,0 0-18 0,0 0-19 0,0 0-21 15,0 0-13-15,0 0-18 0,0 0-11 16,0 0-13-16,0 0-6 0,8 11-7 0,-5-9-2 16,1 3-17-16,0 4-3 0,0-4 3 0,1 4-9 0,0 1-4 15,4 2-7-15,-4 0 3 0,2 2-2 0,0-1-5 16,1 2-5-16,-3-3 2 0,1 0 2 0,1-1-3 15,-2-1-8-15,-1 1 2 0,0-5 0 16,-2 0 1-16,2 0 1 0,-3-1-3 0,3-2 2 16,-4 1 6-16,4-1 5 0,-4-3 44 0,0 3 37 15,0-3 33-15,0 0 33 0,0 0 30 0,0 0 11 0,0 0-23 16,8-10-20-16,-3 0-20 0,6-17-16 0,5 6-10 16,-2-3-17-16,0-1-9 0,1-1-10 15,-3 4-13-15,-2 3-5 0,-1 5-6 0,-3-2-8 16,-1 6-5-16,-1-1-10 0,1 5 4 0,0 0-13 15,-2 1-1-15,-1 2-5 0,0-1-18 0,0 0-33 16,1 0-36-16,-3 4-42 0,4-2-51 0,-4 2-52 0,6-1-14 16,-6 1-41-16,10 6-28 0,-6-1-22 0,-1 1-34 15,3 2-36-15,-2 2-51 0,-2-1-300 16,5-1-793-16,-1 1 352 0</inkml:trace>
  <inkml:trace contextRef="#ctx0" brushRef="#br0" timeOffset="11352.48">11587 3026 233 0,'0'0'236'0,"1"2"-13"0,-1-2-16 0,0 0-20 16,0 0-16-16,3 4-15 0,-3-4-15 0,0 0-6 16,9-1-13-16,-3 1-8 0,7 0-12 0,-2-1-9 15,2-3-9-15,5-1-8 0,-1 2-12 0,-1-2 2 16,2-2-5-16,-2 0 0 0,3 0-1 0,0-4-2 15,-3 5 6-15,0-5-2 0,0 2 0 0,-2-2 7 16,-1 1 3-16,-4 1 4 0,1-2 2 0,-5 0 14 16,3 2 5-16,-4-1 16 0,-3 2 5 0,1 1 0 15,0 0-11-15,-2-1-11 0,-4 2-8 0,3 0-6 16,-3 0-16-16,-5 0-13 0,-5 3-6 0,5-1 0 16,-11 3-30-16,-2 2 11 0,2 1 1 0,-7 3 2 15,5 1-14-15,3 2-1 0,1 1 1 0,0 2-6 16,-2 5 6-16,4-2-8 0,3 1 7 0,3 2-17 15,1 8-3-15,7-1-1 0,3-5-14 0,2-1 34 16,5 1-13-16,7 0 0 0,5 3 1 0,-1-3-4 16,8-6 4-16,5-3 4 0,6-1-2 0,-2-2 2 15,4-3-1-15,-1 0-2 0,-2 0 0 0,-1-2 0 16,-6-2 1-16,-4 2 11 0,-8-2-1 0,-5-2-1 16,-1 4 7-16,-6-2 11 0,4 0 8 0,-5 0-4 15,-5 0 0-15,11-2-5 0,-11 2-6 0,6 2-13 16,-6-2-23-16,0 0-32 0,7-2-87 0,-7 2-86 15,0 0-79-15,0 0-92 0,0 0-230 0,-11-12-667 16,9 10 295-16</inkml:trace>
  <inkml:trace contextRef="#ctx0" brushRef="#br0" timeOffset="12729.53">10741 3139 90 0,'0'0'211'0,"0"0"-6"16,0 0-6-16,0 0-7 0,0 0-17 0,0 0-14 15,0 0-18-15,0 0-10 0,5-12-10 16,-2 8-10-16,-1 1-7 0,0-3-6 0,1 1-9 15,1-3-1-15,1 1-4 0,0 0-3 0,0-3 4 0,3 2 4 16,-4-4-7-16,6-5-1 0,-6-2-4 0,5-4-4 16,-4 5-7-16,4-6-5 0,-5 5 2 0,2-9 2 15,2 10-13-15,-3-7-2 0,3 1-3 16,-3 0 39-16,-4 6-5 0,3-1-7 0,0-2-2 16,-4 2 5-16,0 2 3 0,0-2-5 0,0 1-13 0,-3 1 12 15,2 1-21-15,-3 0 10 0,4 0-2 0,-1 3-23 16,-2 3 17-16,3-1-8 0,-2-1-2 0,-2 6 4 15,0 0-29-15,4 1 14 0,-1 0 1 16,-2 0-2-16,3 2-5 0,0 3-10 0,0-7-31 16,0 7-19-16,0 0-27 0,0 0-5 0,0 0 7 15,-9 13 4-15,4 4 6 0,-5-1 0 0,2 12 11 16,-2 1-1-16,2 4-7 0,-2 2 15 0,1-2 9 0,0 15-1 16,7-14 1-16,-3 12-1 0,5-10 13 0,2-4 0 15,3 1-9-15,2-1 20 0,4-1-5 16,-1-4 8-16,4-1 6 0,4-4 0 0,-2 0 2 15,3-3 3-15,-5-7 4 0,4-2-2 0,-4 0 7 16,1-1 4-16,-5-3 0 0,3-4-3 0,-1 3 6 16,-1-2 14-16,1 0-7 0,-3-2 14 0,-2-1 4 0,1 1-3 15,-2-1 1-15,-2 1 7 0,-4-1-3 16,9 0-7-16,-9 0-11 0,4 3 7 0,-4-3 2 16,0 0-14-16,6 0 3 0,-6 0-10 0,0 0 3 15,0 0-2-15,0 0-4 0,8 0-22 0,-8 0-27 16,0 0-28-16,0 0-51 0,0 0-75 0,9-6-68 15,-4 5-82-15,9-2-371 0,-1-2-752 0,-2 2 333 16</inkml:trace>
  <inkml:trace contextRef="#ctx0" brushRef="#br0" timeOffset="20348.5">14369 2851 155 0,'-3'-7'196'0,"2"2"-7"0,1-2-9 15,0 2-2-15,-1 0-6 0,1 0-8 0,1 1-2 16,-2 0 22-16,1-1-12 0,0 5-18 0,-3-6-12 16,3 6-16-16,0 0-20 0,3-5-7 0,-3 5-13 15,0 0-15-15,0 0-5 0,0 0-12 0,0 0-10 16,4 17-8-16,-2-5-4 0,2 5-4 0,0 9-1 16,-2 0-3-16,1 4-1 0,-1 2-2 0,2 2-1 15,-1 0-2-15,2 0 1 0,-1-2-5 0,2-3 5 16,0-1-10-16,1-1 7 0,-2-3-5 0,0-5-2 15,0-2 2-15,0-2 3 0,-4-1-5 0,2-4 1 16,0-3-3-16,-1 3 3 0,1-5-2 0,-2 0 1 16,0 0-5-16,1-1 13 0,0-1 25 0,-2 0 12 15,0-3 4-15,2 3 3 0,-2-3 2 0,0 0 2 16,2 4-10-16,-2-4-3 0,0 0-22 0,0 0 8 16,0 0 0-16,0 4 0 0,0-4-5 0,0 0-18 15,0 0-15-15,0 0-47 0,0 0-47 0,0 0-28 16,0 0-26-16,0-18-18 0,0 15-20 0,0-3-19 15,-2-1-27-15,0 0-197 0,2 0-463 0,-4-2 206 16</inkml:trace>
  <inkml:trace contextRef="#ctx0" brushRef="#br0" timeOffset="20844.49">14341 2844 59 0,'0'0'216'0,"-3"-5"-13"0,3 5-12 0,-1-3-16 16,1 3-14-16,0 0-15 0,0 0-19 15,0 0-14-15,0 0-10 0,5-5-13 0,5 6-8 16,-10-1-12-16,22 4 3 0,-9-1-15 0,7 2 0 15,4 3 1-15,5 2-4 0,1-1 0 0,2 7-6 16,0-1-2-16,1 3-2 0,-2 3-5 0,-3-2-4 16,0 3-2-16,-5 2-2 0,0 1-2 0,-4 1-4 15,-6 1-3-15,-1 2 0 0,-7-3-5 0,-4 0-1 16,-6-3 2-16,-3 1 5 0,-6 2 1 0,-1-1 2 16,-8-4-3-16,-2 0 4 0,-3-3 0 0,-1 1 3 15,0-4 5-15,-2 0 5 0,-1-3 5 0,4 2 5 16,1-2 5-16,5-5 1 0,1-1-6 0,5 3-1 15,5-4-7-15,-1-3-4 0,6 1 5 0,-1 0-12 16,2-2-3-16,-2 1-1 0,3-1 9 0,0 1 2 16,4-2 4-16,-5 3-2 0,5-3-5 0,0 0 1 15,-4 2-3-15,4-2-10 0,0 0 10 0,0 0-5 16,0 0-4-16,0 0-2 0,0 0 4 0,0 0-6 16,-10 0-16-16,10 0-8 0,0 0-14 0,0 0-28 15,0 0-14-15,0 0-30 0,0 0-28 0,0 0-57 16,0 0-88-16,5-9-240 0,-5 9-545 0,9-10 241 15</inkml:trace>
  <inkml:trace contextRef="#ctx0" brushRef="#br0" timeOffset="21722.5">14619 2560 185 0,'3'-5'183'0,"2"2"-19"0,0 0-18 15,1 0-14-15,4-1-6 0,1 1-15 16,2 1-11-16,-1 0-11 0,2 2-6 0,0 0-13 16,-1 1-4-16,1 2-8 0,-1 2-12 0,0-1-3 15,-3 3-1-15,-1 2-6 0,-1 0 1 0,0 6 0 16,-2 2-12-16,-4-1 0 0,-2 4 1 0,-5-1-3 0,-2 1-1 15,-6 2 0-15,-1 0 1 0,-3 1-6 16,-2-3 5-16,1-1 2 0,-5-2 2 0,7-6-3 16,3 0-3-16,0-1 2 0,3-3-2 0,1-1-4 15,1-1-4-15,3 1 5 0,0-3 0 0,1 0 29 16,0 1 9-16,2-2 5 0,2-2 6 0,-4 3 0 16,4-3 3-16,0 0 0 0,0 0-1 0,0 0 5 15,10 2-6-15,-4-2-7 0,6-3-10 0,-1 3-2 16,3-2-5-16,3 1-4 0,3 0-4 0,11-3-5 15,-3 2-4-15,3-1 1 0,0-1-4 0,0 2-2 16,1 0-3-16,-1-1-1 0,1 1-2 0,-13 1-1 16,3-1-2-16,-3 2-1 0,-7-2-1 0,0 2 0 15,-1 0-2-15,-5 0-3 0,2 0 6 0,-8 0-4 16,10 0 3-16,-10 0 2 0,9 0 0 0,-9 0-3 16,0 0-9-16,5-3-9 0,-5 3-11 0,0 0-5 15,0 0-12-15,0 0-15 0,0 0-21 0,0 0-26 16,0 0-25-16,0 0-32 0,0 0-26 0,-8 14-25 15,8-14-13-15,-1 6-143 0,1-6-393 0,0 0 175 16</inkml:trace>
  <inkml:trace contextRef="#ctx0" brushRef="#br0" timeOffset="22670.5">15244 3142 90 0,'0'0'186'0,"-8"2"-16"0,8-2-13 0,0 0-11 0,-7 2-6 16,7-2 1-16,0 0-9 0,0 0-8 0,0 0-10 16,0 0-2-16,-12 0-11 0,12 0-5 0,0 0-8 15,0 0-7-15,0 0 0 0,0 0-5 16,0 0-2-16,0 0-8 0,0 0 1 0,0 0 0 16,0 0 0-16,0 0 3 0,0 0-10 0,0 0-6 15,0 0-3-15,0 0-3 0,0 0-5 0,-1 5-1 16,1-5-7-16,0 0-3 0,0 0-4 0,0 0 0 15,0 0-6-15,0 0 4 0,0 0-5 0,0 0-1 16,0 0 5-16,0 0 4 0,0 0 3 0,0 0-1 16,0 0-2-16,0 0-3 0,0 0-2 0,0 0-3 15,0 0-1-15,0 0-4 0,0 0 2 0,0 0-1 16,0 0-2-16,0 0-1 0,0 0-4 0,0 0 1 16,0 0-3-16,0 0 1 0,0 0 0 0,0 0-2 15,0 0-2-15,0 0 2 0,0 0-6 0,0 0 4 16,25-4 3-16,-25 4-8 0,0 0 6 0,0 0-4 15,11-1 0-15,-11 1 2 0,0 0-4 0,0 0 0 16,10 0 0-16,-10 0 0 0,0 0 2 0,0 0 1 16,0 0-2-16,0 0 1 0,0 0-1 0,0 0 3 15,0 0-3-15,0 0-1 0,0 0 0 0,0 0 0 16,0 0 1-16,0 0-1 0,0 0 5 0,0 0-8 16,0 0 3-16,0 0-2 0,0 0 4 0,0 0-2 15,0 0 0-15,0 0-3 0,0 0-2 0,0 0 6 16,0 0-2-16,0 0-2 0,8 1 0 0,-8-1 1 15,0 0 1-15,0 0-2 0,0 0 1 16,0 0-1-16,0 0 0 0,0 0 3 0,0 0-4 0,0 0 2 16,0 0 3-16,0 0-4 0,0 0 5 0,0 0 1 15,0 0-4-15,15-1 3 0,-4-1-1 0,6 0 1 16,6-1-2-16,6 1 1 0,6-4-3 0,4 5 0 16,13-4 4-16,-12 0-4 0,13 1 4 0,-12 1-3 15,-4-1 1-15,-1 0 3 0,-4 0-7 16,-3 2 6-16,-6-1-2 0,-4 1 3 0,-1 0-3 15,-9 1 3-15,4-1-4 0,-7 2 10 0,-6 0-6 16,12 0-3-16,-12 0 0 0,10-1-3 0,-10 1-8 0,9 0-11 16,-9 0-5-16,0 0-9 0,0 0-9 0,9-1-8 15,-9 1-12-15,0 0-6 0,0 0-23 16,0 0-32-16,0 0-39 0,0 0-27 0,0 0-22 16,0 0-162-16,0 0-405 0,0 0 180 0</inkml:trace>
  <inkml:trace contextRef="#ctx0" brushRef="#br0" timeOffset="23180.5">16202 2776 104 0,'4'-2'239'0,"-4"2"-14"16,0 0-22-16,4-3-17 0,-4 3-20 0,0 0-19 15,0 0-15-15,0 0-21 0,0 0-15 0,0 0-9 0,0 0-10 16,0 0-5-16,-3 13-8 0,2-5-9 0,-3 4 2 15,-1 4-14-15,-1 1-1 0,0 1-5 16,-3 8-1-16,-3 0-3 0,-1 1 2 0,4-1-6 16,-2 2-5-16,3-3-2 0,-2 0-2 0,3 0-5 15,-1-4 0-15,3-4 0 0,-2-1 2 0,1 1-6 16,2-7 3-16,-1 2-4 0,4-3 4 0,-2-1-8 16,2-3 2-16,1 1-3 0,-3-2 1 0,3-4 5 15,0 10 0-15,-1-8 11 0,1-2 4 0,-1 7 11 16,1-7 17-16,2 6 7 0,-2-6 1 0,4 4 1 15,1 0-6-15,4-3 0 0,-1 2-7 0,2-2-6 16,3-1 0-16,3 0-5 0,3 0-4 0,0 0-3 16,2 0-3-16,2-2-3 0,-4 0-10 0,2 1-17 15,-2-3-26-15,-6 3-27 0,1-2-21 0,-3 2-18 16,-3 0-17-16,-1 0-10 0,-7 1-13 0,12-5-22 16,-8 2-44-16,-4 3-11 0,1-4-137 0,-1 4-375 15,0 0 167-15</inkml:trace>
  <inkml:trace contextRef="#ctx0" brushRef="#br0" timeOffset="23572.49">16329 3116 192 0,'0'0'216'0,"1"-3"17"0,-1 3 6 16,0 0 7-16,3-5 2 0,-3 5-4 0,0 0 3 16,0 0-1-16,2-5-2 0,-2 5-8 0,0 0-12 15,0 0-19-15,0 0-18 0,0 0-21 16,0 0-18-16,0 0-26 0,0 0-8 0,0 0-22 15,0 0-19-15,0 0-29 0,0 0-17 0,0 0-3 0,0 0-7 16,-1 20 5-16,1-8-8 0,-1 5 0 0,-1 2 2 16,4 7-7-16,-4-2-4 0,4 3 0 0,0 2 5 15,1-4-4-15,-2-1-1 0,2-5 3 16,-2 0 0-16,2-1-8 0,0-1 10 0,0 0-5 16,-2-6-1-16,0 1 3 0,1-4-1 0,-2 1 2 15,1-3-6-15,-1-1-1 0,1-1 5 0,-1 1 2 16,0-5-1-16,2 6 19 0,-2-6-3 0,1 5 21 15,-1-5 18-15,0 0-2 0,1 5 8 0,-1-5 1 16,0 0-5-16,0 0 1 0,0 0-8 0,3 3-3 16,-3-3-4-16,0 0-10 0,0 0 2 0,0 0-8 15,0 0-3-15,1 3-3 0,-1-3-3 0,0 0-3 16,0 0 0-16,0 0-9 0,0 0-13 0,0 0-19 16,0 0-24-16,0 0-31 0,0 0-30 0,0 0-34 15,0 0-41-15,0 0-49 0,0 0-58 0,0 0-389 16,0 0-731-16,0 0 323 0</inkml:trace>
  <inkml:trace contextRef="#ctx0" brushRef="#br0" timeOffset="25427.5">14208 2547 53 0,'0'0'168'0,"0"0"-19"0,0 0-13 0,0 0-20 15,0 0-14-15,1-3-11 0,-1 3-9 0,0 0-14 16,-4 12-6-16,0 3-8 0,-3 2-9 0,-2 14-3 16,-3 3-7-16,-3 12 2 0,-1 10-4 0,-4 21 1 15,5 5 5-15,2-23 6 0,0 25 2 0,4-27 3 16,3 29 10-16,3-27 9 0,7-3-2 0,6-1 4 15,2-5 2-15,3-4 8 0,-3-13 1 0,2-2 4 16,5 1 3-16,-3-5-3 0,2-2-2 0,3-4-4 16,-4-1-3-16,-3-8-6 0,1 2-6 0,0 0-4 15,-6-9-3-15,1 4-2 0,-2-5 5 0,-3 1-1 16,-1-1 1-16,1-1 5 0,-5-3 1 0,5 5 12 16,0-2-8-16,-5-3 13 0,0 0 3 0,4 4-6 15,-4-4 1-15,0 0-6 0,5 2-4 0,-5-2-3 16,0 0-9-16,3 4-4 0,-3-4-3 0,0 0-8 15,0 0 2-15,0 0-32 0,0 0 21 0,0 0-7 16,0 0-1-16,0 0 1 0,0 0-7 0,0 0-14 16,0 0-2-16,0 0-13 0,8 2-5 0,-8-2-17 15,0 0-11-15,0 0-10 0,0 0-20 0,0 0-18 16,0 0-36-16,0 0-44 0,10-7-51 0,-4 2-61 16,6-1-249-16,4-5-571 0,1 4 253 0</inkml:trace>
  <inkml:trace contextRef="#ctx0" brushRef="#br0" timeOffset="26243.94">16426 2477 133 0,'0'-3'167'0,"0"3"8"16,0 0-6-16,0 0-5 0,0 0-9 0,0-5-9 16,0 5-16-16,0 0-14 0,0 0-13 0,0 0-13 15,0 0-7-15,5-2-12 0,-5 2-10 0,14 8-4 16,-5-3-11-16,6 6-6 0,2-1-6 0,9 9 2 15,2 5-7-15,-2 2-1 0,10 12-1 0,4 5 5 16,-8 3-6-16,-1 5 1 0,-3 1-1 0,1 25 2 16,-10-22 1-16,-2 2-1 0,-4 1-1 0,-8 3-2 15,0 19 1-15,-8-26-4 0,-4-2-1 0,-6-4 0 16,-6 1-4-16,2-17 1 0,-5 10 0 0,6-14-9 16,-6-1 3-16,0-1-1 0,4-1 0 0,-2-4 3 15,3 0-3-15,-3-3 11 0,6-6 1 0,1-2 14 16,3-1 10-16,0-1-6 0,3-1-5 15,2-3 6-15,0-1 1 0,1 1 6 0,2 1 6 0,2-5 9 16,-7 3 14-16,7-3 8 0,-5 3 8 0,5-3 3 16,0 0-6-16,0 0 1 0,0 0-8 0,0 0-7 15,0 0-1-15,-8 4-7 0,8-4-9 16,0 0 2-16,0 0-14 0,0 0 2 0,0 0-7 16,0 0-8-16,0 0-11 0,0 0-20 0,-1 3 1 15,1-3 1-15,0 0-18 0,0 0-15 0,0 0-13 16,0 0-17-16,0 0-14 0,0 0-15 0,0 0-17 15,0 0-13-15,0 0-23 0,0 0-71 0,0 0-80 16,0 0-212-16,13-15-543 0,-4 5 241 0</inkml:trace>
  <inkml:trace contextRef="#ctx0" brushRef="#br0" timeOffset="27310.48">17117 2852 240 0,'3'-10'249'15,"-2"-1"-9"-15,2 2-5 0,-2 0-14 0,0-1-12 16,3 1-13-16,-1 3-7 0,-2 0-16 0,4 0-15 16,-4 2-17-16,2 2-14 0,-3 2-16 0,1-6-12 15,-1 2-12-15,0 4-13 0,4-2-10 0,-4 2-5 16,0 0-13-16,9 6-8 0,-5-3-7 0,2 4 1 16,3 3-10-16,-3-1-2 0,5 3-1 0,-1 3-11 15,0-1-10-15,2 0-3 0,0 1-3 0,-1-2-2 16,1-1-7-16,1 0 2 0,1-2 0 0,-1-1 0 15,-7-2 4-15,4 1 0 0,-2-3 5 0,0-2-5 16,-3-2 7-16,4-1 3 0,0 0 11 0,-4-2 9 16,3-2 5-16,-2-6 3 0,2 4 7 0,-2-3 8 15,-2-1 4-15,2-4-9 0,0 4 17 0,-2 0 3 16,0-2 4-16,0 2 12 0,0-1-1 0,-3 1-1 16,2 0 6-16,-2 4 8 0,1 0 0 0,-1-1-16 15,0 3 1-15,-1 0-15 0,0 0-18 0,1 0 9 16,1 0-13-16,-2 4 2 0,0 0-25 0,1-5-26 15,-1 5-17-15,0 0 2 0,0 0-2 0,0 0 6 16,-1 15-16-16,1-5 16 0,-2 7 0 0,1 0 1 16,-1 7-1-16,0 9 7 0,-2-3 1 0,3 7 4 15,0 10 0-15,1-1 3 0,1 0 1 0,0 0 2 16,2-9-3-16,0 9 6 0,-2-10-2 0,3-2-8 16,0 1 10-16,0-1 3 0,3 0 3 0,-3-4-1 15,0 1 5-15,0-3-2 0,-3-9 3 0,1 7-4 16,4-1 2-16,-5-8-12 0,1-1 8 0,-2-4 0 15,0 1-3-15,-2-1-3 0,1-1 1 16,1 4-1-16,-2-3 0 0,-3-1-1 0,4-3 0 0,-3 6 1 16,0-8-6-16,0 6 7 0,0-3-7 0,-3-1 8 15,4-4-5-15,-1 4 4 0,-1-3 0 0,1 2-2 16,-1-5 2-16,0 4 1 0,-1-1-9 0,-1-1 12 16,1 0 1-16,0-2 3 0,-2 2 0 15,3-3-1-15,-3 0-9 0,8-1 11 0,-14 5 7 16,9-5 8-16,5 0 5 0,-10 3 12 0,10-3 6 15,-12 0-11-15,12 0 20 0,0 0 8 0,-15-3-2 16,15 3 4-16,-9-6-2 0,5 1 4 0,-2-1 3 0,0-1 16 16,0-1-13-16,1-3-1 0,-3-4-7 0,1-3-9 15,-1-10-1-15,4 0-7 0,1-2-7 16,1-7-8-16,7-15-16 0,3-5-8 0,7-2-11 16,12-23-4-16,-3 27 4 0,15-22-6 0,-9 26 8 15,6 3-1-15,-1 3 17 0,3 5 0 0,-6 6 2 16,-5 8-1-16,-3 5-3 0,-1 0 6 0,-2 5 0 15,-10 2 3-15,3 4 0 0,-4 2-13 0,-2 1 17 16,0 1-11-16,-1 1-6 0,-3 2-4 0,1 0 7 16,-5 3-17-16,7-5-37 0,-5 3-36 0,-2 2-27 15,0 0 6-15,0 0 6 0,0 0-7 0,0 0-14 16,-6 13-20-16,3-8-28 0,-6 3-36 0,1-2-46 16,1 2-56-16,-3-2-207 0,1 0-553 0,3-2 245 15</inkml:trace>
  <inkml:trace contextRef="#ctx0" brushRef="#br0" timeOffset="31277.38">15442 2937 19 0,'0'0'133'0,"3"-8"-7"0,-2 5-2 16,-1 3 11-16,0-4-9 0,1 1 5 0,-1 3-3 15,1-7 3-15,1 4 0 0,-2 3 2 16,2-2 1-16,-2 2 0 0,2-4-7 0,-2 4-6 16,0 0-12-16,2-4-9 0,-2 4-12 0,0 0-8 15,0 0-12-15,0 0-16 0,0 0-14 0,0 0-5 16,0 0-6-16,1 20-3 0,-1-1-1 0,0 7-3 0,2 7 2 15,-2 2-3-15,0 12 0 0,2 1-3 16,5-2 32-16,-4 2-5 0,4-2-1 0,-1-12-1 16,3 0-40-16,1 1-35 0,3 1-46 0,0-4-59 15,1-4-82-15,1-3-158 0,2-5-410 0,-2-7 181 16</inkml:trace>
  <inkml:trace contextRef="#ctx0" brushRef="#br0" timeOffset="33942.48">18372 2999 42 0,'0'0'76'0,"0"0"10"0,0 0-10 16,0 0-5-16,0 0 3 0,0 0-11 0,0 0-1 16,0 0-3-16,0 0-12 0,-6 0-3 0,6 0-1 15,0 0-1-15,0 0-1 0,0 0-1 0,0 0-5 16,0 0-1-16,0 0-6 0,0 0-1 0,-7-3 1 16,7 3-22-16,0 0 14 0,0 0-5 0,0 0 13 15,0 0-16-15,0 0 1 0,0 0-6 0,0 0 14 16,0 0 4-16,0 0 7 0,0 0-4 0,0 0 2 15,11-4-13-15,-5 1 3 0,8 2-1 0,-1-2-2 16,7-1 1-16,2 0-4 0,6 0-3 0,3-2 1 16,-1 2-1-16,0-1 3 0,0 2 1 0,1-1-3 15,-4 1-5-15,-5 1-2 0,-2 2-9 0,-3 0-10 16,-3 0-12-16,-1 0-10 0,-1 0-20 0,-5 2-26 16,0-2-9-16,-1 1-10 0,-6-1-73 0,0 0-187 15,0 0 84-15</inkml:trace>
  <inkml:trace contextRef="#ctx0" brushRef="#br0" timeOffset="34684.51">18319 3160 140 0,'0'0'146'0,"0"0"-10"0,0 0-3 0,-6 2-10 15,6-2-7-15,0 0-11 0,0 0-3 0,0 0-14 16,0 0-1-16,0 0-10 0,0 0-8 0,0 0-3 15,0 0-1-15,0 0-10 0,0 0 2 0,0 0-8 16,0 0-5-16,0 0 7 0,0 0-9 0,0 0-8 16,0 0 0-16,0 0-6 0,0 0-3 0,0 0-3 15,0 0 1-15,0 0-3 0,0 0-1 0,0 0-2 16,0 0-6-16,0 0 0 0,0 0-3 0,0 0 2 16,0 0-3-16,0 0 3 0,0 0 4 0,0 0-4 15,0 0-3-15,0 0 2 0,0 0 1 0,0 0 2 16,0 0 7-16,0 0-3 0,0 0-6 0,0 0-3 15,0 0 3-15,0 0-2 0,0 0-2 0,0 0 5 16,0 0-1-16,0 0 2 0,0 0-2 0,0 0-1 16,0 0-1-16,0 0 2 0,0 0-3 0,0 0 1 15,0 0-1-15,0 0 2 0,0 0-3 0,0 0 1 16,0 0-2-16,0 0 0 0,20-3-3 0,-13 0 1 16,5 3 3-16,8-2-6 0,7-4-2 0,1 2 4 15,7 4-1-15,-1-5 2 0,17 0 2 0,-10 2-3 16,0-1 1-16,9-1-1 0,-11 4-1 0,-3-2 1 15,1 2 2-15,-6 0-5 0,-2 1 4 0,-6 1 0 16,-6-1-1-16,-3 1-4 0,-2-1 6 0,-5 0-7 16,1 0-7-16,-2 0 2 0,-1 0-3 0,-5 0-9 15,9 0 3-15,-9 0-2 0,0 0 1 0,0 0-11 16,0 0-9-16,0 0-17 0,0 0-15 0,0 0-14 16,0 0-20-16,-18 3-28 0,18-3-21 0,-10 0-108 15,10 0-283-15,-7-3 125 0</inkml:trace>
  <inkml:trace contextRef="#ctx0" brushRef="#br0" timeOffset="35325.85">19748 2609 115 0,'0'0'160'15,"0"0"-9"-15,0 0-16 0,0 0-12 0,0 0-17 16,0 0-20-16,0 0-1 0,0 0-2 0,-19 5-21 16,9 0-5-16,-4-3-4 0,-8 6-13 15,-2 0-1-15,-2 1-2 0,-3 4-9 0,0-3-1 0,-3 2 1 16,-2 1 0-16,2-2-5 0,4 2 3 0,-1-1-12 15,3 0 2-15,3 3-7 0,7-5 5 0,0-1-5 16,2 2-6-16,4-2 4 0,1-1-7 0,0 1 3 16,4-2 1-16,0 0-1 0,1 2-3 0,4-1 11 15,0-1 3-15,7 2 10 0,0 1-3 16,6 2 12-16,5 0 7 0,7 2-7 0,2 3 6 16,3-4-5-16,1 3-1 0,-1 0-7 0,-2-2 6 15,4 0-9-15,-5 4-4 0,-4-3-3 0,0 2 3 0,-8-4-4 16,-1 1-2-16,-2-1 3 0,-6-2-6 0,2 0 1 15,-6-3 0-15,0 5 2 0,-6-2 1 16,-2 1 1-16,-6 0 1 0,-2 0-3 0,-4-2 2 16,-7 4 0-16,-2-4 0 0,0 0-5 0,0 0 4 15,0-3-3-15,-2 0 0 0,2-3-3 0,5 1 2 16,2-1-2-16,1-3 0 0,1-1-9 0,4 3-13 16,2-3-4-16,2 0-13 0,10 0-14 0,-13 0-18 15,13 0-37-15,1-8-35 0,-1 8-20 0,17-11-129 16,-4 6-307-16,3-4 136 0</inkml:trace>
  <inkml:trace contextRef="#ctx0" brushRef="#br0" timeOffset="35651.48">19937 2994 287 0,'0'0'291'0,"3"-7"-16"15,-3 7-13-15,-3-7-21 0,3 7-19 16,-1-5-26-16,1 5-20 0,0 0-20 0,0 0-20 0,0 0-14 16,0 0-17-16,0 0-13 0,0 0-10 0,0 0-9 15,0 0-9-15,0 0-7 0,5 19-8 0,-2-9-4 16,-2 1-2-16,2 1-5 0,-2 4-2 0,0-2-9 16,3 1 0-16,-4 1-4 0,3-3 0 0,-2-1 1 15,-1 0-5-15,4 1 1 0,-3-4-3 16,0 0 1-16,-1-1-3 0,3-3-2 0,-2-1-13 15,-1 1 0-15,0 0-3 0,0-1 4 0,0-4 5 16,0 6-4-16,0-6 7 0,0 2 1 0,0-2-14 0,0 0-34 16,0 0-30-16,-5-13-32 0,0 2-40 0,1-4-38 15,-1-3-38-15,1-2-39 0,-1-9-129 0,1-3-415 16,0 1 184-16</inkml:trace>
  <inkml:trace contextRef="#ctx0" brushRef="#br0" timeOffset="35797.49">19921 2787 124 0,'-3'-6'216'15,"3"0"-6"-15,0 2-19 0,0 4-9 0,0-7-18 16,0 3-15-16,0 4-18 0,-1-3-12 0,1 3-12 16,0 0-10-16,1-5-13 0,-1 5-9 0,8 0-6 15,-8 0-27-15,0 0-26 0,14 3-22 0,-9 0-23 16,-1 3-31-16,1 0-33 0,-1-1-33 0,5 4-36 16,-8-4-88-16,4 4-272 0,-3-1 121 0</inkml:trace>
  <inkml:trace contextRef="#ctx0" brushRef="#br0" timeOffset="36209.04">20192 2971 67 0,'0'0'232'0,"0"0"-22"15,0 0-23-15,0 0-18 0,0 0-18 0,4 4-15 16,-4-4-22-16,0 0-10 0,0 0-15 0,0 5-8 16,0-5-8-16,0 9-11 0,-3-2-3 0,3-1-8 15,0 1-2-15,0 0-3 0,0 3-8 0,0-1-2 16,0 3-2-16,0-2-8 0,-1 3 4 0,-2-3-10 16,2 1 2-16,0-6-1 0,1 5-5 0,0-3 1 15,-3-2 3-15,3 0-4 0,0-5-1 0,0 7 4 0,0-7 1 16,0 7 29-16,0-7 28 0,0 0 31 15,0 0 21-15,0 0-14 0,0 0-16 0,0 0-11 16,22-14-9-16,-15 7-7 0,2 0-9 0,2-2-3 16,-4 1-11-16,4 0-3 0,-4 0-5 0,2 3-8 15,-4 1-1-15,2 0-7 0,-2 0 1 0,1 2-7 16,-6 2-5-16,9 0-3 0,-9 0-2 0,12 0-9 16,-12 0-11-16,11 4-16 0,-1-1-15 0,-6 3-19 15,3-1-27-15,3 1-27 0,-3 4-25 0,1-5-52 16,1 2-35-16,0 0-202 0,-4-3-464 0,0-1 205 15</inkml:trace>
  <inkml:trace contextRef="#ctx0" brushRef="#br0" timeOffset="36790.51">20584 2847 14 0,'0'0'180'0,"0"0"-20"16,0 0-9-16,0 0-17 0,0 0-8 0,0 0-13 15,0 0-12-15,0 0-7 0,0 0-10 0,0 0-11 16,19 0-8-16,-19 0-8 0,13 4-4 0,2-2 1 16,-3 1-14-16,7 1 1 0,-1-1-3 0,2 2 3 15,1 0-9-15,-1 0-3 0,-1 4-4 0,-2-2-1 16,2 2-2-16,-4-3-6 0,-2 7-2 0,-1-5 6 16,-2 4-8-16,-5-1-1 0,0 0 0 0,-3 5-2 15,-4-4 3-15,-3 5-2 0,-4 1-4 0,-1-2 5 16,0-2-1-16,-4 1-1 0,-3 0-3 0,-1-1 2 15,4-2 4-15,-4 0-2 0,3-3-2 0,-2 1 0 16,7-2 3-16,-3-1 0 0,4-2-1 16,0 0 0-16,2-1-2 0,0-1 0 0,2-1-3 0,0 1 1 15,3-1 20-15,2-2 8 0,-7 4 7 0,7-4 2 16,-2 1 5-16,0 3-2 0,2-4 9 0,0 0 2 16,0 0 9-16,0 0-4 0,17 1-4 0,-3-1-4 15,4 0-7-15,2 0-2 0,1 1-8 0,-1-1 1 16,-1 0-6-16,3 1-1 0,-6-1-2 0,1 2-9 15,-4-2-1-15,0 1-2 0,0-1 0 16,-7 0-1-16,2 1-4 0,-2-1 0 0,-6 0-1 16,9 0 2-16,-9 0-12 0,7 0-8 0,-7 0-15 15,0 0-20-15,7 0-20 0,-7 0-17 0,0 0-16 0,0 0-24 16,0 0-34-16,0 0-38 0,0 0-183 0,0 0-404 16,0 0 179-16</inkml:trace>
  <inkml:trace contextRef="#ctx0" brushRef="#br0" timeOffset="37630.51">21106 2890 82 0,'6'-2'145'0,"3"2"-12"0,2-1-9 0,1-2-6 15,-2 1-12-15,0 3-10 0,2-1-16 16,-1 5-4-16,-2-5-10 0,1 4-7 0,1 1-5 16,0 0-8-16,-1 0-2 0,-5 2-6 0,3 4-5 15,-3-2-5-15,-1 1 4 0,2 6-10 0,-7 1 0 16,-4 0-5-16,0-1 4 0,0 2-5 0,-4 1 5 15,-4-2-3-15,0 6 1 0,-2-7-7 0,2-2 0 16,-3-1-4-16,2-4 3 0,-2 3 4 0,6-4 11 16,1-4-2-16,1 3 8 0,2-4 5 0,1 0 6 15,0 1 10-15,0-2 22 0,2 0 25 0,-1-1 21 16,4-1 14-16,0 0-11 0,0 0-17 0,0 0-11 16,0 0-13-16,10-12-2 0,0 3-13 0,3 0-6 15,3-4-8-15,4-4-2 0,1-2-6 0,3 2-8 16,-1-1-3-16,-3 2-4 0,3-1-2 0,-1-1-5 15,-5 7-1-15,-1-1-3 0,0 3-1 0,-1-2-6 16,-1 1 10-16,-4 6 9 0,2-5 2 0,-5 1 6 16,1 3 7-16,-3 1 11 0,1-1 2 0,0 0 0 15,0 4-8-15,-5-1-6 0,3-1-4 0,-4 3-11 16,4-4-6-16,-3 1-13 0,-1 3-13 0,0 0-13 16,0 0-18-16,4-4-11 0,-4 4 5 0,0 0 3 15,0 0 3-15,-10 15 3 0,2-6 4 0,0 1-1 16,0 4 5-16,-1 0-1 0,0-1 6 0,1 1-2 15,1-3 4-15,1 5 2 0,2-4 1 0,1 3 2 16,1-4 0-16,2 2 5 0,2-1 3 0,1-1 7 16,3 2 5-16,5-1 9 0,3 0 6 0,2-3 2 15,5 1 2-15,6-1 2 0,1-1-1 0,2-3-4 16,-2 1-3-16,-6-2 0 0,-2-1-5 0,0 0 2 16,-7-2-1-16,1 1 0 0,-5-1-1 0,1 0 2 15,-1-1 0-15,-1 1-1 0,-3-1 3 0,-5 0 2 16,8 0-2-16,-8 0 3 0,5 3-2 15,-5-3-5-15,0 0-2 0,6 0-13 0,-6 0-21 0,4 2-33 16,-4-2-34-16,0 0-49 0,0 0-48 0,5 5-33 16,-5-5-73-16,7 3-212 0,-7-3-540 0,0 0 240 15</inkml:trace>
  <inkml:trace contextRef="#ctx0" brushRef="#br0" timeOffset="48123.49">6559 5692 190 0,'1'-2'212'0,"-1"-3"-1"0,0 5-6 16,0-7-10-16,0 7-12 0,0-3 6 0,0 3-16 16,0 0-17-16,0-4-16 0,0 4-15 0,0 0-20 15,0 0-10-15,0 0-16 0,0 0-23 0,0 0-5 0,0 0-6 16,-8 19 2-16,2-2-13 0,-8 6-1 0,0 5-5 15,-3 2-1-15,-1 1-5 0,0 2-2 16,-5 10 0-16,4 0-6 0,-1-1 3 0,4-12-2 16,4-2-2-16,-4 1 0 0,5 0-1 0,-2 0 5 15,2-5-8-15,3-4-1 0,0-5 1 0,3 1 2 0,-1-4-2 16,2-4-3-16,0 1 2 0,0-2 3 0,3 0-3 16,-2-4 5-16,2 0 4 0,0 3 6 0,-2 0 2 15,3-4 4-15,0-2 7 0,-1 3 3 16,1-3 4-16,-4 3 4 0,4-3 1 0,0 0 6 0,0 0 0 15,0 0-28-15,0 0-41 0,0 0-45 0,5-20-44 16,0 10-42-16,6-8-48 0,0-5-37 0,-2 4-191 16,4-6-455-16,2-2 202 0</inkml:trace>
  <inkml:trace contextRef="#ctx0" brushRef="#br0" timeOffset="48423.54">6559 5707 246 0,'3'-10'261'0,"1"-1"0"15,3 2 5-15,-5 0-12 0,1 2-5 16,-1 2-17-16,1 0-24 0,-3 0-21 0,0 2-21 16,2-1-20-16,2 1-24 0,-4 3-11 0,0 0-16 0,8 10-15 15,-2 0-5-15,-2 5-11 0,0 5-3 0,2 5-9 16,1 4-4-16,-3 1-5 0,3-1-3 0,-6 3-5 16,3-1-4-16,0 1 1 0,0-2-6 15,0 1-4-15,-1-1 2 0,-1-4-1 0,2 0-3 16,-4-6 0-16,0-3-5 0,0 0 8 0,0-5-8 0,1-4-1 15,-2 4-2-15,5-7 1 0,-7 3-1 0,6-4 3 16,-3 1 0-16,2-1-3 0,-2-4 6 0,-2 6-3 16,2-2 5-16,0-4-1 0,0 0 2 0,-3 5-10 15,3-5-6-15,0 0-9 0,0 0-34 16,0 0-57-16,0 0-51 0,-13-10-61 0,8 5-51 0,-3-2-244 16,-2 1-542-16,-1-7 240 0</inkml:trace>
  <inkml:trace contextRef="#ctx0" brushRef="#br0" timeOffset="48743.93">6306 6033 174 0,'-9'0'239'0,"1"1"1"0,3-1 1 15,5 0-9-15,-9 0-12 0,9 0-8 16,0 0-13-16,-10 0-8 0,10 0-13 0,0 0-12 0,-7-1-13 15,7 1-15-15,0 0-16 0,0 0-10 0,0 0-10 16,31-1-8-16,1-3-14 0,1 1-5 0,5 2-8 16,15-2-5-16,-14-1-2 0,-1 3-10 0,-4-1-12 15,-1-1-2-15,-2 2-3 0,-7 1-3 0,-6-1-3 16,-3 1-3-16,-3-2-1 0,-2 2-2 0,-2 0 2 16,-3 0-8-16,-5 0-4 0,13 0 2 0,-13 0-5 15,6-3-5-15,-6 3-7 0,6 0-2 0,-6 0-3 16,0 0-8-16,0 0-16 0,0 0-12 0,0 0-18 15,0 0-24-15,0 0-28 0,-25 5-37 0,20-3-31 16,5-2-31-16,-8 4-47 0,8-4-160 0,-9 1-456 16,9-1 203-16</inkml:trace>
  <inkml:trace contextRef="#ctx0" brushRef="#br0" timeOffset="48947.5">6987 6058 340 0,'0'0'408'0,"0"0"-12"15,0 0-20-15,0 0-16 0,7 0-33 0,-7 0-28 16,0 0-32-16,0 0-22 0,0 0-25 0,0 0-51 16,0 0-60-16,5 4-47 0,-5-4-59 0,0 0-52 15,0 0-65-15,0 0-124 0,0 0-292 0,7-8-575 16,-3 4 255-16</inkml:trace>
  <inkml:trace contextRef="#ctx0" brushRef="#br0" timeOffset="49306.88">7324 5792 87 0,'0'-6'342'0,"1"1"-1"0,-1 1-13 0,0 4-8 16,0-7-24-16,0 4-20 0,0 3-30 0,3-5-23 15,-3 1-20-15,0 4-23 0,0 0-28 0,5-4-19 16,-5 4-22-16,0 0-18 0,0 0-10 0,0 0-17 16,1 20-8-16,-1-10-9 0,0 7-5 0,0 1-9 15,-1 0-2-15,-4 11-2 0,2-2-5 0,2 1-1 16,-1-2-4-16,2 2-2 0,-3 0 1 0,3-3-4 15,-4-5-3-15,0-3 4 0,5 2-5 0,-4-2 2 16,1-2-2-16,1-1-2 0,-2-4 2 0,2-1 1 16,-2-4 1-16,3 2-11 0,-2-4-21 0,2 3-14 15,0-2-10-15,0-4-7 0,-1 7-8 0,0-5-8 16,1-2 0-16,0 0-7 0,-2 3-6 0,2-3-30 16,0 0-59-16,0 0-68 0,-10-12-264 0,6 3-539 15,0-3 239-15</inkml:trace>
  <inkml:trace contextRef="#ctx0" brushRef="#br0" timeOffset="49501.54">7329 5762 194 0,'-1'-4'366'0,"1"-1"1"0,0-2-3 16,0 2-25-16,0 0-11 0,0 5-20 0,0-7-23 15,0 3-32-15,1 3-24 0,4-4-27 0,3 1-19 16,1 0-17-16,2 0-27 0,6 1-20 0,2-1-34 15,0 2-37-15,2 2-39 0,-1 0-35 0,8 0-36 16,-8 1-45-16,2 2-42 0,0-1-53 0,-1 1-53 16,-5 4-276-16,2-2-574 0,-6-3 253 0</inkml:trace>
  <inkml:trace contextRef="#ctx0" brushRef="#br0" timeOffset="49751.5">7348 6199 182 0,'0'0'245'16,"-1"4"-9"-16,1-4-10 0,-4 2-13 0,4-2-15 15,0 0-13-15,0 0-15 0,0 0-11 0,-1 4-5 16,1-4-14-16,0 0-15 0,0 0-9 0,14-2-13 15,-14 2-10-15,27-4-9 0,-8 1-8 0,10 1-31 16,-1-1-35-16,2-1-44 0,-3-1-54 0,-8 1-82 16,10-1-242-16,-7-1-445 0,0 1 196 0</inkml:trace>
  <inkml:trace contextRef="#ctx0" brushRef="#br0" timeOffset="50023.62">7288 5932 181 0,'-5'-1'302'0,"5"1"-20"0,0 0-21 0,0 0-29 16,0 0-21-16,0 0-24 0,14-5-17 0,-2 5-22 16,7-2-21-16,0-2-37 0,9 4-40 0,3-3-56 15,-10 3-73-15,10 0-77 0,-3-4-178 0,-6 1-361 16,-2 1 160-16</inkml:trace>
  <inkml:trace contextRef="#ctx0" brushRef="#br0" timeOffset="50245.54">7766 6031 2300 0,'0'5'283'0,"-4"-3"-67"0,4-2-39 0,0 4-22 15,0-4 2-15,-1 4-6 0,1-4-37 0,0 0 14 16,0 0-25-16,-4 4-5 0,4-4-10 0,0 0-11 15,0 0-39-15,0 0-26 0,0 0-58 0,0 0-55 16,0 0-68-16,18-8-82 0,-13 4-97 0,4 2-183 16,-1-1-575-16,-3-1 256 0</inkml:trace>
  <inkml:trace contextRef="#ctx0" brushRef="#br0" timeOffset="52189.48">10180 5666 54 0,'3'-3'265'0,"-3"-1"10"0,2-1-4 0,-1 2-3 16,2-2-5-16,-2 2-15 0,-1-1-9 0,0 4-12 15,4-7-9-15,-4 4-15 0,0 3-14 0,1-2-24 16,-1 2-18-16,0 0-20 0,4-2-12 0,-4 2-21 16,0 0-15-16,0 0-18 0,0 0-20 0,0 0-7 15,0 9-9-15,3-1-7 0,-3 1-4 0,0 4 0 16,1 4-3-16,-1 1 3 0,-1 0-7 0,-2 1 2 0,3 5 1 15,0-5-2-15,-1 1-2 0,-2 0 1 16,2-3-3-16,0 1-1 0,-2-1 3 0,3-2-1 16,-1-5 7-16,1 2-9 0,-3-5-2 0,2-1 3 15,1 0-1-15,0-1 5 0,0-1 4 0,0 1 36 16,0-5 34-16,0 0 31 0,0 5 36 0,0-5 37 0,0 0 26 16,0 0 22-16,0 0-6 0,0 0-26 15,0 0-29-15,9-19-4 0,-4 9-22 0,7-4-17 16,-1-3-10-16,5-3-24 0,0-1-12 0,-3 6-9 15,1-1-10-15,-1 6-6 0,-2-1-5 0,-3 2-8 0,2 2-7 16,-6 4-5-16,1-4-8 0,1 4-5 0,-2 1-15 16,0-2-18-16,-1 3-20 0,-3 1-16 0,7-3 0 15,-7 3-1-15,8 4-9 0,-2-2-3 16,-1 3 2-16,-1 2-6 0,4-2 8 0,-3 4-2 16,-1 1 13-16,2-2-1 0,-2 2 6 0,1 1-1 0,-1 0 5 15,0 0 5-15,1-1 1 0,-1-2 1 0,1 1 0 16,-5-4 7-16,2 2 4 0,0-2 2 0,-1-3 3 15,-1 2 5-15,3-1 0 0,-3-3 14 16,2 4 27-16,-2-4 27 0,0 0 26 0,3 4 20 0,-3-4 13 16,0 0-14-16,5-9-10 0,4 2-8 0,-3-2-23 15,4-4-9-15,3-3 4 0,0 2-11 0,-3-2-10 16,4 3-5-16,-3-1-6 0,-4 8-5 0,3-3-2 16,-5 4-1-16,-1 0-8 0,0 0-6 15,1 2-21-15,-1 1-27 0,-4 2-23 0,9 1 3 0,-9-1 3 16,9 4-16-16,-3 5 10 0,2-3-12 0,1 5 12 15,-1-1 7-15,2 5 1 0,-1 0 4 0,0 0 9 16,-2-1-5-16,1 0 2 0,0 1-7 0,-3-3-9 16,-3-1-16-16,2-1-17 0,1-2-32 0,-2-1-13 15,0 0-10-15,0-4-10 0,0 1-1 0,-2 1 5 16,0-2 6-16,-1-3 10 0,2 3 6 0,-2-3-57 16,0 0-65-16,0 0-54 0,0 0-257 0,-10-18-616 15,8 13 274-15</inkml:trace>
  <inkml:trace contextRef="#ctx0" brushRef="#br0" timeOffset="52725.01">10819 5346 213 0,'1'-11'326'0,"4"5"-6"16,-1-1-9-16,-4-1-17 0,1 2-19 0,3 1-22 16,0-2-27-16,0 3-22 0,1 0-24 0,3 1-16 15,-3-1-19-15,-5 4-12 0,10-2-27 0,-10 2-9 16,17 2-16-16,-11 2-14 0,4 2-8 0,-1 0-2 16,1 5-10-16,1 1-7 0,-4 2-7 0,3 3-2 15,-3 1-3-15,-3-1-3 0,0 1-4 0,-2 8 2 16,-2-6-4-16,0 6 7 0,-2-8-11 0,-1-1-3 15,-2 0 2-15,0-3-2 0,0 1-1 0,0-3-4 16,1-2 5-16,-1-1-5 0,2-2 1 0,1-2 2 16,0 3-2-16,1-6 0 0,1 3-1 0,-1 0 0 15,1-1 10-15,0-4 1 0,-2 3 3 0,2-3 27 16,-1 4 12-16,1-4 17 0,0 0 4 0,0 0 7 16,0 4 1-16,0-4 5 0,0 0-6 0,0 0 0 15,0 0-19-15,0 0 9 0,0 0-11 0,0 0-6 16,9 0-3-16,5-3-8 0,7 0-3 0,8 0-5 15,8-1-5-15,0-1-4 0,16 1-5 0,-14 0 0 16,1 2-2-16,-4-2-4 0,-2 1 4 0,-6 1 3 16,-6 1-4-16,-3-1-9 0,-6 0 1 0,-3 1-1 15,1 0 6-15,-4 1-7 0,-2 0 2 0,1 0 1 16,0-3-6-16,-6 3 1 0,7-2-2 0,-7 2-5 16,0 0-2-16,0 0-14 0,8 0-21 0,-8 0-8 15,0 0-57-15,0 0-4 0,0 0-46 0,6 2-38 16,-6-2-6-16,0 0-12 0,-5 5-26 0,5-5-23 15,-4 10-39-15,0-8-32 0,2 2-265 0,2-4-633 16,-2 6 280-16</inkml:trace>
  <inkml:trace contextRef="#ctx0" brushRef="#br0" timeOffset="53439.54">11685 5861 259 0,'-5'1'267'0,"5"-1"-16"0,0 0-15 15,0 0-13-15,0 0-19 0,0 0-18 0,0 0-21 16,0 0-15-16,0 0-14 0,0 0-17 0,0 0-8 15,-9 2-3-15,9-2-3 0,0 0-7 0,0 0-8 16,0 0-9-16,0 0-5 0,0 0-2 0,0 0-9 16,0 0-4-16,0 0-4 0,0 0-2 0,0 0 1 15,0 0-9-15,0 0-2 0,0 0-2 0,0 0-1 16,0 0 1-16,0 0 1 0,0 0 4 0,0 0-1 16,0 0-1-16,0 0-4 0,0 0 0 0,0 0-3 0,0 0 7 15,0 0-6-15,0 0-6 0,0 0-7 16,0 0-1-16,0 3 4 0,0-3-8 0,0 0 1 15,0 0-3-15,0 0-2 0,0 0-3 0,0 0-1 16,0 0 0-16,0 0-6 0,0 0 5 0,0 0-2 0,0 0 1 16,0 0 5-16,0 0 2 0,0 0 3 0,0 0-1 15,0 0 5-15,0 0 2 0,0 0 5 16,0 0 9-16,0 0-5 0,0 0 7 0,0 0-2 16,0 0 5-16,0 0-6 0,0 0-3 0,0 0-5 15,0 0-9-15,0 0 0 0,0 0 1 0,0 0-3 0,0 0-6 16,0 0 3-16,0 0-5 0,0 0-3 0,0 0-4 15,0 0 8-15,0 0-5 0,0 0-3 16,0 0-2-16,0 0 2 0,0 0-1 0,0 0 1 16,0 0 6-16,0 0 3 0,0 0-3 0,0 0-1 0,0 0-4 15,0 0-2-15,0 0 0 0,0 0 5 0,0 0-6 16,0 0 3-16,0 0-4 0,0 0 1 0,0 0 2 16,0 0-6-16,0 0 8 0,0 0-2 0,0 0-9 15,0 0 8-15,0 0-3 0,22-6-1 0,-12 6 7 16,4-2-2-16,4 0-3 0,0-1-6 0,11 1 7 15,-2-2 1-15,5 1-5 0,-4-1 8 0,4 0-11 16,-1 2 2-16,-8-1 1 0,-2-1 3 0,-1 3-7 16,-1-2 4-16,-6 2-11 0,1-1 11 0,-4 1-6 15,-2 0-19-15,0 0-15 0,-2-1-42 0,0 2-28 16,-6 0-43-16,5-2-37 0,-5 2-51 0,0 0-49 16,0 0-22-16,0 0-43 0,-14-1-184 0,3 1-581 15,0 0 258-15</inkml:trace>
  <inkml:trace contextRef="#ctx0" brushRef="#br0" timeOffset="53677">11864 5728 14 0,'0'-7'346'0,"-2"1"-8"15,2-2 0-15,0 3-6 0,2 0 5 0,-2-1-20 16,0 2-14-16,0-1-32 0,0 5-26 0,0-5-29 15,0 5-27-15,0-6-22 0,0 6-21 0,0 0-8 16,0 0-46-16,0 0-18 0,0 0-9 0,4 19-10 16,-3-7-13-16,3 3-4 0,-6 4 1 0,4-1-7 15,-2 9 3-15,-4 0-6 0,4-2-18 0,-1 1-46 16,2-1-33-16,-2-5-34 0,1 5-46 0,-3-7-45 16,6-1-70-16,-6 1-304 0,3-7-614 0,0 0 272 15</inkml:trace>
  <inkml:trace contextRef="#ctx0" brushRef="#br0" timeOffset="54206.12">12465 5511 283 0,'1'-3'305'0,"-1"3"2"0,2-5-3 0,-2 5-14 16,3-4-4-16,-3 4-17 0,0 0-17 0,5-3-27 15,-5 3-18-15,0 0-29 0,0 0-20 0,0-3-21 16,0 3-12-16,0 0-23 0,0 0-17 0,0 0-26 16,0 0-10-16,0 9 1 0,0-1-10 0,-5 2-6 15,0 6-2-15,1 2 0 0,-5 7-7 0,3 0 0 16,-3 0 1-16,-1-1-6 0,2 1-6 0,0-5 3 16,1-2 2-16,-3 7-4 0,2-8 4 0,0 1-7 15,4-3-4-15,-2-4 1 0,2 1-1 0,-1-2 0 16,4-4 0-16,-2 1-1 0,2-2-2 0,-2 0 4 15,2 0-1-15,1-3 9 0,-1 3 8 0,1-5 12 16,-3 5 11-16,3-5 15 0,3 3 2 0,-3-3 9 16,10 4-1-16,-1-4-11 0,5 0-3 0,5-2-7 15,-1 0-1-15,4 0-7 0,-1-1-10 0,5 0-21 16,2-2-40-16,-1 0-32 0,-7 1-42 0,2 0-27 16,-4-1-39-16,1 1-31 0,-6 0-41 0,0 0-38 15,-3-1-41-15,-4 0-228 0,1 2-591 0,-1-4 261 16</inkml:trace>
  <inkml:trace contextRef="#ctx0" brushRef="#br0" timeOffset="54539.58">12655 5738 152 0,'0'0'327'0,"-1"-4"7"0,1 4 0 0,0 0 5 0,0 0-9 15,0 0-17-15,0 0-21 0,0-6-26 16,0 6-25-16,0 0-29 0,0 0-26 0,0 0-20 15,0 0-18-15,0 0-23 0,0 0-24 0,0 0-32 16,0 0-14-16,-4 13 15 0,3-7-9 0,-1 5-10 0,0 2-2 16,-3 4-5-16,1 1-8 0,0 7-5 0,2 1-3 15,-2-1-4-15,0-2-4 0,3 3 1 16,-2-8 6-16,0 2-8 0,0-4 2 0,0 2-8 16,3-2 13-16,2-3-13 0,-2-3 1 0,0 1-5 15,0-2 5-15,0-1-9 0,0-2 7 0,-2-3 1 0,2 0 2 16,2 2 0-16,-2-5 3 0,0 6-1 0,0-6 14 15,-2 3-19-15,2-3 5 0,0 0-1 16,2 3 0-16,-2-3 12 0,0 0-12 0,0 0 2 16,0 0-8-16,0 0 2 0,0 0-13 0,0 0-23 0,0 0-53 15,0 0-67-15,0 0-71 0,0 0-71 0,0-17-75 16,3 7-263-16,1 1-676 0,0-1 299 0</inkml:trace>
  <inkml:trace contextRef="#ctx0" brushRef="#br0" timeOffset="54889.25">13084 5695 239 0,'0'0'281'0,"0"0"-8"0,0 0-7 0,0 0-5 15,0 0-11-15,0 0-14 0,0 0-1 0,0 0-22 16,0 0-12-16,0 0-11 0,0 0-14 0,0 0-12 16,0 0-11-16,0 0-11 0,0 0-13 0,0 0-11 15,0 0-12-15,0 0-7 0,0 0-16 0,27-5-8 16,-13 2-8-16,6 1-26 0,1-1-19 0,6-1-30 15,1 3-23-15,-7-3-24 0,6 0-23 0,-7 1-32 16,-1 0-30-16,0 0-31 0,0 0-37 16,-2-1-38-16,-3 0-50 0,-5 1-151 0,0-1-483 15,-4-1 215-15</inkml:trace>
  <inkml:trace contextRef="#ctx0" brushRef="#br0" timeOffset="55079.5">13148 5828 250 0,'0'0'286'0,"-3"4"5"15,3-4-8-15,0 0-11 0,-2 3-9 0,2-3-15 16,0 0-30-16,0 0-18 0,14-2-20 0,0 1-20 16,3-1-16-16,6 0-26 0,8-1-43 0,2-2-46 15,-1 3-45-15,1-3-50 0,3 2-71 16,1-4-72-16,-4 0-223 0,3-5-467 0,-3 3 206 0</inkml:trace>
  <inkml:trace contextRef="#ctx0" brushRef="#br0" timeOffset="55605.95">13928 5547 21 0,'0'0'173'0,"0"0"-9"15,0 0-2-15,-8-2-8 0,8 2-9 0,0 0-12 0,0 0-7 16,0 0-14-16,-11 0-12 0,11 0-11 0,0 0-7 16,-12 3-7-16,8-1-7 0,-2 1-5 15,1 1-7-15,-3 0-8 0,-1 2-4 0,-1 1-5 16,1 0 1-16,0 3-1 0,-4 3-7 0,1 0 0 16,1 1-2-16,1 1 0 0,0 0-3 0,-2 1 4 0,1-1-1 15,3 4 7-15,0-2-2 0,1 0 1 0,1-2 0 16,0 2 4-16,3-1 7 0,0-5 2 0,2-1 7 15,2 1 3-15,2 0 12 0,0-2 15 16,3 0 18-16,6 4 18 0,4-2 11 0,0-3 12 0,4-2 4 16,1-2-4-16,7 0 7 0,0-1 7 0,-5-3-2 15,-3-3 5-15,-1 0-8 0,2-2-7 0,-1-1-10 16,-3-4-12-16,1 1-9 0,0-1-12 0,-5-4-6 16,5 1-12-16,-9-3-12 0,1-2-12 0,-5 1-17 15,-1 0-19-15,-4 0-20 0,-4-2-13 0,-1 2-39 16,-11-2-58-16,-5 0-36 0,-1 5-49 0,-11 3-45 15,-3-1-74-15,2 4-89 0,-2-1-250 0,4 1-701 16,5 3 311-16</inkml:trace>
  <inkml:trace contextRef="#ctx0" brushRef="#br0" timeOffset="56553.55">15946 5593 37 0,'0'0'241'0,"0"0"-14"0,0 0-16 0,0 0-18 16,0 0 1-16,0 0-17 0,0 0-17 0,0 0-18 16,0 0-12-16,0 0-14 0,0 0-14 0,0 0-10 15,16-7-8-15,-4 4-8 0,0 1-12 0,5 0-7 16,2-1-21-16,3 1-30 0,-4-1-37 0,2 3-45 16,-2 0-52-16,1-2-50 0,-1 2-144 0,-1-2-350 0,-5 1 155 15</inkml:trace>
  <inkml:trace contextRef="#ctx0" brushRef="#br0" timeOffset="56772.49">16063 5792 140 0,'-1'2'268'16,"1"-2"-11"-16,0 0-15 0,-4 5-13 0,4-5-22 15,0 3-22-15,0-3-16 0,0 0-18 0,12 0-14 16,-5-1-33-16,6-1-34 0,-1 0-40 0,1 1-47 16,7-1-49-16,0-3-58 0,1 0-59 0,-3 0-118 15,3 1-324-15,-2-4 144 0</inkml:trace>
  <inkml:trace contextRef="#ctx0" brushRef="#br0" timeOffset="57306.64">16223 5459 123 0,'-3'-2'281'15,"3"-2"-17"-15,-1-1-20 0,-1 2-21 0,2 3-21 16,-2-4-22-16,2 4-17 0,0-3-20 0,0 3-19 0,-4-4-2 15,4 4-26-15,0 0-6 0,0 0-13 16,0 0-5-16,0 0-8 0,8 9-7 0,-3-5-5 16,1 4-8-16,1-1-2 0,-1 1-2 0,3-1-4 15,3 2-3-15,3 3-4 0,-1-3-3 0,3 3-3 0,-1-3-1 16,-2 0-3-16,2 1-1 0,-5-4-2 0,2 0-2 16,0-2 3-16,-3 2-5 0,0-4-2 15,0 1 1-15,-2-1 1 0,-4 0 0 0,4-1-2 16,-2 0 10-16,-6-1 9 0,9 1 12 0,-5-1 17 15,-4 0 6-15,0 0 5 0,7 0-1 0,-7 0-6 0,0 0-7 16,8 0-10-16,-8 0-4 0,0 0-6 0,0 0-16 16,0 0-15-16,4 5-6 0,-4 0 0 15,-4 1 0-15,0 5-1 0,-2 5-1 0,-3 3-1 16,-3 4 8-16,-3 3-9 0,1 2 2 0,0-1 2 16,-1 2-2-16,1-1 2 0,2 0 3 0,-1-1-1 0,3 0-1 15,2-9-1-15,5 3 1 0,-3-3 0 0,1-2-2 16,0-4 7-16,3-2-4 0,-6 1 1 0,8-5-1 15,0-1 3-15,-1-1 1 0,1 1 2 16,-2-1 1-16,2 0 12 0,0-4 1 0,-1 4 8 16,1-4 5-16,-1 2-1 0,1-2 7 0,0 5-7 0,0-5-2 15,0 0 1-15,0 0-5 0,0 0-4 0,0 0-5 16,0 0-29-16,0 0-43 0,0 0-54 0,0 0-49 16,10-11-63-16,0 5-69 0,-3-1-227 0,2-3-561 15,0 1 248-15</inkml:trace>
  <inkml:trace contextRef="#ctx0" brushRef="#br0" timeOffset="58055.48">17098 5516 114 0,'0'0'319'15,"0"0"-1"-15,0-5-3 0,0 5-19 0,0-5-18 16,0 5-11-16,0 0-27 0,0-4-23 0,0 4-25 15,0 0-17-15,0 0-21 0,0 0-21 0,0 0-18 16,0 0-13-16,0 0-15 0,0 0-11 0,0 0-14 16,0 0-11-16,4 14-9 0,-4-7 1 0,0 2-6 15,0 1-6-15,1 7-5 0,-1-1-1 0,0 2 9 16,-1 2-13-16,1-2-7 0,0 0 4 0,-4 2-3 16,4-2 2-16,-1-1-5 0,-3 0 0 0,4-4 7 15,1-1-7-15,-2-4-2 0,1 1-6 0,0-2 4 16,0-1 3-16,0-3 5 0,0 0 13 0,0-3 26 15,0 9 42-15,0-9 27 0,1 2 39 0,-1-2 1 16,0 0-15-16,8-9-12 0,1 2-21 0,-3 0-10 16,7-5-15-16,1-3-4 0,0 1-11 0,4-6-8 15,1 3-9-15,2 0-6 0,-6 3-4 0,-2-1-7 16,1 5-6-16,-7 1-1 0,3 3-5 0,-5 0-6 16,5-1-6-16,-4 4-1 0,-1-2-8 0,-1 3-9 15,0 0-19-15,-4 2-16 0,7 0-9 0,-7 0 0 16,8 4-5-16,-4 3 1 0,1-2 4 0,-1 5-6 15,1-1 10-15,-1 4 3 0,1-1 3 0,-1 3-1 16,-3 1-2-16,3 1 9 0,-1-2 0 0,-1 0 0 16,1-4 7-16,-2-2 9 0,-1-1 5 0,3-3-24 15,-3 2 17-15,1-4 14 0,2 1 5 0,-3-1 27 16,0-3 26-16,1 5 29 0,-1-5-4 0,0 0-7 16,15-10-7-16,-5 3-8 0,0-3-3 0,3-2-11 15,4-2-5-15,2-5-4 0,0-1-7 0,4 0-8 16,-5 2-2-16,1 0-3 0,-6 6 2 0,-3 4-3 15,-6 1-1-15,1 1-4 0,2 3-2 0,-5-2-6 16,2 2-18-16,-1 1-22 0,-3 2-3 0,0 0-1 16,11 3-3-16,-6 2-2 0,2 1-4 0,-1 5-3 15,3-2-4-15,-1 6-8 0,1 1-33 0,2-1-41 16,-3 1-32-16,-1 0-43 0,0-2-42 0,2 1-55 16,-2-5-66-16,-3 1-277 0,3-5-708 0,-2-2 313 15</inkml:trace>
  <inkml:trace contextRef="#ctx0" brushRef="#br0" timeOffset="58474.51">18347 5547 154 0,'0'0'263'0,"0"0"-13"0,0 0-19 0,-3-5-12 16,3 5-16-16,0 0-17 0,0 0-14 0,0 0-12 15,0 0-5-15,0 0-11 0,0 0-2 0,0 0-6 16,0 0-2-16,0 0-8 0,0 0-4 0,0 0 1 16,0 0 0-16,0 0-7 0,0 0-6 0,0 0-3 15,0 0-3-15,0 0 4 0,0 0-5 0,10-1-9 16,-5 0-5-16,6-1-13 0,6 0-11 0,4 1-6 16,7-3-10-16,0 1 12 0,-6 0-19 0,6 2-8 15,-8 0-6-15,0-1-25 0,-1 1-25 0,-6 1-28 16,1-1-29-16,-2 0-27 0,1-1-33 0,-4 2-41 15,-1 0-41-15,-3 0-54 0,-5 0-262 0,0 0-581 16,0 0 257-16</inkml:trace>
  <inkml:trace contextRef="#ctx0" brushRef="#br0" timeOffset="58761.52">18349 5764 41 0,'-5'3'240'0,"1"-3"-9"15,4 0-5-15,-6 3-5 0,3-2-9 0,3-1-7 16,0 0-5-16,0 0-11 0,-6 0-6 0,6 0-8 15,0 0-7-15,0 0-20 0,20 1-15 0,-4-2-12 16,13-3-10-16,8 1-14 0,-5 1-34 0,6-2-39 16,1-1-53-16,0 0-66 0,11-2-87 0,-13 4-265 15,-4-5-485-15,-3 2 214 0</inkml:trace>
  <inkml:trace contextRef="#ctx0" brushRef="#br0" timeOffset="59422.49">19384 5494 186 0,'0'0'213'16,"0"0"-3"-16,0 0-10 0,0 0-14 0,-6-1-11 15,6 1-14-15,0 0-14 0,0 0-15 0,0 0-12 16,0 0-9-16,0 0-13 0,0 0-8 0,0 0-9 16,0 0-5-16,-7-1-9 0,7 1-6 0,0 0 2 15,0 0-2-15,0 0-2 0,0 0 2 0,0 0 5 16,0 0-1-16,0 0-3 0,0 0 2 0,0 0-2 16,0 0 3-16,0 0-4 0,0 0 2 0,0 0-8 15,0 0-2-15,21-3-9 0,-11 1-5 0,8-1-3 16,3 0-4-16,7-1-2 0,6 2-4 0,-1-3-3 15,7 3-1-15,-2-1 0 0,4 1-6 0,-6-2 0 16,0 3 8-16,-7-3-16 0,-2 0 30 0,-9 1-9 16,0 2-16-16,-5-2-15 0,-3 1-18 0,-4 2-37 15,-1-3-43-15,-3-2-52 0,-2 2-44 0,0 3-31 16,-9-6-30-16,-1 3-174 0,-2-1-466 0,0 0 207 16</inkml:trace>
  <inkml:trace contextRef="#ctx0" brushRef="#br0" timeOffset="59705.34">19629 5308 67 0,'-1'-4'346'0,"-1"-2"-7"0,2 1 5 0,-4 3 7 16,3-1 1-16,1-4-18 0,0 7-12 0,-2-6-47 15,2 6-15-15,0-4-18 0,0 4-31 0,-2-2-25 16,2 2-20-16,0 0-17 0,0 0-25 0,0 0-14 15,0 0-28-15,0 0-38 0,0 0-7 0,0 0-1 16,0 22-6-16,-1-8 0 0,1 3 5 0,0 12-11 16,1 0-4-16,-1 0 1 0,2 3-13 0,0-1 15 15,3-1 4-15,-4-1-5 0,5-1-4 0,-1-1-8 16,1-5-26-16,-4-3-22 0,1 0-22 0,1-5-27 16,-1-1-27-16,-3-1-35 0,2 0-41 0,-2-2-45 15,2 0-43-15,1-2-302 0,-3-1-628 0,2-3 278 16</inkml:trace>
  <inkml:trace contextRef="#ctx0" brushRef="#br0" timeOffset="59945.52">19485 5920 95 0,'0'0'214'0,"-2"1"0"15,2-1-10-15,0 0-5 0,-2 4-10 0,2-4-7 16,0 0-15-16,0 0-14 0,13 0-16 0,2-1-11 16,6-3-15-16,7 1-22 0,5 0-27 0,5-1-41 15,12-3-50-15,4-1-74 0,0 1-236 0,-16 0-366 16,-1-3 161-16</inkml:trace>
  <inkml:trace contextRef="#ctx0" brushRef="#br0" timeOffset="60639.4">20179 5274 11 0,'0'0'211'0,"1"-5"-17"0,3 2-16 0,-1 0-18 16,3 1-11-16,1 0-16 0,8 0-10 0,-2-2-15 15,2 3-8-15,3 1-10 0,2 0-9 0,3 2-6 16,-2 1-6-16,4 1-10 0,-6 1-3 0,8 0-4 16,-6 3-7-16,-2 1-3 0,0-1-5 0,-2 4-8 15,-3 0-1-15,-4 3-1 0,1 2-2 0,-6 0-8 16,-1 1 4-16,-4 2-7 0,0 4 2 0,-7 2-5 16,-5-4 0-16,-2 2 2 0,-2 1-2 0,-7 1-1 15,-2-2 1-15,-2 1-1 0,-1-2 0 0,0-3-1 16,-3 2 1-16,5-4 1 0,1-2 16 0,4-2 4 15,4-6-1-15,7 0 3 0,-3-2 3 0,4-1 2 16,3-1 16-16,-2-1 20 0,2 0 30 0,2 1 50 16,-3-4 30-16,7 0 30 0,-2 1 16 0,2-1 6 15,0 0-24-15,0 0-23 0,1-10-20 0,3 4-19 16,1-2-14-16,4 0-12 0,-1 1-16 0,1-1-9 16,0 1-11-16,-2 1-9 0,3 0-12 0,-3 2-10 0,-1 1 2 15,4-2-16-15,1 3-15 0,-1 1 4 16,3 2-6-16,0-1-1 0,-1 3-2 0,6 1-17 15,-3 3-12-15,2-1-18 0,1 0-19 0,-4 4-25 16,5-4-37-16,2 3-36 0,-3 0-42 0,-1-1-45 0,0 3-54 16,2-6-72-16,0 0-313 0,1-1-722 15,-6-3 320-15</inkml:trace>
  <inkml:trace contextRef="#ctx0" brushRef="#br0" timeOffset="61104.5">20801 5426 97 0,'3'-5'314'0,"-2"0"-2"0,-1 0 4 0,0-2-7 0,5 3 2 16,-5-1 5-16,1 1-8 0,3 0-12 0,-4-1 1 15,0 1-16-15,0 4-22 0,4-5-16 16,-4 5-25-16,0-4-25 0,0 4-20 0,0-3-19 16,0 3-18-16,0 0-26 0,0 0-10 0,0 0-26 15,0 0-22-15,0 0-6 0,0 0-10 0,0 12-10 0,0-2 4 16,0 2-28-16,-1 0 19 0,-2 7-6 0,3 0-5 15,0 6 8-15,0-7-4 0,0 2-5 16,0-1 2-16,0 1 1 0,3-1-4 0,-2 1 8 16,2-3-6-16,-2-4 1 0,-1-3-15 0,1 1 13 0,-1-2 0 15,0-1 2-15,3-3-2 0,-2 1-1 0,-1-1 6 16,0 0 4-16,0-3-9 0,0-2-2 0,3 6 4 16,-3-3 3-16,0-3-3 0,0 0-5 0,0 4-7 15,0-4 2-15,0 0-9 0,0 0-9 16,0 0-17-16,0 0-82 0,0 0-53 0,1-13-33 0,-2 4-44 15,2-1-54-15,-1-4-56 0,0 2-286 0,3-4-695 16,-2-2 308-16</inkml:trace>
  <inkml:trace contextRef="#ctx0" brushRef="#br0" timeOffset="61287.48">20860 5165 319 0,'-2'-5'393'0,"0"3"-20"0,1-2-33 16,1 4-31-16,0 0-35 0,-4-7-32 0,4 7-54 15,0 0-63-15,0 0-73 0,9-2-74 0,-9 2-95 16,0 0-118-16,17 5-139 0,-11-3-405 0,-6-2 180 16</inkml:trace>
  <inkml:trace contextRef="#ctx0" brushRef="#br0" timeOffset="63924.49">6271 7694 106 0,'0'0'202'15,"0"0"-9"-15,0 0-21 0,0-4-20 0,0 4-16 16,0 0-10-16,0 0-20 0,0 0-12 0,0 0-1 16,0 0-16-16,0 0-6 0,0 0-5 0,0 0-8 0,0 0-6 15,9-1-5-15,-9 1-7 0,14 0-3 16,-1 0-4-16,-2 0-7 0,7-3-4 0,-5 3 1 15,5-4-1-15,-5 2-12 0,6-1-3 0,-8-2-2 0,3 4 1 16,-1-2-2-16,0-1 0 0,1 0 0 0,-4-3-2 16,3 4 1-16,-5-2 0 0,2-2 5 0,-5 3 12 15,3-1 13-15,-3 1 11 0,-1 1 12 16,-3-2-1-16,3 2 2 0,-3 0-10 0,-1 3-4 0,-5-7-7 16,1 3-5-16,-2 0-3 0,-7 3-5 0,0 1-3 15,-7-1-1-15,-7 6-2 0,-2-4-2 0,-2 5-4 16,-1-1-3-16,-3 4 3 0,-2-1-6 0,0 4 4 15,0 1-3-15,2 2-1 0,-1 2-2 0,2 1-2 16,4-1-2-16,3 2 1 0,0 3-2 0,3-1 2 16,5-1 3-16,1 2-2 0,7-5 3 0,6 2 5 15,1-1-6-15,6 3 1 0,3-4 2 0,4 0 3 16,9 3 0-16,5-3 1 0,5 2-1 0,5-8 2 16,4-1-3-16,12 5 0 0,-12-5-1 0,1-6 3 15,-2-2-7-15,-3 2 4 0,0 0-4 0,-11-4 1 16,0 0 1-16,-6 0 1 0,-2 2 5 0,-2-2 10 15,-6 0 5-15,2 1 11 0,0-1 7 0,-2 0 14 16,-6 0 4-16,7 0 2 0,-7 0 3 0,0 0-4 16,6 0-8-16,-6 0-5 0,0 0-7 0,0 0-13 15,10 0-17-15,-10 0-14 0,0 0-22 0,0 0-22 16,0 0-33-16,0 0-32 0,0 0-42 0,4 4-35 16,-4-4-55-16,0 0-185 0,0 0-460 0,0 0 204 15</inkml:trace>
  <inkml:trace contextRef="#ctx0" brushRef="#br0" timeOffset="64149.48">6835 8008 126 0,'0'0'468'0,"0"0"-18"0,0 0-24 0,-8 0-25 15,8 0-20-15,0 0-40 0,0 0-32 0,0 0-29 16,0 0-33-16,0 0-44 0,0 0-46 0,0 0-44 16,0 0-56-16,0 0-65 0,0 0-70 0,0 0-64 15,10-8-59-15,-5 5-66 0,4 0-278 0,-4 0-588 16,0 1 261-16</inkml:trace>
  <inkml:trace contextRef="#ctx0" brushRef="#br0" timeOffset="64654.52">7145 7744 53 0,'-1'-4'366'0,"1"4"-28"0,0-8-16 0,0 8-19 16,0-4-24-16,0 4-30 0,0 0-22 0,1-4-13 15,-1 4-32-15,0 0-26 0,0 0-18 0,0 0-15 16,0 0-14-16,0 0-13 0,0 0-11 0,0 0-9 16,0 0-14-16,9 13-8 0,-8-5-8 0,3 3-10 0,0-1-7 15,0 6-2-15,0 1-6 0,-3 1-1 0,2-2-2 16,-2 4-8-16,0 0 16 0,3-1-15 16,-3 0-1-16,-1 1 2 0,0-4-5 0,0 1 1 15,0-4 1-15,3 0-1 0,-3-1-2 0,0-3 1 16,0 0 5-16,-3-4-4 0,3-1 2 0,0 2-2 0,3-2 1 15,-3-1 25-15,0-3 22 0,0 5 51 16,0-5 39-16,0 0 39 0,0 0-1 0,0 0-20 16,0 0-15-16,-8-18-14 0,7 9-12 0,-3-9-14 15,0-2-9-15,2-5-13 0,-2-4-10 0,0-3-10 0,1-3-17 16,2-2-9-16,1-9-6 0,-1 9-2 0,-2 3-5 16,3-1-1-16,3 8-2 0,-6-2 0 0,6 9 4 15,-2 1-1-15,-1 7-1 0,1-5-5 16,2 5-3-16,-2-2 0 0,3 3-5 0,-1 4-1 15,-1-1-9-15,6 0-7 0,-2 2-9 0,4-1-21 0,1 3-17 16,1 0-28-16,5 2-33 0,3 2-36 0,2 1-30 16,6 3-23-16,-2 1-31 0,-7 3-44 0,0-1-29 15,2 2-32-15,-6 2-331 0,2-1-720 16,-5 1 319-16</inkml:trace>
  <inkml:trace contextRef="#ctx0" brushRef="#br0" timeOffset="64919.5">7116 7852 148 0,'0'0'297'0,"0"0"-13"16,-7 1-17-16,7-1-19 0,0 0-21 0,0 0-24 16,0 0-25-16,22-6-18 0,-5 2-10 15,3 1-18-15,2 2-18 0,8-5-33 0,0 3-37 0,1 0-46 16,-1 0-55-16,-3 3-65 0,5-3-77 0,-4 0-161 16,-6 0-388-16,-3 0 173 0</inkml:trace>
  <inkml:trace contextRef="#ctx0" brushRef="#br0" timeOffset="65133.5">7637 7870 239 0,'0'0'374'0,"0"0"-29"15,0 0-36-15,0 0-33 0,0 0-28 0,0 0-49 16,0 0-47-16,0 0-47 0,12-12-60 0,-7 11-65 16,1 0-73-16,6-2-78 0,-6-1-164 0,-1 3-363 15,2-2 161-15</inkml:trace>
  <inkml:trace contextRef="#ctx0" brushRef="#br0" timeOffset="65764.53">5897 8449 141 0,'0'0'140'16,"-4"2"-11"-16,4-2-13 0,0 0-9 0,0 0-7 15,0 0-6-15,0 0-1 0,0 0-9 0,0 0 5 16,0 0-8-16,0 0 0 0,0 0 0 0,0 0-2 16,0 0-2-16,0 0-11 0,0 0-2 0,0 0-6 15,0 0-3-15,0 0-9 0,0 0-7 0,0 0-1 16,0 0-9-16,0 0 8 0,0 0-2 0,0 0 2 15,0 0 3-15,22 0-1 0,-10 0-3 0,6 0 4 16,12-2-5-16,0 1-6 0,10 0 0 0,19-5 5 16,7 4 5-16,35-4 0 0,1 0-2 0,3 3 5 15,5-2 0-15,0-3-5 0,0 4 0 0,-4-1-6 16,-10 4-2-16,-30 0-3 0,1-1 4 0,-6 1-8 16,-2 5-3-16,-7-5-1 0,2 1 1 0,-18-2-2 15,-2 2-2-15,-2 2 4 0,-5-4 2 0,-7 2 3 16,-7 0 4-16,-3-1 11 0,3 1 3 0,-7-1 9 15,1 0 11-15,-7 1 0 0,10 0 6 0,-5 0-3 16,-5 0-4-16,8 0-21 0,-8 0-20 0,5-2-29 16,-5 2-29-16,0 0-45 0,0 0-92 0,0 0-102 15,0 0-190-15,0 0-505 0,0 0 224 0</inkml:trace>
  <inkml:trace contextRef="#ctx0" brushRef="#br0" timeOffset="67496.5">9117 7821 94 0,'-5'0'150'16,"5"0"-8"-16,0 0 1 0,0 0-14 0,-8 0-2 0,8 0-9 16,0 0-11-16,0 0 3 0,0 0-11 0,0 0 2 15,0 0 0-15,0 0-3 0,0 0-8 16,0 0-10-16,0 0-7 0,0 0-4 0,19-7-5 16,-6 5-7-16,9-4-4 0,6 1-6 0,2-1-6 0,1 3 2 15,1-3-6-15,0 3-5 0,-4 2-2 0,-6-2-3 16,1 2-3-16,-3-2-5 0,-2 3 1 0,0 0-8 15,-5 3-21-15,0-3-22 0,-2 1-24 16,-3 1-28-16,-2-1-24 0,2 0-28 0,-3 1-48 0,-5 1-106 16,0-3-314-16,0 5 139 0</inkml:trace>
  <inkml:trace contextRef="#ctx0" brushRef="#br0" timeOffset="67905.42">9164 8047 98 0,'-4'2'172'0,"4"-2"2"16,-9 0-9-16,9 0-6 0,0 0-10 0,-7 0-15 15,7 0-10-15,0 0-8 0,0 0-8 0,0 0-4 16,-8 2-6-16,8-2-5 0,0 0-7 0,0 0-6 16,0 0-3-16,22-5-9 0,-4 3-4 0,3-3-6 15,9 1-6-15,0-2-6 0,5 1 1 0,-2 1-5 16,3-1-5-16,2 2-4 0,-3 1-2 0,-1 0-2 15,-6 1-5-15,0 0 3 0,-8 1-8 0,-2 0-2 16,-6-3-2-16,0 3-3 0,-5-1 0 0,1-1-1 16,-3 2-2-16,-5 0-3 0,10 0-15 0,-10 0-13 15,7 0-32-15,-7 0-22 0,0 0-42 0,0 0-40 0,6 2-203 16,-6-2-389-16,0 0 173 0</inkml:trace>
  <inkml:trace contextRef="#ctx0" brushRef="#br0" timeOffset="68803.48">11085 7689 76 0,'-4'-3'190'0,"4"3"-10"16,0 0-10-16,-4-4-4 0,4 4-12 0,0 0-12 15,0 0-9-15,0 0-11 0,0 0-8 16,0 0-13-16,0 0-8 0,0 0-6 0,0 0-12 0,-5-1-6 16,5 1-7-16,0 0-9 0,0 0 1 0,0 0-2 15,0 0-3-15,0 0-2 0,0 0 1 0,0 0 1 16,0 0-7-16,0 0-5 0,0 0-1 0,14-7-4 16,-6 7 1-16,4-3-8 0,0 2-2 0,4-4-2 15,1 1-2-15,1-3-3 0,1 2-1 0,-1 1 1 16,1-1-2-16,-2 1-1 0,2 0-4 0,-5 0 1 15,4-4-2-15,-6 3 2 0,-1 3-3 0,-3 0 3 16,-2-1 8-16,-1 2 10 0,3-3 15 0,-4 3 8 16,-1-2 3-16,-3 3-1 0,6-3 1 0,-6 3-10 15,2-1-5-15,-2 1-12 0,0 0-6 0,0 0-5 16,-23 0-7-16,8 1 3 0,-7 6-1 0,-6-2 0 16,-3 5-5-16,-1 1 0 0,-2 0-3 0,-2 2 1 15,0 1 0-15,-2-1-2 0,-11 10-2 0,16-6-1 16,1 4 1-16,1 1-2 0,3 0-3 0,4 0 2 15,4 1 0-15,2 0-5 0,0-1 5 0,9-3 0 16,1-2-3-16,2 0-2 0,6 0 1 0,0-1 6 16,6 0-1-16,-2-4 2 0,9-1 4 0,2 1 2 15,11 0 0-15,8-1-1 0,3-5-13 0,3-2-26 16,15 2-44-16,-15-4-61 0,16 1-76 0,-19-6-235 0,2 3-486 16,-3-4 216-16</inkml:trace>
  <inkml:trace contextRef="#ctx0" brushRef="#br0" timeOffset="69153.55">11416 8008 197 0,'0'0'366'16,"0"0"-14"-16,0 0-36 0,0 0-9 0,0 0-15 15,0 0-22-15,0 0-20 0,0 0-24 16,4-6-21-16,-4 6-22 0,0 0-25 0,0 0-9 0,0 0-25 16,0 0-17-16,0 0-11 0,0 0-14 0,0 0-23 15,0 0-2-15,0 0-18 0,2 9 1 0,-2-5-18 16,0 4 2-16,1-2-5 0,-1 7-3 0,2 3 1 16,-2 1-5-16,1 1-4 0,0-1 2 0,2 3-3 15,-1-3 1-15,-1 1 6 0,-1-1-3 0,3 3-5 16,-2-8-1-16,3 0 2 0,-4 4-3 0,4-7 0 15,-4 0 15-15,0-2-16 0,4 0 2 0,-3-1-13 16,-1-1-17-16,0-1 3 0,0-3-20 0,1 3-10 16,-1-4-18-16,3 5-18 0,-3-5-27 0,0 0-37 15,-4 4-39-15,4-4-85 0,0 0-234 0,0 0-551 16,-5-10 244-16</inkml:trace>
  <inkml:trace contextRef="#ctx0" brushRef="#br0" timeOffset="70487.63">12263 7636 17 0,'0'0'204'15,"0"0"-10"-15,-4-2-15 0,4 2-8 0,0 0-14 16,0 0-16-16,0 0-13 0,0 0-13 0,0 0-11 16,0 0-8-16,0 0-13 0,0 0-6 0,-3-2-11 15,3 2-5-15,0 0-9 0,0 0-4 0,0 0-5 16,0 0-4-16,0 0-4 0,0 0-4 0,0 0-3 16,0 0-4-16,0 0 0 0,0 0 0 0,0 0-6 15,17 0 1-15,-12 0-1 0,4 0-6 0,0-1-2 16,0 1 3-16,-1-2-5 0,3 1-3 0,-2-2-1 15,1 1 0-15,-1-1 0 0,-1 1 0 0,1 0-1 16,1-3 1-16,-1 2 2 0,-1 1-4 0,-2-2 8 16,0-2 6-16,0 2 2 0,-3 1 17 0,0-4 5 15,-2 3 4-15,2-2 7 0,-2 1-4 0,-2 1-5 16,0-1-3-16,-2 3-7 0,-2-1-4 0,-2-1 0 0,0 3-5 16,-3-2 2-16,-2 2-8 0,-7 2-2 15,2-1-6-15,-2 4 1 0,-4 0-2 0,-4 1 0 16,3 7-2-16,-3-3-3 0,0 1 6 0,2 4-7 0,-2 4 1 15,3 1-3-15,-3 1 0 0,5 0-1 0,2 6-4 16,-1-4 4-16,6 4 1 0,0 1 2 0,3-1-2 16,4-2 2-16,4-3 0 0,2-3 2 0,4 2-1 15,4-2 0-15,1-1-1 0,11 3 4 0,1-4-1 16,8-3 1-16,4-1 3 0,6-1-1 0,1-5 0 16,16-1-2-16,-2-2-1 0,2-4-1 0,-4 1 2 15,-8-2-3-15,9-7 3 0,-14 0-1 0,-4 4 1 16,2-6 0-16,-7 0-4 0,1-1 5 0,-4 1 1 15,-2-1-2-15,-7 1 28 0,-3 2 11 0,-3 1 11 16,-2 2 7-16,-2 1 9 0,-2-2 4 0,0 3-1 16,1 1 2-16,-4 0-11 0,2-1-7 0,-2-1-13 15,-1 5-7-15,-4-5-12 0,4 5-6 0,-11 0-9 16,11 0-3-16,-19 7-5 0,6-2 0 0,-1 3 0 16,-1 0-12-16,3-2-9 0,-2 5-16 0,4-3-9 15,2-2-2-15,2 2-5 0,0 1 3 0,2 0 1 16,1-1 3-16,3-2 5 0,0 0 6 0,4-1 6 15,3-1 6-15,5 2 3 0,0-4 6 0,5-1-1 16,-2 0 0-16,2-2 5 0,-2-1 1 0,-2 0 1 16,-1-3-1-16,3 2 16 0,-6-2 14 0,0-1-8 15,0-1 5-15,-1-1-2 0,-3-1-6 0,0 0-2 16,-2-2 1-16,-2 0-3 0,0 0-2 0,-1-2-5 16,-1 4-9-16,0-3-6 0,-6 2-5 0,2 2-12 15,0 0-12-15,-3 0-6 0,-3 5-20 0,-1-3-6 16,2 3-15-16,-3-2-5 0,2 4-21 0,-1 1-20 15,5 0-18-15,1 0-19 0,6 0-25 0,-9 1-165 16,9-1-391-16,-3 3 173 0</inkml:trace>
  <inkml:trace contextRef="#ctx0" brushRef="#br0" timeOffset="70870.07">13107 7724 51 0,'0'0'277'15,"0"0"-17"-15,2-4-20 0,-2 4-21 16,0 0-26-16,0 0-18 0,0 0-14 0,0 0-23 16,0 0-14-16,2-2-17 0,-2 2-14 0,0 0-17 0,0 0-8 15,0 0-9-15,0 0-5 0,-11 10-6 0,2-5-7 16,0 2-1-16,-1-1-6 0,-4 4-3 0,2-2-5 15,-2 2-1-15,4-2-2 0,1 0-4 16,-1 2-2-16,2 0-3 0,0-1 0 0,3 2-4 0,1 0-1 16,2 4 2-16,2-6-1 0,0 4 2 0,5-1-7 15,-3 0 2-15,6-1 3 0,1 1-3 0,5 3 2 16,-5-6-1-16,4 3 1 0,1-4 2 0,-2 0-4 16,-1 0 0-16,-2-3-1 0,0 2-1 0,-4-2-4 15,1-1-2-15,-1-2-13 0,-1 2-6 0,-1-1-7 16,-2 2 6-16,-1-5 2 0,-6 8 2 0,-1-7 1 15,-1 6-7-15,-5-3-8 0,-4 0-18 0,-1-1-33 16,-2 1-38-16,2-3-47 0,-4 1-194 0,3-3-391 16,6 0 173-16</inkml:trace>
  <inkml:trace contextRef="#ctx0" brushRef="#br0" timeOffset="71587.5">13433 7614 41 0,'0'0'210'16,"-5"-6"-9"-16,5 6-13 0,3-4-12 0,-3 4-20 15,5-5-13-15,-4 2-15 0,4 1-15 0,2-1-8 16,-1 2-11-16,7-2-11 0,-3 1-7 0,3 0-15 16,0 2 1-16,-1 0-10 0,6 0-4 0,-5 2-9 15,2 0 2-15,-2 2-10 0,1 0-2 0,2 1-3 16,-4 1-4-16,1 1-5 0,-3 0 0 0,3 5-6 0,-4 1-6 16,-4 3 4-16,2 0-2 0,-5-2 1 0,-7 5-7 15,1-1 5-15,-1 0-1 0,-8 7 1 16,-2-1-3-16,2-4 1 0,-6 1 4 0,2-1-5 15,1-6 3-15,2 1 3 0,-3-4 11 0,-2 1-4 0,5-2 4 16,-1 0-1-16,6-3-2 0,-3 0 0 0,5-3-3 16,0 0-3-16,2-2 0 0,-3 2 0 0,7-2-2 15,-3 1 14-15,0-1 3 0,4-2 7 16,0 0 7-16,-5 5 10 0,5-5 1 0,0 0-5 16,-5 2 1-16,5-2-5 0,0 2-1 0,0-2-3 0,0 0-3 15,0 0-1-15,0 0-7 0,0 0-2 0,0 0-4 16,8 5 0-16,-8-5 1 0,11 1-4 0,1-1 0 15,-1 1-2-15,2 0-4 0,7 0-2 16,0-1 1-16,1 0 1 0,1 1-3 0,2 0-2 0,-4 1-1 16,1 2 2-16,2-4-2 0,-2 0 0 0,-3 0-4 15,-3 1 3-15,-1-1-1 0,-2 1 0 0,-4-1-1 16,-1 2-2-16,-2-2 3 0,0 1-1 0,-5-1-6 16,8 0 0-16,-8 0 1 0,7 2-18 0,-7-2-7 15,0 0-10-15,0 0-13 0,0 0-36 0,0 0-53 16,0 0-49-16,0 0-64 0,-16-11-148 0,9 7-432 15,0 1 191-15</inkml:trace>
  <inkml:trace contextRef="#ctx0" brushRef="#br0" timeOffset="72103.5">13961 7667 213 0,'10'-5'207'16,"0"3"-19"-16,2-1-17 0,0 3-24 0,0-3-12 16,1 5-12-16,6 2-12 0,-8-2-16 0,2 1-4 15,4 3-13-15,-4 1-7 0,1 4-6 0,-1-4-12 16,-3 7-5-16,-4 1-3 0,2 0-6 0,-3-1-2 15,-1 1-3-15,-4 1-4 0,-1 1-3 0,-6-1-5 16,1 2 2-16,-3 2-3 0,-1-6-1 0,-7 7 3 16,3-5-6-16,0-4 4 0,1 0 5 0,-1-1 3 15,5-3 4-15,-1-1 0 0,1-2 7 0,3 0 5 16,1-2 13-16,-1-1 15 0,4 0 26 0,2-2 31 16,-6 4 7-16,6-4 20 0,-4 2 4 0,4-2-18 15,0 0-13-15,10-15-16 0,-2 7-10 0,3-4-13 16,4-2-13-16,3-6 1 0,4-1-11 0,2-4-9 15,-1 3-9-15,-1-2-7 0,0 2-1 0,-2 3-5 16,-3-1-4-16,-6 8 4 0,-2 5-7 0,-4-3-3 16,3 5 2-16,-4-1-5 0,2 3-11 0,-2-1 3 15,-3 1-9-15,3 1-32 0,-4 2-20 0,4 0-8 16,-4 0 5-16,0 0 3 0,-6 12 0 0,3-3 10 0,-1 3 11 16,-6 2 7-16,1 2-10 0,1 3 0 15,3-3-3-15,-1 4-7 0,2 0-4 0,0-2-11 16,6 2-6-16,0-5-17 0,2-1-21 0,5 0-33 15,4-3-43-15,7-2-59 0,7-1-77 0,5-3-161 16,1-3-508-16,5-4 226 0</inkml:trace>
  <inkml:trace contextRef="#ctx0" brushRef="#br0" timeOffset="72453.13">14769 7773 1 0,'0'0'179'0,"-9"0"2"16,9 0-12-16,0 0-12 0,-8 1-13 0,8-1-6 15,-1 1-9-15,1-1-7 0,0 0-11 16,0 0-4-16,0 0-4 0,-8 0-1 0,8 0-5 0,0 0 1 15,0 0-1-15,0 0 9 0,0 0-2 0,0 0 2 16,0 0 3-16,0 0-3 0,0 0-3 0,0 0-9 16,23-2-6-16,-5-2-7 0,4 1-9 0,10-2 5 15,3 1-19-15,5-1-7 0,15-2-2 16,0 2-10-16,-1 1 1 0,-15 0-7 0,1 0-6 0,-2 0-21 16,-6 0-28-16,-3 2-25 0,-8-1-25 0,-2-2-30 15,-6 3-37-15,-2 0-41 0,-4-1-31 0,-3 2-208 16,-4-6-453-16,0 7 201 0</inkml:trace>
  <inkml:trace contextRef="#ctx0" brushRef="#br0" timeOffset="72673.58">15057 7586 340 0,'0'-4'349'16,"-1"-1"0"-16,1 5-4 0,0-7-1 0,0 7-23 15,0-3-34-15,0 3-35 0,-2-4-32 0,2 4-28 16,0 0-33-16,0 0-44 0,0 0-15 0,0 0-17 16,-4 19-5-16,1-1-10 0,-1 7-5 0,-2 4-4 15,5 3 8-15,0 2-15 0,-1 2-25 0,4-3-39 16,-1 11-42-16,1-7-64 0,2-5-72 0,1-2-107 16,-2-2-237-16,1-11-577 0,-2-5 255 0</inkml:trace>
  <inkml:trace contextRef="#ctx0" brushRef="#br0" timeOffset="73602.52">15768 7549 30 0,'-4'-4'231'0,"4"4"-15"16,0 0-15-16,0 0-13 0,0 0-15 0,-2-4-12 15,2 4-9-15,0 0-17 0,0 0-12 0,-3-2-10 16,3 2-7-16,0 0-10 0,0 0-9 0,0 0-5 16,0 0-6-16,0 0-9 0,9-3-4 0,-9 3-10 15,15-1-2-15,-4-3-6 0,9 0-5 0,0 1-5 16,0 0-1-16,1-2-8 0,1-1-9 0,-1 2-7 16,5-2-7-16,1 1-2 0,1-4-4 0,-6 5-2 15,-4 0 2-15,0-4-2 0,-5 4 3 0,-2-4 2 16,-1 5 1-16,-2-2 11 0,1 1 7 0,-3 0 4 15,-2 1-1-15,-1-1-1 0,-2 1-8 0,-1 3-6 16,-7-5-2-16,0 3 0 0,-7 1-5 0,-4 2 2 16,-4 2-1-16,-6 2-1 0,-3 2-4 0,3 2 0 15,-1 3 0-15,1 2-1 0,-3 1 0 0,3 5-1 16,0-2-1-16,2 3 1 0,7 0-2 0,0-1 3 16,5 1 0-16,5-3 3 0,5 6 2 0,3-5 0 0,5 0 3 15,10 5 4-15,2-3 2 0,10-3-5 16,3-1-14-16,10-5-32 0,12 1-53 0,8-7-75 15,-5-4-226-15,3-2-428 0,-2-1 189 0</inkml:trace>
  <inkml:trace contextRef="#ctx0" brushRef="#br0" timeOffset="74069.58">16239 7757 78 0,'0'0'200'16,"0"0"-15"-16,0 0-21 0,0 0-14 0,26-3-18 16,-16 3-16-16,4 0-17 0,-1 2-4 15,2 0-11-15,-2 1-8 0,1 0-11 0,-1 0-4 0,-3 3-10 16,4-1-3-16,-5-1-8 0,0 3-10 0,1 1-4 15,-6 1-3-15,0 0-8 0,-3 3-8 0,-3 2 13 16,-3 3-9-16,-5 0 3 0,-3 5-1 0,-5-2-2 16,-1 1-1-16,-3-2-3 0,-1 2 0 0,0-3 3 15,0-2 0-15,0 0 9 0,5-4 4 0,0-1 7 16,4-1 1-16,1-5-4 0,3 0-3 0,2-1-3 16,2 0 1-16,1 0 9 0,1-2 3 0,0 1 13 15,4-3 4-15,0 0 6 0,9 4 1 0,1-3-9 16,10-2-4-16,1-1-6 0,6 0-2 0,9-1-4 15,0 1-1-15,-2-2-5 0,2 3-4 0,-1-2-3 16,-1 2 1-16,-6-2-6 0,3 3 0 0,-12-1 0 16,-1 0-2-16,-5 1 0 0,-3-2-5 0,-1 1 3 15,-2 1-1-15,-1 0 3 0,-6 0-1 0,9 0-5 16,-9 0-6-16,0 0-9 0,2-2-27 0,-2 2-28 16,0 0-30-16,-14-3-21 0,9 0-32 0,-3 2-18 15,-2-4-36-15,1 0-129 0,-1 0-355 0,2-2 158 16</inkml:trace>
  <inkml:trace contextRef="#ctx0" brushRef="#br0" timeOffset="74636.8">17203 7263 176 0,'2'-2'222'15,"-2"2"-18"-15,0 0-18 0,0 0-19 0,0 0-17 0,3-4-15 16,-3 4-13-16,0 0-16 0,0 0-11 0,0 0-10 16,0 0-9-16,-13 13-5 0,6-8-12 0,-5 2-12 15,-2 5 4-15,-1-2-7 0,-8 6-2 16,-4-1-5-16,0 3-2 0,0 0-5 0,3 0-2 0,-3 1-7 16,0-2 3-16,2-1-2 0,-1 1-6 0,3 0 2 15,6-3-4-15,2-1 0 0,4 1-4 0,2-6 0 16,-1 8-2-16,4-3 0 0,4-3 4 0,1 1-4 15,1 0 1-15,1 0 2 0,3-1 3 16,2-1-1-16,4 1 3 0,3 0 2 0,6 2-1 0,5 3-3 16,-4-6 0-16,5 5-2 0,-7-6-1 0,3 5-1 15,2-1-5-15,-7-3 3 0,-3 0-3 0,0 0-1 16,-6-2 3-16,1 2-5 0,-3-4-2 0,-1 2-1 16,-3-1 3-16,2 0-2 0,-6 1 1 0,2 1-1 15,-7-1 4-15,-2 3 0 0,-4-3 1 0,-4 1 2 16,-1 0-2-16,-8 0 4 0,6 0-7 0,-8-3-8 15,10-1-14-15,-4 1-16 0,2-3-23 0,3-1-15 16,0 0-12-16,5-2-27 0,2 0-16 0,3-3-26 16,3 1-163-16,3-2-343 0,2 5 152 0</inkml:trace>
  <inkml:trace contextRef="#ctx0" brushRef="#br0" timeOffset="74934.5">17294 7670 275 0,'0'-5'347'0,"0"5"2"0,0 0-8 15,0-5-13-15,0 5-31 0,0-4-19 0,0 4-35 16,0-4-20-16,0 4-27 0,0 0-26 0,0 0-20 16,0 0-22-16,2-3-16 0,-2 3-38 0,0 0-4 15,0 0-8-15,0 0-3 0,0 11-7 0,0-6-7 16,0 2-4-16,1-1 1 0,-1 6-5 0,3 0-5 15,-3-4 3-15,1 5-8 0,1-1-6 0,0-1 3 16,2 1-3-16,-4-1-18 0,1 1-21 0,2-3-6 16,-2 0-21-16,-1-2-26 0,2-1-18 0,-2-1-11 15,0-1-8-15,0-1-8 0,3 0-7 0,-3 1 8 16,0-4-4-16,0 0-25 0,0 0-56 0,0 0-43 16,-16-12-186-16,13 4-463 0,-3-2 206 0</inkml:trace>
  <inkml:trace contextRef="#ctx0" brushRef="#br0" timeOffset="75065.56">17296 7500 16 0,'0'-8'292'16,"0"2"-3"-16,1 1-16 0,2-1-22 0,-2 2-27 15,3-1-21-15,-4 2-22 0,4-2-19 0,-4 5-15 16,4-4-27-16,-3 3-27 0,-1 1-28 0,0 0-29 16,0 0-38-16,15 5-36 0,-8 0-28 0,-2-1-48 15,0 4-50-15,0-1-164 0,-4-1-356 0,3 1 158 16</inkml:trace>
  <inkml:trace contextRef="#ctx0" brushRef="#br0" timeOffset="75435.5">17558 7634 139 0,'0'0'297'0,"0"0"-31"15,0 0-33-15,0 0-20 0,0 0-31 0,4 4-20 16,-3-2-18-16,-1-2-15 0,0 10-11 0,0-3-15 16,0 3-9-16,-5 0-9 0,5 2-9 0,-4 2-8 15,3 1-8-15,-3 0-4 0,3 4-7 0,-3-4-6 16,3-3-3-16,-2-1-4 0,2-1-4 0,-3-3-1 16,4 0-3-16,-3 0 0 0,3-4 1 0,-2 2-2 0,2-2 13 15,0 1 29-15,0-4 33 0,-1 4 12 16,1-4 42-16,0 0 4 0,0 0-8 0,0 0-11 15,0 0-22-15,11-9-4 0,-3 2-11 0,-2-2-13 16,3 1-11-16,-1 1-8 0,1-1-8 0,-1 1-5 0,-1 0-2 16,2 3-15-16,-2-2-9 0,-2 2 5 0,4 1-13 15,-3 0-11-15,2 1-20 0,-1 0-21 16,5 1-21-16,-3 2-23 0,1 1-28 0,3-2-33 16,-2 2-40-16,3 1-52 0,-3-1-58 0,0 1-311 15,0-1-641-15,1-1 283 0</inkml:trace>
  <inkml:trace contextRef="#ctx0" brushRef="#br0" timeOffset="76170.23">17945 7362 154 0,'0'-2'220'0,"0"2"-17"16,3-4-16-16,-3 4-21 0,5-4-12 0,0 1-16 0,0 1-11 16,3 1-12-16,2 0-11 0,4-1-12 0,4 2-7 15,0 0-9-15,1 2-8 0,0-1-9 0,0 2-5 16,-1 0-7-16,2 2-9 0,-3 0-4 0,0 3 0 16,-2-1-7-16,-1 2-2 0,0 1 2 15,-2 2-2-15,-3 2-4 0,1 0-1 0,-5-1-8 0,-2 3 1 16,-6 1-1-16,2 1 2 0,-7 6 0 0,1 2-4 15,-5-2-1-15,-2 1-2 0,-4 1 5 0,-1 0-1 16,0-3 1-16,-3 1-4 0,-1-2 4 0,-1-2-6 16,2-2 0-16,-1-1 0 0,8-6 2 0,2-2 3 15,-1-2-1-15,5 1 1 0,4-5 1 0,-3 1 12 16,3 0 15-16,0-1 29 0,1 0 35 0,0-3 39 16,4 0 18-16,0 0-11 0,0 0-16 0,0 0-13 15,0-13 1-15,4 9-28 0,5-5-5 0,-4 3-7 16,3-1-5-16,-3 3-15 0,3-1-6 0,-2 0-4 15,-1 0-18-15,3 2-3 0,-3 1 2 0,4-1-9 16,-3 0-5-16,1 3-4 0,-1 3-1 0,4 1-7 16,0 0 5-16,1 5-9 0,0-3-2 0,1 5 3 15,-1 1 3-15,2 0 0 0,-1 0-6 0,-1-2-11 16,-1 2-2-16,-3-3-2 0,0 2-11 0,-1-2-5 16,-2-4 0-16,2 2 2 0,-3-4 4 0,0 2 5 15,2-1 9-15,-4-3 5 0,-1-1 16 0,4 1 0 16,-4-1-5-16,10-4-2 0,-6-1 1 0,3 0 1 15,-1-2-3-15,-1-2 3 0,4 1-10 0,-4-1 3 16,3 0 5-16,0-2 3 0,-3 3-4 0,1 2 0 16,-2 0-4-16,0-1 3 0,-2 3 1 0,2-2-6 15,-1 3-8-15,-2-2-14 0,2 4-30 0,-3 1-38 16,5-3-43-16,-5 3-46 0,0 0-56 0,6-2-46 16,-6 2-228-16,6 0-555 0,-6 0 246 0</inkml:trace>
  <inkml:trace contextRef="#ctx0" brushRef="#br0" timeOffset="76932.5">18487 7474 251 0,'5'-3'245'0,"0"2"-24"16,3-2-23-16,-3 3-23 0,5-1-16 0,-3 2-19 0,4 2-13 15,1 1-16-15,-1 3-10 0,1-2-9 16,3 5-5-16,-5 0-13 0,-1 3-7 0,0-1-5 16,-4 5-10-16,3-2-5 0,-7 1 3 0,0 1-9 15,-1 2-2-15,-1-2-4 0,-9 1-3 0,2 0 1 0,-1 0-8 16,0-1 0-16,-1-2-1 0,-1-1-1 0,-1 0-2 16,3-4 4-16,0-2 1 0,2 1 3 0,-2-4 8 15,4 0 3-15,0 0 10 0,1-1 18 16,1-1 25-16,-1 1 42 0,2-2 19 0,2-2 23 0,0 0 13 15,0 0-21-15,0 0-23 0,0 0-12 0,6-19-21 16,1 4-2-16,2 2-12 0,7-6-11 0,1-1-11 16,3-5-2-16,-3 0-11 0,2 0 1 0,0 2-15 15,-1 2-5-15,1 3-5 0,-5 1-6 0,-2 5-6 16,-2-1 23-16,-4 4-8 0,3 3-2 0,-4-4-9 16,3 5 6-16,-5 1-2 0,1-2-4 0,-2 2-7 15,3 2-4-15,-2-2-7 0,-3 4-7 0,3-2-18 16,-3 2-28-16,3-2-25 0,-3 2-2 0,0 0 7 15,0 0 6-15,-4 14-4 0,-2-6 11 0,0 4 13 16,-1 1-6-16,1 3 5 0,-1-1 13 0,1 4-6 16,-3-2 1-16,3-2 4 0,0 2 0 0,4 0 18 15,-2-5-15-15,0 2 4 0,2-4 9 0,1-1-1 16,-1 3 4-16,4-4 6 0,1 0 17 0,0-2 3 16,3 2 14-16,2-4 7 0,3 2-1 0,5-3 3 15,3 2-3-15,1-1 5 0,8-1-2 0,-1-2-2 16,-4 2 1-16,-1-3 0 0,-3 2 6 0,2-2 8 15,-10 0-2-15,3 1 7 0,-6-2 2 0,-2 2-6 16,1-2 3-16,0-1-1 0,-7 2-4 0,9 0-2 16,-9 0-8-16,8 0-2 0,-8 0-7 0,0 0-5 15,8 0-14-15,-8 0-16 0,0 0-24 0,0 0-35 16,0 0-42-16,7 0-59 0,-7 0-43 0,0 0-54 16,0 0-60-16,0 0-19 0,0 0-71 0,0 0-269 15,0 0-728-15,0 0 322 0</inkml:trace>
  <inkml:trace contextRef="#ctx0" brushRef="#br0" timeOffset="79335.38">3483 9840 121 0,'-1'-3'308'0,"2"-2"-17"0,-2 0-11 0,2 0 4 15,-1 1-23-15,1-1-16 0,-1 5-15 16,0-5-16-16,0 5-18 0,0-5-11 0,0 5-21 0,0-3-25 15,0 3-12-15,3-4-21 0,-3 4-11 0,0 0-22 16,0 0-22-16,0 0-35 0,0 0-34 0,0 0-1 16,0 0 4-16,0 0-10 0,-3 22 5 0,3-5 1 15,-2 8 1-15,-2 0 4 0,-4 1-3 0,7 2 3 16,-3 3 3-16,0-1 4 0,-1 1-5 0,4-5 2 16,-6 1 2-16,6-1 2 0,-4-7 1 0,5-1-4 15,-4-4 4-15,3 3 2 0,1-5 0 0,0-2 17 16,0 0 1-16,0-1 4 0,0-4-5 0,-3 2-1 15,3-2-2-15,0 0-1 0,0-2 1 0,0-3 2 16,-1 7-2-16,1-7 3 0,0 5 0 0,0-5-4 16,0 0 7-16,0 4-4 0,0-4 4 0,0 0-1 15,0 0 4-15,0 0 3 0,0 2 0 0,0-2-3 16,0 0 0-16,0 0-3 0,0 0 1 0,0 0 7 16,0 0-3-16,0 0-20 0,0 0-11 0,0 0-24 15,0 0-52-15,0 0-61 0,-9-14-53 0,9 5-47 16,-4-1-226-16,3 0-512 0,-4-7 227 0</inkml:trace>
  <inkml:trace contextRef="#ctx0" brushRef="#br0" timeOffset="79718.64">3406 9701 80 0,'0'-4'268'0,"0"0"-15"0,0 4-14 0,-1-5-18 16,1 2-19-16,0 3-23 0,1-5-22 0,-1 5-14 16,2-4-16-16,4 1-17 0,0 2-14 0,6 1-9 15,-1 1-11-15,10 2-8 0,-1 1-6 0,9 1-10 16,2 3-4-16,-1-2-4 0,-2 4-4 0,-3 0-7 16,2 2 3-16,-8 0-6 0,-1-1-7 0,-2 2-8 15,-1 1-1-15,-5 0-6 0,-6-5 0 0,2 4-5 16,-3-2-2-16,-3 0 0 0,-3 1 1 0,-3-2 1 15,-4 5 7-15,-6-5 2 0,0 3 4 0,-10-1 5 16,2-1-1-16,-3 0 2 0,5-5 2 0,3-2-3 16,-8 3-1-16,8-3 2 0,2 0-5 0,4 1 3 15,0-1-1-15,4-3-1 0,0-1-5 0,1 3 3 16,3-3-8-16,0 1 2 0,5-1-2 0,-9 1-2 16,9-1-1-16,-5 2-1 0,5-2-3 0,0 0 0 15,-4 2-4-15,4-2-2 0,0 0-13 0,0 0-21 16,10 6-27-16,-5-4-34 0,3 1-37 0,0-1-52 15,2 1-229-15,0-2-452 0,3 2 199 0</inkml:trace>
  <inkml:trace contextRef="#ctx0" brushRef="#br0" timeOffset="79925.53">3820 10159 185 0,'-2'2'387'16,"2"-2"-11"-16,0 0-15 0,0 0-35 0,0 0-19 0,-4 3-19 15,4-3-42-15,0 0-40 0,0 0-61 16,0 0-37-16,0 0-56 0,0 0-100 0,0 0-101 16,0 0-120-16,6-10-152 0,-5 5-454 0,3-1 201 15</inkml:trace>
  <inkml:trace contextRef="#ctx0" brushRef="#br0" timeOffset="80318.64">4225 9783 359 0,'0'0'416'0,"0"-6"-29"0,0 6-19 16,0-5-23-16,0 5-35 0,0-3-32 0,0 3-26 15,0 0-30-15,0 0-25 0,0 0-29 16,0 0-29-16,0 0-38 0,0 0-50 0,0 0-29 0,0 0-8 16,0 0-6-16,2 14 0 0,-2-6 3 0,-2 4-7 15,2 2 3-15,-2 1-2 0,-1 10 0 0,1-6 0 16,0-2-1-16,0 2 0 0,-1 2-3 0,1-3-1 15,-1 1 3-15,-1 0 1 0,1-1-1 16,1-6-2-16,0 1 1 0,-1-2-1 0,1 1 2 0,0-7 2 16,0 4-4-16,0-4 4 0,1-1-5 0,0 0 16 15,1 1-19-15,0-5-2 0,0 4-3 0,0-4-3 16,-2 4-5-16,2-4-8 0,-2 5-5 0,2-5-3 16,0 0-14-16,0 0-35 0,0 0-52 0,0 0-66 15,-18-9-80-15,10 4-200 0,2-5-518 0,-2 0 230 16</inkml:trace>
  <inkml:trace contextRef="#ctx0" brushRef="#br0" timeOffset="80512.03">4068 9737 364 0,'0'-2'391'0,"0"-5"-16"15,0 7-22-15,-2-5-20 0,2 5-36 0,2-7-26 16,-2 5-36-16,4-1-21 0,-4 3-25 0,6-6-7 15,2 3-71-15,1 0-25 0,4 1-45 0,2 2-30 16,2 0-29-16,3 0-38 0,0 2-32 0,1 1-41 16,-1 2-38-16,9 2-39 0,-9-2-45 0,-5 2-172 15,3 2-459-15,-2 0 203 0</inkml:trace>
  <inkml:trace contextRef="#ctx0" brushRef="#br0" timeOffset="80698.92">4118 10184 117 0,'0'0'265'16,"0"0"-14"-16,0 0-20 0,0 0-26 0,10 2-22 16,3-3-16-16,1 0-19 0,8-1-15 0,6 1-22 15,1-2-46-15,-1 3-61 0,3-2-87 0,0-1-217 16,-4 2-324-16,-7-3 143 0</inkml:trace>
  <inkml:trace contextRef="#ctx0" brushRef="#br0" timeOffset="80895.57">4578 10131 299 0,'0'0'382'0,"6"-1"-38"0,-6 1-36 0,0 0-48 16,2-5-55-16,-2 5-66 0,1-3-86 0,-1 3-91 15,0 0-103-15,6-1-162 0,-6 1-326 0,8-1 144 16</inkml:trace>
  <inkml:trace contextRef="#ctx0" brushRef="#br0" timeOffset="81504.53">2964 10526 195 0,'0'0'221'0,"0"0"-8"0,-10 0-12 0,10 0-9 16,0 0-17-16,0 0-10 0,-7-2-12 0,7 2-16 0,0 0-10 15,0 0-14-15,0 0-11 0,-7 2-11 16,7-2-11-16,0 0-6 0,0 0-2 0,0 0-14 16,0 0-6-16,0 0-6 0,0 0-2 0,0 0-8 15,0 0-2-15,0 0-5 0,0 0 2 0,0 0-8 16,0 0-2-16,0 0-6 0,0 0 0 0,0 0 0 0,0 0-2 16,0 0-3-16,0 0-2 0,0 0-1 0,0 0 1 15,0 0-4-15,0 0 2 0,0 0-2 16,0 0 2-16,0 0-1 0,0 0-2 0,0 0-3 15,0 0 2-15,0 0 2 0,0 0 4 0,19 5 5 0,0-5-2 16,13-2 2-16,7 4-2 0,17-5 0 0,10 2 1 16,35-2-2-16,5 1 1 0,4-1-1 0,6-1 1 15,3-1 4-15,1 0 12 0,-1 1 12 16,-5 1 3-16,-8-5-1 0,-6 8 3 0,-7-6-1 16,-32 3-2-16,-1 0 7 0,-2-2-1 0,-5 3 0 0,-17-1-2 15,-1 2-4-15,-5-2-3 0,-3 1 4 0,-8 0-4 16,-6 1 1-16,0 1 3 0,-4-2 5 0,-4 1 2 15,4 0 0-15,-4 1-7 0,-5 0-2 16,10-1-9-16,-10 1-40 0,5-2-47 0,-5 2-69 0,0 0-79 16,0 0-95-16,0 0-238 0,0 0-580 0,0 0 258 15</inkml:trace>
  <inkml:trace contextRef="#ctx0" brushRef="#br0" timeOffset="85916.49">7770 9897 121 0,'0'-4'199'0,"1"0"-2"15,2 0-5-15,-2 0-3 0,-1 4-20 0,0-7-5 16,1 4-14-16,-1 3-14 0,3-5-11 0,-3 5-11 16,1-5-15-16,-1 5-12 0,0 0-13 0,0 0-12 15,0 0-17-15,0 0-19 0,0 0-6 0,0 0-1 16,-5 20-5-16,1-3-4 0,-1 7 2 0,-3 8-2 16,1-1 1-16,-1-2-3 0,3 4-3 0,-1-1 1 15,-1 0 1-15,1-4-3 0,3 1 4 0,0 0-1 16,1-10-5-16,1 0-1 0,-2-5 6 0,3-1-6 15,-1-2 1-15,0-1 0 0,1-3 0 0,-2 0-1 16,1-2 5-16,2-1-1 0,-1 1 0 0,0-2 6 16,0-3 2-16,-1 5-2 0,1-5-2 0,-1 4 3 0,1-4-2 15,-1 3-7-15,1-3-14 0,0 0-20 16,-2 4-14-16,2-4-28 0,0 0-43 0,0 0-238 16,0 0-382-16,0 0 170 0</inkml:trace>
  <inkml:trace contextRef="#ctx0" brushRef="#br0" timeOffset="86610.5">6861 10571 137 0,'-6'-1'151'16,"6"1"-13"-16,0 0-7 0,-4-2-14 0,4 2-18 15,0 0-11-15,0 0-6 0,-5-3-12 0,5 3 2 16,0 0-8-16,0 0-16 0,0 0 2 0,0 0 2 15,0 0-8-15,-5-2 1 0,5 2-17 0,0 0 6 16,0 0-5-16,0 0-7 0,0 0 3 0,0 0-2 16,0 0-10-16,0 0 6 0,0 0-9 0,0 0 1 15,0 0-2-15,0 0 7 0,0 0-6 0,0 0 0 16,0 0-10-16,0 0 0 0,0 0-3 0,0 0 17 16,0 0-8-16,0 0-5 0,0 0-13 0,0 0 23 15,0 0-10-15,0 0 0 0,0 0-1 0,0 0 1 16,0 0-3-16,0 0 1 0,0 0-8 0,0 0 13 15,0 0 1-15,0 0-4 0,0 0-3 0,0 0 5 16,0 0 3-16,0 0-3 0,0 0-9 0,0 0-1 16,0 0 1-16,0 0 9 0,0 0-1 0,0 0-2 15,0 0-7-15,0 0 7 0,0 0-4 0,0 0 0 16,8 11 8-16,-8-11 4 0,11 3 15 0,2-2 7 16,10-1 5-16,13 1 6 0,19-1 5 0,9-1-3 15,29 0 7-15,8-4 7 0,6 3 0 0,6-1 1 16,12-2 5-16,10-2-5 0,12-2-2 0,8 7 1 15,7-6-8-15,4 3-1 0,8-4-2 0,0 5-2 16,-13-3-4-16,-10 1-3 0,-11 1-2 0,-10-2-4 16,-4-1 7-16,-14 1-9 0,-8 0 8 0,-6 3-2 15,-34-2 2-15,2 0-2 0,-3 3 3 0,-13-2-3 16,-12 4 4-16,-3-1 9 0,-5-4 2 0,-10 5 6 0,-1-1 8 16,-6 0 2-16,-1 1 4 0,-4 1-2 0,-3-2-2 15,0 1-3-15,1 1-12 0,-6 0-3 16,11-1-2-16,-9 0-11 0,-2 1-26 0,8 0-29 15,-8 0-42-15,0 0-50 0,0 0-54 0,0 0-66 0,9 2-78 16,-9-2-161-16,-4 4-509 0,4-4 225 0</inkml:trace>
  <inkml:trace contextRef="#ctx0" brushRef="#br0" timeOffset="87311.5">7153 11071 185 0,'0'-4'207'0,"-3"1"-22"0,3 3-22 0,0-5-15 16,0 5-32-16,0 0-34 0,0 0-20 0,0 0-14 15,0 0-3-15,-6 20-4 0,6-9-9 0,0 4-6 16,-1 3 6-16,-2 2-3 0,3-1-6 0,-1 6-2 15,-3-4 3-15,4 4-7 0,0-7-5 0,0 0 4 16,0 2-4-16,-3-3-1 0,3-1 2 0,0-3-9 16,3-1 7-16,-3-4 0 0,0 4-5 0,-3-8 3 15,2 4 2-15,2-3 6 0,-2 0-9 0,0-1 0 16,-2 0-1-16,3 0 7 0,-1 0-2 0,-3-2-8 0,4-2-20 16,-6 1-30-16,6-1-34 0,-12-5-51 0,5 3-103 15,0-6-252-15,2 1 111 0</inkml:trace>
  <inkml:trace contextRef="#ctx0" brushRef="#br0" timeOffset="87700.88">7057 10977 58 0,'0'0'184'15,"-2"-5"-13"-15,2 5-18 0,-2-4-20 0,2 4-13 16,0 0-18-16,0 0-9 0,0 0-7 0,0 0-12 15,0 0-4-15,21 10-11 0,-10-2-2 16,4 2-12-16,8 6-5 0,4 1 10 0,-2 1-3 0,1-1-12 16,1 3 9-16,0 1-7 0,-3 0-9 0,0 1 1 15,-2 1-5-15,-4 0-2 0,-1 0-1 0,-3 0-4 16,-4 1-6-16,3-2 6 0,-9-3-7 0,-3 0 2 16,-2 1-3-16,-7 3 2 0,-2-6 3 0,-7 4 4 15,-1-1 6-15,-1-2-3 0,1-1-2 0,-6-2 3 16,5-4-5-16,-2 3 2 0,2-3 0 0,-5 0 0 15,6-3-2-15,-2 1 1 0,2-1-3 0,1 0 0 16,3-3 1-16,3-2 0 0,2 1-1 0,2-2 3 16,0 1 6-16,1-3 8 0,3 4 9 0,-1-1 10 15,4-3 6-15,-7 1-1 0,7-1-5 0,-6 1-4 16,6-1-7-16,0 0-1 0,-6 1-6 0,6-1-16 16,0 0-24-16,0 0-41 0,0 0-32 0,0 0-43 15,16-10-63-15,-12 5-187 0,2 1-404 0,2-1 180 16</inkml:trace>
  <inkml:trace contextRef="#ctx0" brushRef="#br0" timeOffset="88250.59">7465 10848 63 0,'0'0'249'0,"0"-6"-14"15,1 0-24-15,1 4-20 0,2-1-21 0,0-1-17 16,1 1-17-16,3-2-16 0,-2 5-14 0,3-1-12 0,-1 0-11 16,3 1-10-16,1 2-6 0,-1 1-8 0,-2-1-8 15,3 5-8-15,-6-2-4 0,7 4-3 0,-8-1-6 16,4 7-2-16,-1-1-11 0,-3 3 1 0,-4 2-4 16,-1-2-3-16,0 1 0 0,-4 1 4 0,-1-1-6 15,-2 0 3-15,0 1-1 0,-2-2-1 0,-1-2-6 16,-2-1 3-16,3-1 1 0,3-3-1 0,-4-1-3 15,6-1 0-15,-2-3 0 0,0-1-1 0,5 1-2 16,-3-1 4-16,-1 0 4 0,4-3 5 0,1-1 15 16,-4 6 10-16,4-6 11 0,0 0 3 0,0 0 4 15,7 3 2-15,1-4-4 0,4 0-5 0,6-2 0 16,1-1-8-16,8 2 3 0,0-4-9 0,1 1-6 16,-5 4 0-16,-4-3-2 0,3 3-3 0,-2-2-2 15,-7 2 0-15,-3-2-6 0,-1 0-3 0,0 3 0 16,-4 0-4-16,3-2 2 0,-8 2-10 0,9 0-24 15,-9 0-29-15,5 0-17 0,-5 0-15 0,0 0-18 16,0 0-25-16,-12 9-34 0,6-5-39 0,-3 1-204 16,0 0-438-16,0 1 194 0</inkml:trace>
  <inkml:trace contextRef="#ctx0" brushRef="#br0" timeOffset="88801.53">8135 11335 97 0,'-3'2'114'0,"3"-2"-5"16,0 0-5-16,0 0-18 0,0 0 4 0,0 0-3 0,0 0-16 15,-4 3 12-15,4-3-21 0,0 0 7 0,0 0-12 16,0 0 6-16,0 0-6 0,0 0 4 0,0 0 2 16,0 0-2-16,0 0 1 0,0 0-2 0,0 0 2 15,0 0-1-15,0 0 1 0,0 0-2 0,0 0-5 16,0 0-7-16,0 0-10 0,0 0 2 0,0 0-2 15,0 0-7-15,0 0-5 0,0 0 0 0,0 0-5 16,0 0 0-16,0 0-8 0,0 0 5 0,0 0-1 16,0 0-6-16,0 0 4 0,0 0-2 0,0 0-2 15,0 0-5-15,0 0 0 0,0 0 6 0,0 0-7 16,0 0 10-16,0 0 6 0,0 0 7 0,0 0 16 16,0 0 12-16,0 0 3 0,30-3-1 0,-12 1-3 15,4-1-3-15,10 0-5 0,5 3-5 0,3-4 3 16,12 0-3-16,-12 2-5 0,8-3 0 0,-7 4-6 15,-9-1-3-15,-1 1-3 0,-11-1-3 0,1 1 1 16,-4 0-6-16,-4 1-1 0,-1-1-3 0,-5 0 1 16,1 1-3-16,-8 0-8 0,9-1-16 0,-5 1-19 15,-4 0-13-15,0 0-12 0,0 0-22 0,0 0-11 16,0 0-38-16,0 0-26 0,-18 4-28 0,9-3-191 16,-1-1-402-16,-2 0 178 0</inkml:trace>
  <inkml:trace contextRef="#ctx0" brushRef="#br0" timeOffset="89066.55">8429 11182 194 0,'-1'-3'328'16,"1"-2"-11"-16,0 2-21 0,0 3-19 0,-5-6-24 15,5 6-24-15,0-3-27 0,0 3-18 0,-1-4-23 16,1 4-25-16,0 0-10 0,0 0-18 0,0 0-28 0,0 0-25 15,0 0-8-15,0 0-5 0,-3 15-6 16,2-6-4-16,-2 5-2 0,2 1-2 0,-2 4-7 16,2 1 0-16,0 5-3 0,-3-6 0 0,4 6-3 15,-3 2 0-15,2-6-2 0,1-3-18 0,0 0-17 16,0 1-35-16,0-1-30 0,1-2-32 0,-1 1-32 0,-1-1-30 16,1-4-61-16,0-1-161 0,0-2-438 0,0-4 194 15</inkml:trace>
  <inkml:trace contextRef="#ctx0" brushRef="#br0" timeOffset="89483.52">8977 11084 236 0,'4'-3'294'0,"-4"3"-23"16,0 0-23-16,3-3-23 0,-3 3-20 0,0 0-26 16,4-2-19-16,-4 2-19 0,0 0-22 0,0 0-11 15,0 0-16-15,0 0-8 0,1 10-3 0,-2-3-18 16,-2 3-10-16,2 1-3 0,-4 5-4 0,0-1-4 15,-3 4-7-15,2-1-2 0,-3 6-3 0,0-1-7 16,-4 0 2-16,4-6-6 0,3 3-3 0,-2-5 1 16,-1 0-3-16,4 1-3 0,-3-4 1 0,4-2-2 15,1 0 1-15,0-6-4 0,-2 4 3 0,5-3-1 16,-4 0 0-16,4-1 1 0,0-1 3 0,0-3 0 16,0 5-1-16,0-5 3 0,5 4 1 0,3-4-1 15,5 0 0-15,0 0-3 0,6 0-7 0,-3-2-27 16,5 0-25-16,-1-1-36 0,-2 1-30 0,1-1-37 15,0-4-47-15,-2 5-48 0,-2-3-132 0,-2 2-407 16,0-4 181-16</inkml:trace>
  <inkml:trace contextRef="#ctx0" brushRef="#br0" timeOffset="89663.49">9158 11289 233 0,'0'0'277'16,"0"0"-13"-16,1-4-14 0,-1 4-21 0,0 0-27 15,0 0-24-15,0 0-22 0,0 0-15 0,0 0-24 16,0 0-14-16,0 0-11 0,-1 13-12 0,-1-1-7 0,1 1-7 16,0 5-5-16,-3 8-8 0,-1 0-6 0,4 0 2 15,-3 6-26-15,-1 0-40 0,0-1-49 16,-2 2-59-16,1 2-84 0,-3-4-171 0,-3-9-411 16,2-6 182-16</inkml:trace>
  <inkml:trace contextRef="#ctx0" brushRef="#br0" timeOffset="92016.52">10945 9894 69 0,'3'-1'200'0,"1"-2"-7"0,-2-1-4 15,1 1-10-15,-3 3-8 0,4-5-6 0,-3 3-9 16,-1 2-9-16,1-3-9 0,-1 3-6 0,0 0-16 15,4-4-12-15,-4 4-13 0,0 0-9 0,0 0-13 16,0 0-9-16,0 0-11 0,0 0-8 0,0 0 1 16,0 0-8-16,-22 7-5 0,5-1-4 0,-3 2-2 15,-4 5-2-15,-4-1-4 0,1 1 0 0,-1 0-3 16,-1 2 2-16,-1 0-3 0,3 1-4 0,2-3-2 0,1 1 1 16,6-2 1-16,0-3-2 0,1 3-3 0,-1-2-1 15,5 4-10-15,2-8-15 0,2 3-8 16,3-4-4-16,0 3 3 0,4-3 4 0,0 2 5 15,0 0 0-15,6 1 6 0,2-1 0 0,3 2 2 0,6 0 3 16,2 1-2-16,10 1 5 0,0-1-1 0,0 2-2 16,3 0 8-16,1 1-3 0,-3-1-1 0,-5 1 1 15,3 3 1-15,-3-4-2 0,-5 1 4 16,-3-2-2-16,0-1 2 0,-4 3-3 0,-5-2 1 0,-1-1-3 16,-4 1 4-16,-2-2 0 0,0 0-1 0,-4 1 3 15,-3 1 2-15,-3-3 0 0,-5 1-2 0,-3-1 3 16,1 2 0-16,-1-3-2 0,-3 0 2 0,-3 0 2 15,4-3 3-15,0 2-5 0,-1-2 1 0,4-2-1 16,-1 0-13-16,6 1-8 0,-1-2-14 0,4 0-3 16,3-1-30-16,1-1-43 0,6 1-53 0,-4-4-146 15,4 4-333-15,14-10 149 0</inkml:trace>
  <inkml:trace contextRef="#ctx0" brushRef="#br0" timeOffset="92291.5">11198 10265 233 0,'0'0'258'0,"-1"-4"-17"0,1 4-24 16,0 0-23-16,0 0-24 0,0 0-16 0,3-5-22 15,-3 5-17-15,0 0-8 0,0 0-13 0,0 0-11 16,1 12-9-16,0-9-8 0,-1 4-8 0,0 0-2 15,0-2-10-15,0 5-2 0,0-1-5 0,0 1-1 16,-1-1-6-16,1 2-8 0,-3-2 2 0,2 0-2 16,-1-1-13-16,0-1-13 0,2-1-8 0,-4 1-12 15,2-1-14-15,-2-1-9 0,0 2-6 0,2-3-11 16,-3-1-15-16,1 0-23 0,0-2-41 0,4-1-191 0,0 0-360 16,-13-7 160-16</inkml:trace>
  <inkml:trace contextRef="#ctx0" brushRef="#br0" timeOffset="92450.93">11206 10044 115 0,'1'-5'248'15,"1"-3"-16"-15,0 1-19 0,0 0-19 16,0 1-24-16,-2 1-19 0,0 1-19 0,0 1-16 16,0 3-30-16,2-5-45 0,-2 5-40 0,0-4-44 0,0 4 2 15,0 0-20-15,0 0-29 0,0 0-20 0,4 10-116 16,-5-4-244-16,1-1 107 0</inkml:trace>
  <inkml:trace contextRef="#ctx0" brushRef="#br0" timeOffset="92827.53">11445 10203 33 0,'0'0'102'0,"-3"7"-12"16,6-3-3-16,-3 1-12 0,0 0-12 0,0 2-1 15,1 1-3-15,-1 1-5 0,0 1 1 0,-1 0-4 16,1 3-14-16,0-2-1 0,-4-1-1 0,4 2-6 16,-4 0 6-16,3 1-10 0,-3-3-3 0,2 1-2 15,-2-2-4-15,1-1 8 0,0-1-6 0,1-1 9 16,2-1 13-16,-2-1 25 0,0 0 22 0,2-4 25 15,-1 4 24-15,1-4 25 0,-3 3 18 0,3-3 10 16,0 0 2-16,0 0-27 0,0 0-16 0,0 0-17 16,10-14-15-16,-7 9-9 0,0-1-10 0,3 2-12 15,-2-1-6-15,-1 1-10 0,-1 1-12 0,2 0-3 16,-3 1-12-16,-1 2 8 0,4-4-29 0,-4 4-20 16,0 0-17-16,10 1-14 0,-10-1-18 0,8 8-27 15,-3-3-28-15,-1 0-26 0,1 5-32 0,5-4-41 16,-3 3-244-16,-1-2-482 0,3 0 213 0</inkml:trace>
  <inkml:trace contextRef="#ctx0" brushRef="#br0" timeOffset="93418.53">11784 10115 154 0,'1'-5'237'16,"-1"5"-26"-16,0 0-22 0,4-4-20 0,-4 4-23 15,7-3-11-15,-3 1-13 0,-4 2-15 16,13 0-19-16,-3 2-7 0,3 1-3 0,-1 1-10 16,0-2-9-16,1 4-5 0,1 5-9 0,-5-3-4 0,5 2-3 15,0 4-9-15,-5 1-3 0,-2 2-3 0,-1 0-2 16,-5 2-3-16,2 6-4 0,-6 0-1 0,-4 0 0 15,-2-3-5-15,-3 0 3 0,-1-4-2 0,-1 5-2 16,-1-9 0-16,2 1 1 0,-1-3-1 16,0 2-1-16,0-3 3 0,1-2-4 0,3 0 2 0,1-4 2 15,3 1-6-15,2-2 1 0,-3-2 2 0,4 2-1 16,-1 0 6-16,-1-1 8 0,2-1 9 0,3-2 10 16,0 0 4-16,0 0 7 0,0 0-4 0,17 4-3 15,-6-4-6-15,7-2-3 0,1-1-1 0,2 2-5 16,-1 1-2-16,8-4-4 0,-6 4 0 0,0-2 1 15,-2 1-2-15,2 0-5 0,-5-2-1 0,-4 3-3 16,-2 0-3-16,-2 0 4 0,-3-1-3 0,2 2 0 16,-8-1-2-16,10-1 0 0,-5 0-4 0,-5 1-13 15,0 0-21-15,10 0-23 0,-10 0-25 0,0 0-13 16,0 0-26-16,0 0-26 0,0 0-64 0,0 0-152 16,0 0-390-16,-20 2 172 0</inkml:trace>
  <inkml:trace contextRef="#ctx0" brushRef="#br0" timeOffset="94049.64">12294 10184 153 0,'3'-3'191'0,"3"0"-22"0,-3 3-18 0,6-2-16 16,-1 2-16-16,-2 2-5 0,7 1-19 0,-4 0-12 15,1 2-8-15,3-1-10 0,-4 3-2 0,0 3-15 16,0-1 1-16,-3 3-5 0,2 1-6 0,-3 3-3 16,-2 2-12-16,1-2 4 0,-4 1-1 0,-2 0-4 15,1 0 0-15,-3-1-5 0,-2 1-2 0,-2-1-2 16,-3 0 8-16,0-1-4 0,1-3 0 0,0-2 2 0,1-1 5 15,1-1-7-15,-1-1 1 0,3-2 5 16,-1-1 11-16,5 1 11 0,-2-2 18 0,1-1 31 16,2 1 26-16,1-3 33 0,-5 1 30 0,5-1 17 15,0 0-8-15,0 0-15 0,0 0-13 0,5-11-18 0,-1 2-22 16,5-1-14-16,1-4-9 0,3-1-8 0,5-8-16 16,1 2-7-16,1-5-4 0,1 4-10 0,-2 2-5 15,1 1-8-15,-1 0-5 0,-6 6 0 16,-1 1-11-16,-3 3-2 0,-1 1 1 0,-2 1-5 0,-1 2 0 15,-1 0-10-15,-3 1-3 0,7 1-3 0,-7 1-13 16,3 0-37-16,-4 2-26 0,0 0-19 0,0 0 7 16,4 7 11-16,-7-1 0 0,2 5 12 0,-8 4 5 15,4 3 4-15,-3 7 5 0,3-6 9 0,-3 5 3 16,4-4 1-16,0-2 2 0,1 3 9 0,3-2-1 16,0-2 3-16,3-1 3 0,1 0 3 0,6-2 6 15,1-1 2-15,3-2 3 0,9 2 1 0,-1-5 12 16,6-1 3-16,5-1 3 0,-1-2 10 0,4-3 8 15,-4-2 7-15,-1 0 1 0,-2-1 9 0,-9-2 15 16,-1 1 8-16,-4 2 25 0,-4-2 14 0,-2 2 8 16,-3 0-6-16,1 0-2 0,-2-1-9 0,3 2-12 15,-8 0-9-15,6-2-11 0,-1 2-26 0,-5 0-53 16,0 0-68-16,0 0-74 0,0 0-75 0,0 0-104 16,7 2-369-16,-7-2-753 0,0 0 334 0</inkml:trace>
  <inkml:trace contextRef="#ctx0" brushRef="#br0" timeOffset="100315.49">5486 10294 260 0,'2'-6'289'0,"-1"0"-19"0,-1 1-21 0,1-1-17 16,1 2-18-16,-2 0-24 0,1 1-19 0,-1 3-11 0,0-6-26 15,0 6-24-15,0-5-32 0,0 5-33 0,0 0-34 16,0 0-15-16,0 0-4 0,0 0 2 0,0 14 1 16,1-4 0-16,0 2-5 0,3 3 11 15,-2-4-1-15,0 8 3 0,3-2-3 0,2 1 3 0,-2 0-1 16,1-2-1-16,2-1 1 0,2 0-2 0,-4-5-14 15,2 0 3-15,1 0 2 0,1-2 4 0,-1-4 0 16,-1 1 4-16,3-5 1 0,1 0-2 0,-2-2-1 16,3-3 3-16,-4-3 5 0,1-1 6 0,3-3 20 15,-4 1 13-15,0-4 2 0,2 0-4 0,-2-3-1 16,0-1 2-16,1-3-4 0,-3 5 5 0,-2-2 4 16,0 3-7-16,-2 0-1 0,1 5 3 0,-2 1-4 15,-1 3-5-15,0 0-4 0,1 1-9 0,0 1-18 16,-2 1-22-16,0 1-28 0,0 3-13 0,0 0 4 15,0 0 4-15,0 0 2 0,-2 18 5 0,-2-4 7 16,-2 5 2-16,-2 8 2 0,1 2 3 0,2 2 5 16,-1 2-2-16,-2 0 10 0,2 3-2 0,2-2-1 15,1 9 4-15,1-8-2 0,1 1 5 0,-1 0 4 16,2 13 1-16,-1-14 3 0,2-2 6 0,1 0-6 16,-2 0-1-16,0 1 4 0,-2-2-4 0,1-1 5 15,0-2-2-15,-4-2 0 0,1 2-2 0,0-4 6 16,-1-6 3-16,0 2-2 0,-3-1-2 0,1-3-1 15,-2 1 0-15,-2-2 6 0,0-4-2 0,-2 1 6 16,-1-2-1-16,1 1 2 0,4-4 5 0,-5 0 1 16,5-2-2-16,-1-1 0 0,0 2 3 0,1-4 3 15,2-1 13-15,0 2 16 0,-1-4 25 0,3 0 7 16,5 0 3-16,-10-4-1 0,3-1 16 0,1-3 0 16,1-1-4-16,1-7-10 0,3-5-16 0,2-8-6 15,0-2-10-15,8-14-13 0,8-7-9 0,3 1-5 16,2-2-5-16,10 2-2 0,-1-2-1 0,16-19-5 0,-11 29-3 15,-3 2 4-15,-1 0 2 0,-1 5 2 16,-7 8 6-16,-4 4 0 0,-2 2 7 0,0 0-4 0,-5 8-1 16,0-1-1-16,-7 4-1 0,2 1-4 15,-3 0 1-15,1 4-3 0,-2 2-4 0,0-3-11 0,0 4-38 16,-3-1-48-16,3 1-57 0,-4 3-30 0,0 0-13 16,0 0-19-16,-8 13-33 0,2-4-226 0,-3 0-499 15,4 4 222-15</inkml:trace>
  <inkml:trace contextRef="#ctx0" brushRef="#br0" timeOffset="100765.26">5941 10703 2 0,'0'-5'269'0,"2"1"-16"0,-2 4-8 15,1-5-13-15,0 2-14 0,-1 3-21 0,1-4-18 16,-1 4-20-16,2-4-19 0,-2 4-19 0,0 0-14 15,0 0-24-15,0 0-19 0,0 0-8 0,0 0-9 16,0 0-4-16,0 29-4 0,-2-9-4 0,0 5-6 16,-5 3-2-16,3 3-11 0,-2 6-3 0,1-5-2 0,1 2 2 15,-1 3-3-15,1-3-4 0,-3 0 0 16,4-2 2-16,1 1-1 0,-1-5-4 0,1-4 0 16,-1 2 3-16,0-8-4 0,1-2 1 0,1-3 2 15,-2-4 0-15,3 2-4 0,0-5 1 0,0 2 2 0,-1-1 0 16,1-2 6-16,-3 0-2 0,3-1 3 0,0-4 0 15,0 5 1-15,-1-2-7 0,1-3-1 0,0 0-2 16,0 0-9-16,0 0-50 0,0 0-69 16,-11-7-41-16,7-3-24 0,1-2-174 0,-1-5-396 0,-1 0 176 15</inkml:trace>
  <inkml:trace contextRef="#ctx0" brushRef="#br0" timeOffset="101031.48">5837 10950 54 0,'-3'-12'197'0,"3"0"9"0,0 0 1 16,0 4 0-16,0-1-3 0,3 5-10 0,-6-4-12 15,3 3-13-15,3 3-21 0,-2-4-14 0,-1 2-16 16,0 4-13-16,4-5-13 0,1 4-8 0,0 0-12 16,0 0 1-16,3 3-11 0,3-1-7 0,-1 3-6 15,1 1 1-15,1 1-9 0,0-2 4 0,-2 5-14 16,0-3-7-16,3 6 0 0,-1-3-2 0,-6 1-5 16,2 0-5-16,-2-1-4 0,-2 1-4 0,-1 2-1 15,-2-3-2-15,-1 2 5 0,-3-3-4 0,-2 2 0 16,-4-2 0-16,-6 4 0 0,1-6 3 0,-3 3-1 15,1-4 0-15,-4 5-3 0,1-5 0 0,-1 0 1 16,2-5 4-16,4 4-2 0,-7-3-2 0,9 0-3 16,-1-1-6-16,1 0-10 0,5-1-20 0,-1 0-34 15,0-2-75-15,5-1-55 0,0 0-209 0,6 0-444 16,3-6 197-16</inkml:trace>
  <inkml:trace contextRef="#ctx0" brushRef="#br0" timeOffset="101511.52">6327 10533 273 0,'0'0'275'16,"0"0"-15"-16,0 0-17 0,0 0-19 0,0 0-21 15,0 0-23-15,0 0-17 0,0 0-16 0,0 0-18 16,0 0-13-16,25-4-21 0,-14 3-40 0,1 0-38 16,-1 0-52-16,4-1-52 0,-2 0-54 0,5-1-213 15,-5 2-382-15,2-1 170 0</inkml:trace>
  <inkml:trace contextRef="#ctx0" brushRef="#br0" timeOffset="101665.02">6325 10636 14 0,'-4'3'168'16,"3"-2"-5"-16,1-1-3 0,0 0-6 0,7 5-10 0,5-2-10 15,6-3-18-15,3 2-44 0,11-4-68 16,-1 1-109-16,1-3-66 0,-4 0-185 0,2-4 82 16</inkml:trace>
  <inkml:trace contextRef="#ctx0" brushRef="#br0" timeOffset="103614.71">5756 12942 78 0,'0'0'215'0,"0"-5"-2"15,0 5-10-15,1-5-16 0,-1 5-12 0,0-5-15 16,0 5-13-16,2-2-17 0,-2 2-15 0,0 0-14 16,0 0-13-16,0 0-11 0,0 0-23 0,0 0-10 15,0 0-6-15,7 8-2 0,-3-2-9 0,1 2-2 16,-1 4-7-16,5 0-2 0,0 4-6 0,-4-1 2 15,3 3-5-15,2 0 0 0,-4-1-6 0,5 0 1 16,0-2-3-16,-3-1-4 0,0 1 6 0,-2-5-2 16,3-3 3-16,-4 3 2 0,0-6-3 0,0 1 3 15,2-1 2-15,0-3 1 0,0-1 4 0,0-1 10 16,0-3 8-16,-2-1 2 0,4-3 1 0,-3-1 0 16,1-3 1-16,-1 3 5 0,0-3 4 0,-1-1-1 15,2 0-2-15,-3 2-1 0,-1 0 5 0,0 0-11 16,0 2 3-16,0 3-2 0,1-3 0 0,-4 4-7 0,1 1-4 15,2-1-5-15,-3 2-8 0,0 3-17 0,1-4-24 16,-1 4-21-16,0 0 3 0,0 0 3 16,0 0 5-16,-4 18 4 0,3-3 7 0,-3 5 1 0,-2 5 3 15,1 3 4-15,0 3-2 0,0 3 10 0,-2 1-4 16,0 11 0-16,-1 1 7 0,3-11-2 0,-4 8 6 16,4-10 0-16,0 2-2 0,0-4 2 0,2 2 3 15,0-3-4-15,0-2 6 0,1 3-1 16,0-6 0-16,-1 3 1 0,2-4-1 0,-4 0-1 0,4 3 2 15,-2-2 0-15,0-8-1 0,1 1-2 0,-2-2 8 16,0 0-6-16,-1-1-1 0,0 0-2 0,0-5 4 16,-1 5-7-16,-1-4 4 0,2-1 0 0,-3-1 0 15,2 1 5-15,-2-3-4 0,2 1 5 0,-2-1-1 16,-2-1 0-16,5-2-2 0,-3 0 5 0,-1-1-4 16,0 0 7-16,2-3-4 0,0 2 7 0,1-3 5 15,6 0 13-15,-13 0 15 0,7-3 11 0,-2-2-3 16,0-2 2-16,2-2 4 0,-2-4 9 0,3-3 4 15,0-9-1-15,-1-1-12 0,5-3-7 0,3-5-6 16,2-1-3-16,7-15-8 0,3 4-3 0,8-3-1 16,5 1 0-16,6-5-7 0,-1 7 22 0,9 0-7 15,-3 0-2-15,-1 5-2 0,3 2-1 0,-2 2-5 16,-2 3-2-16,-8 9-3 0,-1-1-1 0,0 5-2 16,-3 2 2-16,-1-1-7 0,-10 7 0 0,-2 0 2 15,-2 4-7-15,0-1 2 0,-1 8-6 0,-3-6-23 16,-1 6-33-16,0-2-50 0,-3 1-60 0,-1 3-33 15,0 0-15-15,0 0-37 0,-5 16-151 0,-3-10-430 16,-2 3 190-16</inkml:trace>
  <inkml:trace contextRef="#ctx0" brushRef="#br0" timeOffset="104081.39">6183 13592 63 0,'0'-8'269'0,"0"4"-5"0,0-4-9 0,0 4-11 16,1-1-16-16,-1 0-23 0,0 5-19 0,-1-4-22 15,2 0-20-15,-1 4-19 0,0 0-22 0,0 0-25 0,0 0-10 16,0 0-9-16,0 0-9 0,0 16-5 0,0-5-5 15,-1 7-3-15,1 1-8 0,0 7-2 0,0 0-2 16,1 5-4-16,-2 1-2 0,0-2 1 0,-2 0-3 16,3 1-1-16,-1-5-3 0,1 0 0 0,-3-6-2 15,3-1-2-15,3-1 1 0,-6-3-1 0,3-4 0 16,0 0 5-16,0-2-9 0,-1-2-19 0,1-2-18 16,0 2-17-16,-1-4-9 0,1 1-14 15,0-4-9-15,0 6 2 0,0-6-12 0,0 0-71 16,0 0-214-16,-11-10-408 0,8 0 181 0</inkml:trace>
  <inkml:trace contextRef="#ctx0" brushRef="#br0" timeOffset="104356.51">6170 13670 16 0,'0'-4'270'16,"-1"0"-21"-16,1 4-21 0,0 0-26 0,0 0-21 15,1-4-21-15,-1 4-17 0,0 0-16 0,0 0-14 16,0 0-12-16,13 2-12 0,-5 1-7 0,1 1-9 15,1 1-9-15,1 1-8 0,0 0-2 16,5 4-7-16,-3 0-5 0,2 0-3 0,-3-2-5 0,2 3-8 16,-5-1-5-16,-2-3-8 0,0-1-3 0,-1 2-9 15,-1-4-3-15,-2 4 0 0,-2-5 0 0,-1 4 2 16,-1-2 5-16,-3 2 1 0,-4 2 6 0,-2-4-3 16,-1 1-4-16,-6 1 1 0,-1-2-1 0,4-1 4 15,-3-1-1-15,0 2-1 0,0-1-3 0,4 0 1 16,0-3 0-16,2-1 2 0,4 3-15 0,1-3-18 15,1 1-28-15,-1 1-29 0,6-2-47 0,0 0-242 16,0 0-402-16,0 0 179 0</inkml:trace>
  <inkml:trace contextRef="#ctx0" brushRef="#br0" timeOffset="104947.84">6952 13418 10 0,'-5'0'140'16,"5"0"-11"-16,0 0-10 0,0 0-2 0,0 0-5 15,0 0-7-15,0 0-1 0,-4-2 1 0,4 2 7 16,0 0 0-16,0 0 5 0,0 0 3 0,0 0 4 16,0 0-3-16,0 0 0 0,0 0-6 0,0 0-6 15,0 0-9-15,0 0-10 0,0 0-10 0,17-3-6 16,-4 2-9-16,3 1-3 0,6-2-8 0,0 1-5 16,6 1-22-16,1-3-27 0,-2 6-26 0,-5-7-50 15,1 5-38-15,-3 2-44 0,1-2-213 0,-5-1-399 16,-3 0 176-16</inkml:trace>
  <inkml:trace contextRef="#ctx0" brushRef="#br0" timeOffset="105132.57">7019 13584 172 0,'0'0'259'0,"0"0"-23"16,0 0-26-16,17 0-21 0,3-4-25 0,9 4-44 16,3-3-91-16,10-2-115 0,-3-1-130 0,-1 2-233 15,0-7 103-15</inkml:trace>
  <inkml:trace contextRef="#ctx0" brushRef="#br0" timeOffset="107281.5">8538 12754 87 0,'0'0'99'0,"0"0"-1"0,0 0 12 16,0 0 0-16,0 0-1 0,0 0-7 0,0 0-2 15,0 0 2-15,0-6-3 0,0 6 4 0,0 0-2 16,0 0 4-16,0 0-2 0,0 0-3 0,0-5-3 16,0 5-11-16,3-4-4 0,-3 4-11 0,2-3-7 15,-2 3-5-15,4-3-4 0,-4 3-10 0,2-3-6 16,2 1-2-16,-4 2-7 0,9-2-4 0,-4 2-3 15,-5 0-5-15,12 0-3 0,-6 0-2 0,-1 2-2 16,3 1-4-16,2 2-1 0,-1 0-1 0,0 2-2 16,0 0-9-16,1 8-1 0,-1-2 0 0,-1 4 0 15,2 1 9-15,-2 6-5 0,-4 1-3 0,-3 1-3 16,-2-1 7-16,-2 0-4 0,-2 5 0 0,-3-3 4 16,-2 1 1-16,2-10-4 0,-3 7 2 0,-2-3 3 15,4-4-3-15,0-3 2 0,-1 1 2 0,0-6 1 16,3 0-2-16,0-3 1 0,2 2-3 0,1-4 2 15,0-1 18-15,1 2 25 0,1-3 29 0,-1-1 29 16,3-2 19-16,-2 2 24 0,2-2-6 0,0 0-14 16,0 0-12-16,7-13-10 0,0 2-12 0,3-3-8 15,3-1-17-15,4-6-6 0,0-1-3 0,5 0-2 16,-4-2-10-16,5 2-13 0,-1 0 8 0,-4 1-16 16,3 0 3-16,-2 3-3 0,-1-2-4 0,-2 6 6 15,-3-1-3-15,0 3-7 0,-1-2 0 0,2 4-2 16,-9 2-2-16,4-1 2 0,-5 4-2 0,0-2 4 0,1 4-3 15,-3-2 0-15,2 1 4 0,-1 2-10 16,-3 2 2-16,5-5-5 0,-4 2-1 0,-1 3-7 16,3-3 8-16,-3 3-8 0,0 0 0 0,0 0-3 15,4-2-8-15,-4 2-12 0,0 0-11 0,0 0-5 0,0 0-5 16,0 0 4-16,0 0 5 0,0 0 6 0,-3 12-3 16,-1-5 2-16,3-1 5 0,-3 4 5 0,0 1-3 15,0 1 3-15,1 5 3 0,-4-1 3 16,2 0 6-16,1-2 0 0,0 3-2 0,-1-2 3 15,4 3 1-15,-4-5 1 0,1-3 1 0,3-1 2 0,1 3 0 16,-3-3-2-16,2 0 7 0,1 0-4 0,0-3 4 16,1 0 1-16,2-1-4 0,-2 1 6 0,3 0 0 15,6 2 7-15,-1-6 1 0,4 4 2 16,5-2 4-16,2-3 4 0,10 0 8 0,-4-1-4 0,0-1 5 16,3 0-1-16,0-2-4 0,-8 2 1 0,-2 0 4 15,-2-1 1-15,-4 1 9 0,0-1 8 0,-4 2 2 16,-1-1 4-16,-1 0 6 0,-7 1 12 0,10 0 2 15,-6-1 1-15,-4 1-6 0,7 0 6 0,-7 0-14 16,7-2-6-16,-7 2-8 0,0 0-17 0,0 0-48 16,0 0-50-16,6 2-52 0,-6-2-60 0,0 0-74 15,0 3-14-15,0-3-17 0,-7 11-251 0,-2-5-582 16,1-1 258-16</inkml:trace>
  <inkml:trace contextRef="#ctx0" brushRef="#br0" timeOffset="107974.5">8115 13541 30 0,'0'0'138'16,"-5"0"-6"-16,5 0-13 0,0 0 5 0,0 0-12 16,0 0-4-16,0 0-9 0,0 0 4 0,0 0-3 15,0 0 1-15,0 0-6 0,0 0-2 0,0 0-6 16,0 0-10-16,0 0-4 0,0 0-5 0,0 0-4 16,0 0-14-16,0 0 1 0,0 0-9 0,0 0-1 15,0 0-7-15,0 0-2 0,0 0-5 0,0 0-1 16,0 0-5-16,0 0 1 0,0 0-1 0,0 0-8 15,0 0 1-15,0 0-2 0,0 0 0 0,0 0 3 16,0 0-8-16,0 0 1 0,0 0-2 0,0 0-1 16,0 0 2-16,0 0-2 0,0 0-1 0,0 0 1 15,0 0-4-15,0 0 0 0,0 0 0 0,0 0 0 16,0 0 0-16,0 0 1 0,0 0 3 0,0 0 0 16,0 0 1-16,0 0-4 0,13 6 2 0,-8-4 11 15,2-1 1-15,6-1 8 0,5 0 1 0,10-1 1 16,4-1 0-16,7-1 1 0,17-2 0 0,8 3 4 15,29-3 10-15,12-2 20 0,6 0-9 0,1 2 5 16,7-1-9-16,-3-2-3 0,1 2 3 0,-9-1-7 16,2 0-8-16,-5 1 0 0,-12 0-2 0,-30 1-6 15,2 2-1-15,-5-4-4 0,-1 5 0 0,-9-5-4 16,-14 3 1-16,0-1-5 0,-5 1 6 0,-9 2 14 16,-8 1 18-16,-1-1 10 0,-1-1 22 0,-4 2 10 15,-1-2 9-15,-1 3-14 0,-1-2-2 0,-5 2-14 16,10 0-32-16,-10 0-41 0,7-2-53 0,-7 2-55 15,0 0-63-15,0 0-82 0,0 0-278 0,0 0-577 16,-18 7 256-16</inkml:trace>
  <inkml:trace contextRef="#ctx0" brushRef="#br0" timeOffset="108722.51">8392 13822 34 0,'0'0'206'0,"0"0"-16"0,4-6-18 15,-4 6-17-15,6-3-9 0,-6 3-12 16,9-3-14-16,-1 1-8 0,2 1-8 0,-1-1-11 0,4 2-11 16,1-3-6-16,3 2-7 0,1 1-9 0,1-2-7 15,-1 4-7-15,0 0-4 0,-2 2-7 0,1-1-1 16,-3-1-7-16,1 7-3 0,-2-5-4 0,-2 3-9 15,-2 0-7-15,-1 0 0 0,2 8-5 0,-2 0-4 16,-7-2-5-16,-1 4-4 0,-5 3 0 0,-4 2 1 16,0-4 4-16,-5 5 2 0,-8-1-2 0,2 0 6 15,-3-3-3-15,-1 0-2 0,1-2 6 0,-1-3-1 16,-2 1 0-16,3-4 2 0,1 0-3 0,4-4 4 16,2 1 6-16,-1-3 2 0,5 0 2 0,1-1 8 15,5-1 6-15,1-1 18 0,-2 0 1 0,2 1 4 16,0-2 1-16,5-1 7 0,0 0-2 0,0 0 0 15,0 0-2-15,22 1-7 0,-8-1-1 0,4 0-6 16,11 0-3-16,-1 0-4 0,2 3-1 0,3-1-4 16,0 0-5-16,4-1 0 0,0 0-1 0,-1 1-3 15,-3-1-1-15,-1 4-1 0,-1-5-1 0,-10 3-3 16,0-3 1-16,-2 0 1 0,-4 0-5 0,-2 0 3 16,-4 0 0-16,0 0 0 0,-4-3 2 0,3 3-3 15,-8 0 0-15,9 0-5 0,-5-2-11 0,-4 2-14 16,7 0-14-16,-7 0-15 0,0-4-37 0,0 4-50 15,3-8-43-15,-3 4-212 0,1-2-422 0,-1-1 186 16</inkml:trace>
  <inkml:trace contextRef="#ctx0" brushRef="#br0" timeOffset="109081.6">9195 13907 232 0,'0'-7'315'0,"0"7"-9"15,0 0-19-15,-3-10-21 0,3 10-18 0,1-5-26 16,-1 5-20-16,0 0-24 0,2-5-14 0,-2 5-19 16,0 0-17-16,0 0-14 0,0 0-13 0,-2-5-15 15,2 5-4-15,0 0-19 0,0 0-27 0,0 0-13 16,0 0 3-16,0 0-11 0,-2 18-5 0,2-9 4 15,-1 3-3-15,1 1-3 0,-3 3-2 0,2 1-1 16,-1 2 2-16,-1-1 1 0,2 1-2 0,-2-2-1 16,0 1-1-16,1-2 3 0,-2 2-4 0,1-3 3 15,1-4-1-15,0 1 0 0,1-6-3 0,0 4 0 16,0-3-8-16,-1-2-9 0,1 0-8 0,1 0-7 16,-1-2-10-16,1-3-9 0,-3 4-3 0,3-4-11 15,0 0-10-15,-6 2-71 0,6-2-86 0,-4-7-208 16,2 1-475-16,-1-1 210 0</inkml:trace>
  <inkml:trace contextRef="#ctx0" brushRef="#br0" timeOffset="109513.8">9090 13768 183 0,'0'0'190'15,"-8"-1"-20"-15,8 1-17 0,0 0-15 0,0 0-17 16,0 0-10-16,0 0-14 0,0 0-10 0,0 0-8 16,0 0-2-16,17 9-10 0,-7-6-8 0,-1 4-1 15,9 3-4-15,5 2-6 0,-1 3 0 0,2-1-9 16,4 4-1-16,-5-1-6 0,1 4-8 0,-2 2 0 15,1-3-8-15,-1 4 1 0,-5-1-4 0,-1 1 2 16,-3 2-2-16,-4-3 4 0,-5 4-9 0,-3-8 0 16,-4 1 3-16,-3 3 0 0,-5 0 4 0,-4-2-4 15,-6-1 2-15,-5-3 5 0,2 1 3 0,-5-4 3 16,-3 0 9-16,0-2 9 0,-2-2 10 0,2 0 13 16,6-3 2-16,5-2 3 0,3-3-4 0,4 4-2 15,4-4-5-15,1 1-2 0,1-2 8 0,2-1 13 16,0 0 4-16,6 0 7 0,-7 4-11 0,7-4-4 15,0 0 0-15,0 0-14 0,0 0-7 0,0 0-6 16,23-1-6-16,-13-2-20 0,-2 3-24 0,3-1-36 16,0-2-43-16,-2 1-64 0,9-4-90 0,-8 4-258 15,5-6-534-15,-6 1 237 0</inkml:trace>
  <inkml:trace contextRef="#ctx0" brushRef="#br0" timeOffset="117214.13">10999 12724 84 0,'0'0'180'0,"1"-5"-17"16,2 2 1-16,-3 3-9 0,4-4-5 0,-4 4-6 15,6-5-10-15,-6 3-11 0,0 2-11 0,4-3-3 16,-4 3-8-16,0 0-11 0,1-4-16 0,-1 4-4 15,0 0-2-15,0 0-10 0,4-1-10 0,-4 1-7 16,0 0-6-16,0 0-15 0,0 0-14 0,0 0-3 16,0 0-10-16,0 0 0 0,0 0 3 0,0 0-1 15,-15 8 4-15,3-1-3 0,1 1 2 0,-6 1-3 16,-1 0 2-16,-1 1-6 0,0 0 6 0,-4 4 1 16,-1 1 2-16,3-6 0 0,-2 5 1 0,5-3-2 15,-3 3-3-15,3-2 2 0,1 0 3 0,-1-1-3 16,2 0 1-16,-1 1-2 0,-1 0 0 0,4 1 0 15,1-2 1-15,-2 1-2 0,6-4 0 0,1-1 2 16,3 0 1-16,0 2-4 0,0-1 3 0,5 0 6 16,0 1 1-16,4-1-3 0,2-1-4 0,3 1 7 15,8 1-2-15,2 3-4 0,5 0 1 0,0-2 4 16,3 2-3-16,0-3-1 0,0-1-1 0,0 4 1 0,-8-5 0 16,-1 4 0-16,1-3 1 0,-4 4-3 15,-3-6 5-15,-3 3-11 0,1-1 6 0,-4 3-5 16,-2-5 6-16,-1 5-2 0,-6-3 1 0,-2 1 3 15,-1 1 1-15,-4-2-1 0,-3 3 0 0,-5 1 4 0,0-2-3 16,0-3-7-16,-1 2 6 0,1-2-5 0,-5 2 4 16,-2-2 2-16,6-1-4 0,0 0 5 15,3-1-3-15,3-1 3 0,3-2 2 0,0 1-1 16,3-3 12-16,2 2 8 0,0-1 5 0,5-1-5 0,-8 0-12 16,8 0-19-16,0 0-8 0,0 0-20 0,16-8-19 15,-6 3-28-15,3 1-20 0,2-1-36 0,3 0-152 16,-8 0-312-16,4 2 139 0</inkml:trace>
  <inkml:trace contextRef="#ctx0" brushRef="#br0" timeOffset="117503.46">11145 13127 50 0,'0'-4'276'0,"0"4"-16"0,0-5-13 0,0 5-19 16,0-4-17-16,0 4-22 0,0 0-21 0,0 0-17 16,1-4-17-16,-1 4-16 0,0 0-16 0,0 0-12 15,0 0-11-15,0 0-7 0,0 0-12 0,0 0-8 16,0 0-5-16,0 0-3 0,0 13-9 0,-1-6-3 16,2-2-2-16,-1 3-3 0,0-3-1 0,0 4-2 15,1-1-3-15,1 3 2 0,-2-3-8 0,0 1 1 16,0-2-2-16,0 1-3 0,0-1-12 0,-2-1-18 15,2 1-10-15,-1-1-17 0,0-1-14 0,-1-1-16 16,0 2-7-16,-1-4-8 0,-1 1-8 0,1-2-34 16,3-1-33-16,0 0-176 0,-19-6-370 0,13 0 164 15</inkml:trace>
  <inkml:trace contextRef="#ctx0" brushRef="#br0" timeOffset="117666.51">11127 12963 113 0,'1'-4'272'0,"-1"-4"-21"0,1 6-20 0,-1-4-20 16,0 6-26-16,0-4-18 0,0 4-20 0,0-5-15 16,0 5-25-16,0 0-23 0,2-4-33 0,-2 4-36 15,0 0-30-15,0 0 0 0,0 0-12 0,0 0-19 16,0 0-23-16,0 0-26 0,7 12-25 0,-4-8-144 16,-2 0-285-16,0 2 127 0</inkml:trace>
  <inkml:trace contextRef="#ctx0" brushRef="#br0" timeOffset="118195.53">11379 13062 9 0,'0'0'211'0,"0"0"-11"0,1-4-24 0,-1 4-14 16,0 0-14-16,0 0-15 0,0 0-15 0,0 0-17 15,0 0-9-15,0 0-14 0,0 0-11 16,0 0-7-16,0 0-16 0,0 0 6 0,2 14-10 16,-2-10-1-16,2 7-4 0,-4-1-6 0,2 1-3 0,-1-1 1 15,1 2-6-15,0 2-8 0,0 1 5 0,-1 2 2 16,0 0-6-16,-1-6-5 0,1 0 6 0,0-1-5 16,1-1 3-16,0-1-6 0,-2-1 2 15,2-2 7-15,-1 0 2 0,1-3 25 0,0-2 26 16,-1 5 23-16,1-5 19 0,0 0 26 0,1 5-1 0,-1-5-7 15,0 0-10-15,8-10-9 0,-2 3-15 0,3-1-10 16,-1-1-8-16,1 0-10 0,1-4-9 0,0 6-5 16,-3-1-2-16,0 2-9 0,-2 1-3 0,2-1-10 15,-2 2-4-15,0 1 6 0,-1 0-18 0,-2 2-3 16,-2 1-13-16,8-3-14 0,-8 3-11 0,0 0-20 16,14 4-21-16,-9-1-28 0,2 0-49 0,-3 2-31 15,2 4-46-15,4-4-251 0,-5 1-513 0,2-2 228 16</inkml:trace>
  <inkml:trace contextRef="#ctx0" brushRef="#br0" timeOffset="118782.52">11693 12982 95 0,'0'0'173'0,"0"0"-8"0,0 0-18 0,0 0-8 16,0 0-12-16,-3-2-12 0,3 2-4 0,0 0-8 16,0 0-16-16,0 0-11 0,0 0-8 0,0 0-4 15,0 0-7-15,0 0-8 0,18 0-10 0,-10 2 3 16,0 0-8-16,3 2-7 0,-2-2 0 0,0 3-2 16,6-2-5-16,-3 3-4 0,4 1 2 0,-5-2-4 0,-1 3-3 15,4 2-2-15,-3 2 2 0,2 0 0 16,-4 2-2-16,-2-2-8 0,-4 4 6 0,1 0-3 15,-4 0-1-15,0 0-3 0,-1 0 0 0,-3 1 2 16,-1-2 1-16,-3-1 0 0,-1 1 0 0,0-3 2 16,-1 1 0-16,1-2 2 0,2-4 3 0,2 2-1 0,-2-6-6 15,2 5-1-15,1-2 3 0,-1-3-4 16,1 0 4-16,2 1-3 0,-1-2 2 0,1 1 17 16,2-3 13-16,-4 2 11 0,4-2 5 0,0 0 9 15,0 0 3-15,0 0 1 0,11 3 0 0,-1-3-7 0,1-2-5 16,0 2-3-16,2 0-8 0,0 0-2 0,-1-1-2 15,1 1-5-15,-2-2-1 0,0 2-5 16,-5 0-2-16,2 0-1 0,0 0-4 0,-8 0-1 16,11 0-15-16,-7-2-9 0,-4 2-19 0,8 0-24 0,-8 0-23 15,0 0-25-15,0 0-21 0,6-1-42 0,-6 1-57 16,0 0-125-16,0 0-371 0,-14-8 164 0</inkml:trace>
  <inkml:trace contextRef="#ctx0" brushRef="#br0" timeOffset="119486.51">12163 12997 38 0,'4'-2'192'0,"0"0"-14"0,1-1-18 15,1 2-13-15,3-1-15 0,-1 0-8 0,2 1-15 16,4-1-16-16,-1 4-2 0,-1-2-12 0,3 1-9 16,3 3-11-16,-5 0-2 0,-1 0-2 0,2 1-9 15,2 2-5-15,-5 0-6 0,1 3-2 0,-3-2-4 16,1 4-4-16,-4 3-3 0,-2-4 1 0,0 1 3 15,-1 4-10-15,-6 0-2 0,-1 3 3 0,2-4-3 16,-5 2 3-16,1-1-3 0,-6-1-1 0,3 0-4 16,-1-3 4-16,-3 2-4 0,4-4 2 0,0-1-1 15,1-3 6-15,1 1 1 0,1-2 0 0,0-1 12 16,3-1 14-16,-1 2 17 0,0-3 19 0,2 1 17 16,2-3 17-16,-4 4 15 0,4-4 16 0,0 0 6 15,0 0-18-15,0 0-13 0,6-12-8 0,4 7-13 16,-1-4-14-16,4-3-5 0,1-2-11 0,0 1-7 15,5-6-9-15,-2 6 4 0,5-6-14 0,-3 3-4 16,-5 5-1-16,1-3-6 0,-1 1-5 0,0 0-2 16,-2 3 0-16,-2 2-1 0,-4 4-4 0,2-4-2 15,-3 3-3-15,2 1 1 0,-3 1-3 0,0-1-7 16,0 1-3-16,-2 0-1 0,1 1-8 0,-3 2 4 16,0 0-30-16,8-2-12 0,-8 2-8 0,0 0 5 15,0 0 3-15,-8 14 10 0,2-7 3 0,1 3-1 16,-4 5 3-16,3-3 0 0,-1 4 3 0,-4 0 10 15,6 1-2-15,0-1 4 0,1-1-1 0,1-3 5 16,3 1 1-16,1-2 2 0,1-1 0 0,2-1 7 0,3 1-3 16,5-3 4-16,3 3 0 0,5-4 3 0,1 0-4 15,7-1 8-15,0-2 1 0,3-1 1 16,-2 0 2-16,-1-2 1 0,-1 0 1 0,-8-2-5 16,-6 2 0-16,1 0 4 0,-4 0 5 0,1-2 6 15,-4 4 3-15,0-4-2 0,-2 4 2 0,-5-2-3 0,9-2 1 16,-9 2-8-16,0 0 2 0,10 0-7 0,-10 0-31 15,0 0-46-15,5 0-59 0,-5 0-75 16,0 0-90-16,0 0-239 0,0 0-572 0,0 0 254 16</inkml:trace>
  <inkml:trace contextRef="#ctx0" brushRef="#br0" timeOffset="131460.15">14995 12241 40 0,'0'-3'160'0,"0"3"-1"0,0-5-3 16,0 2-1-16,0 3-3 0,0-5-10 0,0 5-6 16,0-6-12-16,0 6-14 0,0 0-9 0,0-3-13 15,0 3-15-15,0 0-25 0,0 0-17 0,0 0-8 16,0 0-1-16,-23 20-4 0,5 4 0 0,-13 17-3 0,-1 6-7 16,-5 3-5-16,-9 27 0 0,2-2 1 0,5 0-6 15,12-22 7-15,-6 22 0 0,14-24-6 16,5 1-1-16,1 3 1 0,3 5 1 0,5-3 0 15,5-2 1-15,2 1 1 0,7-4 2 0,5-4 1 0,3 2-3 16,5-7 15-16,5-3 14 0,3 1 3 0,0-17 3 16,7 8 1-16,5-7-3 0,-12-7 0 0,6-2-3 15,-4-2-1-15,-1-2-6 0,-4 0 1 16,-1-2-5-16,-9-6 1 0,-3 1-3 0,-4 2-2 16,1-4-8-16,-4-1-8 0,0 1 0 0,0-2-4 0,-3 0-9 15,0 1-9-15,-4-2-11 0,0 0-32 0,10-4-64 16,-10 4-202-16,-9-8-357 0,4-4 158 0</inkml:trace>
  <inkml:trace contextRef="#ctx0" brushRef="#br0" timeOffset="131993.47">15681 12562 79 0,'5'-9'196'0,"-2"4"-10"0,2-3-6 0,-3 3-9 15,2 0-6-15,-1 2-8 0,1-1-16 0,-3 0-17 16,1 1-13-16,1 1-13 0,-3 2-17 0,2-4-33 15,-2 4-11-15,0 0-6 0,0 0-1 0,-2 20-4 16,-4-3-1-16,-3 7-9 0,-2 4 2 0,-4 2-7 16,1 0-2-16,-2 1 3 0,0 0-3 0,2 1-4 15,0-2 3-15,0-2-6 0,1-1 2 0,0-1 3 16,-2-2-3-16,6 0 1 0,0-6-1 0,2-2 4 16,-3-1-4-16,4-4 1 0,0-1 0 0,1 2 1 15,1-6-2-15,0 3 0 0,0-4-17 0,2-2-8 16,-1 3 4-16,0-1-2 0,2-4-10 0,1-1 13 0,-6 3-47 15,6-3-52-15,0 0-54 0,-5-9-94 16,3 1-284-16,2-1 126 0</inkml:trace>
  <inkml:trace contextRef="#ctx0" brushRef="#br0" timeOffset="132293.34">15703 12575 173 0,'4'-9'270'0,"1"5"-10"0,-2-3-17 15,0 2-19-15,0 2-22 0,-1 0-22 0,1-1-25 16,-3 4-12-16,2-5-21 0,-2 5-16 0,0 0-11 0,0 0-18 16,16 15-5-16,-10-4-10 0,2 7-9 0,-1 4-9 15,6 4-4-15,-4 3-5 0,0 3-6 16,0-4-5-16,0 2 1 0,-4 0-1 0,0 0-2 16,3-1-2-16,-3-2-2 0,-4 2 1 0,2-4-4 0,-2-7-2 15,-1-1 0-15,0-4-3 0,0 0 0 0,0 0-3 16,0-3 3-16,-1 1 0 0,-2-5 0 0,3 3-2 15,0-4 0-15,0 0 1 0,-1-2 0 16,2 2-5-16,-1-5-2 0,-1 5 3 0,-2-3-7 0,3-2-3 16,0 0-5-16,-2 3-24 0,2-3-28 0,0 0-28 15,0 0-45-15,-17-8-17 0,12 1-46 0,-3 0-168 16,0 1-396-16,1-4 176 0</inkml:trace>
  <inkml:trace contextRef="#ctx0" brushRef="#br0" timeOffset="132583.73">15560 12853 50 0,'0'0'158'0,"-11"0"-11"16,11 0-6-16,0 0-3 0,-9 0-12 0,9 0-8 15,0 0-8-15,0 0-3 0,0 0-3 0,0 0-1 16,0 0-7-16,0 0-4 0,36-3-11 0,-4 0-9 15,4 3-9-15,16-4-6 0,1 0-2 0,0 0-7 16,-1-1-10-16,-13 3 5 0,-1 0-8 0,-4-2-3 16,-2 0-3-16,-12 4-2 0,-1-4-3 0,-5 3 0 15,-1-1-3-15,0 2-2 0,-5-2-1 0,-2 2-1 16,-1-1-1-16,-5 1-18 0,10 0-10 0,-10 0-13 16,0 0 0-16,4-3-18 0,-4 3-4 0,0 0-16 15,0 0-9-15,0 0-15 0,-24 3-20 0,16-2-18 16,1 1-29-16,-2-2-88 0,2 0-261 0,7 0 116 15</inkml:trace>
  <inkml:trace contextRef="#ctx0" brushRef="#br0" timeOffset="133043.31">16455 12753 166 0,'0'0'183'0,"0"0"-17"0,0 0-16 0,0-4-19 16,0 4-13-16,0 0-12 0,0 0-14 0,0 0-8 15,0 0-13-15,0 0-5 0,0 0-5 0,-14 2-7 16,5 0-11-16,3 0-6 0,-4 1 0 0,-2 1-2 16,2 1-17-16,1 0 9 0,-2 0-2 0,3 2-8 15,-1 0-1-15,1-2-3 0,-1 3-2 0,3-1-2 16,2 0-4-16,0 0 5 0,2 0 1 0,-1-1-1 16,3 1-5-16,0 1 4 0,4 1-1 0,2-1 5 15,3 1 2-15,4 5 1 0,1-4-2 0,1 3 0 16,0-3-4-16,1 3-3 0,-3-2 4 0,1-1-2 0,-1 3-1 15,-7-6-2-15,2 3-2 0,-2-2-4 16,-1 1 4-16,-1 0-2 0,-4-1 2 0,-1-3 5 16,-3 4 5-16,-6-1 0 0,-4-1 0 0,-4 1 1 15,-3-2-4-15,-7 2-1 0,0-3 4 0,-1 2-10 16,-1-2-29-16,-3-1-43 0,5-1-54 0,-4-2-182 0,2-2-329 16,1-2 146-16</inkml:trace>
  <inkml:trace contextRef="#ctx0" brushRef="#br0" timeOffset="134762.9">17885 12226 20 0,'0'0'33'16,"2"-4"-6"-16,-2 4 6 0,0 0 0 0,0 0 6 0,0 0 1 15,0 0-4-15,0 0 7 0,0 0-3 0,0 0 1 16,1-4-1-16,-1 4-3 0,0 0 5 0,0 0-10 15,3-3 1-15,-3 3 2 0,0 0 5 16,0 0 0-16,0 0 3 0,1-5 12 0,-1 5 3 0,0 0-1 16,2-2 2-16,-2 2-1 0,0 0-1 0,3-5-2 15,-3 5-2-15,0 0 4 0,2-5-3 0,-2 5-1 16,0-4-5-16,0 4 0 0,2-5-3 0,-2 5 2 16,1-3-13-16,-1 3 7 0,0 0 1 0,1-5-4 15,-1 5-4-15,0-5-4 0,0 5 2 0,0 0 5 16,0 0-7-16,3-4 1 0,-3 4-2 0,0 0-7 15,0 0 6-15,0 0-11 0,0 0-5 0,2-2 7 16,-2 2-6-16,0 0 1 0,0 0 1 0,0 0-3 16,0 0-1-16,0 0-3 0,0 0 2 0,0 0 0 15,0 0-2-15,0 0 4 0,0 0-3 0,0 0 5 16,0 0-4-16,0 0-1 0,0 0-3 0,0 0-1 16,0 0 1-16,0 0 2 0,0-5-3 0,0 5 1 15,0 0-4-15,0 0 2 0,0 0-7 0,0 0-7 16,0 0 2-16,0 0-4 0,0 0 3 0,0 0-1 15,0 0 3-15,0 0-11 0,0 0-4 0,0 0-14 16,0 0-7-16,0 0-15 0,0 0-20 0,0 0-20 16,0 0-13-16,0 0-15 0,0 0-5 0,0 0-107 15,0 0-257-15,0 0 114 0</inkml:trace>
  <inkml:trace contextRef="#ctx0" brushRef="#br0" timeOffset="141109.72">17478 12814 39 0,'0'0'90'0,"0"0"-3"0,0 0-5 15,0 0-9-15,0 0-6 0,0 0-2 0,0 0-4 16,0 0-5-16,16-3-9 0,-16 3 6 0,0 0-10 15,0 0 2-15,0 0-3 0,0 0 0 0,7-2 2 16,-7 2-4-16,0 0-5 0,0 0 2 0,0 0-10 16,0 0 4-16,0 0-4 0,0 0-3 0,0 0-6 15,0 0-2-15,0 0 6 0,0 0-11 0,0 0 6 16,0 0-5-16,5-1-4 0,-5 1 3 0,0 0-5 16,0 0 1-16,0 0 3 0,0 0-5 0,0 0 5 15,0 0-6-15,0 0 7 0,0 0-8 0,0 0 0 16,0 0 3-16,0 0 2 0,0 0-2 0,0 0 5 15,0 0-8-15,0 0 5 0,0 0-7 0,0 0 5 16,0 0-2-16,0 0 6 0,0 0-4 0,0 0-1 16,0 0 2-16,0 0 9 0,0 0-17 0,0 0 4 15,0 0 0-15,0 0-2 0,0 0 3 0,0 0-12 16,0 0 14-16,0 0-4 0,0 0 4 0,0 0 2 16,0 0-10-16,0 0 7 0,0 0 4 0,0 0-6 15,0 0 2-15,0 0-10 0,0 0 10 0,0 0 1 16,0 0-1-16,0 0 1 0,0 0 0 0,0 0-1 15,0 0-2-15,0 0 4 0,0 0 6 0,10 1 11 16,-4-2-2-16,4 1 8 0,7-3-7 0,6 2 1 16,7-3 0-16,5 0 9 0,5 0-6 0,16 1 2 15,2-4-1-15,-5 0-5 0,-3 2-1 0,-9 3-5 16,-8 1 0-16,3 0 0 0,-4-2-1 0,-1 0-6 16,-10 1-2-16,0 2-8 0,-4 0 1 0,-4-3-5 15,-1 3 1-15,-3-1-8 0,-2 0 1 0,0 1-6 16,-2-2-6-16,-5 2-26 0,4-1-22 0,-4 1-3 15,0 0-14-15,0 0-18 0,0 0-16 0,-13-6-104 16,6 6-244-16,0-1 108 0</inkml:trace>
  <inkml:trace contextRef="#ctx0" brushRef="#br0" timeOffset="141916.51">18352 12593 99 0,'-3'-4'145'0,"3"4"-15"15,0 0-9-15,0 0-6 0,0 0-7 0,0 0-18 0,0 0-3 16,0-5-5-16,0 5-12 0,0 0-3 0,8-3-7 15,-4 2-9-15,1 0-7 0,3-2-7 16,0 3 0-16,1 0 2 0,0 0-3 0,4 0-6 16,0 3-9-16,3-1-5 0,-4 0-1 0,1 1 0 0,2 0 5 15,-3 1-18-15,0 1 3 0,0 0 0 0,-2 0-1 16,0 0-4-16,-1 4 3 0,0-1-9 0,-5 1 9 16,2 1-6-16,-2 2 4 0,-1 0 5 0,-3 4-2 15,-3 0 2-15,-1 3-3 0,-3-4 5 16,-2 4-8-16,-3-5 6 0,0 5-6 0,-5 1 3 0,3-5-5 15,0-1 0-15,-1 1 6 0,-1-4-2 0,1 2-11 16,-1-3 10-16,2 0-4 0,4-4 0 0,1 1 5 16,-1-2-2-16,4 0 4 0,-1-2 2 0,3 1-1 15,0-3 23-15,-2 3 23 0,4-1 23 0,2-3 19 16,-4 2 20-16,4-2 15 0,0 0 2 0,0 0-10 16,0 0-3-16,0 0-22 0,0 0-11 0,11-14-8 15,-7 11-8-15,1-2-7 0,2 1-9 0,-1-1-4 16,0 2-5-16,2-1-10 0,1-1 1 0,-4 2-11 15,4 1 0-15,-3 0-3 0,2 1-4 0,0 0 0 16,2 3-7-16,-2 0-4 0,-2 0 9 0,3 1-8 16,0 0-5-16,0 1-5 0,0 1-3 0,2 2-3 15,-3-2 1-15,0 1-4 0,-2 0 0 0,0-1 3 16,1-1 1-16,-1-1 0 0,-1 0 2 0,-1 1 2 16,0-1 7-16,2-1-4 0,-1 0 1 0,-5-2 5 15,11 0 1-15,-5-3-1 0,2-1 3 0,3-3 2 16,-2 4 16-16,0-5-10 0,0 0 0 0,0 0-3 15,0-1 2-15,0 1-2 0,-1 1 2 0,-2-2-6 16,2 4 3-16,-2 0-7 0,-2 1-2 0,0-1 3 16,0 2 0-16,1 0-4 0,-1-1 4 0,-1 2-22 15,2-1-23-15,-1 1-23 0,-4 2-28 0,11 0-30 16,-6 0-39-16,1 0-25 0,-6 0-55 0,14 2-149 16,-9-2-422-16,-5 0 186 0</inkml:trace>
  <inkml:trace contextRef="#ctx0" brushRef="#br0" timeOffset="142608.47">18716 12226 14 0,'1'-4'177'0,"0"1"-11"0,2 0-17 0,-3 3-10 15,5-3-13-15,-2 0-16 0,2 2-12 0,-1 0-13 16,1-1-6-16,-5 2-10 0,11 0-17 15,-11 0 1-15,13 3-5 0,-4 1-5 0,0 1-5 0,-1 0-5 16,1 4-6-16,-1-1 1 0,0 3-8 0,-1 3 8 16,0 1-8-16,-1 1-8 0,-2 3 1 0,-1 0-2 15,-6-2 3-15,2 1-3 0,-3 1-5 16,-2-2 10-16,-2 0-6 0,1-1-5 0,0 0 0 0,-3-7 4 16,2 0 1-16,3 1-5 0,-3-1 2 0,4-4-3 15,0 0-2-15,1 0 4 0,0-1-1 0,1 1 11 16,1-2 15-16,1-3 11 0,-4 1 16 0,4-1 10 15,0 0 11-15,0 0-8 0,10 6 1 0,0-8-7 16,4 1-3-16,4-2-5 0,0 0-2 0,13 0-7 16,-2-1 3-16,2 0 5 0,0 0-11 0,-2 1-4 15,-2-1-3-15,-6 3-2 0,-3 1 0 0,-4-1-9 16,-2 1-3-16,-2-1 0 0,-2 1-6 0,-2-2 2 16,1 2-3-16,-7 0-2 0,10 0-3 0,-10 0-11 15,6 0-11-15,-6 0-22 0,0 0-26 0,7 0-27 16,-7 0-14-16,0 0-10 0,0 0-17 0,-7 7-18 15,7-7-24-15,-10 5-39 0,6-2-110 0,-1-2-344 16,1 2 153-16</inkml:trace>
  <inkml:trace contextRef="#ctx0" brushRef="#br0" timeOffset="143141.65">19409 12754 28 0,'0'0'73'0,"0"0"15"0,-4 1 12 0,4-1-16 15,0 0 3-15,0 0-4 0,0 0 0 0,0 0-9 16,0 0 1-16,0 0 4 0,0 0-2 0,0 0-5 16,0 0-3-16,0 0 0 0,0 0-3 0,0 0-6 15,0 0 1-15,0 0-7 0,0 0 0 0,0 0-4 16,0 0-1-16,0 0-3 0,0 0 1 0,0 0-5 15,0 0 5-15,0 0 3 0,0 0 0 0,0 0 6 16,0 0 3-16,0 0-1 0,0 0 4 0,0 0 3 16,0 0-6-16,0 0-3 0,0 0-5 0,25-7-10 15,-10 5 0-15,3-1-4 0,9-2-3 0,4 1-5 16,-3-1 2-16,7 0-7 0,-1 0 1 0,4 0-1 0,-5 2-3 16,2-4-1-16,-3 5-3 0,-4 0 1 0,-9-1-6 15,-1 3 1-15,-6-3 0 0,0 2-5 16,-4 0 1-16,0 1 0 0,-2-2 21 0,2 2-9 15,-8 0-5-15,10-1-13 0,-7 0-16 0,-3 1-19 16,0 0-25-16,6-2-21 0,-6 2-15 0,0 0-28 0,0 0-24 16,0 0-34-16,0 0-165 0,0 0-372 0,-27 2 165 15</inkml:trace>
  <inkml:trace contextRef="#ctx0" brushRef="#br0" timeOffset="143516.51">19765 12518 16 0,'-1'-3'256'0,"-2"-1"-11"0,3 4-20 15,0-5-19-15,0 5-19 0,0-5-16 16,0 5-16-16,0 0-20 0,0 0-14 0,0 0-15 15,-1-3-12-15,1 3-12 0,0 0-18 0,0 0-16 0,0 0-1 16,0 0-8-16,0 12-6 0,-1-3-5 0,-1 7 0 16,2 1-1-16,-1 1-9 0,0 5-1 0,1 5-5 15,-3-10 0-15,6 6-2 0,-2-3-2 16,0-2-1-16,1-1-1 0,-1-2 0 0,0 1 6 0,-1-1-9 16,3-6 0-16,-3 2 2 0,2-3 0 0,0 1 0 15,-1-3-1-15,0 0-2 0,-1-2 5 0,1-2-1 16,-1 2-1-16,2-3 3 0,-2-2 1 0,1 5 0 15,-1-5 1-15,0 5-2 0,0-5-1 16,0 0 4-16,0 3 0 0,0-3-11 0,0 4-8 0,0-4-25 16,0 0-18-16,0 0-25 0,0 0-21 0,0 0-90 15,0 0-162-15,0 0-376 0,5-12 167 0</inkml:trace>
  <inkml:trace contextRef="#ctx0" brushRef="#br0" timeOffset="144041.41">20357 12402 59 0,'0'0'213'0,"0"0"-22"15,2-4-23-15,-2 4-16 0,0 0-20 0,0 0-19 16,0 0-7-16,0 0-13 0,0 0-11 0,-9 16-9 15,4-8-8-15,1 3-6 0,-5 5-8 0,-3 7-6 16,1-2-8-16,-2 4-1 0,1 1-5 0,0-3-4 16,0 3-5-16,-3-2 6 0,5 0-9 0,0-6 1 15,1-1-7-15,0 1-1 0,-1-1-5 0,2-2 4 16,2-2-2-16,-2-2 0 0,3-3-4 0,1 1-2 16,3-4 3-16,-3 2-2 0,3-2 2 0,-2 0 3 15,3-2-2-15,-1-1 21 0,1-2 15 0,-3 7 26 16,7-4 10-16,-1-1 5 0,3 1 2 0,2-1-6 15,1-2-10-15,1 2-2 0,5-1-8 0,2-1-4 16,1 1-5-16,0 2-6 0,1-3-8 0,3 0-22 16,-4 0-30-16,2 0-33 0,-1-3-29 0,-2 2-32 15,-1 0-32-15,0-1-24 0,-5 1-30 0,1-1-146 16,-2-1-370-16,0-1 165 0</inkml:trace>
  <inkml:trace contextRef="#ctx0" brushRef="#br0" timeOffset="144391.5">20499 12729 1 0,'0'0'290'0,"1"-5"-16"0,-1 5-12 15,1-3-15-15,-1 3-11 0,0 0-17 0,0-5-19 16,0 5-20-16,0 0-16 0,0 0-19 0,0 0-7 16,0 0-20-16,1-4-13 0,-1 4-11 0,0 0-12 15,0 0-9-15,0 0-13 0,0 0-9 0,0 0-13 16,0 0-25-16,0 0-10 0,0 0 0 0,0 0 1 15,-2 20-6-15,-1-9 2 0,1 5 0 0,-3 2-2 16,-1 9 2-16,1-4-3 0,-2 2 1 0,2 2 1 16,-2-3 0-16,3 0-1 0,0 0 0 0,2-2 2 15,-2 2 0-15,0-7 1 0,4 0-3 0,-2-5 2 16,0 0 3-16,1-2-2 0,0 0-1 0,1-5 3 0,-1 2 0 16,-2-2 1-16,3-1 3 0,0 0 1 0,0 0 9 15,0-4 15-15,0 6 8 0,0-6 7 0,0 3 5 16,0-3 2-16,0 0-3 0,0 5-4 15,0-5 1-15,0 0-14 0,0 0-2 0,0 4-2 16,0-4-16-16,0 0-15 0,0 0-24 0,0 0-28 0,0 0-49 16,0 0-68-16,0 0-77 0,0 0-239 0,8-9-526 15,-6 5 233-15</inkml:trace>
  <inkml:trace contextRef="#ctx0" brushRef="#br0" timeOffset="145617.57">21054 12698 42 0,'0'0'152'0,"0"0"-2"16,0 0-7-16,0 0 6 0,0 0-15 0,0 0-9 15,0 0-10-15,0 0-3 0,0 0-8 0,0 0-5 16,0 0-5-16,0 0-5 0,0 0-2 0,0 0-8 15,0 0-5-15,0 0-12 0,0 0-8 0,9-3 0 16,-1 2-8-16,2 1-5 0,4-1-5 0,5-2-1 16,8 2-5-16,1 0 2 0,1-1-5 0,1 0-5 15,-2 1 1-15,2-2-5 0,-2 1-2 0,-7 0 1 16,0 1 12-16,-3-2-3 0,-4 2-3 0,-3-2-1 16,-2 3-4-16,0 0 5 0,-4-2-7 0,3 2-4 15,-3-1 0-15,-5 1 1 0,9 0-8 0,-9 0-6 16,5-2-17-16,-5 2-22 0,0 0-12 0,0 0-15 15,0 0-14-15,0 0-7 0,0 0-19 0,0 0-23 16,0 0-16-16,-13 9-24 0,10-5-90 0,-3-3-282 16,1 0 124-16</inkml:trace>
  <inkml:trace contextRef="#ctx0" brushRef="#br0" timeOffset="146015.47">21114 12834 8 0,'-6'1'123'0,"6"-1"2"0,0 0-1 0,0 0-2 16,0 0 7-16,0 0-1 0,0 0-2 0,0 0-6 15,0 0-7-15,0 0-7 0,26 0-8 0,-9-1-6 16,3 0-6-16,3 0-7 0,6-1-4 0,3 2 1 16,3 0-2-16,1-3 5 0,3 3-12 0,-1-2-6 15,3-1-1-15,-5 3-8 0,-2-1-3 0,-6-2-6 16,-7 3-3-16,-3-3-4 0,-5 2-6 0,-1 0 0 0,-3 1 1 15,-2 0-8-15,-1-2-8 0,-6 2-17 16,10 0-14-16,-10 0-14 0,8 0-22 0,-8 0-23 16,0 0-20-16,0 0-20 0,0 0-18 0,0 0-20 15,0 0-139-15,0 0-316 0,0 0 140 0</inkml:trace>
  <inkml:trace contextRef="#ctx0" brushRef="#br0" timeOffset="146808.6">22269 12571 54 0,'0'-4'113'0,"0"4"-1"15,0-6-12-15,0 6-4 0,0-6-12 0,0 6-2 16,-1-5-11-16,1 5-8 0,0-3-4 0,0 3-6 0,-5-4-8 15,5 4-6-15,-2-5-2 0,-2 3-9 16,4 2-7-16,-8-1 6 0,8 1-7 0,-8 0 6 16,0-2-8-16,1 1 9 0,7 1-17 0,-11 1-3 15,3 1 6-15,0-2-9 0,1 1 4 0,-4 0-6 0,1 5-2 16,1-4 8-16,0 1-3 0,-1 2-7 0,0-1 6 16,1 3-3-16,0-2 1 0,-3 2-2 0,2-1-4 15,0 1-2-15,1 2 6 0,0-2 1 16,1 3-5-16,-2 0 2 0,3-2 4 0,1 1-4 15,1 0-4-15,0 0 3 0,0 2 7 0,0-4-1 0,2-1-1 16,3 2 4-16,-1 0 9 0,0 1 11 0,2-3 10 16,-1 0 13-16,1 1 11 0,3-2 5 0,0 1 10 15,1 1 8-15,0-3 6 0,0 1 6 16,2-2 9-16,4 2-1 0,3-1 0 0,-3-1 0 0,6-1-1 16,0-2-5-16,2 0-2 0,2 0-1 0,-1 0-4 15,-1-2-1-15,2-3-2 0,-1-2-11 0,6-1 1 16,-6-1-5-16,-2 1-11 0,1 1-4 0,-1-3 9 15,-4 3 1-15,-5-2 6 0,4 3 3 16,-5-2 2-16,-2 4-6 0,2-2-15 0,-3 1 5 0,-1-5-13 16,-3 5-14-16,0-2-18 0,-3 0-20 0,-4-2-15 15,-2 1-14-15,-4 0-17 0,-6-1-16 0,0 0-16 16,-1 1-15-16,-6 0-22 0,5 4-24 0,-7-1-27 16,6 1-26-16,3 1-17 0,-1 1-39 0,0 1-158 15,7 1-443-15,-2-2 196 0</inkml:trace>
  <inkml:trace contextRef="#ctx0" brushRef="#br0" timeOffset="147672.5">22510 12003 130 0,'0'0'141'0,"0"0"0"0,0 0-8 0,0 0-8 15,0 0-5-15,0 0-11 0,0 0-7 0,0 0-12 16,-3-5-9-16,3 5-6 0,0 0-13 0,0 0-6 16,0 0-11-16,0 0-3 0,0 0-10 0,0 0-4 15,0 0 5-15,14 10-12 0,-5-1 1 0,4 1-3 16,0 2 2-16,7 9-3 0,2 2 2 0,4 3 3 15,6 11-3-15,1 9-1 0,2-2 1 0,-3 3 0 16,-2 7-1-16,-6-3-5 0,0 4 3 0,-3 3-5 16,-7-2-1-16,-8-1-2 0,-6 1-1 0,-9-2-3 15,-2-1 1-15,-10-5 0 0,-2 0 0 0,-5-2-2 16,-5-3 2-16,-3-3 0 0,0-4-3 0,-2-5 0 16,9-7-1-16,-2-4-1 0,0-1-1 0,3-2 3 15,0 0-1-15,0-5 8 0,4-1 9 0,7-4 4 16,1-1 8-16,4-1 2 0,2-2 10 0,2 1 6 15,3-1 3-15,1-1 11 0,0-1 12 0,-1 2 9 16,5-3 9-16,-6 1 0 0,6-1 5 0,-4 3 3 16,4-3-8-16,-4 2-5 0,4-2-1 0,0 0-16 15,0 0-6-15,0 0-12 0,0 0-28 0,0 0-33 16,0 0-39-16,0 0-50 0,0 0-55 0,0 0-118 16,0 0-178-16,0 0-485 0,0 0 215 0</inkml:trace>
  <inkml:trace contextRef="#ctx0" brushRef="#br0" timeOffset="-152843.54">11423 16542 39 0,'0'0'62'0,"0"0"-3"0,0 0 6 0,0 0-3 16,0 0 7-16,0 0-12 0,0 0-3 0,0 0 15 15,0 0-17-15,0 0-1 0,0 0-9 0,0 0-1 16,0 0-4-16,0 0 9 0,0 0-9 0,0 0-7 16,0 0 3-16,0 0 1 0,0 0 1 0,0 0-6 15,0 0-4-15,0 0 0 0,0 0-1 0,16-5-5 16,-5 1-3-16,4 1 6 0,2-3-4 0,2 2-5 15,8-1 4-15,2-2 2 0,1 0-1 0,-5 1-7 16,-3 2-4-16,1 1 1 0,-2 2-8 0,-1-2-18 16,3 2-22-16,-3 1-22 0,-2-2-43 0,-4 4-65 15,-2-1-185-15,-1-1 82 0</inkml:trace>
  <inkml:trace contextRef="#ctx0" brushRef="#br0" timeOffset="-152557">11450 16752 98 0,'0'0'96'16,"23"0"-12"-16,-4 0-10 0,7-1-4 0,7 0-3 16,5-4-10-16,12 5 10 0,4-4-48 0,0 3-49 15,-15 0-71-15,12 0-108 0,-15-3 48 0</inkml:trace>
  <inkml:trace contextRef="#ctx0" brushRef="#br0" timeOffset="-151900.22">12228 16470 20 0,'2'-4'192'0,"-2"4"-19"0,0-4-20 0,0 4-16 15,0 0-21-15,0 0-10 0,0 0-18 0,0 0-6 16,0 0-12-16,0 0-10 0,15 9-4 0,-9-1-6 15,1 0-5-15,0 1-5 0,1 0-4 0,2 6-3 16,-1-6-1-16,0 2-1 0,0 0-9 0,0 0 2 16,0-1-2-16,-1-1 0 0,-1-1-1 0,0-2-5 15,-1 4 2-15,-2-5-4 0,1 0 1 16,-1-1 8-16,1-1 8 0,-4-1 28 0,3 1 29 0,-1-1 35 16,-3-2 17-16,0 0-6 0,10-6-12 0,-6-1-6 15,1-3-17-15,0-7-10 0,1-2-5 0,3-8-5 16,0-5-4-16,5-14-11 0,-6 0-3 0,2-3-8 15,0-6-5-15,-2-4-1 0,0 2-6 16,4-26-9-16,-4 32-1 0,-4-6-4 0,1-3-7 16,1-22-12-16,-3 28 8 0,-3 1-10 0,0 3 2 15,-5 2-5-15,5 12-1 0,-4 2 1 0,2 0-2 0,-4 5 1 16,3 0-2-16,-1 3 2 0,-1 8-1 0,2-1 0 16,-2 3 3-16,3 1-6 0,-2 5 3 0,2 3-14 15,1-1-9-15,1 8-29 0,-1-11-29 16,1 11-43-16,-3-8-62 0,3 8-38 0,0 0 1 15,0 0-9-15,0 0-150 0,0 0-413 0,0 0 182 16</inkml:trace>
  <inkml:trace contextRef="#ctx0" brushRef="#br0" timeOffset="-150807.99">12512 15323 3 0,'0'0'70'0,"0"0"-1"0,-4-4-3 0,4 4-2 16,0 0-1-16,0 0-10 0,0 0 0 0,0 0-7 15,0 0-4-15,0 0 3 0,0 0-14 0,0 0 3 16,11-3-11-16,-11 3 4 0,8-1-5 0,-3-1-1 16,3 2-10-16,-3-1 3 0,8 1 0 0,-3-1-1 15,3-1 1-15,8 1-7 0,-1 1-2 0,0 0 7 16,10 0-7-16,-2 0-1 0,3 0 1 0,4-3 1 15,-3 3 0-15,4 3-4 0,4-3-8 0,11 0-3 16,0 1-4-16,3-1 6 0,-5 0-5 0,4 2 5 16,-1-4-2-16,2 1 2 0,-2 1 2 0,-2 0 1 15,-10 1-3-15,16-2 5 0,-5-2-3 0,-10 3 1 16,-2 0 4-16,13-1-1 0,-14 2-2 0,-1-2 2 16,15-2-2-16,-13 2 0 0,-1 1 0 0,3-2 1 0,-1 2-3 15,-3 0 10-15,0-1-8 0,2 0-1 16,1 1 1-16,-3-1-2 0,-1-1 9 0,1 2-4 15,-1-2 0-15,1-1 1 0,1 3-2 0,0-1 0 16,-2 0 2-16,2-1 0 0,1 1-6 0,-2-2 6 16,1 2 3-16,2-2-6 0,-2 3 0 0,3-1 4 0,10-2 0 15,-10 2 0-15,9-1 7 0,-11-1-15 16,0 2 0-16,0-2 0 0,2 3 4 0,9-3-1 16,-14 1 9-16,5 0-1 0,-5-1-8 0,-1 3 4 15,1-2 1-15,1-1-2 0,0 1 0 0,-1 0-1 16,0 1 2-16,2-1 6 0,3-2-3 0,-1 4 5 0,-2-3-1 15,1 0 6-15,-1 1-7 0,-3-1-1 16,4 1 3-16,-6-1 0 0,4-1 2 0,-4 1 0 16,0 1 1-16,-1-1 8 0,0-1-9 0,2-1 2 15,-4 0-1-15,2 4 6 0,-1-2-13 0,-6-4 7 16,-2 5 2-16,-1 0 5 0,-3-2-7 0,-1 4 6 0,0-5-5 16,-4 4 9-16,-2-3-8 0,-1 3 2 0,1 0 4 15,-5-1-3-15,1 0 0 0,0 1-5 16,-2 1 4-16,-1-3-2 0,-5 3-4 0,10 0 0 15,-10 0-10-15,8-2 5 0,-4 1 1 0,-4 1-3 16,6 0 3-16,-6 0-7 0,0 0 3 0,9 0-1 0,-9 0-3 16,0 0-5-16,0 0-6 0,5 3 2 0,-5-3 1 15,0 0 0-15,0 0-1 0,0 0 7 16,0 0-10-16,6 0 4 0,-6 0 8 0,0 0-14 16,0 0-3-16,0 0-3 0,0 0-14 0,0 0-10 15,0 0-25-15,0 0-77 0,0 0-160 0,-13 3 71 0</inkml:trace>
  <inkml:trace contextRef="#ctx0" brushRef="#br0" timeOffset="-148960.75">17204 14414 53 0,'0'-6'169'0,"0"6"0"16,-1-4-6-16,1 1-11 0,0 3-13 0,0-8-5 15,0 8-7-15,1-5-16 0,-1 5-8 0,3-4-18 16,-1 2-7-16,3-1-10 0,2 0-6 0,4 3-9 15,0 0-10-15,4 0-5 0,2 3-3 0,2 1-5 16,0 1-8-16,-3 4-9 0,5-1 1 0,-6 5-3 16,-2 1-5-16,4 5 3 0,-6-1-2 0,-2-2-1 15,0 13 1-15,-4 0-3 0,-4 1-1 0,-3 1 2 16,-5-1-2-16,-2 2 1 0,-2-5-1 0,-1 3 2 0,-3-3-8 16,1-4 6-16,-5-3 0 0,6-4-3 15,-1 0 3-15,3-4-3 0,0 1 1 0,1-5 3 16,1 1-1-16,3-4 3 0,-1 0-1 0,2 0 17 15,0-1 24-15,3 0 7 0,-1-3 26 0,3-1 14 16,-4 1-11-16,4-1-6 0,0 0-9 0,11-17-11 0,1 4-2 16,4-2-8-16,7-3-3 0,1-3-8 0,0-1 0 15,3-3-5-15,0-2-7 0,-2 1-9 16,2 3 0-16,-1-3-2 0,-5 1 0 0,0 4-2 16,-2 2 2-16,-6 3-2 0,-3 2-2 0,-1 5 4 15,-4 2-7-15,2-1 1 0,-2 4-6 0,-3-2-5 0,1 2 3 16,1 1-24-16,-4 3-6 0,0 0 1 0,0 0 3 15,0 0 7-15,-9 16 2 0,-3-2-4 16,3 3 2-16,-5 5 1 0,5 4-1 0,3-2 6 16,-2 2-1-16,5-1-2 0,3 2-6 0,4-8-9 15,8 5-6-15,3-1-22 0,3 0-40 0,6-6-46 16,6 2-222-16,3-9-399 0,2-2 176 0</inkml:trace>
  <inkml:trace contextRef="#ctx0" brushRef="#br0" timeOffset="-148311.16">16846 15047 153 0,'-3'-1'165'0,"3"1"-11"16,0 0-11-16,0 0-12 0,0 0-11 0,-4-4-14 16,4 4-11-16,0 0-8 0,0 0-9 0,0 0-6 15,0 0-12-15,0 0-6 0,0 0-7 0,0 0 0 16,0 0-11-16,0 0-2 0,0 0 5 16,0 0-13-16,0 0-2 0,0 0-7 0,0 0-1 0,0 0 2 15,0 0-3-15,0 0-6 0,0 0 4 0,0 0-4 16,0 0 5-16,0 0-11 0,0 0-5 0,0 0 6 15,0 0 4-15,0 0 1 0,0 0 1 16,0 0 0-16,0 0 7 0,0 0-3 0,0 0 0 16,15-2 0-16,-8 2-2 0,5 0-1 0,10-3-4 0,-3 2 5 15,12-4-3-15,5 0 0 0,17-1 0 0,11-2 4 16,33-3 8-16,8 1-4 0,7-2 10 0,1-1-8 16,2 2 5-16,3-2-4 0,-1 4-7 15,3-6 2-15,3-1 2 0,-11 6-7 0,-6 1 3 16,0-4-3-16,-10 0-2 0,-31 4 0 0,1 2 1 0,-1-2-3 15,-4-2 3-15,-6 4 4 0,-15 2-7 0,-4 0-7 16,-7 1 4-16,-9-1 3 0,-4 5 1 0,-5-3 0 16,-1 1 7-16,-1 2-2 0,-2-2 6 0,-1 1-9 15,-1 1-6-15,-5 0-3 0,0 0-2 16,8 3-22-16,-8-3-15 0,0 0-31 0,0 0-24 0,-13 10-31 16,5-6-31-16,1 1-144 0,-1 1-325 0,4-2 144 15</inkml:trace>
  <inkml:trace contextRef="#ctx0" brushRef="#br0" timeOffset="-146940.18">17255 15162 15 0,'0'0'145'0,"0"0"0"0,-3-3-11 16,3 3-22-16,0 0-3 0,0 0-16 0,0 0-12 0,0 0-6 15,-4-1-7-15,4 1-9 0,0 0-6 0,0 0-2 16,0 0-17-16,0 0-2 0,0 0 6 0,0 0-7 16,23 3-14-16,-12-1 5 0,-1 1 0 15,1 1-4-15,0 1 1 0,7 2-7 0,-9 1 0 16,2-4-6-16,2 4 4 0,-2 3 0 0,-1 0-6 0,-1 1 0 15,-3 0-2-15,1 2-1 0,-4 3 3 0,-4-1-3 16,-4 3 4-16,-3-3-5 0,-5 8 10 16,-6-4-10-16,-5 1 1 0,-3-3 8 0,0-1-6 0,-1-1 4 15,-1 0-7-15,-1-2 0 0,1 2 1 16,-2-6-3-16,4 1 1 0,7-3 1 0,1 1-1 16,4-3 4-16,4-1-5 0,-1-1 3 0,3 1-1 0,3-2-3 15,1-2 5-15,0 2 1 0,5-1 3 0,0-2 6 16,9 6 12-16,1-6 2 0,8 0 1 0,12 0 0 15,3 0 7-15,3 0-1 0,3-3 3 16,12 0 1-16,-11 2 0 0,-3 0 2 0,0-2-8 16,-2 1-3-16,-5 0 2 0,-2 0-6 0,-6 2-4 15,-4 0-1-15,1-3-3 0,-6 3 0 0,-4 0-6 0,-2 0-5 16,1 0-13-16,-8 0-10 0,9 0-22 0,-5-2-55 16,-4 2-33-16,5-3-27 0,-5 3-107 0,0 0-283 15,-4-12 126-15</inkml:trace>
  <inkml:trace contextRef="#ctx0" brushRef="#br0" timeOffset="-146681.22">17848 15296 19 0,'0'0'227'0,"0"-8"-15"15,0 4-20-15,0 4-21 0,2-5-22 0,-2 5-17 16,0 0-20-16,0 0-12 0,0 0-14 0,0 0-11 16,0 0-3-16,0 0-12 0,1 15-3 0,-2-5-10 15,1 0-1-15,-2 3-3 0,1 3-11 0,0 2-1 16,-2-1-10-16,2 0-13 0,-2-3-18 0,1 3-26 16,-2-5-9-16,4 1-28 0,-3-2-12 0,1 0-21 15,-1-1-14-15,-2 0-117 0,1-4-255 0,-1-1 113 16</inkml:trace>
  <inkml:trace contextRef="#ctx0" brushRef="#br0" timeOffset="-146393.36">17779 15259 165 0,'0'0'224'0,"-1"-6"-25"0,1 6-19 16,0 0-23-16,-3-6-21 0,3 6-15 0,0 0-12 15,0 0-11-15,0 0-15 0,25 6-4 0,-9 0-9 16,1 1-6-16,1 3-9 0,6 2-10 0,-1 2-4 16,0 2-1-16,-2 3-6 0,0 1-3 0,-4 1-3 15,-2 1 2-15,-2-1-8 0,-4-4-1 0,-3 0-4 16,-2 3-3-16,-5-2 3 0,-2-1-2 0,1 0 2 16,-8 1-5-16,-3-1 2 0,-8 0-4 0,-2-3 1 15,0-2 1-15,-2 3 0 0,-3-6-2 0,6-1 1 16,-4 0-4-16,7-3-14 0,-1 3-27 0,-1-4-26 15,6 0-38-15,1-1-46 0,5-1-168 0,-1-2-337 16,3-2 149-16</inkml:trace>
  <inkml:trace contextRef="#ctx0" brushRef="#br0" timeOffset="-144694.19">19603 14255 90 0,'1'-3'160'0,"1"-1"-8"0,0-3-8 0,-1 5-3 0,0-1-3 16,1 0-12-16,-2 3-9 0,1-7-12 0,-1 7-14 15,1-3-11-15,-1 3-12 0,0 0-6 0,0 0-16 16,0 0-6-16,0 0 1 0,0 0-15 0,0 0 3 16,-23 12-2-16,8-6-3 0,-3 7-6 0,0 0-4 15,-5 0 1-15,-4 3-2 0,3 0-2 0,0 1-1 16,1-3-2-16,-2 2-2 0,8-3 2 0,1 0 8 16,1-2-12-16,1 0-1 0,1 2-1 0,4-5 1 15,0 1-3-15,1-1 0 0,2 1 3 0,2-2-6 16,0 0 0-16,3-1 3 0,2 0-3 0,6 2 4 15,3 1 4-15,4 1-5 0,3-1 5 0,11 1 5 16,-3 0-1-16,6-1 1 0,3 1-1 0,-2 2 2 16,-1-1-3-16,-3 1-1 0,-2 2 0 0,-2-2-1 15,-7 1-2-15,-4-1 1 0,0 1-1 0,-4 0-2 16,-1 2-3-16,-3-4 1 0,-3 1-1 0,-2 1-1 16,-3-1 4-16,-2-1 0 0,-3 5 2 0,-6-5 0 15,-3 1 0-15,-7 1 3 0,-4-1-3 0,0 0-4 16,0-3 4-16,1 1-1 0,7-5 0 0,-1 0 2 15,0-1-2-15,3 0 8 0,0-3-5 0,5 1 0 16,0-1 2-16,4-1 2 0,0 1 0 0,9-1-13 16,-6-4-17-16,6 4-31 0,4-7-16 0,7 2-16 15,4-2-2-15,6 0-10 0,6 0-10 0,5-1-11 16,1 1-11-16,-4 0 1 0,6 0-66 0,-2 0-207 16,-2 0 91-16</inkml:trace>
  <inkml:trace contextRef="#ctx0" brushRef="#br0" timeOffset="-144494.8">19706 14752 413 0,'19'-5'-8'0,"1"-2"22"0,-1 1 27 16,-5 3 22-16,1-5 20 0,-3 3 18 0,-2-5 24 15,0 6 15-15,-1 0 8 0,0-3 1 0,-1 0 8 16,-2 3 2-16,-1 1 2 0,-1-4-7 0,2 3-6 16,-2 0-2-16,-1-1-5 0,1 3-8 0,-2-3-11 0,3 3-10 15,-5 2-18-15,2-3-13 0,-2 3-9 16,2-4-11-16,-2 4-16 0,0 0-7 0,0 0-4 16,0 0-5-16,0 0-5 0,5 11-1 0,-5-6-2 15,1 3-5-15,-1 0 4 0,-1 2-9 0,-3 0-20 16,3 0-7-16,1 4-9 0,-2-3-11 0,0-1-16 0,2 0-14 15,-4-2-13-15,3 0-15 0,-3-3-17 16,2 2-10-16,-2-2-13 0,1 0-10 0,-2-1-35 16,1-4-189-16,4 0-398 0,-14-5 176 0</inkml:trace>
  <inkml:trace contextRef="#ctx0" brushRef="#br0" timeOffset="-144359.96">19847 14491 84 0,'2'-8'210'0,"1"0"-15"0,-2 2-14 15,0 0-20-15,1 0-14 0,-1 3-10 0,0-1-23 16,-1 0-28-16,0 4-35 0,4-4-26 0,-4 4-28 0,10 0-28 16,-10 0-23-16,13 5-42 0,-8 0-106 0,-1 0-217 15,1 0 96-15</inkml:trace>
  <inkml:trace contextRef="#ctx0" brushRef="#br0" timeOffset="-144045.18">20088 14584 45 0,'0'3'126'0,"0"-3"-10"0,0 10-12 0,0-3-11 0,0 2-12 16,-4 2-8-16,3-1-8 0,-3 3-7 0,2-1-3 15,-1-2-8-15,3 1 2 0,-4-1-5 0,3-3-8 16,0 1-9-16,1-5 10 0,-1 4-7 15,-1-3 3-15,2-4 24 0,0 4 39 0,2 0 20 0,-2-4 0 16,0 0-2-16,0 0-12 0,17-8-10 0,-9 1-10 16,1 0-7-16,0-1-7 0,1 0-8 0,-1-1-6 15,2 3-4-15,0-1-10 0,-2-1-3 0,0 3-4 16,2 1-9-16,-3-1-1 0,0 3-9 16,-1 1-16-16,3 1-15 0,-3 0-19 0,2 3-18 0,-2-1-33 15,5 2-25-15,-3 2-38 0,1 1-169 0,-2-2-347 16,-3 1 154-16</inkml:trace>
  <inkml:trace contextRef="#ctx0" brushRef="#br0" timeOffset="-143711.6">20460 14485 31 0,'1'-2'201'0,"-1"2"-22"0,0 0-22 0,2-4-16 16,-2 4-14-16,0 0-14 0,11 1-12 0,-11-1-10 15,13 4-11-15,-7 0-10 0,2 1-10 16,0-1-4-16,-1 4-11 0,0 1-2 0,0-1-3 0,0 4-6 16,-3-3-3-16,-1 6-7 0,1 2-1 0,-4-1-3 15,0 1-1-15,-5-1-5 0,1 1-1 0,-5-3 1 16,3 0-1-16,0-1-1 0,-1-4-5 0,-2 3 0 15,4-4-1-15,0 0-1 0,1-4-6 16,0 3 4-16,2-4-3 0,-1 1 0 0,1-1 7 0,-1-1-4 16,3-2 5-16,4 7-3 0,2-5 6 0,5 1-3 15,4-3-4-15,4 0-33 0,4 0-47 0,5-3-65 16,-9-1-123-16,2-2-285 0,1 1 127 0</inkml:trace>
  <inkml:trace contextRef="#ctx0" brushRef="#br0" timeOffset="-143245.19">20822 14507 111 0,'2'-3'157'0,"5"0"-19"0,-1 2-15 16,2-2-10-16,-2 3-15 0,3-2-11 0,-1 2-12 0,1 2-8 16,-3-2-5-16,4 4-6 0,-2 2-9 0,0-1-2 15,-3 1-8-15,-1 5-6 0,-1-2-2 0,0 3-5 16,-3-1 2-16,0 3-9 0,-3 3 1 0,0-5 1 16,-3 5 0-16,-3-2-9 0,-1-1 2 0,-1 0 3 15,0 1-4-15,-1-4-4 0,2 0 0 0,-2-4 4 16,6 3 11-16,-2-5 12 0,3-1 6 0,1 2 22 15,0-2 19-15,-1-2 26 0,4 0 22 0,1-2 16 16,0 0-13-16,0 0-14 0,0 0-12 0,11-14-12 16,2 5-7-16,1-5-11 0,7-4-6 0,2 1-10 15,0-2-4-15,1-5-5 0,0 2-9 0,-1 5-2 16,-4-2-4-16,-5 4-5 0,-1 3-3 0,-4 5-2 16,0-1-4-16,-4 1-5 0,0 4-11 0,-1-1-23 15,0 4-12-15,-4 0 3 0,0 0 1 0,-1 10 3 16,-6-2 1-16,1 5 1 0,-2 7 3 0,2 4 3 15,-1 3 1-15,5-1 2 0,-1 1 0 0,7-1-3 16,4 1-12-16,2 1-29 0,9-5-47 0,11-1-78 16,-2-6-252-16,22 0-467 0,3-7 208 0</inkml:trace>
  <inkml:trace contextRef="#ctx0" brushRef="#br0" timeOffset="-136940.22">12830 16537 92 0,'0'-5'95'15,"3"-1"-6"-15,-2 0-14 0,-1 1-4 16,0 1-12-16,4-2-4 0,0 0-4 0,1 1-11 15,3-2-3-15,0 2-3 0,3 0-7 0,0-1-2 16,3 4-1-16,5-1-2 0,-2 2-10 0,2 2 5 0,-1 3-9 16,1 5 8-16,3-1-7 0,0 10-11 0,-1 2 10 15,1 6-8-15,-4 4 7 0,-3 4-10 16,4 9 3-16,-4 4 0 0,-4 3-1 0,-5-1 2 16,2 2 3-16,-8-1-2 0,1-1-1 0,-2-2 2 15,-2-12-14-15,-2-1-12 0,0 2 14 0,-1-4-1 16,0-1-2-16,0-5 0 0,1 1 4 0,-1-9-3 15,3 0-2-15,2-2 6 0,0-3 13 0,-2-3-9 16,3 2-5-16,-1-2 11 0,2 2-8 0,1-4 10 16,-1 1-8-16,3 1 5 0,3-3-5 0,0 2 4 15,2-2-1-15,11-1 14 0,7 1 5 0,6-3 0 16,19-3-1-16,8-2 5 0,35-6-3 0,5 1-4 16,6-5 13-16,8 2 2 0,3-1-6 0,11 3 0 15,-4-5 3-15,10 2 1 0,-1 1-8 0,6 1 1 16,3 1-3-16,0 2-9 0,-3 2-1 0,-7 0 5 15,3-1-8-15,-2 4 5 0,-5 0-11 0,-8 3-6 16,-5-1-18-16,-9 0 6 0,-9 1-2 0,-1-3-1 16,-7 0-6-16,-25 0 41 0,4-3-1 0,23-4 2 15,-28 5-10-15,3-1 3 0,-6-2 10 0,1 2 3 16,-4-3 1-16,-18 4 3 0,2-3 1 0,-4 0 5 16,0 2 0-16,-4-5 5 0,2 3 2 0,-7 1 8 15,-9-3-5-15,-2 5 9 0,-3-1 10 0,-4 1 7 16,1-1 6-16,-4 3-4 0,-1-2 3 0,1 0-10 15,-2 2-5-15,1-3-2 0,-6 3-9 16,7-1-5-16,-7 1-5 0,0 0-8 0,6 0 2 16,-3-3-10-16,-3 3 0 0,0 0-15 0,6-1-5 0,-6 1-19 15,0 0-1-15,0 0-6 0,0 0-3 0,0 0-6 16,0 0-10-16,0 0-7 0,0 0-14 0,0 0-11 16,0 0-40-16,6-1-32 0,-6 1-118 0,0 0-287 15,0 0 127-15</inkml:trace>
  <inkml:trace contextRef="#ctx0" brushRef="#br0" timeOffset="-136512.76">16845 16898 122 0,'-6'-5'167'0,"6"5"-8"0,0 0-16 16,0 0-12-16,0 0-15 0,0 0-17 0,0 0-6 15,0 0-30-15,0 0 11 0,0 0-11 0,0 0-5 16,0 0-8-16,0 0 2 0,38 8-7 0,-28-2 1 16,11 4 1-16,3 2-1 0,3 0-1 0,2 3-4 15,2 2-5-15,1 1 1 0,-2 0-8 0,-3 3-4 16,-1-1 4-16,-3 3-7 0,-4-2 0 0,-6-4-8 16,0 7 6-16,-7-5-10 0,-2 6 6 0,-5-7-9 15,-5 0 0-15,-1 1-3 0,-10 3-5 0,-6-3 3 16,-5 0-4-16,-2 1-7 0,-4-3-42 0,-14 4-39 15,-1-1-73-15,-2-7-108 0,17-3-293 0,2-1 129 16</inkml:trace>
  <inkml:trace contextRef="#ctx0" brushRef="#br0" timeOffset="-132863.22">18464 16605 15 0,'3'-7'45'15,"-3"7"-3"-15,7-4-2 0,-3 1-11 0,-4 3 4 16,12-3-1-16,-2 1-7 0,1-1-5 0,2 1 6 16,0 2-4-16,4 0-2 0,-5 0-5 0,1 3 2 15,6-1-4-15,-2 5-3 0,-2-1 4 0,2 5-6 16,1-1-2-16,-4 4-3 0,-3 2 6 0,-3 1-7 16,-2 0 2-16,0 1-4 0,1 7 5 0,-4 0-6 15,-6-5 3-15,2-1 5 0,-7 7-6 16,-1-3 5-16,2 3-4 0,-5-3 6 0,1 0 0 15,-6-2-6-15,7-5 3 0,-2 0 4 0,1-3 6 16,-2-3-4-16,3-1 0 0,0-1 5 0,1-1-4 0,0-1 8 16,1-2-8-16,6 0 9 0,-4-1 14 0,2 1 7 15,2-4 9-15,2 0 38 0,-5 5 8 16,1-3 25-16,4-2-3 0,0 0-3 0,0 0-21 16,-4-7-5-16,5 0-14 0,3 0-3 0,1-5-9 15,4-1-9-15,3-6-10 0,1-2-1 0,4-4-9 16,0 4-5-16,-3-1-2 0,0 2-2 0,4-2-9 15,-1 1 5-15,-6 4-5 0,7-2-3 0,-5 5 0 16,-2-1-2-16,0 1 0 0,1-1 2 0,-4 5-11 16,0 0 4-16,0 3 1 0,0 0 0 0,-5 2 1 15,1 0-6-15,0 0 6 0,-2 0-4 0,-1 3-5 16,1-1-8-16,-2 3-17 0,1-3-12 0,-1 3 6 16,0 0 0-16,-3 12 3 0,0-3 8 0,-3 2-2 15,3 8 7-15,-4-3-4 0,-2 8-6 0,5-5 14 16,2 8 2-16,2-9 0 0,2 9-3 0,4 0 2 15,8-2 1-15,1-2-1 0,5-1-7 0,8-5-15 16,7-1-20-16,15 2-37 0,0-3-56 0,-11-8-99 16,-2-7-264-16,-1 3 117 0</inkml:trace>
  <inkml:trace contextRef="#ctx0" brushRef="#br0" timeOffset="-132277.93">18151 17266 56 0,'0'0'115'0,"0"0"-14"0,0 0-7 15,0 0-16-15,0 0-3 0,0 0-3 0,0 0-18 16,0 0 4-16,0 0-13 0,0 0 3 0,0 0 0 16,0 0-9-16,0 0-5 0,0 0-6 0,0 0-3 15,0 0-4-15,0 0 1 0,0 0 0 0,0 0-13 16,0 0-17-16,0 0 24 0,0 0-9 0,0 0 3 16,0 0-1-16,0 0 2 0,0 0-4 15,0 0 6-15,0 0 5 0,0 0 7 0,33 1 3 16,-2-2 3-16,4-4-4 0,16 0 2 0,9 1 0 15,29-7 8-15,11-1 9 0,2-2 1 0,17 2 8 16,6-3-9-16,7 3 10 0,-1 0-8 0,-3 2-2 0,-5 3-2 16,-11 1-6-16,-8 2 2 0,-10-4-6 0,-3 3-4 15,-30 1-5-15,2 1-7 0,-7-2 1 16,-5-1-16-16,-16 6 5 0,0-3-10 0,-7 0-4 16,-7-1 1-16,-3 2-8 0,-5 2 9 0,-7-3-3 15,-6 3 2-15,15-1 3 0,-15 1-4 0,12-1-14 16,-12 1-15-16,0 0-33 0,0 0-37 0,0 0-61 15,0 0-83-15,-50-3-270 0,31 2 120 0</inkml:trace>
  <inkml:trace contextRef="#ctx0" brushRef="#br0" timeOffset="-121315.34">18497 17515 54 0,'0'0'65'0,"0"0"-4"0,0 0 5 15,0 0-11-15,0 0 10 0,0 0-10 0,0 0 2 16,0 0 7-16,0 0-4 0,0 0-8 0,4-8 6 16,-4 8-11-16,0 0-6 0,0 0-1 0,0 0-8 15,8-6-6-15,-3 3-7 0,1 0-4 16,5 1 9-16,0-2-4 0,7 1 4 0,1 0-6 16,0 0-3-16,3 1 7 0,1-1-1 0,-4 2-13 15,4 1 0-15,-4 2 3 0,2 1-2 0,-3-1-4 16,-2 3 7-16,-3 2-6 0,-1-2-5 0,-3 4 15 15,0 2-21-15,-5 0 10 0,0 1-6 0,-5 3-2 16,-6 2 2-16,-2 1-8 0,-12 7 7 0,-1 0 0 16,-3-3 3-16,-3 4 5 0,-3-4-9 0,3-1 1 15,-3-1 1-15,3-1 1 0,-3-2-1 0,3 0 1 16,-1-4-29-16,5 1-4 0,6-5 4 0,1 2-3 16,4-5 8-16,7 0 2 0,-4-1 6 0,3 0 1 15,2-4 11-15,1 2 15 0,4-3-9 16,0 0 15-16,0 0-6 0,0 0 9 0,0 0-3 0,40-3 5 15,-12-2-5-15,5-1 8 0,1 0-11 0,2-1 8 16,-2 0 4-16,4 2-6 0,-6 0-9 0,-1 0 2 16,-3 0 4-16,-7 1-5 0,-1 2 0 0,0 1-1 15,-9-1-7-15,0 2-9 0,3-2-11 16,-14 2-18-16,14-2-5 0,-14 2-7 0,13-1-21 16,-13 1 1-16,0 0-18 0,10 0-63 0,-10 0-158 15,0 0 71-15</inkml:trace>
  <inkml:trace contextRef="#ctx0" brushRef="#br0" timeOffset="-120953.19">19231 17446 74 0,'0'0'66'15,"0"0"-1"-15,0 0-13 0,0 0-11 0,6 23-5 16,-6-11-3-16,1 0 5 0,1 7-7 0,-2-4-5 15,1-1 3-15,2 6-3 0,-5-6-8 0,4 1 3 16,0 1-6-16,-2-3 4 0,0 4-13 16,-2-2 9-16,2-5 0 0,0 1-2 0,-2-3 2 15,1-1-5-15,0 0 4 0,-1 0-8 0,2-7-6 16,-3 10-3-16,1-8-24 0,2-2-29 0,-8 6-44 16,8-6-108-16,0 0 48 0</inkml:trace>
  <inkml:trace contextRef="#ctx0" brushRef="#br0" timeOffset="-120649.21">19145 17454 81 0,'0'-8'158'0,"0"8"-20"0,0 0-17 0,0 0-11 15,0 0-14-15,0 0-9 0,17 0-9 0,-17 0-10 16,29 8-9-16,-8 0-2 0,5 1-7 0,1 4 0 15,0 0-16-15,-4 2 9 0,4 0-9 0,-4 2-6 16,1 1-8-16,-3 3 8 0,-3 3-15 0,-4-3 7 16,-2 2-3-16,-4 0-2 0,1-3-4 0,-9-1-4 15,-4 1 7-15,-1 1-1 0,-6 1 7 0,-6-1-2 16,0 0-9-16,-6-3 2 0,-2-1-8 0,1-1 0 16,-3-3 6-16,2 0-4 0,6-2 0 15,2-4-1-15,0 0 2 0,4-2-3 0,3-1 4 16,1 0-10-16,0-1-16 0,5-1-16 0,-1 1-14 15,5-3-39-15,0 0-139 0,0 0-245 0,22-10 109 16</inkml:trace>
  <inkml:trace contextRef="#ctx0" brushRef="#br0" timeOffset="-118732.22">20557 16518 43 0,'0'0'72'0,"4"-2"-7"16,-4 2-6-16,0 0-8 0,0 0-6 0,0 0-3 15,4-4-6-15,-4 4-7 0,0 0 0 0,0 0-5 16,0 0-6-16,0 0-3 0,-4 12 3 0,2-7-3 16,-4 4 1-16,1 0-3 0,-2 1-5 0,-5 4-1 15,2 1 0-15,-2 1-2 0,-3 1 0 0,-3 1-3 16,5-1 7-16,-6 1-5 0,6-3 3 0,1 0-4 16,-2-1 1-16,1 1-2 0,-1-2 0 0,2-1-1 15,-2 1 2-15,7-5-4 0,0 2 0 0,-1-3 0 16,5-1-5-16,-2-1 3 0,2-2 3 0,-1 4-4 15,4-2 22-15,0-2-12 0,2 2 11 0,1-1 11 16,6-1 3-16,5-1 7 0,4 1-9 0,10 2 10 16,3-1-15-16,3 2 10 0,0-4-9 0,0 4 3 15,-2-1-5-15,1-1-1 0,-2 2-6 16,0 2 1-16,-6 4-2 0,-4-3-4 0,-5 1 0 16,1-3 3-16,-7 3-8 0,-1-3 1 0,1 3 0 0,-6 0 1 15,-3-1-2-15,3 3 0 0,-8-3-6 0,1 4 10 16,-8-4-7-16,2 0 2 0,-3 2 5 0,-5 0-16 15,0-2 7-15,1-1 8 0,-1 0-13 16,2-3 9-16,2 0-4 0,-1 1 1 0,1-4-7 16,3 1 10-16,0-2 2 0,2-1 2 0,4 3 3 15,-2-2 10-15,6-1 4 0,0 0-6 0,0 0-19 16,-6-5 4-16,6 5-12 0,13-13-4 0,0 6 3 0,8-2-13 16,-2-1-3-16,7-1 3 0,0 1 0 15,-1-2-10-15,-6 5 11 0,5-5 2 0,-5 3-4 16,-1 1 0-16,-2-4 19 0,1 3-8 0,-1-1 19 15,-6 0 4-15,0 3 19 0,-1 0 10 0,2-1 0 16,-2 0 9-16,-2 3 11 0,1-1 9 0,-2 1 2 16,0 1 4-16,-2 1 0 0,0-2-3 0,2 1 3 15,-3 2-12-15,0-1-6 0,-3 3-10 0,6-3-10 16,-6 3-4-16,1-2-2 0,-1 2-10 0,4-1-1 16,-4 1-5-16,0 0-2 0,5 5 2 0,-5-5-9 15,3 6 4-15,-1 1 0 0,1 2-1 0,-2-1-4 16,2 6 2-16,-1-7-3 0,3 5 1 0,-4-4-2 15,1 4-7-15,-2-2-24 0,2-1-6 0,-3-1-30 16,2-1-20-16,-1 0-23 0,2 0-13 0,-2-2-8 16,0-1 3-16,0-4-120 0,0 0-263 0,0 0 116 15</inkml:trace>
  <inkml:trace contextRef="#ctx0" brushRef="#br0" timeOffset="-118591.23">20957 16644 90 0,'0'0'137'0,"2"-6"-21"0,-2 6-13 16,0 0-9-16,0 0-21 0,0 0-22 0,13 12-28 15,-7-6-35-15,0 1-20 0,-1 3-26 16,0 1-40-16,-1-2-106 0,-3 0 47 0</inkml:trace>
  <inkml:trace contextRef="#ctx0" brushRef="#br0" timeOffset="-118249.08">21168 16911 17 0,'0'6'43'0,"-1"-3"-6"0,1-3 0 16,-1 7-7-16,-1-2-5 0,2-5 2 0,0 5 4 16,0-5 0-16,0 7 23 0,0-7 33 0,0 0 20 15,0 0-5-15,0 0-4 0,0 0-12 0,0 0 0 16,0 0-7-16,0 0-6 0,0 0-6 0,0 0-7 16,0 0-6-16,0 0-6 0,0 0-7 0,0 0-6 15,0 0-7-15,17-4-5 0,-17 4 2 0,6 8-6 16,-5-3-4-16,3 0-8 0,2 4-12 0,-1-2-25 15,2 4-25-15,-3-1-21 0,1-1-36 16,0 1-87-16,-1-5-217 0,0 5 96 0</inkml:trace>
  <inkml:trace contextRef="#ctx0" brushRef="#br0" timeOffset="-117849.13">21449 16786 5 0,'5'-2'120'0,"-1"1"-15"0,-4 1-6 15,13 0-15-15,-8 3-9 0,1-2-12 0,1 3 0 16,-2 3-5-16,0 0-18 0,4 3-8 0,-8 0 9 16,4 2-12-16,-2 0 0 0,-3 3-5 0,-1 0 3 15,-3 1-6-15,-2 1-1 0,-1 0-1 0,1 0-6 16,-2-2-1-16,-1-4 2 0,0-1-3 0,1-2 1 15,2 1 2-15,-2-4-6 0,3 2 18 0,0-4 5 16,1 1 28-16,0-3 30 0,3 2 24 0,1-3-2 16,0 0-6-16,0 0-12 0,-6-9-6 0,10 0-14 15,2-1-4-15,0-9-10 0,7 5-8 0,1-8-3 16,3 0-8-16,2 0-5 0,-1 4-3 0,-5 5-2 16,-1 0-7-16,-4 2 0 0,0 4-1 0,-3 2-2 15,1 0-7-15,-2 2-2 0,-1-2-9 16,-1 1-24-16,-2 4 0 0,4 0-5 0,-4 0 2 0,0 0 4 15,-1 16 4-15,-2-6-3 0,1 7 5 0,2 6 1 16,-2 6 4-16,4-8-5 0,1 3 7 0,5-5-5 16,5 5 3-16,6-2-4 0,4-2-15 0,5-3-40 15,11-5-82-15,-2-3-150 0,14-6-324 0,1-7 143 16</inkml:trace>
  <inkml:trace contextRef="#ctx0" brushRef="#br0" timeOffset="-116685.57">21927 14683 4 0,'0'0'180'16,"0"0"-4"-16,0 0-21 0,-2-3-12 0,2 3-11 15,0 0-13-15,0 0-16 0,0 0-12 0,0 0-10 16,0-4-6-16,0 4-8 0,6-2-11 0,0 0-3 16,-6 2-3-16,12-1-7 0,-4 1-7 0,3-2-2 15,-1 0-6-15,7-1 1 0,1 3-4 0,0-2 1 16,2 2-6-16,3-3-9 0,0 3-14 0,4-4-16 0,-8 4-25 16,4-1-26-16,-1-1-31 0,-1 2-29 0,-1 2-99 15,-3-2-247-15,2-3 110 0</inkml:trace>
  <inkml:trace contextRef="#ctx0" brushRef="#br0" timeOffset="-116435.21">22081 14879 183 0,'0'0'188'0,"0"0"-19"0,0 0-13 0,16-2-19 16,-3 0-12-16,7 0-11 0,12-1-13 0,1 0-25 16,3-1-50-16,6 0-53 0,-6 0-62 0,0 4-105 15,-2-3-209-15,0-3 93 0</inkml:trace>
  <inkml:trace contextRef="#ctx0" brushRef="#br0" timeOffset="-114999.58">23058 14263 20 0,'-1'-5'158'0,"1"5"-3"0,0 0-6 0,0-4-10 16,0 4-9-16,1-3-17 0,-1 3-9 0,0 0-17 16,2-3-9-16,-2 3-9 0,7-4-7 0,-1 1-3 15,1 3-11-15,2 0-6 0,1 0-1 0,0 0-6 16,5 0-4-16,-2 5-5 0,6-4-1 0,-2 3-6 16,-2 0-1-16,3 2 0 0,0 3-6 0,-3 0 1 15,-1 1-4-15,-2 1-2 0,1 1-2 0,-4 2-2 16,-4-3-1-16,2 4-3 0,-4 2 0 0,-2 0-5 15,-3 0 8-15,-2 0-6 0,-1 0 3 0,-4-2-1 16,0 1-4-16,-4-1 2 0,0-3 1 0,1 2-4 16,-4-4 7-16,2 0-4 0,4-1 3 0,-5-1 0 15,3-1 3-15,3-3-7 0,0 2 6 0,2-1 1 16,2-3 0-16,1 1 16 0,-2-1 22 0,5 1 20 16,1-3 16-16,-6 0-6 0,6 0-8 0,0 0-7 15,9-9-3-15,1 3-8 0,5-5-2 0,-1-2-4 16,9-3-5-16,4 1-2 0,3-1-6 0,-2-1-8 15,0 3-1-15,-1-1-5 0,-3-1 0 0,0 4-1 16,-8-1-2-16,0 5-1 0,-2-3 0 0,-5 4 0 16,0 2 3-16,-1 0-3 0,-3 3-1 0,0-1-2 15,-1 1-5-15,-2-1-5 0,-2 3-2 0,0 0 0 16,0 0 4-16,0 0 0 0,0 0-4 0,-20 12-1 16,7-1 1-16,0-2-2 0,3 5 2 0,0 0-5 15,-2-1 5-15,2 1 0 0,5-3 0 0,1 3 0 16,0-2 2-16,4 0 1 0,6 5 3 0,3-4 2 15,11-2 0-15,9-1-13 0,8-1-18 0,17 0-30 16,4-4-40-16,8-6-43 0,26-6-178 0,-31 1-347 16,3-6 154-16</inkml:trace>
  <inkml:trace contextRef="#ctx0" brushRef="#br0" timeOffset="-114358.21">24405 14163 56 0,'0'-9'153'0,"0"6"-11"0,2-1-10 15,-2 4-6-15,0-5-11 0,0 5-15 0,2-3-7 16,-2 3-11-16,1-3-13 0,-1 3-11 0,0 0-4 16,0 0-9-16,0 0-5 0,6 11-7 0,-4-2 0 15,0 1-9-15,-2 7-1 0,0 0-8 0,3 0-1 16,-1 2-4-16,-1 0 4 0,-1 1-6 0,2 0 4 16,0 1-6-16,-2-4 2 0,0 1-4 0,3-1-1 15,-3-3 0-15,0 1 11 0,0-5-8 0,0 1 1 16,2-2 0-16,-2-2-5 0,2-1 0 0,-2-1 5 15,0 0-3-15,0-1 1 0,0 0-2 0,0-4 5 16,-2 6-1-16,2-6-13 0,2 5-11 0,0-3-3 0,-2-2-3 16,0 0-5-16,0 0-35 0,0 0-60 0,0 0-89 15,0 0-229-15,-7-10 102 0</inkml:trace>
  <inkml:trace contextRef="#ctx0" brushRef="#br0" timeOffset="-114016.56">24377 14140 157 0,'-2'-3'172'0,"2"-1"-12"0,-1 0-2 16,1 4-17-16,0-4-12 0,0 4-12 0,0 0-14 0,0-5-15 16,0 5-7-16,0 0-9 0,3-2-8 0,-3 2-13 15,10 0-3-15,-1 1-1 0,2 2-6 16,6 0-4-16,2 4-5 0,-2 0-2 0,8 4-3 15,-7-2 0-15,8 5-5 0,-3 0-2 0,0 3-3 0,-1 0-3 16,-7-2 10-16,-2-1-13 0,1-1 2 0,-4 2-2 16,-2 1-5-16,-3-6-3 0,0 2 1 0,-5 1 3 15,-2-1-4-15,-4-1-1 0,-3 5 5 16,-5-2-1-16,-3-5 0 0,2 5 0 0,-3-2-1 16,-2-4-1-16,2 3-1 0,-8 0 3 0,7-4-4 0,1 2-1 15,3-2 0-15,-2-1-21 0,7-2-18 0,0 0-35 16,5 0-36-16,-3-1-38 0,4 1-8 0,4-2-86 15,0-2-261-15,0 0 116 0</inkml:trace>
  <inkml:trace contextRef="#ctx0" brushRef="#br0" timeOffset="-113466.18">24102 14720 74 0,'0'0'71'0,"0"0"-4"0,-8 0-12 0,8 0-1 16,0 0-9-16,-6 0-2 0,6 0-7 0,0 0-3 16,-8 2 7-16,8-2 2 0,0 0-5 0,0 0-5 15,-6 1 3-15,6-1 7 0,0 0-1 16,0 0 8-16,0 0 4 0,0 0 7 0,-8-3 13 0,8 3 3 15,0 0 27-15,0 0-17 0,0 0-4 0,0 0-6 16,0 0-7-16,0 0-9 0,0 0-3 0,22-7-12 16,-4 2-3-16,15-1-8 0,18-6 2 0,7 1-6 15,8-1-1-15,33-4 7 0,4-5-11 16,0 5 10-16,6-4-2 0,-7 7 2 0,-1-3-4 0,-10 4 0 16,-30 2-2-16,-2 3-2 0,-4 0-5 0,-17 1-1 15,1 2-4-15,-5-1 1 0,-4 3-3 0,-1-2-2 16,-14 0 2-16,-1 2 2 0,-2 2-7 0,-4-1 2 15,-3 0-2-15,1 1 0 0,-6 0-4 0,10 0-4 16,-6-3-4-16,-4 3-10 0,5 0-14 0,-5 0-17 16,0 0-31-16,0 0-26 0,0 0-34 0,-15 7-48 15,6-4-102-15,0-2-308 0,3-1 136 0</inkml:trace>
  <inkml:trace contextRef="#ctx0" brushRef="#br0" timeOffset="-110550.21">24455 14907 42 0,'0'0'55'0,"0"0"-4"0,0 0 0 0,0 0-1 15,0 0 2-15,0 0 5 0,0 0-4 16,0 0-7-16,0 0-5 0,0 0-6 0,0 0-2 16,0 0-4-16,0 0-8 0,0 0 7 0,0 0-11 15,12-3 8-15,-4 3-2 0,3 0-9 0,1-2 0 16,3 1-8-16,-2 2 9 0,9-1-1 0,-5 2-9 15,0-2-5-15,1 3 11 0,0 2 3 0,1 1-10 16,-7 0 15-16,-2 0-20 0,4 6 6 0,-5-4-3 16,-4 1-2-16,0 2-2 0,0 1 14 0,-5 0-16 15,0 3-3-15,-6 1 2 0,1 0-2 0,-5 1 11 16,-9 3-6-16,-1-3 9 0,-1 0-7 0,-2 0-3 16,0-1 2-16,0-3-5 0,2-3 3 0,2-1 5 15,2 1 4-15,0-4-1 0,2 0-7 0,3-1 14 16,3-1-11-16,2-1 2 0,1-1-2 0,-2 4 5 15,5-6 1-15,-1 2 0 0,4-2 9 0,0 0 5 16,0 0 19-16,0 0-4 0,19 0 5 0,-1-1 7 16,11 0-10-16,-1-6 1 0,3 2 2 0,0 0-1 15,1 0-7-15,-1 1-6 0,0-2-2 0,1 5-3 16,-4-4 3-16,-9 3-8 0,3-1-6 0,-9 2-9 16,-2 1-15-16,-1-3-12 0,-1 0-12 0,-1 3-14 15,-2-3-28-15,-2 2-11 0,-4 1-92 0,5-6-197 16,-5 2 88-16</inkml:trace>
  <inkml:trace contextRef="#ctx0" brushRef="#br0" timeOffset="-110232.95">24982 14924 50 0,'0'0'133'16,"0"0"-10"-16,2-4-27 0,-2 4 0 0,0 0-13 15,0 0-8-15,0 0-16 0,4 9-3 0,-2-2-9 16,1 0-9-16,1 3 4 0,-1 2-12 0,1-1-1 16,0 7 13-16,0-1 0 0,-2-2-25 0,1 1 0 15,-1 1 0-15,2-1-3 0,-1 0 3 0,1-4 3 16,-3 1-3-16,0-3-10 0,0 2-1 0,-1-3-29 15,2 2 0 1,-2-6 0-16,-2 1-6 0,4 0-2 0,-2-4 16 0,0 2-8 0,0-4 4 0,-3 5-31 16,3-5-40-16,0 0-52 0,0 0-152 0,-10-16 67 15</inkml:trace>
  <inkml:trace contextRef="#ctx0" brushRef="#br0" timeOffset="-109933.07">24982 14911 125 0,'-1'-4'152'0,"0"1"-15"0,-2-1-22 0,3 4-17 16,0 0-2-16,0-6-13 0,0 6-8 0,0 0-13 16,0 0-4-16,0 0-4 0,0 0-6 0,12 8-9 15,-4-1-2-15,3 0-8 0,2 3-2 0,5 1 7 16,4 5-3-16,0-2-1 0,1 3-7 0,0-1 9 16,0-1-7-16,-2 4-5 0,-1-2-4 0,-7-2 1 15,4-1-2-15,-7-1 3 0,1 3-4 0,-2-1-4 16,-2-2-1-16,-3-2-5 0,-3 0 7 0,-1-1-6 15,-4 1 2-15,-1 2-2 0,-3-4 7 0,-3 0-7 16,-3 0 0-16,-3 1-2 0,0-2 7 0,1-1-5 16,-1 0 2-16,-1-1-4 0,8-2-4 0,-4 0 8 15,5 1-5-15,1-2-3 0,3-2 4 0,-2 0 3 16,2 2-4-16,1-3-4 0,4 0 1 0,-7 3 0 16,7-3-11-16,0 0-31 0,0 0-33 0,0 0-33 15,0 0-123-15,18-10-249 0,-8 4 111 0</inkml:trace>
  <inkml:trace contextRef="#ctx0" brushRef="#br0" timeOffset="-109500.47">25326 14800 126 0,'4'-3'131'16,"-4"3"-22"-16,0 0-8 0,0 0-10 0,6-2-18 15,-6 2 2-15,0 0-13 0,9 6-2 0,-5 0-12 0,1-4-17 16,-1 7 6-16,2-2-6 0,-2 4-1 0,1-1-5 16,-1 2-10-16,-1 3 4 0,-2 3-8 0,-1-2 1 15,0 0-1-15,1-3-1 0,-2-2-3 16,1 1 1-16,-1 0 15 0,-2-3-20 0,2 2-12 16,1-5 14-16,-3 0-1 0,3-1 1 0,0-1 3 15,0-1 18-15,3 2 37 0,-2-2 15 0,7-3-2 0,7 2-4 16,3-4-5-16,10-1-8 0,3-1-4 0,2 0-7 15,-1-3-22-15,0 2-37 0,1 0-38 16,-1-2-41-16,-3-1-47 0,-9 4-105 0,5-7-260 16,-6 5 116-16</inkml:trace>
  <inkml:trace contextRef="#ctx0" brushRef="#br0" timeOffset="-107440.21">25998 13938 16 0,'4'-2'131'0,"-4"2"-8"0,1-5-2 0,-1 5-9 15,2-4-9-15,-2 4-3 0,2-4-11 0,-2 4-12 16,0 0-9-16,1-4-11 0,-1 4-11 0,0 0-11 15,0 0-13-15,0 0 2 0,0 0 0 0,-6 10-4 16,-3-1-3-16,-2-1-3 0,-5 4-5 0,-2 5 4 16,-6-2-7-16,2 2 0 0,-1 0 5 0,0-2-4 15,6-3 3-15,-3 5-4 0,2-4-3 0,3-1 0 16,5 0 1-16,-2 2-3 0,2-5 4 0,3 0-2 16,1 1-2-16,4-3 1 0,-1 1-3 0,1-2-1 15,0 1 5-15,2-2-2 0,4 0 4 0,0 2 0 16,5-2 0-16,2-1-4 0,6 4-5 0,2-3 5 15,2-1 2-15,6 3 0 0,-6 1 0 0,6-3-3 16,-6 1 4-16,-2 1-3 0,1-1-3 0,-4 0 5 16,0 3-4-16,-6-2-1 0,3 1 1 0,-4-1 3 15,-4 1-10-15,2 2 6 0,-4-1-1 0,0 0-1 16,-6 4 1-16,0-2-1 0,-4 1 4 0,-2 1-3 16,-1-2 4-16,-7 2 0 0,3-1 3 0,-5-2-1 15,0 1-1-15,0-1-2 0,-2-2 1 0,-5 1 5 16,5-3-2-16,1 0-1 0,-1-2 0 0,7-3 4 15,2 2-3-15,1-2 18 0,6 2 23 0,-4-3 18 16,4 0 15-16,5 0-7 0,-6-4-11 0,6 4-7 16,7-8-11-16,2-1-4 0,5 1-2 0,5 0-2 15,6-3-8-15,2 0-7 0,-2 3 5 0,3-1-7 16,-1 2 0-16,-1 0 0 0,-5 1-6 0,-3 1 0 16,0 2-3-16,-1-1-3 0,-3 1-2 0,-4 1 2 15,-1 2-5-15,1 0-3 0,-2 0 1 0,-2 0 0 16,1 2-1-16,-1 1-3 0,-2-3 2 0,0 5 3 15,0-3-7-15,-1 2 1 0,0 2 1 0,0 0 0 16,-1-3 4-16,1 5-4 0,-1-3 2 0,-1 0 2 16,1 0 0-16,-1 1-4 0,0-1 6 0,1 0 1 15,-1-2-5-15,-1 2 4 0,1 0-6 0,-1-5-14 16,0 4-15-16,0-1-8 0,0-3-12 0,0 0-15 0,0 6 0 16,0-6-8-16,0 0-31 0,0 0-137 0,0 0-266 15,0 0 118-15</inkml:trace>
  <inkml:trace contextRef="#ctx0" brushRef="#br0" timeOffset="-107287.23">26158 14218 49 0,'1'-1'208'0,"-1"1"-21"16,3-5-20-16,-3 5-16 0,2-3-28 0,-2 3-37 15,0 0-42-15,0 0-35 0,0 0-19 0,0 0-25 16,0 0-21-16,0 0-27 0,9 8-57 0,-7-4-152 0,0-1 67 15</inkml:trace>
  <inkml:trace contextRef="#ctx0" brushRef="#br0" timeOffset="-106967.25">26414 14366 54 0,'-2'3'55'0,"2"1"-9"0,0-1-7 0,-4 3 7 16,4-6 15-16,-1 4 23 0,1-4 6 0,-2 2 33 16,2-2 23-16,0 0 21 0,0 0 1 0,0 0-19 15,0 0-15-15,0 0-13 0,7-9-14 0,-3 4-10 0,1 2-11 16,0-1-9-16,-1-1-5 0,0 2-9 0,-1 0-11 15,0 1-8-15,0-1-6 0,-2 2-13 16,-1 1-2-16,0 0-8 0,0 0-7 0,15 2-2 16,-8 2-14-16,-2 2-11 0,0-1-17 0,2 2-19 15,0 3-30-15,1-3-18 0,1 2-22 0,-1-2-24 0,0 4-121 16,-1-6-292-16,-2 0 130 0</inkml:trace>
  <inkml:trace contextRef="#ctx0" brushRef="#br0" timeOffset="-106585.21">26655 14170 39 0,'0'0'105'0,"0"0"-16"0,9 0 1 16,-9 0-19-16,11 3-4 0,-3 0-3 0,1 1-3 16,4-1-7-16,-3 1-5 0,5 2 5 0,2 1-10 15,0-1-5-15,-1 5-10 0,1-3 5 0,-2 3-3 0,-1 3-6 16,-1-2 0-16,-4 1-9 0,1-1 4 0,-3 3 0 16,-4-3-10-16,1 4-1 0,-4-1 6 15,-4 2-6-15,-1-3 3 0,-4 0-4 0,-3 1 7 16,1-1-7-16,-5-3 0 0,3-2 6 0,4-2-7 15,-1 1 0-15,1-1 2 0,4-2-3 0,0-2-5 0,-2 1 0 16,5-2 9-16,-1 1 0 0,3-3 6 0,-6 2 2 16,6-2 6-16,0 0-2 0,11 4 7 0,2-5-10 15,7 1 5-15,0-3-3 0,1 2-29 16,7 0-21-16,-5-2-51 0,-2 1-128 0,-1-2-223 0,-3-1 99 16</inkml:trace>
  <inkml:trace contextRef="#ctx0" brushRef="#br0" timeOffset="-106134.36">27134 14183 134 0,'5'-3'150'0,"-1"1"-12"16,4-1-18-16,1 1-9 0,-2 2-18 0,5 0-10 0,-2 1-6 15,0 3-9-15,1 1-9 0,1 1-6 0,-3 2-9 16,-2 1 0-16,2 2-8 0,-2 1-5 0,-3 0-8 16,-4 1-1-16,1 1 1 0,-1 2-8 0,-1-1 3 15,-3 2 0-15,-3 0-7 0,-3-3 3 0,0 1-6 16,3-3 17-16,-2-1-10 0,1-3-4 0,3 1-4 16,-3-3 1-16,6 0-3 0,-3-1 15 0,2-1 27 15,1 0 31-15,2-2 36 0,-4 1 32 0,4-3 35 16,0 0 5-16,0 0-23 0,0 0-16 0,8-12-16 15,0 6-15-15,4-6-12 0,2-2-8 0,-1 0-8 16,3-1-13-16,0-4-10 0,0 5-17 0,2-5-9 16,-4 7-1-16,-2 1-3 0,-3 2-4 0,-2 2-5 15,1 1-7-15,-3 1 1 0,0 2-23 0,-2 1-22 16,-2 0-34-16,-1 2 2 0,0 0 1 0,0 0 7 16,9 8 2-16,-8 2 5 0,-1 0 3 0,0 2 5 15,4 5 3-15,0 0 8 0,2 6-3 0,3 2-3 16,5-6 0-16,6 4-12 0,3-1-19 0,7-4-40 15,16-1-80-15,-9-8-245 0,17 2-460 0,-14-9 204 16</inkml:trace>
  <inkml:trace contextRef="#ctx0" brushRef="#br0" timeOffset="-104098.95">22561 16994 42 0,'0'0'169'16,"0"0"-1"-16,0 0-13 0,-3-4-8 0,3 4-15 15,0 0-13-15,0 0-15 0,0-5-4 0,0 5-17 16,7-3-4-16,0 0-10 0,2-1-14 0,4 2-16 16,2-1-18-16,1 1-20 0,3-1-28 0,1 0-18 0,2-1-29 15,-1 4-22-15,0-2-112 0,-8 4-223 16,-4-4 99-16</inkml:trace>
  <inkml:trace contextRef="#ctx0" brushRef="#br0" timeOffset="-103934.71">22819 17065 52 0,'36'-5'101'16,"19"0"-43"-16,2-2-58 0,-7-1-36 0,4-1-38 15,-16 1 18-15</inkml:trace>
  <inkml:trace contextRef="#ctx0" brushRef="#br0" timeOffset="-102951.54">23972 16560 42 0,'3'-4'98'0,"3"2"-9"16,1-1-14-16,0 1-2 0,3-1-11 0,0 0-12 15,0 2-5-15,4 1-6 0,-2 0-2 0,2 2-3 16,-1 3-7-16,-2 0-12 0,1 0 9 0,2 4-8 16,-4 0 6-16,0 3-7 0,-2 1-1 0,-1 2 0 15,-3 2-4-15,-2 2-12 0,-4-2 15 0,1 3-3 16,-6-1-6-16,0 0 5 0,-2 4-5 0,0-5 1 16,-1 0 1-16,-7 1 2 0,7-1-8 0,0-4 6 15,2-3-4-15,-2-3-1 0,2 1 6 0,3-3-3 16,0-1 4-16,1-1 11 0,0-2 23 0,-1 1 30 15,4 0 20-15,1-3 33 0,-4 4 22 0,4-4 12 16,-2 2-1-16,2-2-14 0,0 0-15 0,0 0-14 16,11-18-5-16,-6 9-19 0,4-5-12 0,0 0-5 15,5-1-13-15,8-6-2 0,-7-1-11 16,8 0-10-16,-3 1-3 0,-1 1-7 0,-2 2-3 16,0-1-5-16,-2 5-2 0,-4 2-2 0,-2 4-2 15,-1-2 0-15,0 5-2 0,-3 1-4 0,-1-1-3 16,1 1-4-16,-5 3-26 0,4-2-17 0,-4 3-7 0,0 0 9 15,0 0 5-15,6 13-1 0,-6-4 6 16,0 7-4-16,3 0 6 0,-2 4 5 0,3 6 0 16,0-8 0-16,4 8 4 0,4-3 0 0,4-1 5 15,7 1 3-15,6-2-7 0,4-1-23 0,1-3-45 16,18 2-80-16,-16-9-181 0,2-3-377 0,0-7 167 16</inkml:trace>
  <inkml:trace contextRef="#ctx0" brushRef="#br0" timeOffset="-102416.23">23909 17141 16 0,'0'0'76'0,"0"0"-11"0,0 0-4 0,0 0-11 16,-3 3 11-16,3-3-20 0,0 0 4 0,0 0-13 16,0 0-1-16,0 0 4 0,0 0-7 0,0 0-5 15,0 0-2-15,0 0 2 0,0 0-4 0,0 0 0 16,0 0 10-16,0 0-9 0,0 0 16 0,0 0 5 16,0 0 12-16,0 0 7 0,0 0 10 0,0 0 8 15,0 0-5-15,0 0 13 0,0 0 0 0,0 0-1 16,0 0-13-16,0 0-5 0,11-9-18 0,2 6 1 15,7-4-8-15,12 0-7 0,6-3 4 0,17-3-8 16,8 5-8-16,3-6 2 0,-3 3-3 0,3 2 4 16,-11-1-9-16,0 1 4 0,-18 4-7 0,0-3-4 15,-2 3 4-15,-6 1-1 0,-8 1 5 0,-2 0-8 16,-5 1-5-16,-3 2 3 0,0-3 0 0,-3 1-7 16,-3 2-5-16,-5 0-16 0,12-2-11 0,-8 0-20 15,-4 2-8-15,0 0-37 0,0 0-27 16,0 0-27-16,0 0-92 0,0 0-262 0,-36 2 116 15</inkml:trace>
  <inkml:trace contextRef="#ctx0" brushRef="#br0" timeOffset="-101917.24">24157 17245 49 0,'0'0'140'0,"0"0"-12"16,33-1-23-16,-16 1-4 0,3 0-15 0,-6 1-9 0,0 3-4 15,5-1-5-15,-3 1-10 0,-2 1-6 0,-3 1-13 16,0 0-2-16,-1 0-2 0,-1 5-8 0,-4-5-7 16,-1 3-15-16,-2 2 3 0,-3 1-11 0,-3-2 7 15,-5 5 0-15,-1 0 6 0,-5-2-7 16,-8 4-5-16,2-2 11 0,2-3-2 0,-7 3 2 16,8-9-4-16,-1 4-13 0,8-4 9 0,-2-2 6 15,3-1 15-15,2 2 2 0,1-3 57 0,0 1 7 16,2-1 14-16,1-2 26 0,2 3-4 0,2-3-2 15,0 0-11-15,0 0-12 0,0 0-11 0,28-3-9 16,-3-2-11-16,8 1-5 0,1-1-6 0,0 1-7 16,5 0-4-16,-4 1-15 0,-3-1 2 0,0 3 2 15,0-4-7-15,-4 5-1 0,-6-1-2 0,-3 0-4 16,-6 1-3-16,-3 0 0 0,3 0-4 0,-5 0-2 16,-2 0 0-16,2 0-5 0,-3-2-18 0,-5 2-29 15,0 0-25-15,0 0-33 0,10-1-32 0,-10 1-49 16,0 0-199-16,0 0-409 0,0 0 181 0</inkml:trace>
  <inkml:trace contextRef="#ctx0" brushRef="#br0" timeOffset="-98935.22">21406 16729 77 0,'0'0'130'0,"0"0"-8"0,-2-5-5 0,2 5-6 16,-1-3-1-16,1 3 6 0,0-3-2 0,0 3-7 15,0 0-8-15,-2-8-6 0,2 8-8 0,-2-4-8 16,2 4-8-16,0 0-7 0,0 0-3 0,0 0-9 15,0-2-8-15,0 2-3 0,0 0-14 0,0 0 5 16,0 0-7-16,0 0-5 0,11 0 5 0,-11 0-7 16,17 0-1-16,-4 2-6 0,5 2 2 0,0 2-5 15,1 0-4-15,9 1 0 0,-2 4-10 0,1 2 8 16,-11-4-5-16,7 8 3 0,-8-5-7 0,1 3 14 16,-2 1-8-16,-4-1 4 0,-1 2-11 0,-4 1 3 15,3 1 0-15,-7 1-2 0,-2-2-15 0,-4 2 15 16,-4-2-4-16,-3-1 4 0,-5 4-7 0,-2 0 13 15,-2-3-5-15,-1-1-2 0,5-8 6 0,0 4 4 16,2-5-7-16,0 2 5 0,1-5-1 0,4 0 4 16,4 1-8-16,-1 0 3 0,2-5 0 0,0 0 3 15,1 3 6-15,-1-1 14 0,1-1 11 0,4-2-5 16,-4 3 6-16,4-3-5 0,0 0 8 0,0 0-13 16,0 0 3-16,0 0-1 0,27-5-3 0,-18 2-6 15,4-1 7-15,-2 3-7 0,1 0 1 0,1-2-6 16,0 0 0-16,0-2 1 0,0 1 2 0,6 2-6 15,-6 0-3-15,0-1 1 0,1 2 0 0,-4 0-7 16,4 1 7-16,-6-4 1 0,2 3 0 0,-1 1-3 16,-1 0 2-16,0 0-4 0,-8 0 0 0,12 0-6 15,-8 0-8-15,1 1-6 0,-5-1-5 0,8 1-7 16,-5 3-15-16,0-3-12 0,-3-1-9 16,8 5-13-16,-6-5-18 0,-2 0-27 0,4 2-10 15,-4-2-92-15,2 3-246 0,-2-3 108 0</inkml:trace>
  <inkml:trace contextRef="#ctx0" brushRef="#br0" timeOffset="-98451.29">21957 16758 89 0,'0'0'80'0,"13"3"-9"0,-2 1-4 16,-1 1-14-16,1 2 3 0,-2 2-9 0,0 0-8 16,3 2-5-16,-6 3-2 0,-1 3-10 0,-1 0 4 15,0 2 2-15,-4-1-5 0,0 1-8 0,1-2 6 16,-4 2-15-16,-4 0 11 0,1-2-6 0,-3-2-2 15,-1 1 7-15,3-6 4 0,1 0 5 0,-1-2 12 16,1-1 25-16,1-4-1 0,2 3 30 0,-1-2 26 16,2 0 22-16,-1 0 20 0,1-3 18 0,2-1 15 15,0 0-11-15,0 0-21 0,0 0-18 0,4-19-18 16,5 4-14-16,1 0-13 0,4-7-7 0,5-4-11 16,-2-1-16-16,0 1-12 0,6 0-6 0,-1 3-9 15,-4 1-7-15,0 1 0 0,-5 8-4 0,-3 4-3 16,-2 1-5-16,-1 0-4 0,-2 5-6 0,1-2-33 15,-3 2-26-15,1 3 0 0,-4 0 6 16,4 7-1-16,-3 2 6 0,-2 2 2 0,-1 5 9 16,0 0 7-16,2 10-5 0,-2 0 7 0,6 3 0 0,3 1 5 15,1-1 1-15,3-5 1 0,8 1 5 0,4-4-1 16,6 1-21-16,1-5-43 0,20 2-67 0,4-8-264 16,1-5-438-16,1-6 194 0</inkml:trace>
  <inkml:trace contextRef="#ctx0" brushRef="#br0" timeOffset="-96510.2">25536 16453 102 0,'0'0'123'0,"2"-4"2"0,0 3-13 16,-2 1 1-16,3-5-8 0,1 2-10 0,-4 3-4 16,0 0-10-16,1-4-7 0,-1 4-6 0,0 0-6 15,0 0-10-15,0 0 0 0,2-3-14 0,-2 3-2 16,0 0-12-16,0 0 1 0,0 0-13 0,0 0 8 15,0 0-8-15,-8 11 4 0,0-5-6 0,-3 6 1 16,0-4 2-16,-4 5-1 0,-2 2-6 0,-4 2-3 16,-2 2-2-16,-4-2 5 0,7 0 0 0,-5-1-2 15,5-1 0-15,2-2 0 0,1-1-3 0,2 1 1 16,2-2 3-16,4-3-5 0,-2-1 2 0,5 0 1 16,-2 0-6-16,3-2-2 0,-2 0 0 0,5-2 7 15,1 0-2-15,1 3-2 0,0-3 6 0,0 1 1 16,3 1-1-16,6 0 11 0,2-2 4 0,6 2-4 15,3 2 5-15,1-2 3 0,6 2-6 0,1 0-3 16,-1 0-3-16,-1 1 0 0,-5-3 2 0,5 6-3 16,-7-3-2-16,-4 2-1 0,3-1-5 0,-5 5 5 15,-6-3-7-15,1 0 0 0,0 2 1 0,-7 4 1 16,-1-3 4-16,-1-2-2 0,-3-1-3 0,-5 0 2 16,-5 4 2-16,-2-2-3 0,0-1 2 0,-8-1 5 15,-1 3-5-15,7-7 1 0,-3-2 1 0,1 0-27 16,2 0 4-16,-3-3 3 0,7 0-2 0,4-2 18 15,-1 0 16-15,4 0 28 0,-3 0 11 16,6-2-5-16,0-3-13 0,2 1-1 0,0-1-17 0,6-1 0 16,4-2-6-16,5-5 0 0,2 1-9 0,4 3-1 15,7-4 2-15,2-1-6 0,-1 2-1 0,3 0 2 16,-4 3-4-16,2-1 1 0,-7 4-2 16,-2-1 2-16,0 0-3 0,-3 2 3 0,1-2-5 0,1 0 5 15,-5 4 3-15,-2-1-1 0,2 0 1 16,-3 2 12-16,-5-2-3 0,0 1 8 0,1 1 2 15,0 1 4-15,-3-1 0 0,-3 2-2 0,8-2-3 0,-8 2-5 16,6-2-2-16,-6 2-5 0,3 0-5 0,-3 0 0 16,0 0-1-16,0 0-7 0,0 0 3 0,7 6 0 15,-6-3 5-15,-1 1-6 0,0 2 1 16,3 1 2-16,-3 0-2 0,2 0-4 0,-2-2 5 16,0 3 2-16,0-1 5 0,3 0-3 0,-2 3-3 15,1-3 1-15,-2-2 4 0,0 0-5 0,2-2-4 16,0 4-18-16,-2-4-14 0,0-3-7 0,0 5-15 0,0-1-1 15,0-4-4-15,0 0-14 0,-8 0-37 16,8 0-41-16,-16-3-113 0,6-2-290 0,-2-2 128 16</inkml:trace>
  <inkml:trace contextRef="#ctx0" brushRef="#br0" timeOffset="-96367.33">25644 16644 108 0,'0'0'103'15,"3"-4"-11"-15,-3 4-9 0,0 0-8 0,0 0-7 16,0 0-2-16,13 5-17 0,-8-1-40 0,-2 2-25 16,3 0-29-16,-3 0-54 0,0 1-107 0,0-1 47 15</inkml:trace>
  <inkml:trace contextRef="#ctx0" brushRef="#br0" timeOffset="-96036.2">25922 16811 70 0,'0'0'98'0,"-2"5"-13"0,2-1-9 16,0 1 3-16,-1 2-14 0,1-1-4 0,-3 5-13 15,5-4 6-15,-4 3-14 0,1 0 2 16,0-2-6-16,1-2 1 0,0-1-9 0,0 1 2 15,0-2-2-15,0-1 1 0,0 1 15 0,0-4 5 16,0 7 28-16,0-7 15 0,0 0-6 0,0 0-6 16,0 0-8-16,14-8-11 0,-8 4 0 0,3-2-10 0,-4 0-6 15,3 1-13-15,1 1 7 0,-3-1-6 16,2 2 0-16,-3-1-15 0,0 3 2 0,-1-3 0 16,1 4-1-16,2-1-5 0,-1-1-6 0,-6 2-18 15,13 3-11-15,-6 0-23 0,0 1-16 0,3 1-27 16,-1-2-37-16,1 3-129 0,-2-1-273 0,0 2 121 15</inkml:trace>
  <inkml:trace contextRef="#ctx0" brushRef="#br0" timeOffset="-95636.04">26207 16714 13 0,'8'2'60'0,"0"1"-4"0,1 2-6 0,0 0-1 16,1 0-13-16,-1 4-2 0,0-2-5 0,3 1-2 0,-3 0-5 15,-2 0-1-15,1 5 1 0,-4-2-6 0,-2 2-2 16,2 0 1-16,-4 3 2 0,-4-1-3 0,-1 3-3 15,-5 0 1-15,-3 6 1 0,4-10-9 16,-2 1 5-16,-1-1 2 0,-2-2 4 0,5-2 0 16,0-2 4-16,0 0-4 0,4-3 3 0,0-2 3 15,1 2 0-15,-1-2 2 0,1 1 15 0,2-4 6 16,2 0 1-16,-4 3-3 0,4-3 11 0,10 3 5 16,-3-3-10-16,9 0-3 0,2-1-8 0,5-1-3 15,5-3-1-15,-6 4-5 0,0-3 2 0,-1 1-6 16,0 1-28-16,-1 0-14 0,-1 1-25 0,-6-1-33 15,-3 2-22-15,-1-5-73 0,-1 2-185 0,-4-1 83 16</inkml:trace>
  <inkml:trace contextRef="#ctx0" brushRef="#br0" timeOffset="-95102.83">26590 16726 53 0,'8'1'83'16,"4"0"-11"-16,-3 0-13 0,2 3 4 0,-1-1-11 15,1 1-4-15,-2 1-8 0,1 0-4 0,-5 1 0 16,3 0 4-16,-3 4-17 0,-1 0-7 0,-1-1 3 16,-2 3 2-16,-1-2-5 0,-4 2-1 0,0 3-7 0,-2 0 5 15,-2 1-3-15,-4-1 1 0,2 1 6 16,0-3-5-16,-4-1 1 0,5-2 0 0,0 1 8 16,0-3-4-16,4-3 4 0,0 0 5 0,1-3 7 15,-1 2 23-15,3-1 10 0,-3 0 25 0,2 1 15 16,1-2 29-16,2-2 19 0,0 0 9 0,0 0-22 15,0 0-16-15,5-10-15 0,3 3-8 0,-1-2-14 16,6-5-9-16,3-1-6 0,-2-4-8 0,5-1-9 16,3-1-13-16,-4 4-11 0,3-2-9 0,-2-1-6 15,-7 7-2-15,0 0 0 0,1 3-8 0,-6 2 9 16,0-1-7-16,0 4 2 0,-4 0-6 0,1 0-4 16,-2 3-1-16,2-1-20 0,-4 3-1 0,0 0 1 15,0 0 1-15,0 0 0 0,-6 15-1 0,-1-8 4 16,-1 5-1-16,2 4-6 0,1 0 10 0,1 2 1 15,2 0-9-15,2 8 5 0,4-8 0 0,2 6 2 16,11-1 4-16,1-3 2 0,7-1-6 0,5-4-23 16,7-3-56-16,18-5-78 0,-17 0-182 0,18-6-380 15,-6-6 169-15</inkml:trace>
  <inkml:trace contextRef="#ctx0" brushRef="#br0" timeOffset="-94019.64">25039 16453 16 0,'-2'-5'110'0,"2"-4"-13"16,-1 3 5-16,1 0 2 0,-1-1-8 0,-1 1-4 15,2-1 3-15,0 2 1 0,0 5-5 0,-1-10-8 16,-1 5-3-16,2 0-2 0,0 5-10 0,-3-7-3 15,3 7-13-15,0 0 1 0,0-8-7 0,0 8-9 16,0 0-8-16,0 0-2 0,0 0-12 0,0 0-2 16,0 0 1-16,-11 18 1 0,4 1-11 0,-1 5 0 15,0 8 4-15,1 2-4 0,-2 12-4 0,-2 2 4 16,6 1-3-16,1 1 0 0,5 2-2 0,4 5 4 16,3-1 0-16,3-2 2 0,2 1 4 0,5-4 0 15,-4-5-1-15,7 0-3 0,-6-13-5 0,-2-1 9 16,1-3-2-16,-5 0 0 0,0-4-1 0,-3-7-1 15,0-3-8-15,-4-1 5 0,0-2 36 0,-2-2-2 16,-2 0-4-16,0-2-1 0,-8 1 1 0,1-2-10 16,-5-4 1-16,-4 4 1 0,-3-3-8 0,-9-1 4 15,2-3-3-15,-4 0 3 0,5-3-8 16,8 2 6-16,-1 0-1 0,-1-1 3 0,3 0 5 16,4 1-8-16,1 0-1 0,6 0-1 0,-2-1-2 15,2 2-7-15,1 0-3 0,6 0 0 0,0 0-17 0,-15-1-9 16,15 1-17-16,0 0-1 0,0 0-16 0,0 4-39 15,0-4-63-15,0 0-128 0,31-3-311 16,-12 1 138-16</inkml:trace>
  <inkml:trace contextRef="#ctx0" brushRef="#br0" timeOffset="-92853.55">27516 16761 70 0,'0'-4'136'0,"0"4"-7"16,0 0-14-16,0 0-15 0,-1-7-12 0,-3 5-10 0,4 2-7 15,-7 0-13-15,1-3-10 0,-6 6-1 0,0-1 0 16,-1-1-7-16,-5 3-5 0,1 1-5 0,1 2-3 16,0 0 0-16,-1 2-11 0,2 2 1 15,-1-1-6-15,1-2 4 0,6 2-11 0,-3 2 6 16,2-2-4-16,1 2-2 0,4-2-3 0,0 2 7 15,3 0-14-15,0-1 14 0,2 0-4 0,0 0-3 16,2 0 8-16,1-5 2 0,5 3 16 0,-3-2 3 0,8-1 3 16,-4-1-3-16,1-4 3 0,3 1 4 0,1-2 6 15,0 0 4-15,0-3 25 0,3-6-9 16,-1 4 2-16,0-7 0 0,0 0 8 0,-2 2-9 16,-1-8-7-16,2 3-3 0,-2-7-7 0,0 0-3 15,-3-2-8-15,2 0 3 0,-6-4-11 0,0-2-1 16,-2 0-1-16,0-2-3 0,-1-1-4 0,-2 2-1 15,-1 0-1-15,-1 1-1 0,1 3 2 0,-4 0 7 16,1 9 4-16,3-2 0 0,-1 4 0 0,-2 6 8 16,3 0-4-16,0 3-1 0,0-1-2 0,0 4-10 15,0-1-6-15,0 5-19 0,0-7-24 0,0 7 1 16,0 0 6-16,0 0-2 0,0 16 7 0,-2-2-4 16,4 4 2-16,2 9 3 0,3-1 0 0,-1 3 3 15,1 0 4-15,3 3-2 0,0-2 7 0,0 0-4 16,3 2 1-16,-3-4 2 0,2-1 4 0,-2-4-3 15,0 0-15-15,-3-6-17 0,1 3-10 0,-4-9-24 16,1 1-16-16,-1 0-29 0,0-1-11 0,-1 1-24 16,-3-2-4-16,-2-3-119 0,0-2-294 0,-1-2 130 15</inkml:trace>
  <inkml:trace contextRef="#ctx0" brushRef="#br0" timeOffset="-92403.24">27746 16665 60 0,'8'-2'130'0,"1"1"-6"0,0 0-25 16,1 1 0-16,5 1-12 0,-3 2-9 0,2 2-8 15,0 2-10-15,3 1-6 0,-7-1-9 0,0 5-5 16,1 2-4-16,-4-3 1 0,-3 1-14 0,0 4 3 15,-4 0-2-15,0 1-4 0,-4 4 2 0,0-3-2 16,-5 5-3-16,0-4-3 0,-2 3 0 0,-2-5-2 16,3-3-4-16,-1 1 1 0,0-1 0 0,2-6-8 15,1 1 14-15,3-5-8 0,-4 4 11 0,4-5-9 16,1 0 26-16,2 1 12 0,-1 1 23 0,-1-3 24 16,4-2 26-16,-4 2 17 0,4-2-14 0,0 0-14 15,0 0-14-15,12-19-5 0,-4 7-14 0,2-2-2 16,5-6-12-16,2-4-6 0,-3 0-4 0,4 0-12 15,-2 0-3-15,4 0-7 0,-4-1-6 0,-1 1-3 16,1 2-3-16,-9 10 1 0,2-3-6 0,-1 3 3 16,-3 3-3-16,-1 0-1 0,-3 4-2 0,3-1-6 15,0 1-2-15,-3 1-23 0,-1 4-15 0,0 0 4 16,0 0 2-16,0 0 5 0,0 0-1 0,3 19 1 16,-6-7-4-16,6 5 9 0,-2 1 5 0,4 6-1 15,9 4-1-15,4-2-8 0,13 13-5 0,-2-16-27 16,22 5-51-16,4-6-100 0,7-5-137 0,-5-7-373 15,-1-5 165-15</inkml:trace>
  <inkml:trace contextRef="#ctx0" brushRef="#br0" timeOffset="-75525.22">5711 15819 56 0,'0'0'135'0,"0"0"-4"0,0 0-19 16,0 0-2-16,0 0-9 0,0 0-5 0,0 0-12 16,0 0-9-16,30-7-6 0,-9 7-2 0,8-6-13 15,4 2-1-15,4 2-5 0,0 0-8 0,-1-1 4 16,2 1-21-16,-1 2-33 0,-1 0-17 0,-4 1-29 15,-4-1-41-15,-8 3-88 0,-5-2-201 0,-4-1 90 16</inkml:trace>
  <inkml:trace contextRef="#ctx0" brushRef="#br0" timeOffset="-75369.4">5943 15978 95 0,'30'3'73'0,"2"-3"-69"16,-1 2-33-16,1 1-32 0,-1-3 15 0</inkml:trace>
  <inkml:trace contextRef="#ctx0" brushRef="#br0" timeOffset="-72206.5">5784 16029 119 0,'0'0'145'0,"0"0"-9"0,0 0-12 16,0 0-7-16,0-4-10 0,0 4-14 0,0 0 1 15,0 0-18-15,0 0-7 0,0 0-5 0,0 0-12 16,0 0 4-16,0 0-13 0,-6-3-7 0,6 3 1 15,0 0-1-15,0 0-10 0,0 0-4 0,0 0 2 16,0 0-7-16,0 0 5 0,0 0-6 0,0 0-1 16,0 0-2-16,0 0 4 0,0 0-8 0,0 0-1 15,0 0-3-15,0 0-6 0,0 0 3 0,0 0 2 16,0 0 2-16,0 0 4 0,0 0-9 0,0 0 3 16,0 0-8-16,0 0 5 0,0 0 1 0,19-1-3 15,-4-1 6-15,7-1-8 0,10 2 3 0,4-6 3 16,5 1 8-16,12 2-7 0,-13 1 1 0,11-2-4 15,-11 1 0-15,-3 1-2 0,-3 1 3 0,-3 0-7 16,-3 1 4-16,-5 0-2 0,-5 1-6 0,-4-1 8 16,-2 2-2-16,0-2-14 0,-4 2-17 0,-2-2-21 15,1 1-16-15,-1 1-21 0,-6-1-9 0,4 4 5 16,-4-4-98-16,0 0-210 0,-13 5 93 0</inkml:trace>
  <inkml:trace contextRef="#ctx0" brushRef="#br0" timeOffset="-68673.23">7030 15865 16 0,'0'0'121'0,"-7"-3"6"0,7 3-21 0,0 0-9 16,-6-1-4-16,6 1-6 0,0 0 0 0,0 0-20 15,0 0 1-15,0 0-17 0,-5-2-6 16,5 2 3-16,0 0-8 0,0 0-11 0,0 0 1 0,0 0-4 16,0 0 1-16,-11 2-4 0,11-2-2 0,-10 1-5 15,3 2 1-15,2-3-2 0,-1 1-1 0,-2-1 7 16,2 1-9-16,-1 1-7 0,1-1-1 0,1 0 9 16,5-1-11-16,-12 1 7 0,7 1-3 0,1-1-5 15,4-1 0-15,-5 1-1 0,5-1 17 16,-8 1-11-16,8-1-8 0,0 0 8 0,-7 2 0 0,7-2-5 15,0 0 4-15,-7 0-7 0,7 0-7 0,0 0 12 16,-3 2-8-16,3-2 10 0,0 0-5 0,0 0-2 16,0 0 5-16,0 0 7 0,0 0-5 0,0 0-1 15,0 0-1-15,0 0 5 0,0 0 2 16,0 0 0-16,0 0-1 0,0 0 5 0,0 0 8 16,0 0-11-16,0 0 4 0,0 0 1 0,0 0-3 15,0 0 0-15,0 0-2 0,0 0 2 0,0 0-5 0,0 0 5 16,20-2 1-16,-2 0 12 0,10-1-11 0,5 0 1 15,4 1 6-15,4-2-5 0,-5 1-3 16,1-1-4-16,-5 3 1 0,0-2 4 0,-4-1-2 16,-6 4 7-16,-2 0-15 0,-2-2 4 0,-7-1-2 15,2 3-4-15,-5 0 5 0,-3 0-6 0,1-1 2 16,1 0-2-16,-7 1 0 0,6 0 1 0,-6 0-12 0,0 0-9 16,0 0-15-16,0 0-21 0,0 0-39 15,0 0-31-15,-20 7-125 0,7-7-270 0,1 3 120 16</inkml:trace>
  <inkml:trace contextRef="#ctx0" brushRef="#br0" timeOffset="-67107.22">7598 15357 140 0,'0'-5'141'15,"1"1"-12"-15,-1 4-13 0,4-6-11 0,-2 0-8 16,2 2-6-16,0 1-9 0,0-1-6 0,2-1-9 15,1 1-9-15,3 1-6 0,0-1-7 16,0 3-3-16,3-2-7 0,-2 3-13 0,2 0 6 0,-1 0 2 16,1 4 4-16,-1-1-17 0,1 1 1 0,1 5-3 15,-1-1-3-15,1 7 5 0,-4-1-2 0,3 10-7 16,-3-2-9-16,-2 3 5 0,-7-5-7 0,2 4 1 16,-6 6 8-16,-1-7 0 0,-2 5-2 0,-7-3-5 15,0 0 4-15,-1-2-2 0,0-2 0 0,-1 1-1 16,2-6-1-16,0-1 1 0,1 0 2 0,2-3-4 15,0-3-2-15,3 0 8 0,0-1-4 0,3-4-3 16,1 1 8-16,-1 0-1 0,-1-2 7 0,2-1 14 16,2 2 20-16,1-4 19 0,-4 2 18 0,1 2 18 15,3-4 14-15,0 0 12 0,0 0 7 16,0 0-14-16,0 0-13 0,0 0-13 0,4-17-10 0,3 6-2 16,2-3-12-16,1-2-9 0,5-6-6 0,1 1-3 15,1-2-9-15,0 0-1 0,2-1 1 0,-1 2-14 16,4-1 1-16,-4 2-3 0,0-2-3 0,-1 3-2 15,-4 5-3-15,0-2-4 0,-3 4 0 16,1-1 1-16,-4 4-4 0,-1 1-1 0,0 1 0 16,-1 0 1-16,-3 4-3 0,2-1-1 0,1 1-6 0,-4-1 2 15,-1 5-6-15,4-3 1 0,-4 3-2 0,0 0-9 16,4-5-18-16,-4 5-3 0,0 0-3 0,0 0 4 16,0 0 2-16,-9 16 5 0,0-6 5 15,2 6-6-15,-2 2 3 0,-1 4 0 0,-2 2 2 16,3-1 2-16,2 4 5 0,0-1-5 0,4-1 7 15,1-1-4-15,2-5 4 0,1 3 1 0,7-4 3 0,1 0 1 16,1-1 3-16,8 3 4 0,5-2-1 0,5-3-5 16,4-2-45-16,4 0-55 0,2-4-88 0,-2-3-219 15,-2-1-447-15,6-5 199 0</inkml:trace>
  <inkml:trace contextRef="#ctx0" brushRef="#br0" timeOffset="-65991.08">8418 15387 32 0,'0'0'160'0,"0"0"-13"0,0 0-10 0,0 0-16 16,0 0-3-16,0 0-22 0,0 0-9 15,0 0-10-15,-4-4-6 0,4 4-6 0,0 0-9 16,0 0-5-16,0 0-7 0,0 0-2 0,0 0-5 16,0 0-3-16,0 0-3 0,0 0-5 0,8-3 0 0,-8 3-4 15,7-1 0-15,1-2-4 0,-3 1 0 0,3-1-6 16,-2 1 1-16,2-2-2 0,0 0 3 0,-2 0 0 15,4-3 0-15,-1 1-1 0,-2 3 4 16,-1-5 6-16,1 5 3 0,-1-2 2 0,-1-1 7 0,-3 1-1 16,2 0 6-16,-1 1 0 0,-1-1-1 0,0 0 3 15,-1 1 2-15,0 0-3 0,-1-1-7 0,0-1-6 16,0 6-5-16,-4-4-2 0,0 1-5 0,-1-1 1 16,-1 2-7-16,-2 1 1 0,-2 1-4 15,0 1-2-15,-3 1 0 0,2 3-2 0,-2 0 0 0,-8 3-4 16,6 2 2-16,-3 2 1 0,-4 8-4 0,1-1 2 15,0 3-4-15,3 3 6 0,2-1-4 0,-1 2-2 16,5-2 1-16,2 4 1 0,3-5-2 0,2 6 4 16,1-9-18-16,1 3 2 0,3-3-1 0,3-1 5 15,2 6 1-15,-1-8 1 0,3 1 9 0,6-1-12 16,0-2 11-16,3-2 0 0,0-1-2 0,8 0 1 16,3-3 3-16,1-1 5 0,4-1-5 0,-1-4 4 15,1-2-2-15,1-2 2 0,0-1-1 0,-1-1-1 16,0 0 4-16,-1-8 1 0,-3 5-4 0,-4-7 3 15,-4 4-3-15,-3-1 5 0,0-1-7 16,-3-4 6-16,1 3 7 0,-5 1 4 0,-2-1-2 0,0 3 2 16,-2-2 1-16,-3 2 3 0,0 0-5 0,-3 2-2 15,0 0-4-15,-1 2-3 0,-4 0-2 0,1 0-2 16,-6 2-2-16,1 2-2 0,-4 2 5 0,-1 0 1 16,-3 6-8-16,-2-2 0 0,3 5 0 0,0-1 2 15,-1 6-2-15,1-5-3 0,1 4 1 16,2 1 1-16,3 2-2 0,1 0-2 0,0-3 2 0,3-2 0 15,3 1-2-15,-1-3 5 0,4 1-4 0,0 1 8 16,1-4-2-16,5 1 2 0,0-3 0 0,3-1 1 16,1-4 0-16,3 2 1 0,2-2 3 0,2-2 5 15,2-2 4-15,-1-1 4 0,0-2 3 16,-1-3-3-16,-1-1 3 0,-2-2-7 0,3-1 2 16,-4-3-2-16,-2 2-2 0,-2-3-6 0,0 0-6 0,-3-1-3 15,-2 3-5-15,-4 2-4 0,0 4-7 0,-4-2-6 16,-2 1-8-16,-2 1-2 0,-1 1-12 0,-1 0-12 15,-3 4-10-15,2 2-16 0,-1-2-22 16,2 4-11-16,-2-1-24 0,1 2-24 0,1 0-102 16,0 2-288-16,2-1 128 0</inkml:trace>
  <inkml:trace contextRef="#ctx0" brushRef="#br0" timeOffset="-65524.26">9149 15464 71 0,'-1'-6'197'0,"1"6"-17"0,0 0-16 0,0 0-18 16,1-4-15-16,-1 4-16 0,0 0-13 0,0 0-12 15,0 0-12-15,0 0-7 0,0 0-11 0,0 0-5 16,0 0-4-16,0 0-7 0,-22 7-5 0,16-3-7 16,2 1-4-16,-1 1-11 0,-3 2 9 0,0 1-6 15,2 0 1-15,2-1-6 0,0 1-2 0,-1 1-6 16,4 1 7-16,-3-1-5 0,1 2-6 0,6-3 5 15,-3 3-14-15,5-2 12 0,-5 0-2 0,8-1-3 16,-4 1 4-16,2 0-1 0,3 1 2 0,-4-4-9 16,3 5 6-16,-2-3-2 0,2 1-1 0,-3 0 4 15,0-1-6-15,2-1 2 0,-4 1 0 0,0-2-2 16,-6 1-2-16,2-2 1 0,-1 2-5 0,-2 0 5 16,-4-1 5-16,3 0 1 0,-5 0 1 0,-2-1 2 15,2 0-2-15,-7 0-2 0,2-1-12 0,1-1-7 16,2 3-20-16,-2-4-21 0,4 0-26 0,-1-2-41 15,-1 2-125-15,1-3-272 0,3 0 121 0</inkml:trace>
  <inkml:trace contextRef="#ctx0" brushRef="#br0" timeOffset="-64762.17">9311 15366 54 0,'0'0'79'0,"9"-4"16"0,-1 1-25 0,-1 1-2 16,-7 2-9-16,17-3 3 0,-8 1-9 0,2 2-10 16,0-2 1-16,-11 2-9 0,21 0-1 0,-12 4-4 15,2 1-2-15,-1-2 2 0,-1 4-6 0,-2-2-5 16,2 4-1-16,-4 0-4 0,0 2 0 0,1 1-3 15,-2 3 1-15,-2 3-2 0,-2-1-1 0,0 2-7 16,-4 4 4-16,0 0 3 0,-1 1-9 0,-4 1 2 16,-1-1 2-16,0-7-2 0,-2 6 0 0,1-5-3 15,-1-1 17-15,1 0-21 0,-1 0 8 0,1-3 2 16,-1 1 9-16,2-3-11 0,1-4 1 0,-1 1-3 16,2-2 4-16,3-1 7 0,0 1-4 0,1-4 15 15,-2 1 14-15,2-2 19 0,3 1 28 0,-3-1 15 16,4-2 19-16,0 0 3 0,-4 2 2 0,4-2-4 15,0 0-9-15,0 0-12 0,-4-9-14 0,4 5-7 16,1-2-9-16,2 1-9 0,-2 0-3 0,3 3-6 16,-4-3-10-16,4 2-6 0,-3 0-2 0,-1 3-8 15,8-2-7-15,-8 2-1 0,5-1-5 0,-5 1-1 16,10 3 1-16,-2 0-5 0,2 2-1 0,-1 1 1 16,1-1-2-16,0 3-3 0,-1-1 3 0,1 0-2 15,-3 3 2-15,3-1-9 0,-2-2-17 0,0 0-16 16,-2-1-19-16,0 0-21 0,-2-3-21 0,0 2-11 15,0-1 0-15,-1-1-8 0,-1-1 11 16,-2-2-31-16,8 0-151 0,-8 0-314 0,6-6 139 0</inkml:trace>
  <inkml:trace contextRef="#ctx0" brushRef="#br0" timeOffset="-64074.65">9693 15438 30 0,'5'-1'139'0,"-5"1"-23"0,13-4-4 0,-13 4-22 16,14 1-5-16,-14-1-16 0,14 3-1 0,-10 1-15 15,4 0 2-15,-2 2-9 0,-1 2-10 0,0 3-4 16,-1 1 2-16,-1 0-7 0,-1 5-4 0,-3 0 2 16,-3 0 5-16,0 0-8 0,-1 1 0 0,-1 0-5 15,-2 0-8-15,0 0 3 0,-2 0-2 0,0-1 13 16,1 0-18-16,0-3-3 0,0-2 7 0,0-2-6 16,4-1 0-16,-1-2 3 0,2 0-1 0,-1-3 21 15,2 1 18-15,1-1 28 0,0-1 19 0,1-1 25 16,1-2 20-16,-1 4 16 0,1-4 14 0,0 0 6 15,0 0-10-15,0 0-18 0,0 0-17 0,9-14-11 16,0 2-14-16,2 0-9 0,2-5-9 0,1 3-10 16,5-7 1-16,-1 0-22 0,1-2-5 0,-3 3-7 15,-2 4 1-15,-2 2-9 0,2-2-6 0,-3 3 2 16,0 0-4-16,-2 2-1 0,-3 1-3 0,1 2-4 16,-3 3-5-16,-2-3 1 0,2 4-6 0,-2 2-7 15,2-1-18-15,-4 3-20 0,4-7-17 0,-4 7 3 16,0 0-1-16,0 0 7 0,0 0 1 0,-14 19 7 15,7-9 1-15,-1 5 9 0,-3-1-2 0,4 3 2 16,-1 0-3-16,2-1 7 0,1 1 0 0,0 0 4 16,2 1 3-16,2-2-1 0,5 1 6 0,2-3 0 15,7 1 4-15,0-1-1 0,11 0-14 0,4-1-35 16,4-3-51-16,0-2-61 0,8-2-257 0,-6-1-462 16,2-5 204-16</inkml:trace>
  <inkml:trace contextRef="#ctx0" brushRef="#br0" timeOffset="-63241.23">7839 16270 26 0,'0'0'82'0,"0"0"-17"0,0 0-4 0,0 0-9 15,0 0-7-15,0 0-4 0,0 0 5 0,0 0-20 16,0 0 9-16,0 0-10 0,0 0 0 0,0 0 0 16,0 0-3-16,0 0-7 0,0 0 7 0,0 0-9 15,0 0 3-15,0 0-3 0,0 0 2 0,0 0-5 16,0 0 2-16,0 0 8 0,0 0-7 0,0 0 4 15,0 0 4-15,0 0-2 0,0 0-2 0,0 0 2 16,0 0 7-16,0 0 0 0,0 0-12 0,0 0 11 16,0 0 0-16,0 0-6 0,0 0-1 0,0 0-3 15,0 0 8-15,0 0 5 0,0 0-9 0,0 0 20 16,0 0-11-16,0 0 5 0,0 0 7 0,29-4-2 16,-9 0-7-16,9-1 2 0,5-2-9 0,19-1 3 15,5 0 15-15,35-4 6 0,1-4 14 0,6 6 5 16,7-3-2-16,4 0 3 0,3 1-4 0,-2 2-4 15,-4-2-5-15,-6 7-9 0,-10-4 1 0,-26 3-2 16,25-8-9-16,-31 5-4 0,3 1-6 0,-2-1 1 16,-5 3-2-16,-3-5-4 0,-14 7 0 0,-3-2-5 15,-2 1 0-15,-3-1 3 0,-9 1 2 0,-4 1 15 16,-4 2 13-16,-2-1 8 0,-6 1 12 0,3 1 3 16,-4-1-8-16,1 2-3 0,-6 0-9 0,10-2-6 15,-10 2-6-15,7-2-6 0,-7 2-5 0,8 0-5 16,-8 0-18-16,0 0-12 0,0 0-11 0,0 0-8 15,6 1-10-15,-6-1-16 0,0 0-22 0,0 0-18 16,0 0-20-16,0 0-43 0,0 0-25 0,0 0-29 16,3 3-121-16,-3-3-354 0,0 0 157 0</inkml:trace>
  <inkml:trace contextRef="#ctx0" brushRef="#br0" timeOffset="-60474.02">8983 16469 31 0,'1'-4'171'0,"-1"1"-7"0,1-2-2 0,0 1-22 15,1 0-3-15,0 0-3 0,0 2-6 0,-2 2 5 16,0-7-11-16,0 7-10 0,2-3-15 0,-2 3-2 16,2-4-15-16,-2 4-8 0,2-2-8 15,-2 2-9-15,0 0-8 0,0 0-7 0,0 0-8 16,0 0-1-16,0 0-9 0,0 0-2 0,0 0-3 15,-1 14-3-15,-2-5 0 0,-1 3-4 0,2 5 5 0,-3 0-7 16,-1 3 0-16,-2 4-2 0,-1 0 3 0,0 0-1 16,2-5-3-16,-3 6-1 0,2-2 0 0,1-5 0 15,2-1 1-15,-3 0-4 0,2 0 2 16,2-5-1-16,1 2-3 0,-2-4 3 0,4-1 0 16,-2-4 3-16,2 7-2 0,1-8 1 0,-3 2 1 15,1-1-1-15,2-1 3 0,0-4 1 0,2 7 5 16,-2-7 9-16,4 4 4 0,0-3-1 0,5-1 6 0,0-1-4 15,5 0-2-15,0-1 0 0,5 0-3 16,0-3-3-16,-2 3-5 0,2-1 0 0,-1 0-15 16,0-1-18-16,1-1-31 0,-6 2-26 0,6-2-47 15,-5-3-41-15,4 4-44 0,-9-3-107 0,0 2-340 16,2 0 150-16</inkml:trace>
  <inkml:trace contextRef="#ctx0" brushRef="#br0" timeOffset="-60242.25">9181 16656 121 0,'0'0'290'0,"0"0"-5"0,1-6-5 16,-2 2-17-16,1 4-23 0,0 0-25 0,-3-5-32 16,3 5-19-16,0 0-31 0,0 0-40 0,0 0-11 15,0 0-10-15,-2 17-9 0,-1-1-5 0,1 2-10 16,-1 9-2-16,-1-2-8 0,0 5-2 0,3 2-7 15,-2 4 1-15,2-1-1 0,-3-1-12 0,3 1-31 16,1-2-39-16,0 1-32 0,0-3-81 0,4 2-42 16,-8-2-174-16,8 1-414 0,-3-14 184 0</inkml:trace>
  <inkml:trace contextRef="#ctx0" brushRef="#br0" timeOffset="-56637.18">11181 14901 16 0,'0'0'102'0,"2"-7"10"15,-2 5-5-15,0 2-22 0,0-5-10 0,0 5-12 16,0 0 4-16,1-3-19 0,-1 3-10 0,0 0-6 16,0 0-14-16,0 0 7 0,0 0 2 0,0 0-9 15,0 0 7-15,0 15 0 0,0-7-9 0,-1 1-5 16,-3 4 8-16,2 3-12 0,-2 1 5 0,3 3-14 15,-3 6 8-15,2 0-1 0,0 1-7 0,2-2 9 16,-1 2-7-16,-1 1 4 0,4 0 4 0,-1 0-6 16,-1 1 4-16,1 0-3 0,2 3 8 0,-1-3-13 15,0 2 8-15,-1 0-1 0,1-1 3 0,0-1-13 16,0 0 7-16,0-1 1 0,0 5 4 0,-4-2-2 16,4-1-7-16,-6 0 0 0,2 0-1 0,-1 1 9 15,-1-2-1-15,3 0 0 0,-2-2-6 0,0 0 7 16,1-2-4-16,1 3-6 0,1-7 3 0,-1-3 4 15,1 2-7-15,0-3-6 0,0 4 4 16,-2-2-1-16,2-2 5 0,0 4 1 0,-2-4 2 0,2 0-5 16,0 2-1-16,0-3 0 0,0 1 4 0,0-1-3 15,0 4 15-15,0-1-8 0,0 0-9 0,2 2 4 16,-2-4 7-16,0 9-4 0,2-3-2 0,-4-3 1 16,2-2 3-16,0 4-8 0,-3 2 16 0,4-4-13 15,1 4-11-15,-2 2 30 0,2-6-2 16,-2 6-6-16,0-1 3 0,0 1 3 0,0 0-6 15,-4-6 4-15,3 7-10 0,-3-2 5 0,3 0-5 0,1 1 1 16,0 1 1-16,-3-9 0 0,3 10-2 0,-1-3 0 16,1 1-2-16,1-8 6 0,0 3-4 15,-1 5-2-15,6-1-4 0,-6-6 5 0,1 1 27 16,2 5-29-16,0 1 8 0,-2-7-3 0,1 7-3 16,-2-2-6-16,2-6-19 0,-1 2 10 0,2 7-5 15,0-2 7-15,-2 2-3 0,-1 0 6 0,1 0-1 16,0 1 3-16,-1-1-10 0,2-1 8 0,-2 1 7 0,2-1-2 15,2-1 2-15,-3 1 0 0,3-1 6 16,-1 0-13-16,-1 2 5 0,2-9 6 0,0 8-5 16,-1-6 9-16,-1-3 7 0,3 3 10 0,-1 1-11 15,1-2-2-15,-2 0 1 0,0 6 9 0,0-6-11 16,1 0 1-16,-4 1 7 0,1-3-11 0,-1 2 2 16,0 0 28-16,0 1 0 0,0-3-4 0,-1 0-14 15,-2-1 3-15,2 1 5 0,1-1 0 0,0 0-5 16,-3-5-1-16,3 1-4 0,0-1 4 0,0-1-6 15,0-1-32-15,-1 3 0 0,2-2 5 0,2 0 5 16,-3 2-1-16,0-1 1 0,4 0 5 0,-4 0-1 16,0-1-4-16,1 2 7 0,-1-1-9 0,2-2 6 15,0 0 5-15,-1 3-6 0,-2-8 4 0,5 7 1 16,-4-1 0-16,0-10-2 0,0 0 4 0,0 0-9 16,1 27 1-16,-1-27 2 0,0 0-6 0,0 19 10 15,0-19 0-15,0 0-5 0,5 20 14 0,-5-20-11 16,0 0 11-16,1 18-1 0,-1-18-5 0,0 0 1 15,3 20 0-15,-3-20 3 0,0 0-5 16,4 17 8-16,-4-17-5 0,0 0 0 0,4 16-3 16,-4-16-2-16,0 0 5 0,-3 17-3 0,3-17 1 15,0 0 0-15,0 0-6 0,0 18-1 0,0-18 8 16,0 0-1-16,0 0 2 0,0 0 2 0,4 16-10 16,-4-16 7-16,0 0-1 0,0 0-5 0,0 0 3 15,0 0 1-15,0 0 1 0,0 0 2 0,0 0 1 16,0 0-3-16,0 0-2 0,0 0-11 0,0 0-16 15,0 16-4-15,0-16-15 0,0 0-17 0,0 0-22 16,0 0-129-16,0 0-230 0,0 0 101 0</inkml:trace>
  <inkml:trace contextRef="#ctx0" brushRef="#br0" timeOffset="-51493.21">11486 14771 74 0,'0'0'87'0,"6"-5"-1"15,-2 3-14-15,4-1-9 0,0 0-1 0,2-1-7 16,1 1-11-16,0 0 0 0,0-3-7 0,2 4-3 16,4-2-5-16,0-1-2 0,1-3-1 0,1 5-8 15,3-2 4-15,6-5-7 0,0 2 3 0,-1 1-1 16,4-1-6-16,-3 0 6 0,4 1-14 0,1-2 10 16,-1 1-9-16,1 3 8 0,2-3-7 0,-1 1-1 15,3 1 1-15,13 0-1 0,-13-1-5 0,5 3 5 16,11-6 2-16,-16 4-3 0,2 2 6 0,0-1 6 15,-1-2 0-15,-2 5-7 0,0-2-13 0,-2 0 16 16,1-3-10-16,-1 4 7 0,3-1-1 0,-2-2 0 16,-2 0-1-16,0 3 2 0,0-4-6 0,3 3 2 15,-1 0 7-15,0 1-7 0,0-3 4 0,1 1-6 16,1-1 3-16,-1 2-1 0,3-2 8 0,-4 2-5 0,-1 0-9 16,-1 0 10-16,1 0-4 0,-2 0-7 15,-2 2 7-15,-7-1 0 0,5 0-6 0,-7 2 10 16,-1-2-5-16,2 1-4 0,-1-1 7 0,0 0-6 15,-2-1 5-15,2 2-8 0,-1-1 6 0,8-2-6 16,-6 2 1-16,0 1 7 0,3-2-5 0,-3 1 0 16,5-2-3-16,0 2 3 0,-6 0-5 0,6-3 2 15,0 5 3-15,2-2 3 0,-7 3-8 0,1-1 1 16,5 0 1-16,-6 0 9 0,1 0-5 0,5-1 10 16,-9 2-13-16,11 0-2 0,-10 0 8 0,-1-1-3 15,3 1-3-15,-1 0 2 0,0 0 2 0,2 0 5 16,0 0-10-16,5-1-1 0,-7 1 7 0,-1 0-6 15,3-3-1-15,4 3 4 0,-5-2 7 0,-2 2-9 16,2 0 1-16,7 0 16 0,-11 0-15 0,4 0-5 16,6 0 19-16,-10 0-20 0,5 0 10 0,4 0-18 15,1-1 10-15,1 1 0 0,-1 0-3 0,3-1-5 16,-3 0 0-16,4-2 7 0,-1 1 7 0,1-2-12 16,-2 1 5-16,1 1 0 0,1 1 3 0,-1 0 2 15,-2 0-6-15,0-1 1 0,1 1-1 0,-2 0-1 16,1 0-2-16,-1-1-5 0,3 2 5 0,-4-2 6 15,1-1-5-15,-7 2-3 0,0-1 7 0,9 0-1 16,-2 2 1-16,-5-2-3 0,0 0 1 0,-3 2 7 16,11-3 2-16,-4 3-6 0,1-2-1 0,-1-1 3 15,1 1-4-15,2-4 9 0,-2 5-7 0,3-2 2 16,-2-1 1-16,0 2 6 0,-1-1-8 0,-1 0-1 16,2 1 8-16,0 0-8 0,1 1 6 0,-1 1-1 15,-2-1-1-15,1 0-1 0,-5-1 0 0,-1 1 3 16,6 0-3-16,-4 1-2 0,-2-3 7 0,1 1-5 15,-3 0 6-15,2 1-10 0,0-2 7 0,-2-1 0 16,2 2-8-16,-2-1 7 0,2 0 3 0,0-1 0 16,-3 1-2-16,3-1-6 0,-3 1 4 0,0 2-2 15,4-3 10-15,-2 1-10 0,0 1-4 0,7-3 7 16,-1 4-6-16,-4-1 4 0,5-2 8 0,3 0-2 16,-2 0 3-16,2 0-6 0,-3 3-3 0,2-1 6 15,-1-2-2-15,-1-1 1 0,0 2 0 0,2 0 3 16,-9 2-9-16,1-2-4 0,5-2 10 0,-7 3-4 15,3 1 2-15,0-1-6 0,-2-1 9 0,-1 2-5 16,7-4 3-16,-3 5 1 0,-3-3-4 0,7-1 5 16,-1 1-14-16,-6 1 20 0,1 2-7 0,-3-3-3 15,3 2 3-15,0-2-4 0,-3 1 5 0,5-2-1 16,-2 2-3-16,0 0-3 0,-2 0 0 0,1 1 2 16,0 0-2-16,-1 0 3 0,1-3 7 0,1 1-7 15,-4 0-2-15,2 2 1 0,-1-3 3 0,-1 2-5 16,3-2 5-16,-2 1-5 0,0 2 13 0,0-2-9 15,-1-1-2-15,1 0 1 0,-1 1 5 0,0 1-7 16,0-3 0-16,0 2 2 0,-2-1-3 0,3 1 4 16,0 1-5-16,-2 0 3 0,5-1-1 0,-3 1-3 15,3-1 8-15,-3 1-7 0,4-1 6 0,-1 0-5 16,6-1 2-16,-6 0 0 0,-2 1 5 0,8 0-3 16,-7 0-4-16,-2 2 3 0,0 0-3 0,9-1 0 15,-9 0 8-15,-1-1-3 0,4 0 1 0,-2 1-1 16,0-1-8-16,1 2 9 0,-3-2 3 0,1 3 9 15,0-4-14-15,1 1-4 0,-1 1 6 0,0-1-10 16,-1 1 0-16,1-1 5 0,-2 1 7 0,3-1-11 16,-1-1 1-16,-1 1-1 0,1 1 2 0,-1-1-6 15,-1-2 16-15,-3 1-13 0,0 1-1 0,-1 1 4 16,1-2 5-16,-4 1-7 0,4 0 5 0,-2 1 0 16,0-2-10-16,0-1 6 0,1 2-5 0,1-1 13 15,2-1-11-15,2 0 3 0,-2 2 5 0,-2 0-4 16,6-4 4-16,-5 2 4 0,3-2-3 0,2 4-5 15,-1-1-5-15,-3 1 5 0,5-1-1 0,-4-1 6 16,2 2-5-16,-2 0 1 0,0-3 4 0,0 2-1 16,-5 3 2-16,6-6 1 0,1 4 1 0,-7 1-3 15,0 1 12-15,3-3-5 0,-4 1-5 0,4-1 4 16,1 0-5-16,3 3 7 0,0-2-5 0,-1 1 1 16,1-1 4-16,-1 1-8 0,5-2 5 0,-4 2 8 15,1 1-15-15,1-2 4 0,-2 3-4 0,3-4 2 16,0 1 1-16,-2 1 3 0,3-1-4 0,-3-2-6 15,1 4 12-15,2-2-1 0,5 0 0 0,-7 3 1 16,2-2-12-16,-2 2 6 0,0-2 0 0,3 0 0 16,-1 1 11-16,4-1-8 0,-8 1-5 0,2 2-2 15,7-2 0-15,-7 0 4 0,8 0 1 0,-9-1-2 16,8 2 4-16,-9 2-4 0,12-2 4 0,-4 1-11 16,-7-2 10-16,1-1 0 0,6 0 1 0,-1 3-4 15,-3-1 3-15,4-1-4 0,1 1-2 0,-8-1 5 16,1-1-6-16,10 2 4 0,-4 0 6 0,1 0-6 15,-8 0 4-15,3 0-3 0,0-1 1 0,-2 2-1 16,-1-1 4-16,3 0 0 0,-1 0 6 0,-3 0-9 16,3 0-8-16,-2 0 3 0,0-1 5 0,0 1-1 15,0 1-3-15,-2-2 1 0,1 2 3 0,-1-1-7 16,4 0 4-16,-4 2 3 0,2-4 5 0,-2 4-2 16,3-4-6-16,-5 4-2 0,2-4 8 0,0 2 0 15,-1 0-7-15,-3 0 5 0,-2 0-2 0,1-1 3 16,1-1-4-16,4 2-1 0,-4 0 0 0,-2 0 0 15,-1-2-2-15,1 2 3 0,-1-1-1 0,1 0-3 16,-1 2 5-16,1-2 0 0,-1-2-1 0,1 1-1 16,2 2-5-16,-3 0 6 0,5-2-2 0,-4 1 3 15,2-1-4-15,2 1 1 0,-6-3 0 0,5 2 3 16,-2-1 0-16,1 1 1 0,-1-1-2 0,0 1-4 16,-2-1 14-16,1-1-21 0,2 3 9 0,-1-1 4 15,4-3-4-15,0 0-3 0,2 1 6 0,0 4 0 16,3-3-6-16,8-1 7 0,-1 0-8 0,3 0 5 15,0 3-2-15,2-3-3 0,-4 4 2 0,4-4 2 16,2 4 0-16,-4-3-1 0,2 1 3 0,-3-1-2 16,1 3-1-16,-4-2 8 0,0 2-3 0,-6-2-4 15,6 0-1-15,-7 1 0 0,0-1 4 0,0 1-6 16,-1-1 0-16,3 0-1 0,5 2 8 0,0 0-4 16,-6-3 0-16,6 3-3 0,-7-2 9 0,2 2-1 15,-2-2-8-15,1 1 15 0,-1 0-10 0,-2 0-3 16,0-2 2-16,-3 2-3 0,-3 0 1 0,1-1 2 15,-2-1 0-15,-1 3-4 0,0-1 7 0,-2-2-2 16,-2 2-5-16,2-1 1 0,-1 2-1 0,-2-2 4 16,2 2-3-16,-1-2-2 0,0 2 8 0,-1-1-8 15,2 1 5-15,0 0-1 0,-1 0 0 0,-7 0-3 16,14 0 8-16,-1-2-5 0,-4 2 0 0,1 0-6 16,3 0 8-16,-4 0-3 0,0 0 1 0,4 0 0 15,-4 0-2-15,-3 0 1 0,4-2 1 0,2 1 3 16,-3 1 7-16,0 0-11 0,0-1 0 0,-2 1 4 15,5-1-7-15,-5 2 4 0,2-2-2 0,2 1-10 16,-2 0 10-16,-2-2-2 0,0 2 2 0,5 0-10 16,-3-1 3-16,-1 0 0 0,1 1 3 0,1-1-5 15,-2-1 0-15,2 2 2 0,-1-3-2 0,1 3 2 16,-1-2 2-16,4-1-5 0,-4 1 10 0,0 0-2 16,2-1 1-16,-3 1 11 0,2 0-13 0,0-2 1 15,2 0-4-15,-2 2 7 0,4-1 2 0,4 0-1 16,1-3 0-16,3 5-8 0,-3-3 3 0,-1 1-9 15,5 1-1-15,-2-1 0 0,9 0 9 0,2-1 4 16,4 2-2-16,-2-1-6 0,2-1 2 0,0 0 4 16,-1 0-5-16,-1 4 5 0,4-7-7 0,-2 5 8 15,0-1-8-15,0-1 10 0,-2 2 2 0,3-5 3 16,2 6-1-16,0-3-1 0,-2 0 6 0,16 0-5 16,-14 1 8-16,1 1-13 0,12-1-2 0,1-1 5 15,-2 1 11-15,0-1-5 0,0 1-8 0,-10-1 9 16,9 1 2-16,5 0 1 0,-16 1-4 0,15-1 3 15,-17-1 4-15,15 1 1 0,-13-1 3 0,13 0 0 16,-13 0 1-16,1-1 1 0,12 0 6 0,-1-2-7 16,2 0 5-16,-3 4-1 0,2-5-4 0,1 4 2 15,-1-1-6-15,-2-3 5 0,2 4-12 0,-13 1 2 16,12-6 4-16,1 3-1 0,-15 0-2 0,3 1-7 16,10-4-5-16,0 1 8 0,-11 1-3 0,1 0 6 15,11-5 0-15,-2 3-7 0,-9 3 3 0,13-5 2 16,-1 1-2-16,1 0 4 0,0 2-1 0,-3-1-3 15,1-1-1-15,1 1 1 0,-1 1-7 0,-11 1 4 16,10-3 3-16,-9 5 2 0,8-4 0 0,-12 1 0 16,3 4 0-16,9-9-12 0,-9 5 10 0,10-3-6 15,-10 2 3-15,7-3 4 0,-7 6 0 0,9-4 4 16,-11 2-3-16,4 2 1 0,-5-6-1 0,3 5 0 16,-3 0-2-16,1-3 0 0,0 1 0 0,-1 3-2 0,15-5-1 15,-19 3 3-15,2 1-3 0,1-3 1 16,-2 1-2-16,-1 1 0 0,3-1-1 0,0 4-1 15,-2-4 4-15,1 3-4 0,1 1 3 0,2-1-3 16,0 0 2-16,-1-1-2 0,2 2-6 0,-1 0 10 16,-1-2-4-16,0 2 5 0,-4 1 0 0,3 0-2 0,0-1-1 15,-4 1-1-15,0 0-4 0,-4 1 6 16,1-2 2-16,-2 3-2 0,-4-3-1 0,4 3-1 16,-7-1-1-16,0-1 2 0,1 3-3 0,1-1 6 15,-2 0-7-15,0-2 1 0,1 3 4 0,1-2 2 16,-4 2-5-16,1-2 0 0,-5 0 0 0,3 1 3 15,-2-1 3-15,3 3 1 0,-6-4 0 0,1 2 3 16,0-2-6-16,1 2 3 0,-3 0 3 0,0 1-8 16,-1-1 4-16,1 0-3 0,-4 0 2 0,6 1-2 15,-4 0-1-15,1 1 1 0,0-1-2 0,-1-1 3 16,4 2-5-16,-1 0 6 0,-1 0-4 0,2 0 1 16,4 0-1-16,-4 2-2 0,5-2 1 0,2 1-2 0,-4 1-1 15,3 0 3-15,0-2-3 0,-1 2 3 16,0 1 3-16,-5-1-4 0,2-1 3 0,2 0-6 15,-3 0 7-15,-2 1-8 0,-2-1 2 0,4 1-1 16,-4-2-3-16,3 4 11 0,-2-4-3 0,2 3 1 16,-3 0-3-16,1-2-12 0,1 0 14 0,1 1 0 0,-3 0 2 15,2 1-4-15,-2-3-2 0,-1 1 8 0,4-1-2 16,-3 0-6-16,-1 3 5 0,0-2-1 16,-1 1 0-16,1-1-2 0,2 0 3 0,-1-1-4 15,1 1 5-15,-1 1-6 0,-3 0 3 0,2-2 1 16,0 3-2-16,0-2 1 0,-4 2-2 0,3 0 7 0,-2-2-4 15,3 0-3-15,-1 4-2 0,-3-3 3 16,4-1 2-16,-3 1-6 0,3 0 7 0,-2 1 0 16,-1-1-2-16,4-2 0 0,-1 4 0 0,2-1 0 15,-1-1 0-15,0-1-4 0,2 1 3 0,-1-1 3 16,1 3 4-16,-1 0-7 0,4 0-8 0,-2-2 10 0,4 2-4 16,-2 1 1-16,-1-3-1 0,3 2-5 15,-3 0 7-15,-3-1 1 0,3 1 0 0,-2-2-4 16,-2 1 0-16,2 0 7 0,-2-1 2 0,0-1-3 15,-4 3 2-15,1-3-3 0,-1-1-8 0,-1 3 5 16,2-2-2-16,-2 1-1 0,-1 0 5 0,1-1-5 0,1-1 1 16,-1 3-1-16,2-2 0 0,0 0 1 0,-2 2 5 15,4 1 0-15,1-1-9 0,-2-1-2 0,1-2 3 16,1 4 4-16,-1-1-6 0,0-1 6 16,0 3 3-16,3-2-4 0,-6 0 2 0,2-1-1 15,-2 1 3-15,3-2 3 0,-1 2-8 0,-2-2-5 16,6 2 5-16,-3 1 3 0,1 0-13 0,3 0 4 0,-4-1-3 15,2 4 0-15,6 0 5 0,-6-2-1 16,8 0 0-16,-2 4 0 0,-2-3-2 0,4 4 1 16,-2-5 5-16,1 2-2 0,-3 2 1 0,2-4-1 15,-2 2-2-15,-2-1 1 0,-1-1 8 0,5 2-6 16,-2 2-4-16,2-4 6 0,-6 2-2 0,6 0-2 0,-4 0 7 16,5 1-6-16,-4 0 4 0,4-2 1 0,-4 3-1 15,1-1 4-15,1 0 1 0,-4-4-6 16,-1 4 3-16,-1-2-5 0,3-2 5 0,-4 4-4 15,2-3 2-15,-1 0 2 0,-2 1 0 0,2 0 3 16,3-1-2-16,-4 1 1 0,0-2-3 0,4 1 3 16,-2 1 4-16,3-2-2 0,2 4-5 0,-5-2 0 0,6 1-2 15,1 1 8-15,-3-1-1 0,2-1 4 0,-3 3-2 16,2-2-14-16,-5-2 6 0,1 1 4 16,1-3-4-16,0 4 1 0,-2 0 3 0,-2-1 0 15,0 1-3-15,4-2 2 0,-4 0 2 0,-1 1-4 16,2-2 2-16,-4 0-3 0,1-1 5 0,-1 2-1 0,-1-3 0 15,3 3-3-15,-3-2 4 0,4 3 1 16,-4-3-2-16,0 0-5 0,3 1 2 0,-2-1 1 16,-1 1 14-16,2-1-14 0,-2 1-5 0,4 1 7 15,-2-2-6-15,2 4 2 0,-1-2 2 0,2 0-12 16,-1 0 11-16,0 2-10 0,1-2-2 0,-1 1 9 16,3 0-8-16,-1-1 14 0,0 2-10 0,-1-2 7 15,0 2 5-15,0-2-10 0,3 0 2 0,-3 1 1 16,0-2 6-16,2 1-2 0,-1 1 9 0,-2-3-29 15,3 2 20-15,-1-1 1 0,0 1-3 0,1-2 3 16,-1 2-3-16,5 4 0 0,-2-4-2 0,4 2 2 16,-4 0 6-16,4-1-12 0,-1 1 5 0,-1 0 5 15,1-2-1-15,1 2 0 0,0 0-2 0,-2-3 0 0,3 0-1 16,-6 1 1-16,1-1-14 0,0-1 15 16,-1-2 3-16,0 0-6 0,-3 2-1 0,3 1 2 15,0-2 3-15,-2-1-2 0,-1 1-2 0,2 1 4 16,2-1 0-16,-1 0-5 0,1 3 3 0,1-4 3 15,0 1 0-15,2 2-1 0,-2-3-2 0,2 1 1 16,1-2 4-16,-5 0 5 0,1 0 6 0,-1 0-6 16,0 3 6-16,0-3-7 0,-1-3 1 0,-1 3 14 15,0 0-13-15,-4 0 1 0,3 0-1 0,-1 0-2 16,2 0-2-16,1 0-2 0,-3 3 2 0,0-3 0 16,0 1-2-16,4 0 2 0,-3-1-4 0,4 2 2 15,-1-2 5-15,1 3-5 0,-1-3 1 0,1 0 8 16,-1 2-4-16,0-1 2 0,1 1-4 0,-2-4 1 15,2 5 1-15,-3-3-1 0,3 0-11 0,-3 0 9 16,0-1 0-16,1 1-2 0,2 1 2 0,-5-2 5 16,5-1-8-16,-5 1 3 0,5-1-7 0,-3 2 7 15,0 0-2-15,0 0-4 0,2 0 0 0,-1 0-3 16,-1 0 6-16,1 0 0 0,0 0-13 0,1 3 7 16,-1-3 3-16,-1 0-2 0,2 0 1 0,1 0 2 15,-5 0 2-15,6 2-3 0,-3-2 3 0,-2-2-2 16,4 2 2-16,-5-3 1 0,4 1-8 0,-2 1 11 15,-2-1-7-15,4-3 1 0,-4 5-2 0,1-1 6 16,-1 0-3-16,-1 0 2 0,1-3 0 0,-3 2-9 16,4 1 0-16,-2 1 4 0,1-2-2 0,2 0 3 15,1 1 0-15,-7-1 0 0,8 1 2 0,-3 0 5 16,-2 1-14-16,0 0 8 0,-1-1 0 0,-2-1 0 16,3 2 1-16,0-2-5 0,1 1 2 0,-2 1-1 15,1 0 0-15,2-2 2 0,2 2-2 0,-3 2-2 16,1-2-1-16,3 1-2 0,-2-1 10 0,4 2-8 15,-2-2 4-15,6 3-4 0,-1-3 5 0,3 1 0 16,-2 0-5-16,0 2 3 0,0-1 3 0,0 0-6 16,-2-2 1-16,-3 0 4 0,5 0-1 0,-7 0-3 15,-1 1 0-15,2-1 5 0,-2 0-8 0,2 0 8 16,0 2-7-16,-3-2-2 0,3 2-6 0,1-2 2 16,-2-2-7-16,0 4 7 0,1-2 6 0,-1 0 5 15,0 0-2-15,1 0-5 0,0 2-7 0,-1-2 9 16,-1 1 0-16,0-1-3 0,2 0 1 0,-1 0-3 15,1 1 4-15,1 0 1 0,-2-1-3 0,0 0-1 16,2 3-1-16,-4-2 4 0,3 0 3 0,-3-1-4 16,4 0 1-16,-1 2-1 0,-1-2 1 0,-1 0 0 15,1 0 1-15,0-2 2 0,-2 2 0 0,3 0 9 16,-4 0-4-16,3-2-5 0,-1 2-4 0,-2 0 8 16,5-3-2-16,-1 3 2 0,2 3-1 0,-2-3 7 15,6 1-14-15,-1 0 1 0,0-1-3 0,1 2 5 16,-1 1-19-16,1-3 22 0,0 2 3 0,-2-1-11 15,0 3 14-15,-4-2-10 0,-1-2 6 0,5 2-2 16,-4-1-3-16,-1-1 7 0,0 2 12 0,1-4-7 16,-2 2-6-16,0 3 3 0,0-3-1 0,0 0 3 15,1 0 7-15,1 0-3 0,0 1 3 0,-1 0-5 16,2 1 1-16,0-1 4 0,-1 0-9 0,1-2 0 16,-4 2 9-16,3-2-14 0,1 1 10 0,-1-1-6 15,0 1 5-15,-3-2-11 0,2 1 9 0,-4 0-2 16,-1 1 8-16,1 0-15 0,-8 0-2 0,10 0 4 15,-3-1 14-15,-7 1-20 0,7 1 4 0,-7-1-16 16,6-1-15-16,-6 1-12 0,0 0-28 0,0 0-37 16,0 0-59-16,0 0-183 0,-11-8 81 0</inkml:trace>
  <inkml:trace contextRef="#ctx0" brushRef="#br0" timeOffset="-48729.19">11225 14882 19 0,'0'0'87'0,"0"0"11"0,0 0-5 16,0 0-19-16,0 0-1 0,0 0 1 0,0 0-12 0,0 0-4 15,0-5-5-15,0 5-4 0,0 0-2 0,0 0-6 16,0 0 2-16,0 0 1 0,0 0-10 0,0 0 5 15,0 0-4-15,0 0 1 0,0 0 1 16,0 0-2-16,0 0-1 0,0 0 8 0,0 0-13 16,0 0 6-16,0 0-3 0,0 0-6 0,0 0-14 0,0 0 1 15,0 0 2-15,0 0-8 0,0 0-1 0,0 0 0 16,-5-4-3-16,5 4 2 0,0 0-5 0,0 0 0 16,0 0 4-16,0 0 1 0,0 0 6 0,0 0-10 15,-10 0 1-15,10 0 2 0,0 0 5 16,0 0-8-16,0 0-3 0,-6 0 7 0,6 0-8 0,0 0 4 15,0 0-2-15,0 0 2 0,0 0-2 0,0 0 5 16,0 0-5-16,0 0 12 0,0 0 2 0,0 0 10 16,0 0 6-16,0 0 16 0,0 0-1 0,0 0 5 15,0 0 4-15,0 0 5 0,0 0 1 16,0 0 0-16,0 0 1 0,0 0-7 0,0 0-9 0,0 0-2 16,0 0-4-16,11-5-9 0,-1-1-2 0,3 3-3 15,6-1 1-15,9-4-5 0,2 2-3 0,3 1-3 16,1-1-3-16,6 2 3 0,-2-4-5 0,15 2-10 15,-12 1-8-15,-2 1-13 0,0-4-10 16,-1 5-15-16,-1-2-20 0,-5 1-25 0,-3 4-19 0,-8-4-30 16,-2 1-28-16,-7 0-101 0,-1 0-291 0,-6 1 129 15</inkml:trace>
  <inkml:trace contextRef="#ctx0" brushRef="#br0" timeOffset="-48305.21">11123 14859 135 0,'15'-6'149'16,"12"-4"-14"-16,5 0-17 0,5 2-21 0,21-1-33 15,0-2-56-15,4 3-126 0,0-2-127 0,-5 1 55 16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4-25T08:49:33.220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3729 2043 51 0,'0'0'109'0,"2"-5"-6"15,-2 5-10-15,0 0-10 0,0 0-3 0,2-4-10 16,-2 4 5-16,0 0-11 0,0 0-5 0,0 0 9 16,0 0 4-16,0 0 9 0,0 0 1 0,2-3 7 15,-2 3 4-15,0 0 1 0,0 0 6 0,0 0-4 16,0 0-3-16,0 0-1 0,-3-6-1 0,3 6-1 15,0 0-2-15,-3-6-8 0,3 4 0 16,0 2-6-16,-2-4-5 0,2 4 2 0,-1-5-9 16,1 5-1-16,0 0-4 0,-3-5-3 0,3 5-4 15,0 0-7-15,0-3-6 0,0 3-8 0,0 0-9 16,0 0-18-16,0 0-28 0,0 0-25 0,0 0-10 16,0 0 9-16,-1 17 1 0,1-4 2 0,-4 5 11 0,3 9 0 15,-3 7 9-15,-1 14 3 0,0-2 4 16,1-10 1-16,0 12 5 0,3-15 4 0,-2-2-3 15,3 2 2-15,-5-3 3 0,5-2 9 0,0-3 2 16,0-6 6-16,-2-3-1 0,-1-3 3 0,3-1 7 16,0-3-2-16,0-3 2 0,0 1 9 0,0-2 11 15,0 0 14-15,0-1 17 0,-1 1 20 0,1-5 10 16,0 0 19-16,0 0 15 0,-3 5 1 0,3-5-4 16,0 0-11-16,0 0-14 0,0 0-21 0,0 0-26 15,0 0-28-15,0-20-22 0,0 14-46 0,0-2-27 16,3-1-41-16,-2-4-46 0,-1-3-41 0,5 1-51 15,-5-2-220-15,5-10-504 0,-5 9 222 0</inkml:trace>
  <inkml:trace contextRef="#ctx0" brushRef="#br0" timeOffset="326.02">3713 1970 73 0,'0'0'154'0,"0"0"-19"0,0 0-11 16,0 0-15-16,0 0-15 0,0 0-6 0,0 0-15 16,0 0 1-16,0 0-18 0,0 0-7 0,0 0 0 15,0 0 17-15,15 1 0 0,-5-1-3 0,10 2 7 16,0-4-3-16,14 1 1 0,4 0-6 0,1-4 1 15,0 2-6-15,-3-2-6 0,-1 2-3 0,-4 1-12 16,-4-3 5-16,-7 4-12 0,-6 0 3 0,-1-1-8 16,0 1 1-16,-7 2-1 0,-1-4-14 0,3 3-3 15,-8 0-15-15,9 0-11 0,-9 0 4 0,1 5-10 16,-1-5 1-16,-6 7-16 0,-3-4-10 0,0 4-11 16,-4 2-40-16,4-1-27 0,0 1-125 15,-6-1-274-15,3 0 122 0</inkml:trace>
  <inkml:trace contextRef="#ctx0" brushRef="#br0" timeOffset="720.12">3707 2685 42 0,'0'0'121'0,"-3"2"1"15,3-2-4-15,0 0 4 0,0 0-4 16,0 0-8-16,0 0 10 0,0 0 8 0,0 0-6 15,0 0 0-15,9 2-7 0,1-4-4 0,8-1-10 16,0-1-9-16,11-1-11 0,1-3-7 0,2 1-1 16,2 1-8-16,1 0-8 0,-3-3 0 0,-2 4-10 0,-3 2-5 15,-7-1-5-15,-5 2-3 0,-4-1-2 16,-1 1-4-16,-2-1-7 0,1 3 0 0,-3-1-12 16,-6 1-14-16,12-2-15 0,-12 2-22 0,0 0-21 15,5-4-23-15,-5 4-30 0,0 0-35 0,0 0-160 16,0 0-334-16,-32-1 147 0</inkml:trace>
  <inkml:trace contextRef="#ctx0" brushRef="#br0" timeOffset="1090.03">3713 2351 189 0,'-5'0'169'0,"5"0"-18"0,0 0-16 15,0 0-10-15,0 0-8 0,0 0-10 0,0 0-6 16,0 0-10-16,0 0-7 0,-4 1-4 0,4-1 7 15,0 0-3-15,19 1-3 0,-6-3-8 0,7-1 4 16,1 1-16-16,1 0-5 0,7 0-4 0,-1-2-6 16,0 1-2-16,-1-1-6 0,-5 4-6 0,-4-1-1 15,-1 0-2-15,0-3-4 0,-4 4-1 0,-4-1-8 16,1-2 3-16,0 3-20 0,-5-2-16 0,-5 2-7 16,12 0-22-16,-12 0-11 0,0 0-12 0,0 0-18 15,0 0-32-15,0 0-25 0,0 0-133 0,-24 10-300 16,19-8 133-16</inkml:trace>
  <inkml:trace contextRef="#ctx0" brushRef="#br0" timeOffset="1472.99">4661 2242 134 0,'0'0'184'0,"0"0"-10"0,0 0-11 16,0 0-23-16,6 0-9 0,-6 0-12 0,0 0-16 15,0 0-13-15,0 0-16 0,0 0-10 0,0 0-7 16,-2 11-8-16,0-5-12 0,-4 5 3 0,0-2-5 15,-1 3-3-15,-2 4-10 0,-3-1 5 0,1 1-5 16,-6 5 3-16,2 0-7 0,2-4 3 0,1-1 3 16,-1 2-7-16,2-2-1 0,-5 4 0 0,5-6-5 15,3 1 2-15,-1-2-2 0,4-3-3 16,1 1 6-16,-3-2-5 0,4-4 2 0,-1 0-1 16,0 0 3-16,2-2-16 0,-1 1 9 0,1 0-8 15,2-4-3-15,-3 5-3 0,3-5-15 0,0 0-67 16,0 0-54-16,-9-10-134 0,8 4-301 0,1-4 134 15</inkml:trace>
  <inkml:trace contextRef="#ctx0" brushRef="#br0" timeOffset="1784.08">4404 2348 108 0,'-2'-6'289'0,"-1"0"4"0,0 1-12 0,2 0-12 16,1 5-14-16,-4-5-30 0,4 5-21 0,-4-7-26 15,4 7-21-15,-3-2-20 0,3 2-19 0,0 0-14 16,0 0-11-16,0 0-12 0,0 0-12 0,12 13-5 15,-1-4-5-15,0 5-5 0,7 3-6 0,1 4-3 16,-1-1-7-16,1 0-3 0,3 5 1 0,-4-5-7 16,5 5 0-16,-4-4-2 0,-1 1 0 0,-1-4-2 15,-5-2-5-15,1-1 4 0,-1-1-11 16,-3-7 7-16,-1 4 0 0,-1-4-6 0,-2 0 1 0,0-2 0 16,-1-1 5-16,-1-1-3 0,-1 2-2 0,-2-5-1 15,6 4 3-15,-6-4 8 0,4 4 6 0,-4-4-4 16,4 1 0-16,-4-1 2 0,0 0-4 0,0 0 2 15,0 0-6-15,0 0-8 0,0 0-13 0,0 0-22 16,5 3-20-16,-5-3-65 0,0 0-57 16,0 0-47-16,4-9-23 0,0 6-48 0,-4 3-179 15,1-9-500-15,4 3 222 0</inkml:trace>
  <inkml:trace contextRef="#ctx0" brushRef="#br0" timeOffset="2299">5158 2363 157 0,'-2'-3'209'0,"2"3"-16"0,-6-8-9 15,2 7-19-15,0-4-12 0,4 5-16 16,-9-4-10-16,3 0-18 0,0 1-8 0,6 3-16 16,-13-4-3-16,3 7-11 0,10-3-8 0,-22 2-4 15,4 4-10-15,2 3-2 0,-1-2-8 0,1 2-6 16,-10 4-2-16,9-1-5 0,-3 5-2 0,3-2-5 16,5 1 0-16,-5 4-2 0,7-3-1 0,1 0 1 0,-1-1-4 15,3 4-5-15,3-4 2 0,2 1 1 16,1-4-1-16,1-1 2 0,1 1 2 0,1-5-3 15,1 3 15-15,3-4 9 0,-2 0 4 0,1-4 7 16,3-1 12-16,-2 1 9 0,7-4 10 0,-3-2 3 16,2-1 0-16,3-1-9 0,-2-5 4 0,6-2-4 15,-3-2-5-15,0 1-4 0,3-6 2 0,-6 4-15 16,0 0-1-16,-1-1 3 0,-2 2-2 0,-3 4 7 16,1 0 2-16,-2 0 6 0,1 2-7 0,-2 2-2 15,-1 2-5-15,0 0-5 0,-1-2-15 0,-3 6-1 16,3-5-15-16,-3 5-18 0,6 0-5 0,-6 0 3 15,0 0-6-15,9 8 4 0,-5-4-9 0,1 3 0 16,0 0-11-16,4 1-15 0,0 4-24 0,1-2-27 16,-1 2-34-16,3 2-34 0,-1-3-58 0,-2-1-59 15,-1-3-188-15,1-1-505 0,-2-1 224 0</inkml:trace>
  <inkml:trace contextRef="#ctx0" brushRef="#br0" timeOffset="2932.91">5356 2420 185 0,'0'0'293'0,"0"0"-9"0,0 0-10 0,0 0-14 16,0 0-17-16,0 0-20 0,0 0-17 0,0 0-15 15,0 0-20-15,0 0-21 0,0 0-12 0,0 0-14 16,0 0-20-16,0 0-17 0,0 0-13 0,0 0-7 16,0 0-5-16,0 0-5 0,0 0-11 0,0 0 6 15,5 18-18-15,-4-9-14 0,2 1 0 0,1 2-5 16,-3 0-4-16,3 3-1 0,-4 2-8 0,4-3 2 16,-3-2-1-16,2 1-13 0,-3-1 2 15,1-2-8-15,0 1 1 0,-1-6 1 0,0 3 3 16,3-4 2-16,-3 1 6 0,0-5 13 0,0 7 30 15,0-7 35-15,0 0 21 0,0 0 2 0,0 0-13 0,0 0-7 16,0 0-16-16,19-21-2 0,-14 13-5 0,5-7-19 16,2-1 7-16,-2 1-11 0,3 2-1 0,-3 0-1 15,-2 2-10-15,2 5 0 0,-4-3 2 16,-1 2-8-16,1 2-4 0,-3 0-5 0,4 2 1 16,-7 3-1-16,6-4-11 0,-6 4-6 0,0 0-16 15,0 0-2-15,16 7-1 0,-13-3-3 0,5 3 2 16,-2 3-6-16,2 0 0 0,-4-1-3 0,1 3 0 15,3 3 9-15,-5-4-11 0,4 0 6 0,-6 0-1 16,3-3 8-16,-3-1 3 0,2-2 8 0,-3 0 0 16,1 0 12-16,-1-5 5 0,3 5 38 0,-3-5 35 15,2 3 27-15,-2-3-2 0,0 0-18 0,0 0-7 16,9-13-6-16,-5 6-14 0,1-5-2 0,-1 5-3 16,6-9 2-16,-6 4-20 0,4-3 0 0,-2-1-2 15,4 4-4-15,-2 0-5 0,-4 1-6 0,1 3-4 16,-3 1 6-16,1 2-6 0,1 1-14 0,-4 4-20 15,5-8-13-15,-5 8-10 0,10-2 3 0,-10 2-3 16,0 0-1-16,19 10 0 0,-7-4-2 0,-2 1-9 16,1 1-5-16,1 4-10 0,0-2-24 0,-1-2-13 15,3 3-23-15,-5-2-26 0,4-1-19 16,-4-2-24-16,0-3-13 0,-3 0-43 0,-1-1-167 0,-5-2-465 16,0 0 205-16</inkml:trace>
  <inkml:trace contextRef="#ctx0" brushRef="#br0" timeOffset="3255">5917 2271 17 0,'3'-12'263'0,"-3"4"0"0,0-1 10 0,1 3-8 16,-1 0-10-16,1 1-18 0,1 0-20 0,-2 5-20 16,-2-7-29-16,4 3-15 0,-2 4-21 0,0 0-13 15,2-7-26-15,-2 7-20 0,0 0-19 0,0 0-1 16,0 0-6-16,-1 25-14 0,0-15-6 0,-1 9 0 15,0-1-5-15,-1 11 2 0,-1 2-1 0,-1 0-6 16,3 5-3-16,-2 1 6 0,1-3-3 0,2 2 3 16,1-5-9-16,1 1 0 0,2 0-4 0,1-4 1 15,-3-1 1-15,3-4-8 0,-3-5 3 0,3-3 5 16,-2-2 1-16,0-2-2 0,0-1 1 0,1 0 2 16,-1-2-1-16,1-2-1 0,-2-1 2 0,1 2-2 15,-1-3 2-15,1 0-5 0,-2-4-3 0,1 4-9 16,-1-4-14-16,3 5-19 0,-3-5-17 0,0 0-17 15,0 7-20-15,0-7-21 0,0 0-25 16,0 0-87-16,0 0-193 0,0 0-455 0,0 0 202 16</inkml:trace>
  <inkml:trace contextRef="#ctx0" brushRef="#br0" timeOffset="3866.03">6045 2398 52 0,'4'-1'190'0,"-4"1"-19"15,0 0-19-15,15 0-16 0,-15 0-9 0,23 5-2 16,-10-1-13-16,5-1-5 0,-2 6-16 0,2-6 3 16,-2 7-10-16,-1-3-12 0,-1 2-9 0,-1-3-12 15,-4 1-6-15,1 0-11 0,-5 0-6 0,1-1-4 16,-2-2-2-16,-4 4-1 0,0-4 4 0,-5 5 2 15,-4-1-3-15,-2-2 1 0,-2 2 4 0,-4-1-8 16,-8 3 5-16,-2-2-4 0,-2 1 2 0,-1-1-5 16,1-4-1-16,-2 3 0 0,3-2-1 0,7-2 0 15,2 0-5-15,8-1 1 0,-1 0-4 0,3-2-1 16,3 4-4-16,6-4-8 0,-10 1 2 0,10-1 0 16,0 0-7-16,0 0 2 0,0 0-2 0,38-10-2 15,-9 7 2-15,3-6-9 0,3 2-15 16,2-1-6-16,13-4 3 0,-16 3 1 0,2-3-3 15,0-1 3-15,-3-1-1 0,-1-1 10 0,1-3-4 16,-4 0 4-16,-5-1 5 0,-4 0 5 0,-2-1 19 16,-7 3 17-16,-1 3 15 0,-4-1 18 0,-1-2 10 0,-5 0 16 15,0 0 15-15,-2 2 6 0,-4-3 13 16,3 0 3-16,-1 7-1 0,1-2-3 0,-1 4-4 16,-1-1-7-16,1 3 1 0,1 2-7 0,0-2-10 15,0 4-12-15,2-2-11 0,1 5-8 0,-4-6-17 16,4 6-16-16,-2-3-28 0,2 3 0 0,0 0-4 15,-7 10 2-15,5-1-1 0,0 8 1 0,-1 0 6 16,0 7-4-16,1 3 4 0,-1 3 1 0,2-1 0 16,2 1 5-16,0-1-3 0,2 2-2 0,3-2 3 15,-2-2-1-15,-1-2 6 0,2-7-3 0,-1 0 4 16,-2-1 0-16,1-3 1 0,-1-6-1 0,2 4-2 16,-3-5 1-16,-1 0-4 0,3-2-1 0,-2-2-7 15,-1-3-7-15,3 9-8 0,-3-9-16 0,2 5-20 16,-2-5-23-16,0 0-76 0,0 0-108 0,0 0-188 15,0 0-488-15,13-16 216 0</inkml:trace>
  <inkml:trace contextRef="#ctx0" brushRef="#br0" timeOffset="4301.38">6500 2598 13 0,'0'0'220'0,"0"0"-4"0,0 0-15 0,0 0-19 16,0 0-9-16,0 0-23 0,19-5-13 0,-7 2-15 16,1 1-10-16,5-1-12 0,2-4-9 0,-2 0-9 15,1 0-10-15,1-2-4 0,3-4-7 0,-5 2-7 16,1-1-11-16,-5 1 8 0,4-3-11 0,-5 1 4 16,2-1 3-16,-3 2 3 0,-2-5 2 0,-2 2 1 15,-5 5-1-15,1-2 1 0,-1 0 0 0,-2 7 1 16,-1-6-5-16,0 3-6 0,-1 3-8 0,-4 1-6 15,0-1-2-15,-6 2-3 0,0 1-2 0,-3 2-5 16,-3 5-3-16,-2-1-6 0,1 1 0 0,-1 5 0 16,-4 4-3-16,1 3-1 0,1 2 0 0,-1-1-1 15,6 7 4-15,0-4-4 0,3 4-4 0,3-7 3 16,7 1 5-16,2 0-1 0,2 1 0 0,5-4 5 16,1-1 2-16,6-1 2 0,11 0 7 0,0-3 1 15,6-3 5-15,3-2-2 0,0 0 11 0,3-4 2 16,-1 1-6-16,-2-3 3 0,-4 0-3 0,-6 0 9 15,-5 0 14-15,-6 0 13 0,0 0 14 16,-3-3 0-16,-1 3 3 0,-8 0-10 0,14 0 0 16,-14 0-13-16,0 0-6 0,13-2-3 0,-13 2-41 15,0 0-40-15,6 0-40 0,-6 0-46 0,0 0-70 16,0 0-73-16,0 0-312 0,0 0-614 0,0 0 271 0</inkml:trace>
  <inkml:trace contextRef="#ctx0" brushRef="#br0" timeOffset="5201.49">3544 3195 129 0,'0'0'180'0,"0"0"-29"15,0 0-9-15,0 0-15 0,0 0-12 0,0 0-13 16,-5 3-7-16,5-3-13 0,0 0-3 0,0 0-12 15,0 0-3-15,0 0-15 0,8 5 2 0,-4-3 4 16,1 0-6-16,-1-1-3 0,4 1 6 0,0-1-5 16,0 2 1-16,2-3-5 0,1 2 2 0,5-1 0 15,-2-1-2-15,4 0-5 0,2 3-3 16,2-3 2-16,6-3-5 0,3 0 3 0,-2 0-3 16,8-1 0-16,-1-1 4 0,15 1-1 0,-13-2 1 15,17-1-6-15,5-2 3 0,3 1 2 0,32-4 0 0,-1 0-1 16,5-1 0-16,9 3-2 0,-7-2 0 0,6-1 0 15,7 4-3-15,-3-2-3 0,8 2 3 16,0 1-3-16,5 4 5 0,0-6 8 0,-4 3 3 16,-1-4 6-16,1 3 6 0,-2-1-1 0,-1 5 2 15,-11-5 5-15,0 1 4 0,-6-1 1 0,-9 1 1 16,-25 4-6-16,24-1-16 0,-29 0 9 0,4 0-7 16,0 2-2-16,-1-3-6 0,-5 3-3 0,0-1-6 15,-21 1 3-15,-4 1-8 0,-3-3 1 0,-12 4 1 16,1-1 21-16,-9 0 9 0,2 2-6 0,-3-1 22 15,-5 0 10-15,-5 1 5 0,14-1-25 0,-14 1 20 16,9-5 0-16,-9 5-13 0,9 0-6 0,-9 0-1 16,0 0-10-16,8 0-6 0,-8 0-3 0,0 0-5 15,0 0-17-15,0 0-21 0,0 0-14 0,7-2-33 16,-7 2-22-16,0 0-23 0,0 0-32 0,0 0-26 16,0 0-39-16,0 0-83 0,0 0-97 0,3-7-195 15,-3 2-611-15,3 0 270 0</inkml:trace>
  <inkml:trace contextRef="#ctx0" brushRef="#br0" timeOffset="5561.83">7382 2280 289 0,'0'0'362'0,"0"0"-11"16,-3-4-24-16,3 4-20 0,0 0-28 0,0 0-31 0,0 0-27 16,0 0-21-16,0 0-22 0,0-6-33 15,0 6-56-15,0 0-48 0,0 0-69 0,0 0-42 16,0 0-38-16,0 0-51 0,5 17-51 0,-5-8-201 16,0 2-445-16,0 1 198 0</inkml:trace>
  <inkml:trace contextRef="#ctx0" brushRef="#br0" timeOffset="5727.99">7405 2737 46 0,'1'3'308'0,"-1"-1"2"0,0-2 11 0,-1 8-12 16,1-8-8-16,0 0-17 0,-3 5-35 0,3-5-11 16,0 0-35-16,0 0-36 0,0 0-27 0,8 0-62 15,-8 0-55-15,0 0-59 0,0 0-57 0,14-10-74 16,-5 5-82-16,-3 2-157 0,3-6-439 0,0 2 195 15</inkml:trace>
  <inkml:trace contextRef="#ctx0" brushRef="#br0" timeOffset="6055">7716 2595 40 0,'0'0'243'15,"3"4"-11"-15,-3-4-13 0,0 0-21 0,0 0-13 16,0 0-15-16,0 0-13 0,0 0-10 0,0 0-3 16,0 0-8-16,0 0-6 0,6 1 3 0,-6-1-12 15,18 0-6-15,-4-1-14 0,4 1-5 0,1-1-8 16,2 1-5-16,2-5-8 0,-3 5-8 0,0-1-6 15,0 0-8-15,-4 0-4 0,-3 1-4 0,-1 0-5 16,-1 0-4-16,-2 0 0 0,1 0-4 0,-6-2-7 16,-4 2 6-16,9 0-4 0,-5 0-6 0,-4 0-14 15,0 0-17-15,9 0-40 0,-9 0-46 0,0 0-61 16,0 0-86-16,0 0-222 0,0 0-503 0,0 0 222 16</inkml:trace>
  <inkml:trace contextRef="#ctx0" brushRef="#br0" timeOffset="7316">9999 2251 35 0,'0'0'189'0,"0"0"-5"0,0 0-13 15,0 0-12-15,0 0-11 0,0 0-11 0,0 0-14 16,0 0-11-16,0 0-8 0,0 0-10 0,0 0-9 15,5-4-16-15,-5 4-21 0,0 0-12 16,0 0 1-16,-12 7-7 0,3-2 5 0,-6 6 19 0,2-2-4 16,-6 0-8-16,-3 5 6 0,-3-2-14 0,2 3-5 15,-3-2-2-15,3 3 1 0,4-7-5 0,-5 6-3 16,6-3-1-16,1 1-6 0,2 0-2 0,-1-1-1 16,3 2-1-16,2-2-3 0,0 1-26 0,3-3 4 15,3 1-9-15,1-1 12 0,0 1-1 16,4-1 4-16,0 1 3 0,3-1 5 0,3 2 7 15,4 2-5-15,7 1 11 0,0-2-4 0,8 3 1 0,-2-1 1 16,8 0-5-16,-4 0 3 0,0-1-4 0,-3 0 4 16,5 1-4-16,-6-1 5 0,-5-2-7 0,-4 1 2 15,3 1 2-15,-7-5-2 0,-2 1 1 16,-2 0-10-16,2-2 8 0,-7 1-1 0,-1 3 1 16,-4-4 3-16,-5 1 2 0,-1 3 0 0,-9-2-3 15,-7 1 4-15,-2-1-8 0,-1 1 9 0,-1-1-3 16,-3 1-1-16,2-7 2 0,-6 4 0 0,0-3 0 15,4 0 3-15,0 0-9 0,5 0 11 0,6-4-3 16,3 2-1-16,6-2-1 0,3-1-2 0,1 2 9 16,9-2-6-16,-12 0 0 0,12 0-6 0,0 0 5 15,0 0-5-15,0 0-10 0,26-6-22 0,-8 5-40 16,10-4-65-16,0 0-63 0,-6-1-123 0,7-1-347 16,-2 0 153-16</inkml:trace>
  <inkml:trace contextRef="#ctx0" brushRef="#br0" timeOffset="7815.4">10517 2705 47 0,'0'0'166'0,"0"0"-11"15,0 0-19-15,0 0-14 0,-5-3-11 0,5 3-12 16,-6 0-13-16,6 0-5 0,-10 2-13 0,3 0-5 16,-2-1-5-16,0 2-17 0,-1 1 1 0,-3 0-1 15,3-1-3-15,-4 1-4 0,0 6 1 0,-1-4-10 16,-1 3-4-16,1 0-1 0,2 3-4 0,-3-1-1 15,4 1 5-15,-1-1-4 0,2-2 1 0,3 2-8 16,2-4-1-16,1 3-5 0,1 0 13 0,1-2-1 16,2 2 11-16,2-3 16 0,3 0 15 0,1-1 17 15,0-1 3-15,7 2 0 0,7-4-1 0,0-1-3 16,9-2-2-16,3-2-4 0,2-1-3 0,-2-1-5 16,-1-3 4-16,-3-1 2 0,0-1 2 0,-6 1-1 15,4-3 7-15,-11 2-3 0,4-3 2 0,-9 0-4 16,1 0-1-16,-2 0-3 0,-3-4-4 0,-2 6 2 15,-2-2-5-15,-2 2-8 0,-2-2-6 0,-2 4-6 16,-3-2-14-16,1 1-10 0,-5 1-8 0,-2-1-10 16,0 2-11-16,-2 4-11 0,0-1-22 0,2 4-22 15,1-3-28-15,0 6-33 0,-1-2-14 0,4 2-48 16,-1 2-32-16,2 0-182 0,2-1-442 0,5 1 196 16</inkml:trace>
  <inkml:trace contextRef="#ctx0" brushRef="#br0" timeOffset="8282.08">10893 2859 202 0,'0'0'192'0,"0"0"-17"0,0 0-13 0,0 0-12 15,13-11-6-15,-8 7-9 0,2 2-16 0,1-6-8 16,0 1-5-16,-2-2-7 0,4 0-7 0,3-4-11 16,1 1-7-16,-5-5-7 0,4 2-5 0,-2-2-9 15,5-7-3-15,-6 2-6 0,3-2-4 0,-5 0-6 16,2 0 1-16,-4-2 5 0,2 3-1 0,-4-3 2 15,0 2-1-15,-1 0 7 0,-4-1-1 0,0 6 2 16,0 0 4-16,-2-1 3 0,3 3 0 0,-1 0 2 16,-2 3 10-16,-2-1-8 0,1 5 0 0,4-1 2 15,-4 5-5-15,3-1-8 0,-4 3-4 0,5-1-14 16,-4 0-16-16,4 2-20 0,0 3-18 0,0 0-4 16,0 0-7-16,-18 10 6 0,7 3 4 0,3 5 0 15,-9 9 4-15,0 5 2 0,-1 13 4 0,4-10-1 16,2 11 7-16,6-13 5 0,1-1-5 0,5 4 3 15,5-4 6-15,5-4-3 0,4-1 1 16,5 0 2-16,3-6-2 0,2 1-17 0,8-5-42 0,-2-1-63 16,3-5-83-16,-2-4-209 0,0-3-451 0,0-3 199 15</inkml:trace>
  <inkml:trace contextRef="#ctx0" brushRef="#br0" timeOffset="8751">11389 2685 166 0,'0'0'328'15,"-3"-3"-17"-15,3 3-15 0,0 0-21 0,0 0-24 16,-1-5-32-16,1 5-15 0,0 0-25 0,0 0-23 15,0 0-16-15,0 0-17 0,0 0-8 0,0 0-23 16,0 0-8-16,0 0-14 0,0 0-12 0,9 12-10 16,-8-7-9-16,4 2-4 0,-4-1-5 0,1 7-4 15,2-3-4-15,-2 1-1 0,-1 3-2 0,2-2-4 16,0-2 3-16,-1 5-5 0,2 2 4 0,-4-6-5 16,3-1 1-16,-2-1-4 0,0-2 0 0,2-1 1 15,-3 1-1-15,2-2 0 0,-2-3 4 0,1 3 29 16,-1-5 24-16,3 5 57 0,-2-3 39 0,-1-2 44 15,0 0 40-15,0 0 36 0,0 0-4 0,0 0-27 16,8-8-18-16,-2-2-28 0,1-1-21 0,3-4-22 16,4-9-20-16,0 1-20 0,-1-4-19 0,3 5-9 15,-3-3-15-15,0 4-11 0,-5 4 2 16,-1 2-14-16,0 6-3 0,-2-1-9 0,0 3-2 0,-3-1-2 16,2 3-6-16,-2 1-6 0,0 0-3 0,0-1-25 15,0 4-30-15,-2 1-48 0,3-4-46 0,-3 4-51 16,1-3-68-16,-1 3-29 0,0 0 2 0,0 0-28 15,6 13-29-15,-6-6-28 0,2 0-48 16,-4 2-318-16,1-1-779 0,-1 1 345 0</inkml:trace>
  <inkml:trace contextRef="#ctx0" brushRef="#br0" timeOffset="9831.73">11798 2821 129 0,'0'0'211'0,"0"0"-11"15,0 0-14-15,0 0-9 0,0 0-11 0,0 0-1 16,0 0-10-16,-8 1 1 0,8-1-1 0,0 0-17 16,0 0-14-16,0 0-9 0,14-9-15 0,-7 5-5 15,0-1-13-15,6-1-10 0,-2 0-7 0,5-4-1 16,0 0-12-16,3 0 1 0,6-4-10 0,-10 4 0 16,2-4-11-16,-1 3 0 0,0-1-6 0,-2 0 4 15,1-2 4-15,-3-1 11 0,-1 1-3 0,2 2 6 16,-7 2-1-16,1 0 7 0,-3 1 0 0,0-1 2 15,-1 3 2-15,0 0-2 0,-3 0-9 0,0 3-6 16,-2-3-5-16,-3 3-9 0,-2 2-8 0,-4 1-2 16,1 1-5-16,-10 4-5 0,-1 5 1 0,-4-2-6 15,-1 5 6-15,-1 5-6 0,4 2 1 16,-1 1-2-16,1 1 1 0,4 3-11 0,5-2 10 0,4 4-3 16,3-8 10-16,3-2-5 0,7 4 6 0,1-3 4 15,5-2 4-15,2-1 3 0,7 0 4 0,5-1 0 16,6 0 8-16,5-6 0 0,-1-1 10 0,5-1-10 15,15-1 6-15,-15-1-7 0,-1 0 5 16,-4-3-8-16,-1 0 9 0,-12 0 9 0,-3 0 13 16,-6 0 7-16,0 0-3 0,-3 0-2 0,-8 0 0 15,11 0-7-15,-11 0-7 0,9 0-6 0,-9 0-16 0,9-2-14 16,-9 2-29-16,0 0-36 0,0 0-43 0,0 0-61 16,0 0-68-16,0 0-76 0,0 0-313 15,0 0-665-15,-29 2 294 0</inkml:trace>
  <inkml:trace contextRef="#ctx0" brushRef="#br0" timeOffset="14497.65">14656 2675 16 0,'0'0'39'0,"0"0"-7"0,0 0-4 0,-11 2 1 15,11-2-4-15,0 0 0 0,-5 3 5 16,5-3-3-16,0 0 4 0,-8 0 5 0,8 0 3 16,0 0 8-16,-7 0-4 0,7 0-6 0,0 0 2 15,0 0 15-15,-6 1-12 0,6-1 11 0,0 0-10 16,0 0-1-16,0 0 0 0,0 0 0 0,0 0-8 15,-9 0-8-15,9 0 6 0,0 0 0 0,0 0 5 16,0 0-7-16,0 0 5 0,0 0 3 0,0 0 3 16,0 0 4-16,0 0 2 0,0 0 2 0,0 0-7 15,0 0-6-15,0 0 0 0,15-4-1 0,-5 2-7 16,9 0-3-16,-1-1-3 0,3 2-5 0,2 0 3 16,8 0-3-16,0-1-5 0,-1 2 6 0,1 2-3 15,-4 0-4-15,2 1-4 0,-1 0-2 0,-6 2 6 16,-3-3-7-16,0 5 3 0,-2-2-1 0,-1 3-4 15,0-1-8-15,-6 0 3 0,-2 1 0 0,-2 3-7 16,-2-1 5-16,-5 2-2 0,-1 1 3 0,-3 3-2 16,-4-1 4-16,-3-1-2 0,1 1 7 0,-10 3-12 15,4-6 4-15,-6 4 7 0,-3-2-7 16,7-2 10-16,-4-2-4 0,4 0 2 0,1 2 0 0,3-4-5 16,1-6 0-16,4 3 3 0,-1-1-2 0,4-1 10 15,2 0-4-15,5-3 4 0,-12 1-3 0,12 3 6 16,0-4 1-16,0 0-1 0,0 0 2 0,24-1-4 15,-8 1 3-15,4-3-8 0,1 2-1 16,6 1-3-16,-6 1 3 0,7-2 2 0,2 2-3 16,-10 2 4-16,1 1-2 0,0 1-2 0,-2-2 0 15,2 2 4-15,-4 0-3 0,-2 2-5 0,-2-1 2 16,2 0-4-16,-5 3-2 0,-6-2-2 0,1 3 7 0,-1-2-12 16,-3-1 3-16,-2 3 3 0,-3-2 0 15,-5 3 4-15,-5-4-6 0,-4 5 7 0,-5 0-3 16,-6-1 5-16,1-4-1 0,-4 0 6 0,-3 1 5 15,-1-4 1-15,0 1 10 0,0-3-2 0,0 0 11 16,-1-2-7-16,1 0-1 0,-2-3-3 0,1 1 1 16,1 0 0-16,4 2 0 0,4-2 12 0,6-1 3 15,4 3 10-15,4 0-1 0,1 0-3 0,2-1 7 16,3 0-2-16,8 1-2 0,-13 0 2 0,13 0 3 16,-10-2-5-16,10 2-5 0,0 0-11 0,-9-3-13 15,9 3-17-15,0 0-14 0,0 0-16 0,0 0-25 16,0 0-24-16,0 0-37 0,27-2-44 0,-18-1-180 15,0 3-368-15,1-2 163 0</inkml:trace>
  <inkml:trace contextRef="#ctx0" brushRef="#br0" timeOffset="14947.04">15650 2781 166 0,'0'-5'194'0,"0"5"-18"0,3-4-11 0,-3 4-8 16,1-3-13-16,-1 3-10 0,0 0-15 0,0 0-14 15,3-2-13-15,-3 2-13 0,0 0-10 0,0 0-5 16,0 0-11-16,0 0-12 0,0 0-6 0,1 10-9 16,-1-1 2-16,1 1 3 0,-1 0-6 0,2 6-4 15,-2 1-3-15,1 3-1 0,3-3-8 0,-3 1 9 16,2 2-3-16,-1 5-6 0,1-6 2 0,-1-4-3 15,2 1 2-15,-3-3 0 0,2 0-4 0,-1-5 2 16,0 2-1-16,-1-3-1 0,-1 0 0 0,1-4 3 16,-1 4 3-16,2-2-4 0,-2-5 6 0,0 7-3 15,0-7 3-15,0 0-2 0,1 5-6 0,-1-5-6 16,0 0-62-16,0 0-49 0,0 0-37 0,0 0-30 16,-9-17-101-16,4 9-301 0,0-3 134 0</inkml:trace>
  <inkml:trace contextRef="#ctx0" brushRef="#br0" timeOffset="15364.11">15626 2723 154 0,'0'-3'173'16,"0"3"-14"-16,0 0-24 0,-1-4-10 0,1 4-13 15,0 0-10-15,0 0-17 0,0 0-7 0,15 5-7 16,-6-3-12-16,3 2-3 0,-1 0-9 0,8 3-3 16,0 0-3-16,-1 1-5 0,9 6-2 0,-3-1-5 15,3 1 2-15,0 1-3 0,-1 1-4 0,-5 1-5 16,0 3-1-16,-3-2 5 0,0 2-6 0,-5 2-6 16,0 0 2-16,-7-3-4 0,1 5 4 0,-3-7-3 15,-6 0-2-15,-1 2 0 0,-3-1 2 0,-2-1 2 16,-5 0-2-16,-6 1 9 0,-1 2-8 0,-2-6 8 15,0 1-5-15,-2-1 11 0,-2-3 2 0,2 2 3 16,2-5 3-16,4 0-9 0,1-1 0 0,-2-2 3 16,8-1-9-16,0-1-1 0,1 2 0 0,3-3-1 15,1 1 0-15,0-2 18 0,1 0 6 0,5-1 3 16,-6 2 0-16,6-2 1 0,-3 2 4 0,3-2-11 16,0 0-3-16,0 0-2 0,0 0-4 15,0 0-25-15,14-5-24 0,-14 5-27 0,12-2-31 16,-6-2-41-16,2-1-36 0,1 1-53 0,-4 1-107 15,4-5-342-15,0 2 152 0</inkml:trace>
  <inkml:trace contextRef="#ctx0" brushRef="#br0" timeOffset="16080.7">15924 2435 145 0,'2'-3'162'0,"3"2"-17"0,2-4-10 0,1 3-16 15,0-1-9-15,5 3-14 0,-2 0-12 16,1 0 0-16,2 0-15 0,-4 3-11 0,2 1-5 16,-3 1-10-16,4 0 1 0,-3 0-9 0,-2 5 4 15,-2-1-10-15,3 1 5 0,-4 2-10 0,-1 0-2 16,-1 2-1-16,-2 3-3 0,0-2 4 0,-2-2-3 16,-3 2-5-16,0-2-2 0,-1-3 3 0,-4 2-2 15,7-3-6-15,-2 2 3 0,0-2 1 0,0-4-2 16,3 2-1-16,-2-2 0 0,-1-1 0 0,4 1-4 15,-5-2 1-15,5-1 6 0,0-2 4 0,-5 5 19 16,5-5 8-16,0 5 6 0,0-5 3 0,0 0 4 16,-4 2-3-16,4-2 3 0,0 0-4 0,-1 4-3 15,1-4-3-15,0 0-1 0,0 0 2 0,0 0-2 16,0 0 4-16,0 0 2 0,0 0 2 0,0 0 2 16,0 0 3-16,13-1-1 0,-3 1-1 0,9-5-8 15,0 0-1-15,7-2-11 0,3 2 1 0,3 1-5 16,4-2 0-16,-3 1-1 0,4-1-2 0,-4 0-6 15,-2 2 2-15,-2 1-5 0,-8 0-1 0,-2 1 0 16,-6 0-3-16,-2 2-1 0,-2-3-1 0,-1 3-3 16,1-1 1-16,-5-2-1 0,2 3 12 0,-6 0-13 15,8 0 3-15,-8 0-1 0,5-2-9 0,-5 2-18 16,0 0-22-16,5-1-31 0,-5 1-30 0,0 0-53 16,0 0-49-16,0 0-54 0,0 0-151 0,0 0-438 15,-22-2 194-15</inkml:trace>
  <inkml:trace contextRef="#ctx0" brushRef="#br0" timeOffset="18963.71">16659 3118 5 0,'0'0'92'0,"0"0"1"16,-11 0-9-16,11 0-2 0,0 0-6 0,0 0-10 16,0 0 4-16,0 0-16 0,0 0 9 0,0 0 0 15,-6-2 0-15,6 2 10 0,0 0-9 0,0 0 1 16,0 0 3-16,0 0-1 0,0 0-1 0,0 0-11 15,0 0 5-15,0 0-4 0,0 0-6 0,0 0-1 16,0 0-10-16,0 0-3 0,0 0-5 0,0 0-11 16,0 0 5-16,0 0 1 0,0 0-1 0,0 0-6 15,0 0-4-15,0 0 0 0,0 0 3 0,0 0-7 16,0 0 4-16,0 0-4 0,0 0-6 0,0 0 3 16,0 0-1-16,0 0 1 0,0 0-8 0,0 0 7 15,0 0-1-15,0 0 0 0,0 0 9 0,0 0 0 16,24-3 4-16,-5 0-2 0,2 2 0 0,10-4-3 15,5 0 7-15,0 0-1 0,16-2 7 0,1-4 1 16,1-1-3-16,-1 9 0 0,-13-1-2 0,11-3-3 16,-16 2-1-16,-1 4-3 0,-3-2-3 0,-3 0 0 15,-9 3-10-15,-1 0-13 0,-5-3-22 0,-3 3-16 16,0 0-24-16,-1 0-22 0,-9 0 5 0,0 0-9 16,0 0-9-16,0 0-18 0,0 0 3 0,-27 3-4 15,13-3-85-15,-2 2-228 0,-5-1 100 0</inkml:trace>
  <inkml:trace contextRef="#ctx0" brushRef="#br0" timeOffset="19246.95">16998 2919 168 0,'-3'-5'247'0,"1"1"-11"0,0 1-17 0,2 3-15 0,-2-4-22 16,-1 1-19-16,3 3-18 0,0 0-17 0,0 0-20 16,-4-5-9-16,4 5-14 0,0 0-13 0,0 12-5 15,1 0-6-15,-1 3-10 0,3 5-3 16,-1 7-6-16,1 5 1 0,-2-4-4 0,0 2-5 16,1 2-3-16,1-3-2 0,0 3-1 0,1-2-2 15,1 0-3-15,-2-4-29 0,0-1-14 0,-1-6-26 0,-1-1-23 16,1-2-27-16,0-2-46 0,-1-6-35 0,2 4-160 15,-2-7-366-15,0-2 162 0</inkml:trace>
  <inkml:trace contextRef="#ctx0" brushRef="#br0" timeOffset="19896.99">17639 2791 75 0,'-3'2'175'0,"3"-2"-13"0,0 0-17 0,0 0-13 16,0 0-16-16,0 0-9 0,0 0-9 15,23-2-13-15,-11 0-8 0,0 2-11 0,5 2-7 0,0-2-7 16,1 3 0-16,2-1-9 0,0 3-3 0,-3-1-7 15,2 1 1-15,-2 0-5 0,1 5-2 0,-4-1-3 16,-2 1-5-16,3 2-8 0,-4 2-2 0,-3 0-4 16,-3 5 0-16,-3-1 4 0,-4 7-3 0,-1 1-5 15,-4-6 10-15,-6 4-7 0,-1 1 5 16,-7 3-10-16,1-5 0 0,-3 1 4 0,1-2 7 0,-2-4 3 16,-2 1-3-16,5-1 4 0,-4-4 2 0,0 1-1 15,7-6 7-15,1 3 1 0,1-5 3 0,3-1-4 16,3-2 3-16,-2-1 7 0,7 1 2 0,-3 0 21 15,6-3 18-15,-2 2 19 0,-1-3 16 16,5 0-1-16,0 0-3 0,0 0-19 0,0 0-7 16,14-12-12-16,-4 8-9 0,4-2-3 0,3-1-7 15,1 2-3-15,-2 1-7 0,2-3-3 0,4 3-12 0,-2 0 3 16,2-1-1-16,8 2-7 0,-4 1 3 0,-4 1-3 16,5 1-2-16,-5-1-1 0,-1 1-2 15,-3 1-9-15,1 0 8 0,-5 0 1 0,-3-1-10 16,0 1-14-16,-6-1-7 0,4 0-6 0,-1 0-9 15,-3 2-5-15,-5-2-4 0,9-2-6 0,-9 2-12 16,6 2-9-16,-6-2-14 0,0 0-28 0,7-3-73 16,-7 3-230-16,2-5-448 0,2 0 198 0</inkml:trace>
  <inkml:trace contextRef="#ctx0" brushRef="#br0" timeOffset="20264.03">18312 2781 150 0,'-1'-4'231'0,"0"2"-12"15,1 2-18-15,-3-4-23 0,3 4-14 0,-1-4-24 16,1 4-15-16,0 0-14 0,0 0-13 0,0 0-11 15,0 0-9-15,0 0-10 0,4 13-6 0,-3-7-11 16,1 4 4-16,1 2-7 0,2 3-11 0,-3 1-6 16,1 4 0-16,0 4-6 0,-2 0-4 0,0-4 0 15,3 6 1-15,-1-2-3 0,-1 1-6 16,2-9 1-16,-3 1 1 0,3-2-2 0,-1-1 3 0,-1-2 0 16,-1-1-4-16,-1-4 0 0,2 2 0 0,0-2-1 15,0-1 0-15,0-1 3 0,-4-1-5 0,2-4 3 16,2 6-5-16,-2-6-4 0,0 6 0 0,0-6-5 15,0 0-41-15,0 0-72 0,0 0-49 16,0 0-48-16,-11-14-110 0,4 4-348 0,2 1 153 16</inkml:trace>
  <inkml:trace contextRef="#ctx0" brushRef="#br0" timeOffset="20663.07">18237 2714 63 0,'0'0'225'16,"-3"-4"-23"-16,3 4-16 0,0 0-24 0,0-4-18 16,0 4-14-16,0 0-11 0,14-1-14 0,-2 2-10 15,4 0-16-15,3 3-1 0,1 1-16 0,5 2-1 16,5 5-6-16,3-2-4 0,0 2-2 0,-1 2-1 15,1 1-7-15,-3 2 0 0,-2 2-4 0,-1 1-3 16,-4 3-4-16,-3 2-4 0,-6 2 6 0,1-1-15 16,-7 3 1-16,-3-3-1 0,-2 3 0 0,-7-1-8 15,-1-2 2-15,-9 1 3 0,1-1-3 0,-5-4 3 16,-4 0 0-16,1-2 4 0,-5-5 3 0,-2 1 0 16,2-2 4-16,0-2 1 0,-3 0 1 0,1-4-1 15,1-1-2-15,7 0-4 0,2-2 3 0,0-2-1 16,6-1-2-16,1 0-1 0,4 1-5 0,0-2 5 15,1 0 2-15,2-1 5 0,4 0-6 0,0 0-11 16,0 0-17-16,0 0-21 0,0 0-19 0,0 0-40 16,23-7-58-16,-9 5-72 0,-5-3-143 0,3 0-389 15,0 0 172-15</inkml:trace>
  <inkml:trace contextRef="#ctx0" brushRef="#br0" timeOffset="22762.04">19181 3038 8 0,'0'0'85'0,"0"0"-1"15,-5 0 6-15,5 0-8 0,0 0 4 0,0 0 12 16,0 0 1-16,0 0-2 0,0 0 3 0,0 0-3 16,0 0-5-16,0 0-7 0,0 0-5 0,0 0-10 15,0 0-5-15,0 0-4 0,0 0-4 0,0 0-7 16,0 0-6-16,0 0-4 0,0 0-1 0,0 0-10 15,0 0 0-15,0 0-4 0,0 0-6 0,0 0 4 16,0 0-3-16,0 0-1 0,0 0 0 0,0 0 2 16,0 0-2-16,0 0 5 0,0 0 6 0,0 0 3 15,0 0-1-15,27-3 2 0,-9 1-5 0,11-3-5 16,4-2-3-16,3 5 1 0,15-4-2 0,-11-1-4 16,12 2 1-16,-15-2-2 0,0 5-2 0,-2-1-2 15,-3-1-1-15,-2 4 2 0,-10-3-9 0,-1 2-11 16,1 1-12-16,-10-1-13 0,2 2-18 0,-5-1-22 15,1 0-16-15,-8 0-5 0,8 0-6 0,-8 0 1 16,0 0-14-16,0 0-22 0,0 0-96 0,-17 6-249 16,17-6 110-16</inkml:trace>
  <inkml:trace contextRef="#ctx0" brushRef="#br0" timeOffset="23595.99">20023 2658 53 0,'4'-2'123'0,"4"0"7"0,1-1-20 0,3 3-20 16,0 0-2-16,3 0-10 0,-1 0-8 0,5 0-2 15,-2 3-21-15,2 1 16 0,-1-2-17 0,0 2-12 16,-3 2 4-16,-2 1-8 0,4 0 2 0,-8 1-7 16,0-1-9-16,0 4 13 0,-3-1-14 0,-4 2 5 15,-2 6-6-15,0-1 3 0,-4 0 0 0,-3-1 0 16,-6 7-3-16,-2 0 5 0,-3-1-8 0,0 1 4 16,-1 0-3-16,-2-3-1 0,1 1 3 0,1-3 2 15,6-2-8-15,-2-1 1 0,3 1-3 0,-1-2-1 16,3 0 2-16,-1 0 3 0,4-2-1 0,2 1-9 15,1-6 5-15,2 3 12 0,2 0 11 0,1 1 9 16,0-4 11-16,3 0 3 0,1 3 11 0,3-3 5 16,2 1 0-16,0-3 4 0,3-1-1 0,5 1 1 15,0-1-3-15,1-2 1 0,0 1-3 16,-1-2-6-16,-1 2 1 0,-4-3-4 0,-1 0 18 16,-4 0 5-16,-8 0 17 0,13 0 11 0,-8-3 12 15,-5 3-8-15,9-5-21 0,-8-1-22 0,-1-1-25 16,-4-3-23-16,-2-6-20 0,-6-1-13 0,-7-5-14 15,-1-3-3-15,-7 0 2 0,-11-10 0 0,8 12 4 16,-2 1 4-16,-5-10 2 0,12 10 17 0,-1-1 12 16,6 3 18-16,-2 2 18 0,7 5 6 0,8 3 8 15,-2 0 9-15,2 3-5 0,4-3-11 0,1 4-19 16,4-2-23-16,3 1-21 0,7 0-18 0,8 0-26 16,7-1-28-16,6 0-42 0,-1 4-40 0,5-1-63 15,-5 2-246-15,-3-2-509 0,2 3 226 0</inkml:trace>
  <inkml:trace contextRef="#ctx0" brushRef="#br0" timeOffset="23946.12">20486 2401 116 0,'11'5'105'0,"6"5"5"0,1 0-14 15,7 11 3-15,1 2-12 0,10 9 7 16,-4 7-8-16,-2 3 3 0,-2 2-2 0,-2 4-12 15,-2 1-2-15,-10 8-5 0,4 24 0 0,-13-22-8 16,-5 0-6-16,-5 24 0 0,-3-25 2 0,-9-1-9 16,-8 25-5-16,-1-29-1 0,-5 0-2 0,-5-3 3 0,-19 14-4 15,10-20-4-15,-25 9-4 0,1 0 12 16,-4-9-12-16,-6-1-42 0,20-18-65 0,-37 16-219 16,-6-12-320-16,2-3 142 0</inkml:trace>
  <inkml:trace contextRef="#ctx0" brushRef="#br0" timeOffset="25062.6">14482 2230 144 0,'0'0'157'16,"-1"-3"1"-16,1 3-7 0,0 0-7 0,0 0-10 15,-5-3-12-15,5 3-16 0,0 0-9 0,0 0-10 16,0 0-16-16,0 0-8 0,0 0-7 0,-8 6-9 16,2 5-6-16,-4 1-9 0,-9 11-1 0,-3 8-6 15,-9 13 2-15,-16 31 19 0,3 5-6 0,-3 2-2 16,1 5-2-16,0 2-6 0,5 6-2 0,5 0-2 15,7 6 3-15,6-8-2 0,9 0-2 0,8-11 1 16,6-25-2-16,10 1-1 0,5-4 13 0,8-1 5 16,9-6 4-16,36 18 1 0,4-16 1 0,8-8-13 15,17-10-34-15,10-9-74 0,13-2-106 0,-3-13-168 16,-6-6-377-16,-5-7 167 0</inkml:trace>
  <inkml:trace contextRef="#ctx0" brushRef="#br0" timeOffset="27125.1">21154 2724 98 0,'0'-4'211'0,"0"-3"-1"16,3 1-7-16,-2 1-4 0,-1-1-14 0,1-1-8 15,2 2-8-15,-1 1-9 0,0-1-9 0,-1 0-14 16,0 2-13-16,-1 3-7 0,0-4-19 0,0 4-11 15,1-4-16-15,-1 4-10 0,0 0-13 0,0 0-6 16,0 0-6-16,9 10-4 0,-4-4-5 0,-1 4-3 16,0 1-2-16,3 2-1 0,1 2-3 0,1 1-1 15,0 1 1-15,0-3-2 0,4 2-2 0,-4 0-2 16,2-4-5-16,0 0-5 0,-2-2-3 16,1 0 0-16,0-4 1 0,-2 1-1 0,-2-2 1 0,4-2 0 15,-2-1 6-15,-2-3-2 0,1-2 3 0,4-1 14 16,-3-4 3-16,0 0 0 0,-2-2 6 0,2-1 7 15,-3-1-2-15,1-3 1 0,-1-1 2 0,1 0 0 16,0 0 1-16,-4-2 4 0,2 7 1 0,1 0 1 16,-5-1 2-16,2 3-5 0,0 2 2 0,-2 2-9 15,4 0-4-15,-7 0-3 0,6 1-16 16,-3 4-20-16,0-3-28 0,0 3-6 0,0 0 0 0,0 0 8 16,1 12 3-16,-2-2 0 0,-2 5 0 0,2 4-3 15,-3 10 1-15,-1 0 4 0,1 5 1 0,-1 11 3 16,0 5 5-16,3-4 1 0,-4 1 3 0,5 0 2 15,1 1 2-15,0 0 0 0,1-14 6 16,-1 14 1-16,2-13-2 0,0 1 10 0,2-3-7 16,1 3 6-16,0-2-3 0,0-2 2 0,1-3 0 15,0 0 4-15,-1-2 0 0,0 0-2 0,0-3 0 0,-1 2-1 16,0-6 1-16,-3-4-11 0,2 3 0 0,-2-2-7 16,0-1-2-16,-1-6 0 0,-1 3-1 15,1 3 6-15,0-2-4 0,0-6 1 0,-1 3 0 16,1-1 1-16,-3-5-1 0,2 2-4 0,1-7-4 15,-4 11-3-15,0-5 5 0,4-6 1 0,-4 7 4 16,3-3 0-16,-5 2 3 0,6-6 1 0,-10 5 2 16,3-3 3-16,7-2-1 0,-14 0 3 0,14 0 0 0,0 0 4 15,-20-1 1-15,8-1-1 0,3-2 5 16,0-1 4-16,-2 0 6 0,1-1 3 0,-2-1 12 16,-1-2 10-16,0-5 2 0,2 1 17 0,1-3-1 15,-2-2 10-15,1-7 3 0,3-2 0 0,-1-3-9 16,5-3-4-16,3-15-8 0,2-2-9 0,8-6-2 15,10-3-9-15,13-19-16 0,-6 23 9 0,20-23-6 16,-8 30-1-16,7 2 0 0,-3 5-3 0,-1 1-1 16,2 6-11-16,-14 11 10 0,-4-1-3 0,2 5-10 15,-5 2 9-15,-7 5-2 0,-2 2 2 0,-2 3 8 16,-2-1-4-16,-5 6 1 0,3-4-6 0,-2 2-1 16,0 2 0-16,-3-1-1 0,1-1-14 0,-1 3-16 15,-2 1-22-15,4-4-18 0,-4 4-18 0,0 0-4 16,0 0-3-16,0 0-8 0,0 0-19 0,0 0-7 15,0 0-36-15,-19 9-23 0,14-5-34 0,0-3-158 16,5-1-407-16,-12 3 180 0</inkml:trace>
  <inkml:trace contextRef="#ctx0" brushRef="#br0" timeOffset="28179.06">22014 3023 95 0,'0'0'133'0,"0"0"-13"16,-6-2-1-16,6 2-7 0,0 0-2 0,0 0-7 16,0 0 1-16,0 0-7 0,0 0-1 0,0 0 0 0,0 0-3 15,0 0 0-15,0 0 0 0,0 0-14 0,0 0-6 16,0 0-2-16,26 0-1 0,-13 0-6 0,8-3-1 16,8 0-9-16,2-3-1 0,3 3-2 15,6-1 6-15,16-2 4 0,0-2 3 0,-1 0-2 16,-3 3-6-16,-14 2-3 0,-4 3-8 0,-6-1-2 15,-5 0-8-15,-6-2 1 0,-3 1-3 0,-4 2-4 0,-1 0-13 16,0-1-8-16,-3 0-12 0,0 1-19 0,-6 0-10 16,0 0-18-16,0 0-6 0,0 0-21 0,0 0-23 15,0 0-22-15,-20 7-24 0,13-6-16 16,-1 0-147-16,-3 0-337 0,0-2 149 0</inkml:trace>
  <inkml:trace contextRef="#ctx0" brushRef="#br0" timeOffset="28576.99">22257 3205 83 0,'0'0'202'0,"0"0"-15"0,-7 2-17 16,7-2-14-16,-4 1-19 0,4-1-12 0,0 0-14 15,-2 3-11-15,2-3-11 0,0 0-6 0,0 0-11 16,0 0-2-16,0 0-3 0,0 0 1 0,0 0-2 15,0 0 1-15,0 0 7 0,0 0 5 0,15 3-5 16,1-3-3-16,4-1-9 0,11-1-6 0,3 2-5 16,1-3-5-16,2 2-2 0,-1 1-5 0,3-2-1 15,-6 0-8-15,-2 2-1 0,-5 4-2 0,-7-4-4 16,0 1-20-16,-9 1-17 0,-2-2-27 0,1 0-31 16,-3 0-30-16,1 2-32 0,-7-2-33 15,0 0-179-15,0 0-373 0,0 0 166 0</inkml:trace>
  <inkml:trace contextRef="#ctx0" brushRef="#br0" timeOffset="31179.08">23725 2748 19 0,'0'0'112'0,"0"0"-13"0,0 0-10 0,0 0-7 16,0 0-13-16,0 0-2 0,0 0-11 0,-9-1-7 15,9 1-3-15,0 0-2 0,0 0-9 16,0 0 2-16,0 0-8 0,0 0-7 0,0 0 7 0,-8 1-5 16,8-1-11-16,0 0 6 0,-10 2 1 0,4-2-6 15,6 0 4-15,-7 2-5 0,2-2 11 0,5 0 5 16,-5 1 13-16,5-1 10 0,0 0 8 0,0 0 7 16,0 0 4-16,0 0-9 0,0 0-2 15,0 0-3-15,17-6-4 0,1 1-8 0,3 1 0 16,11-2-9-16,0-1-4 0,5 3-1 0,13-4-6 0,1-1 3 15,4 1-4-15,0 1-6 0,-1-1-2 0,-4 4 3 16,-15 0-3-16,-1 1-2 0,-6 1-11 0,-8 2-7 16,-7-1-19-16,-3-1-20 0,-1 2-26 0,-1 0-6 15,-8 0-14-15,0 0-10 0,0 0-17 16,0 0-22-16,-22 4-75 0,3-1-231 0,-3 0 102 16</inkml:trace>
  <inkml:trace contextRef="#ctx0" brushRef="#br0" timeOffset="31678.12">23781 2743 33 0,'-6'4'73'0,"6"-4"-1"15,-10 3-2-15,4 0-11 0,-1 1-3 0,0-2-6 16,-2 5-4-16,-1-3-4 0,-1 1 5 0,0 0-1 15,1 1-5-15,-1 0-7 0,2-2 0 0,1 3-4 16,-2 0-8-16,2-2 0 0,2 1-8 0,-2-2 6 16,3 1-8-16,4-1 6 0,-3 1-3 0,3-2 23 15,1-3 8-15,0 0 10 0,2 10 1 0,7-8 5 16,-4 0-6-16,8 1 2 0,0-2-7 0,5 3 3 16,10-3-3-16,-6 2-3 0,6 0 6 0,2 3-1 15,5 0 5-15,-2-1-4 0,4 4 0 0,-2-1-9 16,2 1 0-16,-2 3-6 0,1 4-5 0,-4-2-2 15,-4 5-5-15,0-2-7 0,-5 4-6 16,-5-1-5-16,-1 2-1 0,-3-1-2 0,-9-3 1 16,-5 1-3-16,-2 0-2 0,-10 5-1 0,-4-2-3 15,-4 0 6-15,-7-1-8 0,-1-4 6 0,-5-2-2 0,-3-5 3 16,1 0-2-16,-1-2 3 0,0-4 0 0,3-1 24 16,2-3 7-16,4-1 18 0,4-5 20 15,4 2 18-15,1 0 25 0,4-6 24 0,3 6 7 16,3-5-1-16,5-2-16 0,2-2-10 0,2 1-24 15,6-4-6-15,4 1-13 0,9-2-4 0,5 3-12 16,-1 1-9-16,8 4-6 0,4 0-18 0,3 2-20 16,-4 3-35-16,2 4-28 0,0 3-40 0,-1 0-46 15,0 2-48-15,-1-3-66 0,-5 2-222 0,0 0-516 16,-8-1 228-16</inkml:trace>
  <inkml:trace contextRef="#ctx0" brushRef="#br0" timeOffset="33078.31">24958 2776 47 0,'0'0'130'0,"0"0"-9"15,0 0-6-15,0 0-13 0,0 0-5 0,0 0-14 16,0 0-5-16,0 0-7 0,0 0-7 0,0 0-7 15,0 0-3-15,0 0 2 0,0 0-6 0,0 0-1 16,0 0-2-16,18-5 0 0,-10 1-9 0,5 4 0 16,-1-5 0-16,1 2-8 0,5 1-4 0,-5-2 0 15,3-1-7-15,2 0 1 0,-3 0 3 0,-2 2 3 16,1-2 7-16,-5-1 4 0,4 2 8 0,-3-2 4 16,-2-1 7-16,-3 4 4 0,0 0 0 0,3-2-1 15,-4 1-1-15,-2-1 1 0,2 2-2 0,-3-1 1 16,1-1-3-16,-2 2-9 0,0 3-7 0,-4-8-4 15,-1 7-5-15,-2-2-4 0,-4 1-1 0,-2 0-6 16,-5 2-1-16,0-1 0 0,-5 4-4 0,-4-1-2 16,-1 3-2-16,-1 3-1 0,-2 1-1 0,-2 1-1 15,-3 4-2-15,2 1-3 0,0 2 2 0,-1 3-4 16,-6 8 4-16,9-8-1 0,1 4-1 0,3 0 2 16,-3 12 0-16,8-9-1 0,5 0 2 0,2 4-2 15,4-5 2-15,5 1 0 0,0 0-1 0,7-5 2 16,8 4 0-16,0-2 3 0,13-5 4 0,-1 0-2 15,8-3-3-15,6 0 2 0,2-6 0 16,19 3 1-16,2-5-5 0,2 2 3 0,5-5-2 16,1-4 0-16,-3-2-3 0,-4 1 4 0,0-2-5 0,-6-1 1 15,-15-4 2-15,-3 2-2 0,0-1-2 0,-6-2-1 16,0-1-3-16,-10 4 5 0,-2-1 2 0,-6-1 1 16,-3 2-1-16,1-2 3 0,-5 3 8 15,1-2-3-15,-2-1 4 0,-3 2-4 0,1 5-2 16,-5-9-4-16,0 4-1 0,-7-1-2 0,1 2 1 15,-7 4-5-15,0 0 3 0,-4 0-2 0,4 3 0 16,-5-1-2-16,0 4 3 0,3-2-3 0,0 3 2 0,1 0-2 16,3 3 0-16,4-3 0 0,3 1-8 0,2-2-4 15,3 0 1-15,0 0 4 0,4 2 1 16,4-3 1-16,3 0 4 0,5-1-2 0,8 1 5 16,7-3-3-16,6 0 1 0,2-4-1 0,-2 0 1 15,-1-2-1-15,0-1 1 0,-4-4-1 0,0 0 3 16,-3-2 1-16,-8 6 4 0,1-8-9 0,-1 5-1 15,-3-5-6-15,-4-1-10 0,-1 1-3 0,0-1-6 16,-6 0-3-16,-1 4 5 0,1-2-4 0,-6-1-6 16,1 3-6-16,-5-1 0 0,-2 4-8 0,3-3 0 15,-8 5-3-15,2 1-3 0,-7 1 0 0,6 0-6 16,-1 1-10-16,2 1-4 0,12 1-30 0,-23 3-18 16,15-3-24-16,-3 3-125 0,11-3-298 0,-16 1 132 15</inkml:trace>
  <inkml:trace contextRef="#ctx0" brushRef="#br0" timeOffset="33544.51">25989 2810 38 0,'4'-1'168'0,"-4"1"-15"0,0 0-16 0,0 0-20 0,0 0-8 15,0 0-12-15,-17 6-7 0,7-1-16 16,0 0 1-16,-2 0-9 0,-1 4-13 0,-2-1-3 15,3-1-2-15,-1 3-6 0,4-3-2 0,-5 4-12 16,5-2 4-16,1 3-11 0,1-1 7 0,0 0-4 16,5 1 14-16,-1 0-18 0,2 4-5 0,2-4 3 15,3 3 2-15,1-3-2 0,5 3-2 0,3-2 7 16,2 0 0-16,2-1 2 0,6 2 0 0,-4-4 1 16,-1 2 7-16,2-2-12 0,-3 0-6 0,1-1 3 15,-4-1-7-15,-4 0 3 0,-1-2-6 0,0-1-2 16,-2 2-5-16,-2-3-2 0,-3 1-1 0,-2 1 5 15,0 0 2-15,0-6 0 0,-7 11-5 0,0-5 12 16,-3 2-9-16,-2-2-2 0,-4 2 4 0,-5-2 0 16,6 0-2-16,-7 3-15 0,3-5-21 0,0 1-26 15,1-1-34-15,4-3-33 0,0 1-141 0,0-2-289 16,4 0 128-16</inkml:trace>
  <inkml:trace contextRef="#ctx0" brushRef="#br0" timeOffset="34327.11">26335 2762 107 0,'13'-2'138'0,"6"0"-9"0,1 1-13 15,3 2-12-15,6 0-8 0,-1 6 2 0,2-1-20 16,-5-1-16-16,3 7-3 0,-8-5-8 0,4 7-4 16,-7-2-3-16,-4 2-5 0,1 1-4 0,-5 3-2 15,0 0-2-15,-5 0-9 0,-4 1 8 0,0 5-6 16,-4-7-4-16,-6 7 3 0,-4 0-4 0,1-2 0 15,-6 0 2-15,0-3 2 0,-2-1 1 0,5-3 1 16,1-2-1-16,-3-1 17 0,2-2 1 0,0-2 6 16,0 0 0-16,6-3 1 0,1 3-6 0,0-5 5 15,4-1 9-15,-2 1 17 0,1-1 29 0,3 0 27 16,3-2 23-16,-7 2 26 0,7-2 11 0,0 0-29 16,-2-9-19-16,5 2-7 0,5-2-21 0,3-6-8 15,6-5-6-15,2-3-15 0,4-4-16 0,0 0-10 16,3-2-14-16,-1 4-13 0,11-11-3 0,-13 13-2 15,4-4-3-15,-3 5-7 0,-6 2-3 0,0 0-1 16,-2 6-3-16,-4 1 7 0,-3 0 2 0,0 3 6 16,-4 3 6-16,2 0-5 0,-4 0 8 0,0 4-1 15,1-1-14-15,-2 1 4 0,1-2-17 0,-2 2-16 16,-1 3-17-16,4-2-23 0,-4 2 2 0,0 0 2 16,0 0 4-16,-14 15 4 0,0-1 2 0,0 0 5 15,-4 8 0-15,0 0 7 0,3 2-3 0,-2-1 4 16,3 3 5-16,5 0 0 0,0-2 3 0,5-3-3 15,4-3 8-15,0 1-8 0,8 5 16 16,-2-9 6-16,6 1 4 0,3-2 6 0,11 2 2 0,1-3-2 16,5-4 4-16,2-2-6 0,1 1 2 0,-1-6 5 15,-2 3-14-15,-2-5-17 0,-8 0-18 0,-5-3-37 16,-3 1-24-16,-2 0-59 0,-1-1-64 0,-4-2-92 16,-2 1-175-16,-5 4-521 0,-3-10 232 15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4-26T03:00:19.255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3045 4871 40 0,'0'0'122'0,"0"0"-12"16,-3-6 0-16,3 6-13 0,-1-5-9 0,1 5 3 15,1-4-13-15,-1 4-6 0,0 0-3 0,0 0-2 0,0 0-5 16,-1-6-1-16,1 6-5 0,0 0-4 0,0 0-4 16,-3-3-2-16,3 3-14 0,0 0 4 0,0 0 3 0,0 0 4 15,0 0-7-15,0 0 10 0,0 0 0 0,0 0 0 16,0 0 5-16,0 0 2 0,0 0 0 0,0 0 2 16,0 0 2-16,0 0 4 0,0 0 3 0,0 0-3 15,0 0-1-15,0 0-3 0,0 0-5 0,0 0-4 16,0 0-2-16,0 0-5 0,0 0 0 0,4-5 0 15,-4 5 0-15,0 0 4 0,0 0-1 0,0 0-4 0,0 0 2 0,4-1 1 16,-4 1 4-16,0 0-3 0,0 0 5 0,0 0-7 16,0 0 1-16,0 0-1 0,0-3-6 15,0 3-4-15,0 0-2 0,0 0-4 0,0 0-6 0,0 0-6 16,0 0-11-16,0 0-23 0,0 0-20 0,0 0 1 16,0 14 7-16,0-2-3 0,-4 6 7 0,-1 9 2 15,0 5 6 1,-3 13 0-16,-2-11 0 0,1 12 10 0,1 2-3 15,3-10 2-15,-4 12 6 0,2-3-3 0,1-1 2 16,3 2 0-16,0-16 5 0,-2 2 0 0,3-2 1 0,-1-3 4 16,0-3 1-16,3-8 6 0,-1-1-3 15,1 0 2-15,0-6 3 0,-3 0-2 0,2-2-2 16,0 0 0-16,1-2-1 0,0-2 0 0,-1 2 2 16,2-4 6-16,-1 0-2 0,0-3 11 0,0 8 1 0,0-5 1 0,0-3-3 15,0 0 0-15,0 3 0 0,0-3-3 0,-1 4-2 16,1-4 1-16,0 0-3 0,0 0-1 0,0 0-6 15,0 5 7-15,0-5-17 0,0 0-20 0,0 0-16 16,0 0-21-16,0 0-19 0,0 0-20 0,0 0-26 16,-6 1-46-16,6-1-53 0,-3 4-177 0,3-4-431 15,0 0 190 1</inkml:trace>
  <inkml:trace contextRef="#ctx0" brushRef="#br0" timeOffset="795.44">2909 5608 123 0,'0'0'142'0,"0"0"-9"0,0 0 1 16,0 0-9-16,0 0-11 0,-4 2 4 0,4-2-10 0,0 0-3 15,0 0-8-15,0 0-1 0,0 0 1 0,0 0-8 16,0 0-6-16,0 0-3 0,0 0-3 0,0 0-5 16,-1 4-4-16,1-4-2 0,0 0-7 0,0 0 8 15,0 0-13 1,0 0-4-16,0 0-9 0,0 0 1 0,0 0-4 16,0 0-6-16,0 0-2 0,0 0 0 0,0 0-3 0,0 0-5 15,0 0-2-15,0 0-7 0,0 0 4 16,0 0-1-16,0 0-6 0,0 0 1 0,0 0-3 15,0 0-1-15,0 0 0 0,0 0 0 0,0 0 1 16,0 0-1-16,10 3 1 0,-2-3-2 0,3 0-2 16,2 0 0-16,10-2 5 0,4 1-5 0,1 1 1 0,4 0-5 0,3-1 7 15,-1 0 0-15,1-1-5 0,-1 1 1 0,1 1 3 16,2-1 1-16,-3 1 2 0,-1-1 3 0,-2 1 3 16,-8 0-1-16,-2-3-2 0,-1 4-1 0,-6-2 1 15,0 1 5-15,-5-4 4 0,0 7 12 0,-1-6 10 16,-2 3 13-16,-6 0 10 0,9 3 5 0,-9-3 9 15,8-3-4 1,-8 3 3-16,6-2-9 0,-6 2-9 0,0 0-7 0,0 0-8 16,0 0-15-16,0 0-9 0,0 0-16 0,0 0-18 15,0 0-16-15,0 0-24 0,0 0-31 0,0 0-28 16,0 0-32-16,0 0-42 0,-23 2-31 16,23-2-48-16,-4 0-144 0,4 0-441 0,0 0 195 15</inkml:trace>
  <inkml:trace contextRef="#ctx0" brushRef="#br0" timeOffset="1519.35">3615 5579 114 0,'0'0'153'0,"0"0"-9"0,0 0-12 0,0 0-13 0,0 0-3 16,0 0-16-16,0 0-10 0,0 0-8 0,0 0-12 16,21-8-2-16,-13 7-6 0,1-3-10 0,2 0-6 15,-2 1-6-15,4-3-5 0,0 0 3 0,1-3-4 16,-1 3-6-16,-3-2-5 0,-1 0-1 0,6-4 6 15,-6 4 0 1,-1-1 8-16,1-1 5 0,-2 1 6 0,0 0 8 16,-1-2 6-16,0 4 6 0,-3-3-6 0,0 0 6 0,-1 2-1 15,-2 2-2-15,1 1-3 0,-2-2-8 16,-4-1-3-16,1 3-7 0,-1-2-3 0,-1 6-4 16,-1-3-6-16,0 0-4 0,-2 2-2 0,-1 2-4 15,-1 2-5-15,0 1 0 0,-2-1-4 0,-3 5 0 16,0-2-3-16,0 4-2 0,0 3-1 0,1 1 4 0,2 1 1 0,-1 2-7 15,-3 7 3-15,7-7-2 0,-3 6 0 0,7-5-3 16,1 0 7-16,0 2-5 0,3-2 0 0,2-2 3 16,2 0 1-16,0-1 13 0,5-4 3 0,0 1 10 15,7-2 5-15,3 0-1 0,10 0 5 0,-7-5-8 16,11 0 0-16,-3-4-3 0,4-1 4 0,-1-5-5 16,-3 1 3-16,2-1-3 15,0-5-4-15,-11 4 3 0,1-3-2 0,1 4-1 16,-4-5 0-16,8-1 1 0,-11 2 4 0,-2 3 10 15,-2 2 12-15,-2-2-12 0,0 2 12 16,0 1-1-16,-4 0-1 0,-1 0-7 0,0 1-8 16,-3 3 2-16,6-5-10 0,-3 4-6 0,-3 1-13 15,5-3-14-15,-2 0-20 0,-3 3-27 0,0 0-20 0,0 0-19 16,0 0-26-16,0 0-28 0,-11 12-56 0,9-9-29 0,1 1-246 16,1-4-513-16,0 0 227 0</inkml:trace>
  <inkml:trace contextRef="#ctx0" brushRef="#br0" timeOffset="2252.33">4339 4919 131 0,'0'-3'246'16,"4"-2"-11"-16,-4 5-11 0,0-4-18 0,0 4-17 15,1-3-25-15,-1 3-21 0,0 0-13 0,0 0-19 16,4-2-12-16,-4 2-15 0,0 0-11 0,-1 14-8 16,-2-2-6-16,2 6-7 0,-7 7-5 0,3 4-4 0,-4 3 3 0,3 2-9 31,-6 12 3-31,7-12-6 0,-1 1-3 0,-1 0 3 16,4 11-1-16,0-13 7 0,0 1 5 0,3-2-1 15,3-5-1-15,-2-1 4 0,3-4-1 0,-3-4-1 16,3-2 0-16,-1-1-2 0,-1-2 2 0,2-3-3 15,1-2 0-15,-2 0 3 0,-1-4-2 0,1 3 1 16,2-2-7-16,-1-3-1 0,1 1-2 0,4-1-1 0,1-1-16 16,0-1-34-16,4-3-46 0,3-2-55 0,1-2-76 15,2-1-95-15,-2-1-160 0,5-4-486 0,-1-1 215 16</inkml:trace>
  <inkml:trace contextRef="#ctx0" brushRef="#br0" timeOffset="3038.95">4117 5211 184 0,'0'0'199'0,"0"0"0"0,-8 0-5 0,8 0-4 16,0 0-4-16,0 0-10 0,-4 3-6 0,4-3-8 0,0 0-2 15,0 0-11-15,0 0-8 0,0 0-3 0,0 0-7 16,0 0-7-16,0 0-5 0,0 0-5 0,0 0-2 0,0 0-7 16,0 0-3-16,0 0-12 0,0 0 0 0,0 0-14 15,0 0-6-15,0 0-10 0,0 0-2 0,0 0-3 16,0 0 0-16,0 0-10 0,0 0-8 0,0 0 5 16,0 0-6-16,0 0 0 0,0 0-4 0,0 0-3 15,0 0-1-15,0 0-4 0,0 0 5 0,0 0-12 16,0 0 0-16,0 0-2 0,0 0 1 0,0 0-9 0,0 0 3 0,0 0 1 15,0 0-2-15,0 0 4 0,0 0-2 0,0 0-2 16,0 0 9-16,0 0-2 0,0 0-6 0,0 0 6 16,0 0-1-16,0 0-6 0,0 0-3 0,0 0 3 15,0 0 2-15,0 0-8 0,0 0 1 0,0 0 4 16,0 0 2-16,0 0-10 0,0 0 1 0,21 0 4 16,-11 0 1-16,12 0-1 15,-1-1 6-15,12-1-4 0,2 2 6 0,3-2-1 16,19-1-7-16,0 0-4 0,-3 1-1 0,2-1-6 15,-5 1 12-15,-15-3-5 0,2 1 7 16,-2 2-7-16,-3 1 6 0,-2-2-2 0,-8-1-1 16,-4 4-6-16,-2 0 5 0,-7-3 0 0,4 2 14 0,-4 0-11 15,-3 1-6-15,-1-2 3 0,0 2 1 0,-6 0-3 16,8-2-7-16,-4 1-13 0,-4 1-20 0,0 0-35 0,0 0-33 16,0 0-50-16,0 0-60 0,0 0-66 0,-18 5-291 15,18-5-621-15,-14 1 274 0</inkml:trace>
  <inkml:trace contextRef="#ctx0" brushRef="#br0" timeOffset="4727.76">6029 5082 266 0,'-1'-4'260'0,"1"4"-13"0,0-5-22 0,0 5-16 16,0-4-26-16,0 4-16 15,0-3-21-15,0 3-18 0,0 0-16 16,0 0-20-16,0 0-4 0,0 0-11 0,0 0-8 16,0 0-6-16,5 13 1 0,-2-6-14 0,2 2-3 0,-1 3-6 15,1-1-5-15,4-1-1 0,-4 0-14 0,4-2-6 16,0 4-7-16,1-5 2 0,-2 0-5 0,2 0 2 15,-1 0 4-15,1-3-4 0,-3-2 3 0,0 2 0 16,5-4 3-16,-3 0 7 0,1-5 3 0,3 0 12 0,-2 0 12 16,1-4 2-16,-2 1 2 0,-1-4-1 0,1 1 11 15,-1-2 3-15,0-1-3 0,0 2-1 0,0 1 2 16,-4 0-3-16,0 2 5 0,-1 1-5 0,1 1 1 16,-1 2-1-16,0 0-1 0,-3 0-11 0,3 1-3 15,-3 2-9-15,-1 2-7 0,4-3-20 0,-4 3-17 16,0 0-26-16,0 0-1 15,0 0 2-15,4 10 6 0,-3 0-1 0,0 7 2 16,-1 6 4-16,-1 9 2 0,0 2 4 0,-3 0 4 16,0 19 4-16,-1-2 0 0,0 2 3 0,0 0 4 15,1-5 4-15,4 3 6 0,0-2-15 0,-4-1 6 16,7-11-1-16,-6 10 2 0,6-13 2 0,-2 0 0 16,-1-3 0-16,0 1 2 0,3-3-5 0,-3-4 5 15,-3-1-1-15,3-5 6 0,-4 0-3 0,0-2-5 0,2 1 0 0,-2-2 0 16,0-5 4-16,-5 1-2 0,4 2-1 0,-4 1 4 15,4-6-1-15,-4-1-1 0,0 1 4 16,-2-2-4-16,-1-1 0 0,3 0 2 0,-4-1-3 16,2 0 2-16,-1 0 1 0,0-1 0 0,0-1 1 0,-2-1-4 15,3 2-1-15,-2-4 6 0,-1 0-2 0,2-2 2 16,3 0-2-16,-5-2-1 0,4 1 1 0,-3-5-1 0,6 1 3 16,-5-5-4-16,-1 0 4 0,4-1 5 0,4-3 2 15,-3-3-8-15,2-8-7 0,5-4-5 0,1-3-9 16,6 1-4-16,3-13 4 0,4 1-2 0,4-4 1 15,4 6 1-15,4-2 2 0,-1 5-2 0,4 1 2 16,-4 11 3-16,12-8 1 0,-3 1-2 0,-5 9 6 16,11-7-4-16,-11 14 5 15,0-1-2-15,0 1 8 0,-2 6 5 0,-1-2-2 16,-1 1 4-16,-7 2 9 0,-2 3-6 0,-3 4-3 16,-3-1 5-16,1 0-1 0,-5 2-5 0,-1 3-3 15,1-2 2-15,-2-1-4 0,2 1-3 0,1 1-9 16,-6 2-21-16,4-1-23 0,-4 1-25 0,0 0-21 15,0 0-11-15,0 0-14 0,0 0-25 0,0 0-24 16,0 10-46-16,0-6-225 0,0-4-477 0,-4 8 211 0</inkml:trace>
  <inkml:trace contextRef="#ctx0" brushRef="#br0" timeOffset="5075.46">6902 5278 232 0,'0'0'299'0,"0"0"-8"0,0 0-4 15,0 0-5-15,0 0-8 0,0 0-15 0,0 0-6 16,0 0-32-16,0 0-29 16,0 0-10-16,0 0-21 0,0 0-19 0,0 0-23 15,17-7-30-15,-4 5-32 0,1-3-41 0,3 0-39 16,2 3-35-16,1-1-50 0,-2-2-49 0,4 2-43 15,-1 2-67-15,-4-2-158 0,0 1-458 0,2-1 203 16</inkml:trace>
  <inkml:trace contextRef="#ctx0" brushRef="#br0" timeOffset="5276.01">6873 5486 103 0,'-4'3'278'0,"-1"2"-5"0,1-3-7 0,0 0-17 16,4-2-12-16,0 0-24 0,0 0-22 0,0 0-15 0,0 0-20 0,31-4-14 16,-8-1-20-16,4 0-40 0,1-2-39 0,3 0-52 15,2 0-53-15,1 2-64 0,2-5-72 0,-4 3-158 16,4-3-386-16,0 3 170 0</inkml:trace>
  <inkml:trace contextRef="#ctx0" brushRef="#br0" timeOffset="5714.78">7705 5430 63 0,'-4'3'227'0,"4"-3"-16"0,0 0-11 0,-3 5-12 0,3-5-10 16,0 0-9-16,0 0-9 0,0 0-6 0,0 0-17 16,0 0-9-16,21-5-17 0,-10 3-10 15,0-1-9-15,0-1-10 0,7 0-9 0,1-3-4 16,-1-2-8-16,8 1-10 16,-7 0-2-16,5-5-5 0,0 1-4 0,3-2-4 15,-4 1-5-15,-4 2-1 0,-1-6-4 0,0 2-2 16,-5 2-3-16,2 0 1 0,-2 3 9 0,-4-1 9 15,0 2 8-15,-4 0 2 0,1 1 1 0,-2-1 0 16,-1 0-3-16,-4 3-7 0,-1-1-9 0,-3 0 1 16,-4 1-8-16,-2 0-4 0,-2 4-1 0,-5 1-5 15,-4 1-2-15,-5 3-3 0,7 3-3 0,-7 3-1 0,-1 4 0 0,1-3-4 16,5 7 3-16,-1 3-5 0,2-1 1 0,4 5-1 16,3-4 2-16,5 4 0 0,1-7 2 0,7 3 1 15,5 6 1-15,5-1 0 0,-3-7 4 0,15 3-1 16,2-3 3-16,5-3-15 0,4-5-30 0,2-1-46 15,2-4-65-15,18-5-86 0,-21 0-254 0,18-6-524 16,-11-2 232-16</inkml:trace>
  <inkml:trace contextRef="#ctx0" brushRef="#br0" timeOffset="6431.95">8376 4949 188 0,'0'0'311'0,"1"-7"-2"0,-1 7 0 0,3-2-21 0,-3 2-18 15,0-4-25-15,0 4-26 0,2-3-20 0,-2 3-26 16,0 0-19-16,0 0-23 0,0 0-10 0,0 0-26 15,0 0-16-15,0 0-9 0,0 0-12 16,1 12-3-16,-1-6-5 0,0 0-10 0,0 6-3 16,0-2-3-16,-1 3-3 0,1 2 0 0,1 2-6 0,-2-2 2 15,-1 0-3-15,2-3-6 0,-2-3 3 0,1 2-4 0,0-5 0 16,-2 1 0-16,3-2-3 0,-1 0 6 0,1-1-2 16,0 1 6-16,0-5 17 0,1 3 34 0,-1-3 23 15,0 0-23-15,0 0-7 0,13-8-5 0,-7-1-7 16,3 2 9-16,1-4-18 0,2-2-4 0,1-1-1 15,-3 1-8-15,3 1 2 0,-4 0-6 0,0 4-2 16,-1-1 1-16,0 1-5 16,-3 2 7-16,-1 3-9 0,1-1-7 0,-2-2-3 15,3 3-6-15,-2 2-3 0,-3-2-1 0,-1 3 0 16,4-2-6-16,-4 2 4 0,0 0-10 0,8 5 5 16,-4-3 8-16,-2 5-16 0,2 1-7 0,0-4-1 15,-2 5 5-15,2 1 4 0,0-2-2 0,-1-1-2 16,-1 0-8-16,1-1-1 0,-1 0 6 0,0-1-14 15,0-1 7-15,0 0 13 0,-1 1 11 0,-1-5 1 0,3 3 10 0,0-2 5 16,-3-1 10-16,0 0-7 0,10-4-3 0,-2-1 3 16,-4 2 7-16,3-1-9 0,1 2-11 0,1-4-10 15,-1 1 2-15,2 1 17 0,-4 1-3 0,2-2-2 16,2 3-10-16,2-2-1 0,-2 1-5 16,1 1-17-16,0 1 9 0,0 1-47 0,1 0-43 0,-1 0-27 15,3 0-34-15,-3 0-41 0,0 0-51 0,2 0-67 0,-4 1-217 16,1-1-589-16,0-1 260 0</inkml:trace>
  <inkml:trace contextRef="#ctx0" brushRef="#br0" timeOffset="6882.98">8980 4872 246 0,'4'-5'257'0,"0"5"-19"0,-2-3-25 0,-2 3-21 15,0 0-18-15,9 1-14 0,-9-1-16 0,13 5-6 16,-4-1-14-16,0 3-8 0,1 1-12 0,-3 1-9 16,0 0-7-16,-2 0-9 0,3 3-6 0,-3 5-4 15,-1-3-6-15,-3 1-7 0,3 2-4 0,-5-1-7 0,-2-1-3 0,-2 0 1 16,1 1-5-16,-5 0-4 0,3-2-3 16,-2-2-3-16,3-3 0 0,-3-1-3 0,0 1 1 0,4-5 1 15,1 1 2-15,-2 1 3 0,1-1 8 0,2-4 20 16,-1 2 33-16,3-3 38 0,0 0 33 0,0 0 0 15,0 0-20-15,0 0-13 0,4-11-18 0,6-2-16 16,3-1-21 0,6-8-30-16,4-2-28 0,0-3-29 0,0 0-8 0,4-1-3 15,-4 3-4-15,1-1 9 0,-4 4-5 16,-3 1-1-16,-4 7 16 0,-1 0 2 0,-7 9-11 16,1-5 3-16,-2 6-1 0,2 0-3 0,-2-2 1 15,0 3-20-15,-4 3-6 0,0 0-1 0,0 0 3 16,0 0 10-16,-11 22-4 0,2-7-1 0,-2 8 6 0,-5 3 5 15,2-1 2-15,-2 0 5 0,7 2 0 0,0-1 9 0,3-8-2 16,2 1 1-16,3 0 2 0,4-2 2 0,1-1-3 16,4-1-17-16,5-2-43 0,9 3-77 0,7-5-116 0,4-5-280 15,2-6-586-15,2-2 260 0</inkml:trace>
  <inkml:trace contextRef="#ctx0" brushRef="#br0" timeOffset="7449.72">10212 5356 134 0,'0'0'306'0,"0"-7"-8"15,0 7-11-15,0-5-13 0,0 5-13 0,0-4-15 16,0 4-16-16,0 0-20 0,4-5-19 0,-4 5-19 15,0 0-28-15,0 0-18 0,0 0-18 0,0 0-7 0,0 0-16 0,0 0-7 16,-4 14-8-16,4-4-7 0,0 2-7 0,-4 3-1 16,3 2-11-16,-3 0-4 0,4 1-1 0,-4 1-3 15,3-1-3-15,-2-1 4 0,3-2-10 0,-1-4 0 16,1-1-7-16,-1-2 4 0,-2-2-3 0,3 1 10 16,0-2-28-16,0 0-11 0,-1 1-3 0,2-2-7 15,-1-4-3-15,0 0 0 16,0 0-52-16,0 0-54 0,0 0-50 0,0-24-49 15,0 7-52-15,3-1-209 0,-3-11-526 0,2 1 233 16</inkml:trace>
  <inkml:trace contextRef="#ctx0" brushRef="#br0" timeOffset="7612.49">10238 5092 61 0,'0'-4'315'0,"0"1"-3"0,0 3-14 0,-3-7-16 15,3 4-24-15,0 3-25 0,0 0-20 16,3-4-22-16,-3 4-19 0,1-3-17 0,-1 3-16 15,0 0-15-15,0 0-24 0,0 0-21 0,0 0-27 16,10 0-38-16,-10 0-44 0,11 6-48 0,-3-1-54 0,0-2-61 16,-1 2-235-16,2 0-463 0,-2-2 205 0</inkml:trace>
  <inkml:trace contextRef="#ctx0" brushRef="#br0" timeOffset="7976.51">10685 5179 201 0,'0'0'329'0,"4"2"-23"0,-4-2-23 16,0 0-24-16,0 0-27 0,0 0-21 0,0 0-21 16,5 3-22-16,-5-3-17 0,0 0-17 0,0 0-11 15,1 3-13-15,-1-3-12 0,-3 5-13 0,2 1-4 16,-1-2-5-16,0 2-8 0,0 0-10 0,0 1-3 15,0 1-9-15,2 5-1 0,0-2-3 0,1 0-3 0,0 1-8 0,5 4 0 16,1 0-1-16,2 0-6 0,-1-3-2 0,3 3 2 16,3-3-6-16,-1 3-1 0,1-3-4 15,-4-1 0-15,7 2 0 0,-3-1-1 0,-1-1-1 16,-3 1-6-16,3 3-2 0,-8-7 1 0,-1 3 1 16,2-2-1-16,-3 0-3 0,-2-1 8 0,-1 1 2 0,-5-3-3 15,-4 3 1 1,-4-3 2-16,-6 4-1 0,-2-5 11 0,-7 2-20 0,0-1-29 0,-4-3-35 0,2-1-59 15,-1-1-78-15,-1-2-126 0,4-9-176 0,1 2-545 16,8-1 241-16</inkml:trace>
  <inkml:trace contextRef="#ctx0" brushRef="#br0" timeOffset="11775.5">12019 4932 136 0,'-2'-7'235'0,"4"3"-4"0,-2-1-5 16,1 0-11-16,0 1-5 0,1-1-5 0,0 1-7 15,-2 0-18-15,0 0-7 0,0 4-14 0,1-5-15 16,-1 5-16-16,2-4-18 0,-2 4-12 0,0 0-18 0,0 0-28 16,0 0-12-16,0 0-6 0,1 14-5 0,0-2-2 15,-3 6-6-15,-2 10-2 0,3 2 1 16,-5 1-6-16,1 1 3 0,0 1-3 0,2 1 0 0,-1 0 0 0,1 0-6 16,2-2 2-16,-2 0 4 0,3-3-4 0,-1-1 2 15,1-3-4-15,-1-6-2 0,2-1 0 0,-1-2 2 16,0-4-3-16,0-1 4 0,0-5-3 0,0 1-1 15,0-2 0-15,0 2 2 0,0-2-4 0,0 0 2 16,0-2 1-16,0-3-1 0,1 5 3 0,-1-5-1 16,-1 4 1-16,1-4 0 0,0 5 1 0,0-5 0 0,0 0-13 15,0 0-14-15,0 3-16 0,0-3-19 0,0 0-25 0,0 0-65 16,0 0-74-16,0 0-231 0,-8-15-484 0,7 10 214 16</inkml:trace>
  <inkml:trace contextRef="#ctx0" brushRef="#br0" timeOffset="12060.7">11788 5211 192 0,'0'0'196'15,"0"0"-5"-15,0 0-13 0,-4-2-12 0,4 2-14 16,0 0-14-16,0 0-10 0,19-1-11 0,-5 0-7 0,8-2-12 0,7 1-8 15,4 1-8-15,-2-1-6 0,1 1-6 0,-1-1-9 16,-1 0-4-16,-3-1-7 0,-7 2-6 0,1 0-11 16,-5 1 4-16,-3 0 0 0,0-2-6 0,-4 1-2 15,-1 1-8-15,-1-1 3 0,-7 1-5 0,8 0-11 16,-8 0-9-16,5-1-14 0,-5 1-5 0,0 0-8 16,0 0-12-16,0 0-13 15,0 0-11-15,-20 2-14 0,12-1-21 0,0 1-18 16,3-1-21-16,-4-1-31 0,3 1-101 0,-2-1-291 15,8 0 130-15</inkml:trace>
  <inkml:trace contextRef="#ctx0" brushRef="#br0" timeOffset="12477.14">12313 5118 208 0,'2'-2'222'0,"2"-1"-11"0,1 2-23 16,0 0-18-16,-5 1-16 0,14 0-11 0,-6 2-9 0,2-1-10 0,2 6-14 15,-2-4-5-15,2 4-5 0,3 3-7 0,-1 1-11 16,0-1-6-16,-3 5-6 0,-2-1-2 0,3-1-10 16,-2 2-10-16,-2 2 1 0,1 1-4 0,-2-1-5 15,-3 0-2-15,0 3-3 0,-3-2-3 0,1-5-3 16,-2 2-2-16,-2-1-8 0,2-2 0 0,-1-1 1 15,1-2-2 1,-3-2-3-16,3-3 5 0,-1 2 10 0,1-2 17 16,0-4 20-16,0 5 31 0,0-5 33 0,0 5 45 0,0-5 37 15,0 0 19-15,0 0 20 0,0 0-24 0,0 0-28 16,4-17-24-16,1 7-22 0,-3-7-26 0,5-1-20 16,-2 0-30-16,4-9-33 0,5 1-20 0,0 2-25 15,-1 7-12-15,-3 0-29 0,3 1-8 16,-2 3-41-16,-3 3-19 0,1 0-34 0,1 3-41 0,3-1-43 0,-3 0-30 15,4 4-44-15,-2-1-35 0,-3 3-233 0,2 0-615 16,0 1 273-16</inkml:trace>
  <inkml:trace contextRef="#ctx0" brushRef="#br0" timeOffset="12809.18">12890 5184 174 0,'1'-5'355'0,"-1"2"-9"15,0 3-5-15,2-8-6 0,-2 5-14 0,0 3-20 16,0-5-19-16,0 5-34 0,0 0-20 0,0-3-25 0,0 3-23 0,0 0-24 16,0 0-18-16,0 0-16 0,0 0-20 15,0 0-32-15,0 0-16 0,0 0-9 0,0 0 5 16,4 13-2-16,-3-6-19 0,-1 1-7 0,0 3 3 0,0-1 2 15,-1 3-9-15,-1-1 8 0,1 6-12 0,1 0-2 16,-1-2 1-16,-1-1-2 0,1-3-20 16,0 2-13-16,1-4-11 15,-1-3-17-15,-2 1-13 0,2-3-3 0,0 0-14 16,-1 0-9-16,2-1-1 0,0-4 4 0,-1 6 5 16,1-6 6-16,0 0-42 0,0 0-52 0,0 0-57 15,-5-20-33-15,5 7-205 0,-3-2-502 0,5-4 222 16</inkml:trace>
  <inkml:trace contextRef="#ctx0" brushRef="#br0" timeOffset="12931.58">12970 4928 81 0,'2'-4'212'0,"-2"0"-29"16,0 4-15-16,0-4-21 0,0 4-19 0,0 0-25 16,0 0-14-16,0 0-24 0,0 0-25 0,0 0-45 15,-5 14-30-15,2-6-57 0,2 3-89 0,-1-1-196 16,0 2 87-16</inkml:trace>
  <inkml:trace contextRef="#ctx0" brushRef="#br0" timeOffset="13727.08">13391 5179 197 0,'0'0'254'0,"1"-3"-12"0,-1 3-17 0,0 0-23 0,3-4-20 16,-3 4-19-16,0 0-18 0,0 0-15 0,-8-2-16 15,8 2-12-15,-13 2-12 0,6 2-8 0,-3-3-11 16,-2 6-2-16,-4-2-11 0,0 4-8 0,0-1-6 15,1 4-6-15,-1-2-4 0,-2 4-2 0,0 3 0 16,4-2-7-16,0-1-1 0,1 1-2 0,4-1 0 16,0-2-2-16,4-2-12 15,0-1-1-15,1-4 0 0,3-1-2 16,-4 0 6-16,6-2 4 0,-1-2 8 0,9 3 0 16,-9-3-3-16,18-5-1 0,-9-2 0 0,6-1-2 0,3-3 11 15,-4 3 1-15,3-6-3 0,0 3-6 0,4-6-2 16,-5 3 3-16,-1 2-6 0,-1 0-3 0,-4 5 0 15,-1-1-1-15,-2 1 1 0,-1 1 0 16,0 3-2-16,-2-2 2 0,1 2-10 0,-1 1 0 0,-1-1-9 0,0 1-3 16,-3 2-1-16,0 0 0 0,13 6-1 0,-12-4-1 15,6 0 3-15,-6 3 1 0,3 2 2 0,1 1-4 16,-1-1 4-16,2 2 3 0,-1 1-1 0,-1-6-1 16,0 2 5-16,-1-2 2 0,-1 1 1 0,2-1 1 15,0-3 1-15,1 1 0 0,-5-2 2 0,10 0-2 0,-10 0 9 16,9-7 13-16,-2 5 11 0,0-6 5 0,-3-1 3 0,4-1-3 15,-2-1 1-15,2-5 0 0,1 0 3 0,-2-1-5 16,2-6-8-16,0 0-1 0,0-4-3 0,-4 9-1 16,4-5 10-16,0 6 10 0,-4 0-3 0,-1 1 2 15,0 0 12-15,-1 4 8 0,0 5 20 0,0-2-2 16,-2 4-5-16,3 0-6 0,-3-1-11 0,1 2-8 16,0-1 0-16,-2 5-18 15,1-3-9-15,-1 3-18 0,3-5-18 0,-3 5-27 16,0 0-8-16,0 0 1 0,0 0 4 0,-4 16 1 15,4-4 4-15,-4 5 6 0,-2 1 2 16,0 9-3-16,-1 0 8 0,1-2-5 0,1 0 9 0,-3 3 3 16,4-4 0-16,-2 1 7 0,3-1-2 0,-1-6-2 15,2 2 5-15,0-3 0 0,1-5 4 0,0 0-3 16,1 3 1-16,-1-9 1 0,1 2 9 0,0-3 2 0,0-1 8 16,0-1 15-16,0 2 19 0,0-5 11 0,1 5 9 0,-1-5-5 15,10 0-6-15,-3-1-4 0,7-2-5 16,2-1-15-16,11-5-57 0,1-1-63 0,2 1-67 15,-1-3-92-15,4 2-96 0,0-1-261 0,-1 2-649 16,-1-3 287-16</inkml:trace>
  <inkml:trace contextRef="#ctx0" brushRef="#br0" timeOffset="14497.66">14780 5007 137 0,'0'0'210'0,"0"0"-9"16,3-2-9-16,-3 2-7 15,0 0-14-15,1-2-13 0,-1 2-11 0,0 0-16 16,0 0-16-16,0 0-8 0,0 0-13 0,0 0-18 16,0 0-7-16,0 0-7 0,0 0-11 0,0 0 2 15,-27 6-5-15,17 0-11 0,-8-1 1 0,4 4-7 16,-4-2-4-16,1 1-2 0,2 0-6 0,1 1 2 15,-2-1-4-15,4-2 0 0,-2 6-4 0,5-4-8 16,1-1 9-16,1 2-8 0,-1 0 2 0,5 1 5 0,2-2-4 0,1 0-1 16,0 0 2-16,4 2 0 0,3-1 0 15,1 2 0-15,4 1-3 0,3-2 1 0,-2 0-1 16,1-1-2-16,1 3 1 0,0-2 0 0,-3 0 0 0,1-1-5 16,-6-1 7-16,1 1-7 0,1-1 0 0,-5-3-8 15,0 1 1-15,-4 0-13 0,1-2 11 0,-1 2 2 16,-4 0 0-1,-2-1 0-15,-6 1-1 0,-3 0 6 0,-3-1 1 16,-4-2 0-16,0-1 3 0,-5 0-12 0,-4-1-9 16,6 1-17-16,-5-4-22 0,11 0-13 0,-3-1-23 15,3 0-22-15,1-3-35 0,7 1-35 0,0 2-118 16,6-2-328-16,4-2 145 0</inkml:trace>
  <inkml:trace contextRef="#ctx0" brushRef="#br0" timeOffset="14914.34">15100 5141 45 0,'-5'-5'208'0,"1"4"-21"0,4 1-19 15,-9-1-17-15,9 1-16 0,-9-3-17 0,9 3-10 16,-12 4-13-16,5-1-11 0,1 0-1 0,0-1-15 15,-4 5-11-15,2 1-6 0,0-1-6 16,1 0-7-16,1 3 3 0,-1-2-4 0,3 1-10 16,-1 0 3-16,1 2-3 15,-2-2 6-15,6 1-1 0,0-1-2 0,0 1 6 16,3-3 2-16,0 3 4 0,1-4 7 0,4 2 5 16,0-4-1-16,4 0 4 0,1-2-1 0,7 0 1 15,-3-2-2-15,5-2 14 0,-2-3 2 0,-2 3 12 16,0-8-7-16,0 3-4 0,0-4-3 0,-3 0-1 15,-1-1-12-15,-1-3-1 0,1 1-9 0,-5 2-2 16,-1-3-6-16,-2 3-2 0,-2 0-10 0,0 2-3 0,-3-2-10 0,0 3-8 16,-3 1-9-16,-2-4-13 0,-1 5-7 0,-3-3-4 15,0 5-13-15,-1-2-14 0,-2 2-13 0,2 3-15 16,-1 2-25-16,-3-3-20 0,3 3-16 0,2 0-19 16,-1 1-42-16,0 1-159 0,4 0-392 0,0-2 174 15</inkml:trace>
  <inkml:trace contextRef="#ctx0" brushRef="#br0" timeOffset="15299.75">15446 4881 307 0,'1'-4'326'0,"-1"-1"-11"0,0 1-23 0,1 1-25 16,-1 3-23-16,0-8-29 0,0 8-20 0,-1-2-25 15,1 2-24-15,0 0-24 0,0 0-37 0,0 0 0 16,0 0-16-16,1 17-13 16,-2-2-5-16,1 2-3 0,-2 9 0 0,-2 1-4 15,0 0-13-15,-2-1-2 0,1 3-4 0,1-2-1 16,-3-1-3-16,5 2 2 0,-1-6-4 0,-2-2-3 15,4-1-1-15,-3-4 1 0,4-2-1 0,0-1-1 16,-1-1 0-16,1-1-1 0,0-3 0 0,-3-2-2 16,3 0 4-16,0 0-3 0,0 0-1 0,0-5 2 15,-1 5-3-15,1-3 1 0,0-2 4 0,0 0 3 0,1 4-5 0,-1-4 4 16,0 5-6-16,0-5-11 0,0 0-8 0,0 0-20 16,0 0-20-16,0 0-49 0,3 3-74 15,-3-3-59-15,0 0-52 0,11-12-163 0,-3 7-481 16,0 1 213-16</inkml:trace>
  <inkml:trace contextRef="#ctx0" brushRef="#br0" timeOffset="16239.81">15644 5141 59 0,'0'0'301'0,"0"-3"-22"0,0 3-23 15,0 0-25-15,0 0-24 0,0-4-22 0,0 4-22 16,0 0-20-16,0 0-19 15,0 0-13-15,0 0-13 0,0 0-11 0,0 0-9 16,-4 13-6-16,-1-7-8 0,1 3-4 0,-1-1-7 16,1 4-3-16,-2-2-7 0,2 1-2 0,0 2-5 15,3-4-4-15,-3 1-6 0,3-3-10 0,-2 0 1 16,2-2 0-16,-2 0-3 0,3 2 1 0,-1 1-1 16,1-8 13-16,0 0 9 0,4 4 7 0,-4-4 7 15,0 0-6-15,14-4 5 0,-4 1 0 0,3-5 4 0,-1 2 1 16,2-4-6-16,1 1-4 0,0-1-6 0,-1 1 0 15,3-1-6-15,-2 2-5 0,-3 3-8 0,-2-4 0 16,-4 7-5-16,3-1-3 0,-4-2-4 0,1 4 1 0,0-1-9 16,-3 0-10-16,-3 2-9 0,11-2-3 15,-11 2-2-15,9 0-3 0,-5 4-1 0,1 1 3 16,-1 0 1-16,3 0-4 16,0 2 7-16,-1-1 0 0,2 3 3 0,-3-1 2 15,4 1-2-15,0-2-1 0,0 0-6 0,3 1-6 16,0-1 0-16,1-5-4 0,-2 3-2 0,2-2 5 15,1-3 1-15,-1-1 5 0,2-1-2 0,-2-3 7 16,5 0-2-16,-8-3 6 0,3 2 9 0,-3-6 9 16,3-3 7-16,-3 1 12 0,2-3 8 0,-5-1 0 15,5-8 3-15,-6 1 6 0,2-1-3 0,0-3-4 0,2 0-4 0,-1 2 4 16,-2-1 5-16,0 3 12 0,-4 6 12 0,1 2-2 16,0 7 11-16,-1-1-4 0,1 3-4 0,-2 2-4 15,-2 1-10-15,2 0-9 0,0 1-15 0,-2 0-26 16,0 4-12-16,0 0-3 0,0 0 5 0,0 0 1 15,-4 24 1-15,0-9 9 0,1 2-6 0,-5 7 2 16,-2 3 0-16,2-3 2 0,2 2 3 0,-2 1 2 0,-2-1-3 0,3-1-1 16,2-7 4-16,1 0 3 0,-1-2-2 15,3-3 1-15,-2 0-3 0,0-4-9 0,2 0-4 16,0-4 0-16,2 1 4 0,0-1 5 0,-1-1 6 16,-3-1 1-16,4 1 26 0,0-4 24 0,0 0 16 15,0 0-11-15,0 0-4 0,0 0-5 0,-9-9-5 0,4 3-13 16,3 1 2-1,-2-1-3-15,-4-2-4 0,4 1-3 0,-1 0-4 16,0 4-4-16,-3-5-4 0,6 3 0 0,-2 1 0 16,0-1-4-16,0 1 5 0,0 1 0 0,3 0-1 15,1 3-9-15,-5-6-6 0,5 6-2 0,0-4-18 16,0 4 5-16,6-4-12 0,6 3 7 0,-2-1-3 16,4-3 3-16,3 3 4 0,1 0 7 0,2 0 8 15,2-1-9-15,5 2 1 0,2-2 2 0,-3 0-1 0,-2 3 4 0,5-2 1 16,-2-1 8-16,-5 1-7 0,-3 0 5 0,-5 1-5 15,-1 0 12-15,-3 0 6 0,-1 1 10 0,-1-2-3 16,-3 2 1-16,-5 0-3 0,10 0-1 0,-10 0-3 16,10-1-2-16,-10 1-2 0,4-2-3 0,-4 2-11 15,0 0 2-15,5 6-2 0,-5-2 2 0,0-2 1 16,0 3-7 0,-2 2 10-16,2 2-4 0,-2 2 16 0,1 0-13 15,0-1-1-15,-1 0 3 0,1 0 2 0,-1 2 1 0,0-5-3 16,2 0-21-16,0 3-21 0,0-4-26 0,0 1-23 15,-3-2-23-15,1 1-18 0,2-3-5 16,0-3 2-16,0 5-49 0,0-5-66 0,0 0-199 16,0 0-486-16,2-20 215 0</inkml:trace>
  <inkml:trace contextRef="#ctx0" brushRef="#br0" timeOffset="16355.71">16540 4907 184 0,'2'-5'272'0,"0"1"-16"16,-1 0-18-16,1 0-22 0,-2 0-22 0,2 2-23 15,-2 2-27-15,1-4-43 0,-1 4-47 0,0 0-23 16,0 0-22 0,0 0-40-16,4 10-38 0,-2-4-60 0,2 1-145 0,-1 1-297 15,2 0 133-15</inkml:trace>
  <inkml:trace contextRef="#ctx0" brushRef="#br0" timeOffset="16703.36">16816 5018 106 0,'-11'2'161'0,"0"1"-13"0,-1 1-11 0,0 1-12 16,2 0-18-16,-6 4-15 0,6-1-8 0,-3 4-10 16,-1-3-1-16,5 7-12 0,4-5-9 0,-4 3 16 15,4-2 1-15,1 1-3 0,4-2 1 0,0 1-6 0,3 0 7 0,-1-2 7 16,7 5-3-16,0-7 1 0,0 1 1 0,5-3-2 15,-2-2-9-15,3-1-4 0,4-2-4 0,-1-1-2 16,1 0 0-16,-6-4 0 0,4 1 5 0,-1-3-2 16,-2 0-5-16,-1-4-6 0,-3-2-5 0,0-2-15 15,-2 2-4-15,1-6-6 0,-2 6-8 0,-1-7-11 16,-6 3-1-16,0 1-17 16,0 3 3-16,-3 0-2 0,-3 2-12 0,1 1-3 15,-4 1-5-15,-4-2-7 0,0 4-11 16,0 2-17-16,2-3-3 0,-2 6-36 0,-1 0-11 15,3-1-33-15,-1 3-141 0,2 1-324 0,4-2 144 0</inkml:trace>
  <inkml:trace contextRef="#ctx0" brushRef="#br0" timeOffset="17019.77">17030 5066 229 0,'6'0'280'0,"-6"0"-27"16,0 0-29-16,0 0-23 16,0 0-26-16,0 0-19 0,0 0-17 0,0 0-16 15,2 4-11-15,-1 0-12 0,-1 0-7 0,0-4-9 16,-2 9-10-16,1-1-5 0,-1-3-7 0,2-1-6 16,-1 3-5-16,0 0-10 0,1-4-4 0,0-3-3 15,-2 5 2-15,2-5 10 0,0 5 14 0,3-2 10 16,-3-3 5-16,9 0 3 0,0-4-4 0,1 2 6 15,0-2 6-15,3 1 0 0,-3-2-7 0,3 1-10 0,-4 1-6 16,0 1-8-16,4-1-6 0,-7 2-8 0,3 1-18 0,0 0-15 16,4 4-12-16,-3-2-16 0,3 7-15 0,0-1-18 15,-2 4-37-15,2 2-40 0,-4 1-65 16,5-1-83-16,-8-5-200 0,3 2-517 0,-2-4 228 16</inkml:trace>
  <inkml:trace contextRef="#ctx0" brushRef="#br0" timeOffset="18075.84">18589 5032 132 0,'0'0'192'0,"0"0"-7"0,0 0-5 15,0 0-7-15,0 0-15 0,0 0-14 0,0 0-11 16,0 0-19-16,0 0-9 0,0 0-14 0,0 0-10 15,0 0-11-15,0 0-9 0,0 0-11 0,-10 4-1 16,6-1-7 0,-1 2-6-16,-1 2-4 0,-4 1-8 0,2-1-1 15,-2 2-5-15,1 2 2 0,-1 0-5 0,2 1-1 0,-1 3-2 16,1-1 0-16,1-2-2 0,3 0 2 0,1 0-3 16,1-2 1-16,0 0-3 0,1-1 6 0,1 1 2 15,3-4 15-15,0 0 12 0,3 0 8 0,3-1 13 16,3-4 1-16,0-1 4 0,1 0 0 15,4-2 2-15,3-5 0 0,-4 0-1 0,2-1 0 0,0-2-1 0,0-2-3 16,-4 0-6-16,0 0 0 0,-2-3-7 0,0-3-9 16,-3 0-7-16,-2 1-10 0,-3-2-6 0,-2 2 4 15,-1 2-13-15,-1-1 0 0,-2 4-6 0,-3-1 1 16,1 3-7-16,-1 1-3 0,-2-3-5 0,-1 7-3 0,-3-3-7 16,2 4-4-16,-1-1-12 0,2 2-17 15,-1 1-19-15,4 0-27 16,-5 4-29-16,5 0-19 0,1 0-25 0,0 2-21 15,-1 1-30-15,1 1-146 0,4-3-399 0,0-3 176 16</inkml:trace>
  <inkml:trace contextRef="#ctx0" brushRef="#br0" timeOffset="28416.68">20919 4884 106 0,'0'0'132'0,"0"-7"-1"0,0 7-5 16,0-4-6-16,0 4-6 0,0 0-5 0,0 0-4 15,0 0-18-15,-1-5-3 0,1 5-15 0,0 0-7 16,0 0-1-16,0 0-13 0,0 0 2 0,0 0-7 16,0 0-1-16,0 0-1 0,0 0-9 0,0-4-2 15,0 4-1-15,0 0-8 0,0 0 9 0,0 0-5 0,0 0 0 0,0 0 3 16,0 0-7-16,0 0 5 0,0 0 6 0,0 0-3 15,0 0 2-15,0 0 3 0,0 0-2 0,0 0 3 16,0 0-2-16,0 0 7 0,0 0 0 16,0 0 5-16,0 0 1 0,0 0 4 0,0 0 2 15,0 0-6-15,0 0-1 0,0 0-8 0,0 0-4 0,0 0-4 16,11-1-3 0,-3 0-3-16,3 1-3 0,-2 0-2 0,5 1-6 15,7-1-1-15,-2 1 0 0,0 2-3 0,0-2-1 16,2 4-2-16,-1 0-5 0,1-2-2 0,-2 2-5 15,0 1-7-15,-4 2-4 0,0-2-7 0,-3 1-5 16,-3 0-4-16,-1 3-9 0,-1-2 4 0,-3 1-5 16,0 3 5-16,-7-2 7 0,0-1 3 0,-6 4-4 15,-1-2-1-15,-5 0 3 0,-4-1 3 0,-4 4 10 0,5-3 2 0,-6 2 0 16,4-5-11-16,2-2 16 0,-3 1 3 0,6-2 6 16,-7 0-8-16,4 0 0 0,4 0 1 0,5-3 4 15,-3 1-2-15,3-1-1 0,1 2 4 0,2-3-5 16,2 3 7-16,0-1-8 0,4-3-2 0,1 3 9 15,-1-3-1-15,15 4 2 0,-2-3-2 0,1 1 3 16,4 3-1 0,5-3-10-16,5 2 8 0,-6 0 10 0,-1 0-10 15,0 1 2-15,1-1 4 0,-2 4-3 0,1-3 3 0,-1 2-14 16,-6 1-2-16,0 1-15 0,-5-2 7 0,0 1-6 16,-5 1-9-16,-3-5 1 0,2 5 6 0,-7-2 3 15,-1-2-3-15,-7 2 14 0,-5-2-2 16,-1 0 9-16,-9 2 4 0,-3-2-2 0,0-1 9 15,-5-1-3-15,1 2 7 0,-2-3 1 0,0-4-1 0,-3 2 5 0,-1 0-8 16,-1-1 11-16,4-1-6 0,-1 0 1 0,1 6 9 16,4-8-4-16,6 6 4 0,6-4 0 0,7 1 1 15,1 1-1-15,4-2-1 0,2 0-1 0,0 1-7 16,7 1 2-16,-5-1-7 0,5 1-2 0,0 0-18 16,18-3-22-16,-8 3-18 0,12-7-45 0,-1 7-171 15,7-1-295-15,0 0 131 0</inkml:trace>
  <inkml:trace contextRef="#ctx0" brushRef="#br0" timeOffset="28969.01">21803 4976 76 0,'0'0'239'0,"-1"-5"-13"0,1 5 1 16,1-8-6-16,-1 6-3 0,0 2-7 0,0-4-8 15,0 4-13-15,0 0-19 0,0 0-19 0,0-6-17 16,0 6-11-16,0 0-19 0,0 0-15 0,0 0-10 15,0 0-21-15,0 0-12 0,0 0-9 0,0 0-4 0,1 17 0 0,1-9-5 16,-1 4-4-16,-1 0-3 0,1-2-3 0,1 7-1 16,-2-3-1-16,2 3-1 0,-1 0-2 0,1-1-1 15,-4 2 2-15,1-3-4 0,1-1 1 0,0 2 2 16,0-3-6-16,0-4 1 0,0 0-1 0,-2-3-2 16,2 1 1-16,0-2-8 0,-2 1-9 0,2-1-4 15,0-1-4-15,0-4-8 16,0 5-7-16,0-5-7 0,-1 2-18 0,1-2-49 15,0 0-57-15,0 0-27 0,0 0-52 0,-10-9-130 0,6 2-405 16,1 0 179-16</inkml:trace>
  <inkml:trace contextRef="#ctx0" brushRef="#br0" timeOffset="29312.2">21799 4923 101 0,'0'0'225'0,"0"-4"-22"0,0 4-21 0,0 0-23 15,0 0-16-15,8-3-16 0,1 3-13 0,1 3-11 0,2-2-11 0,4 4-7 16,3 3-12-16,-2 0-8 0,2 2-4 0,-1 0-7 16,8 5-1-16,-9 0-10 0,-4-2-1 0,4 1-5 15,-4 2-5-15,-1-2 1 0,-4 1-7 0,-1 1-2 16,-4 1-3-16,-1 0-6 0,-5-1 6 0,-1 1-3 15,-6 1-3-15,0-5 9 0,-2 4-6 0,-3-3-3 16,1-3-1-16,-4-1-3 16,4 3 5-16,-4-5-5 0,0 3 2 15,0-5-1-15,4 2 4 0,-4-2-5 0,5 1 0 16,3-4 2-16,3-2-4 0,0 2 1 0,2-2-1 16,0 1-1-16,0 3-5 0,0-4-10 0,5-1-3 0,0 0-23 15,0 0-40-15,0 0-39 0,0 0-40 0,15-11-182 16,-6 6-363-16,0-4 161 0</inkml:trace>
  <inkml:trace contextRef="#ctx0" brushRef="#br0" timeOffset="29920.33">22094 4635 69 0,'3'-2'261'0,"-3"2"-8"15,1-5-17-15,-1 5-19 0,0 0-23 0,3-3-22 0,-3 3-20 0,0 0-17 16,6-1-11-16,-6 1-16 0,10 1-9 0,-2 2-11 16,0-1-10-16,1 1-6 0,1 1-15 0,-2 1-2 15,1 2-5-15,-2-1-8 0,1 3-1 0,-2 1-6 16,-2 0-4-16,0 6-2 0,-1-1-4 0,-2 2 4 15,-4-3-6-15,-1 6-4 0,-2-6-2 0,0 2-1 16,-3 0-1-16,0-2-1 16,1 1-2-16,2-3-1 0,-2-2 2 0,-1-2-4 15,4-1 1-15,1-1-1 0,0 0-2 0,0-2 1 16,2 1 2-16,-2-2 0 0,4-1-2 0,0-2 20 16,-1 4 3-16,1-4 12 0,0 0-5 0,5 3-2 15,1-3-2-15,6 0-5 0,6-3 0 0,0-1-7 16,3 2-4-16,7-1 2 0,0 0-27 0,3-1 1 15,-3 2 4-15,-1-2 2 0,1 2-1 0,-7 2 2 0,0-3-5 16,-3 2 1-16,-1-1 1 0,-7 2 2 0,2 0 5 0,-6-1-7 16,-1 1 1-16,-5 0 0 0,12-2 1 0,-12 2 2 15,7 2 0-15,-7-2-8 0,0 0-10 0,4 1-17 16,-4-1-11-16,0 0-28 0,0 0-33 16,0 0-47-16,0 0-48 0,-23 3-224 0,15-3-460 15,3 0 204-15</inkml:trace>
  <inkml:trace contextRef="#ctx0" brushRef="#br0" timeOffset="33322.18">22690 5173 176 0,'0'0'188'0,"-8"0"-6"16,8 0-9-16,-6 0 11 0,6 0-8 0,0 0-13 16,-8-1-9-16,8 1-9 0,0 0-13 0,0 0-14 15,-5 1-11-15,5-1-11 0,0 0-5 0,0 0-12 16,0 0-5-16,0 0-8 0,0 0-3 0,0 0-10 16,0 0-1-16,-7 1-5 15,7-1 0-15,0 0 2 0,0 0 1 0,0 0-1 16,0 0 1-16,0 0 3 0,0 0-4 0,0 0-2 15,0 0 0-15,0 0 2 0,0 0-6 0,0 0 1 16,0 0-4-16,0 0-6 0,0 0 3 0,0 0-8 16,0 0-2-16,0 0-5 0,0 0 0 0,0 0-3 15,0 0-2-15,0 0-3 0,0 0-4 0,0 0 1 16,0 0 1-16,0 0-4 0,0 0-1 0,0 0 1 0,0 0 0 0,0 0 0 16,0 0-4-16,0 0-1 0,0 0 1 0,0 0 1 15,0 0-1-15,0 0-2 0,0 0-2 0,0 0 1 16,0 0 3-16,0 0-3 0,0 0 3 0,0 0-5 15,0 0 2-15,0 0 1 0,0 0 3 0,0 0-5 16,0 0 2-16,38-4-3 0,-18 2 6 0,12 1-6 16,3-2 2-16,-1-2 2 0,4 3-3 0,13 0 0 0,2-1-1 15,1-2-3-15,-16 3 3 0,2-1-2 0,-1 2-5 16,-6 1-6-16,-1 0-9 0,-1 0-14 0,-9 0-14 16,-4 0-15-16,-6-3-25 0,-1 6-21 0,-4-3-18 0,1 0-15 15,-8 0-17-15,6-3-27 0,-6 3-25 0,0 0-157 16,0 0-403-16,-19-7 179 0</inkml:trace>
  <inkml:trace contextRef="#ctx0" brushRef="#br0" timeOffset="33607.35">23068 5017 56 0,'-1'-8'272'0,"2"2"-10"16,-2 1 8-16,1-2-5 0,0 4-10 0,1-2-17 16,-1 5-23-16,-1-7-20 0,1 7-25 0,-1-2-19 15,1 2-24-15,0 0-16 0,0 0-19 0,0 0-9 16,0 0-9-16,0 0-11 0,-3 19-6 0,0-6-4 16,0 3-6-1,-1 3-4-15,3 1-6 0,-2 7-3 0,1-1-2 0,0-4-1 16,2 2-4-16,2 3 1 0,-1-1-1 0,0-10-27 15,0 1-16-15,2 0-17 0,-2-5-9 16,4 5-26-16,-4-2-28 0,3-5-33 0,-1 2-43 16,1-5-41-16,0-2-212 0,1 0-459 0,-5-5 203 15</inkml:trace>
  <inkml:trace contextRef="#ctx0" brushRef="#br0" timeOffset="34093.03">23660 4857 62 0,'0'0'211'0,"5"-5"-16"0,0 3-23 0,-1-2-18 16,4-1-14-16,-1 3-7 0,5 1-14 0,-2-1-10 15,8 2-7-15,-2 0-9 0,0 2-7 0,-1 1-9 0,4 3-5 16,-2 2-10-16,-2 1-8 0,-2 0-3 0,1 3-8 16,-4 2-2-16,-2 3-7 0,-2-1-3 15,-3 3-3-15,-6 6 4 0,1 1-10 0,-10-3-2 16,2 3 0-16,-8-2-1 0,-2 3-2 0,-6-3-1 0,-1 3-3 0,0-3 0 15,-2-2-1-15,0 2-2 0,-1-5 19 0,2-2-21 16,4-5 3-16,7 0-4 0,-2-3-1 0,9-4 2 16,-1 2 7-16,3-3 15 0,1-3 27 0,3 3 31 15,-1-3 28-15,5-1 19 0,-7 3-19 0,7-3-12 16,0 0-10-16,11-10-12 0,-2 3-9 0,5 3-8 16,0-1-8-16,4-1-8 15,0-1-4-15,1 3 9 0,3-3-24 0,-3 2-2 16,9 0-8-16,-1 0-10 0,-8 0-11 0,2 3-15 15,0-1-25-15,0 1-28 0,2-1-39 0,-3 2-42 16,2-3-50-16,5 0-42 0,-8 1-221 0,0 1-500 16,-3-5 221-16</inkml:trace>
  <inkml:trace contextRef="#ctx0" brushRef="#br0" timeOffset="34409.28">24242 4954 2 0,'2'-7'296'31,"0"2"-6"-31,-2 0-14 0,0 0-11 0,2 1-20 16,-2 0-16-16,0 4-22 0,0-6-14 0,0 6-31 16,0-5-12-16,0 5-21 0,2-2-18 0,-2 2-13 15,0 0-20-15,0 0-5 0,0 0-11 0,4 12-4 16,-4-7-6-16,1 4-9 0,-2 3 1 0,1 1-4 15,-4 3-7-15,4 3-5 0,-4-2 2 0,4 1-2 16,-2 0-5-16,-1-2-2 0,3 1-2 0,-5 0 2 0,5-5-11 0,-5 0-12 16,4 0-7-16,-2-5-12 0,3 4-8 0,0-6-12 15,-2 3-17-15,0-5-10 0,2 3-5 0,0-5 1 16,0-1 3-16,0 7-4 0,0-7-48 0,0 0-37 16,0 0-45-16,0 0-184 0,-9-14-418 0,5 8 184 15</inkml:trace>
  <inkml:trace contextRef="#ctx0" brushRef="#br0" timeOffset="34747.83">24250 4821 135 0,'0'-4'239'0,"0"4"-14"16,-4-6-16-1,4 6-17-15,0-4-14 0,0 4-12 0,0 0-16 16,0 0-21-16,0 0-10 0,8-2-13 0,-8 2-12 15,13 4-11-15,-2 4-10 0,6-1-6 0,-2 3-11 16,8 4-4-16,2 3-5 0,-1 2-5 0,-3-1-1 16,-1 4-9-16,-4 0-1 0,0 1-6 0,-5-1 0 15,-1 4-2-15,-2-3-3 0,-3-5-1 0,-5 2 3 16,1-2-4-16,-5 4-3 0,2-4-3 0,-9-1-3 0,0 0 1 0,-3-2-2 16,-1-1 6-16,-3-2-3 0,-4 2 2 0,4-3-1 15,1-2 0-15,-1-2-1 0,0 0 0 0,1-4 0 16,3 2 0-16,4-1-5 0,2-4 3 0,-5 3-1 15,7-1-2-15,2 1 5 0,-4-2-8 0,8-1-15 16,-8 1-16-16,8-1-40 0,0 0-51 0,0 0-48 16,16-7-58-1,-6 0-142-15,8 1-399 0,-2-2 177 0</inkml:trace>
  <inkml:trace contextRef="#ctx0" brushRef="#br0" timeOffset="35094.98">24813 5068 42 0,'0'0'205'16,"0"0"-13"-16,-7-2-5 0,7 2-10 0,0 0-7 0,0 0-3 0,0 0-2 0,0 0-5 0,0 0-7 15,-4 3-16-15,4-3-13 0,0 0-9 0,0 0-15 16,22-1-7-16,-11 1-9 0,7 1-10 0,4-2-9 16,6-1-6-16,0 0-4 0,2 2-9 0,-3-1-3 15,-5 1-1-15,-1 0-8 0,-2-2-1 0,-1 2-5 16,-5-3 0-16,-1 3-2 0,0-1-8 0,-7 0 9 16,0-1 3-16,4 2 1 15,-9 0-3-15,7-1-3 0,-7 1-2 0,7 0-5 16,-7 0-1-16,0 0-9 0,4-1-13 15,-4 1-18-15,0 0-17 0,0 0-18 0,0 0-30 16,0 0-29-16,0 0-34 0,0 0-44 0,0 0-197 0,0 0-425 16,0 0 187-16</inkml:trace>
  <inkml:trace contextRef="#ctx0" brushRef="#br0" timeOffset="35881.61">25674 4780 59 0,'0'0'232'0,"2"-5"-19"0,-1 3-16 16,3-2-16-16,0 1-22 15,1 0-15-15,4-1-12 0,1 2-15 0,1 1-12 16,3-1-16-16,-3 4-4 0,3-1-8 0,-1 1-9 15,-3 2-8-15,4 3-7 0,-5 1-10 0,3 0-5 16,-1 2-5-16,-3 1-1 0,-3 6-6 0,-2-3-4 16,-6 1-1-16,3 3-4 0,-5 0 3 0,-3 0-6 15,-3 5-2-15,-2-2 0 0,0-4-1 0,-5 3 2 16,1-1-1-16,0 3-7 0,4-9 4 0,2 2-1 0,0-1-3 16,0 0-1-16,1-2-1 0,3 0 1 0,1 0 1 15,3-7-3-15,-2 5 6 0,3-4-5 0,0 2 7 16,2-3-2-16,3 2 4 0,4 1 6 0,1-2-2 0,1 0 2 15,4-2-5-15,2-1-1 0,-3-1 2 0,8-1-1 16,-6 1 1-16,0-2 0 0,-1-2 11 16,0 0 4-16,-3-1 6 15,3 0-6-15,-3-5-7 0,-2 0-3 0,1-2-12 16,-7-1-11-16,1-1-7 0,-3-5-3 0,-9-2-2 16,-4-2 2-16,0-3-4 0,-5 2 4 0,2-3 2 15,-3 2 5-15,-2-2-2 0,0 2 0 0,3 0 6 16,0 4 2-16,1-1 6 0,4 6 10 0,3 1 11 15,4 4 7-15,-3-3 18 0,5 5 2 0,0 0 7 16,2 2-2-16,2-1-22 0,2 1-28 0,6 1-11 0,2 0-14 0,3 2-27 16,5-1-26-16,2 2-41 0,10 1-47 0,0 0-46 15,-3 2-178-15,1-3-412 0,0 2 182 0</inkml:trace>
  <inkml:trace contextRef="#ctx0" brushRef="#br0" timeOffset="36150.94">26113 4556 84 0,'0'0'188'15,"7"0"-13"-15,-7 0-19 0,14 8-6 0,-4 0-12 0,5 6-9 16,3 11-8-16,-3-2-7 0,0 7-5 0,6 12-9 15,-3 4-9-15,-9 3-5 0,-4 0-5 0,2 2-9 16,-14-1-2-16,1-3-6 0,-8 1-5 0,-3-3-4 16,-5-2-7-16,-2 0 0 0,-6-1-1 0,-4-4-5 15,-8 2-4-15,-4-3-11 0,-4-5-20 0,-1-3-36 0,-2-3-51 16,1-4-48-16,-3 0-216 0,-5-3-373 0,3-7 166 0</inkml:trace>
  <inkml:trace contextRef="#ctx0" brushRef="#br0" timeOffset="37137.83">20625 4681 26 0,'0'0'186'15,"-4"-3"-19"-15,4 3-14 0,-2-5-22 0,2 5-15 16,0 0-14-16,0 0-12 0,-11 7-10 0,9 1-2 16,-10 7-17-16,2 9-6 0,-3 7-3 0,-6 15-6 0,-1 5-7 15,-1 3-3-15,-10 25-4 0,10-23-4 0,-10 21 0 0,11-17-3 16,-8 16 4-16,12-20-1 0,5-3-5 0,4-3 10 15,4-1 12-15,5-12 4 0,3 9 10 0,4-13 5 16,5 1-1-16,5-3-4 0,16 5 0 0,6-9-5 16,14 0-18-16,7-10-33 0,38 1-54 0,2-12-77 15,-10-2-198-15,5-8-354 0,1-2 157 0</inkml:trace>
  <inkml:trace contextRef="#ctx0" brushRef="#br0" timeOffset="38356.35">26842 4819 208 0,'-2'-7'272'16,"1"2"-10"-16,-1-1-3 0,2 1-11 0,-2 1-21 15,2 0-17-15,0 4-14 0,0-6-23 0,-2 4-15 0,2 2-23 16,-2-5-15-16,2 5-12 0,0 0-21 0,0-4-24 0,0 4-9 16,0 0-4-16,0 0-4 0,8 9-10 0,-3-3-6 15,4 3-8-15,-3-2-5 0,2 2-8 0,3 1-3 16,6-5-4-16,-8 5 0 0,3-5-1 0,-2 1-2 16,0-1 0-16,2-2 3 0,-3-1 0 0,-2-2 0 15,3 0-1-15,1 0 0 0,-2-2 2 0,2-3 4 16,-1 0 14-16,-1-2 10 15,1 0 5-15,-2-3-7 0,-3 1 9 0,4 1 2 16,-2-1 5-16,-2-2 11 0,1 5-3 0,-2-2 2 16,-3 4 4-16,3-3-3 0,0 4-2 0,-3 0-12 15,2 0-6-15,-3 3-13 0,1-5-22 0,-1 5-19 16,5-3-19-16,-5 3 1 0,0 0 2 0,-3 14 2 16,1-4 5-16,-3 11 3 0,-3 6 2 0,-1 1-2 15,-1 8 2-15,-3 9 7 0,4-11 2 0,-5 15-1 0,4-3 1 16,4-10 4-16,-7 12 3 0,7-14 1 0,0 12-3 0,1-12 6 15,0-1-1-15,-1 1 4 0,3-5-1 0,1 0 0 16,-2-4 2-16,1-5-2 0,1-2 0 0,-2-6 0 16,1 0-8-16,-3-2 2 0,4-3 1 0,0 1-1 15,0-2 5-15,-2-3 4 0,-1 0 3 0,-4-4 3 16,-3-1 1 0,2-2-5-16,-2-2 2 0,-3-3-2 0,-3-3 5 15,4 1 7-15,-5-9 2 0,4-1 3 0,4 4 4 16,-3-6 0-16,5-2 0 0,2-1 0 0,4-1-6 15,3 1 2-15,5-3-5 0,4 2-4 0,2 0 2 16,5 0 6-16,2 3-13 0,5 0-6 0,1 4 4 0,2 0-8 16,3 1 3-16,2 2-6 0,0 2 5 15,-1 2-1-15,2-2-3 0,0 6 2 0,-4-3 1 0,-6 4 4 0,4-1-4 16,-7 6 2-16,0-3-2 0,-8 2 1 0,2 1 1 16,-1-2-3-16,-5 4 1 0,0-1 1 0,0 2-3 15,-2-2 4-15,1 2-7 0,-6 0 3 0,7-3-15 16,-7 3-16-16,5-1-11 0,-5 1-21 0,4-1-14 15,-4 1-25-15,0 0-15 0,0 0 0 0,0 0-17 16,5 5-25-16,-5-5-27 16,0 2-22-16,4 1-178 0,-4-3-422 0,3 5 186 15</inkml:trace>
  <inkml:trace contextRef="#ctx0" brushRef="#br0" timeOffset="38572.57">27812 4925 146 0,'2'-2'304'0,"2"-1"-31"16,-4 3-31-16,6-4-25 0,-1 1-21 0,3 1-22 16,0-1-17-16,2-2-17 0,1 2-13 0,7 1-21 0,0-1-32 15,1 0-31-15,-4 0-44 0,4-1-41 0,-3 3-47 0,2 1-48 16,1-3-185-16,-6 2-348 0,1-1 153 0</inkml:trace>
  <inkml:trace contextRef="#ctx0" brushRef="#br0" timeOffset="38741.83">27805 5051 8 0,'-2'1'160'0,"2"-1"15"16,-2 4 9-16,2-4-6 0,0 0-11 0,24 1-15 15,-3-2-17-15,7-2-13 0,4 2-13 16,4 0-21-16,2 0-14 0,12-4-31 0,1 2-27 0,1 0-28 16,6-2-39-16,-5 0-37 0,0-1-58 0,-14 1-73 15,14 0-238-15,-2-4 105 0</inkml:trace>
  <inkml:trace contextRef="#ctx0" brushRef="#br0" timeOffset="39142.96">28928 4786 54 0,'0'0'193'0,"-2"-6"-14"16,0 4-11-16,2 2-14 0,-1-5-12 0,1 5-9 16,0 0-14-16,-1-5-12 0,1 5-13 0,0 0-8 15,-3-2-12-15,3 2-2 0,0 0-21 0,-8 0 1 16,8 0-11-16,-11 3 3 0,5 1-5 0,-1-2-4 15,-3 3-6-15,1 1-8 0,0 0-8 0,-1 4 5 0,0 2-5 16,-2 0 1-16,-2 3-4 0,4 0 1 0,-1 1-3 0,0 1 3 16,2 1 3-16,3-1-6 0,-2 0 1 0,5-1 9 15,1 1-1-15,2 0 4 0,2-5 4 0,0 0 4 16,4-2 15-16,3 1-1 0,4 1 11 0,1-2 7 16,9 3-1-16,4-4 7 0,-4-2 0 15,6-4 4-15,0-1 3 0,-1-2 6 0,0-4-5 0,1-1 1 0,-1-3 3 16,-6-1 1-16,4-4-6 0,-5-3-10 0,-2-1-5 15,-1-3-8-15,-4-4-3 0,-1 1-6 0,-4-2-9 16,-1 1-9-16,-6 6-10 0,-4-1-8 0,-2 0-15 16,-9-4-17-16,-2 5-33 0,-8 2-34 0,-4 3-37 0,-4 3-42 15,-4 0-69-15,-15 4-216 0,11 4-496 0,4-2 220 16</inkml:trace>
  <inkml:trace contextRef="#ctx0" brushRef="#br0" timeOffset="41348.05">6775 7065 33 0,'0'-8'214'16,"1"4"-4"-16,-1-1-7 0,0-3-8 0,0 3 1 16,1-2-1-16,0 1-8 0,-2 0-10 0,2 3-3 15,1-1-9-15,-2 4-9 16,1-7-16-16,0 4 2 0,-1 3-21 0,0-4-18 15,0 4-13-15,0 0-22 0,-1-6-21 0,1 6-25 0,0 0-3 0,0 0-2 0,-6 20-4 0,-1-4-1 16,-3 10 0-16,-4 2-4 0,0 4-1 0,-4 1 2 16,-4 10 0-16,8-10-3 0,-1 0-1 15,-2-1 5-15,1-1-6 0,4-2 0 0,2 0 0 16,-2-3 1-16,2-2-2 0,5-4 3 0,0-6-3 0,-1-2 2 16,3-3-2-16,-2-2 4 0,5-1-2 0,-3-1 3 15,2 0 2 1,0-1 2-16,1 0 37 0,0-4 7 0,-2 4 21 15,2-4-5-15,0 0 0 0,0 0-10 0,0 0-9 0,3-22-6 16,0 9-5-16,3-1-10 0,3-5-3 0,2-5-9 16,0-4-6-16,1 1-4 0,3-7-3 15,4-11-7-15,0 2-2 0,-4 8 6 0,-2 3-6 16,2 0 2-16,1 3 1 0,-5 1 0 0,2 4 5 0,-4 7 13 16,-2 1-2-16,-1 4 4 0,-1 2 3 0,-1 0-2 0,-1 5-4 15,0-1-2-15,2 3-5 0,-4-1-10 0,2 0 7 16,1 3-8-16,-4 1-10 0,7 5-2 0,0-1-2 15,-1 6-6-15,0 2 4 0,4 5 0 0,1 10 10 16,0 3-11-16,1 3 11 0,-7-2-10 0,4 2 4 16,-4-1 3-16,4 3-1 0,-1-2 13 0,-3-5-11 15,1 3 3-15,-1-3 0 16,-2-9 4-16,1-1 0 0,0-1-2 0,-3-5 0 16,3-2 1-16,-3 0-1 0,-1-4 5 0,0 2 0 15,4-2 1-15,-4-3 5 0,1 1-4 0,-1-4 9 16,0 6-13-16,3-5-11 0,-3-1-6 0,0 0-11 15,0 0-33-15,0 0-55 0,0 0-45 0,0 0-51 16,0 0-29-16,-8-11-233 0,7 6-514 0,-2-7 227 16</inkml:trace>
  <inkml:trace contextRef="#ctx0" brushRef="#br0" timeOffset="41642.33">6610 7371 211 0,'-9'3'204'0,"2"-3"-3"0,4 3-4 0,-3-3 6 0,6 0-17 15,-7 1-15-15,7-1-18 0,0 0-15 0,0 0-12 16,0 0-14-16,28-8-11 0,-8 5-12 0,15-7-10 16,2 4-6-16,0-3-9 0,12 0-7 15,-13 4-3-15,2-1-9 0,0 0-1 16,-5 1-5-16,-2 1-4 0,-2 1-2 0,-8 2-4 15,-5-2-7-15,-2 2-25 0,-3 1-20 16,-1 0-10-16,-4 0-11 0,-1-3-13 0,-5 3-1 16,9 0 5-16,-9 0 4 0,0 0-8 0,0 0-2 15,0 0-9-15,0 0-22 0,-16 8-16 0,8-7-21 0,3 0-40 16,-2 0-112-16,1 0-302 0,1-1 134 0</inkml:trace>
  <inkml:trace contextRef="#ctx0" brushRef="#br0" timeOffset="41849.35">7405 7323 49 0,'2'2'332'15,"-2"-2"-22"-15,0 0-26 0,0 0-24 0,0 0-26 16,0 0-23-16,1 4-21 0,-1-4-23 0,0 0-47 15,0 0-53-15,0 0-52 0,13-6-55 0,-7 5-59 16,2-1-66-16,-3-1-158 0,2-1-349 0,3 2 155 16</inkml:trace>
  <inkml:trace contextRef="#ctx0" brushRef="#br0" timeOffset="42312.71">7722 7103 13 0,'0'0'318'0,"0"-3"-13"0,0 3-24 0,0 0-24 16,0-5-24-16,0 5-26 0,0 0-22 16,0 0-24-16,0 0-16 0,0 0-21 0,0 0-15 15,0 0-12-15,0 0-12 0,3 15-7 0,-3-5-8 16,0 4-6-16,-1 5-6 0,2 6-10 0,-2 1-4 0,-3 2-6 0,2-3 1 15,-1 1-3-15,-3-1-7 0,2-4-4 0,0 4-3 16,0-5 1-16,0-4-7 0,1 1 2 0,1-1 1 16,-2-4-4-16,3-2-1 0,-1-2-2 0,0 0 1 15,1-4 1-15,1 1 3 0,-3-1 3 0,3 1 28 0,-1-1 28 16,1-4 42-16,-1 3 51 0,1-3-16 0,0 0-17 16,0 0-16-16,-4-18-5 0,4 8-8 0,-1-2-4 0,-1-2-4 15,2-7-14-15,0-7-6 0,2-3-10 0,2-5-6 16,-2 2-8-16,3-13-7 0,0-1-3 0,-1 14-6 15,0-2-1-15,1 7 7 0,-2 0-5 0,-1 4 7 16,1 7 2-16,-2 2 7 0,0 5-5 0,2 1-3 16,-3 1-5-16,1 4-11 0,1 0 5 0,-1-2-12 15,1 3-7-15,1 0-8 16,2-1-12-16,5 3-7 0,-1 0-27 0,5 2-22 16,4-4-21-16,1 4-27 0,3 4-31 0,0-1-25 15,5 4-23-15,-2 1-27 0,-2 8-27 0,-2-2-36 16,-1 5-27-16,-8-2-50 0,-1-2-209 0,-2 2-608 15,-4 2 269-15</inkml:trace>
  <inkml:trace contextRef="#ctx0" brushRef="#br0" timeOffset="42497.57">7807 7541 98 0,'0'3'189'0,"0"-3"-9"15,-1 5-13-15,1-5-9 16,0 0-13-16,5 4-11 0,-5-4-14 0,16-1-11 0,-1 1-10 16,5 0-9-16,2-3-27 0,4-2-41 15,3 4-53-15,1-3-74 0,-9-2-135 0,7 0-260 16,-9 0 115-16</inkml:trace>
  <inkml:trace contextRef="#ctx0" brushRef="#br0" timeOffset="42851.57">7744 7357 177 0,'-9'0'243'0,"9"0"-18"0,-6 0-5 15,6 0-10-15,0 0-8 0,-9 0-1 0,9 0-10 16,0 0-19-16,0 0-13 0,0 0-17 0,0 0-15 16,0 0-12-16,0 0-10 0,21-3-12 0,-1 1-10 15,-2 1 0-15,13-5-18 0,1 1-4 0,1 3-7 16,1 2-3-16,-4-5-4 0,-3 3-7 0,-7-1-6 0,-1 3-3 16,-2-4-5-16,-3 3-2 0,-4 0 7 0,2 1-13 15,-5 0 1-15,0-1-2 0,-2 0-3 16,0-1-16-16,-5 2-7 0,9-1-18 0,-9 1-21 0,6 0-21 15,-6 0-17-15,0 0-18 0,1 4-33 0,-1-4-34 16,0 0-42-16,-11 4-190 0,7-1-436 0,4-3 194 16</inkml:trace>
  <inkml:trace contextRef="#ctx0" brushRef="#br0" timeOffset="43029.95">8349 7468 265 0,'0'0'362'0,"0"0"-32"0,0 0-34 0,0 0-31 16,0 0-26-16,0 0-40 0,0 0-46 0,0 0-54 16,0 0-84-16,0 0-78 0,18-7-74 0,-13 2-201 15,0 3-365-15,3-3 162 0</inkml:trace>
  <inkml:trace contextRef="#ctx0" brushRef="#br0" timeOffset="45451.85">11297 6928 41 0,'-4'-4'150'0,"4"4"-1"0,-1-3-5 0,1 3 4 0,-3-4-10 16,3 4-3-16,0 0-13 0,0 0 1 0,-1-5-15 15,1 5-1-15,0 0-5 0,0 0-14 0,0 0-10 16,0 0-8-16,5-5-9 0,0 4-3 0,-1-1-8 16,6 1-2-16,0-1-8 0,1 2-2 0,3-2-7 15,-2 4-5-15,6-1-4 0,-5-1 1 0,6 0-3 16,-6 2-3-16,6 1-6 0,-9 2 1 0,4-2 1 0,3 3-6 0,-4 1-1 15,-3-1 1-15,-1 3-1 0,1 1-6 0,-3 0 0 16,-2-1-3-16,-3 3 4 0,0 0 0 0,-5 5-3 16,-2-2 0-16,-3 5-7 0,-4-4 13 0,1 1-5 15,-4 0-2-15,2-2 0 0,0-1 3 0,-1 0-3 16,1-2 3-16,0 0 0 0,3-4-2 0,1 1 4 16,2-2-2-1,1-1-3-15,0-1-1 0,1-1-7 0,3-1 1 0,-1 4-1 16,3-3 5-16,3-1 0 0,2 0 1 0,3 1 0 15,4 1-2-15,2 0 5 0,4-3-1 0,0 6 5 16,0-6-4-16,0 4-1 0,5 0-3 16,-4 2 2-16,-1-4-2 0,0 1 3 0,1 4-3 15,-4-1 14-15,1 1-15 0,-4 1 2 0,-2-2 0 0,0 1 2 16,-4-1 4-16,-1 3-9 0,-4-2 5 0,-1 2 0 0,-1 0 0 16,-4-2 6-16,-3 3 2 0,-2-3-6 0,-4 1 7 15,-4 0-6-15,-1 0 3 0,-8 0 9 0,-1-1 1 0,1-4 1 16,-1 1 6-16,-3 0 1 0,3-6 12 15,0 3 9-15,7-5 9 0,-9 4 13 0,11-4 7 16,0 1 2-16,2-3 14 0,3 2 2 0,1-2 6 16,2 3 7-16,3-1-1 15,3 1-9-15,-3 0 8 0,4-1-8 0,0-1-5 16,4 3-6-16,-7-2-6 0,7 2-9 0,-4-2-7 16,4 2-10-16,0 0-14 0,-2-2-14 0,2 2-13 15,0 0-16-15,0 0-25 0,7-6-22 0,-1 5-35 16,1-2-25-16,-1 1-39 0,4-1-34 0,2-1-45 15,0 3-242-15,3-3-512 0,-1-1 227 0</inkml:trace>
  <inkml:trace contextRef="#ctx0" brushRef="#br0" timeOffset="46108.15">12005 7154 208 0,'2'-4'276'0,"-2"4"-21"16,0 0-20-16,3-4-20 0,-3 4-23 0,0 0-21 16,2-1-15-16,-2 1-19 15,0 0-14-15,0 0-14 0,0 0-16 0,0 0-6 16,0 0-11-16,0 0-10 0,0 0-5 15,7 9-11-15,-6-4-7 0,0 1 1 0,2 2-9 16,-2 3-4-16,0 0-3 0,-1 1-2 0,0 2-4 16,0 1-4-16,-1-3 2 0,1 1-2 0,-1 0-2 0,1-1-1 15,-3-2-3-15,2 1 1 0,0-3-2 0,1-2 0 16,-2 1-1-16,1-2 2 0,1-2-1 0,0 1 8 0,0-4 13 16,-1 6 22-16,1-6 31 0,1 5 3 0,-1-5-6 15,0 0-13-15,10-11-2 0,-3 4-3 0,0-2-5 16,5-4-9-16,0 1-3 0,0-4-3 0,2 3 2 15,0-1-15-15,2-2-3 0,-5 7-4 0,-2-1-2 16,0 3-3-16,-1 0-6 0,1 2-2 0,-4-2-3 16,0 4 4-16,-1 1-10 15,0 0-3-15,2-1 8 0,-6 3-15 0,0 0-6 16,11 5 1-16,-5-2-5 0,-2 4-2 0,-1 0 0 16,2 3 0-16,-1-3 13 0,-3 7-7 0,1 1-1 15,-2-3 6-15,-2 2-1 0,0 1-2 0,-1-4-6 16,1 1 0-16,-1-1-1 0,2-1 2 0,0-3 2 15,1 0 1-15,-1-5 4 0,1 4 4 0,0-4 13 16,0 4 21-16,0-6 20 0,0 0 9 0,0 0 0 0,0 0-8 0,0 0-5 16,10-11 0-16,-4 6-8 0,0-5-3 0,2 2-5 15,2-1-5-15,-2 1-5 0,2-1-2 0,-1 1-7 16,3 2 4-16,-3-2-3 0,-2 1 0 0,3 3-4 16,-2 1-3-16,1-2 0 0,0 3-3 0,-4 0-5 15,4 1-4-15,4 1-5 0,-3 1 1 0,2 1-6 16,-1-2-8-1,1 2-16-15,-1 1-16 0,1 1-17 0,-2 0-28 0,0-3-33 16,1 5-33-16,0-3-47 0,-5 0-38 0,3 1-243 16,-3-3-539-16,2-1 239 0</inkml:trace>
  <inkml:trace contextRef="#ctx0" brushRef="#br0" timeOffset="46523.27">12548 6832 124 0,'1'-5'270'16,"-1"-2"-20"-16,5 2-19 0,0 1-15 0,-1-2-10 0,0 1-22 0,1 3-24 16,0-2-14-16,3 1-18 0,-2 1-12 0,5 1-15 15,-4-1-3-15,6 4-9 0,-4 0-11 0,1 2 0 16,3 2-14-16,-3-1-3 0,1 3-6 0,-4 1-8 15,5 5-5-15,-5 0-5 0,1 2-2 0,-2 1 3 16,-3-1-5-16,-2 4-8 0,-1-3-2 0,-4 1-1 16,0-2-9-16,0 1 6 15,-2-5-2-15,4-1-5 0,-2-3-1 0,0 1 0 16,1-2-2-16,3-2 2 0,-2-1 0 0,2 3-2 16,-2-5 5-16,2-2 0 0,-2 4 21 0,2-4 12 15,0 0 15-15,0 5 0 0,0-5 11 0,0 0-3 16,0 0-3-16,9 0-9 0,-9 0-5 0,12-5-5 15,0 1-6-15,-2 2-3 0,4-3-4 0,-2 2-3 16,1 0-5-16,1-2-5 0,-4 4-3 0,4-4 0 0,-5 4-1 0,-1-2-5 16,-1 1-13-16,-3 1-16 0,3 0-23 0,-4-2-13 15,3 1-31-15,-6 2-36 0,5-2-39 0,-3 0-44 16,-2 2-48-16,4-3-255 0,-4 3-548 0,0 0 243 16</inkml:trace>
  <inkml:trace contextRef="#ctx0" brushRef="#br0" timeOffset="47240.41">13406 7170 81 0,'-3'1'151'0,"3"-1"-2"16,-8 1-11-16,8-1-4 0,-8 0-24 0,8 0 3 0,0 0-10 0,-5 2-7 16,5-2-4-16,-6 0-20 0,6 0-4 0,0 0-7 15,0 0-4-15,0 0 13 0,-3 3 6 0,3-3 5 16,0 0-1-16,0 0 7 0,0 0-2 0,0 0-3 15,0 0 1-15,0 0-5 0,0 0 0 0,0 0-5 16,0 0-6-16,0 0-3 0,0 0-5 0,0 0-4 16,0 0-2-16,0 0-9 15,0 0-1-15,0 0-2 0,0 0-7 0,0 0-2 16,0 0-2-16,0 0-3 0,0 0-5 0,0 0 1 16,0 0-5-16,0 0 0 0,0 0-2 0,0 0 1 15,0 0-5-15,0 0-1 0,0 0 5 16,0 0-5-16,0 0-2 0,0 0 4 0,0 0-2 15,0 0 2-15,0 0 1 0,0 0 1 0,0 0-1 16,0 0 5-16,0 0 0 0,0 0-3 0,0 0 3 0,0 0-3 0,0 0 0 0,0 0 0 16,0 0-1-16,0 0 10 0,0 0-5 0,0 0-3 15,0 0 1-15,0 0 0 0,0 0 4 0,0 0-2 16,0 0-2-16,0 0 0 0,0 0-4 0,0 0 3 16,0 0-5-16,13 2-1 0,-13-2-4 0,0 0 2 15,0 0 0-15,0 0-2 0,0 0-2 0,0 0 0 16,0 0 1-1,0 0 1-15,0 0-5 0,0 0 3 0,0 0-4 0,0 0 3 16,0 0-1-16,0 0-3 0,0 0 1 0,0 0 2 16,0 0-1-16,0 0 1 0,0 0-3 0,0 0-3 15,0 0 3-15,0 0 3 0,0 0-3 0,0 0 2 16,9-1 2-16,-9 1-2 0,11 0 1 16,2-3-3-16,6 3-1 0,1-2 1 0,8 0 3 0,2-2-2 15,2 2 1-15,2-2-1 0,1 0 1 0,2 0-2 0,16-3-1 16,-16 5 0-16,0-4 11 0,0 2-12 0,0-1 3 15,-5 1 1-15,-4 0-2 0,-6 3 2 0,-4-2-5 0,-7-1-3 16,0 2-13-16,0-1-26 0,-5 1-45 0,-2-4-56 16,-3 4-55-16,-1 2-28 0,-6-7-244 15,-2 2-513-15,-6 1 228 0</inkml:trace>
  <inkml:trace contextRef="#ctx0" brushRef="#br0" timeOffset="47463.15">13679 6979 99 0,'-3'-4'297'0,"3"4"10"0,0-8 3 0,-2 6-3 15,2 2-9-15,0-4-22 0,0 4-28 0,-3-4-23 0,3 4-27 16,0 0-21-16,0 0-27 0,0 0-13 0,0 0-41 16,0 0-12-16,-4 14-5 0,4 2-15 0,-2 10 2 15,-2 1-9-15,1 4-4 0,-1 5-6 0,3-2-2 16,0 0-36-16,1 1-39 0,0-4-41 0,1 2-47 15,0-2-69-15,3-1-87 0,0-12-218 0,1-1-532 16,-1-10 235-16</inkml:trace>
  <inkml:trace contextRef="#ctx0" brushRef="#br0" timeOffset="48311.98">14443 6770 157 0,'1'-4'180'0,"-1"4"-17"0,5-5-17 0,-1 3-18 16,5-3-14-16,-1 5-14 0,3 0-6 0,2 0-8 15,1 0-4-15,4 3-12 0,-3 2-5 0,6 4 0 16,-3 1-8-16,-1 2-3 15,0-1-2-15,4 9-1 0,-5 0-3 0,-4 3-9 16,-1 0 2-16,-5 4-5 0,-2 1-1 16,-4-1-2-16,-8 4-4 0,-3 0-1 0,-4 1-7 15,-3-2-1-15,-2-1 3 0,-4-1-3 0,1-2-1 0,-1-3-3 16,0-1 1-16,1-2-2 0,8-6-2 0,2-2 1 16,-1 0 8-16,6-7-5 0,-1 2-2 0,0-2 4 15,5-1 1-15,1-1 18 0,-1-1 13 0,0 1 8 0,1-1 1 16,3-2 3-16,0 0-2 0,8 5-1 0,-2-5 2 15,8 2-6-15,-1-4-2 0,8 1-4 0,-1 0 0 16,3 0 1-16,-1-1-4 0,6 2-4 0,-9-2-3 16,9 4-3-16,-6-4-5 0,-4 2 0 0,0 0-5 15,2 0-1-15,-7-3-6 0,2 2 3 0,-2 0-7 16,0 1-15-16,-3 0-18 16,-1-1-22-16,4 1-24 0,-7-1-35 0,1 0-38 15,-1-2-52-15,0-1-72 0,-1 3-154 0,-1-3-448 16,0-1 198-16</inkml:trace>
  <inkml:trace contextRef="#ctx0" brushRef="#br0" timeOffset="48913.62">15016 6970 105 0,'0'0'319'16,"2"-3"-15"-16,-2 3-15 0,2-4-24 0,-2 4-23 15,0 0-23-15,2-5-27 0,-2 5-23 0,0 0-17 0,0 0-16 16,4-1-20-16,-4 1-18 0,0 0-11 0,0 0-13 16,2 13-9-16,1-4-4 0,-2 3-8 0,0 3-6 15,1 1-4-15,-1 0-2 0,-1 2-4 16,0 0-4-16,-1 2 1 0,-1-1-6 0,1 0-5 0,0 1 3 15,-2-2-10-15,2-6 4 0,-2-2-3 0,3 1-1 0,-1-3-6 16,1 1 0-16,0-5 4 0,-1 1 0 0,-1 1 12 16,1-3 18-16,1-3 27 0,0 0 3 0,0 0-6 15,0 0-11-15,16-14-2 0,-8 7-9 0,3-7-5 0,0 0-2 16,6-7-3-16,-1-1-12 0,4 3 1 16,1-2 0-16,1-1-5 0,-7 9 0 0,1-1-11 15,-5 2 1-15,-2 4 10 0,0-1-9 0,-4 5-5 0,1 0-6 0,0 0-6 16,-1 1-2-16,-3 1-16 0,-2 2 3 0,0 0-3 15,12 5 2-15,-8 0 0 0,-2 1 4 0,1 4-3 16,1 0 4-16,-2 0 2 0,1 7 14 0,-1 2-11 16,0-1 1-16,-2 0 1 0,1-1 2 0,-1 0 5 15,0-1-2-15,0-5-2 0,-1 1-11 0,-1-7-3 16,2 5 3-16,0-6 4 16,2-1 1-16,-2 5 11 0,0-4 20 0,0-4 19 15,2 0-8-15,-2 0 3 0,10-5 9 0,-5-2-17 16,3 2 5-16,1-4-4 0,4-2 2 0,2-4-6 15,-1-1 0-15,-1 2-4 0,2 2 3 0,-2-1 4 16,1 4-7-16,-2 1-3 0,-2 2-1 0,0 0-2 16,-1 2-3-16,1 1 1 0,-2 0-1 0,1 2-8 15,0 0 12-15,3 1-21 0,-1 1-8 0,-1 4-20 0,4-1-16 0,-2-2-25 16,2 5-35-16,1 1-48 0,0 1-62 0,-1-4-77 16,4 2-239-16,-2 1-581 0,0-3 257 0</inkml:trace>
  <inkml:trace contextRef="#ctx0" brushRef="#br0" timeOffset="49345.82">16224 7129 54 0,'-4'-1'249'0,"4"1"-15"0,0 0-15 0,-5-3-14 0,5 3-15 16,0 0-18-16,-5-2-18 0,5 2-7 0,0 0-14 0,0 0-13 16,0 0-11-16,-4-2-15 0,4 2-1 15,0 0-11-15,0 0-12 0,0 0-8 0,0 0-5 16,0 0-7-16,0 0-3 0,0 0-6 0,0 0-3 16,0 0-6-16,0 0-1 0,0 0-5 0,0 0-2 0,0 0-4 15,0 0-3-15,0 0-1 0,0 0 1 0,0 0-2 0,0 0 5 16,0 0 8-16,0 0-6 0,0 0 7 0,0 0 10 15,0 0 12-15,0 0-1 0,0 0 7 0,0 0 4 16,0 0-4-16,0 0 1 0,0 0-10 0,23 2 0 16,-2-5-13-16,4-2 2 0,6 2-8 0,1-2-2 15,1 1 4-15,2 1 5 0,0 1 1 0,0-1 8 16,-3-1-1-16,-4 2-4 16,-9 1 2-16,0-3 10 0,-1 3 5 0,-6 1 17 15,-1-1-14-15,-5-2-9 0,2 3-2 0,-4-1-9 16,-4 1-3-16,10-1-12 0,-6-2-27 0,1 3-21 15,-5 0-60-15,0 0-48 0,4-3-87 0,-4 3-81 16,0 0-281-16,-9-6-628 0,4 3 278 0</inkml:trace>
  <inkml:trace contextRef="#ctx0" brushRef="#br0" timeOffset="50664.74">17264 6761 100 0,'1'-4'184'0,"3"1"-15"0,2 1-15 0,1-2-10 15,1-1-18-15,2 1-9 0,0 2-12 0,4-1-16 16,-1 3-1-16,5 0-11 0,-4 0-12 0,1 0-8 15,1 3-7-15,-2 0-2 0,0 2-10 0,1 2-4 16,-5 1-1-16,3 3-5 0,-3 2-3 0,-1 3 1 16,-4-1-2-16,-1 4 0 0,-2 0-8 0,-4-1 1 15,0 8 0-15,-6-2 2 0,0 1-1 0,-4 0-7 0,-1 0 3 16,-2 1 1-16,-2-1 1 0,2-1-2 0,-1-1-3 0,0-2-2 16,4-4 1-16,2 0-1 0,0-1-5 0,2-2 3 15,3-3-2-15,-2 2-5 0,3-1 2 0,2-3 0 16,2 2 5-16,0-2 9 0,0-3 10 0,5 1 15 15,0-1 2-15,3 1 2 0,1-3-3 0,2 1 1 16,2-2-5-16,8-2-1 16,-5 1-3-16,1-2-3 0,1 1 1 0,-4-2 3 15,-1-1 5-15,-1 1 2 0,-1-4 4 16,-4 0 1-16,3-2-8 0,-2-1-3 0,-4-1-7 16,1-3-12-16,-5-5-9 0,-5 0-5 0,-1-1-2 0,-6-7-4 15,-5 2 1-15,0-1 3 0,0 1 0 0,-3-1 1 16,-2 1 4-16,1 2 8 0,1 2 18 0,1-4 19 15,1 4 7-15,4 3 5 0,1 1 6 0,5 1 6 0,-2 1 10 16,3 1 4-16,1 6 9 0,2-1-4 0,3 0-19 16,1 2-24-16,3-4-34 0,3 3-10 0,5-1-21 15,5 0-23-15,3 0-27 0,3 5-27 0,6-5-33 16,4 2-33-16,-1 5-40 0,-2-2-51 0,-7 1-211 16,1 0-497-16,3-2 221 0</inkml:trace>
  <inkml:trace contextRef="#ctx0" brushRef="#br0" timeOffset="51620.38">18272 6916 101 0,'0'0'126'0,"0"0"-7"0,0 0-10 0,-6-2-10 16,6 2-7-16,0 0-3 0,0 0-8 0,0 0 2 0,0 0-10 0,0 0-7 15,-4-3 2-15,4 3-7 0,0 0 6 0,0 0-3 16,0 0 3-16,0 0 3 0,0 0-3 0,0 0-4 16,0 0-4-16,0 0 0 0,0 0-2 0,0 0-3 15,14-1 1-15,-5-2-12 0,4 2-1 0,4 2-4 16,3 2-5-16,2-6-2 0,7 2-4 0,-1-2-15 15,-7 3-14-15,2-1-21 0,5 1-23 0,-6-1-29 0,-2 2-24 0,-1-4-31 16,0 2-154-16,-6 0-306 0,-3-1 135 0</inkml:trace>
  <inkml:trace contextRef="#ctx0" brushRef="#br0" timeOffset="51805.24">18391 7071 39 0,'-1'1'200'0,"1"-1"-13"16,0 0-20-16,0 0-14 0,0 0-15 0,24-4-13 0,-6 1-13 16,0 0-11-16,0 0-14 0,13 0-22 0,3 1-17 0,-1-1-48 15,4-1-56-15,-1-3-73 0,3 1-78 0,-4-1-223 16,2-2 100-16</inkml:trace>
  <inkml:trace contextRef="#ctx0" brushRef="#br0" timeOffset="52353.28">19637 6740 53 0,'0'-3'171'0,"0"3"-3"0,0-5-5 16,0 5-9-16,-1-4-7 0,1 4-9 0,0-5-13 15,0 5-4-15,-1-3-16 16,1 3-12-16,-4-3-8 0,4 3-14 0,0 0-1 16,-9-1-8-16,9 1-4 0,-8-1-6 15,3 1-5-15,5 0-7 0,-13 0 0 0,13 0-10 0,-14 1 1 16,7 0-6-16,-5 3-8 0,1-1 3 0,0 3-6 16,-1-1 0-16,0 3-3 0,-3 3 1 0,-2 0-7 15,3 1 2-15,1 1-2 0,-3 0-3 0,6 4 4 16,-2-3-6-16,-1 5 3 0,4-2 0 0,2 1-2 0,1-2 4 0,4 4 11 15,-1-1 10-15,6 0 6 0,1 1 9 16,0-3 7-16,6-1 8 0,0-3 3 0,5 2 7 16,6 1 6-16,3-3-1 0,3-1-1 0,4-3-7 15,-2-3 4-15,0-5 11 0,2-1 1 0,-3-1 3 0,-5-3 5 16,5-3-3-16,-1-4 2 0,-9 3-14 0,5-8 0 16,-5 3-12-16,0-5 0 0,-2-2 7 0,-4 2-22 0,-6-1-7 15,3-7-3-15,-5 1-9 0,-1 6-9 0,-5-1-22 16,-3 3-19-16,-4 1-40 0,-4 3-40 0,-4 1-63 15,-10-1-89-15,-9 3-283 0,0 0-583 0,0 3 259 16</inkml:trace>
  <inkml:trace contextRef="#ctx0" brushRef="#br0" timeOffset="59994.44">10318 8913 178 0,'0'0'238'0,"-6"0"-7"0,6 0-13 16,0 0-14-16,0 0-11 0,0 0-19 0,-4 2-9 0,4-2-14 15,0 0-17-15,0 0-16 0,0 0-8 0,0 0-14 0,0 0-9 16,0 0-9-16,24-5-1 0,-5 1-17 0,4 1-5 15,5-1-7-15,7-1-12 0,-1 1-25 0,1 0-28 16,-1-1-32-16,2 1-39 0,-4 1-27 0,-2 1-37 16,-2-1-45-16,-9 3-144 0,-2-4-370 0,-4 3 165 15</inkml:trace>
  <inkml:trace contextRef="#ctx0" brushRef="#br0" timeOffset="60159.61">10562 9072 154 0,'-3'3'169'0,"3"-3"1"16,-1 3-5-16,-3 0-3 0,4-3-10 0,0 0-6 15,0 0-14-15,8 1-17 0,1-1-11 0,5 0-10 0,4-2-28 16,1 2-33-16,0-3-54 0,11-2-51 0,-10 1-76 16,-3 1-90-16,-1-2-256 0,1-2 114 0</inkml:trace>
  <inkml:trace contextRef="#ctx0" brushRef="#br0" timeOffset="60627.14">10770 8753 86 0,'-1'-2'291'0,"1"2"-12"15,-3-4-21-15,3 4-22 16,0 0-26-16,-1-4-22 0,1 4-21 0,0 0-18 15,-2-3-20-15,2 3-14 0,0 0-13 0,0 0-9 16,0 0-3-16,9 8-16 0,-6-5-5 0,5 4-11 16,6-1-6-16,-5 0 2 0,10 2-18 0,-3-4-6 15,3 5-11-15,-1-3-8 0,1-2-2 0,-1 3-8 16,-2-4-10-16,-2 0-3 0,3-2-1 0,-4 0-1 16,-2-1-2-16,-2 2 2 0,-1-2 6 0,-1-2 5 0,-7 2 17 0,12 0 10 15,-12 0 8-15,9 0 13 0,-4-1 0 0,-5 1-1 16,0 0-3-16,8 0-2 0,-8 0-10 0,0 0-7 15,5 3-7-15,-5-3-5 0,-3 8-2 0,1-2 1 16,-6 5-4-16,-6 3-1 0,-3 8-2 0,-2 0-4 16,-2 4 4-16,0 3-1 0,1 0 1 0,-1 2 0 15,2 0-1-15,1 2 2 0,-2 8 0 0,7-10-4 0,-1-3 3 16,1 0 0-16,1-5 0 0,5-5 4 0,3-1-5 0,-1 2 0 16,1-7 5-16,2-5-3 0,-1 3 15 0,0-5-8 15,2 1 7-15,-1 0 4 0,-1-1 3 16,3-2 7-16,-1 0 7 0,1-3 2 0,-3 5 4 15,3-5 3-15,0 0-6 0,0 4 8 0,0-4-18 0,0 0-1 16,-1 5-23 0,1-5-24-16,0 0-30 0,0 0-58 0,0 0-59 15,0 0-55-15,0 0-288 0,0 0-547 0,4-13 242 16</inkml:trace>
  <inkml:trace contextRef="#ctx0" brushRef="#br0" timeOffset="61576.4">11968 8785 29 0,'0'0'212'0,"-2"-7"-5"16,4 4-2-16,-2 3-10 0,1-7-9 0,-1 4-16 0,0 3-9 0,7-5-14 15,-3 1-20-15,2 1-12 0,0-1-13 0,4 1-10 16,2 0-8-16,-1 1-8 0,3 1-7 0,4 1-12 16,1 1-5-16,-2 1-8 0,3 2-1 0,2 0-3 15,5 6-4-15,-8-1-7 0,-1 1-5 0,0 0 2 16,-2 2-6-16,-1 1-1 0,-1 4-2 0,-3-1-5 15,-1-1-2-15,-5 2-1 0,-1 2-5 0,-4 0-5 0,-5 0-2 0,-5 8-5 16,-3-6-1-16,-3 2-1 0,-1-5 3 0,2-2 0 16,-5 2 1-16,4-5 2 0,2-1 1 0,-3-3-1 15,7-2 0-15,-3-1 2 0,4 2-6 0,0-3 8 16,4 0-3-16,1-2 1 0,-2 1 0 0,2-1 1 16,2-3-2-16,2 0 5 0,0 0-4 0,6 7 2 15,1-6-4 1,5 0-2-16,-2 0 6 0,8 1-2 0,1 0-1 0,-2 1 1 15,3-2 0-15,0 4 2 0,-3-1-2 0,1 3-2 16,-1 0 0-16,-1 3 1 0,-4-5-1 0,-2 3 2 16,4 3-1-16,-6 0 3 0,0-1-1 15,-2 1 0-15,-5 0 1 0,-1 5-2 0,-5-4-5 16,0 2 10-16,-5-1-4 0,-7 1-3 0,3-3 3 0,-5-1 3 16,-8 0 1-16,2 1 5 0,-6-3 0 0,0-2-1 0,-2-2-1 15,3-1 8-15,1 0 2 0,-5-3 7 0,2-1 9 16,0-4 8-16,4 0 13 0,6 1 8 0,0-1 10 0,3 0 7 15,3-2 4-15,2 2 6 0,3 1 12 0,1-2 0 16,0 3 4-16,5-1 7 0,-2 2-10 16,3-3 5-16,1 3-8 0,-1-1-7 0,4 3-9 15,-9-3-11-15,6 1-13 16,3 2-5-16,-1-3-10 0,1 3-21 0,0 0-14 16,0 0-17-16,0 0-24 0,5-7-9 0,-5 7-33 15,8-4-22-15,-3 4-29 0,-1-1-35 0,-4 1-41 16,11-3-36-16,1 2-64 0,-2-3-187 0,0 0-530 15,0 0 235-15</inkml:trace>
  <inkml:trace contextRef="#ctx0" brushRef="#br0" timeOffset="62262.46">12653 9032 69 0,'0'0'282'16,"1"-5"-13"-16,1 2-3 0,0 0-11 0,0 1-15 16,-2 2-14-16,2-5-17 0,-2 5-21 0,2-4-23 15,-2 4-14-15,3-3-22 16,-3 3-16-16,0 0-10 0,0 0-9 0,5 0-5 15,-5 0-23-15,0 0-4 0,6 7-11 0,-5 0-7 16,2 2-6-16,-3 0-4 0,1 3-2 0,0-3-5 16,-1 7-5-16,-1 1 3 0,1 4-5 0,0-3 6 15,-2 0-5-15,0 1-6 0,1-2 1 0,-2-2-7 16,1-3 5-16,1 0-2 0,1-5 1 0,-1 0 6 16,1-2-10-16,-2 0 4 0,2-1 18 0,-1-1 1 0,1-3 35 0,0 0 4 15,5 4-9-15,-5-4-5 0,9-9-1 0,-3 0-5 16,1-1 8-16,4-4-7 0,-1 0-7 15,2-1-3-15,2 0 7 0,-4-1-13 0,4 2-4 0,-6 5-6 16,1-1-6-16,-4 3-1 0,4 3-2 0,-4-3 0 16,-2 2 7-16,2 0-22 0,-1 2-7 0,-2 1-5 15,2 0-1 1,-4 2-5-16,0 0 7 0,10 9-17 0,-7-5 6 0,-2 8-2 16,-1-3 6-16,5 7 1 0,-5 1-2 0,1 0 5 15,-3 2-1-15,1 1 7 0,-2-2 0 0,-1 0 9 16,3-2-10-16,-4 0 3 0,4-7-5 15,-2 3 4-15,3-6-4 0,-3 1 12 0,3-3-1 0,-1-1 4 16,0 0 25-16,1-3 24 0,0 0-3 0,0 0-4 16,0 0-7-16,8-9-7 0,-2-2 0 0,-1 1-4 0,4-4-5 15,1-2-8-15,0-2 5 0,2 3 6 0,1-2-9 0,-2 5-16 16,1-2 11-16,0 1-10 0,-4 3 8 0,-1 2-6 16,-1 2-1-16,0 1-5 0,-2 1-7 0,1-1-4 15,-1 4 3-15,0 0-7 0,-4 1 1 0,14 4-4 16,-9 0-1-16,0 1 3 0,3 0 1 0,-3 5-3 15,5-2 1 1,-1 4-1-16,0 1-14 0,1-4-23 0,-2 0-26 16,0 2-21-16,-1-2-23 0,1 0-28 0,-4-4-29 15,1 2-39-15,-1-2-27 0,0-1-283 0,-2-3-575 16,-2-1 254-16</inkml:trace>
  <inkml:trace contextRef="#ctx0" brushRef="#br0" timeOffset="62601.08">13189 8719 59 0,'5'-11'321'0,"-1"1"-24"0,0 2-20 0,0 1-15 16,0 2-32-16,-2 1-22 0,7-2-24 0,-4 3-18 0,2 2-20 0,-1 1-19 15,8 1-9-15,-2-1-13 0,-2 6-11 0,6 2-11 16,-1 3 2-16,-4-1-18 0,-2 3-13 0,1 3-5 15,-1-2-8-15,-4 4-5 0,-1-1-3 0,1 4-6 16,-5-4-2-16,-4 10-2 0,1-10-4 0,-1 0 4 16,-2-1-5-16,-1 0-3 0,3-6 2 0,-1 1-4 15,1-4 0-15,2 3-1 16,-1-6 1-16,0-1-2 0,3 4 1 0,-2-3-1 16,0-1 11-16,2-3 4 0,0 3 9 0,0-3-10 15,10 5-5-15,-3-5 2 0,6-1-4 0,8 1-3 16,9-5-24-16,2 1-25 0,0 3-50 0,3-3-51 15,0-1-62-15,6 1-86 0,-5-1-174 0,1-2-493 16,3-1 219-16</inkml:trace>
  <inkml:trace contextRef="#ctx0" brushRef="#br0" timeOffset="62848.49">14005 9076 12 0,'-4'4'278'0,"1"-3"-9"0,1 0-3 0,2-1-14 0,-4 3-17 16,4-3-19-16,0 0-18 0,0 0-22 0,0 0-17 15,15 0-16-15,-1-3-18 0,2 2-6 0,5 1-16 16,7-4-10-16,3 2-12 0,4-1-9 0,-6 0-23 0,4 2-29 0,2-2-35 15,-6 3-41-15,-1-2-45 0,-9-1-40 0,3-1-45 16,-9 1-209-16,-3-2-427 0,0 0 189 0</inkml:trace>
  <inkml:trace contextRef="#ctx0" brushRef="#br0" timeOffset="63064.66">14201 8914 77 0,'0'-3'359'0,"0"3"-7"16,-2-5-9-16,2 5-16 0,-3-2-34 16,3 2-30-16,0 0-28 0,0 0-32 0,0 0-22 15,-1-3-27-15,1 3-23 16,0 0-16-16,-1 17-14 0,-1-4-6 0,-3 5-10 16,4 9-7-16,0 2-5 0,-2 4-7 0,2 0-5 15,0 2-4-15,1-1-40 0,2-3-37 0,-2-4-41 16,-1 2-50-16,2-3-61 0,0-8-90 0,-1-1-245 15,0-5-549-15,-1-7 243 0</inkml:trace>
  <inkml:trace contextRef="#ctx0" brushRef="#br0" timeOffset="64051.78">15170 8715 12 0,'0'0'142'16,"5"-2"-1"-16,-5 2-6 0,4-3-5 0,-4 3-6 0,4-3-20 0,-4 3 4 16,1-4-7-16,-1 4-10 0,0 0-2 0,0-3-6 15,0 3-6-15,0 0-9 0,0 0-9 0,0 0-1 16,0 0-10-16,0 0 5 0,0 0-5 0,0 0-8 15,0 0 0-15,0 0-7 0,0 0-3 0,0 0-1 16,0 0 0-16,0 0-12 0,0 0 0 0,0 0-2 16,0 0 4-16,0 0-5 0,5-4-3 0,-5 4 0 0,0 0-6 0,0 0 1 15,0 0-8-15,0 0 6 0,0 0-7 0,0 0 1 16,0 0-4-16,0 0 1 0,0 0 1 0,0 0 4 16,0 0-2-16,0 0 0 0,0 0 1 0,0 0 3 15,0 0 0-15,0 0 1 0,0 0-6 0,0 0 3 16,0 0 7-16,0 0-9 0,0 0 11 0,0 0 2 15,0 0 14-15,0 0 1 16,0 0 2-16,0 0 3 0,0 0 3 0,0 0 6 16,0 0 9-16,0 0 0 0,0 0-1 0,0 0 7 15,0 0-4-15,0 0 2 0,0 0-1 0,0 0-5 16,0 0-3-16,0 0-1 0,0 0-6 0,0 0 0 16,0 0-5-16,0 0-2 0,0 0-5 0,0 0-2 15,0 0-7-15,0 0-1 0,-19 2-1 0,9 4-3 16,-2-2-2-16,1 3-7 0,-6 4 4 0,0 2-3 0,-2 6-1 0,-5 1-2 15,0 1 2-15,2 4-1 0,-1-1 5 0,-1 2-8 16,2 1 0-16,1-1-2 0,2 1 3 0,5 2 2 16,2-2-1-16,1-1 1 0,5-2 3 0,2-4 4 15,2 4 4-15,7 3 1 0,0-4-3 0,1-3 1 16,4-5 3-16,6 5 4 0,-1-8-3 0,3-1-1 16,9 1 9-16,-8-5-13 15,3-2 1-15,1-1 1 0,-5-3-1 16,2 2 2-16,-6-6-1 0,-1 1-2 0,5-3 1 0,-7 0 4 15,-2-2-1-15,0 0-2 0,0-3 1 0,0-5-4 16,-5 3-4-16,-4 0 1 0,-3 0-1 0,2-5-5 16,-4 5 2-16,-5-2-2 0,0 4 1 0,-5 0-4 15,0-2 3-15,-4 5 0 0,-2 1-2 16,1 1 1-16,2 2-6 0,-5 0-9 0,4 1-14 0,2 2-22 0,3 0-38 16,4 2-43-16,-3 0-40 0,7 1-50 0,-3-1-197 15,3 1-454-15,4-2 201 0</inkml:trace>
  <inkml:trace contextRef="#ctx0" brushRef="#br0" timeOffset="64906.82">15631 8947 39 0,'0'0'283'0,"0"0"-14"0,3-7-15 0,-3 7-11 16,0-4-20-16,0 4-23 0,0 0-16 0,0-4-21 15,0 4-17-15,0 0-16 0,0 0-17 0,0 0-15 16,0 0-12-16,0 0-11 0,0 0-11 0,0 0-9 0,4 15-5 0,-4-9-4 16,1 5-5-16,-1 0-2 0,0-1-5 0,-1 4-2 15,1 1-4-15,-3 1-3 0,2-2-3 0,-2 5-2 16,3-4-1-16,-1-4-4 0,0-1 1 0,-2 2 1 15,3-5-3-15,0 0 0 0,0 0-2 0,-1-4-1 16,1 0 3-16,-3 3 16 0,3-6 24 0,0 4 41 16,0-4 43-16,0 0 9 15,0 0-14-15,0 0-7 0,17-13-14 0,-6 3-8 16,1-1-10-16,2-4-4 0,4-2-8 0,2-4-9 16,0 3-5-16,-1-1-12 0,-3 2-6 0,0 4 2 15,-4 1-5-15,-3 5-9 0,0 0 2 0,-4 3-7 16,2-2-10-16,-1 2-4 0,-5 1-2 0,3 1-14 15,0 0-29-15,-4 2-17 0,8 0-7 0,-8 0 6 16,5 4-3-16,-4-1 6 0,2 4 0 0,-2-2 2 0,-1 7 6 0,4-4 2 16,-8 4 6-16,4 0-2 0,0 0-4 0,0 0 13 15,0 0-1-15,-1-2-3 0,2-3 9 0,-2-1 0 16,1 0 6-16,1-3 10 0,-1 1-5 0,0 0 0 16,0-4 5-16,0 6 33 0,0-6 6 0,0 0 8 15,0 0-5-15,0 0-3 0,19-12 4 0,-12 5-7 16,4-2 1-16,1-2 3 0,-1-1-9 0,2 1-10 0,4 0-1 15,-4 0-3-15,-4 3-12 0,4 2 6 0,-8-1-8 0,2 3 5 16,-1 2-6-16,-1-1 0 0,1 0-11 0,1 1 3 16,-2 2-4-16,3 0-8 0,3 2-14 0,-2 1-5 15,0 1-8-15,0 1-12 0,1 2-23 0,2 1-21 16,2 2-33-16,-1 2-37 0,-2-2-55 0,4-3-65 16,-4 1-314-16,0-1-651 15,-2-3 288-15</inkml:trace>
  <inkml:trace contextRef="#ctx0" brushRef="#br0" timeOffset="65586.59">16684 8965 62 0,'-6'1'202'0,"6"-1"-12"0,-8 0-5 16,8 0-4-16,-4 3-3 0,4-3-2 0,0 0-4 15,0 0-4-15,-7 0-6 0,7 0-6 0,0 0-10 16,0 0-11-16,0 0 1 0,0 0-12 0,0 0-4 0,0 0-2 0,0 0 4 15,0 0-18-15,-6 1-7 0,6-1-9 0,0 0-5 16,0 0-1-16,0 0-14 0,0 0-9 0,0 0 7 16,0 0-20-16,0 0-1 0,0 0-5 0,0 0 7 15,0 0-19-15,0 0 4 0,0 0-4 0,0 0-12 16,0 0 1-16,0 0-1 0,0 0-2 0,0 0-4 16,0 0-7-16,0 0 3 15,0 0-1-15,0 0 0 0,0 0 0 0,0 0 0 16,0 0-1-16,0 0-1 0,0 0-2 0,0 0 2 15,0 0 2-15,0 0 1 0,0 0-3 0,0 0 2 16,0 0-2-16,0 0 1 0,22-1-2 0,-9 1-2 16,4 0 2-16,-1-3-1 0,7 2 1 0,-1 1-2 15,6-1-1-15,1 1 12 0,2-3-10 0,-3 3-3 16,0-3 1-16,2 2-1 0,-10 0 5 0,-2 1 2 0,-4 0 3 0,-2-2 7 16,-3 2 0-16,-1 0 3 0,-2-1-3 0,-6 1 1 15,9 0-2-15,-6-1-3 0,-3 1 1 0,9-1-17 16,-9 1-20-16,0 0-32 0,7 0-41 0,-7 0-52 15,0 0-66-15,0 0-55 0,0 0-247 0,0 0-562 16,0 0 249-16</inkml:trace>
  <inkml:trace contextRef="#ctx0" brushRef="#br0" timeOffset="68462.66">17589 8468 188 0,'0'0'218'0,"0"0"-11"15,0 0-16-15,1-4-14 0,-1 4-10 0,0 0-15 0,0 0-16 0,0 0-15 16,0 0-14-16,4-3-9 0,-4 3-11 0,0 0-11 16,0 0-5-16,0 0-7 0,0 0-9 0,0 0-3 15,0 0-10-15,0 0-10 0,0 0-8 0,0 0-14 16,0 0-6-16,0 0-2 0,-5 13 1 0,4-5-7 15,-2 4 1-15,-2 5 0 0,-3 0-5 0,-1 8 4 16,-1 1 0-16,1 1-1 16,-3 2-3-16,1 0 1 0,2-1 7 0,0-1-2 15,-4-3-2-15,6 1 3 0,-1-2-3 0,1-3 4 16,3-3 0-16,-3-3-1 0,5-2 0 16,-3-1 1-16,3-1-2 0,0 1 3 0,-1-6 5 0,2 1-6 15,-1 0-3-15,2-1 7 0,-2-2-3 0,1 1 2 16,1-4-4-16,-1 5 5 0,1-5 21 0,-3 6 6 15,3-6 6-15,0 2 5 0,0-2 1 0,0 0 4 0,0 0 2 0,0 0 1 16,0 0-2-16,0 0 1 0,0 4-1 0,0-4 0 16,0 0 3-16,0 0 0 0,0 0-3 0,0 0 0 15,0 0-6-15,0 0 0 0,0 0-5 16,0 0 2-16,0 0-7 0,0 0 0 0,13-1-2 16,-7 1-4-16,4-1-5 0,4-2 1 0,3 2-3 0,3-2-7 15,2 2-17-15,-4-2-17 0,1 2-21 0,3-2-23 0,-4 1-27 16,1-1-26-16,-1 1-34 0,5 0-35 0,-1-3-54 15,-1 1-154-15,-4-2-429 0,2 1 189 0</inkml:trace>
  <inkml:trace contextRef="#ctx0" brushRef="#br0" timeOffset="68732.27">17823 8772 4 0,'-3'-4'285'0,"3"4"-11"15,0 0-15-15,0 0-23 0,0 0-20 0,0 0-26 0,0 0-16 0,0 0-22 16,0 0-20-16,0-4-18 0,0 4-21 0,0 0-21 16,0 0-8-16,0 0-9 0,-1 21-5 0,0-9-13 15,-1 5 3-15,-3 1-4 0,3 2-2 0,-2 4-6 16,-4 3 1-16,2 2-4 0,-2 0 0 0,0-2-3 15,3 4-1-15,0-3-2 0,0-2-24 0,0 0-27 16,-3 3-44-16,-1-4-53 16,3-4-84-16,-2-6-160 0,1-3-402 0,-2-5 178 15</inkml:trace>
  <inkml:trace contextRef="#ctx0" brushRef="#br0" timeOffset="73090.05">18128 8789 206 0,'0'-4'215'0,"1"-1"-11"0,1 1-8 0,0-2-5 15,-2 1 1-15,2-1-10 16,0 0-12-16,-2 2-5 0,2-2-2 0,1 3-6 16,-2-2-6-16,1 1-7 0,-2 0-11 0,0 4 1 15,2-3-22-15,-2 3-10 0,1-4-16 0,-1 4-10 16,3-5-7-16,-3 5-17 0,0 0-14 0,0 0-7 15,0 0-8-15,0 0-5 0,3 15-4 0,-1-5-1 16,-2 1 0-16,0 1-4 0,-2 1 0 0,0 5 0 16,1-1-3-16,1 0 4 0,0 0-3 0,-4-2-1 0,4 1-1 0,-2-3 1 15,0-1 0-15,1 0-1 0,0-5 1 0,1 1 0 16,-2-1-1-16,2 0 1 0,0-2 7 0,0-1-7 16,0-4 12-16,0 6 14 0,2-2 25 0,-2-4 29 15,0 0 23-15,0 3 3 0,0-3-2 0,0 0-17 16,10-12-17-16,-1 7-5 0,1-7-11 0,0 2-2 15,2-2-6-15,2 0 2 16,-4 3-12-16,-2 3-5 0,1-3-9 0,-3 6 3 16,-2-2-10-16,3 1 0 0,-5 1-5 0,3 1-10 15,-1-1 4-15,0 1-7 0,-4 2-4 0,5-2-27 16,-5 2-18-16,0 0 3 0,0 0 1 0,6 4 6 16,-4-1-4-16,0 2-5 0,-1 2 1 0,1-2-1 15,-1 2-1-15,3 0-3 0,-2-1 3 0,0 1-1 16,0-1 3-16,-1-1 0 0,2-2 8 0,-2 2 5 0,2-1 0 0,-2 0 8 15,2 0 4-15,-1-3 12 0,3 0 15 0,-5-1 8 16,12 0 12-16,-3-5-2 0,0 4 2 16,2-5 4-16,1-1 1 0,-2 3 4 0,4-2-7 0,-5-1 3 15,5 2-6-15,-4 0-9 0,-1 0-6 0,1-1-1 16,-3 3 0-16,-1 0-3 0,1 1 4 0,-1 1-4 16,3-1-10-1,-3 0-13-15,-6 2-8 0,14 2-11 0,-2 0-11 0,-1 1-19 16,0-1-20-16,1 3-22 0,1 0-25 0,-1 1-34 15,4 1-38-15,2-2-47 0,-8 2-256 0,4-3-549 16,3 0 243-16</inkml:trace>
  <inkml:trace contextRef="#ctx0" brushRef="#br0" timeOffset="73475.5">19117 8842 229 0,'0'0'217'0,"0"0"-13"15,0 0-18-15,0 0-17 0,0 0-16 0,0 0-16 16,0 0-15-16,0 0-13 0,0 0-11 0,0 0-12 16,-5-2-8-16,5 2-7 0,0 0-8 0,0 0-6 15,0 0-8-15,0 0-4 0,0 0 13 0,0 0-7 16,0 0 2-16,0 0 4 0,0 0 2 0,0 0 3 15,0 0 1-15,0 0 0 16,18 0 1-16,-7-2-3 0,0 0-4 0,1 1-2 16,8-1-8-16,0 0 6 0,-1-1-4 0,9 0 3 15,3-1-1-15,-12 2-4 0,3-1-2 0,-3 3-3 16,-1-1-3-16,-7 0-9 0,7 1-1 0,-9 0 1 16,-1-3-4-16,-2 3-5 0,1 0-1 0,-1-2-4 15,-6 2 0-15,9-1-2 0,-9 1 0 0,0 0-5 16,8-2-6-16,-8 2-17 0,0 0-25 0,7 0-28 0,-7 0-21 0,0 0-34 15,0 0-29-15,0 0 7 0,0 0 0 0,0 0-20 16,0 0-33-16,-7 9-187 0,7-9-415 0,0 0 185 16</inkml:trace>
  <inkml:trace contextRef="#ctx0" brushRef="#br0" timeOffset="74061.09">19944 8577 112 0,'6'-2'167'0,"7"1"-7"0,-3-2-22 0,-1 0-11 16,3 3-6-16,-1 1-20 0,0 2-9 0,1-1-12 0,0 0-3 16,-1 2-14-16,2 2-7 0,-3 0-3 0,-1 0-1 0,-1 2-7 15,0 1-5-15,-1 0-1 0,1 2 1 0,-2 1-5 16,-2 5-8-16,-4-2 3 0,0 2-3 0,-4 1-5 0,0 2-1 16,-4-1 0-16,-1-2 2 0,-6 7-1 15,1-3-4-15,0-1 0 0,2-2-3 0,-1-2 0 16,0-1-3-16,3 0 2 0,1-1-5 0,1-1 2 15,-1-3-2-15,4 1-5 16,1-4 5-16,-1 3-5 0,4-4 4 0,-2 2 1 16,6-3 14-16,-3-1 18 0,1 3 15 0,3-3 8 15,1 0 2-15,2-1-3 0,3 0 4 0,-4-1-6 16,7 0-4-16,-2-2 7 0,0 1 0 0,-2-4 6 16,-1 3-1-16,0-3 0 0,-1 1-7 0,0-1-4 15,2-4-10-15,-1-1-10 0,-2-1-12 0,-2-1-25 0,-4-4-13 0,0-1-5 16,-4-2-9-16,-4-2 2 0,-3-5-1 0,0 2 4 15,-1 0 2-15,-2-2 5 0,-1-1-1 0,-1 4 7 16,2-1 9-16,2 6 19 0,3 2 7 0,-2-1 9 16,1 7 8-16,5-1 5 0,0-1-2 0,1 4 7 15,-1 2-1-15,2-3 4 0,-3 4-3 0,6-1-7 16,0 2-7-16,-2-2-14 0,2 4-31 0,2-9-28 16,4 9-15-1,3-2-26-15,4 0-22 0,1 2-41 0,4-4-36 0,1 4-47 16,-1-1-214-16,0-2-470 0,2 3 208 0</inkml:trace>
  <inkml:trace contextRef="#ctx0" brushRef="#br0" timeOffset="74330.39">20603 8653 67 0,'0'0'243'0,"0"0"-25"0,0 0-25 0,0 0-16 16,13-6-19-16,-4 4-18 0,4-1-10 0,3 0-14 15,2 3-10-15,1-3-16 0,2 2-8 0,8 1-20 0,-2 0-21 16,-4-3-30-16,4 3-39 0,-8 0-36 15,3-1-41-15,-2-2-169 16,-7 3-295-16,1-4 131 0</inkml:trace>
  <inkml:trace contextRef="#ctx0" brushRef="#br0" timeOffset="74530.92">20684 8799 87 0,'0'0'231'0,"0"0"-15"0,0 0-17 16,11 0-15-16,1-2-20 0,3 2-18 0,4 0-13 16,4 0-14-16,9-3-13 0,0 0-8 0,3 1-13 15,3 0-25-15,0 1-24 0,1 0-31 0,-1-2-33 16,0 1-42-16,2-3-46 0,-6 0-161 0,2-2-298 16,-4 0 132-16</inkml:trace>
  <inkml:trace contextRef="#ctx0" brushRef="#br0" timeOffset="74978.78">21835 8554 95 0,'0'-6'235'0,"0"6"-8"15,0 0-16-15,1-3-14 0,-1 3-14 0,0 0-18 16,-1-5-20-16,1 5-15 0,0 0-10 0,0 0-13 0,0 0-10 16,0 0-13-1,0 0-8-15,0 0-12 0,0 0-8 0,-2-3-2 16,2 3-14-16,0 0-2 0,-13 8-5 0,3-6-8 16,1 4 1-16,-2 1-5 0,-3 1-3 0,0 4-2 0,-2 0-7 15,-2 4 1-15,1-1-3 0,4-1 1 16,-6 7-2-16,6-6 1 0,3 0-2 0,0 0 0 15,0 1-2-15,2-3-1 0,4 2 0 0,-1-3-1 16,3-1 3-16,4 4 9 0,-2-3-5 0,1-1 18 0,5-1 13 0,2 0 11 16,5 2 10-16,1 0 9 0,4-4 2 0,1 1 3 15,8-3-1-15,-6-2 9 0,7-1-1 0,1-4-5 16,-1-3-5-16,-1 1 5 0,-8-4-11 0,8-3-3 16,-9 1-3-16,6-7-9 0,-3-1-5 0,-3-1-13 15,-2-3-4-15,-6 3 4 0,-3 0-22 0,-1-1-1 16,-5 0-14-16,-2 2-3 0,-3-2-5 0,-2 2-15 0,-7 3-15 0,-6-3-23 15,-4 2-31-15,-6 3-37 0,-3 3-57 0,-3 1-63 16,-2 1-239-16,0 2-533 0,5 1 236 0</inkml:trace>
  <inkml:trace contextRef="#ctx0" brushRef="#br0" timeOffset="83553.17">10950 10614 115 0,'0'0'189'0,"0"0"-11"16,0 0-9-16,-6 0-11 0,6 0-10 0,0 0-11 0,0 0-7 16,0 0-15-16,0 0-9 0,0 0-13 0,0 0-8 15,0 0-11-15,0 0-1 0,0 0-10 16,23-4-4-16,-11 3-13 0,6-2-1 0,2 3-12 0,3-1-14 16,5-3-18-16,4 4-22 0,-1 0-28 0,-2 0-38 15,-1 0-36-15,-1-1-50 0,-9-2-92 0,-2 3-285 16,-3 0 127-16</inkml:trace>
  <inkml:trace contextRef="#ctx0" brushRef="#br0" timeOffset="83715.89">11044 10810 46 0,'-3'2'130'0,"-1"3"-16"0,4-5-13 16,-1 5 4-16,1-5 0 0,0 0 11 0,13 0-9 15,-3 0-10-15,8-3-6 0,5 1-8 0,6-4-16 0,5 2-37 16,-2 0-38-16,2-2-46 0,-2-1-135 16,-4-2-204-16,-1 1 91 0</inkml:trace>
  <inkml:trace contextRef="#ctx0" brushRef="#br0" timeOffset="84054.3">11356 10524 66 0,'0'0'225'0,"-3"-2"-22"0,3 2-16 15,0 0-20-15,0 0-17 0,6-6-14 0,-2 5-19 16,-4 1-11-16,14-1-12 0,-3-1-5 0,1 4-14 16,1-1-6-16,1 0-11 0,4 5-6 0,1-4-7 15,-1 2-7-15,1 2 2 0,-2 3-3 0,1-3-7 16,-2 5-2-16,-2-1-6 0,-1 0-6 0,-3 4 5 15,-3-3-5-15,1 3-2 16,-6 1-3-16,-2 2 0 0,-1 1 2 0,-3-2-4 16,-4 2 4-16,-2 1-3 0,-7 1-3 0,0-1 3 15,-1-1-1-15,1-4-1 0,-5 3 2 0,-1-1-3 16,0-2 2-16,0 1-3 0,9-5-4 0,-4 4 6 16,4-2-34-16,0-3-26 0,5 2-28 0,3 0-44 0,3-3-203 15,2 0-355-15,4-6 157 0</inkml:trace>
  <inkml:trace contextRef="#ctx0" brushRef="#br0" timeOffset="84972.23">13094 10393 149 0,'-3'-3'200'0,"3"3"-10"0,0-5-20 0,0 5-20 16,1-4-16-16,-1 4-10 0,9-5-16 0,-3 1-12 0,5 1-13 15,-1 1-5-15,4-1-10 0,5 1-7 0,-3 2-7 0,4-2-6 16,-1 2-5-16,3 1-8 0,-1 0 0 0,-1 3-4 16,0-1-8-16,-1 2 0 0,-1 2-3 15,-1 1-9-15,-3-1 1 0,-3 1-4 0,-2 0-6 16,-1 1-2-16,-4 2-1 0,0 1 2 0,-4 0 0 0,-4 4-4 16,-3 0 2-1,-2-1-1-15,-1 0 9 0,-4 0-9 0,0 1 3 16,-2-3-1-16,1 0 1 0,1-1-3 0,-1-2 3 15,0 4-4-15,2-4 5 0,2-3 1 0,0 0-1 16,2-3 0-16,4 0 1 0,-1-2-8 0,1 3 3 16,2-2-9-16,2 1 8 0,1-4-2 0,5 5-2 15,0 0 2-15,4-3 2 0,1-2 3 0,3 5-2 16,6-2-1-16,-2 1 0 0,1 1 5 0,-2-2-4 0,1 2-1 0,1 1 5 16,-3 1 1-16,3-1 2 0,-8-1-4 0,3 4 2 15,-3-3-3-15,-2 4-2 0,2-6 1 0,-5 8 2 16,-1-4-1-16,-4 1-1 0,0 1 4 0,0 0 3 15,-5-1 0-15,-3 1-3 0,-2-1 3 0,-4 3 1 16,-4 0 4-16,0-2 1 0,-2-3-4 0,-7 3-1 16,0-3 3-16,-1 1 0 15,0-4 8-15,1-1-1 0,-1-3 2 0,6 0 5 16,-1 0-3-16,-6-1 3 0,7-2 4 0,3 0 0 16,-1-2 7-16,7 2 3 0,0 1 12 0,3 1 0 15,3-1 2-15,0-1 2 0,-1 1-3 0,4-2-5 16,4 4-9-16,-8-1-13 0,7-3-19 0,1 4-13 15,0-3-20-15,0 3-22 0,4-7-19 0,1 4-22 16,0 1-35-16,7-2-26 0,-3 0-201 0,0 0-380 0,1 0 169 0</inkml:trace>
  <inkml:trace contextRef="#ctx0" brushRef="#br0" timeOffset="85589.43">13742 10592 92 0,'3'-5'259'15,"-3"5"-22"-15,1-5-23 0,-1 5-22 0,0 0-22 0,3-3-20 16,-3 3-12-16,0 0-18 0,0 0-15 0,0 0-12 15,0 0-12-15,0 0-13 0,0 0-10 16,5 11-4-16,-4-4-5 0,1 1-6 0,-2 1-1 16,1 0-6-16,-1 3-7 0,1-2 1 0,-1 0-4 0,0 4-4 15,-1 2 0-15,0-5-1 0,-2 3-3 0,3-2 0 16,-1-5-3-16,0 2 0 0,-1-1-7 0,2-5 8 0,-1 2-1 16,1-2-2-16,0-3 4 0,-3 7 24 0,3-4 27 0,0-3 32 15,0 6 29-15,0-6 10 0,0 0-14 0,0 0-1 16,9-11-25-16,-2 3-3 0,2 0-14 15,0-8-14-15,2 4-2 0,1 2-12 0,-3 1-2 16,-2 2-11-16,2-3 3 0,-3 2-11 0,1 3 0 16,-2 1-8-16,-1 0-3 15,0 0-4-15,-2 4-8 0,2-4-15 0,-4 4-14 16,8-2-2-16,-8 2-7 0,0 0 4 0,10 6-6 16,-6-1 0-16,-3 2 3 0,3 0 3 0,1 2 2 15,-2 1-1-15,-1 3 6 0,2-3 1 0,0 2-4 16,-3-3 5-16,2-1 3 0,-2 4-1 0,2-7 1 15,-2 0 6-15,1 0 2 0,1-1 1 0,-3-1 0 16,1 1 12-16,2-1 16 0,-2-1 17 0,-1-2 3 0,0 0-7 0,0 0 0 16,14-7 0-16,-9 0-6 0,5 0-3 0,-1-6-4 15,3-1-2-15,1 1-1 0,-1-1-1 0,0 6-5 16,-2-1 8-16,-1 0-11 0,0-1 0 0,-3 3-7 16,2 3 17-16,-3-2-18 0,0 4-6 0,4-3-10 15,-5 2 2-15,4 1-17 0,-2 0-8 0,3 2-11 16,1 0-8-16,1 2-18 0,1 0-21 0,0 1-32 0,6 2-46 0,-7-1-57 15,1 1-64-15,2 0-195 0,-3-2-526 0,7 1 233 16</inkml:trace>
  <inkml:trace contextRef="#ctx0" brushRef="#br0" timeOffset="86306.83">14648 10614 101 0,'0'0'174'0,"0"0"-12"0,0 0-11 0,0 0-12 15,-6 0-12-15,6 0-10 0,0 0-9 0,0 0-16 16,0 0-10-16,0 0-4 0,0 0-9 0,0 0 0 0,0 0 0 15,0 0-11-15,0 0 4 0,0 0 0 0,0 0 3 16,0 0 1-16,0 0 4 0,0 0 1 0,0 0 1 16,0 0-1-1,0 0-2-15,0 0-7 0,0 0 0 0,0 0-2 0,0 0-4 16,0 0 0-16,0 0-7 0,0 0 4 0,0 0-6 16,0 0-2-16,0 0-7 0,0 0-4 15,0 0 1-15,0 0-9 0,0 0-1 0,0 0-2 16,0 0-1-16,0 0-3 0,0 0-2 0,0 0-3 0,0 0-2 15,0 0-1-15,0 0-2 0,0 0-1 0,0 0 0 16,0 0-1-16,0 0 1 0,0 0-3 0,0 0-1 0,0 0 3 16,0 0-4-16,0 0 8 0,0 0-7 0,0 0 2 15,0 0-1-15,0 0 0 0,0 0 1 0,0 0-2 0,0 0 2 16,0 0-4-16,0 0 6 0,0 0-4 16,0 0-4-16,0 0 3 0,0 0-5 0,0 0 3 15,0 0 1-15,0 0-2 0,0 0 0 0,0 0 1 16,0 0 3-16,0 0-1 15,0 0 0-15,0 0-3 0,0 0-1 0,0 0 6 16,0 0-3-16,0 0 1 0,0 0-2 0,0 0-2 16,0 0 1-16,0 0-2 0,0 0 4 0,0 0-1 15,0 0 0-15,0 0-2 0,0 0 3 0,0 0-2 0,0 0 0 16,0 0-3-16,0 0 8 0,0 0-7 0,0 0-1 16,0 0 3-16,0 0 5 0,0 0-7 0,0 0 2 15,0 0 1-15,0 0-4 0,0 0 3 0,0 0-2 0,0 0 3 16,0 0-1-16,0 0-1 0,0 0 9 0,23-2-5 15,-12 1-3-15,2 0-1 0,4 0 4 0,2-1 0 16,-1 1-4-16,3-1 1 0,-1 2 0 0,2-3 1 16,-4-1-2-16,1 4 2 0,-1 0-1 0,-4-1 3 15,-3-1-4-15,1 2 3 0,-5 0 1 0,-1-2-1 16,0 2-1-16,-6 0-1 0,11-2 0 0,-11 2-6 0,8 0-13 0,-8 0-16 16,0 0-15-16,0 0-31 0,8 0-29 0,-8 0-37 15,0 0-27-15,0 0-28 0,0 0-27 0,0 0-119 16,2-2-377-16,-2 2 167 0</inkml:trace>
  <inkml:trace contextRef="#ctx0" brushRef="#br0" timeOffset="86761.22">15298 10408 47 0,'0'0'242'0,"4"-3"-14"0,-4 3-4 16,3-4-14-16,-3 4-17 0,2-2-19 0,-2 2-21 0,0 0-17 16,0 0-15-16,4-3-10 0,-4 3-16 0,0 0-19 15,0 0-19-15,0 0-10 0,0 0-7 0,0 0-7 16,-3 14-8-1,2-6-3-15,-2 2-2 0,-1 1 0 0,-1 4-2 16,0 2-4-16,-4-2 0 0,1 4-1 0,1-2 0 16,-1 1-4-16,1 0 0 0,-1-1-3 0,0-3 2 15,-1 1 1-15,3-2-3 0,2-4 0 0,0 0-2 16,2-4 1-16,0 2 3 0,1-2-5 0,-3-2-1 16,4 2 2-16,0-5 2 0,0 5-2 0,0-1 12 0,0-4 9 15,0 0 9-15,-1 3 4 0,1-3 1 0,-3 4 2 0,3-4 3 16,0 0 2-16,9 1 0 0,-9-1-4 0,13 2-3 15,-3-4-1-15,2 1-4 0,2 1-4 0,-3-2-4 16,1 0-6-16,3-1-15 0,1-1-16 0,-3 0-25 16,6 0-31-16,-2 2-24 0,1-2-47 0,0-2-47 15,1 1-227-15,-6 0-446 0,1-1 198 0</inkml:trace>
  <inkml:trace contextRef="#ctx0" brushRef="#br0" timeOffset="87093.26">15477 10562 245 0,'0'0'257'0,"0"0"-13"15,-3-2-24-15,3 2-18 0,0 0-23 0,0 0-20 16,0 0-19-16,0 0-16 0,0 0-14 0,0 0-17 16,0 0-11-16,0 0-9 0,0 0-10 0,0 0-8 15,-6 12-5-15,3-5-6 0,2 1-5 0,-2 2-8 16,1 2-1-16,-2 0-4 0,1 0-3 0,1 0-1 15,-3 4-2-15,2 0 0 0,2 1-6 0,-1 0 0 16,0 0 0-16,0-7 0 0,0-1 0 0,0 1-3 0,-1 0 0 0,3-4-9 16,0 0 7-16,0 0 1 0,0-1-1 0,0-2 3 15,0 1-4-15,3 0 3 0,-3-4 3 0,-3 4-1 16,3-4 0-16,0 5 3 0,0-5 2 0,0 4-1 16,0-4-1-16,0 0 4 0,0 0 0 15,0 0-4-15,0 0-1 0,0 0-7 0,0 0-20 0,0 0-42 16,0 0-63-1,9-12-59-15,-5 6-75 0,-3-2-129 0,3-4-412 16,0 3 182-16</inkml:trace>
  <inkml:trace contextRef="#ctx0" brushRef="#br0" timeOffset="87394.05">15707 10253 50 0,'0'0'155'0,"10"7"-11"0,-5-4-13 15,3 5-3-15,-1 3-7 0,5 4-4 0,1 7-9 16,1 2-4-16,-2 2-8 0,2 0 0 0,-2 2-2 15,-3 0-10-15,-4 2-10 0,1 1-7 0,-3 1 0 16,-6-1-6-16,-3 1-6 0,-3 0 1 0,-4 1-6 16,-5-4-1-16,-10 13-4 0,-4-5-1 0,-3-2 4 15,-4-1-11-15,-7-4-9 0,0-3-22 0,-8 0-42 0,-4-3-57 0,-1-2-88 16,-5-4-121-16,-29-1-325 0,29-9 145 0</inkml:trace>
  <inkml:trace contextRef="#ctx0" brushRef="#br0" timeOffset="88227.27">12696 10216 103 0,'0'0'167'0,"4"-2"-15"0,-4 2-17 0,0 0-20 16,0 0-17-16,0 0-7 0,0 0-15 0,-10 17-8 15,-1-2-4-15,-1 11-13 0,-5 2 1 0,0 3-6 0,-4 15-11 16,-1-1-6-16,0 4-2 0,2-1-2 0,1 1-3 16,2 4-4-16,4 0 5 0,2-3-7 15,6-14 2-15,1 11 28 0,5-12-3 0,3 1 5 0,6-4 8 0,5-2 2 16,7 2-1-16,14 1 0 0,11-6 6 0,7-2-8 15,7-9-10-15,30 0-53 0,2-8-88 0,-30-3-214 16,3-5-334-16,-6-2 148 0</inkml:trace>
  <inkml:trace contextRef="#ctx0" brushRef="#br0" timeOffset="91303.72">16816 10130 3 0,'1'-5'203'0,"0"2"-13"0,-1 3-14 0,0 0-16 15,0 0-13-15,0 0-16 16,-2-5-16-16,2 5-18 0,0 0-11 0,-11 8-5 15,0-2-17-15,-3 7-3 0,-5 7-8 0,-3 4-12 16,2 2-1-16,-2 4-10 0,-9 9-4 0,4 0-1 16,11-9-6-16,-1 0 4 0,2 0-5 0,0 4 1 15,4-4-6-15,0-1-4 0,4 0 2 0,6 0 3 16,1 0 3-16,4-3-3 0,4-1 14 0,4 1 4 16,6-3 4-16,3-3-3 0,8-2 0 0,3-2-2 0,5-5-21 0,12 3-33 15,2-7-36-15,1-4-45 0,-1 0-214 0,-11-6-343 16,-2 1 152-16</inkml:trace>
  <inkml:trace contextRef="#ctx0" brushRef="#br0" timeOffset="92005.37">17236 10333 84 0,'1'-5'248'15,"2"1"-11"-15,0 1-4 0,-2 0-9 0,0-1-13 0,-1 4-20 16,3-4-17-16,-3 4-19 0,2-4-20 0,-2 4-19 0,0 0-20 16,0 0-20-16,0 0-10 0,0 0-10 15,4 8-10-15,-4-1-1 0,-1 2-7 0,0 4-7 16,-1 1-3-16,-2 3-1 0,1 0 1 0,-1 2-3 16,0 0-8-16,0-1 1 0,-1-1-2 0,2-1-2 0,1-3 0 15,-1-3 0 1,1-1 3-16,0-2-5 0,1 0 1 0,0-2-1 15,1-1 5-15,-1 3 11 0,2-5 31 0,-1-2 13 16,0 0 5-16,0 0-8 0,0 0-4 0,13-5-4 16,-4-3-8-16,3-4-1 0,2 0-5 0,-1-2-5 15,1 1-3-15,4-6-7 0,4 2 6 0,-4-2-14 16,-7 6-2-16,2 1-3 0,-5 3-4 0,2 2 7 16,-5 2-10-16,-1 0-2 0,0 3-6 0,0-3-7 0,0 3-9 0,-1-1-16 15,-3 3 1-15,0 0 5 0,0 0-4 0,10 5 2 16,-7 2 0-16,1-2 3 0,-2 5 3 0,1 0 3 15,1 1-1-15,-1 0 6 0,0 0-1 0,1 1 3 16,-1-4-1-16,0 1-2 0,0 2-6 0,0-5 0 16,-1 1 0-16,-1-2 9 0,3-1 0 0,-2-1 5 15,1 1 9-15,2-4 3 16,-5 0 7-16,14-3-5 0,-1-1 0 0,3-2 6 16,-3-4 0-16,3 0-6 0,-1 1 3 0,-2-3-2 15,5 0-1-15,-1 2-6 0,-2-2 1 0,0 3 8 16,0 0-11-16,-6 3 0 0,2 0-1 0,-4 1-3 15,2 1 9-15,2 2-9 0,1-3-17 0,-3 3-9 16,4 2-4-16,-3 0-6 0,3 4-13 0,1-1-24 16,-4 2-30-16,7 3-35 0,2 1-43 0,0 1-46 0,-3-3-194 0,3 0-455 15,-2 2 202-15</inkml:trace>
  <inkml:trace contextRef="#ctx0" brushRef="#br0" timeOffset="92290.27">18347 10367 127 0,'0'0'185'0,"0"0"-15"0,0 0-12 16,0 0-13-16,0 0-9 0,-7 2-10 0,7-2-16 0,0 0-6 15,0 0-3-15,0 0-11 0,0 0-11 0,0 0-3 16,0 0-2-16,0 0-9 0,21 0-4 0,-8 0-7 16,-1-2-3-16,1 1-6 0,6-1-5 0,8-1-1 15,2-1-5-15,1 2-3 0,2-4-4 0,2 2 1 0,3 2-5 16,-1-2 0-16,-4 1-3 0,-4 0-25 16,-6 1-16-16,-1-1-24 0,-8 3-26 0,2-2-29 0,-4 2-30 0,-3-2-179 15,-5 0-334-15,0-1 148 0</inkml:trace>
  <inkml:trace contextRef="#ctx0" brushRef="#br0" timeOffset="92522.03">18492 10237 255 0,'-1'-5'257'0,"0"1"-1"0,-1 0 6 15,2 4-11-15,2-5-10 0,-2 5-20 0,-2-5-20 16,2 5-22-16,0 0-20 0,-1-4-14 0,1 4-19 15,0 0-26-15,-1-3-19 0,1 3-14 0,0 0-19 16,0 0-11-16,2 15-6 0,-2-2-8 0,4 3 11 16,-2 1-13-16,-1 2-1 0,0 5-3 0,2 0-6 0,-1 1-17 0,2-6-24 15,-3 1-32-15,1 1-31 0,-1-2-32 0,1-2-46 16,1 0-63-16,-2-5-153 0,2-2-420 0,-1-2 186 16</inkml:trace>
  <inkml:trace contextRef="#ctx0" brushRef="#br0" timeOffset="93023.37">19031 10120 128 0,'8'0'145'0,"4"-2"-16"0,0 2-10 0,0 2-7 16,3-1-11-16,-2 0-17 0,1 3 1 0,-1 0-13 15,0-1 2-15,-2 3-11 0,1-1-15 16,-2 2 3-16,-2 2-6 0,-2 0-3 0,-2 3-9 16,-2 0-4-16,-2 2-12 0,-3 3 2 0,-3 0 0 0,-3 2 0 0,-6 2 11 15,-2-1-11-15,-3 1-6 0,0-3-10 0,-1 2 13 16,-2-4-4-16,5-2 6 0,4-5-9 0,-2 2 5 15,2-1 6-15,3-3-3 0,1-2-1 0,2 1-5 16,2-2-5-16,1 0 7 0,0-3-9 0,2 3 15 16,1-1 2-16,2-3 9 0,-1 5 18 0,1-5 19 15,3 3 9-15,6-1 3 16,-1 1 0-16,5-3-4 0,7 0-4 0,3 0-6 16,5 0-4-16,0-3-7 0,2 3 3 0,-3 0-8 15,2-3-4-15,-1 3-7 0,-9 0-1 0,0-1-2 16,-2 1-3-16,-7-1-5 0,4 1-2 0,-6 0-4 15,0 1 2-15,-2-2-2 0,-6 1-4 0,9 0-2 16,-5-2-2-16,-4 2 1 0,0 0-5 0,9 0-10 16,-9 0-13-16,0 0-10 0,0 0-10 0,0 0-12 0,0 0-24 0,0 0-41 15,0 0-29-15,0 0-36 0,0 0-201 0,0 0-409 16,-21-6 180-16</inkml:trace>
  <inkml:trace contextRef="#ctx0" brushRef="#br0" timeOffset="93408.86">19400 9990 162 0,'0'0'214'0,"0"0"-27"0,0 0-15 0,0 0-18 16,12 2-21-16,-3-1-17 0,0 3-7 0,10 0-13 15,-1 5-10-15,10 5-1 0,-1 1-2 0,3 2-7 0,-4 1-5 16,-1 4-1-16,-1 0-7 0,-5 2-6 0,-2 1-4 16,-2 1-7-16,-5 3-6 0,-1-3-2 0,-7 3-2 0,0-2-4 15,-6 0-2-15,-1-1-4 0,-5 1 0 0,-3-1-2 0,-3-1-9 16,-1-4 6-16,2 1-3 0,-6-2-1 15,2-2-8-15,-4-1 9 0,9-4-5 0,-4 1 1 16,0-4-4-16,4 0 2 0,-3 0 0 0,2-3-1 16,4 2 3-16,1-3-5 0,1-1 1 0,3-1-22 0,1-2-9 15,0 1-16 1,-1 1-2-16,3-1-6 0,3-3-27 0,0 0-29 16,0 0-50-16,21-3-184 0,-4-3-364 0,9-1 162 15</inkml:trace>
  <inkml:trace contextRef="#ctx0" brushRef="#br0" timeOffset="93656.24">20405 10317 106 0,'0'0'315'0,"0"-6"-22"16,0 6-25-16,4-4-22 0,0 2-21 0,2-2-27 15,3 0-21-15,1-1-18 0,8 0-8 0,4 1-26 16,4-1-15-16,3 0-32 0,0 2-38 0,2 1-49 16,-4-3-52-16,-4 4-50 0,4-1-52 0,-8 2-196 15,0 0-386-15,-5-4 170 0</inkml:trace>
  <inkml:trace contextRef="#ctx0" brushRef="#br0" timeOffset="93841.09">20399 10476 42 0,'-7'4'172'0,"6"-1"22"16,1 0 13-16,0-3 2 15,9 4-11-15,6-4-19 0,2 3-17 0,3-6-13 16,11 1-18-16,2 0-15 0,3-1-26 15,15-4-38-15,-10 4-39 0,11-3-55 0,1-1-48 0,-15 1-80 16,2-4-99-16,-4 1-292 0,-2-4 130 0</inkml:trace>
  <inkml:trace contextRef="#ctx0" brushRef="#br0" timeOffset="94179.43">21266 10174 53 0,'0'0'186'0,"-6"-1"-21"0,6 1-20 0,0 0-14 16,-10 3-15-16,6-1-11 0,-4 4-14 0,-2 0-6 0,-4 7-11 15,-2 1-10-15,5 1-8 0,-2 1-7 0,-3 4-4 16,4-3 0-16,1 0-10 0,3 0-1 0,0 0-5 16,1 0 22-16,3-1 3 0,3-1 13 0,0 1 9 15,2-4 15-15,4-1 2 0,2 1 15 0,4-3 9 16,4-2 3-16,0 2 5 0,8-5-8 0,4-1-3 15,4-3-7-15,-3-3-11 16,0-2 1-16,-1-3-9 0,-1-3-6 0,-2-1-9 16,1-4-4-16,-6-2-8 0,-2-2-21 0,1-3-7 15,-8 0-8-15,-1-3-11 0,0 3 0 0,-8-2-8 0,-2 6-11 16,-4 0-14-16,-4 2-19 0,-4 3-30 16,-10-4-34-16,-7 6-39 0,-8 1-58 0,-1 4-83 0,-20 0-150 15,0 0-468-15,2 5 207 0</inkml:trace>
  <inkml:trace contextRef="#ctx0" brushRef="#br0" timeOffset="95081.68">12970 12201 16 0,'0'0'259'0,"0"0"-22"0,0 0-26 15,0 0-21-15,0 0-18 0,13-9-17 0,0 6-18 16,5-1-13-16,12 0-12 0,0-1-14 0,5 1-25 15,-1 2-36-15,0-1-45 0,-1-2-36 0,-4 3-56 16,1 2-179-16,-10-2-301 0,-2 2 134 0</inkml:trace>
  <inkml:trace contextRef="#ctx0" brushRef="#br0" timeOffset="95260.03">13167 12411 75 0,'-1'3'167'0,"-3"-1"1"0,3 1 0 0,1-3-3 15,-4 3-6-15,4-3 3 0,0 0-10 0,13 3-13 16,-8-3-10-16,8-1-14 0,5-2-13 0,0 2-7 0,0 0-37 16,2-3-32-16,2 3-40 0,-3-3-55 0,1-1-54 15,-3 0-156-15,2-2-303 0,-2 1 134 16</inkml:trace>
  <inkml:trace contextRef="#ctx0" brushRef="#br0" timeOffset="95560.82">13377 12048 39 0,'-1'-2'252'0,"1"2"-28"0,-3-5-21 0,3 5-26 0,0-4-19 0,0 4-23 16,0 0-7-16,0 0-20 0,0 0-8 0,13 11-17 15,-4-4-6-15,1 2-13 0,3 3-1 0,11 4-4 16,-1 1-8-16,-1 3-3 0,-2 4-1 0,3-5-8 15,-2 5 3-15,-5 1-5 0,2 1-5 0,-5-1-2 16,-4 2-2-16,1-1 1 0,-6 2-6 0,0-3-2 16,-7 0-2-16,-2-2-1 15,-1-3 0-15,-3-2-3 0,0-2-4 0,-7 5 3 16,5-4-7-16,-4-3-5 0,-2-1-2 0,-6 3-16 16,0-1-17-16,0-3-25 0,4-1-27 0,0-2-41 15,5-1-37-15,-4-2-157 0,5-3-347 0,4-3 153 16</inkml:trace>
  <inkml:trace contextRef="#ctx0" brushRef="#br0" timeOffset="96231.12">14379 12090 35 0,'0'0'268'0,"0"0"-24"0,1-4-14 0,-1 4-30 16,0 0-23-1,0 0-14-15,0 0-25 0,0 0-19 0,0 0-19 16,0 0-11-16,0 0-10 0,0 0-11 0,3 15-8 15,-3-4-5-15,1 2-6 0,-1 1-4 0,-3 5-5 0,2 2-4 16,-3 4-4-16,-2 1-1 0,1-1-6 16,1 0 0-16,-2 0-2 0,2-5-2 0,1-2-3 15,-3-1-1-15,5 0-2 0,-2-7-1 0,2 1 2 16,1-2-4-16,-1-2 3 0,1-2-1 0,-3 0 22 0,4 0 31 0,-2-3 36 16,1-2 27-16,0 0-3 0,0 0-13 0,0 0-9 15,18-12-13-15,-8 3-4 0,4-4-10 0,0 1-6 16,7-9-10-16,-1-1 0 0,3 1-8 0,-4 1-12 15,-5 6 1-15,4-1-7 0,-5 5 0 0,-3 1-8 16,-1 3-3-16,-1-1 9 0,-3 3-14 0,0 1-9 16,0 0-13-16,0 0-4 15,-1 1-13-15,-4 2-7 0,9 1-7 0,-6 3 7 16,1-1-2-16,-1 2-5 0,0 4 14 0,1 2-6 16,-1 4 1-16,-1 0 1 0,-2 2 3 0,1 0 5 15,-1 0 0-15,-1-1 8 0,2-2-11 0,-1-1-5 16,0-3 0-16,-1-1-4 0,1-3 3 0,0 1 2 15,-2-5 7-15,4 2 14 0,-2 0 23 0,0-4 23 16,2 2-2-16,-2-2-7 0,8-7 0 0,2 2 3 0,-2-6 1 0,2 0 4 16,3-4-4-16,-2-1-2 0,10-3-9 0,-8 3 0 15,7-5-4-15,-6 9 10 0,0-1-19 0,-1 2-2 0,-4 2-3 16,1 1-3-16,-1 3-4 0,-4 2 1 0,2-1-3 16,0 0 1-16,0 1-13 0,-1 3-2 0,4 2-6 15,2-1-2-15,-1 1-5 0,2 1-12 0,2 8-11 31,3-3-21-31,-4 2-21 0,0 0-29 0,3 3-38 16,-2-1-45-16,3-2-52 0,1 0-241 0,-2-1-535 0,0-2 236 16</inkml:trace>
  <inkml:trace contextRef="#ctx0" brushRef="#br0" timeOffset="96462.88">15474 12221 45 0,'0'0'298'16,"0"0"-11"-16,0 0-19 0,0 0-24 0,0 0-25 0,0 0-24 0,12-8-23 16,-3 4-14-16,2 0-15 0,2 0-17 0,7 0-13 15,-1-1-16-15,-1 2-27 0,4 0-44 0,-4 1-30 16,4-1-35-16,-3 1-49 0,-1-1-48 0,1 2-42 15,-6-2-158-15,-2 3-364 0,-3-1 161 0</inkml:trace>
  <inkml:trace contextRef="#ctx0" brushRef="#br0" timeOffset="96600.9">15608 12327 14 0,'-1'5'157'0,"-3"0"12"16,3-3 11-16,1-2 3 0,1 4 0 0,4 0-14 15,8-4-14-15,-3 0-18 0,13 0-15 0,4-1-43 16,2 1-65-16,3-4-89 0,-2-1-174 0,-1 0-268 0,2-1 120 0</inkml:trace>
  <inkml:trace contextRef="#ctx0" brushRef="#br0" timeOffset="97935.55">17043 11758 59 0,'0'0'201'0,"5"-2"-19"15,-5 2-23-15,0 0-17 0,0 0-18 0,0 0-16 16,0 0-11-16,0 0-11 0,0 0-9 0,0 0-12 16,-10 17-6-16,6-5-7 15,-2 3-8-15,-1 3-9 0,-3 4-1 0,-1 2-7 0,0 1 2 0,0-3-4 0,1 2-11 16,2-6 1-16,-3 4 1 0,-1 1 0 0,6-4-1 0,-1-4-1 15,1 1-7-15,2-5 1 0,-1-2 0 0,4 3-5 16,-2-4 10-16,-1 1 4 0,3-3 8 0,-2 0 9 16,3 0 7-16,3 0 14 0,-2-2 3 0,3 0 12 15,5 3-1-15,-1-2-1 0,5-5-3 0,-2 2-8 16,3 1-2-16,4-1-7 16,0-2-3-16,-1-2-10 0,-3 2-33 15,2 0-19-15,2 0-30 0,-3-3-29 0,-2 1-35 16,0-1-38-16,2 1-25 0,-7-4-144 0,5 2-344 0,-4-1 153 15</inkml:trace>
  <inkml:trace contextRef="#ctx0" brushRef="#br0" timeOffset="98154.19">17207 12030 102 0,'0'-8'290'0,"0"8"-6"0,1-1-8 16,-1 1-18-16,0-6-18 0,0 6-26 0,0 0-15 15,1-3-30-15,-1 3-18 0,0 0-17 0,0 0-25 0,0 0-29 16,0 0-16-16,0 0-7 0,0 0-9 0,-2 18-8 0,-2-2-1 16,-1 1-6-1,-3 2-2-15,2 6 1 0,-3 2-2 0,1 1-22 16,1 2-27-16,-1-1-40 0,0-2-39 0,3 1-52 16,0-1-63-16,1-9-179 0,-1-2-424 0,5-6 188 15</inkml:trace>
  <inkml:trace contextRef="#ctx0" brushRef="#br0" timeOffset="98637.48">17665 11957 36 0,'4'-3'282'16,"-2"0"-9"-16,0 2-17 0,-2 1-21 0,5-3-23 15,-5 3-24-15,5-4-23 0,-5 4-26 0,0 0-27 16,0 0-13-16,0 0-12 0,-8 19-10 0,1-2-9 16,-5 7-7-16,-3 3-11 0,-1 4-2 0,-10 12-9 15,-5 4-2-15,2 3-1 0,-2 2-5 0,-1 0-5 0,0-2 6 0,3-2-8 16,2-2-5-16,-1-2-2 0,5-2 15 0,9-12-1 16,-3-4-4-16,5 0-3 0,0-2-2 0,3-7-3 15,0-2-1-15,4-4-2 0,-1-1 1 0,3-2-3 16,-1-1 1-16,2-2 4 0,-1-2-1 0,2 2 8 15,-2-1-3-15,2-1 4 0,1-3 2 0,-2 4 0 16,2-4-1-16,-2 3 0 16,2-3-3-16,0 0 1 0,0 0-10 15,0 0-16-15,0 0-39 0,0 0-43 0,0 0-61 16,0 0-56-16,8-12-36 0,-5 7-179 0,0-2-448 0,3-1 199 16</inkml:trace>
  <inkml:trace contextRef="#ctx0" brushRef="#br0" timeOffset="99238.77">17768 12264 76 0,'2'0'194'0,"6"-4"-21"0,-3 3-13 0,-5 1-20 16,13 1-16-16,-8 1-13 16,8 0-12-16,-3 1-8 0,-2 2-9 0,0 3-8 15,0-2-8-15,-1 1-4 0,0 4-9 0,0-5-4 16,-2 6-9-16,-1-2-6 0,-2 0-1 0,-1 2-4 15,-2 0-2-15,-3 0-3 0,-1 0-5 0,-4 1-2 16,4-2-2-16,-2 0 0 0,-1-2-1 0,-1 0 3 16,4 1-6-16,-3-5-3 0,4 0 1 0,2 2-3 15,-1-5 0-15,1 2 2 0,-2-1-1 0,0 2 0 0,4-5-4 0,0 5 6 16,0-5-7-16,4 5 7 0,-2 0-1 0,2-3 3 16,1 2 4-16,2 0-5 0,-1-2 3 0,2 2-1 15,1 2 2-15,1-1-4 0,0 1-4 0,0-2-1 16,-1 5 0-16,-1-2 9 0,1 2-13 0,-3-1 2 15,1 1 1-15,-1 1-1 0,-3-2-6 0,2 4 2 16,-3-3 3 0,-4 0-1-16,-1 2 1 0,-1-2 0 0,-2 1-1 15,0-1 2-15,-3 1 5 0,-4-2-2 0,3-1 6 0,-2 0 2 16,-1-2 1-16,0-2 2 0,-7 3 8 0,5-3 8 16,-3 0 6-16,6 0 11 0,-2-3-5 0,4 1-2 15,0 0-1-15,2-2-5 0,1 1-1 0,1 1-2 0,6-1-3 16,-10-1 2-16,10 1-2 0,-7 1 6 0,7-1 5 15,0 0-4-15,-7-2-3 0,7 2-28 0,0 0-39 16,-2-5-47-16,2 5-57 0,3-6-62 0,-1 0-191 16,4 1-420-16,-1-1 186 0</inkml:trace>
  <inkml:trace contextRef="#ctx0" brushRef="#br0" timeOffset="99492.68">18417 12458 186 0,'0'0'252'0,"0"0"-27"0,0 0-25 16,0 0-25-16,0 0-16 0,1 6-18 0,-5 1-14 15,3-3-12-15,-7 6-12 0,2-2-10 0,-2 5-5 16,-1 2-13-16,-3 0-39 0,0-1-50 0,-2 2-48 16,3-1-59-16,-6-3-176 0,2 0-321 0,-1-1 142 15</inkml:trace>
  <inkml:trace contextRef="#ctx0" brushRef="#br0" timeOffset="100272.48">18983 12213 129 0,'-5'0'204'0,"5"0"-8"0,-5 2-8 0,5-2-12 16,0 0-9-16,-8 0-7 0,8 0-12 0,0 0-12 15,0 0-8-15,0 0-15 0,0 0-5 0,0 0-13 0,0 0-5 16,0 0-5-16,14-5 4 0,-14 5-4 16,4-2 4-16,-4 2-8 0,0 0-2 0,0 0-8 15,6-3-4-15,-6 3-12 0,0 0 0 0,4-1-8 0,-4 1-5 0,0 0-3 16,0 0-6-16,5-3-4 0,-5 3-3 0,0 0-3 16,0 0 2-16,0 0-2 0,0 0-5 0,0 0-3 15,0 0-1-15,0 0-5 0,0 0 4 0,0 0-3 16,0 0-1-16,0 0-3 0,0 0 0 0,0 0-3 15,0 0 0-15,0 0 0 0,0 0 8 0,0 0-13 16,0 0-1-16,0 0 1 16,0 0 1-16,0 0-2 0,0 0 3 0,0 0-3 15,0 0 0-15,0 0-2 0,0 0 4 0,0 0-1 16,0 0 4-16,0 0 1 0,0 0 0 0,0 0-1 16,9 0 1-16,0 0-1 0,3-3-1 0,4 2 1 0,6-2 2 15,0 0-2-15,6-1-2 0,1 3 0 0,4-3 5 16,-2-2-4-16,6 5 17 0,-5-2-15 0,3 2 4 15,-2-2-6-15,-2-3 6 0,-1 2 0 0,-9 1 1 0,0 2-4 16,-4-3 0-16,-3 0 8 0,-4 1-8 0,2 1 3 16,-5 2 0-16,1-2-3 0,-3 1-16 0,-5 1-23 15,9-2-41-15,-5 2-45 0,-4 0-48 0,0 0-26 16,0 0-31-16,0 0-186 0,0 0-444 0,0 0 197 16</inkml:trace>
  <inkml:trace contextRef="#ctx0" brushRef="#br0" timeOffset="100873.99">19810 11943 58 0,'10'-2'189'15,"0"-1"-9"-15,4 1-8 0,-2 1-13 0,7-2-11 0,-2 1-13 16,2 2-11-16,2 2-14 0,-4 1-14 0,2-2-8 16,-2 4-10-16,-3 1-4 0,-3-1-9 0,5 5-9 15,-7-2-6-15,-2 1-4 0,0 3-5 0,-4 1-7 16,0 4-6-16,-6-1-3 0,-7 7 0 0,-3 2-2 15,-4 0-3-15,-4 2-3 0,-2-2 1 0,-9 11-3 16,7-11-4-16,-3-5 3 16,2-1 4-16,1-5-6 0,1 3-1 0,5-5-6 15,3-4 5-15,4 0 1 0,2-4 1 0,1 2 6 16,1-3 9-16,3 0 26 0,0 1 22 0,1-3 42 16,-1 0 16-16,5-1 16 0,-5 4 8 0,5-4-17 15,0 0-23-15,0 0-7 0,10-13-13 0,-1 5-5 16,0 3-14-16,1-6-4 0,2 6-11 0,2-7-8 15,-4 7-7-15,2 0-3 0,-3 1-4 0,1-2-11 0,-4 4-5 0,2 0-6 16,0 3 1-16,2 0-4 0,0 3-5 0,0 0-1 16,2 0-3-16,-1 2-1 0,-1 1 1 0,1 2-2 15,0-2 2-15,-1 3 2 0,2-3-5 0,2 3 3 16,-4-3-3-16,-1-2 0 0,0 2 3 0,2-2-5 16,-1-3 4-16,0 1 15 0,1-3-16 0,2 0-1 15,1 0 11 1,-1-4-9-16,3 0 2 0,-3-2 3 0,2-1-11 15,2-1 8-15,-8 1-8 0,9-3 2 0,-4 0 3 0,-4 3-6 16,-1-2 2-16,-2 6 2 0,0-3-2 0,2 0 2 16,-5 1-19-16,1 4-37 0,-1-1-48 0,-3 0-67 15,-1 2-90-15,3-4-338 0,-3 4-643 16,0 0 284-16</inkml:trace>
  <inkml:trace contextRef="#ctx0" brushRef="#br0" timeOffset="102894.7">10419 14500 5 0,'0'0'189'0,"0"0"-6"16,0 0-14-16,0 0-14 0,0 0-17 0,0 0-12 15,0 0-16-15,-1-5-12 0,1 5-9 0,0 0-8 16,0 0-10-16,0 0-10 0,0 0-8 16,0 0-6-16,0 0-1 0,0 0-7 0,0 0-4 15,0 0-4-15,0 0-7 0,0 0 0 16,0 0-2-16,0 0 0 0,0 0 1 16,17 0-4-16,-10 0-6 0,2-3 0 0,5 1-2 15,-1-1 0-15,1 0-2 0,4 2 1 0,-1-3-7 16,2-1 1-16,0 0-4 0,1 2 6 0,-5-2-7 15,3-2 2-15,-1 3-1 0,1-1 1 0,-5 0 0 0,-2-1 5 16,-2 1 15-16,-1-1 13 0,-1 3 10 16,-3 0 9-16,1-3 9 0,-1 2-5 0,-3 0-3 0,-1 1-9 0,-2-4-5 15,-2 4-8-15,-4-1-8 0,-4 3-9 0,-5-1 1 16,-4 1-4-16,0 2-3 0,-10 2 0 0,-1 0-4 16,-2 1-1-16,-1 7-2 0,-3 0 6 0,-16 6-8 15,-1 1 2 1,2 5-4-16,-2-1-1 0,1 2 2 0,2 8 2 15,6-1-5-15,7 1 0 0,2 1-1 0,12-6-1 16,2 1 0-16,6 0 2 0,-1-1-1 0,4-1 1 0,3 0 0 16,5 1-11-16,6-2 8 0,3-6 5 0,7 0 5 15,0-2 1-15,16 0 13 0,-2-3-1 0,12-3 2 16,2-6 0-16,21 3-2 0,1-3 1 0,4-2-3 16,0-3-3-16,-3 0 0 0,-2 0 0 0,-4-3-2 15,-17 3 2-15,-3-1-3 0,-2 0 3 0,-1-1-5 16,-13 1 8-16,-1 0-11 0,-6 1 3 0,-6-2 5 0,7 1 1 0,-8 1 10 15,-5 0 4-15,9-1-1 0,-9 1-5 16,4-3-9-16,-4 3-12 0,0 0-11 0,0 0-13 16,0 0-19-16,-22-1-15 0,13 1-26 0,-1 0-36 15,1 0-33-15,0 0-38 0,-4 1-156 0,4-2-376 16,3 1 167-16</inkml:trace>
  <inkml:trace contextRef="#ctx0" brushRef="#br0" timeOffset="103101.72">11059 14896 346 0,'0'0'391'0,"0"0"-44"0,0 0-32 0,0 0-32 15,0 0-26-15,0 0-29 0,0 0-26 0,0 0-52 16,0 0-54-16,0 0-63 0,0 0-68 0,0 0-70 0,0 0-114 16,0 0-163-16,4-13-414 0,1 10 184 0</inkml:trace>
  <inkml:trace contextRef="#ctx0" brushRef="#br0" timeOffset="103618.67">11577 14570 73 0,'1'-6'291'15,"0"0"-8"-15,2 2-8 0,-2 1-18 0,0 0-12 16,0-2-19-16,-1 5-21 0,2-3-21 0,-2 3-24 0,1-4-20 15,-1 4-10-15,0 0-19 0,3-2-23 0,-3 2-21 16,0 0-18-16,0 0-8 0,0 0 2 0,0 0-13 16,-4 21-3-16,4-4-5 0,-2 1-3 0,-1 6-6 0,-1-4 3 15,1 5-2-15,0 2-4 0,0-1 2 0,-1-1-5 16,2-5 1-16,-4 3 1 0,3-3-2 16,0-1 0-16,-1-1-1 15,1 0 2-15,1-3-2 0,1-3-1 0,-2-3 2 16,2 1-1-16,0-3-5 0,-1-2 4 0,1 0 4 15,0-2 2-15,1 1 31 0,-1 0 21 0,1-4 37 16,0 0 44-16,-3 4 28 0,3-4 1 0,0 0-15 16,-3-13-15-16,2 4-13 0,-1-8-14 0,4-4-14 15,-3-5-12-15,1-6-10 0,4-4-10 0,0-13-11 16,3-2-7-16,2 5-13 0,1-1-11 0,-2 12-3 0,1-2-7 0,4 3 3 16,-4 4 0-16,1 0-5 0,0 3-2 0,-3 10 0 15,0-3-2-15,1 5-7 0,2 0-7 0,-3 1 7 16,3 4-6-16,5-1 4 0,-2 4-5 0,6-2-4 15,3 2-22-15,6-1-32 0,1 3-29 0,1 5-25 16,0 5-33-16,1 0-32 0,0 3-31 0,-2 3-37 16,-2-1-43-16,0 4-61 0,-9-2-203 0,-2 1-600 0,1-1 265 0</inkml:trace>
  <inkml:trace contextRef="#ctx0" brushRef="#br0" timeOffset="104035.28">11698 14659 130 0,'-5'0'209'0,"1"3"-8"0,4-3-9 16,0 0-12-16,-1 4-11 0,1-4-8 15,0 0-4-15,-3 2-8 0,3-2-10 0,0 0-9 16,0 0-10-16,0 0-12 0,0 0-5 0,16 1-13 0,-16-1-10 16,20-5-7-1,-2 0-5-15,1 1-8 0,11-1-6 0,0-2-5 16,2 0-8-16,6-1-1 0,2 1-6 0,10-7 2 15,-13 8 1-15,-1-1-6 0,-4 0-2 0,-3 1-4 16,-1-2-2-16,-9 5-3 0,-6 2-1 0,0-1-3 16,-4 0 1-16,-3 1-3 0,1-2 1 0,-1 3-3 15,-6 0 0-15,10-3-9 0,-10 3-14 0,0 0-23 16,0 0-22-16,0 0-34 0,0 0-37 0,0 0-39 0,-28 9-42 0,15-6-185 16,3 0-425-16,0-3 188 0</inkml:trace>
  <inkml:trace contextRef="#ctx0" brushRef="#br0" timeOffset="109765.37">13004 14459 30 0,'0'0'138'0,"0"0"-8"0,0 0-7 16,0 0-6-16,-9 2-10 0,9-2-2 0,0 0-9 15,0 0-4-15,0 0-6 0,0 0-8 0,0 0-9 0,0 0-2 0,0 0-5 16,0 0-5-16,0 0-1 0,0 0 4 0,0 0 3 16,0 0 0-16,0 0 2 0,0 0-3 0,0 0-6 15,0 0 1-15,0 0-3 0,0 0-2 0,27-3-1 16,-8 2-2-16,9 1 0 0,3-3-4 0,3 3-7 15,3-3 1-15,3 1-2 0,1 0 0 0,10-3-3 16,-12 4-2-16,-4 0-3 16,-2 0-2-16,-1-1-3 0,-10 2-2 0,-1-1-7 15,-8 1-19-15,5-2-24 0,-6 2-30 0,-6 0-47 16,1 0-26-16,-7 0-25 0,5 2-177 0,-5-2-359 16,0 0 160-16</inkml:trace>
  <inkml:trace contextRef="#ctx0" brushRef="#br0" timeOffset="110081.59">13202 14630 13 0,'0'0'259'15,"0"0"-18"-15,-5 0-10 0,5 0-21 0,0 0-23 16,0 0-19-16,19-2-15 0,-1 0-17 0,13-3-13 16,-1 7-15-16,4-5-9 0,1 1-10 0,6-2-12 15,-1 1-6-15,12-1-6 0,-15 1-9 0,-1 0-3 16,-4 2-7-16,-4 2-3 0,-6-3-3 16,-8 3-7-16,-4-2-5 0,3-1 1 0,-5 1-3 15,-2 0-4-15,2-2 0 0,-3 3-11 0,-1-1-15 16,-4 1-11-16,0 0-23 0,0 0-26 0,0 0-44 15,-22 6-64-15,9-1-201 0,-1-3-405 0,4 2 179 16</inkml:trace>
  <inkml:trace contextRef="#ctx0" brushRef="#br0" timeOffset="111052.87">15290 14212 104 0,'0'0'129'0,"0"0"-2"0,-3-5-7 0,3 5-11 15,0 0-6-15,0 0-7 0,0 0-11 0,-6-5-5 16,6 5-6 0,0 0-9-16,0 0-8 0,0 0-8 0,-5 0 2 15,5 0-6-15,0 0-10 0,0 0-1 0,0 0-5 16,0 0-4-16,0 0-1 0,0 0 0 0,0 0-8 16,0 0 5-16,0 0-5 0,0 0-2 0,0 0-1 15,0 0 3-15,0 0 9 0,0 0 1 0,14 7 3 16,-2-7 2-16,3 0-6 0,4-2-1 0,1 0-2 15,3 1-6-15,3-3 4 0,-3-1-6 0,5 1 6 0,-6-2-7 0,-1 1-1 16,-1 0-1-16,7-2-2 0,-10 0 5 0,0 2-3 16,-6-1 8-16,0 2 24 0,-2-1 10 0,-4 1 14 15,1 1 3-15,-2 1-21 0,0-1 3 0,-4 3-13 16,-1-4-3-16,1 4-10 0,-13-5-6 0,4 5-1 16,-8 2-5-16,-6 1 2 0,-5 2-9 0,-4 4-2 15,-1 2 0-15,-2 1-2 16,-12 6 0-16,1 4-3 0,13-3 0 0,-10 7 2 15,-1 2-4-15,15-8-1 0,-2 3-3 0,2 2-5 16,3-1 8-16,3 0-4 0,4 5 1 16,4 0 3-16,6-4 3 0,1 1 4 0,6 3 4 15,4-3 5-15,7-1 6 0,4-4 1 0,2-6 3 0,8 2 1 16,9-3 0-16,6-4-7 0,14-1 3 0,2-3 1 16,0-2-24-16,-2-5-28 0,-12 0-54 0,0-5-49 0,0 2-59 15,-4-2-164-15,-2-2-385 0,-4 3 170 0</inkml:trace>
  <inkml:trace contextRef="#ctx0" brushRef="#br0" timeOffset="111422.61">15698 14552 283 0,'1'-4'319'0,"-1"4"-21"0,0 0-28 0,1-3-27 16,-1 3-26-16,0 0-23 0,0 0-21 0,0 0-21 0,0 0-17 15,0 0-21-15,0 0-22 0,0 0-12 0,0 10-9 16,-1-2-7-16,-2 2-10 0,0 8-4 0,-3 0-6 16,0 2-6-16,-2 5 0 0,1 0-8 0,-1 0 8 15,3 2-3-15,-4-4-12 0,7-2-8 0,-1-1 4 0,-1-1-4 16,0-1-1-16,2 0-1 0,2 0 7 15,-3-6-9-15,3 0-3 0,-1-2 3 0,-2-1-2 0,3-1-2 0,-1-2 0 16,1-1 4-16,0 1-5 0,0-2 2 0,0 1 3 16,0-5-1-16,0 5 0 0,0-5 5 0,0 3-5 15,0-3-1-15,0 0-2 0,1 4-11 0,-1-4-17 16,0 0-34-16,0 0-64 0,0 0-86 0,9-16-279 16,-1 5-522-16,0 2 231 0</inkml:trace>
  <inkml:trace contextRef="#ctx0" brushRef="#br0" timeOffset="112039.89">16431 14536 86 0,'0'0'130'0,"-5"0"-6"0,5 0-13 16,0 0-11-16,0 0-6 0,0 0 3 0,0 0 24 0,0 0-29 0,0 0-2 15,28 0-7-15,-15-2-11 0,5 1-8 0,1-3 1 16,2 0-15-16,0-2 1 0,9 1-2 0,0-2 0 16,0 0 8-16,0-3-12 0,-2-1-1 0,3 0 3 15,-5-3 1-15,0 2 11 0,-2-2-12 0,-2 0 1 16,-6 0 6-16,-1-1 4 0,0 1-3 0,-2 1 6 15,0 0 1-15,-7 1 5 0,1 2-2 0,-5-1 0 0,1 1-4 16,-6 0-4-16,3 4-4 0,-1-1-10 0,0 1-6 0,-6 2-2 16,1 2-11-16,-5 0-4 0,-5 2 2 0,-2 3-10 15,-5 1-2-15,-3 3 0 0,-4 4-1 16,-1 3 0-16,1 2-23 0,-1 1-3 0,4 2-4 16,-2 1 0-16,2 5 3 0,3-4 3 0,2 3 6 15,4 0-3-15,3-1 2 16,3 2 6-16,6-2 5 0,2-1 10 0,8-3 3 15,1-2 11-15,4-2 9 0,3 1 6 0,4-4 0 16,8 0 4-16,4-2-1 0,4-6-3 0,4 2-8 16,0-1 1-16,1-5-1 0,-1 0-6 0,-1 0 0 15,-1-3-10-15,-5 3-20 0,-1-5-41 0,-10 2-36 16,0 1-42-16,-4 0-64 0,0 0-59 0,-4-2-161 16,-4 0-442-16,-6 4 196 0</inkml:trace>
  <inkml:trace contextRef="#ctx0" brushRef="#br0" timeOffset="113104.83">17397 13618 70 0,'1'-1'250'16,"2"-4"-3"-16,-3 5-12 0,3-3-18 0,-3 3-15 15,2-3-16-15,-2 3-22 0,2-4-14 0,-2 4-18 16,0 0-15-16,0 0-13 0,0 0-14 0,0 0-17 0,0 0-17 0,0 0-8 15,0 0-8-15,-2 15 0 0,0-6-12 0,-5 6-1 16,1 1-5-16,-2 2-1 0,-2 8-2 0,1-2 4 16,0 2-8-16,0 0-1 0,3-1-3 0,2-7-1 15,-3-1 3-15,5 3-5 0,-1-4-1 0,2 1 3 16,1-2-2-16,-3-2-2 0,6-2 3 0,-2 1 20 16,3-2 0-16,4-3 8 0,-2 4 3 0,7-5-1 0,4 2 1 0,3-1-2 15,0-3-5-15,1 1-5 0,2-3 0 16,5 1-2-16,0-1-24 0,-8-4-25 0,1-1-29 15,-2 1-31-15,-1-1-36 0,0-1-37 0,1-1-27 0,-6 0-23 16,0-2-165-16,-4 3-399 0,1-4 176 0</inkml:trace>
  <inkml:trace contextRef="#ctx0" brushRef="#br0" timeOffset="113305.4">17676 13837 152 0,'0'0'267'0,"0"0"-7"0,-3-7-10 16,3 7-17-16,0-3-23 0,0 3-19 0,0 0-24 16,0 0-17-16,-1-5-22 0,1 5-15 0,0 0-22 0,0 0-11 0,0 0-10 15,-4 17-4-15,1-7-11 0,2 2-5 0,-1 5-3 16,-1 2-3-16,0-2-6 0,2 3 0 0,-1 4-3 16,-1 2 0-16,1-1-25 0,-1-1-37 0,2 2-38 15,-2 0-57-15,2-9-54 0,-2 1-223 0,2 1-432 16,0-7 193-16</inkml:trace>
  <inkml:trace contextRef="#ctx0" brushRef="#br0" timeOffset="113875.76">17252 14189 65 0,'0'0'99'0,"0"0"1"0,0 0 8 15,0 0 3-15,0 0 6 0,0 0 8 0,0 0 0 16,0 0 2-16,0 0 4 0,0 0-3 0,0 0-4 16,0 0-6-16,0 0-10 0,0 0-11 0,0 0-7 15,0 0-5-15,-4 2-11 0,4-2-7 0,0 0-7 16,0 0-8-16,0 0-6 0,0 0-2 0,0 0-8 0,0 0-4 16,0 0 2-16,-2 4-9 0,2-4-2 0,0 0-2 15,0 0-7-15,0 0 2 0,0 0 0 0,-1 5-5 16,1-5 0-16,0 0 1 0,0 0-4 0,0 0 3 0,0 0-5 15,0 0-1-15,0 0 0 0,0 0-1 0,0 0 0 16,0 0 0-16,0 0 0 0,0 0 2 16,0 0 0-16,23-3-1 0,-11 6-3 0,8-8 1 0,8 5 4 0,3-2-3 15,2 0 0-15,4-4-3 0,14 1 2 0,1 0-2 16,1-2 2-16,3 1 5 0,3 1 3 0,-3-2 6 16,-3-1 3-16,-3 0-3 0,-16 4 3 0,0-3-6 15,-3 4 7-15,-9-2-3 0,-3 1-1 0,-1 1 0 16,-8 0 3-16,-1 1 2 0,0 0 1 0,-1 2 1 15,-3-1-3-15,0-3-10 16,-1 4-13-16,-4 0-18 0,0 0-20 0,0 0-22 16,0 0-29-16,0 0-43 0,0 0-33 0,-26 7-57 15,16-5-128-15,-3 1-381 0,3 0 169 0</inkml:trace>
  <inkml:trace contextRef="#ctx0" brushRef="#br0" timeOffset="114423.62">17717 14253 131 0,'0'0'206'0,"0"0"-15"15,15-1-18-15,-15 1-15 0,14 0-18 0,-4-1-16 16,-2 1-9-16,3 2-9 0,-3-1-17 0,1 0-6 0,0-1-8 16,1 5-13-16,-3-3-4 0,0 3-6 0,-2-2-11 0,-2 0-3 15,6 1-9-15,-7 1-5 0,1 0-5 0,-3 2-4 16,-1 0-1-16,-1 0-3 0,-2 1-1 0,-3 1-3 15,1 0 1-15,-5 0-1 0,4-1 1 0,-5 0-1 16,3 0-1-16,0-2 3 0,-1 0-4 0,1 1 1 16,4-3-6-16,-3 2 1 0,3-1 1 0,0-2-2 0,1 1 3 15,4-1-2-15,0 1 5 0,0-4-3 0,0 7 1 16,4-4 5-16,1 0-17 0,4 3 12 0,0-3-1 16,0 1 0-16,1 1-1 0,2 1 0 0,3 1-5 15,-3-2-7-15,-2 1 8 0,0-1-2 0,-1 0 5 16,0 2-6-16,-4-1 4 0,3 1-2 0,-3-3 0 15,-1 4 0-15,-2-4 1 16,-2 1 5-16,1 0 6 0,-3 2-3 0,-1-2 2 16,-2 0-1-16,-6 0 1 0,1 0-1 0,-3-1 7 15,-1 0-6-15,-3 0 3 0,-1-1-8 0,-1-1 5 16,-2-2 1-16,2 0-8 0,0 2-14 0,3-4-17 16,2 1-18-16,2 0-21 0,2 0-31 15,0-2-58-15,3 0-128 0,2-3-308 0,4 2 136 0</inkml:trace>
  <inkml:trace contextRef="#ctx0" brushRef="#br0" timeOffset="115031.71">18432 13951 135 0,'8'-3'173'0,"1"3"-17"15,-3 0-17-15,3 2-16 0,1-1-12 0,1 3-11 16,0 1-13-16,1 3-2 0,-2-1-11 0,-2 2 1 16,2 7-9-16,-4 0-3 0,-1 1-6 0,-4 0-4 15,-2 2-10-15,-3 6-1 0,-3 0-10 0,-6-3 5 16,3 1-6-16,-7-2-5 0,3 0 8 0,0-4-11 15,1-4 1-15,0 2-11 0,-1-4 6 0,4-3-5 16,0-1 0-16,5 0 14 0,-3-2 9 0,4-2 20 0,-1 2 16 0,3-2 28 16,-3-1 20-16,2 0 13 0,3-2-11 0,0 0-12 15,0 0-16-15,17-13-7 0,-2 2-9 0,3 0-8 16,2-7-12-16,2-2-4 0,5 1-4 0,1-5-7 16,0-1-5-16,1 1-7 0,-2-2-3 0,4 4-5 15,-7-1 3-15,-4 6-6 0,-7 5 2 0,-1 1 0 16,-6 4-4-16,1 2 4 0,-1 1-10 0,-3 0-14 0,-1 2-12 15,-2 2-11-15,0 0 0 0,0 0-2 0,0 0 9 0,-10 20-2 16,0-4 2-16,-3 6 3 0,3 0 1 16,-3 3 0-16,4 1 5 0,0 0 0 0,4 2-3 15,1-2 2-15,7-3-17 0,3-3-24 0,3 4-40 16,4-8-68-16,7 2-98 0,3-3-186 0,4-7-480 16,4-2 213-16</inkml:trace>
  <inkml:trace contextRef="#ctx0" brushRef="#br0" timeOffset="115664.3">19529 14529 140 0,'-7'0'139'0,"7"0"-7"0,-5 1-4 0,5-1-9 16,-8 3-9-1,8-3-3-15,-6 1-14 0,6-1-11 0,0 0-1 16,-8 0-12-16,8 0 6 0,0 0-5 0,0 0 4 15,0 0-5-15,0 0 11 0,0 0 17 0,0 0 6 16,0 0 0-16,27 2-5 0,-6-3 14 0,9 1-12 16,5-1-10-16,2 0-8 0,19-3-8 0,7 1-4 15,-1-2-8-15,2 2-3 0,0 3-5 0,-4-6-7 16,-5 3-2-16,-4-1-20 0,-19 1-20 0,-4 2-23 0,-5-3-33 0,-5 4-22 16,-5 0-51-16,-2-2-56 0,-7 0-212 0,-2 0-423 15,-2 2 187-15</inkml:trace>
  <inkml:trace contextRef="#ctx0" brushRef="#br0" timeOffset="115895.61">19913 14397 14 0,'0'-9'330'0,"0"3"-10"0,0-2-9 16,0 2-17-16,0 2-9 0,0-1-38 0,0 1-27 15,0 4-27-15,0-5-25 16,0 5-26-16,0 0-23 0,0 0-20 0,0 0-12 16,0 29-5-16,-2-8-11 0,0 6-8 0,1 7-6 15,-3 2 0-15,2 17-9 0,0-7-40 0,2 1-40 16,0-11-43-16,0 8-63 0,4-10-80 0,0-4-241 16,-1-5-497-16,0-8 220 0</inkml:trace>
  <inkml:trace contextRef="#ctx0" brushRef="#br0" timeOffset="116713.27">20972 14103 136 0,'-3'-1'144'16,"3"1"-16"-16,0 0-13 0,-3-4-11 0,3 4-11 16,0 0-12-16,0 0-4 0,0 0-9 0,0 0-15 15,0 0 4-15,0 0-3 0,10 7-10 0,-2-7 0 16,3 3-8-16,1-3 4 0,3 0-2 0,-2 0 3 16,6 0-10-16,8-3 6 0,-5 1-19 0,0-1 7 15,-1-1-10-15,7-4 3 0,-11 5-1 0,6-3 0 0,-8-1-3 0,6 2-2 16,-5-3 2-16,0 1 4 0,-6 2 6 0,1 1 18 15,-3-1-3-15,-1 1 9 0,-2 0 3 16,1 3-3-16,-3-2-9 0,-3 3-4 0,0-4-2 16,0 4-9-16,0 0-7 0,-20 0-2 0,10 3 3 0,-9 2-5 15,-4 3-2-15,0 4-4 0,-4 2 0 0,0 5-4 16,-1 1-4-16,1 2-1 0,1 3-1 0,0 3-1 0,4-2 0 16,3 3 0-16,1-1 4 0,8 1-6 0,1 1 5 15,3 0 3-15,2-4-5 0,5 3 4 0,8-4 0 16,1-1 4-16,8 2 4 0,4-6 2 0,6-4-8 15,4-3-49-15,0-3-42 0,6-1-64 0,1-4-146 16,0-3-321-16,-3-3 143 0</inkml:trace>
  <inkml:trace contextRef="#ctx0" brushRef="#br0" timeOffset="117183.33">21471 14449 59 0,'0'0'239'0,"0"0"-23"0,0 0-28 0,0 0-12 16,19 1-23-16,-7 0-13 0,-1 2-16 16,-1 0-14-16,1-2-3 0,0 4-18 0,-2-2-12 15,1 4-18-15,-2 0-17 0,-2 0-8 0,-2 3-7 16,-3 0-6-16,1 1 2 15,-8 1-4-15,0 8-1 0,-3-1 1 0,-4 3-6 16,-4-1 2-16,0 0-3 0,-5-2 2 0,3-3-4 16,0 2-2-16,2-7 4 0,3 0-6 0,-4 1 2 15,4-5 1-15,2 0 4 0,1-1 1 0,2-1-2 16,3-1 10-16,-2-1 8 0,6-1 14 0,-5 1 15 16,3-2 16-16,1 2 9 0,3-3-3 0,0 0-2 15,0 0-15-15,0 0-6 0,0 0-4 0,15-10-7 0,-4 8-5 0,0-2-8 16,2 1-1-16,4 0-3 0,-4 1 1 0,6 2-8 15,-1-1-4-15,-1 1-6 0,-1 1-3 0,4 1 10 16,-3 0-8-16,4 2-4 0,-3 0-1 0,0 1-1 16,-6-1 0-16,2 0 3 0,-3 0-3 15,0-2-13-15,-2 0-10 0,-4-1-10 0,-1 2-8 0,1-2-5 16,-1 3 2-16,1-4 4 0,-5 0-9 0,9-4-27 0,-8 0-35 16,3-1-37-16,0 2-24 0,-3-3-22 0,3-3-28 15,0 1-112-15,-3-2-354 0,3-1 156 0</inkml:trace>
  <inkml:trace contextRef="#ctx0" brushRef="#br0" timeOffset="117700.19">22314 14437 117 0,'0'0'142'15,"0"0"-13"-15,0 0-11 0,0 0 0 0,0 0-5 16,-9 0-1-16,9 0-5 0,0 0 6 0,0 0-4 16,0 0-6-16,0 0-4 0,0 0-3 0,31-5-11 15,-18 1-5-15,5-2-8 0,0 2-7 0,1-6-5 16,8 0-1-16,-1-2 8 0,0-1-1 0,1-1-7 16,-3 0-3-16,4-2-7 0,-1-1-4 0,-3-1-4 15,-2-4 0-15,-4 3-7 0,2-3-2 0,-11 5-1 0,1 3-1 0,-2-6-6 16,-3 6-1-16,-3 4-3 0,0-1-2 0,-4 2-2 15,-2 2-9-15,-3 1 0 0,-4 2-2 0,-1 2-3 16,-7 3 0-16,0 4-4 0,-12 9-3 0,-2 0 1 16,2 6-1-16,-2 2-1 0,6 2 3 0,-11 10-5 15,15-10-1-15,1 5-1 0,3 0 2 0,4 0-1 16,2-2 9 0,8 2-7-16,2-2 4 0,7-2 13 0,5 0-4 0,9-2 4 15,2-1 1-15,7-5 2 0,4-4-25 0,5-2-41 16,17-8-56-16,1-3-70 0,1-1-186 0,3-9-396 15,-1 0 175-15</inkml:trace>
  <inkml:trace contextRef="#ctx0" brushRef="#br0" timeOffset="118185.69">22831 13939 50 0,'0'0'175'0,"-7"2"2"0,7-2-16 0,0 0 0 0,-6 0-15 16,6 0-8-16,0 0-2 0,0 0 1 0,0 0-3 15,16 3-9-15,6-1-10 0,6-2-13 0,3 0-10 16,2 0-7-16,0 0-8 0,8-2-8 0,-1 2-7 16,12-3-6-16,1 1-5 0,-14-1-6 0,-2 1-8 0,-1-1 2 15,-8 1-6-15,-6 2-1 0,-9 0-4 16,0 0-3-16,-3-2-12 16,-3 1-17-16,-2 1-16 0,-5 0-28 0,6-3-36 15,-6 3-24-15,0 0-32 0,0 0-38 16,-22-2-143-16,14 0-346 0,8 2 154 0</inkml:trace>
  <inkml:trace contextRef="#ctx0" brushRef="#br0" timeOffset="118918.34">23775 13537 140 0,'-1'-4'223'15,"-3"1"-4"-15,4 3-7 0,-3-3-14 0,3 3-18 16,-2-4-16-16,2 4-13 16,0 0-18-16,2-6-15 0,-2 6-12 0,12-4-12 15,-1 2-9-15,1 2 6 0,-1 0-9 0,3 1-11 16,5 2-9-16,-1 0-7 0,0 1-7 0,0 3-8 15,2 1-3-15,-2 0-4 0,-1 2-9 0,-2 1-3 16,-2 3-2-16,-1 1-7 0,-2 2-1 0,-3 0-4 16,-3 3-3-16,0 6 2 0,-6 0-3 0,-5 3-4 15,-2 3 2-15,-9-3 5 0,-1 1-5 0,-3-2 3 0,-10 6-1 0,3-10 0 16,-2 0 3-16,3-5-3 0,0-1 5 0,3-3-5 16,4-6-5-16,6 0 5 0,-2-1 1 0,6-4 9 15,2 1 17-15,1-2 14 0,3 0 32 0,-1-2 32 16,3 0 28-16,3-1-9 0,0 0-15 0,-5-5-31 15,5 5-10-15,10-10-11 0,-1 3 0 0,4 0-7 16,5 0-6 0,1 1-5-16,1 0-2 0,2 3-8 0,-3-2-6 15,9 1-7-15,-5 4-1 0,-1-1-1 0,8 2-8 0,-9 2 4 16,7-1-16-16,-1 4-17 0,-4-3-21 0,4 4-31 16,-8-2-37-16,-1 0-44 0,-1 2-48 0,1-3-59 15,-7 1-251-15,2-2-555 0,-4-1 246 0</inkml:trace>
  <inkml:trace contextRef="#ctx0" brushRef="#br0" timeOffset="119441.75">24382 13650 155 0,'11'-1'168'0,"-1"3"-18"0,3 0-15 0,1 2-14 15,-3 0-11-15,1 1-12 0,5 4-8 0,-8 0-7 16,2 3-8-16,-3-2-5 16,0 7-7-16,-6 3-9 0,3 4 2 0,-2 0-7 15,-6-3 5-15,-3 4-14 0,-3 1-3 0,-3-2-7 0,-3 1-2 0,1-3 3 16,-4-3-6-16,2 1-5 0,-4-2 2 0,5-5-3 15,2-3 5-15,-2 1 12 0,6-6 6 0,3 2 12 16,-1-2 11-16,2 0 21 0,0-2 24 0,0-2 35 16,1 2 41-16,0-2 30 0,4-1-3 15,0 0-15-15,0 0-19 0,4-16-17 0,8 2-19 0,-1 0-18 16,7-6-7-16,4-2-32 0,3-3 3 0,1-1-4 16,8-8-12-16,2 1-14 0,-9 7-13 15,9-8-14-15,-12 7-5 0,-2 2 3 0,-2 4-5 16,-4 0-2-16,-4 7 3 0,1 1 2 0,-8 4 1 15,-1 3-11-15,1 1 10 0,-1 1-9 0,2-1-15 0,-3 3-37 16,-3 2-24 0,0 0-2-16,0 0 6 0,0 0 4 0,-13 18 3 15,-1-3 0-15,-4 8 7 0,0 3 1 0,4 0 7 16,-1 3 2-16,1 2 5 0,6-1 1 0,-1 1 2 16,7 1 3-16,4-1 6 0,9-1-2 0,10-1 4 15,7-3-37-15,15 5-69 0,10-7-114 0,7-6-374 16,33 4-652-16,-26-13 289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4-26T03:02:29.388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3968 2452 205 0,'0'0'258'15,"0"0"-3"-15,0 0 4 0,0 0-1 0,0 0-6 16,-1-9-1-16,1 9-4 0,0 0-13 16,0-5-19-16,0 5-9 0,0 0-19 0,0 0-21 15,0 0-16-15,1-3-13 0,-1 3-15 0,0 0-14 16,0 0-14-16,0 0-32 0,0 0-30 0,0 0-29 0,0 0-26 0,0 0-8 15,-1 15 5-15,1-3 0 0,-1 7 4 0,-2 9 5 16,3 2 9-16,-3 1-4 0,3 2-1 0,-2 0 4 16,2-1 0-16,-1 1 5 0,1-2 2 0,0 3 0 15,1-6-1-15,3 1 1 0,-4-1 6 0,2 1-1 16,0-2-1-16,-1-8 11 0,-2-1-10 0,1-2-4 16,1-3 1-1,-1 1 3-15,0-4 10 0,1-1-9 0,-1 0-1 16,0-3 1-16,0-1-8 0,2-1-2 0,-2 0-3 15,0-4 1-15,0 6 2 0,0-2-2 0,0-4 0 0,0 4-15 16,0-4-32-16,0 0-31 0,0 0-28 0,0 0-27 16,-8-15-28-16,6 5-29 0,-1 0-51 15,-2-2-162-15,-2-5-443 0,1-3 196 0</inkml:trace>
  <inkml:trace contextRef="#ctx0" brushRef="#br0" timeOffset="316.39">3857 2416 95 0,'-1'-10'239'0,"-3"2"-12"16,2 1-19-16,0 1-26 0,2 1-13 15,0 0-21-15,0 0-18 0,2 0-8 0,1 3-20 16,5-1-1-16,-3 1-23 0,9 0-1 16,-1 1-15-16,9 2-6 0,-1-1-3 0,7 7-4 15,1-3-3-15,1 6-5 0,-1-2-2 0,-3 3-7 16,0 2-2-16,-2 4-2 0,-6-5-6 0,-1 8-2 15,-5-3-3-15,-3 0 2 0,-3 0-4 0,-3 0-1 16,-1 1-3-16,-7-2 0 0,-2 0 1 0,-7 0-2 0,-3 2 7 0,-7-1-8 16,-4 0 5-16,0-2-1 0,2-2-1 15,-3 1-3-15,6-3 0 0,-4 1-2 0,5-6 3 0,2 0 2 16,5 3-5-16,-3-2 4 0,5-4 0 0,0 0-4 16,3 4-3-16,4-5-8 0,-1 1-27 0,1-1-28 15,3-2-28-15,3 0-13 0,-1 5-43 0,1-5-55 16,0 0-135-16,0 0-360 0,24-3 159 0</inkml:trace>
  <inkml:trace contextRef="#ctx0" brushRef="#br0" timeOffset="494.84">4212 2808 79 0,'2'2'293'0,"-2"-2"-8"16,4 3-13-16,-4-3-12 0,0 0-12 0,0 0-18 15,2 1-19-15,-2-1-23 0,0 0-7 0,0 0-31 16,0 0-23-16,0 0-44 0,11-4-42 16,-5 3-58-16,-6 1-69 0,11-4-63 0,-4 0-87 15,-1-1-124-15,3 1-390 0,0-2 172 0</inkml:trace>
  <inkml:trace contextRef="#ctx0" brushRef="#br0" timeOffset="764.32">4578 2467 42 0,'0'-3'320'0,"0"-1"-18"0,0 4-23 16,0-5-29-16,0 5-31 0,0 0-23 0,-1-5-25 16,1 5-20-16,0 0-30 0,0 0-11 0,0 0-14 15,1 12-10-15,1-2-2 0,0 6-12 0,-1 2-4 16,3 7-5-16,-1 1-10 0,-2 2-2 0,3 0-2 15,-3 0-3-15,4-2-4 0,0 1-5 0,-2-1-3 16,-1-8-3-16,1 8 10 0,-1-8-14 0,0 1 1 0,-1-3-9 16,0-3-17-16,0-4-13 0,-1 3-18 0,-1-3-20 0,0-3-18 15,-2 1-21-15,-1-2-22 0,-1-1-35 0,5-4-38 16,-12 0-38-16,1-4-144 0,0-3-395 0,-2 1 175 16</inkml:trace>
  <inkml:trace contextRef="#ctx0" brushRef="#br0" timeOffset="948.92">4413 2348 214 0,'0'-9'286'0,"2"-1"-11"0,-1 2-17 16,1 0-24-16,1 0-21 0,2-1-26 16,0 1-18-16,3 2-18 0,2-2-16 0,1 5-16 15,2 1-12-15,6 1-12 0,3 2-30 0,0 1-28 0,6 9-26 0,-5 2-44 16,1 2-46-16,-1 4-37 0,-4 3-31 0,-1 0-53 15,-5 6-131-15,-2-3-357 0,-3 4 158 0</inkml:trace>
  <inkml:trace contextRef="#ctx0" brushRef="#br0" timeOffset="1102.3">4515 2908 33 0,'-1'6'243'0,"-3"-3"-15"0,4-3-17 0,-1 3-15 16,1-3-19-16,0 0-12 0,1 5-5 0,-1-5-14 15,12 1-18-15,-2 2-8 0,4-5-15 0,4 4-18 16,10-2-51-16,1 0-54 0,0-3-88 0,-9 3-213 0,8-6-345 16,-5 3 153-1</inkml:trace>
  <inkml:trace contextRef="#ctx0" brushRef="#br0" timeOffset="2721.89">5249 2660 33 0,'0'0'93'0,"0"0"-2"16,0 0-13-16,0 0 4 0,0 0-8 0,0 0-7 15,0 0-1-15,0 0-6 0,0 0-3 0,0 0-2 16,0 0 6-16,0 0-8 0,0 0-5 0,0 0 8 16,0 0-3-16,0 0 0 0,0 0 7 15,0 0-7-15,0 0-2 0,0 0-2 0,0 0-1 0,0 0-1 0,0 0 1 16,0 0 5-16,19 3-8 0,-11-3-4 0,3 0-6 16,7 0-1-16,-1 0-3 0,3 0 0 0,-1-3-9 15,3 2-11-15,0 1-19 0,-2 0-22 0,1-1-26 16,-2-2-33-16,0 2-47 0,-2 0-101 0,-3-1-257 15,-3 2 114-15</inkml:trace>
  <inkml:trace contextRef="#ctx0" brushRef="#br0" timeOffset="4927.29">5251 2881 105 0,'0'0'123'0,"-3"3"-1"0,3-3-6 0,0 0-10 0,0 0 0 16,0 0 4-16,0 0-4 0,0 0-5 0,0 0 1 0,0 0-4 16,0 0-6-16,0 0 3 0,0 0-8 0,0 0-9 15,0 0-1-15,0 0-5 0,16-1-6 0,-3 0-9 16,5-4-8-16,4 4-2 0,7-4-6 16,3 3-8-16,1-1-13 0,2 1-21 0,2-2-25 15,-3-1-36-15,5 1-47 16,-5 0-64-16,-6 1-100 0,-1-5-296 0,-4 3 131 15</inkml:trace>
  <inkml:trace contextRef="#ctx0" brushRef="#br0" timeOffset="5745.08">7324 2230 78 0,'4'-7'203'0,"-4"1"-6"0,0-1 5 0,1-2-7 15,-1 0 1-15,0 1-5 0,0 0 5 0,4 1 1 16,-8 0-6-16,4 0-9 0,5-1-6 0,-6 3-1 15,2 1-9-15,-2-1-15 0,1 0-17 16,0 5-5-16,0-7-17 0,0 7-17 0,1-3-9 16,-1 3-10-16,0 0-18 0,0 0-22 0,0 0-27 15,0 0 0-15,0 0-8 0,1 17 1 0,-1-1-10 0,0 10 11 0,-1 3-1 16,1 1-2-16,0 3 5 0,8 0-1 0,-7 1-1 16,3-1-1-16,0-1 6 0,0-2 2 0,-2-3-3 15,3-1-2-15,-1-8 1 0,-1-2-1 0,-2 0 4 16,3-4-5-16,0-4 2 0,-4-2-2 0,1 3 8 15,3-5-2-15,-4 1 5 0,1 0-3 0,-1-3-1 16,0-2 12 0,0 3-9-16,0-3-9 0,3 4-15 0,-3-4-30 0,1 3-50 15,-1-3-85-15,0 0-93 0,0 0-239 0,0 0-548 16,3-17 243-16</inkml:trace>
  <inkml:trace contextRef="#ctx0" brushRef="#br0" timeOffset="7464.83">6422 3055 113 0,'0'0'108'0,"-8"0"-11"0,8 0 8 0,0 0-18 16,0 0-2-16,0 0-9 0,0 0 1 0,-7 0 0 15,7 0-4-15,0 0-12 16,0 0-1-16,0 0-6 0,0 0-4 0,0 0-2 16,0 0-9-16,0 0 11 0,0 0-18 0,0 0-3 15,0 0-2-15,0 0 1 0,0 0-4 0,0 0-3 16,21-5-3-16,-12 3 0 0,2 1 0 0,5-1-4 15,3-2 8-15,3 3-13 0,6-1 15 0,4-3-11 16,1 2 1-16,4 0-5 0,-1-1 1 16,5 2 0-16,10-1 0 0,3 0-7 0,-1-2 11 0,1 1-10 0,0 2 3 0,-2-3-1 15,3 2-1-15,-4-4-3 0,3 3 0 16,-2 3-5-16,-2-3 6 0,-8 1 9 0,8-2-13 16,-8 4 4-16,12-3-2 0,-2 0 6 0,1-3-7 15,-1 5-1-15,-1-3 5 16,-14 4-9-16,14-4 9 0,-11 4-6 0,1 0 5 15,-3-3-4-15,1 1-1 0,13-4-1 0,-16 6 9 0,0-3-11 0,2 2 3 0,-4-1 0 0,3 0 2 16,2-2 1-16,-6 4-1 0,4-2-3 0,-4 1 2 16,0-2 1-16,-1 2 4 0,-4 0-5 0,7-2 4 15,-4 1 0-15,1 3 2 0,-3-4 1 0,0 3 32 16,3-1 0-16,-1-1 1 0,1 1-5 0,0 0 4 16,1-1-4-16,-1 2-7 0,0 0-5 0,0-2 6 15,-3 3-5 1,2-2 0-16,-4 1-3 0,1 0-1 0,1-2-2 0,-1 0-2 15,-1 2-1-15,1-1 6 0,-6 2-4 0,-3-4-3 16,6 2 1-16,-5 2-3 0,9-3 1 16,-3 1 0-16,-4 2 5 0,-2-3-9 0,10 3-1 15,0-3 2-15,-8 1-3 0,5 0 0 0,1 0-3 16,0 2 3-16,-1 0-4 0,1-3 4 0,0 1 0 16,0 0 4-16,-1 1-3 0,1 0 2 0,1 0 3 0,-2-1-2 0,-5-1-2 15,9 1-2-15,-10 2 1 0,2-3-1 0,-1 3 2 16,0-1 0-16,0 1-1 0,-2-3-2 0,2 3 3 15,0-1-1-15,6-1 2 0,-7-1-5 0,7 1 5 16,-7 2-4-16,7 0 2 0,-6 0-2 0,8-2 1 16,-3-1-1-16,3 2 7 0,-9-2-9 0,6 3 4 15,-5-1-3 1,-2 2 1-16,2-2 1 0,-1 1-1 0,-1-1-2 16,3 1 3-16,-4 0-6 0,3-1 4 0,0-1-1 0,-1 4 0 15,1-4-2-15,-3 2 1 0,-1 0 5 0,1-2-1 16,-1 1-1-16,3 1-1 0,-4 0 0 15,0-4 2-15,1 4 0 0,-5 0-3 0,1-1 2 16,-1 1-2-16,1 1 2 0,1-2-4 0,-1 1 5 16,1-2-4-16,6 2 7 0,-7-2-6 0,4 0 5 0,2 2-4 0,-3 0 4 15,-3-1-1-15,5 1 1 0,-4-2 0 0,2 2-1 16,-3-1 0-16,0 1 0 0,4 0-1 0,-3 0-2 16,-1 0 2-16,-1 0-3 0,4 0-1 0,-4-2 3 15,2 2-2-15,-4 0-3 0,1 0 3 0,1 0-1 16,-2-2 1-16,2 2 0 0,-2 0 1 0,-2 0 0 15,4-2-1 1,-6 1 2-16,0 1-1 0,1-1-2 0,2 0 2 16,-3 1 4-16,0 0-5 0,2-2 2 0,-9 2 1 15,9 0-4-15,-9 0 7 0,8 0 5 0,-4-2 9 16,-4 2 0-16,0 0 3 0,0 0 3 0,10 0 3 0,-10 0-5 16,5-1 2-16,-5 1 4 0,0 0-6 15,5-2-4-15,-5 2 1 0,0 0-5 0,0 0 1 16,0 0-4-16,0 0 0 0,0 0-6 0,0 0 3 0,0 0-3 0,0 0-4 15,0 0-15-15,0 0-26 0,0 0-30 0,0 0-41 16,0 0-54-16,0 0-52 0,0 0-220 0,0 0-468 16,0 0 207-16</inkml:trace>
  <inkml:trace contextRef="#ctx0" brushRef="#br0" timeOffset="11760.52">6873 3534 140 0,'0'0'152'16,"0"0"-5"-16,0 0 0 0,0 0-9 0,0 0-6 15,0 0-4-15,0 0-12 0,-4-2-3 0,4 2-11 16,0 0-8-16,0 0-8 0,0 0-8 0,0 0 17 0,0 0-6 16,18-3-10-16,-9 1-9 0,10 1-8 0,-6-1-10 15,6-2-2-15,3 4-9 0,0-3-1 0,6 2-6 16,0-1-4-16,1 2-2 0,-2 0-5 0,1 0 3 16,-5 3-4-16,4 0-1 0,-8-2-3 0,1 5-2 15,-7-3-1-15,5 1-9 0,-5 4 3 0,-2-4-6 16,-2 4-1-16,-1 0-1 15,-4 0-1-15,-1 2 0 0,-3-1-1 0,-4 3 1 16,-4 1 0-16,-1 1 0 0,-2 1-3 0,-4-3 0 16,-1 0 5-16,2-2 10 0,-3 1-12 0,1 0-4 15,-1-2 3-15,0-1 0 0,2 1 1 0,5-2-1 16,-1-2 4-16,4 0-7 0,-1-2 5 0,4 1-2 16,4-4-12-16,-5 6 8 0,5-6-2 0,2 5 7 15,-2-5-3-15,9 6 1 0,2-5-4 0,2 3 4 0,2-2-2 0,6 0 2 16,-2 1-5-16,-1 4 5 0,1-3-1 15,1 2-1-15,-1 1 0 0,-1 0 3 0,-2 0 1 16,0 1-2-16,-2 0 2 0,-1 0-4 0,-5 1 3 16,-2 0-3-16,-3-1 1 0,-2 4-1 0,-2-5 1 15,-7 7 1-15,-4-1-1 0,-4-2 4 0,-10 4 1 0,0-3-1 16,-5 0 0-16,-1-1-2 0,-4-3 4 0,0 1-1 0,3-3 10 16,-4-3-7-16,-1 2 6 0,1-2-2 0,2-2 4 15,-2-1 4-15,3-1 13 0,2-2 10 0,1-2 0 16,8 2 6-16,5 2 1 0,1-3 5 0,4 0 6 15,2 1-2-15,2 3 13 0,3-3 4 0,6 3-3 16,-10-2-5-16,10 2-8 0,-8-2-10 0,5-1-22 16,3 3-26-16,0-4-20 15,0 4-25-15,12-7-23 0,-3 4-26 0,1-1-27 16,3 3-67-16,5-6-51 0,-3 0-158 0,3 0-429 16,0 0 191-16</inkml:trace>
  <inkml:trace contextRef="#ctx0" brushRef="#br0" timeOffset="12493.49">7651 3639 19 0,'0'0'253'0,"0"-5"-19"16,0 5-8-16,1-4-17 0,-1 4-13 0,0 0-13 0,2-3-17 15,-2 3-19-15,0 0-16 0,0 0-10 0,0 0-13 16,0-4-16-16,0 4-7 0,0 0-11 0,0 0-9 16,0 0-6-16,0 0-10 0,0 0-13 0,0 0-6 15,0 0-5-15,0 0-3 0,0 0-1 0,0 0-5 0,0 0-1 16,0 0 1-16,0 0-1 0,0 0-2 0,0 0-3 15,0 12 0-15,0-12 0 0,0 4-3 0,0-4 7 16,0 0-8-16,-2 5 1 0,2-5-1 0,0 0 0 16,0 0 3-16,0 4 2 0,0-4-6 0,0 0 2 15,0 0 1-15,0 0 8 0,0 0 11 0,0 0 2 16,0 0-5-16,0 0 7 16,0 0-5-16,0 0-1 0,0 0 1 0,0 0-8 15,0 0 5-15,0 0-5 0,0 0-1 16,0 0-3-16,0 0 7 0,0 0-4 0,0 0-6 15,0 0 1-15,0 0 0 0,0 0-2 0,0 0-1 0,0 0 2 16,0 0-4-16,0 0-2 0,0 0 4 0,0 0 8 16,0 0 8-16,0 0 11 0,0 0 3 0,0 0 15 15,0 0 6-15,0 0-5 0,0 0-4 0,0 0-3 0,0 0 16 16,0 0 4-16,0 0-3 0,0 0 1 0,0-15 3 16,0 15-1-16,0-5-3 0,0 5 5 0,0 0-6 15,-1-4-7-15,1 4 5 0,0 0-2 0,0 0-5 16,0 0-16-16,0-3-1 0,0 3 0 0,0 0-7 15,0 0-5-15,0 0-4 0,0 0-8 0,0 0-15 16,0 0-33-16,0 0-9 0,0 0-22 0,0 0 6 0,4 12 5 0,-3-2 4 16,1 3 9-16,-2 4 5 0,1 3-2 0,-1 8-6 15,0 2 21-15,1-3-1 0,-1 0-10 0,0 0 27 16,-1 1-8-16,2-4 3 0,-2-3 2 0,2-5 6 16,-2 1-1-16,2 0-4 0,-2-6 3 0,2-2 3 15,-1 0 4-15,0-3-4 0,0 0-7 0,0-1-3 16,0 1-6-1,0-1-4-15,0-4 6 0,0-1 9 0,1 4-2 16,-1-4 4-16,0 0-3 0,2 4-28 0,-2-4-36 16,0 0-29-16,0 0-27 0,-2-13-26 0,1 6-28 15,1 2-39-15,-1-7-38 0,0 3-189 0,1-2-486 16,0 0 215-16</inkml:trace>
  <inkml:trace contextRef="#ctx0" brushRef="#br0" timeOffset="12894.44">7664 3582 152 0,'0'0'208'15,"-1"-5"-22"-15,1 5-20 0,0 0-15 0,0 0-8 16,0 0-26-16,0 0-13 0,16 3-7 0,-5-1-14 15,2 1-1-15,3 4-10 0,3 0-8 0,7 3-3 16,-1 2-5-16,0-1 1 0,-1 2-4 0,-1 2-8 16,-2 2-1-16,0-1-5 0,-3 4-4 0,-3 1-1 15,-1 1-5-15,-5-2-3 0,-4-1 1 0,0 0-2 0,-5 1-1 0,-5 8 0 16,0-8-4-16,-4 2 2 0,-7-1 2 0,-1-1 2 16,2-5 0-16,-5 4 5 0,-1-2 3 0,3-3 2 15,-4 1-1-15,-1-2 6 16,5-2-4-16,2-3 0 0,-1 1-3 0,0-4-2 15,3 0 0-15,4-2-3 0,2 3-1 0,0-3-3 16,2-2-2-16,1 1 1 0,1 0 9 0,1-1 5 0,3-1 2 0,-6 2-3 0,6-2-2 16,0 0-6-16,0 0-7 0,0 0-24 0,0 0-15 15,13-11-31-15,-8 9-41 0,3-6-46 0,0 1-63 16,-1-1-227-16,0-1-459 0,1 0 204 0</inkml:trace>
  <inkml:trace contextRef="#ctx0" brushRef="#br0" timeOffset="13781.19">7903 3316 48 0,'4'-1'197'0,"2"0"-18"0,-2-1-18 0,2-1-17 15,1 3-15-15,2 0-15 0,2 0-12 0,-1 1-11 16,-1 1-10 0,2 1-5-16,0 1-11 0,-1 3 1 0,-1 0-13 0,0 2 3 15,3-1-5-15,-3 6-9 0,-3 1 0 0,3 1-2 16,-4-1-6-16,-4 0-3 0,0-1-2 0,-3 2-5 16,-3 0 2-16,1 0 0 0,-1-3-1 15,-1-1 7-15,-1 0-5 0,0-4 5 0,-1 2 3 16,4-3-6-16,-4 2 6 0,3-4-3 0,4-2-1 15,-4 3 1-15,1-3 9 0,4-3 5 0,-4 5 9 0,3-1 11 0,-3-3 8 16,4-1 11-16,0 0 0 0,0 0-1 0,0 0 2 16,-4 7-6-16,4-7 4 0,0 0-11 0,0 0-1 15,0 0-9-15,0 0-5 0,0 0-5 0,0 0-2 16,-1 4-20-16,1-4 11 0,0 0-8 0,0 0 5 16,0 0-11-16,0 0 2 0,0 0-5 0,0 0-4 15,0 0-2-15,0 0-1 0,0 0-1 0,0 0-7 0,0 0 5 16,0 0-4-16,0 0 0 0,0 0 1 0,0 0 0 15,0 0-5-15,0 0-3 0,0 0 1 0,0 0 7 16,0 0-7-16,0 0 1 0,0 0-4 0,0 0-3 0,0 0 2 16,0 0 4-16,0 0-1 0,0 0 9 0,0 0 1 15,0 0-2-15,0 0 0 0,0 0-7 16,0 0 2-16,32-7-2 16,-22 5-5-16,11-5 8 0,-3 4-3 0,2-1-2 15,3 1-17-15,4-4 20 0,0 3-5 0,-7 0 2 16,3-1 1-16,-4 1-5 0,2 3 0 0,-2-3 5 15,0 0-2-15,-10 4 0 0,1-3-5 0,-1 1 14 16,-1 1-11-16,-8 1 3 0,10-1-16 0,-5 0 24 16,-5 1 3-16,0 0 5 0,0 0-5 0,12-1 1 15,-12 1-7-15,6-1 6 0,-6 1-11 0,0 0-11 0,0 0-18 0,0 0-23 16,0 0-32-16,0 0-38 0,0 0-32 16,0 0-21-16,0 0-33 0,3 7-54 0,-3-7-227 15,0 0-526-15,0 0 233 0</inkml:trace>
  <inkml:trace contextRef="#ctx0" brushRef="#br0" timeOffset="16287.42">8510 3841 47 0,'0'0'133'0,"-4"2"2"0,4-2-1 16,0 0 3-16,-5 3-11 0,5-3 8 0,0 0-10 15,0 0-7-15,0 0-8 0,-5 0 0 16,5 0-9-16,0 0-6 0,0 0-6 0,0 0-6 15,0 0-6-15,0 0 3 0,0 0-9 0,0 0-1 0,0 0-2 0,0 0-5 16,0 0-3-16,0 0-3 0,0 0-4 0,0 0-1 16,0 0-4-16,0 0-5 0,0 0-3 0,0 0 1 0,0 0-5 15,0 0 2-15,0 0-5 0,0 0-1 16,0 0-3-16,0 0-4 0,0 0 0 0,0 0-5 16,0 0 1-16,0 0 2 0,0 0-9 0,0 0 0 0,0 0 0 15,0 0-1 1,0 0-4-16,-5 0 0 0,5 0 0 0,0 0 2 15,0 0-4-15,0 0-2 0,0 0 0 0,0 0 2 16,0 0-1-16,0 0 1 0,0 0-2 0,0 0-2 16,0 0 2-16,0 0-2 0,0 0 2 0,0 0-3 15,0 0 2-15,0 0 2 0,0 0-3 0,0 0 2 16,0 0-4-16,0 0 0 0,0 0 1 0,0 0 1 16,0 0-2-16,0 0 0 0,0 0 3 0,0 0-4 0,0 0 6 0,0 0-5 15,0 0 1-15,0 0-1 0,28 0 1 16,-12-1 4-16,4-4-5 0,8 3 2 0,2-2-1 15,5-1 6-15,2-1-8 0,17-1 0 0,-16 3-1 16,13-3-1-16,-14 1 3 0,2 2-3 0,-4 0 3 0,-2 1 0 16,-1 0 0-16,-6 1-17 0,-7 1-5 0,-5 0-18 15,-1 0-19 1,-4-1-17-16,-4 1-23 0,4 0-21 0,-5-1-24 16,-4 2-22-16,0 0-16 0,0 0-150 0,0 0-359 15,-23 0 159-15</inkml:trace>
  <inkml:trace contextRef="#ctx0" brushRef="#br0" timeOffset="16541.41">8791 3677 36 0,'-1'-10'279'0,"-3"4"-6"0,1 0-11 16,2 0-8-16,-1 2-12 0,0 1-27 0,2 3-23 0,-1-8-21 15,0 6-21-15,1 2-20 0,0 0-17 0,-2-4-25 0,2 4-20 16,0 0-10-16,0 0-3 0,-3 18-7 0,0-5-3 16,0 2-7-16,1 10-2 0,0 1-1 0,1 4-4 15,0-2 1-15,1 0-5 0,1-1-13 0,2-2-23 16,1-5-19-16,0 3-34 0,-1-5-42 0,3-3-48 16,-1-2-62-16,0-5-174 0,0-2-419 0,1-5 186 15</inkml:trace>
  <inkml:trace contextRef="#ctx0" brushRef="#br0" timeOffset="17089.54">9316 3499 139 0,'4'-1'153'15,"-4"1"-4"-15,9-4-25 0,-5 3-14 0,2 1-10 16,2-1-8-16,1 0-8 0,-1 2 6 0,3 0-5 16,-1 4-8-16,2-3-15 0,-1 5 2 0,1 0-11 0,2 5 4 15,-3-1-4-15,3 0-4 0,-7 4-4 0,-1 2-5 16,-2 3-2-16,-3-2-5 0,1 8 0 0,-5 0-4 0,-5 3-4 16,-1-1 4-16,-6 0-4 0,-1 0 2 0,0-1-6 15,-4-3-1-15,2 1 2 0,-4-1-8 16,-1-6 3-16,9-2-6 0,-8 0 1 0,8-5 2 15,0 0-2-15,3-4 6 16,-1-2 12-16,4 1 11 0,3-2 7 0,0-2 27 16,3 1 27-16,-4-1 15 0,6-2-8 0,0 0-10 15,0 0-8-15,0 0-12 0,6-14-13 0,0 7-7 16,4 0-5-16,2 0-4 0,3 0-6 0,-4 3-7 16,9-6-5-16,-5 5-4 0,3 0-3 0,1 1-3 15,-1 2-3-15,0-1-3 0,0 0 7 0,0 6-13 16,1-2 1-16,1 3-15 0,-3-2-25 0,2 0-27 0,-6 1-35 0,2 0-25 15,-6 0-37-15,3-2-44 0,-1 2-35 0,-4 0-175 16,-1-3-438-16,-6 0 193 0</inkml:trace>
  <inkml:trace contextRef="#ctx0" brushRef="#br0" timeOffset="17421.5">9868 3572 239 0,'0'-5'236'16,"0"5"-11"-16,-1-4-7 0,1 4-16 0,0-4-16 15,0 4-15-15,-1-4-21 0,1 4-18 0,1-5-13 16,-1 5-15-16,0 0-15 0,0 0-9 0,0 0-8 15,0 0-13-15,0 0-8 0,0 16 1 0,0-10-9 16,1 5-5-16,-1-2-1 0,3 8-7 0,-3-2 0 16,1 2-4-16,-1-2 0 0,1 3-1 0,1 3-2 0,0 6-3 15,1-10 0-15,-1 3-1 0,-1-5-3 0,1 0 1 16,-4-5-11-16,2 0-29 0,2-3-19 0,-2 2-29 16,0-3-20-16,-2 0-19 0,2-2-32 0,-1 0-31 15,-4-3-179-15,5-1-381 0,0 0 169 0</inkml:trace>
  <inkml:trace contextRef="#ctx0" brushRef="#br0" timeOffset="17760.05">9867 3487 182 0,'0'0'211'0,"0"0"-25"15,0-5-22-15,0 5-14 0,0 0-16 0,10 1-19 16,-10-1 0-16,19 5-9 0,-6-1-2 0,5 4-11 0,1 1 2 16,8 2 2-16,-1 3-2 0,-1 2-9 0,2 0-3 15,-2 1-6-15,0 2-4 0,-5 0-4 0,-1 1-8 16,-1 1-2-16,-5 1-4 0,-1 4-6 16,-9-6-3-16,1 5-3 0,-5 0-1 0,-3-7-3 0,-5 0-3 0,-5 3-4 15,-2 0-3-15,-4-1 1 0,-1-3-2 0,-2-2-3 16,0 1-2-16,-1-4-3 0,5-4-2 0,-7 2-2 15,4-2 3-15,5-1-5 0,-2 0-5 0,1-3-5 16,4 1-8-16,3-5-7 0,-2 3-2 0,3-2-2 16,2-1-7-16,1 1-33 0,7-1-48 0,-8-5-43 15,8 0-52-15,1 1-197 16,4-4-427-16,3-2 190 0</inkml:trace>
  <inkml:trace contextRef="#ctx0" brushRef="#br0" timeOffset="18261.2">10396 3666 95 0,'-4'1'201'16,"4"-1"-6"-16,0 0-8 0,0 0-5 0,0 0-7 16,0 0-14-16,0 0-14 0,0 0-9 0,-6 0-10 15,6 0-14-15,0 0-7 0,0 0-10 0,0 0-11 0,0 0-5 16,0 0-16-16,0 0 1 0,0 0-7 16,0 0-2-16,0 0-1 0,0 0-13 0,0 0-8 15,0 0 0-15,0 0-6 0,0 0-1 0,0 0-3 16,0 0-4-16,0 0-3 0,0 0-3 0,0 0 2 0,0 0-4 15,0 0-2-15,-3 4 5 0,3-4-9 0,0 0 1 16,0 0 1-16,0 0 0 0,0 0-2 0,0 0-1 0,0 0 1 16,0 0 2-16,0 0-2 0,0 0 4 15,0 0 2-15,0 0 7 0,15 0 2 0,-2-1 0 16,0-2-4-16,9 3 3 0,5-3 1 0,1 2-9 16,2 0 0-16,1-1-1 15,-2-2-2-15,2 1 0 0,-3 3-2 0,-1-3 0 16,-8 3-3-16,-3-2 5 0,-4 0 6 0,0 1 6 15,-5 0 3-15,1 1 5 0,-1-1 6 0,0 1 2 16,-7 0 3-16,7-2-2 0,-7 2-5 0,7 0-4 16,-7 0-15-16,0 0-11 0,4-3-25 0,-4 3-29 15,0 0-37-15,0 0-40 0,0 0-48 0,0 0-47 16,0 0-221-16,-17-3-481 0,14 1 213 0</inkml:trace>
  <inkml:trace contextRef="#ctx0" brushRef="#br0" timeOffset="19880.49">11133 3357 18 0,'12'-4'111'16,"0"1"-4"-16,5 1-15 0,2 2-7 0,-2-1 6 0,2 2-24 0,0 1-2 15,-1 0-3-15,0 5-5 0,-4-2-2 16,4 5-7-16,-5 0 3 0,-2 1-5 0,-2 3 7 0,-2 0-6 16,-6 2 1-16,0 1-10 0,-3 0 9 0,-4 2 2 15,-4 6 1-15,-4 0-3 0,-1-1 0 0,-4-2-2 16,1 0-6-16,1 0-6 0,-1 1 4 0,4-4-3 16,-1 3-6-1,3 0-3-15,3-6 8 0,-1 2-9 0,5-6-3 16,1 0 2-16,0 0-1 0,3 0 12 0,0 0-3 15,2-1 5-15,0 0 7 0,5 0 5 0,0-5 6 16,3 5 2-16,1-7-2 0,4 3 0 0,4 0-5 16,1-4-8-16,-1-1 0 0,1 1-6 0,2-3 0 15,-2-3-6-15,-1 2-4 0,-5 0-2 0,-2 0 6 16,2-3-1-16,-4 1 4 0,-4-4-8 0,2 1 1 0,-4-7-12 0,-3-2-10 16,-4-2-9-16,-10-5-8 0,-1 1-2 0,-7-3 1 15,-2-1-2-15,0-1 3 0,-3-2 0 0,-9-4 2 16,9 5 2-16,4 2 11 0,-1 1 15 0,2 0 20 15,2 2 50-15,6 7 13 0,2 2 1 0,5 2 11 16,0 4-3-16,2-4-9 0,1 6-13 0,4-5-30 16,4 2-28-1,5 1-27-15,7-2-37 0,3 1-43 0,7 1-56 16,6-1-87-16,-1 5-249 0,2-1-510 0,-1 0 226 0</inkml:trace>
  <inkml:trace contextRef="#ctx0" brushRef="#br0" timeOffset="23119.9">12663 2283 54 0,'0'0'119'0,"0"0"-1"0,0 0-6 0,0 0-2 0,0 0 5 15,-10 0-10-15,10 0 2 0,0 0-1 16,0 0-3-16,0 0-8 15,0 0 2-15,-7-3-8 0,7 3 0 0,0 0 1 16,0 0-2-16,0 0-5 0,0 0-3 0,0 0-8 16,0 0-4-16,0 0-6 0,17-1-4 0,-3-2-7 15,6 1-6-15,7 2-3 0,5-3-7 0,0 2-1 16,3-3-6-16,0-1 0 0,1 1-4 0,1 1-2 16,-1 1-3-16,-3 1-2 0,-1-3-8 0,-10 1-16 15,-3 1-9-15,-6 2-13 0,-3-1-4 0,1 1-20 0,-5-2-8 0,-6 2-7 16,0 0-16-16,0 0-16 0,0 0-9 15,-29 2-8-15,9-1-9 0,-9 4 7 0,-2-1 8 0,-1 1 13 16,0 0 5-16,2 0 11 0,0-1 6 0,1-1 8 16,-2 0 8-16,3 4 4 0,-3-3 14 0,3-3 13 15,10 2 7-15,-10 1 20 0,10-1-2 0,7-1 8 16,0 0 2 0,3-1 8-16,-1 1-1 0,0-2-10 0,9 0 16 15,-12 2-6-15,12-2 5 0,-7 2 10 0,7-2 9 16,-8 0 0-16,8 0 5 0,0 0-3 0,0 0 9 15,0 0-4-15,0 0-1 0,-13 1-3 0,13-1-2 16,0 0-2-16,0 0-2 0,0 0-4 0,0 0-2 16,0 0-6-16,0 0 3 0,-6 2-3 0,6-2-4 15,0 0-3-15,0 0 1 0,0 0-3 0,0 0-6 0,0 0 1 0,0 0 2 16,0 0 7-16,6 10 15 0,2-6 8 0,-2 1 3 16,3 0-1-16,4 2 2 0,1 2 1 15,2 2 6-15,1 2-1 0,7 0 1 0,1 2 2 16,0 1-5-16,-6 2-2 0,3 1-4 0,-4 1-2 15,-4 1-30-15,1 0-1 0,-7-3 0 0,1 5 2 0,-5-5-8 16,-4 4 5-16,-1 2 1 0,-6-5 0 0,-3 3 1 0,-8-1-3 16,-1-2-1-16,1-3 1 0,-5 1-2 0,5-5 2 15,0-3 4-15,-5-1-4 0,3 0 1 0,-6-3-3 16,11-1 10-16,1 0 15 0,1-1 17 0,4-3 24 16,0 1 19-16,0-1 27 0,4-3-5 0,1 1-11 15,0-3-14-15,4-1-7 0,4-1-6 0,0-3-19 16,5 1-3-1,8 0-12-15,-1 0-4 0,2-2-12 0,8 3-13 16,0-2-19-16,5 3-20 0,-3 0-24 0,4 2-34 0,3-2-34 16,-5 5-36-16,4-4-64 0,-4 5-220 0,0-4-475 15,-1 0 210-15</inkml:trace>
  <inkml:trace contextRef="#ctx0" brushRef="#br0" timeOffset="24106.75">13878 2273 125 0,'-4'-3'140'0,"4"3"-6"0,0 0-23 0,0 0-7 16,0 0-17-16,0 0-1 0,0 0-12 0,0 0-8 15,0 0-5-15,0 0-8 0,0 0-1 0,0 0-2 16,0 0-1-16,0 0-6 0,0 0 4 0,0 0-3 15,0 0-5-15,0 0 13 0,13 0-18 0,-4 0 2 0,-1 0-6 0,1 0 0 16,3-1-3-16,0 1-4 0,-1 0-1 0,3-1-6 16,-2 1 1-16,-1-2 1 0,0 0-1 0,-4 2-5 15,2-7 3-15,-2 9 9 0,-2-5 13 0,-5 3 11 16,10 0 9-16,-9-2 3 0,-1 2 13 0,4-3-5 16,-4 3-5-16,6-4-6 0,-6 4-6 0,0-5-3 15,0 5-9-15,0 0-5 0,-11-3-4 0,3 1-2 0,-3 2-4 16,-2 2-4-16,-4-2-4 0,-2 2 2 0,0-1-2 15,-8 6 0-15,0 0-7 0,-1 2-3 0,-3 2 0 16,2 1 1-16,1 5-4 0,3 3-2 0,-4-2-3 16,3 3 10-16,0 0-8 0,4 3-2 0,2 5 2 15,-2 0-1-15,5 0 4 0,4 1 0 0,2-4-3 16,1 0 6-16,5-1-4 16,6 2 4-16,7-3 2 0,-2-5 0 0,3 5 1 15,9-3 2-15,1-1 0 0,8-3-1 0,5-3 3 16,0-3 0-16,7-2-2 0,12 2 1 15,2-3-3-15,-16-6-2 0,4 1 1 0,10-3 0 16,-11-3-2-16,-2-1 3 0,-5 1-2 0,3-4-2 0,-9-2 4 16,-2-3 4-16,1-1 4 0,-9 3 7 0,1-4 4 15,-4-1 3-15,-3 1 5 0,-2 1 14 0,-2 2 10 0,-4 1 4 16,2-1 1-16,-5 2-18 0,0 0 3 0,-5 4-8 16,0-2-10-16,0 3-1 0,-4-1-8 0,-5 2-2 15,-3 3-2-15,-2 3-4 0,1 1-2 0,-2 1 0 16,1 3-4-16,2 1 0 0,-2 0-6 0,6 3-1 15,-1-2-17-15,4 4-5 0,3-5-13 0,1 4 18 16,5-1-1-16,-2-1-5 16,6 1 8-16,2-1 1 0,0-3 1 0,5 1 1 15,7-1-6-15,1-1 7 0,1-3 5 0,-1 0-4 16,4-3 1-16,-1-2 0 0,6 0-3 0,-6-4 0 16,-1-1 2-16,-1-2-2 0,2-1 1 0,-7 0-5 15,0-2-4-15,-2-6-13 0,-3 2-14 0,-1-2-7 16,-5 0 0-16,3 1 1 0,-5 1 2 0,-3-2-2 15,-2 1-2-15,-1 0-4 0,-2 6-2 0,0-1-6 0,-6 4-3 16,0-3-9-16,-2 2-9 0,2 4-22 0,3-1-13 16,-3 2-27-16,2 0-26 0,-1 2-134 0,1-2-332 15,6 3 147-15</inkml:trace>
  <inkml:trace contextRef="#ctx0" brushRef="#br0" timeOffset="24523.4">14770 2440 11 0,'-9'-2'158'0,"9"2"-18"0,0 0-12 0,-13 3-19 16,8 2-8-16,-1-2-11 0,-3 1 1 0,-3 0-13 16,2 2-8-16,1 1-11 0,0 3-5 0,-3-2-3 15,4 2-6-15,-1-2-8 0,-2 4-3 0,5 0-1 0,2 0-4 0,2 0-2 16,2 2 0-16,4 1 1 0,2 2 5 0,3-1-2 16,1-1-2-16,9 5 1 0,-2-6-13 15,6 5 8-15,-3-2-1 0,6-2-6 0,-4 4 3 16,-1-6-11-16,-4-2 4 0,-2 0-3 0,-2 1 1 15,-3-3-1-15,-1-2-4 0,-2 1 0 0,-3-1 16 16,-1-3 7-16,-3 2 9 16,-6-2-4-16,-3 3 3 0,-3-4-6 0,-7 4-2 15,-1-3-2-15,-6 2 0 0,-2-1-7 0,0-2 1 16,0 0-2-16,1 0-3 0,4-1-33 0,0-2-33 16,3 1-41-16,-1-2-67 0,1 0-136 0,7 0-315 15,-1-1 140-15</inkml:trace>
  <inkml:trace contextRef="#ctx0" brushRef="#br0" timeOffset="26212.31">15234 2446 116 0,'6'-8'214'0,"1"5"-14"16,1-4-22-16,3 2-16 0,-1 2-15 0,1-3-13 16,2 1-13-16,0 2-7 0,8 0-9 0,-2 2-14 15,1 1-11 1,-1 2-11-16,4 0-4 0,-3 5 0 0,5 0-4 16,-6 4-3-16,4 0-1 0,-6 4-6 0,3 2-28 15,-7-2-1-15,2 6-1 0,-7-4-5 0,-2 3 1 16,2-2 0-16,-8 2-3 0,-4 0 0 0,-1 5 3 15,0-7-6-15,-3-1 2 0,-7 5-6 0,0-2 6 16,-1-6 1-16,2 0-4 0,-1-1 0 0,-2-4 0 16,1 1 6-16,4-2 1 0,0-3 6 0,1 1 4 0,1-3 13 0,1 1 17 15,0-1 15-15,5-1 26 0,4-2 19 0,-9 2 23 16,9-2-13-16,0 0-17 0,-6-8-2 0,7 2-2 16,4-4-24-16,0 0-6 0,7-6-15 0,3-4-1 15,5-1-5-15,0-4-9 0,4 0-2 0,3-3 0 16,1 4-13-16,0-3-8 0,9-7-2 0,-11 10-3 15,-2 0-2-15,-2 3 3 0,1 4-9 0,-9 4 13 0,-1 1-13 16,-3 3-1-16,-1 3-1 0,-3-1 1 0,-1 0-4 16,0 5-2-16,-1-1-4 0,0 0-18 0,-4 3-14 15,4-4-25-15,-4 4 7 0,0 0 5 0,-10 15 2 16,-1 0 6-16,-2 7 3 0,-2-1 0 0,0 4 6 16,2 2 0-16,3 0 8 0,1 0 5 0,4 1-3 15,5-2 5 1,5 0 7-16,10-2 6 0,2-2-6 0,13-1-10 0,15 1-55 15,4-5-77-15,6-4-118 0,4-5-243 0,-2-7-553 16,2-6 244-16</inkml:trace>
  <inkml:trace contextRef="#ctx0" brushRef="#br0" timeOffset="36412.42">12509 1731 84 0,'3'-1'185'0,"-3"1"-10"0,0 0-3 0,0 0-12 15,0-4-5-15,0 4-10 0,0 0-3 0,0 0-15 16,0 0-11-16,0 0-12 0,0 0-10 0,0 0-8 15,5-2-8-15,-5 2-12 0,0 0-1 0,0 0-11 16,0 0-4-16,0 0-9 16,0 0 1-16,0 0-1 0,0 0 1 0,0 0-6 15,0 0 2-15,0 0 2 0,0 0-1 0,0 0 1 16,0 0-2-16,0 0 0 0,0 0-6 0,0 0 3 16,0 0-3-16,0 0 0 0,0 0-5 0,0 0-4 15,0 0 0-15,0 0-4 0,0 0-1 0,0 0-4 16,0 0 1-16,0 0-2 0,0 0-1 0,0 0-2 15,0 0-3-15,0 0 6 0,0 0-7 0,0 0 0 0,0 0-1 16,0 0 1-16,0 0-5 0,0 0 3 0,0 0-3 16,0 0 1-16,0 0-2 0,0 0 2 0,0 0-5 15,0 0-1-15,0 0-10 0,0 0-4 0,0 0-12 16,0 0-10-16,0 0-19 0,0 0-19 0,0 0 5 0,0 10 7 16,-2 2 4-16,-1-1 5 0,-3 13 11 0,0 4 2 15,-4 4 8-15,-1 1 2 0,-8 11 2 0,-1 2 8 0,-1-1-4 16,-2 2 8-16,1 0-3 0,-2 5 7 0,-2-4 4 15,1 0 6-15,3-3-1 0,-2-3 4 0,-2 0 3 16,8-13 0-16,-1 0-3 0,1 0 8 16,-1-2 2-16,5-3 2 0,1-8-2 0,3-2 2 15,1-1-4-15,1-3 3 0,2-1 0 0,2-2 5 16,0-3 8-16,2 0 11 16,-1 1 7-16,1-2 8 0,2-3 3 0,-2 2-6 15,2-2-7-15,0 0-9 0,0 0-8 0,18-4-4 16,-8 2 1-16,2-2-3 0,-2-1-8 0,4 3 1 15,-5 1 0-15,5-1 2 0,-1 2-2 0,1 0-6 16,3 3 4-16,-1 0-6 0,-2 6 0 0,3-2 1 16,-4 6 0-16,6 5 0 0,-9-1-1 0,0 8 4 15,0 1-3-15,-2 6 0 0,-8-1-1 0,0 3 2 0,0 0 2 16,-5 2 1-16,5 15 4 0,-4-15-6 0,-1 0 2 16,0-4 0-16,5 1-2 0,-2-3 0 0,4-1-2 15,3-3 6-15,0-7-1 0,4 4 1 0,5-1 2 0,4-2-2 16,1-2-1-16,8-3 6 0,1-1-3 0,7-6 4 15,0 1-3-15,4-4-4 0,-2 1 3 16,4-2-4-16,-3-1 4 16,2-2-6-16,1-1 6 0,-7 0 0 0,-2 1-6 15,-4 1 2-15,-9-2 0 0,-3 1-13 0,-6 1-18 16,0-2-12-16,-1 1-27 0,-9-1-28 0,10 0-23 16,-10 0-33-16,9 1-46 0,-9-1-130 0,0 0-352 15,0 0 156-15</inkml:trace>
  <inkml:trace contextRef="#ctx0" brushRef="#br0" timeOffset="37430.82">16213 1823 101 0,'0'-2'205'0,"2"0"-9"16,-2 2-7-16,2-6-12 0,-2 6-12 0,2-2-17 15,-2 2-18-15,0 0-11 0,0 0-16 0,0 0-15 16,0 0-14-16,0 0-15 0,0 0-12 0,5 8 0 16,-5 1-8-16,0 4-6 0,0 10-2 0,0 4 0 15,0 4-2-15,3 1-5 0,3 17-3 0,-1-1 1 16,4-5 0-16,5 8 1 0,0-3-4 0,7-2 1 16,3-2 0-16,4-2 7 0,-5-15-9 0,12 10 1 0,-6-13-4 0,-1 0 1 15,3-6 1-15,1-1-3 0,-2-2 4 16,2-4-5-16,-1-3 0 0,-3-1 1 0,-5-6-2 15,5-1-2-15,-7-4 6 0,-3 2 3 0,-4-5 1 16,0-1 5-16,0-1 4 0,-5-1 8 0,2-2 2 16,-3 2 9-16,-3-1 6 0,0 2 5 0,-2-2-7 15,-2 3-6-15,-1 1-5 0,0 2-4 0,-3-2-6 0,1 0-7 0,-3 4-9 16,-2 0-4-16,-2 2-7 0,-2 1-3 0,-3 2-2 16,-3 5-2-16,-6 7-2 0,0 3-1 0,0 6 3 15,-9 15-2-15,5 1 2 0,0 2 2 0,3 3 3 16,5-1 0-16,1 1-2 0,6 2 0 0,2 4 3 15,4-3 0-15,9 1 8 0,0 1-3 0,7 3 0 16,3-3-2 0,4 2 0-16,4-4 1 0,0 0-2 0,-3 0 1 15,5-2 1-15,-5-3 5 0,-8-10-5 0,-2-1 2 16,-3-2-2-16,-5 0-2 0,-4 0 3 0,-5-3-1 16,-5 0 0-16,-9-1-3 0,-6-1 4 0,-13 5-11 15,-7-6-4-15,-5 5-22 0,-7-5-37 0,-28 6-58 16,1-8-104-16,-15-5-216 0,-7-5-480 0,-1-12 213 15</inkml:trace>
  <inkml:trace contextRef="#ctx0" brushRef="#br0" timeOffset="38934.58">5076 6766 92 0,'0'0'246'16,"-6"-1"1"-16,6 1 3 0,0 0-17 0,0 0-15 0,0 0-17 0,0 0-16 15,0 0-20-15,0 0-17 0,0 0-12 0,0 0-19 16,13-8-13-16,1 7-9 0,6-3-18 16,12 0-20-16,0-1-27 0,0 2-29 0,6 2-36 0,-3 0-31 15,-1 1-36-15,1-1-39 0,-3-1-40 0,-9 4-166 16,-1-2-375-16,-7 2 167 0</inkml:trace>
  <inkml:trace contextRef="#ctx0" brushRef="#br0" timeOffset="39079.11">5189 6982 82 0,'-8'6'185'0,"2"-2"-10"16,-1 0-15-16,2-1-10 0,1 0-8 0,3-1-6 15,1-2 11-15,0 6 2 16,8-3-10-16,3-3-10 0,10 2-12 0,11-2-10 15,6 0-21-15,14-4-42 0,3 1-57 0,2-1-79 16,-4-1-216-16,-2 0-333 0,-10-1 148 0</inkml:trace>
  <inkml:trace contextRef="#ctx0" brushRef="#br0" timeOffset="40645.25">6736 6521 98 0,'-9'0'127'0,"9"0"5"0,0 0-12 15,0 0 0-15,0 0-8 0,0 0-8 16,0 0-11-16,0 0-2 0,0 0-8 0,0 0-2 0,0 0-4 16,22-1-3-16,-9-2-7 0,0 1-7 0,4 0-2 0,3 0-11 15,8-2 11-15,1 0-7 0,3 1-4 0,5-1 1 16,-2 1-8-16,-2 0-2 0,1-1-1 0,-3 2-10 15,-3 0 1-15,-10-1-5 0,-3 2-5 0,-2 1-17 0,0 0-21 16,-5-1-26-16,-3 2-10 0,-5-1-5 0,0 4-5 16,0-4-13-16,-18 6-10 0,-3-3 5 15,-5 2 3-15,-4 2 11 16,1-3-2-16,1 2 18 0,-2-2 3 0,1 0 5 16,-2 0 7-16,3 0 6 0,0-1 11 0,9 1 9 15,-4-1 10-15,5 0 13 0,4-1 15 0,1 0 8 16,4 1 1-16,1-3 1 0,2 0 5 0,0 1 1 15,-2 0 10-15,8-1 3 0,-9 2 2 0,9-2 10 16,0 0 5-16,-6 0 3 0,6 0-3 0,0 0-1 16,-7-2-1-16,7 2-2 0,0 0-4 0,-6 3-8 0,6-3 6 0,0 0-4 15,0 0-5-15,0 0-6 0,-5 1-5 0,5-1-3 16,0 0-7-16,0 0-3 0,0 0 8 0,0 0-17 16,0 0 2-16,0 0-1 0,11 6 2 0,-3-4 4 15,1-1 1-15,5 2 0 0,-1 1 7 0,6-1 2 16,-1 3-3-16,4-3 4 0,6 6 3 0,-2-1-4 15,1 2 3-15,-1 0-2 16,-7-2-6-16,1 2-1 0,-2 1-2 0,0 0-3 16,-1 1-7-16,-2 0-4 0,-3 3-3 0,-3-5-10 15,-2 3 0-15,-2 2-1 0,-6 0-1 16,-1 0-1-16,-5-4 1 0,-5 4-2 0,-8 4 3 0,-1-3-2 16,-5-2 3-16,-2-2 0 0,1-1 0 0,-1-5 4 15,10 0 6-15,-2-3 8 0,4 1 14 0,1-4 14 16,3 0 16-16,1 0 21 0,3 0 14 0,2-1 19 0,-1-2 1 15,2-2 9-15,0 3-10 0,3-3-13 0,2-2-10 0,2 5-14 16,5-2-10-16,2-2-5 0,1-1-12 16,9-1-5-16,-2 3-4 0,4 0-15 0,7-2-26 15,-1 5-28-15,-4 2-34 0,-1 0-43 0,0 0-52 16,-1 5-64-16,7-5-89 0,-9 1-281 0,-2 2-635 0,1-2 282 16</inkml:trace>
  <inkml:trace contextRef="#ctx0" brushRef="#br0" timeOffset="41447.46">9670 6060 30 0,'1'-3'234'0,"-1"3"0"0,2-7-4 15,0 6-7-15,-2-3-6 0,0 4-6 0,1-7-11 16,1 5-6-16,-2 2-16 0,0 0-9 0,0 0-8 16,1-3-24-16,-1 3-16 0,0 0-11 0,0 0-16 0,0 0-13 0,1-5-20 15,-1 5-23-15,0 0-10 0,0 0-3 0,0 17-1 16,0-8-2-16,2 9-6 0,-2 7 0 0,-2 5 1 16,4-3 0-16,0 5-1 0,-2-1-4 0,4 1-31 15,-1 4-9-15,-1-1-37 0,2-2-52 0,1 0-72 16,-2-5-261-16,0 0-487 0,0-9 215 0</inkml:trace>
  <inkml:trace contextRef="#ctx0" brushRef="#br0" timeOffset="42967.1">8374 6786 121 0,'-7'0'128'0,"7"0"14"0,0 0-10 16,0 0-2-16,-5-3-10 0,5 3-4 0,0 0-4 15,0 0-7-15,-2-5-6 0,2 5-1 0,0 0-13 16,0 0-6-16,0 0-5 0,0 0-4 0,0 0-8 0,0 0-7 0,0 0-1 16,0 0-9-16,0 0-3 0,0 0 3 0,0 0-10 15,0 0 1-15,0 0-6 0,0 0-8 0,0 0 0 16,0 0-2-16,0 0 0 0,0 0-5 0,17-1-2 15,-11 1 2-15,2-3-2 0,3 6-2 0,2-6 3 16,5 3-4-16,5-3 1 0,4 1-5 0,3-2 0 16,4 1-1-16,2-2 1 15,2 2-7-15,17 1 2 0,-5-1 2 0,5 1-4 16,1 0 1-16,-1 0 1 0,-1-1 2 0,2 3-3 16,5 0 0-16,-3 0-3 0,-1-2 3 0,2 1 5 15,2 3-4-15,2-2 1 0,2 0-3 0,0 0-3 16,2 1 3-16,25-1-1 0,-34 3-1 0,5-3-2 15,-4-3 3-15,2 1-3 0,-1 3 2 0,-1-1 0 16,-2-1 0-16,2 1-4 0,-2-3-1 0,-1 2 4 0,-1-2 0 16,-3 2 1-16,-2-1-1 0,2-2 3 0,-1 3-4 0,-12-1 3 15,1-1-1-15,0 1-3 0,15-1 2 0,-19 0 3 16,2-1-3-16,-1 2 1 0,3-2 5 0,-4 3-2 16,2-2-2-16,-1 0 1 0,0 2 5 0,4-3-8 15,-4 2 2-15,3 2-2 0,11-4 4 0,-14 4 0 16,0-3-6-16,5 2 6 0,-6 1-2 0,2-3-1 0,1 2 2 15,-4-2 1-15,2 2-3 0,-1 1-2 0,4-3 5 16,-1 3 1-16,-1-2-1 0,13 2 2 0,-17 0 9 16,6-2-12-16,-4 1 0 0,-1 1 2 0,2 0 1 0,-1-1 2 15,0 1-2-15,0-4-3 0,0 4-2 0,0-3 8 16,2 2-2-16,1-2-2 0,1 3-1 0,-2-1-1 16,3-3-2-1,10 0 8-15,0 1-1 0,-14 1-1 0,2 0 0 16,-5-1 0-16,6 0-5 0,-1 1-2 0,1 0 9 15,0-1 2-15,-1 1 0 0,-2 0-8 0,-1 0 7 16,2 2 1-16,1-3-4 0,2 1 0 0,-3 1 2 16,12-4 2-16,-12 3-3 0,1 0-2 0,0 0 1 15,-2-1 1-15,0 1 2 0,0-1 2 0,4 0 2 0,-4-1 2 16,18 2 0-16,-19-1 2 0,1-1-2 0,0 2 0 0,-1 0 6 16,1-1 0-16,-4 0 0 0,-1 2-1 0,-3-3-1 15,-1 1-1-15,-7 2 13 0,2-1-2 0,-3-1-6 16,1 3 2-16,-2-1-2 0,0-3-3 0,0 4 3 15,1-2 6-15,-3 2 4 0,-5-1 9 0,-2 1 3 16,-1 0 9-16,-1-1 11 0,-3 1 12 0,3-2 4 16,-4 1-2-16,-4 1-2 15,10 0 0-15,-10 0-2 0,6 0-15 0,-6 0-9 16,6-2-2-16,-6 2-3 0,0 0-5 0,4-2-2 16,-4 2-8-16,0 0-6 0,0 0 1 0,0 0-2 15,0 0-5-15,0 0-6 0,9 0-15 0,-9 0-12 16,0 0-24-16,0 0-30 0,0 0-35 0,0 0-52 15,0 0-38-15,0 0-43 0,0 0-230 0,0 0-506 16,-33 2 224-16</inkml:trace>
  <inkml:trace contextRef="#ctx0" brushRef="#br0" timeOffset="44142.18">8677 7295 170 0,'0'-5'218'0,"0"5"-21"0,4-5-20 16,0 2-22-16,1 0-17 0,6-1-14 0,1 1-18 15,8-2-3-15,1 3-13 0,7-2-3 0,5 3-15 16,4 1-9-16,-1 1-11 0,0 1-4 0,0 5-5 0,-3-3-2 0,0 4-3 16,-5 1-9-16,-1-1-1 0,-8 1-5 0,7 4-4 15,-10-2-9-15,-3-1-6 0,-3 4-2 0,-1-1-1 16,-5 0-8-16,-5-2-3 0,-3 4 2 0,-4 4 3 15,-6-2 2-15,-2 2-1 0,-1-7 0 0,2 1 0 16,-3-1 7-16,1-5 2 0,-1 5 5 0,2-7-2 16,0 6 0-1,4-7-2-15,0-3 0 0,4 2 2 0,2-1-3 0,1 2 1 16,-1-1-2-16,4 1-1 0,2-4 1 0,0 2-1 16,7 1 4-16,2 1-3 0,4 1-1 0,6-1 1 15,0 1-2-15,1-2-1 0,11 5 0 0,-4 1-1 16,-3 0 2-16,3-1-6 0,-9 1 4 0,2 0 4 15,-2 2 2-15,-4-2-2 0,0 4-2 0,-4-6-1 16,-2 5 10-16,-1-4-10 0,0 5 1 0,-7 0 3 0,-3-4 6 16,-4 6 1-16,-5-2 0 0,-9 4 0 0,-6-5 2 0,-2 1-2 15,-6-5-3-15,-1 3 0 0,-4-2 2 0,1-5 7 16,-11 0 1-16,-5 0 0 0,3-4 10 0,3-7 4 16,7 4 8-16,-8-5 14 0,11 2 20 0,4-2 27 15,2 1 27-15,4-3 15 0,8 3 1 0,3-1 5 16,2-1 5-1,7 4-9-15,-2 0 8 0,4 1-6 0,0 1-10 16,2-1-6-16,1 1-23 0,0 0-12 0,2 0-25 0,2 3-29 0,-4-4-33 0,4 4-28 16,5-5-30-16,0 1-22 0,-1 1-27 0,3 3-21 15,4-2-36-15,-1 2-35 0,2 0-43 0,2 0-37 16,-3 0-264-16,5 0-578 0,-3 0 255 0</inkml:trace>
  <inkml:trace contextRef="#ctx0" brushRef="#br0" timeOffset="44833.98">9756 7622 62 0,'-12'0'216'0,"6"0"-13"0,-2 0-9 16,2-1-11-16,-2 2-14 0,8-1-7 0,-9 0-13 15,9 0-10-15,0 0-14 0,-10-1-13 0,10 1-5 16,0 0-11-16,0 0-5 15,-6 0-9-15,6 0-4 0,0 0-7 0,0 0-3 16,0 0-7-16,0 0-4 0,0 0-6 0,0 0-3 16,0 0-1-16,0 0-4 0,0 0-8 0,0 0 1 15,0 0-6-15,0 0-3 0,0 0-3 0,0 0 0 16,0 0-4-16,0 0-3 0,-7-1-2 0,7 1 0 16,0 0-4-16,0 0 1 0,0 0-2 0,0 0 0 15,0 0-2-15,0 0-1 0,0 0 0 0,0 0-1 0,0 0-2 0,0 0-3 16,0 0 2-16,0 0 2 0,0 0-6 0,0 0 3 15,0 0 1-15,0 0 2 0,0 0 6 0,18 5 0 16,-8-5 5-16,3 0 1 0,5 0-4 0,5 0 1 16,5 0-3-16,4 0 2 0,-1-2-6 0,3 1 1 15,-2-1 1-15,1-2-1 0,3 3 3 0,-4 1-2 16,-4 1-3 0,0-1 2-16,-7 0-2 0,-5-2-3 0,2 1 1 15,-5 2 1-15,-2-2-5 0,0-1-4 0,-5 4-7 0,-2-2-6 16,2 1-15-16,-6-1-20 0,8 0-35 0,-8 0-50 15,0 0-44-15,0-6-29 0,0 6-192 0,0 0-435 16,-9-4 193-16</inkml:trace>
  <inkml:trace contextRef="#ctx0" brushRef="#br0" timeOffset="45235.03">10443 7396 97 0,'2'-6'328'0,"-2"5"-16"0,0 1-6 0,1-6-12 15,-1 6-11-15,-1-6-18 0,1 6-19 0,1-5-32 16,-1 5-15-16,0 0-26 0,1-2-19 0,-1 2-17 16,0 0-15-16,0 0-18 0,0 0-14 0,0 0-33 15,0 0-4-15,0 0-6 0,3 13-6 0,-3-6-8 0,1 9-4 16,3 3 5-1,-4 8-12-15,1 2-3 0,0-3 1 0,-1 7 0 16,3 1 1-16,-3 0-4 0,0-2 8 0,1-1-9 16,3-2-2-16,-2-2-2 0,0-8-5 0,0-2 5 15,1-2-4-15,-2-3 2 0,2-1-1 0,-1-1 1 16,1 0-2-16,-3-4 5 0,2-2-3 0,-2 1 1 16,2-1 2-16,0-1 9 0,-1 1 9 0,-1-4 3 15,0 6 10-15,0-6-7 0,0 0-3 0,0 0 5 0,3 3 3 0,-3-3-13 16,0 0-14-16,0 0-35 0,0 0-21 0,3-12-31 15,-2 8-36-15,0-3-39 0,-1 1-45 0,1-4-55 16,1-3-66-16,0 2-204 0,0-4-561 0,1-2 248 16</inkml:trace>
  <inkml:trace contextRef="#ctx0" brushRef="#br0" timeOffset="45782.63">10734 7141 80 0,'3'-3'250'0,"1"-1"-14"0,1 2-18 16,0-1-17-16,0 2-17 16,-1-2-19-16,5 2-13 0,0 1-17 0,-4 0-15 15,5 1-14-15,-2 2-13 0,1 1-1 0,0 0-7 16,1 1-9-16,-2 3-4 0,-2-1-12 0,1 2-6 16,0 0-8-16,-3 4-5 0,1-1 1 0,-5-1-9 15,3 0-1-15,-2 4-1 0,-2-1-3 0,-2-1-2 16,2-2 1-16,-3 1-7 0,0-2 0 0,-2 0 1 15,2-1 0-15,0-1-2 0,-1-2-3 0,1 0 0 0,0-1-2 0,3-2-1 16,-3 3-1-16,3-3-5 0,-3-1 5 0,4-2 0 16,-1 6 0-16,1-6 14 0,-3 2 12 0,3-2 5 15,-1 5 7-15,1-5 2 0,0 0 2 0,0 0 6 16,0 0 2-16,4 4-5 0,-4-4-6 0,0 0-1 16,15-2 0-16,-2 0-4 0,6-4-6 0,-1 5-2 15,-1 1 11-15,-2-3-19 0,2 0-4 0,-3 2-4 0,-2 0-1 0,1 1-2 16,1-3-5-16,-1 0 3 0,-3 3-8 0,-2-1 4 15,-3 1-2-15,-5 0 6 0,10-2 2 0,-5 2 15 16,-5 0-10-16,8-1 2 0,-8 1-4 0,0 0-5 16,9-2-5-16,-9 2-16 0,0 0-24 0,0 0-17 15,0 0-28-15,0 0-24 0,0 0-21 0,0 0-27 16,0 0-40-16,0 0-39 16,0 0-64-16,0 0-181 0,0 0-508 0,-23-4 225 15</inkml:trace>
  <inkml:trace contextRef="#ctx0" brushRef="#br0" timeOffset="46059.05">11073 7057 164 0,'0'0'207'15,"0"0"-21"-15,9 5-15 0,-2 1-2 0,0 3-13 0,5 3-6 16,2 9-2 0,2 5-5-16,0 3-9 0,0 5-5 0,3 12-6 15,-6 0-5-15,0 1-8 0,-3 1-9 0,-6-1 1 0,-4 3-12 16,-6 2-5-16,-6-5-9 0,-1-1-7 0,-4-14-2 16,-7 14-8-16,-4-7-1 0,-5-2-16 0,-9-1-29 15,1-6-39-15,-4 0-61 0,-3-2-76 0,-3-6-270 16,-3-5-468-16,2-8 208 0</inkml:trace>
  <inkml:trace contextRef="#ctx0" brushRef="#br0" timeOffset="46538.2">9789 7051 181 0,'4'-3'205'0,"-4"3"-26"0,0 0-18 0,0 0-26 16,0 0-5-16,0 0-10 0,-9 11-12 0,1 4-5 15,-1 11-13-15,-7 6-5 0,-5 13-7 0,2 7-9 16,-7 4-3-16,2-1 0 16,-4 27 7-16,10-26 9 0,4 1-2 15,5 0 6-15,4-4 3 0,8-2-2 0,0-1 6 16,6-15 0-16,12 8 1 0,6-5-1 0,11-5-10 16,5-4-5-16,10-7-5 0,7-6-43 0,29 3-71 0,-23-11-97 15,0-6-318-15,27-2-493 0,-29-6 219 0</inkml:trace>
  <inkml:trace contextRef="#ctx0" brushRef="#br0" timeOffset="47462.78">11820 7382 140 0,'-7'0'174'16,"1"1"-9"-16,6-1-8 0,-12 0-13 0,6 0-9 15,1 2-12-15,5-2-15 0,-9 0-11 0,9 0-4 16,-7-2-13-16,7 2-6 0,0 0-8 0,0 0-9 16,-10 0-1-16,10 0-8 0,0 0 0 0,0 0-6 0,0 0-4 0,0 0-8 15,0 0-1-15,-8-1 4 0,8 1-2 0,0 0 0 16,0 0-3-16,0 0 3 0,0 0-3 0,0 0 1 15,0 0 1-15,0 0-2 0,0 0 3 0,0 0 5 16,0 0 0-16,0 0-1 0,0 0 0 0,0 0-2 16,0 0 3-16,0 0 16 0,0 0-7 0,0 0 3 15,0 0-4-15,0 0-2 0,0 0 1 0,0 0-1 0,25-4-4 0,-9 3-1 16,5 1-7-16,2-3-3 0,10 0-4 16,0 1-1-16,2 1 0 0,-2-1-2 0,8-4-4 0,-4 3-3 15,-3 2 0-15,1-2-3 0,-7 2-11 0,0 0-14 16,-8-1-22-16,-5 2-23 0,-5-2-29 0,0 2-33 15,-4 0-40-15,-2-1-15 0,-4 1-41 0,0 0-136 16,0 0-383-16,-16-4 170 16</inkml:trace>
  <inkml:trace contextRef="#ctx0" brushRef="#br0" timeOffset="47694.58">11942 7279 155 0,'0'-6'259'15,"0"-2"7"-15,0 3-2 0,0-2-1 0,0 2-7 0,2-2-12 16,-2 5-14-16,0 2-16 0,0-6-26 0,0 6-11 16,0-5-27-16,0 5-19 0,0-4-17 0,0 4-20 0,0 0-9 15,0 0-13-15,0 0-14 0,3 12 4 16,0 0-16-16,-2 1-7 0,-1 4-2 0,4 1-8 16,0 9-1-16,1-1-23 0,-3-5-25 0,1 2-29 15,2 4-35-15,0-1-43 16,-2 0-40-16,-2-8-51 0,0 2-250 0,1-8-505 15,-2 1 225-15</inkml:trace>
  <inkml:trace contextRef="#ctx0" brushRef="#br0" timeOffset="48164.48">12497 7107 54 0,'5'-4'190'16,"1"1"-9"-16,5 2-17 0,-1-2-10 0,2 2-13 15,2 0-16-15,-1 2-10 0,0 0-9 0,1 3-5 16,-1 2-13-16,2 1-3 0,-5 1-6 0,3 5-9 15,-3 2-4-15,-4 3-10 0,-3 2-1 0,1 7-7 16,-6-1-2-16,-3 1-8 16,-4 1 0-16,-4-1-6 0,-9 2 5 15,2-2-9-15,-15 12 0 0,3-4-3 0,-4-3-1 0,9-6-4 16,-2-1 1-16,1-3-4 0,0-4 6 0,1-1-6 16,7-1-3-16,3-6 2 0,8-3 11 0,-4 1 23 15,8-5 25-15,-3 1 34 0,2 1 29 0,2-4 12 16,4-1-16-16,0 0-17 0,0 0-1 0,10-17-23 15,0 8-10-15,6-3-7 0,-1 0-19 0,3 3 6 0,-1-1-16 16,9-2-4-16,-7 3-4 0,-3 1-5 0,3 0-3 16,-1 4-5-16,0-3-17 0,1 5-5 0,-2-1-9 15,-3 3-9-15,0 0-15 0,5 3-18 0,-2-1-21 0,-3 0-26 16,-2 3-26-16,-3-1-34 0,3 1-39 0,-3 0-40 16,1-2-245-16,1 1-517 0,-5-3 228 0</inkml:trace>
  <inkml:trace contextRef="#ctx0" brushRef="#br0" timeOffset="48443.21">12847 7221 47 0,'2'-11'323'0,"-2"5"-10"0,2 2-21 0,-1-4-18 16,-1 5-24-16,1-1-33 0,1 1-23 0,-2 3-18 15,0-5-24-15,0 5-19 0,0 0-15 0,0 0-10 16,0 0-16-16,4 11-12 0,-4 0-8 0,3 4-7 16,1 0-6-16,-4 4-7 0,3 6-1 0,0 1-8 15,0-2-3-15,0 4 1 16,0-5-7-16,1 5-1 0,-1-10-2 0,-1 8-5 16,-1-7-2-16,2-1 0 0,-2-5-1 0,-1 1-21 15,2-2-16-15,-2-3-17 0,0 0-20 0,1-1-14 16,-1-3-11-16,-1-1-7 0,-2-3-10 0,3-1-38 15,-9 0-26-15,9 0-42 0,-10-8-217 0,4-2-448 16,0-1 198-16</inkml:trace>
  <inkml:trace contextRef="#ctx0" brushRef="#br0" timeOffset="48743.99">12888 7127 197 0,'0'0'230'0,"1"-4"-25"0,-1 4-29 0,0 0-17 15,0 0-13-15,0 0-5 0,10 9-7 0,-2-4-9 0,3 4-6 16,2 4-3-16,7 5-13 0,1 0-4 0,1 2-5 0,2 1-7 16,-2 3-6-16,-3-2-7 0,3 1-7 0,-7 1-4 15,2 0-4-15,-6 0-9 0,-1 1-1 0,-5-7-6 16,-1 1-2-16,-2 0-4 0,-6 1 0 16,-3-3-2-16,-2-1 2 0,-1 1 3 0,-9 4-6 0,0-5 0 15,-4-2-4-15,0 2-4 16,2-8 1-16,-3 3-1 0,-3-3-3 15,8-2-2-15,-3-1-4 0,3 0 1 0,3-3-2 16,2-2 0-16,2 5 0 0,1-4-4 0,4-1-2 0,1 3-10 16,1-3-22-16,5 0-43 0,-8-4-58 0,8 4-67 15,9-11-85-15,0 5-142 0,4-6-450 16,3 2 200-16</inkml:trace>
  <inkml:trace contextRef="#ctx0" brushRef="#br0" timeOffset="48966.66">13329 7403 194 0,'0'0'314'15,"-6"0"-14"-15,6 0-17 0,0 0-22 0,0 0-20 16,0 0-16-16,0 0-19 0,0 0-31 0,17 3-21 15,2-3-10-15,2-3-23 0,8 3-34 0,0 0-50 16,2-3-59-16,0 1-69 0,-2-2-78 0,-7 1-241 16,5 1-445-16,-7-4 197 0</inkml:trace>
  <inkml:trace contextRef="#ctx0" brushRef="#br0" timeOffset="49615.13">13900 7117 46 0,'0'0'226'0,"5"-4"-19"0,-1 1-24 0,0 0-15 0,3 2-16 0,1-2-19 15,2 3-13-15,-1 0-16 0,4 0-8 0,-3 3-11 16,3 1-10-16,-2 1-9 0,0 1-2 0,1 2-6 15,-1 2-1-15,-2 1-4 0,-2 0-4 0,-2 6-1 16,-1-2-8-16,-4 2-1 0,0 1 2 0,-4 2-1 16,-1-1-3-16,-5 4 4 0,-3 0-6 0,-1-2 1 15,-1 1-1-15,0-1 2 16,-1 0-7-16,0-2-2 0,-1 0-5 0,5-5 2 16,2 0-2-16,0 1-3 0,5-4-6 0,-3 1 3 15,3-3-3-15,1 2 0 0,3 0-1 0,-2-1 3 16,6 0 4-16,-2-5 13 0,3 5 4 0,1-4 6 15,4-1-4-15,0 3 5 0,4-1-8 0,0-1-5 16,-2-3-1-16,2 2-4 0,0-5 1 0,-2 0-3 16,2 0 7-16,-5 0 1 0,-2-2-5 0,0-4-1 0,1 2-4 0,-5-5-16 15,0-1-8-15,-6-9-7 0,-8 2-4 0,-3-3 0 16,-5-2 2-16,-3-5 0 0,-2 1-2 0,-9-8 3 16,4 8 0-16,7-3 1 0,-5 3 14 0,4-1 18 15,2 1 23-15,4 1 20 0,2 4 16 0,5 7 11 16,4-2 5-16,0 6-15 0,5 0-21 0,4-1-37 15,6 1-29-15,5-5-26 16,11 3-33-16,7 5-41 0,2 0-59 16,18-1-71-16,-14 3-271 0,17-2-546 0,-17 2 242 15</inkml:trace>
  <inkml:trace contextRef="#ctx0" brushRef="#br0" timeOffset="51283.49">15378 5895 204 0,'0'0'214'15,"0"0"-13"-15,0 0-11 0,0 0-17 0,-5-3-16 16,5 3-11-16,0 0-15 0,-5-1-13 0,5 1-17 16,0 0-8-16,0 0-8 0,0 0-13 0,0 0-3 0,0 0-10 15,0 0-6-15,0 0-3 0,0 0-9 16,0 0-2-16,0 0 0 0,0 0-5 0,14-3-5 16,-9 1-3-16,0 2-2 0,3-2 14 0,1 0-3 15,1-1-3-15,-1-1-2 0,2 3-3 0,-2-3-1 16,-1-1 3-16,1 1 7 0,1-3 9 0,-1 3 9 15,-1-1 0-15,-2 0 9 0,-1 1 3 0,-1-2 4 16,0 1 6-16,1 0 8 0,-3 3 6 0,0-2-12 16,1 1-8-16,-1 1-12 0,-2-3-11 0,0 5-12 15,0 0-16-15,-9-7-9 0,3 7-5 0,-6 0 0 0,0 4-5 16,-6-1 3-16,-3 4-3 0,-8 5-1 16,-1 1-1-16,2 0-2 0,0 5 1 0,-2 1-2 15,-1 4 6-15,3 2 1 0,-7 10-1 0,3 0-4 16,4 4 3-16,7-6-2 0,6-1 1 0,0 0-3 15,4-2 6-15,4 0-5 0,6-3-1 0,2 1 5 0,4-2-4 16,8-3 6-16,8-1 5 0,4-4-2 0,7-4 5 16,18 2-5-16,2-6-1 0,7 0-1 15,5-9 0-15,1-1-1 0,1-6 2 0,-2 1-1 16,-2-5-2-16,-6 1-7 0,-7-3-6 0,0-5-1 16,-15 2-1-16,-4 1-1 0,-2-6 5 0,-1-3-2 0,-6 5-3 15,0-4 5-15,-8 6 3 0,-4-1 12 0,-4 0 12 16,-1 5 2-16,-3 0 7 0,-2 0-10 15,-3 1-1-15,-1 0-3 0,-4 4 2 0,-5 1-5 16,-3-1-3-16,0 7 0 0,-6 0-4 0,-3 5 0 16,-2 5 0-16,2 1-4 0,2 0 2 0,1 4 1 0,5-2-2 15,5 0-2-15,1 4-11 0,2-3-3 16,3 3 2-16,4 3 1 0,3-3 5 0,6-1 4 16,4-2-2-16,1-1 1 0,6-3-2 0,3-1 3 15,7 1 6-15,3-3-8 0,-1-4 0 0,0-2-2 16,1-2 3-16,-3-4 2 0,-7 0-3 0,-1-2 1 0,-1-1 1 15,0-4-3-15,-3 1 2 0,1-2 4 0,-5-3-4 16,1 1-2-16,-6-2-8 0,1 2-4 16,-4-3-9-16,-2-2-7 0,-1 8-5 0,-1-5-9 15,-4 7-8-15,0-2-9 0,-4 0-8 0,-1 2-7 16,-3 3-15-16,-1 1-24 0,-4-5-16 0,8 8-32 0,-4 1-25 16,1-3-190-16,-1 3-414 0,5-3 183 0</inkml:trace>
  <inkml:trace contextRef="#ctx0" brushRef="#br0" timeOffset="51678.07">16515 5924 250 0,'-1'-4'245'0,"1"4"-20"0,-2-7-24 0,2 7-19 0,-7-3-11 16,2 2-28-16,5 1-16 0,-11 1-16 0,0 2-11 15,0-1-10-15,-1 4-10 0,2 0-9 16,-4-1-6-16,-1 9-7 0,-2-4-5 0,4 2-7 16,-2 0-3-16,4 3-4 0,0 0-5 0,2 0-3 0,3 3-3 15,2 1-3-15,4-2 1 0,-1 0-2 16,3 3-1-16,4 0-5 0,0-2 0 0,7 6-2 15,-4-6 0-15,8 3 1 0,0-1-2 0,1 1-2 16,-3-10 1-16,7 9-3 0,-9-6-2 0,2-2 2 16,-6-3 1-16,0 0-6 0,0-1-4 0,-3 0 3 0,0-3 1 0,-4 1-3 15,-2 0-3-15,-1-1 3 0,-4 0 0 0,-3 1-1 16,-2-2-2-16,-3 1-8 0,-4-1-6 16,-2 1-15-16,0-4-8 0,-1 3-44 0,-1-4-31 15,0 1-37-15,0-3-53 0,-1-1-142 0,3-2-372 0,1 0 165 16</inkml:trace>
  <inkml:trace contextRef="#ctx0" brushRef="#br0" timeOffset="52210.54">16809 5971 167 0,'5'-1'171'0,"-5"1"-15"15,12 5-13-15,-1-2-13 0,0-1-11 0,2 4-6 16,-2 0-11-16,1 6-5 0,0-4-11 0,-3 6-5 0,0 3-5 16,-1-1-6-16,-2 2-3 0,-1 1-5 0,-3 1-7 0,-2 1-2 15,-3 4-4-15,-5-1-6 0,-2 0 0 16,1-5 0-16,-5 1-4 0,4-3 1 0,-3 0-1 15,0-1 3-15,1-1-3 0,-2-2 6 0,5-4 6 16,1-1 0-16,0-2 1 0,2-2 1 0,1 1 2 0,1-1 8 31,-1 0 19-31,1-1 32 0,1-1 39 0,1 1 10 0,2-3-1 16,0 0-21-16,0 0-21 0,10-15-2 0,-3 5-16 16,4-2 0-16,3-2-31 0,4-7-1 0,1-2-6 15,4-2-5-15,0-1-17 0,1-3-20 0,1 4 8 16,-2-1-3-16,-2 0-1 0,1 2-2 0,-4 2-9 15,-3 5-4-15,-4 5 12 0,-4 2-13 0,1 3 16 16,-1 0 2-16,-3 2-2 0,0-2 1 0,0 4-13 0,1 1-9 0,-5-1-19 16,0 3-22-16,2-4-5 0,-2 4 8 0,0 0 2 15,-11 14 3-15,0-4 0 0,-3 7 6 0,-2 4-1 16,-3-1 4-16,0 8 4 0,2-5 1 0,2 3 0 16,1-1 0-16,5-4 8 0,-1-2-5 0,6 1 0 15,0-3 4-15,4 0 5 0,3-2-4 0,2-1-4 16,5 0-12-16,3-2-37 15,2-3-56-15,12-1-75 0,5-1-103 0,4-6-259 16,-1 0-597-16,4-5 264 0</inkml:trace>
  <inkml:trace contextRef="#ctx0" brushRef="#br0" timeOffset="53081.73">17593 5511 98 0,'0'0'203'0,"0"-4"-8"0,0 4-10 16,0 0-11-1,0 0-12-15,0 0-17 0,2-4-16 0,-2 4-15 16,0 0-14-16,0 0-12 0,0 0-11 0,0 0-7 0,0 0-11 16,0 0-8-16,-6 13-5 0,5-5-5 15,-2 4-3-15,-1 0-6 0,2 6-1 0,-1 2-4 16,3 7 0-16,0-1-5 0,0 3-1 0,5-2-4 16,7-1 4-16,-5 3 2 0,6-2-5 0,1-5-1 15,4 3 1-15,0-2-3 0,5-4-2 0,-10-3 5 0,3-3-4 0,-3-3-1 16,1 0-1-16,2 2 2 0,-5-7-2 0,-1 1 4 15,-1-2-3-15,0 0-1 0,1-4-2 0,-6 0 2 16,-4 0 0-16,12-5 0 0,-7-2 1 0,-3 2 11 16,1 0 10-16,1-4 7 0,-3 3 1 0,-1 0 1 15,-1-5-2-15,-3 5-1 0,4-1-2 0,-1 2-4 16,-2 0-4-16,1 0-5 16,-2 0-3-16,-1 3-3 0,1-2-4 0,1 1-3 15,-2 2-9-15,5 1-1 0,-14 0 1 0,14 0-5 16,-13 5-2-16,3 0 1 0,1 5-1 0,0 3 2 15,-1 0-2-15,2 5 2 0,-3 5 0 0,-2 4 1 16,4 0 1-16,-1 4 2 0,3 1-1 0,1 1-1 16,2 3 1-16,0 11 1 0,3-12 2 0,4 12-1 15,1-11-1-15,-2 1 4 0,4-2-3 0,5 10 0 0,0-11-1 0,-4-1 0 16,5 0 3-16,-4-1 5 0,-3-1-6 0,4-1 1 16,-4-3-2-16,-4-1 5 0,-1-6-5 0,-5-4 1 15,-5 2-10-15,1-1-3 0,-10 2 2 0,-2 0-8 16,-3-4-10-16,-5-3-21 0,-7 1-37 15,0-5-51-15,-17-3-80 0,-4 0-193 0,1 2-440 0,0-11 195 16</inkml:trace>
  <inkml:trace contextRef="#ctx0" brushRef="#br0" timeOffset="54415.92">14946 5591 48 0,'5'0'167'0,"-5"0"-5"0,0 0-9 16,0-5-1-16,0 5-9 0,0 0-6 0,0 0-10 16,0 0-3-16,0 0-10 0,0 0-7 0,3-3-1 15,-3 3-4-15,0 0-7 0,0 0-3 0,0 0 2 16,0 0-10-16,0 0-4 16,0 0-4-16,0 0-7 0,0 0-7 15,0 0-3-15,0 0-6 0,0 0-7 0,0 0-1 16,0 0-6-16,0 0-2 0,0 0-7 0,0 0-4 0,0 0-1 15,0 0-1-15,0 0-3 0,0 0 4 0,0 0-10 16,0 0 2-16,0 0-1 0,0 0 0 0,0 0-1 16,0 0 7-16,0 0-12 0,0 0 1 15,0 0-3-15,0 0-1 0,0 0 3 0,0 0-5 0,0 0 2 0,0 0-4 16,0 0-3-16,0 0 3 0,0 0 0 0,0 0-2 16,0 0-3-16,0 0 1 0,0 0-13 0,0 0-15 15,0 0-17-15,0 0 2 0,0 0 4 0,0 10-1 16,-3 0 9-16,1 1 0 0,-2 4 0 0,-5 12 11 15,-3 3-4-15,1 1 5 0,-11 14 2 0,3 1 1 16,-5-2 2-16,-2 3 0 16,-3 0 2-16,6 2 3 0,-4-2 3 0,4-1 2 15,1-4 1-15,8-12 1 0,-1-2-1 0,2 0 0 16,-1-2 4-16,5-9-2 0,0-1 1 0,-1-2-1 16,4-4 3-16,-1 0 0 0,1 0-1 0,3-3 8 15,1-2-4-15,-1 0 9 0,0-3 10 0,1 1 22 16,0 0 14-16,2-3 4 0,0 0-14 0,0 0-17 15,0 0-10-15,0 0-2 0,4-13-6 0,0 8-3 0,0 0-5 16,1 3-6-16,1-1-6 0,-1 1 4 0,1-1-11 0,2 2-2 16,-2 1-3-16,2 1 1 0,0 3 0 0,3 2 1 15,-5 5 3-15,7 5 0 0,-3 6 0 0,3 3 1 16,1 7 3-16,-5 0 1 0,5 12 0 0,0 2 7 16,-5 0-4-16,-5 2-1 0,-1 1 2 15,-3-2 0-15,0 0 5 0,-3 1-2 0,2 0 1 0,-2-15 1 0,2 2 0 0,0-3-1 16,-2-3 2-16,-1 0 0 0,0 0 8 15,3-10 7-15,1-1-2 0,4-4 10 0,0 2 4 16,1-6-1-16,3 0 11 0,7-1 0 0,-1-4 1 16,9-1-1-16,-3 0-4 0,7-3 0 0,1-2-3 0,-1-2-7 15,1 0-4-15,-6-1-6 0,6-1-18 0,2-2-32 16,-4 0-35 0,-4 3-51-16,-3-2-70 0,-1 1-242 0,0-1-469 15,-4-5 209-15</inkml:trace>
  <inkml:trace contextRef="#ctx0" brushRef="#br0" timeOffset="63771.18">5889 9954 44 0,'0'0'89'0,"0"0"4"0,0 0-1 16,0 0-2-16,0 0 6 0,0 0-7 0,0 0 4 16,0 0 1-16,0 0 0 0,0 0-6 0,0 0 0 15,0 0 1-15,0 0-8 0,0 0-3 0,0 0-2 16,0 0-6-16,0 0-6 0,0 0-4 0,0 0-4 15,0 0 0-15,0 0-2 0,0 0-1 0,0 0-5 0,0 0 0 16,0 0-7 0,0 0-5-16,10 2-3 0,-2-2-2 0,0 0-2 15,3 0-2-15,6-2-2 0,1 1-24 0,3 1-22 16,1 0-26-16,1 0-38 0,-1-2-44 0,-2 4-175 16,-2-1-330-16,-5 1 146 0</inkml:trace>
  <inkml:trace contextRef="#ctx0" brushRef="#br0" timeOffset="63940.49">5973 10143 139 0,'-4'4'197'0,"2"-1"-18"0,-2-1-19 16,3 2-19-16,1-4-6 0,-4 4-11 0,4-4-2 16,0 0-3-16,10 1 1 0,0-1-11 0,12-2-8 15,6-2-10-15,8-1-14 0,15-1-22 0,3-1-43 0,0 1-49 0,3-2-62 16,-3 0-193-16,-3-3-314 0,-1 0 139 0</inkml:trace>
  <inkml:trace contextRef="#ctx0" brushRef="#br0" timeOffset="65074.17">7954 9744 61 0,'0'0'122'0,"-12"0"-7"16,9 1 0-16,-4 1-7 0,7-2-7 0,-7 1-8 15,7-1-4-15,0 0 2 0,-11-1-6 0,11 1-4 0,0 0-3 16,-5 1-1-16,5-1 3 0,0 0-2 0,0 0-5 16,0 0-6-16,0 0-4 0,0 0-4 0,0 0-3 15,22 2-6-15,-3-4-5 0,0 1-3 0,7-1-6 0,5 1-1 0,-2 0-3 16,2-2-3-16,2 3 3 0,3-3 6 16,-2 2-6-16,3-3-1 0,-2 3-3 0,-8-2-3 15,-6 1-4-15,-1 2 2 0,-8 0-8 0,-2 0-14 16,-2-2-11-16,2 2-11 0,-10 0-10 0,4 2-8 0,-4-2 4 15,0 0-5-15,-23 5-2 0,3-4-4 0,-7 3 9 16,-1-1 1 0,-2 1 1-16,2-2 5 0,-4 5 4 0,2-5-3 15,-6 1 2-15,5 0 11 0,-2-1 1 0,1 5-4 16,0-4-2-16,4-3 3 0,6 4 2 0,-5 1 2 16,8-4-1-16,6 1 7 0,-1 0 7 0,5-2 3 15,0 0 3-15,2 0 2 0,2 0 5 0,5 0 10 16,-11 1 6-16,8 1 12 0,3-2 6 0,-8 0 3 15,8 0-2-15,0 0 9 0,-5 2-1 0,5-2-3 0,0 0 1 0,0 0 1 16,0 0-2-16,0 0-1 0,0 0-7 0,23-2-1 16,-14 2-4-16,7 0-3 0,1 0-3 0,2 2-7 15,9-1 0-15,0 3 4 0,1 1 2 0,1 0 5 16,5 2-2-16,-6 1-5 0,3-1 4 0,-3 2-1 16,2 3 2-16,-7 0-12 0,2 1 0 0,-12-2-7 15,4 2-6-15,-5 1 4 16,3 8-14-16,-3 0 0 0,-8-3-4 0,-3 0-4 15,-10 8-1-15,-3-4-7 0,-6 2 2 0,-6-1 2 16,-2 1 0-16,-3-5 3 0,0-2 0 0,-3-1 3 16,-1-2-1-16,2-4 3 0,-1 0-2 0,11-5 1 15,-1 0 0-15,9-2 10 0,1-3 17 0,-3 3 20 16,7-4 18-16,0-2 11 0,1 0-5 0,3-3-6 16,3-1-11-16,4 0-4 0,6-4-6 0,3 0-4 0,2-2 3 0,7-2-11 15,5 2-5-15,-1-1-4 0,2 5-5 0,2 0-13 16,1 2-27-16,0-1-37 0,-2 1-49 0,-1 3-61 15,3 1-81-15,-4-3-190 0,-8 4-480 0,-3-1 213 16</inkml:trace>
  <inkml:trace contextRef="#ctx0" brushRef="#br0" timeOffset="65876.3">10977 9266 29 0,'0'-5'276'0,"0"1"-1"0,0 0-19 15,0 4-6-15,2-6-24 0,-2 6-21 0,2-3-20 16,-2 3-21-16,0-5-17 0,0 5-26 0,0 0-24 15,0 0-33-15,0 0-11 0,0 0-4 0,0 17-8 0,0-2-6 0,-2 4-1 16,2 10-12-16,2 0 5 0,-6 4-8 0,4 1-1 16,0 1 0-16,0 1 1 0,0-1-39 0,0 0-25 15,0-3-45-15,0 1-48 0,-2-3-252 0,-2-11-422 16,1-2 187-16</inkml:trace>
  <inkml:trace contextRef="#ctx0" brushRef="#br0" timeOffset="66577.92">9689 10178 65 0,'0'0'132'0,"-10"-2"-14"0,10 2 9 0,-10 0-27 0,10 0-11 0,-9 0-3 15,9 0-9-15,-6 0 3 0,6 0-14 0,0 0-5 16,0 0-4-16,-7 0-9 0,7 0-3 16,0 0-5-16,-5-2-2 0,5 2-4 0,0 0-1 0,0 0 13 15,0 0-21-15,0 0-6 0,0 0 8 0,0 0-16 16,0 0-5-16,0 0 2 0,0 0 2 0,0 0 9 15,-5 4-15-15,5-4 0 0,0 0 5 0,0 0 3 0,9 6-5 0,-5-4 7 16,1 0 5-16,3-1 4 0,4 0 11 0,6 2-3 16,9-3 5-16,9 1 3 0,16-1 2 15,7 1 4-15,33-1 8 0,4-2-2 0,8-5-6 16,13 5 8-16,8 2 0 0,9-2 2 0,3 1-5 0,6-2-2 16,10 3-9-16,10-2-5 0,4 2-1 0,0-3-6 15,4-2 4 1,-3 4-1-16,1-5 1 0,-3 2 3 0,-6 1-1 15,-12-1 2-15,-4-2-4 0,-6 4-4 0,2-2 4 0,-14 1-10 16,-5 1-2-16,-7 1-1 0,-10 1 1 0,-11-1-1 16,-25 1-1-16,-3-1 1 0,-3 1 2 15,0 1-9-15,-9 0 0 0,-14-1 4 0,-3 1-1 16,-6-1-2-16,-8 2-1 0,-4-2-2 0,-4 0-2 0,-4 0 0 16,0 0-2-16,-3 0 3 0,-1 0-3 0,-6 0-8 0,9 0-5 15,-9 0-3-15,0 0-10 0,0 0-21 0,0 0-30 16,0 0-42-16,0 0-53 0,-37 0-239 0,18-2-441 15,-2 0 195-15</inkml:trace>
  <inkml:trace contextRef="#ctx0" brushRef="#br0" timeOffset="68983.92">10290 10935 45 0,'-3'-4'164'0,"3"4"-7"16,0 0-13-16,0 0-11 0,0 0-15 0,0 0-12 15,3-5-14-15,-3 5-11 0,8-3-7 0,-5 2-6 16,6-2-8-16,-4 1 1 0,6-1-14 0,0 1-7 16,3 0-2-16,-1 1-4 0,6 1-4 0,0 1-5 0,1-1-7 0,-1 2 3 15,1 0-9-15,-5 3 1 0,3 0 5 0,-4 4-9 16,2-2-2-16,-7 3-7 0,0 0-2 0,-1 4-2 16,-2 1-1-16,-4 3 14 0,-6 3-8 0,-4 1-2 15,-5 3 2-15,-6 0-2 0,-5 0 7 0,-1-3-9 16,-5 4 5-16,1-3-1 0,-3-2-1 0,4 0 2 15,-3-2 1-15,2-3-6 16,2 0 6-16,3-2-1 0,8-4 2 0,4-2-5 16,0-3 2-16,3 4 1 0,-1-5-2 0,5 1 3 15,1-2 9-15,0 0 2 0,3 1 5 0,1 1 12 16,0-5 15-16,14 5-3 0,0-5 1 0,4 3-4 16,5-3-1-16,8-3 2 0,1 0-1 0,1-1 5 15,4 1 0-15,5-1-4 0,-5 1-5 0,-2-2-1 16,-1 2-6-16,-2-1 0 0,-4-1-7 0,-6 4 0 0,-4 1-5 0,-5-3-9 15,-3 3-11-15,0-1-15 0,-2 1-13 0,-3-1-10 16,-5 1-15-16,9-1-15 0,-9 1-12 0,6-1-34 16,-6 1-28-16,0 0-150 0,0 0-319 0,-13-7 140 15</inkml:trace>
  <inkml:trace contextRef="#ctx0" brushRef="#br0" timeOffset="69337.92">11057 11008 171 0,'1'-3'243'0,"0"-1"-18"0,-1-1-14 0,0 2-9 16,0 3-22-16,0-4-13 0,0 4-21 0,3-3-15 15,-3 3-15-15,0 0-16 0,0 0-16 0,0-5-21 16,0 5-16-16,0 0-6 0,0 0-6 16,1 13-7-16,-1-6 2 0,4 4-6 0,-3 5-2 0,0 0-3 0,2 2-2 15,-2-1 1-15,2 1-3 0,-2-1 1 0,-1 1-6 16,3 1-3-16,-2-2 1 0,-1-2 0 0,0 2 4 16,1-5-3-16,-1 1-1 0,0-4 0 0,-1 0 0 15,1-1-1-15,-1-2-17 0,-2 2-15 0,3-1-20 0,-4-3-15 16,4 1-9-16,-1-1-2 0,-3 0-7 15,3-3-8-15,1-1-41 16,-10 0-48-16,10 0-107 0,-12-8-305 0,8 3 135 16</inkml:trace>
  <inkml:trace contextRef="#ctx0" brushRef="#br0" timeOffset="69685.66">11000 10906 51 0,'-1'-5'208'16,"1"5"-28"-16,0 0-14 0,0 0-25 0,0 0-10 15,4-4-15-15,-4 4-11 0,15 2-12 0,-3 3-11 16,4-1-8-16,6 2-2 0,2 3-2 0,5 3-4 16,-1 1 2-16,2 3-9 15,-2-1-3-15,3 7-1 0,-4-2-3 0,-3 1-2 16,2 1-6-16,-8 0-4 0,-2 2-9 0,-4 0 1 15,-2-1-4-15,-6-2-6 0,-2-3 0 0,-4 0-10 16,-2 1 4-16,-9 5-5 0,-1-4-1 0,-4 1 2 16,-3-4 4-16,0-2-3 0,-3 2-2 0,-2-4-1 15,1-4 3-15,0 3 8 0,6-4-3 0,0-1 0 16,1-3 1-16,-1 1-2 0,6-3-3 0,-1 3 0 0,5-2 0 0,3-1 0 16,-2 0-2-16,2-2 0 0,-1 3-5 0,5-2 1 15,2-1-4-15,-8 2-7 0,8-2-26 16,0 0-27-16,0 0-32 0,18-7-56 0,-4 4-208 15,0-2-381-15,4-2 169 0</inkml:trace>
  <inkml:trace contextRef="#ctx0" brushRef="#br0" timeOffset="70487.66">11951 11197 132 0,'-10'0'143'0,"10"0"-7"16,-8 0-4-16,8 0 1 0,0 0-5 0,0 0-6 15,-6 0-7-15,6 0-10 0,0 0-5 0,0 0-9 16,0 0-2-16,0 0-15 0,-8 0-6 0,8 0-1 16,0 0-7-16,0 0-7 15,0 0 0-15,0 0-2 0,0 0 0 0,0 0-3 16,0 0 4-16,0 0-8 0,0 0 1 0,0 0-1 16,0 0-7-16,0 0-2 0,0 0-5 15,0 0 1-15,0 0-5 0,0 0-8 0,0 0 0 0,0 0-3 16,0 0 1-16,0 0-4 0,0 0 1 0,-9 0-1 15,9 0 3-15,0 0-6 0,0 0 0 0,0 0 0 16,0 0-2-16,0 0 4 0,0 0 1 0,0 0 2 0,27 3-4 16,-8-6 4-16,4 3-1 0,9 0-4 0,5 0-2 15,14-1 2-15,2-1 0 0,2 1-3 0,1-3-1 16,0 0 3-16,3 2-1 0,-8 1 0 0,-10-1 0 16,-2 2-1-16,0-1-2 0,-6 0 3 0,-2-2-2 15,-3 2-1-15,-8 1 0 0,-7 0-2 0,0-1 3 0,-2 1-1 16,-2-1-4-16,-2 1-4 0,-2-1-8 0,-5 1-11 0,6-2-20 15,-6 2-23-15,0 0-25 0,0 0-1 0,0 0-21 16,-19-1-15-16,9 1-23 0,2 1-35 0,0-1-102 16,0-1-312-16,0 1 138 0</inkml:trace>
  <inkml:trace contextRef="#ctx0" brushRef="#br0" timeOffset="70804.03">12899 10981 57 0,'1'-5'291'0,"1"1"-20"0,-1-3-10 16,-1 2-15-16,1 2-10 0,1-1-10 0,-2 4-17 15,2-5-23-15,-2 5-18 0,2-5-16 0,-2 5-23 16,0 0-13-16,0 0-22 0,1-3-24 0,-1 3-28 15,0 0-6-15,0 0-5 0,0 13-3 0,1-3-5 16,-1 2-2-16,-1 5 0 0,2 1-4 0,-1 5-3 16,0-4-1-16,-1 7 1 15,1-1-2-15,0-6 1 0,1 1-1 16,0-1 0-16,-1-1-5 0,2 0 4 0,1-1-1 0,-3-5-2 16,3 0-19-16,-2-3-16 0,0 1-22 0,1-3-19 15,0 4-23-15,2-5-17 0,-4-1-30 0,3 1-9 16,-1-1-46-16,2-1-179 0,-4-4-401 0,5 0 179 15</inkml:trace>
  <inkml:trace contextRef="#ctx0" brushRef="#br0" timeOffset="71089.2">13199 10960 146 0,'3'-5'310'0,"-3"2"-18"0,0 3-16 15,0-5-22-15,0 5-21 0,1-4-18 0,-1 4-30 16,0 0-24-16,3-3-18 0,-3 3-20 0,0 0-17 16,0 0-16-16,0 0-11 0,1 15-10 0,-1-6-9 15,0 4-6-15,0 4-11 0,-1 1-2 0,2 7-5 0,-1 2-2 0,0-2 3 16,0 0-8-16,3 0-2 0,-1-6 0 0,-2 6-3 15,3-7-27-15,-6 4-39 0,3-5-52 0,-1 0-59 16,2 2-86-16,-2-6-189 0,1-4-463 0,0-2 206 16</inkml:trace>
  <inkml:trace contextRef="#ctx0" brushRef="#br0" timeOffset="73426.32">15257 9428 42 0,'0'0'177'0,"0"0"-16"16,0 0-12-16,0 0-14 0,-4-4-13 0,4 4-9 0,0 0-15 15,0 0-6-15,0 0-13 16,0 0-3-16,0 0-9 0,0 0-2 0,-2-4-16 15,2 4 7-15,0 0-7 0,0 0-4 16,0 0-4-16,0 0-7 0,0 0-1 0,0 0-5 0,0 0 1 0,0 0-1 0,0 0-4 0,2-5-6 16,-2 5-1-16,11-1-4 0,-3-2-1 0,1 2 2 15,4-3-5-15,-2 0 4 0,3 1-2 0,-1-2-2 16,2 1 0-16,2-1-2 0,-3 2 2 0,3-2-6 16,-2-1 4-16,-1 0-5 0,-1 4-1 0,-2-3 6 15,1 0-1-15,-1 0-3 0,-3 1-3 0,-1 2 7 16,-2-1-1-16,0 2 3 15,1-1 7-15,-2 0 8 0,0 0-3 0,-4 2-3 16,0 0-5-16,0 0-3 0,0 0-4 0,-17-7 2 16,4 8 0-16,1 0-8 0,-8 3 4 0,0 1-4 15,1-2 5-15,-3 1-4 0,-6 4-2 0,1 1-1 16,-1 1 4-16,-1 1-2 0,3 1-1 0,-4 2-7 16,3 3 6-16,2-1-1 0,1 6-1 0,1 0 1 15,1-2-4-15,4 4 4 0,1-1-5 0,4 2 7 0,3 1 0 0,1-4-3 16,4 5 4-16,2-1 0 0,2-6-3 0,5-1 6 15,2 8-1-15,7-5 2 0,2-1 6 0,7-1-3 16,4-1 4-16,9-4-3 0,1 0 6 0,19-2-3 16,5-3-2-16,2-2-3 0,5-4 1 0,26-4 2 15,-29 0 2-15,27-2-5 0,-31-1 10 0,-3-1-11 16,-4-1 1 0,-15-3-4-16,1 1 0 0,-4 0 3 0,-3-3-2 0,-3-2 0 15,-3 1 3-15,-12 3 8 0,2-1 24 0,-6 3 20 16,-4-3-1-16,1 2-6 0,-5-3-9 0,-1 5-6 15,-2-2-5-15,-5 0-5 0,-3-2-4 0,-4 5-5 16,-6 0-1-16,-2 0-1 0,-5 3-4 0,3 1-3 16,-7 1-2-16,2 7 0 0,0-1-5 0,1 1-1 15,0 2 4-15,-1 1-5 0,9-1 0 0,2 0-3 0,1-2 2 16,4 5-1-16,1-4-3 0,4 0 1 0,3 0 1 0,3 1 0 16,4 0 5-16,2-3-2 0,8 0 2 0,5-2 0 15,3 1 2-15,11-2 1 0,0-4-2 0,4-3 1 16,5-2-1-16,-3-2 3 0,10-6-4 0,-10 4 4 15,-2-3-2-15,-6 0 0 0,0-3-8 0,-2-2-7 16,-6-1-13-16,-3-3-17 0,-2 0-12 0,-8 3-9 0,-1-5-2 0,-4 5 4 16,-4 0 0-16,-4 1 9 0,-1 2 0 15,-7 1 4-15,-1 1 4 0,-3 4 0 0,-2 2-3 16,-2 2 6-16,-2 0 8 0,-7 3-6 0,1 2-11 0,1 2-16 16,5 2-25-16,5-1-25 0,0 2-149 0,4-2-286 15,1 2 127-15</inkml:trace>
  <inkml:trace contextRef="#ctx0" brushRef="#br0" timeOffset="73867.5">16794 9416 181 0,'0'0'176'16,"0"0"-18"-16,0 0-22 0,0 0-12 0,-5-1-15 15,5 1-13-15,0 0-6 0,-12 8-14 0,4-3-7 16,0 3-8-16,-1 1-3 0,-3 0-7 0,2 3-7 15,-1-1-1-15,-2 3-4 0,4-1-7 0,0 1-7 16,-4-1 3-16,8-2-7 0,0-1 0 0,-1 4-1 16,4-2-3-16,1 0 2 0,1 2-2 0,3 1-6 15,0-2 7-15,5-1 1 0,1 2-5 0,4-1-1 0,1-1-1 0,0 2 5 16,0-4-3-16,1 1-2 0,1-1-6 0,-2 2 2 16,-4-5 8-16,0 1-10 0,2-1 0 0,-3 2 0 15,-4-4-3-15,1 1 2 0,-1 1-3 0,-4-4 2 16,1 5 2-16,-2-2 2 0,-3-1 2 0,-2 2 1 15,-3-2-3-15,-2 4 0 0,0-6 4 0,-5 5-2 16,-3-2 1 0,2 0-5-16,-4 0-7 0,3-1-19 0,-2 1-17 0,-1-2-29 15,3-4-30-15,1 2-42 0,1 1-135 0,4-3-295 16,1 0 130-16</inkml:trace>
  <inkml:trace contextRef="#ctx0" brushRef="#br0" timeOffset="74883.17">17267 9438 58 0,'6'-3'160'0,"3"1"-27"0,3-3-1 0,0 3-9 0,6 0-11 16,3 2-13-16,-2 2-9 0,3 0-6 0,-3 5-4 15,8-2-17-15,-8 4-4 0,5 3-2 0,-9-1-2 0,7 6-6 16,-8-2-1-16,5 6-6 0,-10-3 3 0,3 0-4 16,-7-1-4-16,-4 4-4 0,2-1 2 15,-6-2-12-15,-1 1 5 0,-6 5-2 0,1-7 2 16,-1 0-5-16,-4 0 1 16,1-4 1-16,-1 3-1 0,-1-4-4 0,3 2 10 15,-2-2 1-15,4-7 4 0,0 1 2 0,2 0-7 16,2-3 3-16,1 1 9 0,1 0 19 0,1-3 16 15,-2 2 25-15,3-1 4 0,2-2 8 0,0 0-12 0,0 0-10 16,0 0-11-16,16-14-7 0,-3 2-7 16,2-2-9-16,5-4-3 0,4-2-6 0,3 1-5 15,-2-5-8-15,3 2-4 0,2 0-2 0,-1-2-2 0,-5 3-5 0,-1 1-2 16,-1 1-2-16,-7 5 4 0,-1 2 7 0,-5 4 11 16,0 1 20-16,-4 0-7 0,3 3 6 0,-4-1-13 15,1 1 13-15,-4 2-23 0,7-1-13 0,-8 3-17 16,5-4-22-16,-5 4-11 0,0 0 2 0,0 9-3 15,-4 1 0-15,0 5 6 0,-6 2 1 0,1 6 4 16,1 4 1-16,2-2 2 16,2 3-2-16,7-2 4 0,3 2 2 0,5-4 3 15,9 2 1-15,7-5-3 0,12 8-23 0,9-6-46 16,9-6-82-16,34-2-95 0,-31-8-251 0,5-1-548 16,4-6 243-16</inkml:trace>
  <inkml:trace contextRef="#ctx0" brushRef="#br0" timeOffset="81315.14">6762 13283 113 0,'0'0'200'0,"0"0"-12"16,0 0-11-16,-4-3-14 0,4 3-13 0,0 0-16 15,0 0-13-15,0 0-12 0,0 0-12 0,0 0-9 0,0 0-8 16,0 0-3-16,0 0-11 0,0 0-8 0,14-3-3 0,-2 2-1 16,5 0-11-16,10-2-3 0,5 2-8 0,1-2-18 15,2-1-14-15,2 1-27 0,-3 3-40 0,-2 0-40 16,-1 0-42-16,-12 0-137 0,0 0-308 0,-6 2 137 15</inkml:trace>
  <inkml:trace contextRef="#ctx0" brushRef="#br0" timeOffset="81468.84">6937 13507 166 0,'-5'3'160'0,"1"0"-18"0,0 0-14 16,0 1-3-16,4-4 15 0,0 0 8 0,7 5 0 15,4-5-11-15,6 0-15 0,4-2-10 0,13 1-20 16,1-1-47-16,5-2-61 0,14-4-85 0,-18 3-157 0,4-2-280 0,9-1 124 16</inkml:trace>
  <inkml:trace contextRef="#ctx0" brushRef="#br0" timeOffset="82386.58">8605 13058 136 0,'0'0'190'0,"0"0"-20"15,-2-3-18-15,2 3-13 0,14-5-14 0,-5 1-10 16,9-3-8-16,1 2-19 0,3 2-8 0,10-4-10 0,-1 2-4 0,2 0-7 16,0 0-5-16,-1-4-9 0,0 6-6 0,-4-2 1 15,-5 1-9-15,-4 3-20 0,-5-2-15 0,0 1-22 16,-5 0-9-16,-2 2-24 0,-3 0 8 0,-4 0-2 16,0 0-3-16,0 0 8 0,-17 8-3 0,-2-3-2 15,-4-3 5-15,-4 3 17 0,-5 1 1 0,0-1 12 16,0-1 9-1,-1 3-6-15,0 0-3 0,1-2 21 0,-3 0 2 16,7 0 15-16,1 0 16 0,4-1-2 0,6-2 0 16,4 1 0-16,1-1-7 0,4 0-6 0,-1-1 1 15,3 1 5-15,1-1-14 0,0 1-4 0,1 0 8 16,4-2-1-16,0 0 4 0,-10 0-5 0,6 2 11 0,4-2 14 16,0 0 7-16,0 0 10 0,0 0 2 0,0 0 5 15,13 4 3-15,-7-2-7 0,6-1-1 0,2 0-6 0,-2 2-2 16,7 1-5-16,4 0-3 0,7-1 4 0,-3 3 1 15,5 4-3-15,-5-4 0 0,1 4 1 0,0 2-3 16,-1-3-4-16,-2 5-6 0,-6-3-5 0,-5 1-3 16,4 2-5-16,-5 0-2 0,0 2-8 0,-7-1-2 15,-2 5-7-15,-4-3 1 0,0 1-2 0,-5 0 15 16,-4 0-4-16,-4-1 0 16,-6 3-1-16,-3-2-4 0,1-6 2 0,-5 3 0 15,-1-3 0-15,8-7 3 0,-1 1-1 0,0-2 15 16,8-4 13-16,-5 1 12 0,8-2 21 0,-1 0 11 15,1-2 14-15,1-2 4 0,3 1-3 0,0 0-13 16,5-4-9-16,0 0-15 0,4-2-12 0,2-1-4 16,8 1-16-16,3-1-12 0,8 1-15 0,2 0-24 15,0 5-32-15,2-2-42 0,3 2-54 0,-1 2-78 0,0 1-281 0,-2-2-551 16,1-1 245-16</inkml:trace>
  <inkml:trace contextRef="#ctx0" brushRef="#br0" timeOffset="83674.52">11146 12649 101 0,'0'0'184'0,"0"-6"-22"0,3 4-13 0,-3 2-16 15,8-4-16-15,-1-2-9 0,3 5-10 16,3-2-11-16,0 2-13 16,4 0-6-16,4 1-13 0,1 0-1 0,-2 1-6 15,1 4-1-15,0 1-6 0,0-1 2 0,-5 4-9 16,2 0-2-16,-4 3-4 0,-1 2-6 0,-4 3 1 16,-4 0-6-16,-3 1-1 0,-4 7-6 0,-6 1 7 15,-5 0-3-15,-5 2-10 0,-4-4 8 0,-2 3-2 16,-2-4-2-16,-1 1 3 0,-4-1-5 0,3-2-2 15,4-4 2-15,-3 0 0 0,3-3-3 0,5-4 4 0,2-3 4 0,1 1 0 16,7-4 3-16,1 0 11 0,0-2 3 0,2 2 17 16,2-1 8-16,-1 0-2 0,1-2 4 0,4-1 2 15,0 0-11-15,0 0-1 0,0 0-1 0,23 0-6 16,-5-4-7-16,4 1 1 0,8 2-7 0,2-3-7 16,2-1-29-16,0-2-28 0,3 3-28 0,-2-1-32 15,2 2-37-15,-1-4-35 0,-2 0-157 0,2 2-355 0,-2-3 157 0</inkml:trace>
  <inkml:trace contextRef="#ctx0" brushRef="#br0" timeOffset="83976.63">11799 12720 246 0,'0'-5'230'0,"1"-1"-11"0,-1 0-7 0,-1 3-10 15,1 3-13-15,0-5-19 0,1 2-14 16,-1 3-21-16,1-4-15 0,-1 4-11 0,0 0-16 16,0 0-14-16,0-5-15 0,0 5-12 0,0 0-8 0,0 0-7 15,7 14-2-15,-6-8-4 0,1 5-4 0,-2 1-2 0,1 0-5 16,1 1-1-16,0 4-1 0,-1 2-2 0,0-5-1 16,1 3-2-16,-4-1 1 0,1-3-7 0,0-1-17 15,1-1-19-15,-2 0-10 0,2 1-16 0,-1-4-12 16,-1-1-24-16,0-2-7 0,0 3-11 0,-2-7-9 15,1 2-21-15,3-3-14 0,0 0-16 0,-10-5-85 16,8 0-274-16,-2-2 121 16</inkml:trace>
  <inkml:trace contextRef="#ctx0" brushRef="#br0" timeOffset="84260.19">11744 12637 156 0,'0'-12'171'15,"0"4"2"-15,0 0-7 0,0 4-3 0,-1-1-12 16,1 1-16-16,-2-1-12 0,2 5-20 0,0-5-12 15,0 5-12-15,0 0-11 0,3-3-7 0,-3 3-3 0,9 8-8 0,-1-3 2 16,2 4-5-16,4 2 0 0,2 2 1 0,5 2-6 16,3 4-2-16,1 1-1 0,0-1 0 0,2 0-4 15,-4 1-7-15,-1 2 6 0,-2-1-8 0,-3 1-5 16,-2-1-6-16,-2 0 5 0,-4-4-15 0,-5-1 3 16,-3 2-3-16,-1-2-1 0,-4 1-3 0,-2-2 1 0,-6 1 5 15,-1-3-3-15,-3 0 5 0,0-2 0 0,0 1 1 16,-8 2 7-16,4-7-6 0,1 3 1 0,0-3 1 0,1 1-1 15,-1-3 0-15,4 2-2 0,2-2-3 0,1-1 5 16,3 0-3-16,1-3-9 0,1-1-22 0,2 3-18 16,1-1-13-16,4-2-18 0,0 0-24 0,0 0-55 15,0 0-189-15,26-5-366 0,-13 3 163 16</inkml:trace>
  <inkml:trace contextRef="#ctx0" brushRef="#br0" timeOffset="85278.07">12645 12850 106 0,'-8'0'101'16,"3"0"-4"-16,5 0-6 0,-10 2-3 0,5-2-12 15,5 0-5-15,-9 0-5 0,9 0-6 0,0 0-3 0,-8 1-9 0,8-1-3 16,0 0 3-16,-6 0-6 0,6 0 7 0,0 0-6 16,0 0-2-16,-8 2 1 0,8-2 0 0,0 0-1 15,-5 1-3-15,5-1 2 0,0 0 0 0,0 0-11 16,-5 3 11-16,5-3-6 0,0 0 2 0,0 0-4 16,0 0 0-16,0 0 6 0,0 0 7 0,0 0 2 15,0 0 2-15,0 0 1 16,0 0-2-16,0 0-3 0,0 0-1 0,19-4-3 15,-5 1-4-15,7 1-1 0,5-1-5 0,5 0-3 16,1-2-1-16,5 0-2 0,-2 3-6 0,4-2-3 16,-3-2 4-16,0 2-4 0,-2 0-1 0,-3 1-1 15,-2 1-19-15,-8 1-4 0,-8-2-19 0,1 3-17 16,-4-1-20-16,-2 1-36 0,-3 0-35 0,-5 0-37 16,3-4-111-16,-3 4-308 0,0 0 136 0</inkml:trace>
  <inkml:trace contextRef="#ctx0" brushRef="#br0" timeOffset="85509.83">12751 12755 25 0,'0'-6'251'16,"0"0"-1"-16,0-1-9 0,0 2-15 0,0 0-3 16,0 0-8-16,1 1-14 0,-1 4-15 15,-1-5-17-15,1 5-17 0,0-3-17 0,0 3-16 16,0 0-15-16,1-6-22 0,-1 6-21 0,0 0-12 0,0 0-7 15,0 0-3-15,0 13-3 0,3-3-8 0,-3 2-1 16,0 1 2 0,1 4-2-16,0 2-2 0,-1-1-5 0,3 2-12 15,1-5-29-15,-2 4-26 0,2 0-37 0,-3-1-38 16,7-3-59-16,-4 0-239 0,0-2-454 0,1-5 202 16</inkml:trace>
  <inkml:trace contextRef="#ctx0" brushRef="#br0" timeOffset="85857.49">13419 12637 79 0,'3'-4'243'0,"-2"0"-10"16,-1 4-9-16,0-4-18 0,0 1-15 0,0 3-24 16,0 0-13-16,0 0-22 0,3-6-16 0,-3 6-15 0,0 0-11 0,0 0-6 15,0 0-12-15,1 10-10 0,-1-3-9 0,0 2-6 16,1 3-4-16,2 2-3 0,-3 0-6 0,2 2-1 15,-2 2-18-15,3 0-11 0,-6 1-20 0,3-2-23 16,0 0-31-16,0 0-25 0,0-3-22 0,-2-2-44 16,-2 0-161-16,4-4-347 0,0-1 154 0</inkml:trace>
  <inkml:trace contextRef="#ctx0" brushRef="#br0" timeOffset="86064.54">13653 12647 247 0,'0'0'248'0,"0"-5"-26"0,0 5-24 0,0 0-25 0,0 0-18 16,0 0-19-16,0 0-12 0,0 0-16 0,-1 23-10 16,1-8-10-16,0 2-15 0,0 0 1 0,1 0-8 15,3 2-4-15,0 3-7 0,1 0-26 0,-4-2-34 16,6 5-52-16,-5-5-53 0,2-3-221 0,-4 0-358 15,-1-7 158-15</inkml:trace>
  <inkml:trace contextRef="#ctx0" brushRef="#br0" timeOffset="86860.12">10650 13472 104 0,'0'0'135'15,"0"0"-8"-15,0 0-12 0,-9 0-8 0,9 0-3 16,0 0-14-16,0 0-11 0,0 0-3 0,0 0-6 15,0 0-4-15,0 0-10 0,0 0-14 0,0 0 4 0,0 0-9 0,0 0 1 16,0 0-11-16,0 0-1 0,0 0-3 0,0 0 10 16,0 0-3-16,17 4 3 0,-9-3 3 0,3-1-5 15,1 2-3-15,4-2 4 0,2 2-1 0,5-1-4 16,9-1-4-16,5 0 12 0,18-3-2 0,8 1 5 16,30-6-5-16,4 1 9 0,9 0 5 0,8 2 1 15,6-6 0-15,5 2 0 16,11 0 5-16,8 1-10 0,9-1 14 0,7-3-5 15,1 3 1-15,-4 1-10 0,2 0 1 0,7-1-9 16,-4 4-3-16,-6-2-14 0,4 2-17 0,-11-3 1 16,5 3-2-16,-1-6 0 0,-10 6 0 0,-5-1 5 15,-6-2-9-15,-15 0 8 0,-3-2 3 0,-11 5 4 16,-4-4 9-16,-35 4 11 0,-3-1 8 0,0 2 6 16,-8-2 4-16,-15 0 6 0,-2 1 4 0,-2 1 3 0,-8-1 12 0,-8 2 18 15,-7 2 18-15,1 0 9 0,-6-1 5 16,1 1-4-16,-1-1-8 0,0 2-15 0,-1-2-24 15,-5 2-33-15,7-2-22 0,-7 2-34 0,0 0-40 0,0 0-56 16,0 0-49-16,0 0-53 0,0 0-55 0,-27 7-234 16,17-5-542-16,-3-1 239 0</inkml:trace>
  <inkml:trace contextRef="#ctx0" brushRef="#br0" timeOffset="88548.75">11777 13911 76 0,'0'0'148'15,"2"-5"-6"-15,-2 5 5 0,0 0-8 16,1-6 6-16,-1 6-7 0,0 0-1 0,1 0-3 0,-1 0-2 15,0 0-9-15,1-4-9 0,-1 4-11 0,0 0-11 16,0 0-10-16,0 0-9 0,0 0-10 0,0 0-4 16,0 0-13-16,0 0-15 0,0-6-15 0,0 6-6 15,0 0-4-15,-3 11 2 16,1-3-9-16,0 0 3 0,-3 4-3 0,-3 2 2 16,2 4 2-16,-6 5-4 0,-2 1 0 15,1 1-2-15,3 1 8 0,-4-1 12 0,2-1-3 0,1-2-4 16,3-3 1-16,3-4-2 0,0 1 0 0,1-4 0 15,0 0-3-15,2-4 1 0,-1 2-3 0,2-2 2 16,1-2 3-16,0-1 7 0,0 0 0 0,0 0 7 16,0-2 4-16,0-3 6 0,4 4 5 0,-2-1 3 0,6-2-5 0,-8-1-3 15,15 0 0-15,-2-1-3 0,-3 0-3 16,7-2-2-16,0 1-3 0,-3 1-5 0,4-3-23 16,-2 1-22-16,2 0-19 0,-4-1-41 0,-1 2-49 15,6-1-40-15,-5 1-193 0,0-2-399 0,-1 0 177 16</inkml:trace>
  <inkml:trace contextRef="#ctx0" brushRef="#br0" timeOffset="89003.1">11986 14115 68 0,'0'0'163'0,"-2"-3"-9"0,2 3-24 15,0 0-11-15,0 0-13 0,0 0-15 0,0 0-8 16,0 0-10-16,0 0-5 0,0 0-8 0,0 0-5 16,0 0-9-16,0 0 0 0,0-4-6 0,0 4-9 15,0 0 7-15,0 0-7 0,0 0 11 0,0 0 1 16,0 0-1-16,0 0-3 0,-4-3 6 0,4 3 0 16,0 0 1-1,0 0 8-15,0 0 1 0,0 0 8 0,0 0 6 16,0 0 5-16,0 0 2 0,0 0 4 0,0 0-4 0,0 0-2 15,0 0-5-15,0 0-8 0,0 0-8 0,0 0-9 16,0 0-7-16,0 0-6 0,0 0-8 16,0 0-5-16,0 0 0 0,3 15-3 0,-4-6-6 15,-1 2-1-15,1 3-2 0,-2 2 0 0,-1 9 2 0,1-8-2 16,0 5-2-16,1 1 0 0,-2-2 3 0,3 3-3 0,-2 0 0 16,1-5-2-16,-1 0 2 0,2-4 0 0,-2 3 1 15,2-7-4-15,2 1 4 0,-1 0 3 0,0-5-6 16,0 0 3-16,0-1-1 0,0 0 3 0,0-2-1 0,0 0-1 15,0 0 1-15,0 1 2 0,0-5 3 16,3 5-1-16,-3-5 3 0,0 0-2 0,0 4 2 16,0-4 0-16,0 0 5 0,0 0-5 0,0 0-36 0,0 0-45 0,0 0-64 15,6-14-57-15,-2 8-64 0,1-1-126 0,-1-4-409 16,3 1 181-16</inkml:trace>
  <inkml:trace contextRef="#ctx0" brushRef="#br0" timeOffset="89335.08">12448 14047 58 0,'0'0'164'15,"0"0"-20"-15,0 0-19 0,0 0-12 0,0 0-13 16,-2 15-5-16,2-8-14 0,0 7-3 0,-2-4-2 16,1 7-15-16,-2-2 2 0,3 2-4 0,-1-1-4 15,0 0-5-15,0 1-6 0,-1-3-5 0,1-1-3 16,1 0-2-16,-1-3 0 0,1 4 0 0,-3-2-5 0,3-2-2 16,0 0-4-1,0-3 1-15,-1 0-6 0,1-1 2 0,0-1 2 16,-1-1-5-16,0 1-3 0,1 0-7 0,-2-2-11 15,1 1-8-15,1-4-24 0,0 0-38 0,0 0-49 16,-9-3-127-16,9 3-269 0,-5-10 119 0</inkml:trace>
  <inkml:trace contextRef="#ctx0" brushRef="#br0" timeOffset="89673.67">12421 13977 82 0,'0'0'166'16,"0"-5"-15"-16,0 5-15 0,0 0-16 0,0 0-14 16,17 3-7-16,-8 1-5 0,1 1 1 0,7 7 2 0,-2-2 1 15,4 0 1-15,8 7-6 0,-3 0-6 0,-2 1-2 0,1 3-5 16,-3 0-11-16,-3 1-5 0,0 0-7 0,-2 0-4 16,-4 2-3-16,-3-7-5 0,-4 2-9 15,-3 0-1-15,-1 1-4 0,-3-1 1 0,-5-2-6 16,-7 5-2-16,2-8-4 0,-8 5 2 0,1-2 3 0,-6 0-10 15,-2-6-1 1,5 1 2-16,-5-1-3 0,1-1-3 0,9-4 0 16,-1 1-2-16,-1-5 3 0,7 2-3 0,0-1 3 15,2-1-4-15,3 0 2 0,0 1-2 0,2-2 2 16,1 0-3-16,0 0 4 0,5-1-2 0,0 0-10 16,0 0-21-16,0 0-19 0,0 0-26 0,6-10-44 15,7 3-51-15,-3 2-178 0,0-2-367 0,2 0 163 16</inkml:trace>
  <inkml:trace contextRef="#ctx0" brushRef="#br0" timeOffset="90353.1">12766 13759 64 0,'4'-3'183'0,"1"1"-13"15,-1-1-20-15,4 2-10 0,-2 1-17 0,3 0-10 16,3 0-6-16,-3 0-16 0,2 1-4 0,-2 2-5 0,0 4-8 0,2-1-7 16,-3 4-1-16,0-1-6 0,1 1-10 15,-4 2-1-15,1 3-7 0,-1 1-3 0,-3-4-7 16,-2 5 4-16,-2-1-7 0,-2 0-2 0,1 1-3 0,-3 0 0 16,0-5 0-16,1 0-1 0,0 0-5 0,-1-3 1 15,0 1 6-15,0-3-7 0,1-2 1 0,1 1-1 16,2-1 7-16,-2-1-10 0,2-2 27 0,0 1 9 0,2-3 15 15,-4 5 9-15,4-5 7 0,0 0 2 0,0 0-2 0,9 4-1 16,3-4-10-16,2-2-10 0,5-1-1 16,0 0-8-16,8-1-9 0,3-1 0 0,1 0-6 15,4 1-5-15,-2 0-2 0,0 0-2 0,-1-2 1 16,1 3 0-16,-6 3 0 0,-4-3-5 0,-8 2 1 16,-3 0 0-16,-2-1 3 15,1 1 1-15,-4 1-4 0,-1-1 5 0,1 1-3 16,-7 0-2-16,9-3 5 0,-9 3-11 0,6 0-13 15,-6 0-20-15,0 0-31 0,5 0-33 0,-5 0-24 16,0 0-53-16,0 0-48 0,0 0-60 0,-14 7-183 16,14-7-483-16,-7 0 214 0</inkml:trace>
  <inkml:trace contextRef="#ctx0" brushRef="#br0" timeOffset="92674.06">13536 14234 132 0,'-6'0'195'0,"6"0"-1"16,-10 1-8-16,5 0-10 0,5-1-14 0,0 0-17 16,-8 0-12-16,8 0-9 0,-6 0-9 0,6 0-10 0,0 0-6 15,0 0-8-15,-4 2-8 0,4-2-6 0,0 0-5 16,0 0-3-16,0 0-7 0,0 0-5 16,0 0-7-16,0 0-2 0,0 0-4 0,0 0-2 15,0 0-4-15,0 0-1 0,0 0-7 0,0 0-4 0,0 0-2 0,0 0-3 16,0 0-2-16,0 0-3 0,-10-2 1 0,10 2 1 15,0 0 4-15,0 0 1 0,0 0 1 0,0 0 1 16,0 0-1-16,0 0 5 0,0 0-3 0,0 0 1 16,0 0-3-16,0 0-2 0,0 0-2 0,0 0 0 15,0 0-3-15,0 0 2 0,0 0 0 0,20-2-10 16,-16 1 0-16,-4 1 2 16,0 0-4-16,0 0 0 0,9 0 2 0,-9 0-4 15,5-2 0-15,-5 2-2 0,0 0-2 0,0 0 2 16,0 0-3-16,0 0 2 0,0 0 1 0,0 0-1 15,0 0-2-15,0 0 1 0,0 0-1 0,0 0-1 16,0 0-1-16,0 0 2 0,0 0-4 0,7-1 4 16,-7 1-3-16,0 0-4 0,0 0 1 0,0 0 3 15,0 0-3-15,0 0 1 0,0 0-3 0,0 0 3 0,0 0-1 0,0 0 3 16,0 0-4-16,0 0 5 0,0 0 0 0,0 0 0 16,0 0 6-16,0 0-5 0,0 0 0 0,7 0 2 15,0 1 0-15,3-2 0 0,9 0 3 0,-1-2-3 0,10 1-1 16,5 0 0-16,4-1 0 0,14 1 0 0,0-1-1 15,2-2-18-15,-3 2 8 0,-12 2-4 0,1-3-1 16,-4 4 5-16,-2-1-3 0,-2 1 1 0,-4 0 5 16,-6 0-2-16,-2-5 5 0,-8 5-1 0,1 0 1 15,-2 0 1-15,-4-2 1 0,1 2 0 0,-7 0-2 16,10-1-4-16,-10 1-15 0,6-1-16 0,-6 1-22 16,4-3-23-16,-4 3-43 0,0 0-25 0,0 0-36 15,0 0-182-15,-16-4-402 0,9 3 179 0</inkml:trace>
  <inkml:trace contextRef="#ctx0" brushRef="#br0" timeOffset="98172.26">14500 13991 146 0,'0'-4'172'0,"0"1"-9"15,3-1-5-15,-2 1-12 0,-1 3-6 0,1-4-9 16,-1 4-13-16,3-3-6 0,-3 3-19 0,0 0-8 15,1-4-9-15,-1 4-17 0,0 0-5 0,0 0-13 16,0 0-9-16,0 0-4 0,0 11 0 0,-1-4-6 16,-2 4-5-16,2 1 0 0,-3 7 1 0,0 6 1 15,-1 5-11-15,0 0 7 16,0 0-2-16,0 2-8 0,1-1 6 16,0 0-1-16,-2-4-8 0,4 0 0 0,-2-2-1 15,0 1 2-15,4-10-7 0,-2 1 3 0,1-1 7 0,1-3-8 16,0-1 10-16,-2-3-3 0,2-2-2 0,0 0-4 15,-2-3 10-15,4 2 8 0,-2-1 9 0,-2 0 10 16,2-3 10-16,0-2 13 0,4 7 11 16,-4-4 4-16,0-3 5 0,0 0 4 0,0 0-4 0,0 4 0 0,0-4-6 15,0 0-1-15,0 0-7 0,0 5-5 0,0-5-5 16,0 0-6-16,0 0-23 0,0 0-24 0,0 0-29 16,0 0-33-16,1-14-37 0,1 11-56 0,0-4-47 15,2 2-214-15,-2-3-448 0,0 3 199 0</inkml:trace>
  <inkml:trace contextRef="#ctx0" brushRef="#br0" timeOffset="99475.73">14813 14018 8 0,'0'0'90'0,"0"0"0"15,0 0-9-15,0 0-8 0,3-4 5 0,-3 4-2 16,0 0-7-16,0 0-6 0,0 0 3 0,3-2-4 16,-3 2-3-16,0 0-14 15,0 0 10-15,0 0-7 0,0 0-6 0,0 0 9 16,0 0-7-16,0 0-3 0,0 0-6 0,0 0 6 15,0 0 2-15,0 0-19 0,0 0 13 0,0 0 3 16,0 0 1-16,0 0-5 0,0 0-5 0,0 0 3 16,0 0-8-16,0 0 2 0,0 0 2 0,0 0-7 15,0 0 8-15,0 0 1 0,2-4-1 0,-2 4-4 16,0 0-4-16,0 0 0 0,14-1 7 0,-8 1-13 0,1 0 1 0,1 1-2 16,2-1-2-16,3 1-5 0,0 1 4 15,0 0-5-15,-1 1 2 0,3-1-3 0,4 4-3 16,-7-2-1-16,1 1-1 0,2 4-2 0,-6-1 6 0,0-1-7 15,-2 4 8-15,0 0-2 0,-3 1 1 0,-3 5-1 16,-2 0-2-16,-3-1-4 0,-1 0 8 0,-5 2-4 16,-6 2 1-16,-3-1 4 0,1 1-3 0,-1-4 3 0,0-4 0 15,2 1-5-15,-2-2 0 0,4-1-1 0,-3-2 2 16,4 1 5-16,1-4-7 0,2 2-2 0,1-3 6 16,0 0-3-16,4-2 2 0,0 3-3 0,2-4 12 15,0 1 7-15,-2 0 15 0,3 0 12 0,3-2 8 16,-5 3 6-16,5-3 6 0,-4 4 0 0,4-4-1 15,0 0 0-15,-4 1-4 16,4-1-2-16,0 0-7 0,0 0-2 0,-4 4-6 16,4-4-2-16,0 0-7 0,0 0-3 0,0 0-2 15,0 0-7-15,0 0 1 0,0 0-5 0,0 0 1 16,0 0-5-16,-5 0 2 0,5 0-5 0,0 0-5 16,0 0 1-16,0 0-1 0,0 0 6 0,0 0-8 15,0 0 1-15,0 0-3 0,0 0-1 0,0 0 0 16,0 0 4-16,0 0-5 0,0 0 2 0,0 0-2 0,0 0 0 0,0 0 6 15,0 0 4-15,0 0-6 0,0 0 0 0,26-5-2 16,-7 2-2-16,5-1 1 0,6 2 0 0,0-2 2 16,4-3-3-16,0 3-1 0,2 0-3 15,-3 1 3-15,2 0-3 0,-7-1-3 0,1 2 4 16,-6 0 1-16,-4 1-2 0,-2 1 1 0,-3 0 1 0,-5-2-1 16,-3 2-2-1,3-1-8-15,-4 1 2 0,-5 0-5 0,12-1-3 16,-12 1-10-16,5 0-10 0,-5 0-6 0,0 0-14 15,5-3-18-15,-5 3-26 0,0 0-25 0,0 0-24 16,0 0-18-16,0 0-26 0,-18-7-26 0,12 6-120 16,-2-1-366-16,8 2 161 0</inkml:trace>
  <inkml:trace contextRef="#ctx0" brushRef="#br0" timeOffset="99798.64">15508 13987 191 0,'0'0'242'15,"2"-4"-17"-15,-2 4-13 16,1-4-19-16,-1 4-21 0,0 0-14 0,0 0-19 16,0 0-19-16,0 0-17 0,0 0-11 0,0 0-13 15,0 0-9-15,0 16-9 0,-1-5-10 0,-1 1-2 16,2 5-2-16,0 3-6 0,2 6-2 0,-1-2-3 16,0 5 5-16,1-1-10 0,0-2 0 0,0 3 1 15,1-5-25-15,-1 4-40 0,-2-3-57 16,0-7-74-16,-4 0-199 0,1-3-392 0,-2-4 173 0</inkml:trace>
  <inkml:trace contextRef="#ctx0" brushRef="#br0" timeOffset="101380.63">16801 12501 27 0,'0'0'163'0,"0"0"-7"0,-4-3-12 0,4 3-15 16,0 0-16-16,0 0-9 0,-4-2-6 0,4 2-10 0,0 0-10 0,0 0-1 15,0 0-4-15,0 0-3 0,0 0 3 0,0 0-3 16,0 0-5-16,0 0-11 0,6-4 0 0,2 3-6 16,-2-1-2-16,3 0-8 0,3-1-3 0,-1-4-8 15,-1 5 0-15,3-1-2 0,-4-1-2 0,1-1-4 16,3 0 2-16,1 2-3 0,-4-4-5 0,2 2 4 16,-2 1 5-16,1-3 3 15,-1 1 8-15,-3 1 2 0,-2 0 2 0,2 1 5 16,-4 0 4-16,1 0 0 0,0 1-2 0,-1-1 2 15,-3 4-8-15,0-4-12 0,0 4-4 0,-8-6-2 16,2 5-4-16,-6 1-1 0,-2 0-4 0,-2 1-1 16,-4 5-4-16,-3-2 0 0,3 2-5 0,-7 5 1 15,-5-3 2-15,3 7-4 0,-2 2 0 0,-2 0-3 16,1 3 2-16,-8 10 0 0,12-6-4 0,-9 10-1 0,13-8 1 0,0 0 18 16,1 3-2-16,5 1-4 0,0-1 2 0,2-2-1 15,5-1-1-15,7-6 0 0,4-1-3 0,4 0 1 16,5-2 3-16,9 2 0 0,6-2 2 0,5-2 1 15,6-5 0-15,21 3 1 0,3-8-1 0,5-4-1 16,0-1 2-16,2-1-4 0,-2-3 0 0,1-1 0 16,-2-4 0-16,-3 0 1 15,-2-3-4-15,-5-4 4 0,-2 1-11 16,-15 2-3-16,-3-2 2 0,-6-2-1 0,-3 6 0 16,-7 0 4-16,-6 4 5 0,-3-3 6 0,-1 3 3 0,-2 1-5 15,-3 0 0-15,-2 1-2 0,-4 0-1 0,-2 0-4 16,-4 3 2-16,-7-1-4 0,-2 4 0 15,-3 2 1-15,-6 3-3 0,1 1 0 0,-3 2-1 16,2 4-3-16,1-2 1 0,1 2 5 0,3 2-1 0,6 0-4 0,2-2-3 16,5 1 5-16,0-1-1 0,6-1 2 0,1-2 1 15,3 1 2-15,4-2 2 0,5 0-1 0,8-1 3 16,2-1-1-16,10 0 1 0,3-4-3 0,4-3 0 16,2-1 1-16,-2-3-1 0,-1-4-2 0,-1 1-7 15,-1-2-4-15,-3-1-2 0,-1-2-13 0,-5-3-3 16,-2 1-8-16,-5 0 0 15,-6 0-2-15,-1-2 0 0,-3 2 5 0,-3-1-3 16,-3 1-6-16,-4 2-1 0,0 0 1 0,-6 2-7 16,0 2-9-16,-8-3 2 0,-1 3-1 0,0 1 9 15,-3 3-7-15,3-1-7 0,-3 4-10 0,2-1-15 16,2 2-11-16,3 2-29 0,2-2-133 0,-1 1-282 16,5 1 125-16</inkml:trace>
  <inkml:trace contextRef="#ctx0" brushRef="#br0" timeOffset="101803.82">17998 12593 2 0,'-3'-4'210'0,"2"2"-23"16,1 2-15-16,-7-4-20 0,7 4-19 0,-7 0-13 0,-1 0-10 16,8 0-14-1,-13 4-10-15,2 2-12 0,1 0-4 0,-2 0-8 16,-3 2-8-16,2 1-9 0,2 2-5 0,2-2-3 16,-2 0-4-16,3 0-3 0,-1 6-4 0,2-6-2 15,3 4-2-15,-2-1-1 0,5-1-2 0,1 5-2 16,0-4 0-16,1-2 2 0,4 4 0 0,3-2-4 15,-1-2-2-15,7 5 1 0,-1-3-3 0,0 0-1 16,4-1-1-16,-5 0 1 0,1-4-1 0,1 3 2 0,0 0-6 0,-5-4-1 16,0 0-1-16,0-1 2 0,-4 1-7 0,-1-3-5 15,0 4 4-15,-3-2-1 0,-1-3 3 0,-1 3 2 16,-4 1 0-16,-3 0 0 0,-2-1 1 0,-3 1-1 16,-1-1 1-16,-3 0-12 0,0 0-16 0,0 1-11 15,-2 0-33-15,-2-3-27 0,1 1-35 0,-2-1-141 16,3-3-295-16,6 0 130 15</inkml:trace>
  <inkml:trace contextRef="#ctx0" brushRef="#br0" timeOffset="102483.33">18270 12631 76 0,'5'-4'191'0,"0"2"-17"15,5-1-16-15,1-2-16 0,0 3-14 0,3 0-13 16,3 2-10-16,-3 2-14 0,5 4-12 0,-2-2 3 15,-2 2-7-15,3 5-10 0,-2 1-3 0,-3 2-9 16,-1-2-2-16,-1 5-9 0,-6 0-5 0,-1-1-1 0,-1 3-6 0,-3-1-3 16,-2 4-1-16,-1-5-2 0,-5 3-7 0,-2-2 2 15,-3 5-2-15,1-7 1 0,-2 0-5 16,4-3 0-16,-5 0-3 0,5-4 1 0,1-1 1 0,1 0 3 16,2-2 1-16,0-2-1 0,3-1 1 0,-1 0 3 15,1 2 18-15,1-3 25 0,2-2 25 0,-5 3 23 16,5-3 17-1,0 0-11-15,0 0-10 0,8-10-13 0,1 5-11 16,3-5-6-16,2-2-11 0,0-5-6 0,9-1-8 0,0-4-7 16,1-1-13-16,-2-2-8 0,1 2-9 15,0 1-1-15,-1-1-2 0,-6 3 3 0,-2 6 1 16,-2 2 2-16,-7 4 16 0,4-1 2 0,-3 3 2 16,-1 1-6-16,-1 1-3 0,0 1-10 0,0 1-19 15,-4-1-14-15,0 3 1 0,0 0-3 0,-5 10 1 0,-3 0 2 0,-2 4-4 16,1 1 10-16,-2 2-9 0,-1 5 6 0,3 3 1 15,3 0 0-15,3 2 4 0,3-1 0 0,7-1 2 16,4 1 4-16,8-2-2 0,5-2-40 0,7-2-72 16,23-2-117-16,-4-4-263 0,6-5-534 0,0-4 237 15</inkml:trace>
  <inkml:trace contextRef="#ctx0" brushRef="#br0" timeOffset="104488.51">7519 16199 90 0,'0'0'249'0,"0"0"-8"0,0 0-19 0,-7-1-10 16,7 1-16-16,0 0-11 0,0 0-12 15,0 0-10-15,0 0-10 0,0 0-14 0,0 0-8 0,0 0-16 0,0 0-7 0,0 0-11 16,0 0-14-16,0 0-7 0,20-9-12 15,-3 3-1-15,1 2-19 0,10-3-30 0,3 4-21 16,-1-1-34-16,4 0-40 0,0 1-38 0,3-1-50 16,-4 2-35-16,2 0-163 0,-3 2-396 0,-3 0 175 15</inkml:trace>
  <inkml:trace contextRef="#ctx0" brushRef="#br0" timeOffset="104642.09">7743 16394 168 0,'-5'5'209'16,"1"-3"-21"-16,-1 1-12 0,1-2-12 0,4-1-13 15,0 0-5-15,0 0-18 0,18 4-6 0,1-4-16 0,13-4-29 0,9 3-62 16,18-6-102-16,-5 0-174 0,-1-1-282 0,-4-4 124 16</inkml:trace>
  <inkml:trace contextRef="#ctx0" brushRef="#br0" timeOffset="106145.71">9595 15833 30 0,'0'0'120'0,"-5"-2"-3"16,5 2-7-16,0 0 7 0,0 0-1 15,0 0-3-15,0 0-8 0,0 0 2 0,0 0-13 0,0 0-5 16,0 0-11 0,26 0-5-16,-8-3-6 0,4 1-5 0,10-5-6 15,0 4-7-15,0 0-6 0,3 1-7 0,3-4 1 16,-1 1-9-16,-1 2 4 0,-4-1-8 0,-3 4 1 16,-10-2-2-16,2-1-9 0,-7 3-14 0,-4 2-10 15,1-5-24-15,-4 3-12 0,-7 0 3 0,0 0 4 0,7 4 2 0,-7-4-4 0,-17 4 12 16,0 1 2-16,-2-1 0 0,-9 3 0 15,-2-3 20-15,2 4-7 0,-1-5-3 0,0 2 7 16,-1-3 4-16,-2 1 8 0,5 1-3 0,-4 1 16 16,5-2 8-16,5-1 6 0,2-2-4 0,6 0 4 15,2 3 1-15,-1-2-3 0,5-1-6 0,0 1 4 16,1 1 0-16,6-2-5 0,-9 1 11 16,9-1-2-16,-8 0 3 0,8 0 3 0,0 0-5 0,-5 3 5 15,5-3-1-15,0 0 8 16,0 0-6-16,0 0 4 0,14 1-7 15,-5 2-2-15,4-3-4 0,-2 2-3 0,7 1-4 16,1 1 3-16,1 1 2 0,6 0 3 0,4-1 0 16,-3 6 3-16,1 0-2 0,0-1-3 0,-3 2 0 15,-1 3-4-15,-7-4-6 0,1 1-4 0,-4 5-7 0,-1-1-7 16,-3 1-5-16,-2-1-3 0,-4 3-1 0,-3 1-5 16,-2-1 6-16,-8 6-5 0,-4-7 2 0,-1 2 3 0,-9 1-2 15,2-8 2-15,1-2 3 0,1-1 1 0,0-2 4 16,-3-1 7-16,3-2 11 0,2-1 22 0,2-3 22 15,3 1 25-15,2-4 10 0,-3 3 23 0,7-3 6 16,2 0-6-16,-1-4-13 0,1 2-15 0,8-5-11 16,2 1-7-16,3 2-11 0,9-5 3 0,8 2-23 15,1-2-13-15,1 4-21 16,4 1-30-16,0 3-42 0,2 1-50 0,-2 0-65 16,3 1-89-16,-6 2-197 0,2-5-504 15,-11 3 222-15</inkml:trace>
  <inkml:trace contextRef="#ctx0" brushRef="#br0" timeOffset="107348.99">11796 15538 135 0,'4'-2'147'0,"0"-4"-12"16,3 3-10-16,2-1-14 0,2-3-7 0,0 4-10 15,3 2-7-15,-1-1-8 16,6 1-9-16,2 0-3 0,-2 1 6 0,0 3-9 16,-1-1-6-16,0 4-5 0,-1 3-5 0,-2-1-5 15,-2 1-2-15,-2 5-4 0,-3 3-6 0,-3 0-6 16,-4 8 3-16,-2 0-5 0,-4-2 6 0,-4 6-8 15,-6 0-4-15,-4-3 6 0,-1 1-7 0,-1 0 1 16,-5 0-10-16,-1-4 11 0,0-2-4 0,4-2-5 16,-1-4 2-16,6-2 4 0,3-4 2 0,2-3 13 0,3 0 10 15,2-1 14-15,0-1 12 0,2-2 25 0,1 0 18 0,2 2 11 16,0-3 0-16,3-1-10 0,0 0-13 0,0 0-11 16,0 0-7-16,0 0-8 0,24-7-10 15,-11 2-6-15,7 0-4 0,-1 2-10 0,9-1-4 16,-1 1-7-16,4-3-21 0,-3 3-27 0,4 1-1 15,-1-1-28-15,-1 3-41 16,1-3-47-16,1 2-63 0,-3-3-260 0,-4 1-495 16,3-1 219-16</inkml:trace>
  <inkml:trace contextRef="#ctx0" brushRef="#br0" timeOffset="107634.15">12503 15567 39 0,'1'-5'245'0,"-1"5"-16"0,0-7-16 16,0 7-23-16,0-5-17 0,0 5-19 16,0 0-19-16,2-5-18 0,-2 5-13 0,0 0-11 0,0 0-14 0,0 0-6 15,3 12-8-15,0-4-10 0,-2 4-1 0,1-1-9 16,0 6-2-16,2 1-4 0,-2 1-6 0,1 0-1 15,-2 0-4-15,3 5-2 0,-4-6-1 0,0 3 0 16,0-5-5-16,0 2-20 0,-2-1-14 0,0-5-17 16,1-2-28-16,1 2-18 0,-5-4-23 0,3 0-13 15,0-4-16-15,-2-2-19 16,3-2-130-16,1 0-300 0,0 0 133 0</inkml:trace>
  <inkml:trace contextRef="#ctx0" brushRef="#br0" timeOffset="107919.28">12471 15548 81 0,'1'-6'221'16,"-2"0"-11"-16,2 0-15 0,-1 6-18 0,2-7-19 0,-2 7-17 0,2-4-14 15,-2 4-17-15,8-3-8 0,-8 3-19 0,15 5 7 16,-6 1-7-16,6 3-1 0,2 0-4 0,6 5-3 16,3 6-4-16,0-3-1 0,-1 3-9 0,0 4-4 15,-3-2-5-15,1-1-1 0,-5 4-11 0,-1-2-9 16,-5 1 0-16,-3-6-7 0,0 2-4 0,-4-3-6 15,-2 0-6 1,-6 0-1-16,2-4-3 0,-4-1-2 0,-3 1 2 0,-6 0 5 16,0-2-6-16,-2 0 1 0,-3-2-2 0,0-1 2 15,2-1 2-15,-3-1-1 0,3-1 0 16,-1-3-5-16,1 0-14 0,3-1-11 0,5 2-18 16,1-3-19-16,8 0-46 0,-11-5-58 0,7 4-198 15,4 1-393-15,0 0 173 0</inkml:trace>
  <inkml:trace contextRef="#ctx0" brushRef="#br0" timeOffset="108282.53">13106 15749 185 0,'0'0'202'0,"0"0"-9"0,0 0-18 0,0 0-17 16,-9 0-13-16,9 0-12 0,0 0-18 0,0 0-8 15,0 0-4-15,0 0-19 16,0 0-6-16,0 0-9 0,0 0-6 0,0 0-5 16,0 0-6-16,0 0-7 0,0 0-9 0,0 0 3 15,-5 1-10-15,5-1 1 0,0 0-4 0,0 0-4 16,0 0-1-16,0 0 1 0,0 0-5 0,0 0 6 15,0 0 8-15,0 0 3 0,0 0 3 0,0 0-6 16,33-1-1-16,-20-1 2 0,6 1-7 0,3-2-1 16,6 1-1-16,4-1-3 0,3-1-4 0,-2 1-1 0,4-1 0 15,-3 2 0-15,-3-1-4 0,1 1-7 0,-14-1-17 16,1 2-20-16,0 0-18 0,-7 1-30 0,-2-3-28 16,-3 0-38-16,-1 3-41 0,-6 0-141 0,0 0-356 15,0 0 158-15</inkml:trace>
  <inkml:trace contextRef="#ctx0" brushRef="#br0" timeOffset="108520.76">13290 15666 93 0,'-2'-5'239'0,"0"0"0"0,1-1-4 0,0 1-2 16,-1 2-3-16,4-2-4 0,-2 5-12 0,0-7-12 15,0 7-22-15,1-5-19 0,-1 5-16 0,-1-5-17 16,1 5-11-16,0 0-16 0,0 0-14 0,0 0-19 0,0 0-13 0,0 0-4 15,0 0-8-15,0 16-4 0,0-5-3 16,1 2-2-16,-2 5-5 0,2-1-2 0,0 10 1 16,2-2-2-16,-1 0-23 0,0-6-30 0,2 6-36 15,-1-5-45-15,1 1-53 0,0-4-75 0,-4-4-210 16,2-1-483-16,2-3 213 0</inkml:trace>
  <inkml:trace contextRef="#ctx0" brushRef="#br0" timeOffset="108868.48">14003 15493 22 0,'0'0'261'0,"2"-2"-11"0,-2 2-17 15,0-7-20-15,0 7-22 0,0 0-20 0,0 0-19 16,2-3-18-16,-2 3-17 0,0 0-14 0,0 0-13 16,0 0-9-16,0 12-10 0,1-7-6 0,-1 4 0 15,4 0-10-15,-3 5-7 0,3 1-2 0,-4 2-6 16,2 1-1-16,0 0-4 0,-2 9-2 0,1-9-1 15,1 1-10 1,0 0-24-16,-2 0-27 0,0 0-30 0,0-4-37 16,2-3-51-16,-2 0-48 0,0-3-146 0,0-1-368 15,0-5 163-15</inkml:trace>
  <inkml:trace contextRef="#ctx0" brushRef="#br0" timeOffset="109037.8">14246 15468 166 0,'0'0'228'16,"1"-4"-23"-16,-1 4-23 0,0 0-17 0,0 0-18 15,-1 17-16-15,1-4-13 0,0 5-7 0,0 0-10 16,0 10-8-16,3 1-9 0,-2 0-4 16,5 2-8-16,-5 1-31 0,2-3-43 15,-2 0-57-15,3-4-81 0,-6-6-148 16,2 0-311-16,0-7 139 0</inkml:trace>
  <inkml:trace contextRef="#ctx0" brushRef="#br0" timeOffset="109771.11">11372 16234 28 0,'0'0'153'0,"-9"0"-8"0,9 0-12 15,0 0-8-15,0 0-16 0,0 0-13 0,0 0-7 16,0 0-13-16,0 0-8 0,0 0-4 0,0 0-11 16,0 0-4-16,0 0-5 0,0 0-1 0,0 0-6 15,0 0-12-15,0 0-4 0,0 0 5 0,0 0-8 16,0 0 2-16,0 0 3 0,0 0-4 0,0 0-2 16,0 0 0-1,18 6 3-15,-11-5 0 0,5-1 1 0,-2 1 3 16,10 0 5-16,0 0-3 0,8-4 2 0,8 0 5 15,4 2-5-15,18-2 11 0,6-6 3 0,33 0 5 0,7-2 4 16,11 0 7-16,9 3-2 0,11-6 2 0,10 3-9 16,7-5 6-16,13 2-3 0,13-1-6 15,9 4 5-15,-3 0-14 0,12 4-1 0,-1-3-4 16,-2 3-1-16,-4 2-7 0,-10-1 3 0,-6 2 1 0,-11-2-9 0,-10-2 0 16,-12 1-5-16,-13 2 1 0,-11 1-1 0,-11-5-6 15,-7 5 0-15,-6-5 25 0,-30 6-3 0,-7-4 4 16,1 1 7-16,-18 2 7 0,-6-1 17 0,-10 0 20 15,-3 3 28-15,-7 0 28 0,0-1 22 0,-1 0 3 16,-4 2-2-16,0 1-10 0,-2-2-19 0,-3-2-20 16,1 2-43-16,-1 0-12 15,-2 2-31-15,4-4-35 0,-4 4-39 16,0 0-49-16,0 0-55 0,0 0-57 0,0 0-69 16,-13-5-311-16,2 4-636 0,0 0 282 0</inkml:trace>
  <inkml:trace contextRef="#ctx0" brushRef="#br0" timeOffset="110773.47">12046 16522 40 0,'1'-4'215'15,"0"1"-7"-15,-1 3-10 0,1-7-6 0,1 4-17 16,-2 3-12-16,1-2-14 0,-1 2-17 0,5-3-11 16,-5 3-15-16,0 0-13 0,0 0-16 0,0 0-12 15,0 0-17-15,0 0-3 0,0 0-8 0,-9 15-1 16,3-1-6-16,-2 3-4 0,0 1-2 0,-2 7 0 0,-2 1-7 0,-1-1 3 16,0 1-5-16,0-2 2 0,-1 0-6 0,5 1 1 15,0-7-4-15,8-1 4 0,-7 0-5 0,7-2 5 16,-3-4-4-16,4 1 2 0,0-1 5 0,0-2 1 15,0-3 7-15,5 2-1 0,-1-2 4 0,5 2-6 16,1-2 2-16,3-3-4 0,6 0-14 0,-2-2-21 16,2 0-23-1,-1-1-23-15,1 0-24 0,0-3-23 0,-1-1-27 0,-4 3-22 16,0-3-159-16,-5-1-344 0,4 0 152 16</inkml:trace>
  <inkml:trace contextRef="#ctx0" brushRef="#br0" timeOffset="110958.4">12166 16751 73 0,'0'0'212'16,"2"-6"2"-16,-2 5-12 0,0 1-11 0,2-4-19 15,-2 4-14-15,0 0-20 0,1-4-19 16,-1 4-15-16,0 0-11 0,0 0-12 0,0 0-5 0,4 12-10 16,-3-4-5-16,-1 5-4 0,3 4-4 0,-3 1-9 15,-3 7 1-15,-1 3 1 0,0 1-6 16,-1 3 1-16,1-6-5 15,-2 3-21-15,1-5-32 0,1 1-38 0,3 1-32 16,-2-9-31-16,2-1-56 0,-3-1-141 0,3-5-341 16,1-4 152-16</inkml:trace>
  <inkml:trace contextRef="#ctx0" brushRef="#br0" timeOffset="111444.08">12707 16508 144 0,'0'0'192'0,"0"0"-18"16,0 0-22-16,0 0-15 0,0 0-13 0,-17 12-17 16,5 5-9-16,-7 5-8 0,1 5-14 0,-5 4-13 15,-4 13-1-15,-1-1-4 0,1 3-7 0,4-1-1 16,4 2-6-16,1-1 0 0,9-12-7 0,2 2-3 15,3-2-4-15,3 0 1 0,3-3 17 0,1-1 6 16,4-2 9-16,4-3 6 0,4-4-1 0,-2-4 12 0,2-5 0 16,9 3 1-16,3-5-6 0,-8-2-1 0,2-4-7 15,-2 1-1-15,-1-1-5 0,-5-3 5 0,-3 2 8 16,1-2 5-16,-2-1 5 0,-1 0 5 0,-8 0-3 0,10 0-8 16,-5-2-4-16,0 0-15 0,-1-1-23 0,-3 0-30 15,-1 3-34-15,3-7-34 0,-3 2-45 0,0-2-47 16,0 1-55-1,-3-2-47-15,2 3-178 0,-3-5-469 0,2 0 208 16</inkml:trace>
  <inkml:trace contextRef="#ctx0" brushRef="#br0" timeOffset="111729.35">12752 16912 95 0,'0'0'203'16,"0"0"-23"-16,0 0-13 0,0 0-16 0,0 0-4 15,0 0-17-15,0 0 0 0,0 0-11 0,-7-1-2 16,7 1-13-16,0 0-2 0,0 0-4 0,0 0-8 15,19-3-13-15,-8 3 2 0,2-1-18 0,9-1-11 16,-2 0-39-16,-1 0-41 0,4-1-52 0,-1 0-60 16,-1 2-168-1,0-3-336-15,-2 0 150 0</inkml:trace>
  <inkml:trace contextRef="#ctx0" brushRef="#br0" timeOffset="112161.39">13248 16699 94 0,'0'-9'249'16,"0"7"-24"-16,4 1-8 0,-4 1-14 0,0-5-19 16,0 5-15-16,0 0-20 0,-4-5-15 0,4 5-18 15,0 0-13-15,0 0-18 0,0 0-9 0,0 0-14 0,0 0-1 16,0 0-7-16,4 18-6 0,-8-8-3 0,4 6-5 16,-5 1-6-16,4 2-4 0,-3 7-4 0,0 2-1 15,3-1-4-15,-2 1-1 0,-1-1 1 0,3-1-6 16,-3-1 1-16,4 1-6 0,-2-6 4 0,2-3-1 15,0 0-2-15,2-5 0 0,-2 0-2 0,-2-3-1 16,2-1-2-16,-3-3 4 0,3 2 3 0,3-3-3 16,-1 1 9-16,-2-2 17 0,0-3 11 0,0 5 2 15,0-5 7-15,0 5 3 0,0-5-5 0,0 0-2 16,0 0-6-16,0 0-38 16,0 0-52-16,0 0-44 0,5-16-41 0,-2 7-71 15,-2 0-234-15,-1-3-470 0,3-1 208 0</inkml:trace>
  <inkml:trace contextRef="#ctx0" brushRef="#br0" timeOffset="112593.62">13386 16578 157 0,'0'0'232'0,"6"-6"-16"0,1 4-18 16,-3-2-22-16,-4 4-17 0,12-2-14 0,-12 2-16 0,13 0-13 0,-4 0-14 16,3 2-9-16,-3 2-8 0,2-1-1 15,1 5-9-15,-3-3-8 0,-1 4-1 0,1-1-12 16,-1 4-3-16,0-3-2 0,-1 3-6 0,-1-2-3 16,-3 0-4-16,-1 2-2 0,-1 0-3 0,-1-2 0 15,0 2-6-15,-3-1 1 0,2-3-7 0,0 4 0 0,0-7-1 16,-1 1-3-1,0 0 0-15,2 0-6 0,-2-1 5 0,1-1 0 16,1-4 1-16,0 0 11 0,0 5 23 0,0-5 9 16,0 0 7-16,1 4 6 0,-1-4-5 0,0 0-3 15,0 0-11-15,0 0 4 0,21-5-8 0,-14 3-5 16,1 1-1-16,1-3-7 0,-2 4-3 0,1-2-3 16,0-1-1-16,-8 3-6 0,10-2-1 0,-10 2-3 15,11 0 2-15,-11 0-6 0,7-3 3 0,-7 3-2 0,0 0-7 16,8-2-15-16,-8 2-20 0,0 0-24 0,0 0-28 15,5-2-42-15,-5 2-33 0,0 0-35 0,0 0-40 0,0 0-222 16,0 0-486-16,0 0 215 0</inkml:trace>
  <inkml:trace contextRef="#ctx0" brushRef="#br0" timeOffset="112963.4">13748 16438 90 0,'0'0'195'0,"0"0"-19"16,0 0-23-16,0 0-9 0,0 0-18 0,16 14-8 15,-4 0-8-15,-2 3-4 0,5 6-7 0,-2 3-3 16,2 1-10-16,-2 3-5 0,-4 0-6 0,1 4-4 15,-2-3-4-15,0 3-9 0,-2 0-3 0,-8 0-7 16,-5 0-1-16,3-5-6 0,-2 5-2 0,-7-5 1 0,3-1-5 16,-3-2-7-16,-5-4-3 0,2-1 1 0,4-7-5 15,-1-1 7-15,1-1-6 0,-1 0 3 0,1-7 2 16,5 3 4-16,-1-4-4 0,3 2 2 0,0-2-4 16,0-1 2-16,0-2 1 0,1 2-2 0,4-3-1 15,-4 5 1-15,4-5 10 0,-4 1 0 0,4-1-20 16,0 0-34-16,0 0-45 15,0 0-35-15,15-15-60 0,-3 4-50 0,-7 6-150 16,7-7-388-16,-2-1 173 0</inkml:trace>
  <inkml:trace contextRef="#ctx0" brushRef="#br0" timeOffset="113395.72">14206 16811 47 0,'0'0'143'0,"0"0"0"0,0 0 2 0,0 0-9 0,0 0-4 0,0 0 1 16,0 0-2-16,0 0-1 0,0 0-6 0,0 0 2 16,7 0-2-16,-7 0-4 0,0 0-6 0,12-3-4 15,0 3-12-15,-2-2-10 0,12 2-5 0,-3 0-11 16,9-2-4-16,3 1-9 0,0 1-1 0,1-3-1 15,1 1-3-15,0 0-1 0,-4 1-4 0,-2 0-5 16,-7-2-1 0,-4 2-5-16,-4 1-1 0,-2-1 2 0,-3 1-4 15,-7 0-2-15,12 0-8 0,-12 0-2 0,10-2-23 16,-10 2-26-16,0 0-64 0,0 0-63 0,3-4-71 16,-3 4-180-16,0 0-437 0,0 0 194 0</inkml:trace>
  <inkml:trace contextRef="#ctx0" brushRef="#br0" timeOffset="114185.64">14918 16534 125 0,'0'-5'246'0,"5"0"-10"0,-5 1-14 0,0 4-17 16,1-5-20-16,2 2-20 0,-3 3-15 0,0 0-22 15,0-4-13-15,0 4-16 0,0 0-8 0,0 0-13 16,0 0-9-16,0 0-10 0,1 20-5 0,-2-8-9 0,-2 5-3 16,6 4-8-16,-7 6 2 0,-2-1-5 15,3 1-2-15,-2 0-7 0,0 1-2 0,3-1-1 0,0 2-4 0,-2-3 3 16,3-1-4-16,-2-5-2 0,3-3 0 0,0-1 2 15,0-3-8-15,3-1 2 0,-3 0-4 16,0-3 3-16,0-4-1 0,0 0 4 0,1 2-2 16,-2-4 3-16,2-1-1 0,-1 3 4 0,0-5 8 15,-1 5 12-15,1-5 1 0,-3 5 1 0,3-5-3 0,0 0 2 16,0 0-6 0,0 0 1-16,0 0-23 0,0 0-30 0,0 0-42 15,0 0-43-15,19-16-80 0,-13 8-238 0,0 0-460 0,2-4 203 16</inkml:trace>
  <inkml:trace contextRef="#ctx0" brushRef="#br0" timeOffset="115137.57">15300 16503 126 0,'3'-5'158'0,"-3"5"-20"0,6 0-12 0,-6 0-12 0,12 1-22 0,-12-1-3 16,7 2-10-16,1 2-8 0,-3-1-4 0,1 4-4 16,2 2-7-16,-3 0-5 0,0 1 0 0,3 6-6 15,-3-4-7-15,-1 5-3 0,-3 1 0 0,-2 3-2 16,-3 3-2-16,-1-5-9 0,-4 7 3 0,1-3-5 16,-2 1 2-16,-6-1-4 0,0-2 1 0,5-2-1 15,-5 0-5-15,2-4 1 16,3-1-5-16,-2-2 4 0,0 0-1 15,7-4-2-15,-3-1 11 0,4-2 9 0,0 0 18 16,-3-1 25-16,4 0 25 0,4-4 23 0,-7 6 18 0,3-5 10 16,4-1 4-16,0 0-12 0,0 0-6 0,0 0-22 15,0 0-15-15,0 0-8 0,0 0-11 16,0 0 4-16,-4-12-18 0,4 12-7 0,0 0 4 16,0 0-12-16,0 0-11 0,0 0-7 0,0 0 0 0,0 0-4 0,0 0-1 15,0 0-7-15,0-8 6 0,0 8-10 0,0 0-1 16,0 0-8-16,0 0 3 0,0 0-3 0,0 0-6 15,0 0 1-15,0 0-7 0,0 0 4 0,-4-3-6 16,4 3 2-16,0 0 2 0,0 0-1 0,0 0 3 16,0 0 7-16,0 0-7 0,0 0-4 0,0 0 5 15,0 0-1-15,0 0 8 0,0 0-9 0,0 0 3 0,0 0-9 0,0 0 6 16,0 0 7-16,0 0-9 0,0 0 0 16,0 0 1-16,0 0 1 0,0 0 2 0,0 0-1 15,0 0-1-15,0 0 0 0,0 0 1 0,0 0 1 16,0 0 1-16,0 0-2 0,0 0 0 0,0 0-3 15,0 0 1-15,0 0-2 0,0 0 4 0,0 0 3 16,0 0-7-16,0 0 2 16,0 0-3-16,0 0 2 0,0 0-2 0,0 0 2 15,0 0 3-15,0 0-3 0,0 0 4 0,0 0-1 16,0 0-2-16,0 0 7 0,0 0-1 0,0 0-7 16,0 0 5-16,0 0 2 0,0 0-3 0,0 0 2 15,0 0-4-15,0 0 2 0,0 0-1 0,0 0-1 16,0 0 0-16,0 0 1 0,0 0 0 0,0 0-1 15,0 0-1-15,0 0 4 0,0 0 1 0,0 0-4 0,0 0 6 16,0 0-6-16,0 0 4 0,0 0-3 0,0 0 5 0,0 0-3 16,0 0-1-16,0 0 14 0,0 0-12 15,0 0 2-15,0 0-3 0,0 0 4 0,0 0-2 16,0 0 3-16,0 0 6 0,0 0-7 0,0 0-5 16,19 0-1-16,-19 0 1 0,9 0-1 0,-1-1-1 15,-2 0 4-15,6-3 7 16,1 4-9-16,6-3-1 0,1 3-2 0,2-5 5 15,6 2-6-15,-8 1 3 0,7-2 0 0,-5 1 1 16,-4 3-3-16,0-3 6 0,-5 1-6 0,-3 1 3 16,0-2-2-16,-4 3 3 0,0 0-8 0,-6 0-8 15,12-3-16-15,-8 3-23 0,-4 0-28 0,0 0-38 16,8 0-66-16,-7-3-78 0,-1 3-233 0,0 0-538 16,0 0 238-16</inkml:trace>
  <inkml:trace contextRef="#ctx0" brushRef="#br0" timeOffset="115554.24">15898 16504 174 0,'-1'-5'276'0,"1"5"-15"0,0-5-15 0,-1 0-24 0,1 5-21 16,0 0-25-16,-2-3-22 0,2 3-21 16,0 0-15-16,0 0-13 0,0 0-13 0,0 13-8 15,-1-1-6-15,0 2-9 0,1 5-6 0,-3 6-6 16,1 1-2-16,-2 2-6 0,4 0-5 0,-1 0-3 16,-1 0 0-16,5-1-21 0,-3-1-44 0,-1 1-59 15,-1-8-82-15,-1 2-250 16,-1-4-449-16,1-7 199 0</inkml:trace>
  <inkml:trace contextRef="#ctx0" brushRef="#br0" timeOffset="116973.43">16835 15487 45 0,'0'0'176'0,"-4"-4"-14"15,4 4-11-15,-2-3-18 0,2 3-9 0,0 0-12 16,0 0-16-16,0 0-8 0,0 0-10 0,0 0-10 16,0 0 1-16,0 0-14 0,0 0 0 0,0 0-6 15,0 0-5-15,0 0-6 0,12 11 1 0,-7-10-7 16,4 0 3-16,0-1-9 0,1 0-3 0,2 0 0 15,2-1-2-15,0-1-1 0,0-1-2 0,-1 0-2 0,3-1-1 0,0-1-1 16,2 0 2-16,-5 0-9 0,-2-1 6 0,2 1-5 16,-4-2 4-16,2 1 12 0,-2-1-3 0,-4-1 9 15,-1 3-1-15,1-3 3 0,-2 3 7 0,-1 0-3 16,2 2-2-16,-4-4-5 0,-2 2 1 0,-2 3-5 16,-4-1-8-16,3 0 0 0,-7 6-6 0,-5-3 0 15,0 5-4 1,-3 0 1-16,-10 6-3 0,1 1-5 0,1 5-3 15,-2 1 6-15,0 3-3 0,-2 1-3 0,-4 10-3 0,9-6-5 16,-1 1 7-16,8 2 1 0,-1 1-2 0,3 1 4 16,4 0-3-16,1 0 6 0,6-3 24 15,4 4 0-15,3-7-2 0,5 4 0 0,6-4 4 16,6-2 4-16,10-4 9 0,5-3-9 0,16 3-1 16,5-5 0-16,6-6-7 0,2 1 1 0,2-6-3 0,2-1 1 0,3 1-4 15,-3-8-1-15,-4 0-13 0,-1-2-4 0,-2-5-4 16,-7 5-3-16,-15-5-4 0,-2-1-1 0,-5-3-1 15,-3 1 2-15,-8 2 2 0,-4-2 6 0,-4-1 11 16,-2 2 9-16,-5 2 4 0,-3 0 6 0,-3 2 5 16,-2-1 1-16,-4 1-4 0,-4 4 1 0,-1-4-5 15,-4 4 1 1,-2 3-1-16,-6 2-2 0,-5 2-8 0,3 2-2 16,-1 5 0-16,1 1-4 0,0 2 1 0,2 2-4 15,2 2 1-15,7-3-3 0,3-1-3 0,3 1 3 0,-1 3 6 16,7-5-5-16,0 1-3 0,5-1 4 0,5 0 0 15,-1 0-2-15,10 0 6 0,2-4 1 16,3 2 2-16,10-5-3 0,3-1 2 0,-1-4-3 16,-2-1-3-16,-1-3 1 0,-6 0 1 0,2-2 0 0,-5 0 0 0,0-1 0 15,-2-1 1-15,-3-4-1 0,0 0-3 0,-2-3-2 16,-5 0-4-16,-3-1-7 0,0 0-4 0,-1 1-4 16,-6 1-6-16,0 0-3 0,-2 2-7 0,-2 4-3 15,-5 0-8-15,-1 0-12 0,2 3-6 0,-6 2-14 16,-2 1-11-16,4-1-9 0,-4 4-23 0,6 1-28 15,0 1-33-15,2 1-39 16,-1 2-117-16,6-3-361 0,6-1 159 16</inkml:trace>
  <inkml:trace contextRef="#ctx0" brushRef="#br0" timeOffset="117390.14">17944 15513 160 0,'0'-4'239'0,"0"-1"-22"0,0 5-20 0,0 0-19 15,0 0-20-15,0-5-18 0,0 5-17 0,-8 0-9 0,8 0-16 16,-12 8-11-16,5-6-8 0,-2 2-9 15,0 4-7-15,-1 0-8 0,-3 3-6 0,4-3-3 16,1 3-5-16,0-1-5 0,0 4-4 0,-2-1-4 16,7 0-2-16,0 3-2 0,0-1-4 0,4 1 3 15,1-1-8-15,1 2 4 16,4-1-8-16,-1 0 3 0,4 0 0 0,2-2 0 16,1 0-2-16,-2-1-1 0,2 0-1 0,2-1-4 15,-1-1-2-15,-3 0 7 0,-4-4-6 0,2 2 1 16,-4-4-1-16,-1 0-1 0,1-1 1 0,-1 1 0 15,-4 1 3-15,0-2-1 0,-4 1 2 0,-1-2 1 16,-4 3 0-16,-5-1-1 0,-3 3-8 0,0 0-15 16,-2-4-20-16,0 1-22 0,-1 0-35 0,0-1-54 0,-1-1-52 15,-2-3-136-15,4 1-359 0,6-1 160 0</inkml:trace>
  <inkml:trace contextRef="#ctx0" brushRef="#br0" timeOffset="117844.22">18175 15575 78 0,'8'-4'214'0,"-2"3"-15"0,6-2-20 15,-2 3-21-15,3 2-15 0,0 1-11 0,-2 1-10 16,2 2-11-16,1 3-11 0,-1 1-9 0,-3 0-8 16,-1 5-6-16,-1-1-11 0,-1 4-5 0,-3-3-8 15,-1 3-1-15,-5-1-7 0,0 2-6 0,-1-1-6 0,-4 0 4 16,-1-1-7-16,0 0-2 0,-3-2 2 16,-1 2-2-16,2-3-1 0,-1-7 3 0,-1 5 3 0,2-3 5 0,1-1 4 15,1-4 5-15,3 0 7 0,1 0 12 0,-2-1 24 16,2 1 27-16,-1-3 29 0,5-1 33 0,0 0-1 15,0 0-24-15,0 0-6 0,0 0-9 0,10-20-18 16,3 6-11-16,-3-1-15 0,12-4-15 0,-3-7-5 16,0 3 0-16,3-1-15 0,-3 0-28 0,0 5 20 15,-5 4-13-15,-1 2 2 16,-3 6-6-16,-2 0-4 0,-7 0-4 16,4 3-11-16,-1 1-15 0,0 0-18 0,-4 3-11 15,0 0-6-15,0 0 2 0,5 13-2 0,0 1-13 0,-5 5 24 0,0 5-1 16,3 1 7-16,2 0 1 0,0 4-5 0,7-1 4 15,4 1 6-15,3-3-26 0,6 0-25 0,13 5-64 16,5-4-100-16,8-9-407 0,8-5-685 0,3-1 303 16</inkml:trace>
  <inkml:trace contextRef="#ctx0" brushRef="#br0" timeOffset="123552.19">20070 1997 8 0,'0'0'102'0,"0"0"-13"0,0 0 4 16,-1-5-8-16,1 5-13 0,0 0-6 0,0 0 1 15,0-4-3-15,0 4-4 0,0 0-3 0,0 0 1 16,0 0 3-16,0 0-3 0,0 0 0 0,0 0-9 16,3-3-3-16,-3 3-2 15,0 0-6-15,0 0-1 0,0 0-4 0,0 0-5 16,0 0 4-16,0 0-10 0,0 0-9 15,0 0 7-15,0 0-7 0,0 0 2 0,0 0-14 0,0 0 15 16,0 0-10-16,0 0 10 0,0 0-16 0,0 0 5 16,0 0-6-16,0 12 5 0,0-12-14 0,2 6 18 15,-2-1-15-15,2 0 6 0,-1 1 2 0,1 1-7 16,1 1 11-16,-1 0-8 0,-2-2 7 0,4 3-3 0,-4-2-4 16,3 3 3-16,-1 0 1 0,0 0 4 0,0-1 1 15,-2 0-7-15,4 0-1 0,-4 1 6 0,0-1-6 16,0-1 3-16,0 1-1 0,1 1-2 0,-1-1 6 15,2 0-2-15,0 0-1 0,0-1 1 0,-2 0 0 16,2 2 0-16,-2-3 3 0,2 3-7 0,-2-3 1 16,2 3 1-16,-4-3-5 15,6 3 3-15,-6-5-2 0,4 4 3 0,0-4 8 16,-2 3-10-16,0-1 6 0,0 1-6 0,0-1 6 16,2-1-7-16,-2-1 5 0,0 2 5 15,0-1-5-15,0 1 2 0,0-2 5 0,1 2-6 16,-1 0 1-16,0 3 2 0,0-4-5 0,3 4 6 15,-3-3-3-15,0-1-4 0,0 4 3 0,0-3-9 16,0 0 5-16,0 0 4 0,1 2 0 0,-1-3-2 0,2 2 1 0,-2-1-11 16,2 0 12-16,-2 0-1 0,0 0 0 0,1-2 4 15,2 1-1-15,-3 1-10 0,0-1 7 0,1 1 0 0,-1 1 3 16,3-2-10-16,-3 2 12 0,0 0-12 0,0-1 8 16,0 2 0-16,1-3-5 0,-1 5 5 15,0-4-5-15,0 4 6 0,-1-4-3 0,1 2 5 16,0-1 1-16,0 2-7 0,-3-1 4 0,3 0-2 0,0-4-1 15,-1 3 2-15,2 1 0 0,-1-2 6 0,0-2-9 0,3 5 1 16,-2-4 0-16,-1 2 6 0,0 0-6 0,0-1-1 16,0 2 3-16,0-4 2 0,0 6-8 15,5-4 6-15,-5 4-2 0,0-6-4 0,0 3 8 16,0 0-2-16,0-2-1 0,0 4-3 0,0-4 1 16,-3 5 7-16,1-1-9 15,4-1 7-15,-2 1-3 0,-2 0 2 0,2 0-5 16,0 0 11-16,0 1-16 0,0 1 11 0,0-2 0 15,0-1 2-15,-1 3-5 0,2-1 2 0,-1 0-1 16,0 0-4-16,0 0 4 0,2 1 1 0,-2 0 3 16,3-2-4-16,-6 2 6 0,3-2-7 0,0 7 3 15,-2-5 0-15,2 0 2 0,0 1-1 0,0-1-6 16,0 0 8-16,0-1-4 0,0 6-5 0,-4-5 1 0,3 2 4 16,1-2 3-16,0 0 4 0,0 4-10 0,-3-4-2 15,2 3 4-15,1-4 4 0,0 4-3 0,-2-1-1 16,0 1-2-16,2-2 1 0,2 2 0 0,-2-3 0 15,0 4 0-15,0-1 4 0,0-1 2 0,2 1-4 16,2 1 4-16,-4-4 2 0,0 3-7 0,0-3 7 16,0 1-7-16,0 0 4 15,0 2-3-15,-3 0 6 0,2-1-9 0,1 1 5 16,0-2 2-16,-4 0 0 0,4 4-4 0,-1-4 1 16,-2 0 3-16,2 2-6 0,-1 0 4 0,0-3-4 15,4 4 4-15,-4-1 6 0,2-2-18 0,0 1 10 16,-2 1 6-16,2-1-5 0,0-1-1 0,0 3 4 15,0-1-7-15,-2 2 10 0,2-6-11 16,0 3 4-16,-2-2-6 0,6 5 1 0,-6-8 4 0,0 4-11 0,2 0 10 0,0 3 2 16,0-3-1-16,0-1 1 0,-2 2-2 15,0 0 5-15,2-2-2 0,0 1-6 0,-2 2 3 16,2-3 0-16,-2 4 2 0,1-3-3 0,1 3 3 16,0-3 0-16,0-1-5 0,0 5 7 0,0-7-4 15,0 3-5-15,-2-1 7 0,2-1-3 0,0 1 1 16,0 1 1-16,0-2-1 0,2 4 1 0,-2-1 0 0,0 1 4 0,0-4-4 15,-2 2-3-15,4-1 5 0,-2 0-7 16,0-1 6-16,1 2 0 0,1 0-2 0,0-1 2 0,-4 1-1 16,2-3 3-16,0 3 2 0,0-1 2 0,0 0-12 15,2 2 4-15,-2-1 8 0,0 0-5 0,0 3 2 16,-2-4-5-16,4-1 8 0,-4 6-7 0,0-1-1 16,2-2 4-1,0 3 2-15,-1-1-6 0,2-3-1 0,-1 2 1 16,0 2 2-16,2 0-1 0,-2 0-2 0,0-2 8 15,0-2-8-15,2 2 3 0,-2 1-4 0,2 0 1 16,-2 0 1-16,2 1 5 0,-2 0-6 0,0-2 5 16,0-1-4-16,2-2 1 0,-4 5-3 0,2 0 0 15,2 0 6-15,-2 2-2 0,0-2 1 0,0-2-1 16,-2 3 2-16,2-2 3 0,-2 1-3 0,0-3-1 0,2 5 1 0,-2-2-2 16,0 0 3-16,1 1-2 0,-1 1-1 0,2-3 3 15,-2 0-3-15,-2 2-2 0,2 0 4 0,0 0-5 16,1 2 3-16,-1-5 2 0,4 2-2 15,-4-2-4-15,-1 3 5 0,-1 2 0 0,2-2-4 16,-1 0 1-16,3 2 6 0,-2-3-6 0,-1 4 1 0,1-3-2 16,0 1 5-1,0 2 0-15,-1-1-2 0,-1 4-2 0,3-5 0 16,-2-2 1-16,3 7-2 0,-1-4 2 0,1-3 5 16,-2 3-7-16,1-2 2 0,-1-1 4 0,1 3-5 15,1-2-2-15,-1 0 4 0,-1 1-6 0,2-1 4 16,-2-1-6-16,2 1 11 0,0-1-5 0,-2 1 0 15,1-2 2-15,1 4-1 0,0-6 2 0,0 4-1 16,-1-2-1-16,2-1-1 0,-3 1 3 0,2 0 4 0,0 1-9 16,-2 1 1-16,2-3 0 0,-2 2 2 0,0 0-4 0,1 2-1 15,0-4 7-15,-2 4-2 0,2-2 0 0,0 0 2 16,1 0 0-16,-6 0-4 0,4 0-2 0,1 2-1 16,0 0 5-16,-1-1 2 0,-1 0-5 15,1 0-1-15,-3-1 3 0,4 3-3 0,-2-2 6 16,1-3-3-16,-1 5-1 15,-2 0-3-15,4-2 5 0,-3-1-5 0,0 0 4 16,3 2-3-16,-2 0 3 0,-2 1-2 0,1-3 1 16,3 2 1-16,-4 0 2 0,4 1-2 0,-2-3 1 15,-1 3-1-15,2-2 0 0,-1-2 0 0,2 3-4 0,-2-2 3 16,2 0 3-16,-2 0 0 0,2-1-4 0,0-1 1 16,2 2 0-16,-1-1 0 0,0 0 0 0,0 0 0 15,0 1 3-15,-4 0-4 0,3-1-1 0,2 1 6 16,-6-2-6-16,4 3 1 0,-1 0 3 0,2-1 0 15,-2 4 2-15,2-3-5 0,0-1 3 0,-4 2-4 16,3-1 3-16,1 1-1 0,-4 1 0 0,4-3 1 16,0 1 0-16,-4 2-1 0,4-2 0 0,-1 0 1 15,-2-1-2-15,2 3 2 0,1-2 0 0,0-1 0 16,0 3-3-16,0-3 2 0,-2 0 0 0,2 2 1 0,0-1 1 0,-2-1 0 16,4 1-1-16,-4-2-1 0,2 1 3 0,0-1-2 15,0 1 0-15,0 1 2 0,-1 0-3 0,-3-2 0 16,4-1 6-16,-1 2-8 0,1-2 0 0,0 2 2 15,0-1 0-15,0 0 5 0,-2 0-5 0,0 0 2 16,2-5-10-16,-4 8 10 0,3-2 3 0,-1 2-4 16,4-3 2-1,-4 0 4-15,2 1-9 0,-2 0 1 0,0-2 4 0,0-4-2 16,1 7-2-16,1-1 2 0,0 0 0 0,0-3-1 16,0 3 0-16,-1-4-1 0,1 4 3 15,0-1 1-15,0-4-3 0,0 7 2 0,-1-3-5 16,2 2 5-16,-1-1 3 0,-1 1-5 0,1-1 3 15,1 0-5-15,-1 0 6 0,1 0 0 0,0 0-5 16,-1-2 3-16,0 3-3 0,0-1 4 0,0-1-5 0,0-2 4 0,0-1-2 16,2 4-1-16,-4-1-2 0,2-1 7 0,2 0-11 15,-2 2 7-15,2-3 3 0,-2 1-1 16,0 1-4-16,0 0 5 0,4 0-2 0,-4-1-2 0,0 0 1 16,1-1 2-16,3 0 4 0,-6 0-4 0,4 1 5 15,2 2-7-15,-3-2 0 0,3 1 1 0,-3 1 4 16,3-2-2-1,-4 2 4-15,0-4-1 0,1 6-2 0,2-2-2 16,-2 0-2-16,-2 4 2 0,1-2 1 0,0-1 1 16,0 0 1-16,0 1-7 0,0-1 8 0,0 2-3 15,0-2-2-15,0 0 2 0,0 3 0 0,0-1 0 16,0-3 2-16,-3 2-7 0,2 1 1 0,1-1 2 16,0 0-1-16,0 1 2 0,-2-1-4 0,2 1 4 15,0-3-2-15,-2 2 4 0,2 0-8 0,0 6 10 0,0-6-9 0,-1-1 6 16,-3 2-1-16,3 5 0 0,-3-8 1 0,2 2 0 15,-1 0-3-15,1 1-1 0,0-2 1 0,0 2 1 16,0 0 0-16,0 1 2 0,-1-2-1 0,3 1-1 16,-2-2-1-16,-1 1 0 0,2 0 1 15,0 5-2-15,-2-4 1 0,2-1 2 0,-2-2 1 16,2 3 0-16,0-1-4 0,-2 2 4 0,2-2-3 0,0 6-5 0,1-6 5 16,0 0 0-16,-2 1-2 0,2-1 2 0,-2 0-2 15,-1 1 4-15,2-1-2 0,-2 1 1 0,2-1-4 16,-3 0-1-16,4-1 6 0,-1 0-2 0,-3 7 1 15,4-7 0-15,0 2-5 0,0-2 1 0,-1 1 3 16,0-2-1-16,-1 3 2 0,1-2-2 0,-2 2 1 16,3-1-1-16,0 1-1 15,0 5-2-15,-2 1 5 0,2-5 1 16,-1-1-2-16,-1 6 1 0,1-7-1 0,1 5 0 16,0 1 0-16,-1-6 0 0,1 8-3 0,-2-8 0 0,4 0-1 15,-2 1-1-15,1 4 3 0,-1 2 3 0,0-8-4 16,0 3 3-16,0-1-1 0,-1 5 3 0,-1-7-2 15,2 2 1-15,-1-1-5 0,1 3 7 16,0-4-1-16,-1 3-6 0,1-2 4 0,-1 1-3 0,2-1 2 0,-1 6-5 16,-1-8 4-1,2 3 2-15,-2-1-3 0,1 1 6 0,-2-1-8 16,4-2 5-16,-2 3-3 0,0-2-1 0,2 7 7 16,-3 0-4-16,0-6 1 0,2 2-2 0,-1 4 2 15,0-5 3-15,1 3-2 0,-2-2 0 16,1-1-7-16,-1 5 5 0,1 0 1 0,1-5 2 0,-1 1-2 15,0 3 2-15,-1-4-1 0,1 4-1 0,-5 1 0 0,6-1 3 16,-2-3-6-16,1-3 3 0,-2 2 1 16,2-1 1-16,0 0-8 0,-1-1 1 0,0 0 5 15,2 0-1-15,-1 3 0 0,0-1 1 0,0-1-4 16,0-3-1-16,0 3 1 0,0-3 3 0,0 4-2 16,1-3 3-16,-3 0-2 0,3 9 4 0,-2-9-4 15,1 2 3-15,0 0 2 0,-1-1-4 0,-1 1-1 0,1 0 2 0,-2-1-3 16,5 3 9-16,-4 3-7 0,2-4 5 0,2-1-6 15,-4 0 5-15,4-1-4 0,-2 2 1 0,0 5 0 16,0-5 0-16,0-2-3 0,0 3 3 0,0-2-2 16,0 0-1-16,-3 5 3 0,3-3 0 0,0-1 0 15,-1-1-1-15,2 0 3 0,-1 0-2 0,-1 0-2 16,0 0 5 0,-1 2-6-16,2-4 5 0,-1 2-1 0,0 1 2 15,-2-1 2-15,2-1-3 0,-1-1-5 0,2 2 7 16,-1-2-4-16,1 0-3 0,-1 2 6 0,0 1-3 15,1-2 2-15,0-2-4 0,2 3-2 0,-3-2-1 16,2 3 5-16,0-2-1 0,-1 1 2 0,2 1-1 16,-1-1-1-16,-1-1-2 0,3 0 5 0,-3 2-4 15,1-1 1-15,0 1 1 0,1-2-1 0,-1 3 1 0,0-1 5 0,2 5 0 16,-2-7-5-16,0 6 1 0,1-5-1 0,-1 7-2 16,-1-6 3-16,2 4 2 0,-2-5-3 0,2 1-5 15,1 6 7-15,-3-8 1 0,0 1-3 16,-2 7 5-16,4-6-8 0,2 5 2 0,-4-6 1 0,5 6-1 15,-3-7-5-15,1 7 7 0,-1-5-5 0,0-2 0 16,0 5 5-16,0 4 1 0,1-7-3 0,-1 5 0 0,2 0-1 16,-1 1 0-16,-1-1 5 0,-1-5-4 0,-1 6-2 15,0-2 3-15,2 3-3 0,-2 0 6 0,0-1-4 16,2 3-2-16,-2-5-1 0,3 3 9 0,-4 0-6 16,2-2 5-16,-1 0-1 0,1 0-3 0,-2 2 5 15,2-8-2-15,0 6 0 0,2 0-4 0,-3 0 3 16,4 1 3-1,-2-1-8-15,-2-4 3 0,3 2 0 0,1 3 5 0,0 0-6 16,-2 0 3-16,-1-5 0 0,3 5 6 0,-4-2-2 16,4 3-3-16,-4-9-3 0,1 10-1 0,3-5 4 15,-4 4-3-15,2-8 1 0,0 4-2 0,-2 3 2 16,5-1 2-16,-4-4-4 0,1 1 3 0,0 4-1 16,-1-6-2-16,2 5 0 0,0-2 2 15,-3-3-1-15,2-2 1 0,-2 3 0 0,-2-2-3 0,2 1 1 0,2 6 0 16,-2-9-1-16,0 3 2 0,0-2 3 0,0 2-5 15,0 5 2-15,0-6 2 0,0-1-3 0,0 0 2 16,-2 2-1-16,4 5 1 0,-2-4 2 0,0-3 1 16,0 3-2-16,0 2 0 0,0-3-2 0,0-1 2 15,1 6-4-15,-1 0 1 0,0-6 1 0,0 6-4 16,3-6 6-16,-6 6 0 16,2 1 1-16,1-7-1 0,0 6 1 0,0-4-5 15,1 6-4-15,-2-2 3 0,2 1 6 16,-2-7-5-16,1 0 7 0,0 1-5 0,0 4-1 15,0-3-1-15,1-3-1 0,-1 2 0 0,0-1 2 16,0 1-2-16,3 5 0 0,-6-4 5 0,6 3-2 0,-6-3-3 16,6 4-2-16,-3-1 3 0,0-6 4 0,1 2-4 15,2 5 1-15,-2 2-1 0,-1-1 3 0,2-2 1 0,-2-5-5 16,0 1 4-16,0 6-2 0,0-2-1 0,-2-4 5 16,2 1-5-16,0 4 5 0,-1-6-4 0,2 7-2 15,-1-1-4-15,-1 0 3 0,-2-6 7 0,2 5-4 16,1-5-2-16,-3 2 2 0,3-2 1 0,-1 0-3 15,1-1 3-15,0 2-3 0,0-2-7 0,0 3 11 16,-2-1 1-16,0-2 1 0,2 2 0 0,-1-2 1 0,1 2 4 0,0-1-1 16,-3 1-2-16,3-3 0 0,-1 1 1 0,1 0-1 15,-2 1-1-15,2-1 0 0,0 1-1 16,-2 0 3-16,2 0-1 0,-5 6-4 0,5-6 1 16,-1 1-1-16,1 1 1 0,-4 3 5 0,4-8-5 15,0 9-2-15,0-5 2 0,2-1 3 0,-2 6-7 16,2-4 1-16,-2-3 2 15,0 7-2-15,1-2 5 0,3-3 2 0,-3 1 0 16,-1-4 2-16,0 2 2 0,0 0-3 0,2-2 4 16,0 1-4-16,-2-1 0 0,0 0 4 0,1 2-5 15,-1 0-1-15,0-1-4 0,0 0 5 0,-1-1 0 16,2 2-1-16,-1-2 1 0,0 1-2 0,0 0-3 16,3-1 3-16,-3 1-2 0,0 0-4 0,0-3 4 15,0 2-2-15,-3 2 2 0,3-1 0 0,-1 1 2 0,-1-2-1 16,0 0 0-16,2 0-4 0,-5 2 4 0,5-3-2 15,-1 1 2-15,1-1-5 0,-2 1 5 0,0-1-6 0,0 1 5 16,0 0 1-16,2-2-4 0,-1 2 7 0,-1-4-9 16,2 3 4-16,-2-4 3 0,2 5 28 15,-2 0-2-15,0-1 1 0,1 0-4 0,-1 0-3 16,0 3 2-16,2-9-5 16,-2 9 1-16,-1-9-4 0,3 3-3 0,3-1 2 15,-6 1-7-15,3-3 4 0,0 1-6 0,0 0 4 16,-1-1-1-16,1 0 4 0,0-1 1 0,-1 1-2 15,1 0-2-15,-2-2-1 0,1-2 1 0,2 3-1 16,-2-2-1-16,0 1-4 0,0 0 3 0,-1-2-4 16,1 0 1-16,0 3 0 0,-2-3-2 0,3 0 3 15,0 1-2-15,1-2-1 0,-2 1 1 0,1 1 1 0,1-2-2 16,-1-1 0-16,-1 3 2 0,1-7-10 0,0 9 8 16,0-5 0-16,0-4-11 0,0 9 13 0,1-6-10 15,-1-3 9-15,2 7-8 0,-2-7 5 0,1 7 4 16,-1-7-3-16,0 5-1 0,0-5 4 0,3 7-9 15,-3-7 10-15,0 5-6 0,0-5 3 0,0 0 1 16,0 0-1-16,-2 8 3 16,2-8-3-16,0 0 1 0,0 0 0 15,0 0 1-15,-1 4 0 0,1-4 1 0,0 0 3 0,0 0 6 16,0 0 9-16,0 0 0 0,0 0 0 0,0 0 2 16,0 0-17-16,0 0 13 0,0 0-5 0,0 0-18 15,0 0-27-15,0 0-48 0,0 0-87 0,0 0-325 16,0 0-527-16,0 0 234 0</inkml:trace>
  <inkml:trace contextRef="#ctx0" brushRef="#br0" timeOffset="131093.62">20943 2998 62 0,'0'0'234'0,"0"0"-3"0,-5-2-16 0,5 2-11 16,-3-2-19-16,3 2-2 0,0 0-8 0,-2-2-7 16,2 2-10-1,0 0-11-15,0 0-8 0,0 0-11 0,0 0-13 16,0 0-7-16,-4-4-9 0,4 4-4 0,0 0-5 0,0 0-6 16,0 0-4-16,0 0-5 0,0 0-8 0,0 0-9 15,8-4-2-15,-8 4-6 0,11-2-5 0,3 1-7 16,2 0-9-16,4 1-11 0,2-3-26 15,5-1-26-15,1 3-20 0,1 0-30 0,-7 2-31 16,-4-1-37-16,4 3-23 0,-1-3-30 0,-5 2-18 0,-2-2-158 0,-3 0-413 16,-6 0 182-16</inkml:trace>
  <inkml:trace contextRef="#ctx0" brushRef="#br0" timeOffset="131256.37">20971 3171 112 0,'-9'5'166'16,"2"0"-12"-16,2-3 5 15,1 0-5-15,-1 1 0 0,1 0 23 0,4-3 2 16,0 3 3-16,0-3-11 0,11 3-14 0,7-2-13 16,14-1-19-16,1 1-11 0,3-1-23 0,3-2-37 15,15 0-58-15,-14 1-68 0,14 0-90 0,-17-1-181 16,1-2-371-16,-5-1 164 0</inkml:trace>
  <inkml:trace contextRef="#ctx0" brushRef="#br0" timeOffset="131980.1">21959 3053 47 0,'-5'-3'185'0,"0"6"-10"0,5-3 1 0,-12 0-12 16,12 0-9-16,-7 2-7 16,7-2 0-16,0 0-5 0,0 0-1 0,-8 0-6 15,8 0-8-15,0 0-6 0,0 0-8 0,0 0-5 16,0 0-11-16,0 0-6 0,0 0-12 0,0 0-5 15,35-2-9-15,-5-3-8 0,2 5-6 0,10-3-4 16,14-1-4-16,3-2-19 0,2 3-24 0,2 1-39 16,-8 0-51-16,4-1-80 0,-8-2-238 0,-16 3-438 15,-1-3 193-15</inkml:trace>
  <inkml:trace contextRef="#ctx0" brushRef="#br0" timeOffset="132929.37">22948 2711 61 0,'0'0'186'16,"0"0"3"-16,0 0-3 0,0 0 0 0,0 0-8 15,0 0-14-15,-4-2-9 0,4 2-12 0,0 0-15 16,0 0-12-16,13-3-14 0,1 3-8 0,3-2-12 15,3 2-8-15,8-1-10 0,2-1-11 0,0 0-7 16,0 1-7-16,2 1-10 0,-3 0-13 0,-2-1-15 16,0 1-7-16,-9 0-12 0,-4 0-2 0,-3 0-4 15,1 2-5-15,-4-2-7 0,-1 0-5 0,-7 0 1 0,5 0 3 0,-5 0 0 16,0 0 12-16,0 0-7 0,-34 3 4 0,13-4 3 16,2 2 6-16,-9 1-4 0,5-1 3 0,-4 0 5 15,-2 3 5-15,1-3 10 0,8 1 3 16,0 0 19-16,1 1-13 0,1-1 5 0,0-1-4 15,5 2 4-15,-1-2 1 0,5 2-1 0,0-1-4 0,-1-1-4 16,4 0 2-16,6-1-2 0,-11 3 15 0,11-3-15 0,-10 2-5 16,10-2 2-16,-7 1 3 0,7-1-1 0,0 0 3 15,-7 0-3-15,7 0 5 0,0 0 0 0,0 0 1 16,0 0 3-16,-6 3 2 0,6-3 5 0,0 0-1 16,0 0 1-16,0 0-5 0,0 0 3 0,0 0-8 15,0 0 3-15,0 0-5 0,0 0 2 0,0 0 0 16,0 0 2-1,0 0-6-15,0 0-4 0,0 4 6 0,0-4 15 0,7 5 12 16,-1-2 15-16,6 1 3 0,-3 1 0 0,0 0-3 16,9 3-3-16,-1 1-1 0,7 3 4 0,0 1 6 15,2-1-4-15,1 3-5 0,-2 0-2 0,2 0-4 16,-3 3-4-16,-1 1-1 0,0-2-5 16,-5 2-4-16,-5-4-9 0,-4 2 3 0,-1 0-7 15,-3 1-7-15,-4-1-5 0,-4 1 1 16,-2 2-2-16,-9 0 0 0,-2 0-3 0,-6 0-4 0,-2-4 3 0,-1 1-1 15,-3-8-2-15,-1 1 2 0,1-5 4 0,6-1-1 16,0-2 5-16,2-1 18 0,2-2 25 0,5 0 13 16,-1-1 26-16,3-4 17 0,2 2 15 0,2-2 9 15,4 0 1-15,-3-2-16 0,5-1-10 0,2-1-9 16,8 0-14-16,0-3-13 0,4 0-4 16,5 4-8-16,0 1-11 0,6 0-10 0,6-1-19 15,-1 4-33-15,-1 1-41 0,0 4-58 16,-6 0-70-16,-2 2-88 0,-1 0-361 0,2-2-687 0,-8 0 305 15</inkml:trace>
  <inkml:trace contextRef="#ctx0" brushRef="#br0" timeOffset="133530.91">22503 3473 46 0,'0'0'147'0,"-3"0"-9"0,3 0 1 0,0 0-10 0,0 0-5 15,0 0 6-15,0 0-4 0,16 3-5 0,1-3-5 16,12-3-2 0,7 1 16-16,20-2-11 0,4-1-9 0,37-2-7 15,-1-1-7-15,5 3-2 0,5-3 0 0,4 4 0 16,8-1-3-16,3 2-5 0,-15-1-10 0,-4 2-3 15,-7-4-10-15,-33 2-1 0,1 1-9 0,0-1-5 16,-10 3-8-16,-12-1-1 0,-5 2-2 0,0-1-5 16,-9 1-5-16,-8 0-3 0,-4 0-4 0,-3 0-2 15,-1-2-3-15,-3 2-4 0,-2 0-14 0,-6 0-9 0,0 0-16 0,0 0-20 16,0 0-22-16,0 0-30 0,-31 2-28 0,12 1-37 16,0 2-54-16,-3-4-150 0,-2 3-400 0,-1 1 177 15</inkml:trace>
  <inkml:trace contextRef="#ctx0" brushRef="#br0" timeOffset="134000.68">23015 3822 164 0,'-3'-5'266'0,"-1"4"-12"0,4-4-14 15,0 5-3-15,-4-6-13 0,4 1-11 0,0 5-11 0,0-4-20 16,0 4-19-16,0 0-19 0,0-3-17 0,0 3-12 15,0 0-19-15,0 0-13 0,0 0-11 0,0 0-7 16,-5 16-9-16,5-2-6 0,-1 12-19 0,-3 0-7 16,3 4 2-16,-2 3-5 0,2 2-2 0,-3 10 1 15,3-9-1-15,-3 9-1 0,0-14 1 0,3 2-5 16,-2-4 0-16,3-3 0 16,0-6-2-16,0-1 4 0,0-1-9 0,3-5 1 15,-2-2 6-15,3 1-3 0,-7-3-1 0,6-1 1 16,-2-3 6-16,-1 0-4 0,3-1-4 0,-2 1 6 15,-1-1 3-15,3-1 7 0,-3-3 4 0,0 0 3 16,2 2 0-16,-2-2-14 0,0 0-22 0,12-5-24 16,-7 4-27-16,-1-4-42 0,0-2-46 0,2 1-71 15,0-5-56-15,1 1-177 0,-1-5-484 0,2-1 216 0</inkml:trace>
  <inkml:trace contextRef="#ctx0" brushRef="#br0" timeOffset="134385.94">23302 3851 265 0,'0'0'295'0,"4"-5"-24"0,-4 5-28 0,4-1-25 15,-4 1-23-15,7-2-16 0,0 2-23 0,4 0-17 0,2 2-11 0,4-1-15 16,1 6-12-16,2 0-7 0,-2 0-11 15,0 6-8-15,-2-1-9 0,2 5-4 0,-4-1-9 0,-1 4-3 16,-3 5-9-16,-1 0-5 0,-8-2-2 0,-4 8-5 16,-6-3-5-16,-5 0-1 0,-5 1-6 0,-3 0 0 15,-14 4-1-15,9-8-2 0,-2-3-1 16,-1-1 3-16,1-1-5 0,0-4 0 0,-1 0-1 16,5-2 0-16,4-6-1 0,5 0 2 0,4-4 20 15,3-2 16-15,1 2 26 0,3-1 23 0,-1-1 23 0,2-1 0 0,4-1-10 16,0 0-16-16,0 0-9 0,0 0-10 0,19-10-13 15,-5 8 2-15,8 1-21 0,6-3 0 0,5-2-17 16,-2 4-32-16,2-1-44 0,3 2-48 0,-4 1-65 16,0-3-72-16,6-3-81 0,-4 2-239 0,-1 0-601 15,-1-4 265-15</inkml:trace>
  <inkml:trace contextRef="#ctx0" brushRef="#br0" timeOffset="135034.4">23910 3860 107 0,'0'0'256'0,"0"0"-3"0,0 0-17 0,0 0-12 15,0 0-16-15,0 0-8 0,0 0-20 0,0 0-22 16,0 0-11-16,12-7-19 0,-2 3-11 0,7 1-14 16,2 3-7-16,1-3-9 0,7-3-13 0,5 3-4 15,-1 3-11-15,-2-2-6 0,2 1-19 0,-10 0-24 16,-3 0-17-16,-4 1-16 0,-1 0-22 0,-3 0-14 15,-3 0-14-15,-3 1-18 0,-4-1-1 0,0 0-11 0,0 0-3 0,-26 4 5 16,7-1 6-16,-9-3 7 0,0 3 4 0,-2-2 9 16,2 4 9-16,-3-1 13 0,3-3-1 0,-1 1 6 15,0 4 8-15,7-5 12 0,3 2 18 0,-3-3 12 16,3 3 18-16,2 1-1 0,3-1 1 0,5-1 7 16,0-2-6-16,3 0 9 0,0 0 5 0,6 0 7 15,-9 3 7-15,9-3 4 16,-7 2 11-16,7-2 6 0,-4 0 5 0,4 0 14 15,0 0 3-15,0 0 4 0,0 0 2 0,13 5-8 16,-8-1-5-16,7-1-4 0,-1 1-1 16,6 5-2-16,3-4-4 0,7 6-4 0,1 2-3 15,3 1-2-15,1 1 3 0,1 1-5 0,13 5-7 16,-15-3-7-16,-1 3 0 0,-3 0-15 0,-2 0-3 0,-5 3-5 16,-2-5-10-16,-3 3-10 0,-6-5-11 0,-4 3-4 0,-5-1-6 15,0 0-2-15,-9-2 1 0,0 0-1 0,-4-4 3 16,-8 3 0-16,3-5 2 0,-1-3 4 0,-8 0 1 15,5-3 0-15,2-3 3 0,-1 0 16 0,0-2 23 16,9-2 24-16,-2 0 8 0,1-3 20 0,2 0 1 16,3-2 8-16,2 0 2 0,2-3-12 0,3 3-17 15,3 2-15-15,1-2-27 0,6-1-32 0,7-1-33 0,0 4-45 0,5-2-53 16,10-2-73-16,1 2-100 0,-3 0-242 0,1-3-596 16,-2-2 264-16</inkml:trace>
  <inkml:trace contextRef="#ctx0" brushRef="#br0" timeOffset="135984.94">25367 2859 122 0,'6'-3'179'0,"2"2"-21"0,0 0-15 16,-1 1-15-16,6 0-9 0,5 0-20 0,-1 2-3 16,2 2 0-16,1 1-11 0,7 1-2 0,1 3-3 15,0-1 1-15,-2 7-10 16,-6 2-4-16,-3-3-10 0,-3 1-1 0,-2 1-8 15,-3 1-4-15,1 7-11 0,-9 1 5 0,-4-6-4 16,-4 7 0-16,-5 1-6 0,-5-5-3 0,-7 4 1 16,-3-2-1-16,2-2-2 0,-2-2-4 0,0-3 1 15,1 0 0-15,1-1 2 0,1-3 7 16,5-4 0-16,3-1 0 0,2-1 28 0,4-5-4 0,2 4 2 16,2-3-11-16,1 1 4 0,-1 0 2 0,4-4 2 0,1 4 5 15,1-4 4-15,0 0 2 0,14 1-1 0,0 2-7 16,4-3-8-16,5 0-3 0,5 1-3 0,2-1-5 15,-1-1-2-15,4 0-15 0,-1-2-28 0,0 1-33 16,-4 0-43-16,2-1-51 0,-2 0-75 0,-7 0-230 16,0-2-476-16,-1-3 210 0</inkml:trace>
  <inkml:trace contextRef="#ctx0" brushRef="#br0" timeOffset="136284.24">26011 2912 179 0,'0'-4'325'0,"0"4"-25"16,1-3-16-16,-1 3-35 0,0-5-25 0,0 5-29 16,0-3-20-16,0 3-23 0,0 0-22 0,0 0-12 15,0 0-10-15,0 0-12 0,4 12-11 0,1 0-8 16,-1 4-5-16,0 2-9 0,1 7-5 0,-4-7-5 15,3 2-6-15,1 7-5 0,-1-1 0 0,0-1-5 0,-3-4-2 0,3 6 0 16,-4-7-4-16,0-2-11 0,0 0-27 0,0-1-15 16,-1-4-21-16,-2 1-17 0,2-4-17 0,-3-1-25 15,0 3-21-15,-1-7-26 0,0 0-25 0,-4-1-43 16,4-1-160-16,-4-6-407 0,0-1 180 0</inkml:trace>
  <inkml:trace contextRef="#ctx0" brushRef="#br0" timeOffset="136569.41">25993 2930 20 0,'0'-4'280'0,"0"2"-19"16,0-2-24-16,0 4-18 0,1-6-27 0,-1 6-18 16,4-2-22-16,-4 2-12 0,0 0-16 0,0 0-14 0,19 5-12 0,-7-2 1 15,1 3-9-15,1 5-3 0,4-2-6 0,6 10-5 16,0-2-3-16,1 4-13 0,-4 1 4 0,0 0-4 15,-5 0-9-15,0 2-2 0,-1-1-6 16,-5 3-6-16,-5-9-3 0,3 6-4 0,-7-5-4 0,-2 4-3 16,-3-2-2-16,-4-3 0 0,-7 4-4 0,-2 0 0 15,2-8-3 1,-4 0 3-16,-3 1-3 0,-1-3 0 0,4-1-3 16,1-2 0-16,0-1-4 0,2-3 3 0,-2-1-1 15,6 2-1-15,-2-2-9 0,8 0-6 0,-2-3-13 16,4 0-22-16,4 0-45 0,-10-2-71 0,10 2-79 15,9-9-202-15,0 2-474 0,5-4 210 0</inkml:trace>
  <inkml:trace contextRef="#ctx0" brushRef="#br0" timeOffset="136923.54">26553 3199 199 0,'0'0'212'0,"0"0"-18"0,-10-1-17 0,10 1-12 16,0 0-12-16,-7 1-9 0,7-1-15 0,0 0-9 16,0 0-14-16,0 0-5 0,-5 1-13 0,5-1-7 15,0 0-5-15,0 0-8 16,0 0-7-16,0 0-4 0,0 0 1 15,0 0 2-15,0 0 4 0,0 0 2 0,0 0 10 0,0 0 8 16,0 0-4-16,0 0 3 0,0 0-4 0,0 0 0 16,0 0-11-16,27-2-10 0,-7 1-5 0,12-3-3 15,0 4-6-15,8 0-9 0,0-5 0 0,14 1-2 16,-1 3-3-16,-14 1-6 0,-3-2-4 16,4 3 3-16,-10-3-11 0,-2 0-16 0,-9 0-21 0,-7 1-17 0,0-1-27 15,-2-1-36-15,-5 1-58 0,0-2-61 0,-5 0-229 16,0 4-489-16,-9-13 216 0</inkml:trace>
  <inkml:trace contextRef="#ctx0" brushRef="#br0" timeOffset="137155.34">26769 3080 149 0,'-3'-3'324'0,"3"3"5"16,-2-5 0-16,2 5-3 0,0-3-1 0,0 3-21 0,-2-5-20 15,2 5-21-15,2-5-17 0,-2 5-34 0,0 0-25 16,0 0-19-16,0 0-23 0,0 0-23 0,0 0-20 16,0 0-18-16,0 0-10 0,-4 12-21 0,4-2 1 0,1 5-10 15,0 3 10-15,-2 3-9 0,2 6-5 0,1-1-6 16,-1 3-28-16,-1-2-36 0,1 2-45 0,0-3-38 16,1-2-53-16,-1 3-62 0,0-10-90 0,1 0-245 15,-1-5-609-15,1-3 270 0</inkml:trace>
  <inkml:trace contextRef="#ctx0" brushRef="#br0" timeOffset="137471.71">27406 3055 132 0,'2'-6'298'0,"-4"1"-1"16,4-1-25-16,-2 6-16 0,0-3-15 0,0 3-28 15,0-4-19-15,0 4-22 0,0 0-20 0,1-5-17 16,-1 5-15-16,0 0-17 0,0 0-12 0,0 0-11 16,0 0-5-16,1 15-13 0,1-6-5 0,-2 3-13 0,1 6-3 0,0-2 32 15,-1 5-6-15,1 4-8 0,1-5-2 0,-2 5-5 16,2-5-15-16,0-1-32 0,-4-1-31 0,2 1-24 15,2-2-28-15,-4-3-35 0,1-2-43 0,1-2-59 16,-1-1-244-16,1-3-495 0,-2-2 219 0</inkml:trace>
  <inkml:trace contextRef="#ctx0" brushRef="#br0" timeOffset="137710.03">27647 3030 131 0,'2'-4'401'0,"1"-2"-24"0,-2 1-28 0,2 3-31 0,-2-2-30 15,-1 4-24-15,6-3-36 0,-6 3-31 0,0-3-22 16,0 3-31-16,0 0-26 0,3 12-7 0,-2-4-10 16,-1 3-12-16,-1 5-2 0,2 4-7 0,0 4-10 15,2-4-6-15,-1 8-10 0,0-2 2 0,2 0-33 16,-4 0-30-16,3-2-27 0,-3-8-32 0,2 4-33 15,-2-6-32-15,2-2-41 16,-4-1-49-16,2 0-59 0,-4-6-173 0,1 0-490 16,1-2 216-16</inkml:trace>
  <inkml:trace contextRef="#ctx0" brushRef="#br0" timeOffset="137975.37">27936 2832 242 0,'2'-2'302'0,"-2"2"-30"15,0 0-30-15,0 0-30 0,0 0-16 0,10 6-14 16,-5 2-17-16,3 7-14 0,-3 2-9 0,5 12-8 16,3 16-9-16,-4 2-2 0,-1 3-13 0,-6-1-6 0,-2 4-5 15,-10 0-6-15,-3 3-18 0,-5-5 8 0,-5-3-10 16,-10-2-14-16,-1-4-19 0,-10-4-24 0,-4-4-18 15,-4 0-32-15,-4-3-36 0,0-4-45 0,-26 8-64 16,26-17-88-16,-9-6-163 0,-23 5-464 0,25-15 206 16</inkml:trace>
  <inkml:trace contextRef="#ctx0" brushRef="#br0" timeOffset="138527.23">25520 2599 157 0,'0'0'188'0,"-8"15"-15"0,-2 1-8 15,-5 8-10-15,-4 7-11 0,-10 15-11 0,-1 4-7 0,2 4-16 0,-9 23-5 16,13-21-11-16,3 1 0 0,-1 24 19 0,11-25-1 0,9-1 5 16,7 3 2-16,9-5 3 0,9 0 5 15,9-1-2-15,29 14-6 0,11-11-12 16,5-8-2-16,9-7-38 0,10-7-78 0,0-7-122 16,-4-10-323-16,-2-5-493 0,-31-8 218 0</inkml:trace>
  <inkml:trace contextRef="#ctx0" brushRef="#br0" timeOffset="140764.1">29328 2817 84 0,'-2'-3'194'0,"2"3"-5"0,0 0-6 16,0 0-8-16,-3-4-13 0,3 4-10 0,0 0-13 15,0 0-12-15,0 0-14 0,0 0-10 16,0 0-14-16,0 0-6 0,0 0-12 0,-2-1-4 0,2 1-8 0,0 0-4 16,0 0-8-16,0 0-4 0,0 0-7 0,0 0-8 15,0 0 2-15,0 0-3 0,0 0-6 0,0 0-1 16,10-3-3-16,-10 3-2 0,10-3 0 0,0-2-7 16,-1 1 3-16,3 1 1 0,-2-2-6 0,0 1 1 15,3-3 0-15,-3 1-1 0,4-5-3 0,-2 6 6 16,-1-3 2-16,-1 1 12 0,-1 1 5 0,-1-1 10 0,-4 3 15 0,1-1-1 15,0 2 2-15,-1-1 5 0,-3 0 0 16,3 2-8-16,-3 0-12 0,-1 2-5 0,0 0-6 0,-9-5-7 16,-5 3-5-16,1 4 3 0,-2 0-32 0,-8 3 1 15,-5 1-2-15,-1 1 3 0,-1 4 1 0,-2 0-1 16,4 6 1-16,-4-2-3 0,0 4 5 0,3 2-1 16,2-1 3-1,3 3-1-15,1 4-2 0,1 0 7 0,7-2-6 16,2 3 10-16,5-1-2 0,3-1 3 0,5-1 0 15,5 0 4-15,9-4-2 0,4 1 6 0,9-3-1 16,22 2-1-16,4-5 0 0,10-5-1 0,26 0 4 16,-23-7-6-16,24 1 1 0,-26-7-14 0,1-1-8 15,-6-1-10-15,4-2-7 0,-8-3-8 0,0-4-1 16,-7 1-5-16,-9 2 2 0,-5-6 6 0,-2 2 2 0,-6-2 6 0,-1 0-4 16,-8 5 14-16,-6-2 7 0,2-1 16 0,-8 5 10 15,-4-2-2-15,-1 6 3 0,-1-6 1 16,-7 5-1-16,-2 1-6 0,-1-1 2 0,-2 2-5 15,-6 4 0-15,-9-2 3 0,0 8-3 0,-2 2 0 16,2 0 0-16,-4 4-2 0,7 4 8 0,2-3-12 0,3 4 4 16,5-2 1-1,5-1-2-15,-3 2 1 0,8-3-6 0,1 1 7 16,4-2-2-16,3 1 3 0,5-3 2 0,7 1 0 16,2-1-1-16,9-2 4 0,-3-4-8 0,8 0-3 15,-2-4-3-15,1-2-3 0,-4-3 1 0,1-3-4 16,-5 2 1-16,-3-3-2 0,0-1 2 0,-6-5-7 15,2 1-2-15,-3 0-11 0,-4-3-1 0,-1-1-8 16,-3 1-2-16,-3 1-2 0,-2-1 1 0,-4 1-7 0,1 5-3 16,-9-1-7-16,7 2-1 0,-8 0-6 0,2 2-3 0,-2 0-25 15,0 3-4-15,5 2-15 0,-6-1-31 0,5 3-126 16,-1-1-289-16,3-1 129 0</inkml:trace>
  <inkml:trace contextRef="#ctx0" brushRef="#br0" timeOffset="141165.25">30556 2821 92 0,'-9'-1'189'16,"9"1"-24"-16,-10 1-15 0,2 0-19 0,3 2-11 16,-7-1-16-16,4 5-11 0,-2-2-6 0,-2 2-10 15,-1 3-17-15,3-1 3 0,0 4-4 0,2-3-10 16,2 7 1-16,-2-2-8 0,6 2-2 0,0-5-4 0,2 4 1 0,3 1-4 16,2-1-8-16,4 1-1 0,1-2 3 0,4 0 1 15,-4 1-7-15,6-2 1 0,0-2-2 0,2 1-2 16,-2-3-2-16,0 2-1 0,-2-2-4 0,-5-3 1 15,1-2 3-15,-3 0-12 0,-3 0 4 0,-2 0-2 16,2-2 2-16,-4 1 1 0,0-4 8 0,-4 10 3 16,-1-6-5-1,-4 0-3-15,-1 0 6 0,-4 1-6 0,-3 1-2 16,3-3-8-16,-6 2-12 0,2-2-25 0,-1 0-25 16,-2 0-37-16,7-2-44 0,0-1-144 0,1-1-308 15,2-1 136-15</inkml:trace>
  <inkml:trace contextRef="#ctx0" brushRef="#br0" timeOffset="141999.91">30970 2813 2 0,'14'0'127'15,"-1"2"-7"-15,-4 1-14 0,9 4-3 16,-4 2 1-16,-4-1-10 0,6 4-4 0,-5 2-12 0,1 0 0 0,-5 2-7 16,1 3 1-16,-6 1-6 0,2 3-4 0,-8-3-2 15,-1 4-4-15,-5-1-3 0,0 0 1 0,-4 1-3 16,-3-4-8-16,2 0 5 0,-2-7-3 0,3 2 2 16,1-2-5-16,-2-2 2 0,4-2 4 0,0-3-1 15,3 0 4-15,2-1-2 0,1-2 14 0,1 0 22 16,-1-1 19-16,1 0 21 15,2 1 17-15,2-3 26 0,0 0-30 0,0 0-12 16,0 0-20-16,14-18-12 0,-2 6-7 16,1-1-10-16,10-5-4 0,-1-3-13 0,1-2-8 0,0-1-3 15,3 1-7-15,-4-2 1 0,2 3-7 0,-4 0-3 16,1 1 1-16,-10 9-8 0,-1 0-4 0,-2 3 15 16,0 1 17-16,-2 3-16 0,-2-2-5 0,-1 4-1 15,-1-1-10-15,2 3-19 0,-4 1-15 0,0 0 8 0,0 0-10 16,-8 10 4-16,-1-1 1 0,-1 7-2 0,-1-3 4 15,-4 12 8-15,3-1-1 0,3 5-6 0,2-2 2 16,3 2 7-16,6-3 0 0,9 3-3 0,6-3-4 16,7 0-15-16,4-4-39 0,27 6-69 0,-1-9-99 0,-2-4-343 15,8-5-616-15,4-6 273 0</inkml:trace>
  <inkml:trace contextRef="#ctx0" brushRef="#br0" timeOffset="144842.74">20890 5874 8 0,'0'0'146'15,"0"0"-15"-15,0 0 0 0,0 0 1 0,-4-3-8 0,4 3 3 16,0 0-9 0,0 0 4-16,0 0-2 0,0 0 0 0,0 0 0 15,0 0 0-15,0 0-4 0,0 0 0 0,0 0-1 16,0 0-6-16,0 0-4 0,0 0-6 0,0 0-6 16,0 0 17-16,0 0-11 0,0 0-6 0,0 0-3 15,0 0-9-15,0 0-9 0,0 0-6 0,10-5-8 16,3 4-6-16,1 0-13 0,6-2-22 0,2 1-28 15,5 0-34-15,-7 2-43 0,8-3-41 0,2 6-49 0,-9-6-42 0,-1 6-177 16,1-6-429-16,0 3 190 0</inkml:trace>
  <inkml:trace contextRef="#ctx0" brushRef="#br0" timeOffset="145011.97">21051 6019 200 0,'-8'2'257'15,"3"1"-19"-15,-2 1-13 0,2-1-21 0,4-2-19 16,1-1-8-16,-8 4-13 0,8-4-10 0,-1 2-14 16,1-2-11-16,15 0-15 0,-2 0-8 0,6-4-31 15,12 1-40-15,2 1-51 0,4-2-54 16,2 0-60-16,14 0-79 0,-17-2-121 0,5 2-357 0,9-5 158 16</inkml:trace>
  <inkml:trace contextRef="#ctx0" brushRef="#br0" timeOffset="145459.9">22031 5857 39 0,'-11'2'202'0,"4"-2"-15"15,-1 2-9-15,3-1-15 0,0 1-6 0,5-2-14 16,-12 1-15-16,12-1-11 0,-6 0-4 0,6 0-6 0,-4 1-7 16,4-1-2-16,0 0 5 0,0 0 9 0,0 0-13 15,19 1-9 1,-1-1-10-16,4-1-7 0,12-1-6 0,3-1-7 15,3-1-13-15,15 0-21 0,1 1-33 0,0 0-42 16,-1-2-45-16,-3 0-65 0,-14 1-205 0,0-1-393 16,-5 1 173-16</inkml:trace>
  <inkml:trace contextRef="#ctx0" brushRef="#br0" timeOffset="145760.74">22939 5520 135 0,'0'-6'327'16,"1"-1"-16"-16,-2 2-9 0,2 1-15 0,-1-1-5 15,0 1-26-15,0 4-22 0,0-5-20 0,0 5-26 16,0-7-21-16,0 7-32 0,0 0-16 0,0 0-10 15,0 0-16-15,0 0-7 0,0 0-9 0,2 19-11 16,0-8-6-16,-2 7-6 16,4 9-5-16,-1-1-17 0,0 3-17 15,4-4-28-15,-1 6-30 0,-1-4-36 0,0 0-42 16,3-1-38-16,-3-2-62 0,3 2-273 0,-4-9-535 0,-3-6 236 16</inkml:trace>
  <inkml:trace contextRef="#ctx0" brushRef="#br0" timeOffset="146092.71">22718 5992 28 0,'-9'1'242'0,"5"-1"-15"0,-1 2-18 0,5-2-14 15,-10 3-16-15,10-3-13 0,-5 1-13 0,5-1-14 16,-3 1-2-16,3-1-13 0,0 0-11 0,0 0-9 16,0 0-6-16,0 0-8 0,25-1-8 0,-4-1-9 15,11 0-10-15,4-3-5 0,18 1-4 0,-2-2-5 0,8-1-7 16,5 0-4-16,0 1-5 0,1 1 1 0,26-4 12 16,-30 5 5-16,-2 0-4 0,-5 0 1 0,-18 1-8 0,-2-1-2 15,-4 4-4-15,-10 0-4 0,-3 0-1 0,-4-1-18 16,-5 1-21-16,2 0-27 0,-3 1-35 0,-4-1-16 15,-4 0-31-15,0 0-32 0,0 0-49 0,0 0-205 16,-23 5-438-16,12-5 193 0</inkml:trace>
  <inkml:trace contextRef="#ctx0" brushRef="#br0" timeOffset="146562.78">22834 6152 146 0,'0'0'224'15,"-5"1"-16"-15,5-1-21 0,0 0-18 0,0 0-21 0,0 0-11 0,0 0-14 16,21 0-15-16,-11 1-10 0,4-1-14 0,-1 0-7 16,4 3-3-16,-2-1-10 0,1 1-8 0,-2 1-6 15,4 0-7-15,-8 1-5 0,7 3-4 0,-7 0-5 16,1-1 0-16,-2 0-4 0,-3 4-3 0,-5 0-1 16,0 1 1-16,-3 7-3 0,-2-2-5 0,-6 0 4 15,-7 6-4-15,-2-2-1 16,-3 1 3-16,3-1-5 0,-5-3-1 0,1 1 4 15,1-2-6-15,-1-1 7 0,0-3 6 0,7-4 4 16,5-1 5-16,1-3 10 0,1-1 14 0,3 2 9 16,-1-4 16-16,3 2 8 0,-1-1 7 0,4-3 2 15,1 0-1-15,0 0-16 0,0 0-12 0,14-4-10 16,0 0-6-16,4 0 1 0,5 1-10 0,-1-1-2 16,7 1-4-16,-2-1-10 0,3 1-9 0,0 0-30 0,1 1-36 15,-2 0-47-15,-1-1-61 0,3 0-74 0,-4-1-265 0,4-1-537 16,-5 0 238-16</inkml:trace>
  <inkml:trace contextRef="#ctx0" brushRef="#br0" timeOffset="147164.41">23549 6199 9 0,'0'0'317'0,"0"0"-27"16,0 0-36-16,0 0-26 0,0 0-23 0,12-7-13 16,-4 6-26-16,11-2-20 0,0 1-14 0,8-5-13 15,0 5-12-15,4-1-14 0,-9 3-10 0,-2-3-28 0,0 3-27 16,-2 0-27-16,-7 0-20 0,1 0-42 0,-5 3-13 15,-1-3-13-15,-1 1 1 0,-5-1 9 0,-4 6-2 0,-1-3-3 16,-8 1 2-16,-6-1 8 0,1 2 11 0,-3-1 1 16,-1-1 7-16,-5 2 31 0,4 0 3 0,-4-1 7 15,5-1 19-15,2-1 2 0,-2 1 26 0,4-1 12 16,2 0 9-16,4 0 9 0,2-1 8 0,1 1 6 16,3-2 3-16,-1 2 5 0,7-2 3 0,-7 1-1 15,7-1-3-15,-9 1 4 16,9-1-6-16,-5 0 0 0,5 0-7 0,0 0-3 15,0 0-10-15,0 0-2 0,0 0-6 0,0 0-3 16,0 0-7-16,0 0 0 0,20 4-12 0,-11-3-2 16,4 2-2-16,1-3-4 0,2 3 0 0,1 6-5 15,2-6-4-15,1 2-2 0,-3 6 0 0,9-1-3 16,-7 1-3-16,0 0 2 0,5 4-1 0,-3-1 0 16,-7 1-2-16,-1-1-4 0,-2 3-2 0,-2 0-2 0,-5 0 2 0,1-2-1 15,-5 4-3-15,-4-4 2 0,-1 1 1 0,-4 1-2 16,-2-4 3-16,-1-1-1 0,-7 0 2 0,2 0-1 15,-3-6 0-15,2 2 3 0,-5-3 12 0,4-3 10 16,6-1 19-16,1 0 15 0,1-2 13 0,2 0 12 16,-1-2 2-16,4 0 2 0,1 2 1 0,1-4-16 15,2 0-13-15,4 1-1 16,0-1-15-16,5 0-10 0,5 0-24 0,5-3-26 16,10 2-36-16,2-3-55 0,-2 3-64 0,5 4-97 15,-4-6-332-15,2 1-649 0,-2 2 287 0</inkml:trace>
  <inkml:trace contextRef="#ctx0" brushRef="#br0" timeOffset="147950.74">25051 5168 31 0,'0'-4'219'0,"2"-1"2"16,-4 1-3-16,2 4 0 0,-1-8-7 0,2 6-9 0,-1 2-10 0,2-4-18 15,-2 4-19-15,0 0-16 0,0 0-16 0,0 0-17 16,0 0-32-16,0 0-13 0,0 0-6 0,-11 9-12 16,1 8-3-16,-6 12-5 0,-12 17-3 0,1 8 1 15,-9 30-6 1,1-4 1-16,5 5-7 0,0-6 2 0,15-21 2 0,-2 23-6 15,8-21 0-15,2 21 4 0,6-21 11 0,3 0 10 16,11-2-3-16,1 1 4 0,9-4 0 0,6-2 0 16,7 0 5-16,6-9 4 0,6-2-6 0,0-2-4 15,1-6-4-15,3-1-1 0,-5-6-4 0,-1-3-4 16,-14-6 2-16,0-4-8 0,-8-2-2 16,-4-2-1-16,-4-3-4 0,-2-2-3 0,-5 0 3 0,0 0-3 15,0-3-1-15,-4 1-1 0,3-1 1 0,-8-2-22 16,0 0-33-16,0 0-43 0,4-8-56 0,-4 8-57 0,-5-14-43 15,-2 4-237-15,3-2-517 0,-2-3 228 0</inkml:trace>
  <inkml:trace contextRef="#ctx0" brushRef="#br0" timeOffset="149015.81">25556 5391 30 0,'0'0'146'0,"-4"-3"3"0,4 3-9 0,0 0-9 15,0 0 4-15,0-3-5 0,0 3-6 0,0 0-11 16,0 0-2-16,0-7-10 0,1 4-6 0,-1 3 3 15,0 0-5-15,3-5-9 0,-3 5-10 0,5-2-7 16,-1 0-6-16,0-1-3 0,-4 3-5 0,10-4-9 16,-5 3-3-16,0-1-2 0,3 0-11 0,-3 0 3 0,5 1-3 0,1-1-5 15,-1 2-1-15,3 0 1 0,1 2-7 0,0-2 1 16,4 5-3 0,3-2-2-16,-2 4-1 0,5 2 1 0,-3 1 6 0,6 3 2 0,-3 2 1 0,-1 3-5 15,-3 1 2-15,-3 3-2 0,-1 2-2 16,-6 3 0-16,-2 0 13 0,-3 2-2 0,-4 1 8 0,-1 0-14 15,-6 0-1-15,-8 3 1 16,-2-1 0-16,-9 8-3 0,-1-12-2 0,-6 8-1 16,4-12-1-16,-4 0-1 0,3-5 2 0,-2 1-1 15,3-3-1-15,0-3 4 0,1-4-2 0,0 2 10 16,8-7 14-16,6 2 13 0,-1-2 26 0,6-5 37 16,-1 3 31-16,1-1 26 0,8-2-3 0,-11-1-14 15,11 1-18-15,-4-8-9 0,4 0-22 0,6 0-12 16,1-3-33-16,2 3 10 0,0-2-1 0,9 3-9 0,0-1-9 15,1 1-10-15,-1 0 6 0,1 3-13 0,1 3-7 0,0 1-4 16,3 1-5-16,5 1-1 0,1 4 1 0,1-1 0 16,0 0-5-16,1 3-30 0,-2 2-43 0,1 0-43 15,-1-1-42-15,-1 0-50 0,-8-3-52 0,10 1-65 16,-11-4-293-16,-3 1-657 0,0-3 290 0</inkml:trace>
  <inkml:trace contextRef="#ctx0" brushRef="#br0" timeOffset="149485.76">25142 5709 149 0,'0'0'191'16,"0"0"-12"-16,0 0-14 0,0 0-10 0,-4 3-14 15,4-3-8-15,0 0-10 0,0 0-9 0,0 0 4 16,0 0-10-16,0 0-4 0,0 0-5 0,0 0-1 0,0 0 1 0,14 3-6 15,-6-2-6-15,2-1-13 0,9-1-7 0,2 1-5 16,11-1-10-16,-2 1-32 0,2-2-50 0,2 1-63 16,0-3-79-16,-2 1-184 0,-1 1-386 15,-3-3 170-15</inkml:trace>
  <inkml:trace contextRef="#ctx0" brushRef="#br0" timeOffset="150757.7">26732 5242 121 0,'0'0'205'0,"0"0"-13"0,0 0-22 0,0 0-14 16,3-1-15-16,-3 1-13 0,0 0-21 0,0 0-12 16,0 0-15-16,0 0-5 0,0 0-14 0,-15 11 2 0,6-6-7 15,-6 7-4-15,1-3-6 0,-4 4-6 16,-4 4-4-16,4-5 0 0,-3 4-5 0,5-3-3 16,-5 4-5-16,8-3-6 15,-1-2 3-15,2 0-1 0,-2 3-4 0,7-6-4 16,-2 4 2-16,1-4-3 0,2 4-2 0,2-2-2 15,0-1 6-15,1-1-5 0,3-1-1 0,3 1 3 16,1 0 8-16,0 0-4 0,3 0 8 0,5 4-5 16,1-2 0-16,2 2 2 0,3-1-1 0,4 2-6 15,0 1-6-15,1 1 6 0,0-1-4 0,-5 2 3 16,0-2 13-16,-6-2-3 0,-1 0-3 0,1 4-1 0,-6-2-4 0,-1 2 3 16,-2-3-2-16,-4 1-1 0,-3 2 2 0,-4-2 0 15,-5 1 9-15,-1-1-7 0,-7 1-4 0,-3-3 7 16,-3 1 3-16,3-2 2 0,-4-3 0 0,1-1 2 15,7-1-1-15,-11-2-3 0,12-2-2 0,0-1-6 16,2 0 5-16,3 0-2 0,0-1 0 0,3-2 1 16,2 2-1-16,2-2-23 15,3-3-25-15,2 2-33 0,0-3-40 0,2 5-28 16,13-10-30-16,-2 3-26 0,5-3-156 16,2 2-372-16,9-3 165 0</inkml:trace>
  <inkml:trace contextRef="#ctx0" brushRef="#br0" timeOffset="151027.24">26946 5711 279 0,'3'-4'329'0,"-2"1"-10"0,3 1 1 16,-4 2-19-16,3-4-16 0,-3 4-20 0,2-3-29 16,-2 3-22-16,3-3-23 0,-3 3-19 0,0 0-28 15,0 0-18-15,0 0-13 0,0 0-13 0,0 0-17 0,0 0-13 16,0 0-2-1,5 8-4-15,-4-1-13 0,1-2-3 0,0 4-7 16,0 2-2-16,1-1 1 0,1 1-11 0,-2 3 3 16,1-2-6-16,2 3-4 0,-2-3 1 0,1-2-4 15,-2 2-27-15,2-4-20 0,-3 1-27 0,0-1-25 16,1-2-24-16,-1 0-21 0,-2 0-19 0,1-3-14 16,-2 1-23-16,2-4-54 0,-8 1-254 0,8-1-529 15,-12-8 234-15</inkml:trace>
  <inkml:trace contextRef="#ctx0" brushRef="#br0" timeOffset="151189.66">26986 5450 2340 0,'4'-5'225'15,"0"-2"-92"-15,0 0-30 16,-2 2-27-16,2 0-8 0,-2 3-18 0,0-1-12 0,-2 3-8 0,4-5-10 0,-2 3-8 16,-2 2-22-16,3-5-28 0,-3 5-12 0,0 0-19 0,0 0-18 15,7 9-29-15,-3-2-33 0,-1-2-31 0,0 1-220 16,-1 4-432-16,0-3 191 0</inkml:trace>
  <inkml:trace contextRef="#ctx0" brushRef="#br0" timeOffset="151528.17">27218 5673 211 0,'0'4'206'16,"0"1"-12"-16,0 1-15 0,-1 1-18 0,0 2-12 0,-3 2-15 0,2 0-10 16,-1 4-11-16,-1 2-13 0,0 0-10 0,2-1-7 15,-1-4-7-15,1-1-9 0,-1 3-3 0,2-4-8 16,-2-3-5-16,1-2-3 0,-1 2-5 0,2-3 5 16,2 0 35-16,-2 0 24 0,1-4 34 0,1 5 11 15,-1-5-7-15,12-3-11 0,-5-3-8 0,2 0-17 16,-2 1-4-16,2-4-8 15,0 1-13-15,3-1-2 0,-3 2-15 16,2-1-8-16,-4 3-1 0,5-4-14 0,-2 6-2 0,-1-2-10 16,1 0 0-16,-5 1-7 0,7 4-1 0,-5-1-19 15,2 1-11-15,3 1-13 0,-1 1-18 0,0 3-24 16,0 2-28-16,0-4-34 0,0 7-37 16,0-5-44-16,-1 1-46 0,-1 2-251 0,1-4-541 15,-2 1 239-15</inkml:trace>
  <inkml:trace contextRef="#ctx0" brushRef="#br0" timeOffset="151960.59">27611 5637 263 0,'7'-6'260'0,"3"2"-26"0,-1 1-25 0,1 0-21 15,0 2-19-15,-1 2-22 0,2 0-10 0,0 4-11 16,0 2-10-16,-1 2-10 0,-1 4-12 0,0 1-7 15,0 2-8-15,-4 1-6 0,-1 1-10 0,-3 2-8 16,-2-2-8-16,-3 2 0 0,0-2-5 0,-4 3-4 16,-1 2-3-16,-2 0-5 15,-3-6 1-15,0-2-8 0,-1-1 5 0,3 1-9 16,-2-6 5-16,-1 3-7 0,6-7 11 0,0 2 6 16,3-4 17-16,-1-1 19 0,2-1 23 0,3 3 23 15,2-4-6-15,-8-2-5 0,8 2-16 0,1-6-8 16,3-1-6-16,1-2-7 0,7-6-8 0,2 0-9 15,-3 0-13-15,10-9-6 0,-1 3-13 0,3-3-3 16,-3 5-5-16,2-3 7 0,-3 4-10 0,-2 4-1 0,-4 2 1 0,-4 3-2 16,1 2-2-16,-5 2 0 0,0 1-3 0,-1 0-7 15,-1 0-19-15,2 1-12 0,-5 3 5 16,0 0 0-16,1 10 5 0,-2-4 6 0,-2 5-2 16,-2 1 5-16,1 4-2 0,0 2 4 0,1 2 5 15,1-1 2-15,1 0 3 0,4-2-4 0,-1 2 10 0,5 1-23 16,3-3-17-1,2-3-40-15,4 2-45 0,8-3-77 0,4-5-93 16,0-2-194-16,7-5-530 0,-2-2 235 0</inkml:trace>
  <inkml:trace contextRef="#ctx0" brushRef="#br0" timeOffset="152245.46">28317 5762 82 0,'0'0'229'0,"-7"0"-9"15,7 0-10-15,-5 1-8 0,5-1-11 0,0 0-10 0,0 0-9 16,0 0-16-16,25 1-12 0,-7-2-14 0,0-2-12 15,5 1-13-15,5 1-11 0,4-3-9 0,1 1-8 16,3 0-10-16,2-2-12 0,-1 1-14 16,-1 0-21-16,-1-2-23 0,-4-1-28 0,-10 3-33 0,-3-1-21 15,-6 2-19-15,-2-2-32 0,0 0-41 0,-8-2-154 0,0 5-356 16,-4-6 158-16</inkml:trace>
  <inkml:trace contextRef="#ctx0" brushRef="#br0" timeOffset="152446.03">28499 5586 309 0,'-3'-5'355'0,"-1"3"8"16,4 2-2-16,-2-4-12 0,2 4-20 0,-4-1-29 15,4 1-28-15,0 0-12 0,0 0-47 0,0 0-47 16,-5-3-2-16,5 3-25 0,0 0-15 0,-4 17-15 16,4-5-11-16,-1 8-13 0,0 6 10 0,1 3-17 15,0 3-10-15,2-1-7 0,0 3-12 0,4-3-49 16,0 1-54-16,1-2-53 15,0 0-64-15,-1-5-91 0,-4-6-364 0,1-2-678 16,-1-5 300-16</inkml:trace>
  <inkml:trace contextRef="#ctx0" brushRef="#br0" timeOffset="153009.47">29378 5421 260 0,'0'-4'293'0,"0"4"-8"0,0-5-7 0,0 5-10 0,1-5-14 16,-1 5-17-16,0-3-18 0,0 3-20 16,0 0-26-16,0 0-17 0,0 0-21 0,2-4-14 15,-2 4-18-15,0 0-15 0,0 0-12 0,6 12-9 16,-5-3-5-16,3 8-7 15,-1-1-6-15,-1 4 2 0,5 5-6 0,-4 1-1 16,1 3-9-16,1 0-2 0,-1-2-18 0,3 0-18 16,0 2-24-16,-4-4-28 0,3-1-35 0,-2-6-42 15,-1-1-56-15,-1-4-51 0,-2-2-240 0,2-4-516 16,0-2 228-16</inkml:trace>
  <inkml:trace contextRef="#ctx0" brushRef="#br0" timeOffset="153225.54">29745 5412 59 0,'0'-5'432'16,"0"5"-46"-16,1-4-38 0,-1 4-50 0,1-4-32 15,-1 4-44-15,0 0-26 0,0 0-21 0,-2 18-19 16,-1 1-13-16,-1 4-15 0,3 10-9 0,-4 0-12 15,5 1-9-15,0 12-7 0,6 0-24 0,-2-11-44 16,9-2-46-16,-3-2-55 0,4-2-88 0,3-2-114 0,-7-10-182 16,-1-3-499-16,-1-6 221 0</inkml:trace>
  <inkml:trace contextRef="#ctx0" brushRef="#br0" timeOffset="154281.21">30277 5324 28 0,'0'0'208'15,"0"0"-19"-15,-10-4-8 0,10 4-16 0,-3 0-18 0,3 0-16 16,0 0-11-16,0 0-18 0,0 0-8 0,0 0-11 16,0 0-9-16,0 0-4 0,0 0-8 0,11 7-1 15,1-5-16-15,-1 1 4 16,2-1-7-16,0-2-8 0,7 2-8 0,-3-2-5 0,-1 0 1 15,1-2-10-15,1 0-4 0,-5 1-2 0,4-5-9 16,-5 5 9-16,2-6 1 0,1 0-2 16,-7 5 12-16,4-3 8 0,-5-1 14 0,-2 4 5 15,1-2 16-15,-2 1 0 0,-2 1 1 0,2-4-3 16,-4 4-3-16,2-2 11 0,-2 4-8 0,0 0-6 16,-8-3-7-16,8 3-7 0,-17 0-3 0,6 0-8 15,-6 5-1-15,-4 4-5 0,-2 1 0 0,-4 5-3 16,2 1-2-16,-2 4-3 0,0 0-3 0,0 1 4 15,-1 3-5-15,1 1 0 0,4 1 1 0,0 2-1 0,3 1-2 0,3 0 1 16,3-1 0-16,5 3 0 0,5-6-2 0,3 2 2 16,6-4 5-16,4 2-3 0,10-7 4 0,6-1 0 15,5-1-3-15,7-2-2 0,20-2-4 0,-4-3-5 16,4-6 2-16,4 0-8 0,0-5-4 0,-1 1-7 16,-5-7-5-16,-1 1-7 0,-2-4-5 0,-15-1-20 15,-6 0-1-15,0-4 2 0,-6-3 2 0,-1 3 3 0,-6-4 9 16,-4 5 14-16,-3 1 15 0,-4 0 16 0,-3 4 11 15,-4-3 5-15,0 4 4 0,-4-3-6 0,-1 2 6 16,-4 3-4-16,-5-2 0 0,-3 4-5 0,-3 1-3 0,0 4-2 16,-7 1 1-16,5 4-5 0,-9 2 0 15,3 3 0-15,0 5 2 0,1-6-4 0,4 6 0 16,8-1-1-16,0-1 12 16,4 1-15-16,4-1-3 0,2-1 3 0,2-1-5 15,2 1 0-15,8-1 4 0,0-2-2 0,5-3 2 16,5 2 0-16,1 0-2 0,9-4-2 0,-4-1-1 15,5-3 0-15,-4-3 1 0,3-1-3 0,0-4-3 0,-9 3 4 16,-1-4-7-16,-3-1-2 0,0-2-13 0,-1-3-9 16,-4 1-6-16,1 1-8 0,-3-3-12 0,-3-1-8 15,-4 5-12-15,0 1-10 0,-4-7-10 0,0 7-14 16,-3-3-8-16,-1 5 5 0,-1-2-1 0,-2 3-4 0,2 0-23 16,-1 4-102-16,1 1-269 0,-3-2 119 0</inkml:trace>
  <inkml:trace contextRef="#ctx0" brushRef="#br0" timeOffset="154666.57">31297 5358 214 0,'2'-4'248'0,"-2"4"-21"16,0 0-18-16,0-5-23 0,0 5-20 0,0 0-20 16,0 0-14-16,0 0-16 0,-16 5-9 0,9 0-14 15,-2 0-7-15,-2 2-12 0,-4 4-6 0,2-1-11 16,-1 5 0-16,2-2-8 0,0 0-2 0,1 1-9 16,4 2-4-16,-1 0 1 0,2 3-3 0,4-3-4 15,0 2-6-15,6 2 1 0,2-2 3 0,0 3-7 0,3-5-3 0,0 2 0 16,5 3 0-16,-3-4-3 0,3-5-3 0,-4 3-1 15,3-2-3-15,-3-4 6 0,-1 0-4 16,-1-2-4-16,1 1 2 0,-4-3-4 0,-1 0-7 16,0-1-12-16,-3 0 4 0,-1 0 1 0,-1 0 2 0,-6-2 6 15,1 1-11-15,-7 1-9 0,0 0-12 0,-6-2-11 16,0-2-18 0,-3 2-20-16,3-2-33 0,2 0-32 0,-2-2-193 15,-2-1-371-15,5-4 163 0</inkml:trace>
  <inkml:trace contextRef="#ctx0" brushRef="#br0" timeOffset="155136.57">31495 5417 2 0,'5'-3'234'15,"2"2"-24"-15,2 0-28 0,-3 1-14 0,4 1-22 16,1 3-15 0,0-1-10-16,1 2-12 0,-3 4-9 0,3 3-7 15,-3 2-10-15,0 1-7 0,-1 3-8 0,-2 0-6 16,-4 1 1-16,-2 0-15 0,2 7-3 0,-6-6-4 0,-2-1-8 16,-2-1 1-16,-1 1-3 0,-3 4 0 0,0-6-5 15,-6 3-1-15,5-7-1 0,1-1-1 0,-1 0 4 16,4-2 0-16,1-4 3 0,1 0 12 15,0-1 6-15,2-1 12 0,1-1 20 0,2-1 23 0,-1 2 24 0,-1-1 28 16,4-3-14-16,0 0-9 0,0 0-19 0,9-16-12 16,-2 5-8-16,5 0-14 0,0-4-6 0,7-4-7 15,0 0-17-15,2-3 14 0,2 1-13 0,-1 0-10 16,0 0-7-16,0 3-4 0,-8 2 6 0,-1 6-12 16,-4 1 0-16,0 1-3 0,-4 2-5 0,1 0 2 15,-2 2-1-15,0 2-12 16,0-2-17-16,-1 2-21 0,-3 2-8 0,0 0 2 15,0 0 3-15,-4 12 4 0,-3-1 5 0,-3 3 8 16,1 3 0-16,1 2-4 0,-1 0 7 0,3 1 3 16,1 6 4-16,1-2-4 0,4-5 0 0,4 0-5 15,1-1-14-15,5-2-27 0,4-1-41 0,4-2-51 16,9-1-79-16,2-3-298 0,5-6-571 0,0-1 253 16</inkml:trace>
  <inkml:trace contextRef="#ctx0" brushRef="#br0" timeOffset="155854.01">31920 4988 91 0,'-3'-3'207'16,"3"3"-27"-16,0 0-17 0,0 0-18 0,14 6-19 0,-2-4-14 15,4 10-13-15,7 5-7 0,0 3-17 0,4 8-10 16,5 13-5-16,0 2-9 0,0 5-2 0,6 26 10 15,-16-16-6-15,2 21 0 0,-11-20-2 0,0 22-8 0,-7-26 3 16,-2 1 6-16,-4 0-2 0,-6-4 1 0,-3-5 3 16,-3-2-2-16,-3-13 8 0,3 1-3 15,-2-2 3-15,2 0 1 0,-4-6 8 0,1-3 5 0,0-1 6 0,3-8 0 16,-2 1-9-16,6-4 5 0,-1-5 6 0,4 2-7 16,-1-4 6-16,0 0 9 0,3 1 10 0,-1 0-3 15,4-4 1-15,-4 6-3 0,4-6 4 0,-4 3 2 16,4-3 0-16,-1 2-10 0,1-2-8 0,0 0-11 15,0 0-4-15,0 0-31 0,-4 3-27 0,4-3-61 16,0 0-62-16,0 0-84 16,13-8-108-16,-6 0-276 0,-4 2-628 0,4-2 278 15</inkml:trace>
  <inkml:trace contextRef="#ctx0" brushRef="#br0" timeOffset="164391.44">21337 8090 127 0,'0'0'194'0,"0"0"-6"0,-5-2 1 0,5 2-9 15,0 0-8-15,0 0-5 0,0 0-7 0,0 0-8 16,-8-2-9-16,8 2-5 0,0 0-13 0,0 0-6 16,0 0-14-16,0 0-11 0,0 0-16 0,17-3-16 15,-5-1-14-15,10 0-19 0,6 0-18 0,4-1-27 0,5 3-35 0,-1-4-35 16,0 4-39-16,-2-1-54 0,-2 2-159 0,0 0-365 16,-4 1 161-16</inkml:trace>
  <inkml:trace contextRef="#ctx0" brushRef="#br0" timeOffset="164560.67">21538 8186 190 0,'-8'3'235'0,"1"-1"-10"0,2 2-14 0,0-2-17 16,5-2-19-16,-9 2-11 0,9-2-12 0,0 0-12 16,0 0-13-16,0 0-12 0,28-5-14 0,-1 1-10 15,8 0-9-15,1-1-29 0,18-2-37 0,0 1-35 16,2 2-43-16,6-4-54 0,-1 3-84 0,-4-3-113 15,5 0-338-15,-4-2 150 0</inkml:trace>
  <inkml:trace contextRef="#ctx0" brushRef="#br0" timeOffset="165193.57">23027 7667 82 0,'0'0'195'0,"-1"-4"-6"0,1 4-14 15,0-6-9-15,0 6-13 0,1-4-18 0,3 2-8 16,-1-3-15 0,2 4-8-16,1-1-11 0,3-2-1 0,3 1-13 15,-2 2-1-15,4-1-13 0,-1 1-7 0,8 0-5 0,-3 3-6 16,4 1-2-16,-2 1-7 0,2 1-1 0,-1 1-6 16,-1 4-4-16,-3 0-2 0,-2 1-3 0,-1 3-1 15,-1 2-2-15,-3 8-1 0,-6-6 2 0,-1 2-4 16,-5 5-1-16,-4 3-1 0,-6 1 2 0,-2-3-3 15,-4 0-1-15,-3 0 0 0,-5-2-2 0,-1 1 2 0,-1-2-6 16,0-6 3-16,-1 1-1 0,-2-3-2 0,3 0 6 16,2-7 2-16,7-1 11 0,1 0 8 0,3-3 7 0,2-1 16 15,4-1 11-15,4 0 9 0,-3-2 7 0,3 3 2 16,5-3-9-16,0 0-6 0,0 0-11 0,0 0-6 16,18-6-1-16,4 2-9 0,7 0-11 15,2 1-24-15,2-3-26 0,2 4-23 16,3-1-45-16,2 2-44 0,-2 1-53 15,14-5-52-15,-16 3-206 0,-3 1-478 0,1-2 211 16</inkml:trace>
  <inkml:trace contextRef="#ctx0" brushRef="#br0" timeOffset="166982.54">23960 7528 189 0,'3'-1'193'16,"-3"1"-7"-16,0 0-10 0,2-3-10 0,-2 3-15 15,4-3-4-15,-4 3-8 16,0 0-17-16,0 0-10 0,3-2-7 0,-3 2-12 15,0 0-6-15,0 0-7 0,0 0-12 0,0 0-12 16,0 0-9-16,0 0-7 0,0 0 0 0,-12 8-4 16,3-4-2-16,-1 4-1 0,-7-2-1 0,-1 5-5 15,-2-2-6-15,-4 5-1 0,-3-3 1 0,0 3-5 16,10-3 2-16,-2-1-4 0,1 1 1 0,2 0-5 16,-1-1 0-16,4 1-6 0,4-2 2 0,1 0 0 0,1-2-3 0,1 3 5 15,2-2-2-15,3 3 0 0,-1-1 1 0,4-2-1 16,3 1-1-16,1 3-3 0,7 0 4 0,1-1 1 15,9 4 1-15,2-3-4 0,-3 1 2 0,5 2-3 16,-3-1 2-16,-1 1-3 0,-1 2 1 0,-8-7 2 16,4 2-2-16,-4-1 0 0,-2 3-1 0,-1-1 1 15,-5-5-2-15,-2 4-1 16,-1 0 2-16,-4 0-1 0,-1-2-1 0,-4 1 8 16,-4 2-8-16,-6-1 1 0,-2-1 2 0,-6 1-1 15,0-1 0-15,-3-2 0 0,-2-4 0 0,6-2 2 16,-5 1-1-16,7 1 2 0,-6-4-5 0,6 0-9 15,0-2-3-15,3 1-5 0,8-1-11 0,-3 1-13 16,4-3-28-16,4 1-27 0,0-5-34 0,5 2-27 16,6 0-32-16,2-2-130 0,1-1-345 0,6 2 153 0</inkml:trace>
  <inkml:trace contextRef="#ctx0" brushRef="#br0" timeOffset="167267.74">24264 7916 230 0,'0'0'307'15,"-1"-5"-5"-15,1 5-11 0,0-4-14 0,0 4-18 16,0 0-22-16,0-5-26 0,0 5-20 16,0 0-16-16,0 0-20 0,0 0-18 0,0 0-9 0,0 0-24 15,0 0-12-15,0 0-14 0,0 0-8 0,0 0-9 16,0 0-4-16,4 13-2 0,-3-9-10 0,-1 5-2 0,0-1-6 15,2 2-1-15,1 0-2 0,-2-1-4 0,-1 0-4 0,4 0-18 16,-4-2-16-16,-1 2-11 0,1-1-16 0,0-1-15 16,0-1-15-16,-3 1-7 0,3-5-12 0,0 5-3 15,-1-4-2-15,1-3-9 0,-9 3-22 16,5-1-28-16,4-2-28 0,-6-8-31 0,0 1-196 0,0 0-438 16,0-4 194-16</inkml:trace>
  <inkml:trace contextRef="#ctx0" brushRef="#br0" timeOffset="167430.54">24244 7689 261 0,'0'-4'281'16,"2"-3"-9"-16,-2 3-24 0,2 1-24 0,0 0-23 15,-2-2-22-15,0 5-18 16,0-3-16-16,0 3-20 0,0 0-31 0,1-6-24 16,-1 6-17-16,0 0-31 0,0 0-30 0,8 11-34 15,-7-6-42-15,3-1-38 0,0 3-39 0,-4 2-160 16,2-4-346-16,1 3 154 0</inkml:trace>
  <inkml:trace contextRef="#ctx0" brushRef="#br0" timeOffset="167800.36">24489 7868 65 0,'0'0'270'0,"0"0"-27"16,4 2-28-16,-4-2-20 0,0 0-27 0,0 0-11 16,0 0-22-16,0 5-15 0,1-1-8 0,-1 3-11 15,0 2-13-15,0 0-9 0,0 1-3 0,0 4-11 16,-4-2-6-16,4 0-6 0,-1 1-4 0,-3 3-4 16,-1-4-3-16,4 1-7 0,-2-1 0 0,2-2-4 15,1 1-3-15,-2-5-5 0,2 0-1 0,-2 0 2 16,2-2-3-16,0-4 10 0,-1 4 26 0,1-4 1 0,0 0-6 0,0 0-4 15,0 0-4-15,19-12 2 0,-11 5-4 0,-2-3 3 16,4 2-10-16,-1-5-2 0,0 5 3 0,-1-1-5 16,2 1 3-16,-2 0-2 0,-2 0-8 0,-1 4 2 15,2 1-4-15,-4-1-7 0,3 1-1 0,-1 1-3 16,0 1-9-16,-5 1 1 0,18 1 7 0,-9 3-5 16,1 2 4-16,1 0-2 0,-2 1-10 0,2 2-8 0,0-1-25 0,-2 2-30 15,0-3-40-15,1 3-41 0,-1 0-59 0,0-4-254 16,-4 0-496-16,0-2 220 0</inkml:trace>
  <inkml:trace contextRef="#ctx0" brushRef="#br0" timeOffset="168285.89">24881 7782 136 0,'8'-1'233'16,"-3"-1"-17"-16,4 1-23 0,0 1-20 0,1 1-12 16,-1 1-11-16,5 2-13 0,-2 1-10 0,-2 2-11 0,3 0-10 15,-3 2-14-15,-1 0-10 0,0 8-11 0,-3-3-11 0,-2 1-7 16,-3 2-3-16,-2-2-8 0,-1 2-7 0,-5 1-7 16,1-2 1-16,-7 1 0 0,5-4-8 0,-3-1-1 15,-2 1-3-15,4-7 1 0,-1 2-3 0,-3 0 2 16,4-1-2-16,0-3 9 0,3 1 6 0,0-3 15 15,0 1 18 1,2 0 15-16,1-2 16 0,3-1-4 0,0 0-14 16,0 0 0-16,-2-8-11 0,4 2-9 0,5-4-3 15,1 1-7-15,6-4-3 0,-1-3-8 0,7-3 0 0,0 1-5 16,-1-1-5-16,4 0-2 0,-5 2-1 16,1-3-8-16,2 2 5 0,-10 6-4 0,-2 3 1 15,-1 1 7-15,0 0 10 0,-3 3-1 0,-1-1-3 16,0 3-9-16,-1 0 2 0,0-1-5 0,1 3-10 0,-4 1-6 0,4-2-18 15,-4 2 3-15,0 0 4 0,0 0-5 0,-8 13 4 16,-1-2-2-16,0 4 2 0,-1-1-1 0,-4 8 3 16,1 2-2-16,2-2 6 0,2-3-2 0,3-1 2 15,3 2 1-15,2-2 1 0,2 0 7 0,5 0 1 0,5-1-1 16,9-1 1-16,6 0 5 0,6-5-19 16,5-5-55-16,15 3-100 15,3-5-138-15,1-7-206 0,-2-3-548 0,-17-1 243 16</inkml:trace>
  <inkml:trace contextRef="#ctx0" brushRef="#br0" timeOffset="169087.94">23188 8463 85 0,'-5'1'165'16,"5"-1"-13"-16,-10 0-19 0,10 0-14 0,-6 1-10 15,6-1-11-15,-6 3-17 0,6-3-4 0,0 0-11 16,-5 0-3-16,5 0-9 0,-5 2-6 0,5-2 1 16,0 0-11-16,0 0 9 0,0 0-8 0,-4 5 4 15,4-5 8-15,0 0 0 0,0 0-3 0,0 0-3 16,0 0 3-16,0 0-4 0,0 0-3 0,-5 2 0 0,5-2 7 0,0 0 14 16,0 0 17-16,14 4 14 0,-5-3 8 0,9 2-1 15,14-2 2-15,6-1-3 0,23-6 1 0,38 1-7 16,6 0-4-16,5 0-2 0,5-1 4 0,18-2-7 15,6 3-7-15,8-2-2 0,1-1-5 0,0 2-10 16,-4 3-3-16,-8-6-8 0,-3 4-4 0,-7 4-2 16,-12-4-4-16,-5 1-1 0,-11-1-3 0,-34 0-6 0,2 2-4 15,-4-1-5-15,-9-1-6 0,-18 0-4 0,-4 3-2 0,-3-2-3 16,-9 0 4-16,-6 1 9 0,-2 1 16 0,-2-3 13 16,-2 1 5-16,-1 1-5 0,-3-1-7 0,2-1-11 15,-3-2-10-15,-4 3-5 0,-2-2-22 0,2 3-37 16,-5-1-28-16,1 1-28 0,-6 1-56 0,-2 2-45 15,3-3-57-15,-8 6-279 16,2-2-582-16,-5-1 257 0</inkml:trace>
  <inkml:trace contextRef="#ctx0" brushRef="#br0" timeOffset="169720.76">24190 8749 208 0,'0'0'204'0,"-3"-6"-14"0,3 6-19 16,4-5-19-16,-1 1-14 15,2 0-13-15,3 1-10 0,3-2-15 0,-1 2-5 16,10-2-8-16,-1 1-6 0,0 1-6 0,1 0-4 16,2 2-6-16,-1 1-8 0,-1 2-9 0,1 0-2 15,0 1-9-15,1 2 1 0,0 4-6 0,-6-2-4 16,2 5-3-16,-5 1-1 0,-2 1-4 0,-7 3-2 15,1 2-6-15,-2 8 5 0,-8-2-2 0,-7 5-1 16,-3-5-1-16,-7 5-6 0,-10 8 0 0,6-16-3 0,-13 9 2 0,8-9 2 16,2-2-5-16,-2-3 3 0,5-4-2 0,1-1 2 15,9-2 5-15,-1-3 10 0,5-4 13 0,1 2 21 16,5-3 16-16,-1 1 23 0,2-1 10 0,5-2-5 16,0 0-17-16,0 0-4 0,0 0-9 0,16-7-11 15,4 2-5-15,7 2-8 0,6-1-5 0,-1-2-4 16,4 1-4-16,0 0-5 0,15-1-24 0,-14 1-32 0,2 3-41 15,1-1-55-15,-2 1-68 0,15-5-86 0,-20 2-169 0,1-2-486 16,1 0 215-16</inkml:trace>
  <inkml:trace contextRef="#ctx0" brushRef="#br0" timeOffset="170290.8">25120 8732 61 0,'0'0'305'0,"0"0"-27"0,-6-1-16 0,6 1-27 0,0 0-22 16,0 0-19-16,0 0-25 0,0 0-18 15,17-4-14-15,-2 3-13 0,3-1-11 0,5 2-15 16,7 0-9-16,0 0-9 0,0-2-9 0,-1 0-17 0,-1-1-30 15,-8 3-30-15,-6 0-18 0,-1 2-17 0,0-1-16 16,-4-1-21-16,-3 1-5 0,-2-1 3 0,-4 0 12 16,1 3 10-1,-1-3 1-15,-18 7 10 0,-1-3 2 0,-1 1 13 0,-7-1-15 16,-4 3 12-16,2-2 9 0,1-3 6 16,-5 3 13-16,3 0 10 0,3-3 16 0,4 0 5 15,2 2 14-15,3-2 10 0,2 0 5 0,3-1-2 16,2 0-4-16,3 2-9 0,1-3 5 0,-1 0-4 0,3 2-1 15,5-2 7-15,-9 0-2 0,9 0 5 0,-5 2-3 16,5-2-1-16,-3 2 5 0,3-2 2 0,0 0 1 0,8 6-2 16,-2-4-4-16,1 1-6 0,6 4-1 0,5-1-2 15,3 3 4-15,7-1 14 0,4 3-5 0,0 3 1 16,3 0 8-16,2 1-11 0,-3 2 0 0,-1 0-4 16,2 3-7-16,-6 1-3 0,-2 0-11 0,0-1-1 15,-8 2-9-15,0-3-7 0,-8-3-10 0,-5 1-5 0,-2 1-4 16,-7-1-3-16,-4 0 0 0,-4-5 3 0,-3 3 3 0,-2-1-2 15,-3-6 2-15,-7 4 4 0,-1-8 0 0,0 0-2 16,-1-3 3-16,6-3 13 0,1-1 12 0,4-1 13 16,1-4 16-16,4 2 12 0,2 0-1 0,4-5 9 15,0 5-20-15,6-4-21 0,3-1-17 0,2 0-25 16,9 1-29-16,1 1-34 0,10-5-43 0,3 7-59 16,4-5-66-16,-2 2-254 15,2 0-540-15,4 0 240 0</inkml:trace>
  <inkml:trace contextRef="#ctx0" brushRef="#br0" timeOffset="171794.74">26992 8100 130 0,'-7'1'132'0,"7"-1"-15"0,0 0 1 0,-7-1-10 15,7 1-10-15,0 0-22 0,0 0 2 0,-5 1-11 16,5-1-7-16,0 0-3 0,-7 2-12 0,7-2 6 0,-4 1-12 0,4-1 0 16,-5 3 3-16,1-2 0 0,0 2-3 0,4-3 3 15,-9 2-1-15,5-1 2 0,4-1-2 0,-7 3-2 16,3-2-1-16,4-1 0 0,-7 1 7 0,7-1-4 16,-4 1 6-16,4-1 7 0,0 0 2 0,-6 2 1 15,6-2 2-15,0 0-2 0,0 0-3 0,0 0 0 16,0 0 3-16,23-2-5 15,-5 1-5-15,11-1-2 0,5-1-11 0,1 1-1 16,5-2-4-16,16-4-4 0,3 4 3 0,2 1 15 16,-2-2-7-16,0 2-2 0,-3 0-7 0,-4 0 0 15,-15 3-2-15,-1 0-4 0,-5 0 0 0,-8 0-3 16,-6 2-11-16,-3-2-24 0,-3 0-30 0,-2 0-32 16,-1 1-18-16,-3 0-15 0,-5-1-18 0,0 0-31 15,0 0-191-15,0 0-381 0,-23-5 169 0</inkml:trace>
  <inkml:trace contextRef="#ctx0" brushRef="#br0" timeOffset="173746.42">28334 7667 90 0,'0'0'231'16,"0"-5"-8"-16,0-1-6 0,0 2-3 0,0 4-5 15,2-5 1-15,-2 3-6 0,4-3-5 0,-4 5-17 16,0 0-13-16,0-4-15 0,0 4-19 0,0 0-18 16,0 0-9-16,0 0-14 0,0 0-12 0,0 0-13 15,0 0-27-15,0 0-8 0,0 0-2 0,0 0-9 16,0 17 5-16,0-6-7 0,0 5-5 0,-4 0 3 15,2 3-5-15,-2 8 0 0,0-2 9 0,2 3-12 0,-1-2 2 0,1 0-7 16,-1 0-18-16,2-2-19 0,1-4-21 0,-1-3-25 16,-1 0-33-16,2-4-24 0,0 2-27 0,0-4-39 15,-1-3-205-15,2 0-438 0,1-6 194 0</inkml:trace>
  <inkml:trace contextRef="#ctx0" brushRef="#br0" timeOffset="174031.36">28663 7604 194 0,'0'-5'320'0,"1"0"-4"0,-1 1-25 16,1 0-21-16,-1 4-24 0,0-7-33 0,0 5-20 15,0 2-22-15,0-4-20 0,0 4-17 0,0 0-7 16,0 0-25-16,0 0-12 0,0 0-1 0,3 22-19 16,-1-6-6-16,1 1-4 0,-1 2-8 0,1 8-2 15,1 2-4-15,2 0 2 0,3 0-21 0,1-4-27 0,-2 1-31 0,0 1-39 16,-2-3-51-16,5 2-51 0,-4-8-93 16,-1-2-180-16,-3-7-480 0,4-1 212 0</inkml:trace>
  <inkml:trace contextRef="#ctx0" brushRef="#br0" timeOffset="176089.41">28735 7677 53 0,'-1'-3'113'0,"1"3"-22"0,0 0 23 16,0 0-10-16,0 0-5 0,0 0-3 0,0 0-1 0,0 0-2 15,0 0 0-15,0 0-1 0,0 0-2 0,0 0 1 16,-1-4 0-16,1 4 0 0,0 0-2 0,0 0 2 15,0 0-5-15,0 0-4 0,0 0 6 0,0 0-3 0,0 0-2 0,2-6 0 16,-2 6 0-16,0 0-1 0,0 0-6 16,0 0 0-16,0 0-3 0,0 0-5 0,0 0-4 15,0 0-2-15,0 0-3 0,0 0-5 0,0 0-6 16,0 0-6-16,2-3 2 0,-2 3-6 0,0 0-1 0,0 0-4 16,0 0-1-16,0 0-4 0,0 0 1 0,0 0-6 15,0 0-1 1,0 0 0-16,0 0-3 0,0 0 1 0,0 0-1 15,0 0-3-15,0 0 2 0,0 0-3 0,0 0 0 0,0 0-6 16,0 0 3-16,0 0-5 0,0 0 2 16,0 0-1-16,0 0-2 0,0 0 5 0,0 0-8 15,0 0 0-15,0 0 9 0,0 0-11 0,0 0-1 16,0 0-1-16,0 0 1 0,0 0-4 0,0 0 0 0,0 0-5 16,0 0-3-16,0 0-1 0,0 0-2 0,0 0 3 0,1 16 2 15,-2-8-7-15,1 1 8 0,0 7-1 0,1 2 1 16,-1 0 3-16,1 1 0 0,-2 0 4 0,2 0 1 15,-1 0-8-15,3 7 5 0,-3-6-1 0,2-3 6 16,0 0 0-16,-1-1-3 0,0-3 4 0,0-2-5 16,3-3 2-16,-4 0 0 0,2-1 3 0,-2 0-3 15,1-2 6-15,-1 0-1 16,1-1-1-16,0-1-2 0,-1-1 4 0,0-2-2 16,2 6 0-16,-2-6 0 0,0 0 2 0,3 3 1 15,-3-3-2-15,0 0 2 0,0 6-2 0,0-6 1 16,0 0-1-16,0 0 0 0,0 0-3 0,0 0-16 15,0 0-21-15,0 0-26 0,0 0-53 0,0 0-48 16,0 0-57-16,0 0-228 0,0 0-485 0,5-16 215 16</inkml:trace>
  <inkml:trace contextRef="#ctx0" brushRef="#br0" timeOffset="178711.89">29418 7657 59 0,'-7'0'182'0,"7"0"-7"0,-2-4-1 15,2 4-11-15,-3-2-5 0,3 2-16 16,0 0-16-16,0 0-15 0,0 0-7 0,-5-4-9 16,5 4-11-16,0 0-14 0,0 0-2 0,0 0-10 0,-4-2-1 15,4 2-14-15,0 0 0 0,0 0-1 0,0 0-6 16,0 0-6-16,0 0-1 0,0 0 1 0,23 0-4 15,-16 0-7 1,0 1 2-16,4-4-3 0,0 0 4 0,-1 3-8 16,-2-2-1-16,1-1-1 0,1 0-1 0,-4 0 1 0,2 2 1 15,1-2 1-15,0-1 11 0,-3 1 4 16,0 1 8-16,-4 0 6 0,3-4 2 0,-1 4 9 16,1-2 0-16,-4 1-5 0,-1 3-4 0,2-5-5 0,-2 5-10 15,-8-8-5-15,2 7 3 0,-3-2-5 0,-2 3-5 16,-4 1-2-16,-4 3-1 0,-3 1-2 0,-7-1-4 0,1 6-1 15,1-1-1-15,1-1 1 0,-2 8-3 0,0-3-2 16,4 3-1-16,3 2 2 0,0-1-5 0,5 3 2 16,0 1 5-16,3 2-7 0,4 2 4 0,4-6-1 15,4 1 0-15,7 5-3 0,5-3 0 0,6-1 3 16,6-2-2-16,9-2 0 0,4-3 1 0,16 1 2 16,3-2-6-16,3-7 3 15,0 1 1-15,-2-4 1 0,2 0-3 0,-7-6-3 16,3 0-8-16,-16-2-1 0,-1-2-6 0,-1-3 3 15,-1-1-5-15,-5-1 3 0,-3 0 2 0,-8 2 4 16,-2-2 2-16,-6 1 8 0,-2 3 10 0,-1-2 4 16,-4 2-3-16,-2 2 5 0,-3-2-6 0,-1 1 2 15,-5-1-2-15,-4 3-1 0,-1-2-3 0,-6 4 2 16,-10 2-4-16,0 1-2 0,5 1 1 0,-7 2 3 0,0 3-2 0,2-1-1 16,7 4-1-16,1-4-2 0,6 5 2 0,-1-1-3 15,4-1 3-15,2-1-5 0,3 1 6 0,2 0-3 16,4-1 1-16,4 1 5 0,5-2 1 0,1 1-1 15,9 0-8-15,2-4 8 0,8 2 2 0,1-3-4 16,-1-3 0-16,-1 1 1 0,-5-2 3 0,5-3 0 16,-10 2-9-16,5-5-5 0,-5 2-5 0,0-5-7 0,-4 2-10 0,-1-3-7 15,1 1-5-15,-8 0-8 0,-1-2-4 0,-1 5 4 16,-2-5-4-16,-4 2 3 0,0 0-3 0,-3 0 0 16,-1 3-16-16,-4 1 8 0,1 0-2 0,-6 0-12 15,2 0 0-15,2 2-3 0,0 2-18 0,-1-2 2 16,3 3-17-16,1-1-31 0,-1 2-109 0,5-2-272 15,-1 0 120-15</inkml:trace>
  <inkml:trace contextRef="#ctx0" brushRef="#br0" timeOffset="179090.7">30440 7600 236 0,'0'0'244'15,"1"-4"-26"-15,-1 4-18 0,0 0-21 0,1-4-20 0,-1 4-21 16,0 0-12-16,0 0-11 0,0 0-13 0,-17 7-12 16,10-3-9-1,-2 1-12-15,-2 3 1 0,2-1-12 0,-3 2-1 16,1 2-7-16,-1-3-7 0,6 2-3 0,-7 1-3 0,6 3-4 15,1-2-2-15,1 0-6 0,5 1-2 16,-2 4-1-16,4-5-3 0,-2 4-1 0,7 0-5 16,0 0 2-16,2-2-1 0,1 3 0 0,3-4 14 15,0 1-5-15,-3-2-2 0,-1-3-3 0,0 1-1 0,1 0 0 16,-2-2-1-16,-1-1-4 0,-3 0 2 0,2-3-12 0,-3 0-1 16,-1 1-1-16,-2-1 1 0,-2 1-2 0,0-1 4 15,-5 0-5-15,-3-2-4 0,0 3-14 0,0-1-13 16,-7-1-17-16,7-1-19 0,-5-2-22 0,-1 1-22 15,2-1-29-15,5-1-42 0,-6-1-150 0,6 0-362 16,-2-1 161-16</inkml:trace>
  <inkml:trace contextRef="#ctx0" brushRef="#br0" timeOffset="179560.77">30627 7678 274 0,'3'-4'266'16,"1"1"-24"-16,0 0-22 0,1-1-24 0,1 3-20 0,0-1-19 15,-1 1-16-15,1 1-14 0,-6 0-15 0,18 3-10 16,-9 1-13-16,-1 1-6 0,0 1-11 0,0 2-7 16,1-3-3-16,-4 7-7 0,0-4-5 15,-1 3-5-15,-3-1-6 0,1 3-2 0,-2-2-4 0,-3 4-2 16,1-3-2-16,-3 1-4 0,1 2 2 0,-1-4-5 0,-2-1-2 15,1 2-4-15,1 0 1 0,0-6 1 0,1 4-5 16,0-5-1-16,0 0-2 0,2-1 3 0,-1-1 0 16,0 2 20-16,1-4 18 0,1 3 26 0,1-4 23 0,0 0 28 15,0 0-10-15,0 0 7 0,0 0-37 0,11-8 5 16,-4 4-8-16,4-4-10 0,1 1 3 16,0-5-10-16,2-1-10 15,-1-1-4-15,1-1-5 0,3 1-6 0,-2 0-7 16,-1-1-6-16,-1 3-4 0,-3-2 7 0,-1 6 4 15,-1 2 1-15,-2-1 15 0,-2 2-5 0,0 2-6 16,-2-2-6-16,1 0-1 0,0 2-16 0,-3 3-8 16,2-4-23-16,-2 4-23 0,0 0-2 0,0 0 2 15,0 0 6-15,-5 17 0 0,0-8 1 0,0 11 2 16,0-4 7-16,-3 9 10 0,3 0 12 0,2 1-20 0,2 1 4 0,2 1 1 16,5-3 4-16,4-1-2 0,6-1-26 0,7-1-30 15,3-4-50-15,4 2-68 0,2-6-92 0,0-3-338 16,3-3-665-16,-2-2 294 0</inkml:trace>
  <inkml:trace contextRef="#ctx0" brushRef="#br0" timeOffset="180362.7">28431 8370 23 0,'-9'0'146'0,"3"1"-14"0,6-1-8 0,-12 2-17 16,8-1-12-16,-2 0-8 0,6-1-8 0,-9 3-11 15,5 0-2-15,-1-2-12 0,5-1-5 0,-5 1-2 16,5-1-8-16,0 0-2 0,-7 2-1 0,7-2-1 16,0 0 10-16,0 0-8 15,0 0 9-15,0 0 3 0,0 0 2 0,-9-2-2 16,9 2-6-16,0 0-2 0,0 0-1 0,-2 4-1 16,2-4 0-16,0 0 1 0,0 0 15 0,14 1 4 15,-1-1 0-15,6-1 0 0,13 0 0 0,5 0-1 16,21-2 2-16,8-1 1 0,34-3 1 0,8 0 8 15,14 0-2-15,7 1-9 0,15-1-5 0,11-2-5 16,7 2-4-16,8 3 7 0,4-5-6 0,4 2 1 0,-6 5-5 0,-6-3-6 16,-14 2 2-16,-11-2-6 0,-6-2 13 0,-13 1-8 15,-14 0-11-15,-4-3-12 0,-46 2-8 0,-1-1-3 16,-5 0-5-16,-15-1 1 0,0 2-2 0,-7-3 6 16,-5 1 22-16,-3 4 26 0,-12 0 25 0,0-1 26 15,1 0 2-15,-5 2 21 0,2 0 3 0,-2-1-5 16,-2 1-9-16,-1 1-13 0,-1 1-7 0,-1-1-17 0,-1 3-37 15,6-4-35-15,-6 4-39 0,2-5-47 0,-2 5-39 0,0 0-29 16,0 0-28-16,0 0-47 0,0 0-52 0,-11 14-249 16,7-11-567-16,-3 2 251 0</inkml:trace>
  <inkml:trace contextRef="#ctx0" brushRef="#br0" timeOffset="182067.15">29291 8665 25 0,'0'0'187'0,"-4"-1"0"15,4-4-9-15,0 5-9 0,0 0-8 0,-1-6-12 16,1 6-6-16,0 0-18 0,1-4-13 0,-1 4-8 16,7-2-9-16,-1-1-11 0,2 0-11 0,3 3-6 15,1-2-8-15,3 2-5 0,2 0-8 0,-3 2-6 16,4 1-5-16,0 0-5 0,1 3-3 0,-4 2-6 0,2 0 10 16,-2 4-9-16,-1 0 0 0,-4 2 6 0,-1 1-7 15,-1 1 1-15,-3-1-2 0,-6 2-5 0,-1 2 1 0,-4 1 0 16,-7 4-2-16,-3 0 0 0,-5-4 1 0,-2 1-1 15,-2-1-1-15,-1-6-1 0,2 1 0 0,1 2-1 16,4-11-2-16,1 2 1 0,0-1-5 0,5-4 11 16,0 2 3-16,4 0 15 0,-1-4 12 0,3 2 15 15,1-2 12-15,1 1 11 0,1 0-4 0,4-2 1 0,-5 0-6 16,5 0-10 0,0 0-10-16,0 0 9 0,27-4-21 0,-8 4-5 15,4-1-4-15,7-1-5 0,2 2-16 0,0 2-16 16,2-4-27-16,3 4-32 0,-1-2-40 0,1 0-58 15,1-2-58-15,-2 4-257 0,-1-6-514 0,-1 0 227 16</inkml:trace>
  <inkml:trace contextRef="#ctx0" brushRef="#br0" timeOffset="182668.71">29965 8685 144 0,'0'0'216'0,"-7"2"-19"0,7-2-18 0,0 0-17 15,0 0-19-15,0 0-16 0,0 0-14 0,26-5-9 16,-15 5-8-1,10-1-15-15,-2 1-5 0,10-2-9 0,3 2-4 0,1 2-10 16,-1-2-5-16,-1 0-6 0,-3 1 2 0,-10-1-11 16,-4 0-8-16,-2 0-14 0,-2-1-7 0,-3 2-19 15,0-2 2-15,-1 2 0 0,-6-1 2 16,0 0 1-16,0 0-2 0,-20 3 1 0,1 2 2 16,-9-2-2-16,-2-1-3 0,-2 0 10 0,5-1 4 0,-1 1 12 15,0 2-4-15,1-3 2 0,-2 1 8 0,9-1 1 0,3 2 8 16,2-2 3-16,-3-1 4 0,5 1 0 0,1 0-3 15,6-1-3-15,-2 1 3 0,-1 1-6 0,9-2-5 16,-6 2-1-16,2-1 5 0,4-1-2 0,0 0 3 0,-4 2 9 16,4-2 8-16,0 0 6 0,5 5 3 15,1-1-3-15,0 1-2 0,4 0-2 0,0 2-4 16,8 1 7-16,-1 0 1 16,3 1 1-16,7 4 0 0,0 0-2 0,2 3-3 15,3 0-3-15,-6-1-6 0,2 2-3 0,-1-1 0 16,-5 2-3-16,1-2-4 0,-11-3-11 0,2 3 0 15,-1-1-5-15,-5-1-5 0,-4 0-7 0,1-4-2 16,-3 3-2-16,-6-2 2 0,0 0 0 0,-6-2 0 16,-5 1-1-16,-1-1 2 0,-5-4 1 0,2 0 5 15,-3-4-2-15,3 1 0 0,2-4 11 0,-2-2 9 0,8 4 7 0,2-4 8 16,1 2 9-16,2-1-6 0,3-2-5 0,1 1-15 16,5-1-24-16,5 2-27 0,2-4-31 0,8 2-56 15,10 2-80-15,2-2-293 0,2 0-534 0,-3 1 237 16</inkml:trace>
  <inkml:trace contextRef="#ctx0" brushRef="#br0" timeOffset="184911.9">21468 10246 95 0,'0'0'145'0,"0"0"-25"0,0 0-9 16,-6-2-13-16,6 2-11 0,-13 9-11 0,4-2-4 0,-5 3-7 15,0 2-12-15,-6 7-4 0,-2 1-4 0,0 3-3 0,-2 2-9 16,3 2-14-16,0 4 6 0,-10 6-1 0,9-7-5 16,7 0-4-16,-3 1-1 0,5-4-6 0,4 3 7 15,1 1-4-15,0-5 2 0,5 3 0 0,5-9-12 16,-2 0 21-16,3-2 4 0,1 0 4 0,3-2 3 16,0-1 18-16,2-5 0 0,0 1 8 0,1-2 7 15,1-2-1-15,0-1-2 0,-1-1 7 0,-2 0 1 0,0-3 13 0,-2 0 9 16,0 0 11-16,-2 1 9 0,0-3 5 0,-4 0-11 15,0 0-10-15,12-3-14 0,-12 3-12 0,1-6-15 16,-5 1-14-16,4-2-9 0,-6 0-8 0,-2-3-5 16,-2 3-4-16,-6-3-3 0,1 0-1 0,2 1 1 15,-2 0-6-15,0-1 3 0,4 4-4 0,-5-2-1 16,5 3 2-16,0-3-2 16,3 5 2-16,3 0 0 0,0 0-3 0,-1 0 3 15,2 1-7-15,0-1-2 0,4 3-4 0,-4-3-2 16,4 3-9-16,0 0-12 0,8-5-3 0,2-2 2 15,7 3-1-15,5 0 1 0,6-3 1 0,6 2 3 16,1 2-2-16,2-3 4 0,2 1-2 0,11 1 3 16,-8 1 4-16,-5 1-6 0,3-1 5 0,-3 2-4 15,-1-2 3-15,-8 2 5 0,0-1 0 0,-9 0 2 0,-5 2 2 0,-4 0 3 16,1-3 1-16,-5 3 4 0,2 0 10 0,-8 0 5 16,11 0 3-16,-7 0-3 0,-4 0 7 15,8-2-4-15,-8 2-5 0,0 0 1 0,0 0 1 0,0 0-5 16,0 0-3-16,-21 5 0 0,11-4 3 0,0 5-5 15,-2-1-3-15,-2-1 1 0,0 3 3 0,0-1-4 16,1 3-3 0,1 3 0-16,-4-4-1 0,3 3 1 0,1 2 2 15,3-4-5-15,0 4 5 0,1-1-3 0,2 2 2 0,2-3 2 16,3-1 4-16,-1 1-1 0,4 1 0 0,2-3 5 16,1 1 5-16,1 0 8 0,4 1 3 15,6-3 5-15,-1 2 0 0,2-5 6 0,2 3-7 16,-2-2-4-16,2-3-2 0,-2 2 0 0,-5-1 1 0,-2-1-1 15,-1-3-2-15,-1 3 8 0,-2-2 4 0,-2 0 6 0,2 1 2 16,-6-2 7-16,8 1 0 0,-8-1-1 0,5 0-3 16,-5 0 2-16,0 0-4 0,7 1-6 0,-7-1-11 0,0 0-5 15,0 0-8-15,0 0-11 0,0 0-15 0,0 0-18 16,0 0-21-16,0 0-29 0,0 0-30 16,0 0-33-16,0 0-38 0,-23 0-38 0,23 0-190 15,-9-1-448-15,9 1 199 16</inkml:trace>
  <inkml:trace contextRef="#ctx0" brushRef="#br0" timeOffset="185691.89">21914 10890 253 0,'0'0'253'0,"0"0"-8"15,0 0-16-15,0 0-21 0,0 0-32 0,-5-10-23 16,10 9-20-16,3-3-17 0,1-3-13 0,4 4-13 16,2-2-10-16,3-2-8 0,1-1-12 0,-1-1-3 15,0 0-5-15,-1-1-6 0,8-4-6 0,-10 1-2 0,-2 1-3 0,0 1-5 16,-3-1-2-16,-1 3-1 0,-1-4 7 0,-2 7 1 16,-1-6-7-16,-1 7 0 0,-4-4-4 0,3 4-7 15,-3-2-8-15,-3 3-7 0,2-3-3 0,-4 3-9 16,-3 2 5-16,-1-1-5 0,-4 3 5 0,-6-1-5 15,0 2 2-15,-3 4 0 0,1-2-2 0,-6 6 3 16,0 1 0-16,0 2-4 16,9-3 4-16,-1 2 1 0,2 0-1 0,-1 2-2 15,6-1-1-15,0 2 3 0,-1-2 0 0,6 3 3 16,2-3-3-16,5-1 4 0,2 1 2 0,3-1 2 16,4 0 1-16,4-1 5 0,6-2-3 0,0-3 2 15,12 2 2-15,0-5-2 0,3 0-4 0,3-6-1 16,0 1 1-16,4-4 0 0,-4 3 1 0,0-6-1 15,-2 2 1-15,-3-3-4 0,-3-2 4 0,-1 1-1 0,-5-1-2 0,-6 3 6 16,-2-1 15-16,-6 4 7 0,1 0 3 0,-3-2 6 16,-1 1 2-16,-2-2 6 0,-1 4-7 15,-2 0-3-15,0-1-4 0,-1 4-2 0,1-2-3 0,-2-3 1 16,2 5-5-16,1 0-2 0,-2 3 0 0,0-8-4 16,0 8-4-16,1-5 0 0,-1 5 0 0,0 0-5 15,0 0 1 1,0-3-5-16,0 3-2 0,0 0 1 0,0 0-2 15,0 0-8-15,0 0-1 0,0 0 0 0,0 0-2 0,0 0 0 16,-4 11 0-16,0 0 3 0,2 3-2 0,-2 1 4 16,-1 1-1-16,1 1 0 0,1 0 2 15,-3 1 2-15,2-1-1 0,-1 0 0 0,1-1 1 16,3-2 1-16,0-4 2 0,-2 1-2 0,-1-2 1 0,4-2 1 16,-1-1 0-16,-3 0 5 0,3-4 8 0,1 3-4 0,-1-1 26 15,1-4 28-15,-3 5 35 0,3-5 24 0,-1 3 31 16,1-3 19-16,0 0-17 0,0 0-17 0,0 0-15 0,11-12-11 15,-4 7-12-15,-1-3-10 0,2 0-14 0,2-2-8 16,-2 4-2-16,-1-3-12 0,1 3-9 16,-2 2 6-16,1-3-18 0,-2 4-7 0,0 0-12 15,0 1-16-15,0-2-7 0,1 3-2 0,1-1-31 0,-7 2-11 0,14 3-18 16,-5-1-20-16,1 1-14 0,0 1-14 0,3 2-14 16,0-2-16-16,1 1-15 0,-1 0-22 0,0 1-9 15,1-3-19-15,1 0-25 0,-1 0-16 0,0-2-209 0,-3-1-503 16,1 0 222-16</inkml:trace>
  <inkml:trace contextRef="#ctx0" brushRef="#br0" timeOffset="185978.24">22736 10879 149 0,'0'0'205'0,"5"-2"16"15,-1-1-2-15,-3 0-11 0,-1 3-6 0,4-4-12 16,-4 4-4-16,5-4-18 0,-4 2-2 0,3-1-22 16,0 0-14-16,0-1-14 0,1 1-10 0,0-1-10 15,4 0-14-15,1 0-3 0,-1-1-10 0,3 0-7 16,-2-2-8-16,0 6-6 0,3-6-4 0,-3 3-4 15,1-1-3-15,0 1-2 0,-3-1-3 0,-1 2-4 0,-1-2 4 0,2 3 3 16,-4-1-3-16,1 2 3 0,-1-2 3 0,-1 1-1 16,-3 2-12-16,7-3 2 0,-7 3-9 0,1-4-12 15,-1 4-15-15,0 0-7 0,0 0-4 0,-13-3-1 16,5 3 8-16,-3 3-7 0,0-2 6 0,-2 4-5 16,2-2-3-16,-1 2 1 0,2 2 3 0,-3-2 1 15,3 3-1-15,4 1-1 16,-3-1 1-16,1 2 1 0,2 1-3 0,3 0-2 15,-1 1-7-15,4 1-7 0,0-3-18 0,4 1-24 16,0-1-33-16,4-2-37 0,7 1-48 0,-6-3-209 16,3-4-437-16,3 0 193 0</inkml:trace>
  <inkml:trace contextRef="#ctx0" brushRef="#br0" timeOffset="186916.95">23119 10696 152 0,'3'-2'344'0,"-1"0"-29"0,-2-4-27 16,0 6-25-16,4-3-26 0,-4 3-32 0,1-2-24 16,-1 2-21-16,0 0-13 0,0 0-18 0,0 0-18 15,12 5-18 1,-6 1-10-16,3 3-8 0,0 4-10 0,4 2-10 0,-7 2-5 16,3-1-6-16,-1 1-4 0,2 1-5 0,-6-1-7 15,0 1-1-15,0-1-7 0,-3-1 10 16,2-1-14-16,-1-1-1 0,-2-3-2 0,0-4-1 15,0 0-3-15,0 0 0 0,0-2-4 0,0 0 5 0,0-1 4 16,3-1 1-16,-3 1 26 0,0-4 24 0,0 5 34 16,0-5 30-16,0 0 11 0,0 0-12 0,0 0-11 0,0 0-17 15,4-14-13-15,-1 2-8 0,1 3-25 0,4-8-27 0,0 2-27 16,7-7-17-16,-5 7-22 0,8-7-11 0,-5 6-11 16,8-1-6-16,-1 0 1 0,4 1 0 15,-1 2-4-15,-5 3 2 0,0 4 3 0,0-3 3 16,-3 4 2-16,0 1 5 0,-2-1 4 0,0 3 6 0,-2-1 3 15,-2 2 5-15,3 2 4 0,-5-3 5 0,0 0 4 0,-3 2-2 16,0-1 1-16,-4 2 0 0,8-1 0 0,-8 1-7 16,6-1-6-16,-6 1-2 0,0 0 4 0,0 0 5 15,-12 8 2-15,3-2 3 0,-4 6-1 0,-3-4 7 16,0 6 1-16,0-4 4 0,-1 3-2 0,-6 4-2 16,8-3 6-16,-2-1 1 0,3-2 0 0,0 1 1 15,5-2 3-15,-1 0 0 16,4-5-1-16,0 0 6 0,3-1 1 0,-1 1 11 15,0-1 22-15,2-2 25 0,2-2 16 0,1 4 12 16,-1-4-5-16,0 0 17 0,21-7-8 0,-8 1-6 16,1-1 0-16,5-2-9 0,3-6-12 0,2 1-4 15,1-3-8-15,-6 8 0 0,-2-3-10 0,0 0-3 16,-4-1-4-16,-3 9-4 0,3-2-2 0,-8-1-5 16,0 6-9-16,1-1-14 0,1-1-15 0,-3 1-16 0,-4 2-6 0,9 2 4 15,-5 1-3-15,-2 0 0 0,2 2-2 0,1 3 4 16,0-2 5-16,2 5 1 0,-1-2 3 0,1 2 2 15,0-1 7-15,1 5-2 0,2-2 5 0,0-4 3 16,-2 0 3-16,2 0 1 0,5 1 3 0,0-2 3 16,-3-3 1-16,0 1-2 0,1-2-1 0,1-2-3 15,-1-3-1-15,0 1 0 16,0-1-2-16,1-3 2 0,-2-3 3 0,-2 0-3 16,4-4 4-16,-5-2 2 0,3-4 0 0,2-5-2 15,-1 1-1-15,-1-4 4 0,-4 2 1 0,0-4 3 16,2 2 6-16,-3 6 11 0,0-5 10 0,-1 5 8 15,-1 2 13-15,2 0 18 0,-4 5 7 0,1 1 19 16,-2-1-8-16,0 2-3 0,-1 3 0 0,2 1-9 16,-2-1 7-16,-1 2-10 0,4 0-7 0,-4 2-11 0,0-1-9 15,0 4-9-15,2-8-10 0,-2 8-3 0,0-2-27 0,0 2-23 16,0 0-28-16,0 0-17 0,0 0 5 0,0 0 11 16,0 0 1-16,-6 22 3 0,5-13 5 0,-3 6 6 15,0 1 4-15,-1 4 2 16,-2 4 11-16,0 0-7 0,2 1 4 0,0 1 5 15,1 3-1-15,0-3 3 0,2-1 2 0,-2-5 4 0,0-1-3 0,3-2 9 0,0-4-1 0,-1-3 4 16,4 2 4-16,-2-2-4 0,1-2 7 16,-1-2 4-16,2 2 31 0,1-1 12 0,2-1 31 0,0 0 2 15,3-1 10-15,1-2-5 0,3-1-7 0,5 1-4 16,2-1-6-16,9-3-22 0,4-3-66 0,3 0-82 16,1-8-114-16,15-2-160 0,-2-7-257 0,3-3-683 15,-1-2 301 1</inkml:trace>
  <inkml:trace contextRef="#ctx0" brushRef="#br0" timeOffset="188151.31">25288 10263 59 0,'2'-1'194'0,"-2"1"-7"0,4-4-14 0,-4 4-11 0,0-4-14 15,0 4-14-15,0 0-20 0,3-3-15 0,-3 3-15 16,0 0-8-16,0 0-9 0,0 0-7 0,-21 12-7 15,6-2-2-15,-2 2-7 0,-6 0-2 0,-1 2-12 16,0 3 0-16,-2-1-1 0,7 0-6 0,-4 2-2 16,10-3-9-16,-3 0 4 0,1 0-1 0,3 2-1 15,3 0-3-15,1-1-3 16,2 1 5-16,3-2-1 0,5 2-1 0,3 0-1 16,2-5 2-16,4 4-1 0,2-1 16 0,8 3-3 15,3-1-3-15,1-5 3 0,1 2 1 0,5 0-2 16,-3-2-2-16,0-2-2 0,0 3-5 0,-3-4 0 15,-7 0 0-15,-3-1-1 0,-4-1-3 0,-2-2-7 16,0 2-2-16,0 0-2 0,-6-2 4 0,-2 2 0 16,-2-1 5-16,-6 3-3 0,-3-2 2 0,-4 3 1 0,-4-2 0 0,-3-2-1 15,-4 2 0-15,-4-1 0 0,2-5-1 0,-1 5 4 16,5-4 0-16,-4 0 1 0,5 0-1 0,1-3 0 16,0 1-1-16,4-2 2 0,5 2-1 0,2-1 2 15,3 0 12-15,1 0 3 0,6 0-6 0,-7-1-22 16,7 1-32-16,0 0-21 0,27-13-33 0,1 3-5 15,4 3-9-15,18-5-29 16,-1 2-2-16,3-2 5 0,2 1 17 0,3 0 18 16,5 1 18-16,-6-1 9 0,-4 1 7 0,-1 2 5 15,-15-1 10-15,-1 7 0 0,-3-3 18 0,-2 0 8 16,-11 1 24-16,-1 1 19 0,-5-1 30 0,-3 2 25 16,-1 0 20-16,-1 0 13 0,-2-1 10 0,-2 1 9 15,1-1 7-15,0-1-5 0,-1 1-7 0,-4 1-9 16,0 2-13-16,3-5-10 0,-3 5-11 0,0 0-14 0,-9-6-4 15,1 6-8-15,8 0-11 0,-17 1-4 0,6 4-4 0,-2-3-11 16,-3 3 0-16,-2 2-1 0,2 1-8 0,1 1 1 16,-2-1-3-16,3 4-3 0,0 1-2 15,4-2 2-15,5-3-5 0,-4 5 0 0,4-4-8 0,1 0-1 16,2 0-1-16,2-2 1 0,1 1 4 0,0-2 2 16,3 2 5-16,5-3 1 0,0 0 2 0,2-3 0 0,2-1 1 15,5-1-1-15,0-1-1 0,-1-3 2 0,0-1-3 16,1 0 5-16,-4-2 0 0,2-5 5 0,-5 4-5 15,2-5-3-15,-3-3-10 0,2-1-7 0,-6-2-18 0,-2 0-15 16,1-1-6-16,-4 2-9 0,-2 0-7 16,-3 2-9-16,-1 4-5 0,1 3-11 0,-2-2-20 15,-3 4-7-15,0 0-14 16,0 0-17-16,1 5-13 0,1 0-10 0,-1-1-28 16,4 2-143-16,4 1-360 0,-9-1 159 0</inkml:trace>
  <inkml:trace contextRef="#ctx0" brushRef="#br0" timeOffset="188737.27">26153 10778 52 0,'0'0'193'15,"0"0"-19"-15,5-10-17 0,-4 6-12 0,2 0-19 16,3-4-15-16,-1 2-10 0,3-5-3 0,-2 3-9 16,3-5 2-16,0 0-7 15,1-2-7-15,2-9 4 0,-3 6-7 0,2-5-1 16,-2-2-6-16,4-4-4 0,0 1-1 0,0-1-12 15,-7-3 0-15,6 1-3 0,-5-3-5 0,1 2-4 16,-4 0 8-16,1 0 12 0,-3 4 7 0,1 2 11 16,-1 8 10-16,0 0 5 0,-4 6-4 0,2 2-7 15,2-1-5-15,-2 5-2 0,0-1-16 0,0 2-6 16,0 1-23-16,-2 0-20 0,2 4-8 0,0 0-2 0,-9 8 2 0,-2 6-4 16,2 3-4-16,-5 12 3 0,1 3-3 0,-6 11 4 15,1 1 1-15,-1 2-2 0,2 0-1 0,2-3 2 16,6-11 2-16,-1 3 0 0,6 0 2 15,4-1 2-15,2-3 2 0,2 1 4 0,9-4 2 0,1-1 2 16,7-4 3-16,7-6-1 0,5-3-24 0,17 0-26 16,-1-4-53-16,-9-6-77 0,15-2-93 0,-3-6-154 0,-15-1-448 15,-2-4 198-15</inkml:trace>
  <inkml:trace contextRef="#ctx0" brushRef="#br0" timeOffset="189739.95">26771 10544 117 0,'0'0'314'0,"0"0"-27"0,-1-2-28 16,1 2-26-16,0 0-27 0,0 0-26 0,0 0-21 16,0 0-22-16,0 0-16 0,0 0-14 0,0 0-12 15,-4 18-8-15,2-10-8 0,0 3-3 0,-3 4-14 16,4 1-6-16,-1-3-4 0,-2 3-7 0,1 0-3 16,2 3-3-16,-1-7 0 15,1 0-7-15,1-2 0 0,0-3-3 0,0 1 0 16,0-2-3-16,3-3 2 0,-2 2 7 0,4-1 18 15,0-3-9-15,2-1 9 0,3-1 3 0,0-3 2 16,3-4-1-16,2-3-4 0,0 1-8 0,2-2 1 16,2-3 2-16,0 2-15 0,-3 2-2 0,2-1-5 15,-4 1 0-15,1 1-6 0,-5 3-2 0,-1 1-4 16,0 1 1-16,0 0-1 0,-4 1-8 0,-1 3 0 0,1-3-6 0,1 4-10 16,-6 0-2-16,11 0-1 0,-5 2-2 0,1 0 0 15,5 2 1-15,-3 2-2 0,0-1 2 0,5 1 3 16,0 3-2-16,4-1 2 0,-2-2 3 0,0 2-6 15,5-1-2-15,-6-2-12 0,3 2-3 0,-1-2-8 16,-1-3-4-16,1 1 2 0,-3-2 1 0,-3-2-1 16,3-4 1-16,-5 1 7 0,2-4 1 0,2-5 7 0,-5 4 8 0,1-7 8 15,1-2 10-15,-3-1 1 0,2-6 5 0,-3-1 10 16,4-1-1-16,-2-2 4 0,-2 1 8 0,1-4 17 16,0-1 5-16,-2 3 5 0,2-1 10 0,-2 6 12 15,0 7 16-15,-1 4 6 0,-1 1-2 0,0 3-3 16,-1 3-10-16,-1 1-14 0,0 1-21 0,0 1-42 15,-1 1-33-15,0 3-18 16,0 0 1-16,0 0 3 0,-1 17 16 0,-3 0-7 16,-1 9-1-16,-2 1 6 0,-1 5 2 0,0-1 2 15,-3 1 2-15,2 2 3 0,0-5-2 0,0 1 4 16,0-2-11-16,1-4-3 0,3-5-6 0,1 1-12 16,1-5-4-16,-1-3-1 0,1-1 3 0,-1-3 3 15,4-1 4-15,-1-2 5 0,-3-3 9 0,4 3 15 16,0-5 3-16,0 0 4 0,-8 1-1 0,8-1-3 0,-10-8 4 15,5 1-3-15,0-1 4 0,-4-2 0 0,-4 2-1 0,4-5 1 16,-2 1-1-16,2 5 3 0,1-3 0 0,2 3 3 16,-1 3 14-16,1-2 6 0,4 3 8 15,-1-1 10-15,-1 2-4 0,4-4-2 0,0 6-6 16,4-7-14-16,5 4-7 0,2-1 0 0,7 1-10 0,4 0-9 16,8-1-5-1,4 2-3-15,3-1 3 0,1-1 0 0,1 1-1 16,14 0 2-16,-4-1 1 0,-8 1 9 0,-4 2-7 15,-4 0 3-15,-1-3 1 0,-4 1 7 0,-6 0 13 16,-7 1 18-16,-1 0 11 0,-5 1 12 0,-1 0 0 0,-2 0-1 16,2-1-2-16,-4 1-7 0,-4 1 1 15,0 0-11-15,10-1-2 0,-10 1-8 0,0 0-4 16,5 0-13-16,-5 0-13 0,5 4 1 0,-5-4-3 0,-1 5 1 0,-3 0 11 16,3 2-12-16,-3-1 4 0,4 3-4 0,-4-1 5 15,0 3-1-15,2-1 2 0,-1 0 3 0,1-1-3 16,-2 1-18-16,1 0-11 0,3-3-21 0,-3-3-18 15,1 4-18-15,2-1-23 0,-1-3-21 0,0 1-23 16,-2-1-3-16,3-4-1 0,-1 4-35 0,1-4-189 16,0 0-420-16,-5-17 186 15</inkml:trace>
  <inkml:trace contextRef="#ctx0" brushRef="#br0" timeOffset="189871.4">27805 10256 200 0,'1'-5'274'0,"-1"5"-21"0,2-5-25 16,-2 5-23-16,1-5-22 0,-1 5-24 0,0-2-40 0,0 2-37 0,0 0-31 16,0 0-31-16,15 6-32 0,-8 2-43 0,-1-1-45 15,2 1-169-15,-1 2-289 0,2-3 129 0</inkml:trace>
  <inkml:trace contextRef="#ctx0" brushRef="#br0" timeOffset="190203.31">28244 10369 84 0,'0'0'176'0,"0"0"-18"0,-16-3-7 0,8 4-22 16,8-1-7-16,-16 7-17 0,4-3-5 0,-2 2-11 16,0 4-8-16,-2 1-21 0,1 2 2 0,0-2-7 15,2 4-4-15,-2-3-5 0,2 4-4 0,3-3-6 0,4-1 5 16,1 3 1-16,2-3 4 0,2 0 10 0,1 1 6 0,4-1 15 15,3-2 8-15,3-2 8 0,2 1 3 16,3-3-3-16,3 0 1 0,1-2-4 0,-2-2 3 16,0-2-1-16,0-1 14 0,-4-2-3 0,0-2 0 15,1 4-6-15,-2-5-2 0,-1-2-8 0,-2 1-18 0,1-7-20 16,0 1-14-16,-5 0-15 0,-1 2-8 0,0-6-4 0,-2 3-10 16,-2 2-6-16,-3 0-10 0,-2 0-6 0,-2 2-8 15,-3 0-4-15,0 2-5 0,-9-3-6 0,2 5-5 16,1 1-9-16,0 2-20 0,-2 2-20 0,4 1-27 15,-1 1-33-15,3 3-26 0,5-2-215 0,-1 1-436 16,6 2 193-16</inkml:trace>
  <inkml:trace contextRef="#ctx0" brushRef="#br0" timeOffset="190573.17">28496 10435 389 0,'2'-3'375'0,"-2"3"-34"0,0 0-39 15,0 0-24-15,1-3-33 0,-1 3-24 0,0 0-19 16,0 0-43-16,0 0-17 0,0 0-16 0,0 0-16 16,1 15-13-16,-2-7-8 0,-2 4-14 0,2-2-15 15,-6 6-6-15,3-1-12 0,-3 4-12 0,2-3-1 16,1-5-3-16,-1 1-2 0,0 0-5 0,3-2 3 0,-1-3-5 0,2-2 3 15,-2 0 3-15,3 0 5 0,0-1 25 0,0-4 20 16,0 3 23-16,0-3-3 0,13 0-7 0,-4-3 7 16,4-3-4-16,3-2 1 0,1 3 7 0,1-7-18 15,3 7-4-15,-4-3 0 0,2 1-21 0,-5-2 2 16,0 6-8-16,-2 0-8 0,-1 0-4 0,-2 1-14 16,4 2-5-16,-2 0-10 15,1 2-11-15,5 2-14 0,1 1-33 16,-2 5-31-16,2 1-46 0,-1-1-72 0,4 8-89 15,-10-7-387-15,2-1-731 0,-3-2 323 0</inkml:trace>
  <inkml:trace contextRef="#ctx0" brushRef="#br0" timeOffset="192524.94">30071 10243 113 0,'1'-7'287'0,"-1"-1"-9"0,1 4-19 16,-1-1-22-16,0 0-22 0,1 1-28 0,-1 4-21 15,0-4-17-15,0 4-24 0,2-4-31 0,-2 4-14 0,0 0-7 16,4 9-4-16,1 2-8 0,-1-1-8 0,3 6-5 15,3 1 0-15,3 5-6 0,1 0-2 0,4-3-10 16,-1 2-15-16,-4-5-4 0,2-2-4 0,-1 0 0 16,4-3-1-16,-4-1-1 0,1 1 1 0,-1-7-6 0,-2 2 8 15,4-6 1-15,0 2-1 0,-3-4 2 16,4-3 4-16,-1 0 6 16,-1-5 4-16,-1 0 8 0,0-2 5 0,-2-2 1 15,-1 0 3-15,1-3 4 0,-3 3 10 0,0-1 3 0,-1 1 15 0,-1 3 8 0,-2 0-6 16,0 3 1-16,-2 1-4 0,-1 2-14 0,1 2-10 15,1-1-12-15,-3-1-29 0,1 2-28 16,-2 3-35-16,0 0-15 0,0 0 9 0,2 13 9 16,-4 3 3-16,2 4 4 0,-6 6 3 0,4 4 3 15,-4 2 3-15,1 4 4 0,1 10 1 0,-1-11 4 16,-3 13-1-16,5-1 9 0,-1-1 0 0,-1 3 6 16,0-14 0-16,-2 10 3 0,1-12 3 0,2 2-5 15,-2-1 6-15,1-4 5 0,-2-3-2 0,1 2 1 16,-2-11 7-16,2 0-4 0,-2-3 14 0,0-4-3 15,1-3 3-15,-1 3 0 0,-1-5 4 0,-5-3 5 16,3-1 4-16,-5-2 7 0,4-2 11 0,-7-2 9 0,2-7 12 0,-1 1 16 16,-1-7 15-16,0-2 9 0,2-5 9 0,4-1 4 15,7-3-5-15,3-5-25 0,11-11-37 0,11-5-36 16,9 4-28-16,8-2-20 0,6 4-5 0,0-1 9 16,8 5 0-16,0 3-5 0,-1 1 7 0,2 2-1 15,2 4 9-15,0 4 10 0,-6 0 8 0,0 4 13 16,-14 8 6-1,-1 0 11-15,-5 1 14 0,-9 7 7 0,-1-2-8 0,-8 3 10 16,1 0-7-16,-2 0-2 0,-3 2-3 0,1 1-17 16,-2-1-29-16,0 1-31 0,-4 1-41 0,0 0-30 15,0 0-12-15,0 0-35 0,-14 10-41 16,-3-2-55-16,-11 1-292 0,5 2-587 0,-4-2 260 16</inkml:trace>
  <inkml:trace contextRef="#ctx0" brushRef="#br0" timeOffset="193580.93">20941 12258 33 0,'-9'-1'265'0,"9"1"-20"0,0 0-17 0,-9-2-15 0,9 2-15 16,0 0-20-16,0 0-15 0,-2-2-13 15,2 2-24-15,13-5-20 0,-3 2-16 0,3 1-19 0,6-4-22 0,4 4-29 16,4-3-40-16,1 1-40 0,4-1-58 0,-2 2-48 15,-5-2-130-15,2 1-320 0,-10 0 142 0</inkml:trace>
  <inkml:trace contextRef="#ctx0" brushRef="#br0" timeOffset="193728.03">21026 12392 65 0,'-10'5'171'0,"5"-1"-14"16,-2-1-16-16,6 1-12 0,-3-1-14 0,0 0-6 15,4-3 14-15,0 0-6 0,12 5-6 0,1-4-10 16,7-1-8-16,14 0-13 0,3-1-35 0,18-4-51 16,2-2-59-16,-1 1-183 0,3-2-269 0,-3-3 120 15</inkml:trace>
  <inkml:trace contextRef="#ctx0" brushRef="#br0" timeOffset="194182.29">22045 12227 90 0,'0'0'271'0,"-7"0"-21"0,7 0-11 0,0 0-15 15,-7-1-12-15,7 1-12 0,0 0-20 0,0 0-19 16,0 0-20-16,0 0-14 0,20-7-13 0,-5 6-11 15,2-4-12-15,3 0-22 0,10 0-13 0,-1-1-8 0,2 1-5 16,-2-2-7-16,-1-2-8 0,0 4 6 0,-1-6-10 16,-4 6-3-16,-5 0-1 0,1-4-2 0,-2 4-3 15,-3-2-1-15,-4 1 0 0,1 3 8 0,-4-1 4 16,-2 0 0-16,-1 0-7 0,-1 0-6 0,-3 1-7 0,0 3-10 16,-7-4-5-16,-1 4-2 0,-3 0 4 0,-7 0-2 15,-2 4-1-15,-2 2 3 0,-6 1-3 0,-4 4-1 0,-2 1 0 16,0 5-1-16,-2-1 0 0,-7 6 2 0,16 0 0 15,-4-4-2-15,3 3-1 0,5-2 1 0,3 2 0 16,3-1-1-16,5-2 3 0,5-1 6 0,3 0 8 16,0 0-2-16,6-1 10 0,2 0 3 0,3 0 4 15,6-3 6-15,4-1 1 0,10 1 2 0,1-6-1 16,6-2 1 0,3 0-2-16,1-1-3 0,14-2-4 0,-13-1-1 0,-3-4-18 15,0 3-26-15,-3 0-35 0,-1-2-38 0,-4-3-45 16,-6 0-52-16,-4 0-220 0,-4 4-449 0,-3-7 198 15</inkml:trace>
  <inkml:trace contextRef="#ctx0" brushRef="#br0" timeOffset="194367">22668 12400 245 0,'0'0'334'15,"0"0"-22"-15,0 0-29 0,0 0-23 0,0 0-25 16,0 0-38-16,0 0-37 16,0 0-48-16,0 0-49 0,17-5-51 0,-12 4-62 15,5-1-66-15,-1 0-226 0,0-2-369 0,2 3 163 16</inkml:trace>
  <inkml:trace contextRef="#ctx0" brushRef="#br0" timeOffset="194783.58">23052 12223 5 0,'1'-2'312'0,"-1"2"-19"0,1-5-21 0,-1 5-26 16,3-3-29-16,-3 3-26 0,0 0-21 0,0 0-22 16,0 0-17-16,0 0-19 0,0 0-8 0,0 0-16 15,2 14-9-15,-2-4-6 16,1 4-7-16,-1 1-11 0,-1 5-7 0,0-1-2 15,-3 1-3-15,0 6-10 0,3-1-2 16,-1-6-1-16,-1 0-4 0,-1 0-3 0,4-2-3 0,-5 1 0 16,4-6-2-16,-2 0 1 0,-1 0-1 0,4-6-1 15,-1 0-1-15,-1 0 0 0,0-1 1 0,0-2 21 16,2 0 36-16,0-3 38 0,-3 3 37 0,3-3-2 16,0 0-10-16,0 0-16 0,-1-18 0 0,0 6-6 0,-1-3-12 0,4-4-6 15,-2-7-6-15,2-5-13 0,3 1-13 16,-1-4-6-16,2 0 12 0,2-14-22 0,0 14-5 15,3-12 1-15,-2 12-6 0,0 0 7 0,1 4-13 16,-1 3-4-16,0 2 3 0,-2 8-6 0,0 0-3 0,0 8-4 16,-1-1 9-16,1-3-13 0,1 5-4 0,3 0-7 15,0 2-21-15,3-2-27 0,4 5-25 0,1 0-29 0,0 3-29 16,-1 4-26-16,4 2-30 0,3 2-13 0,2 3-36 16,-5 2-28-16,5 1-50 0,-10-3-247 0,-1-1-601 15,-2-2 267-15</inkml:trace>
  <inkml:trace contextRef="#ctx0" brushRef="#br0" timeOffset="194999.75">23151 12320 120 0,'-4'2'266'0,"1"-2"-11"0,3 0-12 16,0 0-19-16,-3 4-22 0,3-4-18 0,0 0-20 16,24-1-19-16,-8 1-22 0,4-3-33 0,8 3-48 15,2-1-56-15,2-5-71 0,2 1-99 0,-1 0-113 16,3-4-320-16,-7 4 143 0</inkml:trace>
  <inkml:trace contextRef="#ctx0" brushRef="#br0" timeOffset="195231.47">23651 12414 259 0,'0'0'344'0,"-3"1"-23"0,3-1-31 0,0 0-23 15,-5 2-32-15,5-2-31 0,0 0-44 0,0 0-52 0,0 0-57 16,0 0-52-16,16-3-69 0,-6-1-67 0,-6-1-202 16,3 2-366-16,2-2 161 0</inkml:trace>
  <inkml:trace contextRef="#ctx0" brushRef="#br0" timeOffset="195717.12">24387 12209 183 0,'-5'2'188'0,"5"-2"-8"0,-9 0-19 0,5 2-9 15,4-2-15-15,0 0-2 0,-9 0-8 0,9 0 4 16,0 0 1-16,0 0 0 0,0 0-2 0,0 0-12 16,27 0-6-16,-5 0-13 0,8-2-10 0,1 0-7 0,2-2-6 0,8 2-12 15,12 0-5-15,-2-7-5 0,3 6-7 0,1-5 1 16,-5 2-8-16,-10 2-11 0,-4-3-20 0,-2 1-23 15,-6 3-30-15,-8 2-28 0,-3-5-27 0,-6 4-31 16,-1-3-39-16,-6 2-196 0,-4 1-394 0,-3-4 174 16</inkml:trace>
  <inkml:trace contextRef="#ctx0" brushRef="#br0" timeOffset="195955.39">24728 12071 95 0,'0'-6'276'16,"-4"1"4"-16,4 0 4 0,4 1-5 0,-3 0-2 0,-1-1-7 16,0 5-9-16,0-5-23 0,0 5-35 0,4-3-23 0,-4 3-14 15,0 0-23-15,0-4-20 0,0 4-20 0,0 0-27 16,0 0-11-16,0 0-13 0,0 17-10 0,0-4-7 0,3 5-2 16,-2 7-4-16,0 1 0 0,3 7-1 0,-1-1 0 15,1 0-20-15,1-1-19 0,1 0-52 16,-2-2-49-16,-3-3-52 0,8 0-72 0,-1-9-268 15,-1-2-544-15,0-5 242 0</inkml:trace>
  <inkml:trace contextRef="#ctx0" brushRef="#br0" timeOffset="196503.36">26198 11984 114 0,'2'-5'253'0,"-2"-1"-10"0,1 2-10 0,2 0-14 0,-2 1-18 0,-1 3-21 15,0-5-24-15,0 5-15 0,0 0-18 0,4-4-15 16,-4 4-14-16,0 0-13 0,0 0-9 0,5 15-10 16,-4-4 0-16,2 6-10 0,-2 1-5 0,1 7 2 15,0 4-6-15,-2 0-5 0,1-3-3 0,-1 6-4 16,0 2-1-16,4-5-6 0,-1 0-2 0,-3-3-1 15,1 0 4-15,-1-4-5 0,1-4 2 0,2-3-12 0,-6 0-28 0,3-1-13 16,-1-4-22-16,1-1-21 0,0-1-19 0,-1-3-18 16,-2 0-4-16,3-4-26 0,0-1-222 15,0 0-392-15,-10-6 173 0</inkml:trace>
  <inkml:trace contextRef="#ctx0" brushRef="#br0" timeOffset="196804.12">26245 11785 195 0,'1'-2'190'16,"-1"2"-16"-16,4-3-15 0,-4 3-21 0,10 0-6 16,2 5-8-16,4 0-4 0,5 3-4 0,3 6-9 0,3 0-6 0,-2 3-9 15,2 0-4-15,-2 0-11 0,-3 3-7 0,-1-1-10 16,-2 1-8-16,-7-3-9 0,-2-1-6 0,-4 1-11 15,-1 0 1-15,-3-5-4 0,-5 4-4 0,-2-1-2 16,-8-2 2-16,2 0-1 0,-5 0-5 0,-8-1 5 16,-3-2-4-16,-1-1-1 0,1 1 4 0,-1-2-4 15,1-1-2-15,8-5 1 16,-1 1-4-16,1 4 0 0,2-6-3 0,4 0 1 16,4 2 0-16,0-3-8 0,4 0-29 0,-4 2-26 15,5-2-20-15,4 0-30 0,0 0-51 0,0 0-165 16,0 0-350-16,31-2 156 0</inkml:trace>
  <inkml:trace contextRef="#ctx0" brushRef="#br0" timeOffset="196957.73">26605 12236 112 0,'0'0'236'0,"0"0"-13"0,0 0-10 0,-4 2-20 16,4-2-24-16,0 0-32 0,0 0-36 0,0 0-40 15,22-6-45-15,-9 1-58 16,-2 0-91-16,2 1-82 0,5-5-232 16,-1 3 103-16</inkml:trace>
  <inkml:trace contextRef="#ctx0" brushRef="#br0" timeOffset="197274.11">27196 11938 156 0,'-2'-3'326'0,"1"0"-15"0,1 3-29 15,1-7-28-15,-1 7-29 0,-1-3-28 0,1 3-14 16,0 0-27-16,0 0-24 0,0 0-17 0,0 0-14 16,0 0-9-16,0 0-10 0,1 20-9 0,-1-7-13 0,2 2-1 0,-2 3-8 15,-2 2 5-15,0 4-14 0,-1-5-5 0,1 7-3 16,-2-1-2-16,0-1-2 0,1-4-5 0,1-1-3 15,-1-3-13-15,-1 0-3 0,2-3-14 0,-3-1-14 16,1-1-4-16,-2-1-17 0,3-2-11 0,-2 0-2 16,0-1-3-16,1-2-11 0,-1 0-10 0,-3-2-13 15,2-1-13-15,6-2-27 16,-17-5-26-16,7 0-36 0,1-1-146 0,-3-2-370 16,1-4 165-16</inkml:trace>
  <inkml:trace contextRef="#ctx0" brushRef="#br0" timeOffset="197443.37">27024 11820 266 0,'6'-11'281'0,"2"2"-17"0,-3-1-11 15,3 2-24-15,-1-1-25 0,3 1-18 0,1 1-18 16,4 0-21-16,5 3-14 0,0 1-16 0,10-1-12 16,0 4-10-16,1 4-26 0,2 3-27 15,-5 0-36-15,-1 3-32 0,1 7-38 0,-5 0-46 0,-1 1-30 16,-3 0-61-16,-9-1-137 0,-2 0-365 0,1 0 161 15</inkml:trace>
  <inkml:trace contextRef="#ctx0" brushRef="#br0" timeOffset="197574.87">27176 12308 3 0,'-3'2'301'0,"0"3"0"0,3-2-13 0,0-3-29 16,0 0-27-16,20 0-23 0,0-3-26 0,9-2-36 0,4 0-54 0,3 5-82 15,1-8-113-15,-2 2-220 0,2 1-347 0,-3-2 154 16</inkml:trace>
  <inkml:trace contextRef="#ctx0" brushRef="#br0" timeOffset="199780.14">20749 14129 135 0,'0'0'216'0,"0"0"-9"0,0 0-15 15,0 0-22-15,0 0-18 0,0 0-17 0,0 0-16 16,19-9-21-16,-1 4-10 0,1 0-21 0,13 0-19 0,4-4-20 0,-2 4-36 16,1 0-32-16,3-1-56 0,-2-1-157 0,-3 1-272 15,-1 1 121-15</inkml:trace>
  <inkml:trace contextRef="#ctx0" brushRef="#br0" timeOffset="199949.48">20903 14252 126 0,'-6'2'218'15,"1"-1"-11"-15,1 1-7 0,2 1 3 0,2-3-27 16,0 0-15-16,0 0-17 0,30-5-26 0,-3 3-41 15,8-5-49-15,0-1-82 0,6 3-214 0,11-7-289 16,-17 3 127-16</inkml:trace>
  <inkml:trace contextRef="#ctx0" brushRef="#br0" timeOffset="205695.47">22185 13830 107 0,'0'0'188'0,"0"0"-16"16,-2-3-14-16,2 3-17 0,0 0-9 0,0 0-15 15,-3-2-15-15,3 2-12 0,0 0-9 0,0 0-9 16,0 0-9-16,0 0 0 0,0 0-8 0,0 0-11 15,0 0-3-15,0 0-1 0,0 0-6 0,0 0 1 16,0 0 2-16,0 0-5 16,0 0 0-16,14-2-1 0,-14 2-6 0,15-1 0 15,-4-1-2-15,2-2-1 0,0 1-3 0,9-2 0 16,-6 0-1-16,5 0-6 0,0 0 2 0,-1-2-1 16,2 0-6-16,-2-1 7 0,1 3-8 0,-2-2 4 15,-2-2 4-15,-1 3 20 0,-5 0 17 0,-1 1 14 16,-3 2 28-16,-2-2 2 0,1 1 0 0,-3-1-4 15,1 3-11-15,-4-1-11 0,0 3-17 0,0 0-8 0,-14-6-9 0,1 7-6 16,-7 4-2-16,-9 0-6 0,-3 5-3 0,-2 7 0 16,-13 4-6-16,6 6-1 0,-2 0-5 0,12-5-2 15,-10 10-2-15,12-8-2 0,-1-1-1 0,8 4 1 16,2 2-1-16,4-3-2 0,5 2 5 16,5-2 3-16,7 2 4 0,3-3 6 0,8-1 1 0,9-2 1 15,6-2 0-15,9-3-17 16,16 1-50-16,8-4-55 0,4-3-79 15,26-4-283-15,-24-4-505 0,-6-7 224 0</inkml:trace>
  <inkml:trace contextRef="#ctx0" brushRef="#br0" timeOffset="206112.07">22736 14141 126 0,'0'-4'370'0,"1"0"12"0,-1-1-21 0,0 0-24 16,0 1 3-16,0 0-38 0,0 4-29 0,0-7-30 0,0 7-25 15,0-3-22-15,0 3-28 0,0 0-37 0,0 0-51 16,0 0-32-16,0 0-5 0,0 0-12 0,0 17-3 15,0-5-8-15,0 5-3 0,-1 2-6 0,-2 6 0 0,2 1-3 16,-3 1-28-16,4-2-32 0,0 1-33 0,0-1-53 16,-2 1-49-16,4-8-65 0,-6 0-250 0,4-4-543 15,0-6 239-15</inkml:trace>
  <inkml:trace contextRef="#ctx0" brushRef="#br0" timeOffset="206766.99">23232 14059 62 0,'0'0'195'0,"0"0"-13"0,-5-2-4 0,5 2-14 0,0 0-11 0,0 0-12 15,0 0-9-15,0 0-11 0,0 0-6 0,0 0-9 16,-7-1-3-16,7 1-5 0,0 0-6 0,0 0-9 16,0 0-7-16,13-6-8 0,-5 6-6 0,2-3-8 15,1-2-5-15,2 1-3 0,4-4-4 0,1 4-5 16,-2-1-3-16,5-2-3 0,-1-1-4 0,-2 1-3 15,9-5-1-15,-3 0-2 0,-6 3-1 0,0-2 0 0,-1-1 5 0,-2-2 6 16,3 3 10-16,-3 0 10 0,-1 1 3 0,-5 0 13 16,0 3 4-16,1-2 3 0,-5 1-1 0,3 0-2 15,-7 3-1-15,3 0-2 0,-2-1-7 0,0 1-4 16,-2 4-8-16,0-4-8 0,-4 2-16 0,0 0-7 16,-1 1-5-16,-4 0-1 0,-3 2-1 0,-6 5-6 15,-1-3 2-15,-8 7-5 16,-1 3-2-16,-2 0-1 0,2 5-1 0,2 1-5 15,-2 3-1-15,-2 1 2 0,5 4-1 0,4-1 1 16,4 4 0-16,3 0 4 0,5-2-3 0,3-1-18 16,7-5 3-16,4-3 4 0,7 6 7 0,8-5 4 15,7 1-5-15,7-6-22 0,21 2-52 0,4-5-83 16,1-2-104-16,0-6-208 0,-5-1-518 0,0-6 230 16</inkml:trace>
  <inkml:trace contextRef="#ctx0" brushRef="#br0" timeOffset="212073.47">23990 13217 5 0,'2'-2'227'16,"-2"2"-13"-16,1-5-21 0,-1 5-2 0,5-5-13 15,-5 3-15-15,0 2-14 0,0 0-16 0,4-7-15 16,-4 7-13-16,0 0-10 16,0-2-8-16,0 2-12 0,0 0-9 0,0 0-9 15,0 0-15-15,0 0-6 0,0 0-6 0,0 0-1 16,-4 14-6-16,-1-6-2 0,2 3-3 0,-3 1-5 15,1 0 2-15,-1 5-2 0,-2 3 11 0,-2 1-5 16,4-1 2-16,0-1-2 0,-2 5-2 0,3-7-2 16,-1 0-1-16,1-1-2 0,1 1-3 0,2-6 4 15,0 1-4-15,0-2 0 0,1-3-2 0,1 0 10 0,1-2-8 16,-1 2 5-16,0 0 13 0,1-4 1 0,2 2 0 16,1-1 1-16,-2 0-3 0,5 0-1 0,-2-2-2 0,4 0-2 15,1-2-13-15,0 1-24 0,0 2-24 0,-2-2-38 16,2-1-38-16,4 0-41 0,-5 0-40 15,0-1-160-15,0 0-385 0,-4-2 172 0</inkml:trace>
  <inkml:trace contextRef="#ctx0" brushRef="#br0" timeOffset="212311.74">24093 13443 274 0,'0'-6'285'0,"0"6"-12"0,0 0-24 16,0-4-21-16,0 4-23 0,0 0-22 0,0 0-23 16,0 0-21-16,0 0-14 0,0 0-18 0,0 0-20 15,0 0-12-15,0 0-7 0,-1 14-9 0,-1-6-5 16,1 2-7-16,-4 2-4 0,5 5-2 0,-1 0-8 16,-2 1-1-16,3 2 0 0,-1-3-10 0,0 4-15 15,2-2-33-15,-1 1-37 0,1-3-37 0,-1 2-50 0,0-2-51 0,-1-1-181 16,0-6-413-16,-2 1 183 0</inkml:trace>
  <inkml:trace contextRef="#ctx0" brushRef="#br0" timeOffset="213182.51">23896 13805 80 0,'0'0'209'0,"-9"-2"-9"0,9 2-10 0,0 0-13 0,0 0-15 0,0 0-11 16,0 0-19-16,0 0-9 0,0 0-13 0,0 0-10 15,0 0-10-15,0 0-7 0,-5-2-7 0,5 2-1 16,0 0-4-16,0 0-3 0,0 0-3 0,0 0-5 16,0 0-3-16,0 0-3 0,-4 4-5 0,4-4-4 15,0 0-4-15,0 0-3 0,0 0-6 0,0 0-3 16,0 0 2 0,0 0-8-16,0 0-1 0,0 0 0 0,0 0-4 0,0 0 3 15,0 0 3-15,0 0-4 0,0 0 4 0,0 0-1 16,0 0-2-16,0 0 0 0,0 0-1 0,0 0-1 15,0 0 1-15,0 0-5 0,0 0 2 0,0 0-1 16,0 0-4-16,0 0-1 0,0 0 1 16,0 0-3-16,0 0 1 0,0 0-3 0,0 0-2 0,0 0 0 15,0 0-2-15,0 0 0 0,0 0 3 0,0 0-3 0,0 0 0 16,0 0 0-16,0 0-2 0,0 0 2 0,0 0 0 16,0 0 4-16,0 0-2 0,0 0-4 0,0 0 3 15,0 0-1-15,0 0-1 0,0 0 2 0,0 0-2 0,0 0 4 16,0 0 11-16,0 0-5 0,0 0 4 0,0 0 0 15,31-3-5-15,-14 0 2 0,3 0-5 16,8-2 2-16,3 3 2 0,3-3 0 0,5-2-4 0,-1 4-2 0,13-4 6 16,-11 4 2-16,1-2 3 0,-6 0-2 0,-1 1-2 15,-5 1 1-15,-7 3-4 0,-6-1 5 0,2-1-7 16,-6 1 1-16,-3 1-4 0,-4-3 1 0,1 3-6 16,-1-1-9-16,-5 1-17 0,7-1-26 0,-7 1-29 15,0 0-4-15,0 0-20 0,0 0-46 0,-16 12-49 16,6-11-242-16,-3 0-477 15,-1 3 211-15</inkml:trace>
  <inkml:trace contextRef="#ctx0" brushRef="#br0" timeOffset="213746.34">24143 13889 61 0,'0'0'297'16,"0"0"-25"-16,0 0-28 0,0 0-29 0,0 0-20 15,15-6-20-15,-7 6-15 0,2-3-21 0,3 3-15 0,-2 0-14 0,3 0-9 16,-1 3-12-16,-2-3-10 0,1 1-10 0,-3 2-14 16,-4-1-20-16,4-1-20 0,-4 5-6 0,-1-5-11 15,1 2-7-15,-5 2-2 0,3 1-1 0,-6 0 3 16,-1 0 1-16,-1 2 2 0,0-1 3 0,-4 1-5 15,0 1 4-15,0-3 0 0,1 2 1 0,0-2-1 16,3-2-4-16,-1 1 5 16,1-2-3-16,1 1 2 0,0 0-2 0,2-2 6 15,0 2-3-15,0-1 3 0,2-3 0 0,4 8 6 16,-2-4 0-16,4-2 8 0,3 2-8 0,-3 0 1 16,3 0-1-16,1-1 1 0,1 1-4 15,0-1-2-15,2 4 1 0,-3-4-1 0,0 2-1 0,-1-1 6 16,-2 1-3-16,-1-1-1 0,-3 1-6 0,2 2 5 15,-3-2-1-15,-2 0 3 0,0 3-3 0,-1-1 3 0,-4-2 11 16,-3 3-25-16,-1-1 1 0,0 0 3 0,-2-2 1 16,-5 2 3-16,-1 0-3 0,1-2-26 0,-2 2-26 0,-1-2-38 15,2-5-53-15,2 0-191 0,1 2-369 0,2-4 163 16</inkml:trace>
  <inkml:trace contextRef="#ctx0" brushRef="#br0" timeOffset="214316.86">24760 13568 66 0,'5'-2'197'0,"3"-2"-17"16,0 1-7-16,-1 0-15 0,2 3-19 0,0-1-15 15,-1 2-15-15,1 2-13 0,0 0-8 0,-2 1-7 16,3 1-9-16,-4 4-7 0,1-2 3 0,0 6-15 15,-1-4-8-15,-6 4 0 0,1 3-3 0,-1 1-9 16,-1-2-2-16,-5 4-3 16,-1-4-4-16,0 3 1 0,1-1-5 0,-4-1-2 15,4-4-1-15,-4 4-1 0,1-6 0 0,2 0-4 16,2-2-1-16,1-2-2 0,0 0 5 0,3-2 3 16,-1 2 34-16,-2-2 30 0,1-2 34 0,3-2 35 15,-3 2 17-15,3-2-22 0,0 0-11 0,8-11-13 16,0 6-13-16,1-4-4 0,4-2-10 0,0-1-2 15,2-2-13-15,3-6-10 0,-2 7-5 0,2-8-12 0,-2 7-1 16,-1 0 14-16,-1 1 18 0,-5 4-7 0,-4 1-9 0,3 1-7 16,-2 2-8-16,-1 1-9 0,-1 1-10 0,-1-1-17 15,-1 1-20-15,-2 3-23 0,0 0-7 16,0 0 9-16,0 0-6 0,3 12 4 0,-6-3-13 16,-1 2 13-16,3 5 3 0,-3 0 5 0,4 2 2 0,4 3 0 15,1 3-2-15,6 2-4 0,2-2-36 0,4-1-47 0,4-2-71 16,7-5-107-16,2-4-267 0,-3 0-597 0,5-3 265 15</inkml:trace>
  <inkml:trace contextRef="#ctx0" brushRef="#br0" timeOffset="-212911.61">25747 14035 14 0,'0'0'179'0,"-9"0"-26"0,9 0-18 0,0 0-10 16,0 0-7-16,0 0-3 0,0 0-17 16,0 0-2-16,0 0-9 0,0 0-3 0,0 0-5 15,0 0-6-15,0 0-3 0,0 0-5 0,0 0-4 16,-8 0-5-16,8 0 0 0,0 0-9 0,0 0 1 0,0 0-3 16,0 0-2-16,0 0-2 0,0 0-4 0,0 0-4 0,0 0-2 15,0 0 5-15,0 0-2 0,-5 3-7 0,5-3-2 16,0 0-2-16,0 0-6 0,0 0 6 0,0 0-3 15,0 0-5-15,0 0-2 0,0 0 2 0,0 0-3 16,0 0 5-16,0 0 6 0,0 0 8 0,0 0 4 16,0 0 2-16,24-3 3 0,-5 1 3 0,12-1-7 15,2-2-2-15,7 1-6 16,16 1-5-16,5-4 0 0,-2-3-2 0,6 3 5 16,1 3-2-16,-4-2-3 0,-4 0 1 0,-3 1-2 15,-18 3-3-15,-1 1-3 0,-4 0-2 0,-1-2-21 16,-13 3-27-16,-4 0-25 0,-4 0-36 0,1 0-21 15,-5 2 1-15,-6-2-12 0,0 0-25 0,0 0-29 16,-22 3-133-16,3 1-341 0,1-4 150 0</inkml:trace>
  <inkml:trace contextRef="#ctx0" brushRef="#br0" timeOffset="-212673.34">26171 13893 112 0,'4'-10'270'0,"-2"-2"6"0,2 3 7 16,-2-2 6-16,2 2-12 0,-2 4-5 0,0-2-19 16,-2 2-24-16,1 0-27 0,1 1-22 0,0 0-22 15,-2 0-24-15,0 4-30 0,2-3-34 0,-2 3-12 16,0 0-13-16,0 17-7 0,0 0-5 0,-2 1-2 0,4 12-1 16,-2 0-9-16,0 3 5 0,0 0 0 15,2 2-2-15,-1 1-47 16,3-2-48-16,6-2-62 0,-4-1-82 0,-3-3-286 15,5-10-541-15,0-3 241 0</inkml:trace>
  <inkml:trace contextRef="#ctx0" brushRef="#br0" timeOffset="-211987.18">27254 13743 53 0,'-5'-3'220'0,"5"3"-15"0,0 0-13 0,0 0-19 15,-4-2-17-15,4 2-12 0,0 0-17 0,0 0-10 16,0 0-10-16,0 0-8 0,0 0-9 0,0 0-4 0,0 0-5 0,0 0-12 15,0 0 2-15,0 0-6 0,13-5-9 0,-4 2-4 16,1 3-2-16,1-4-6 0,0 1-5 0,7-2-4 16,-1 1 1-16,-1-2-9 0,-2 2-3 0,3-1-2 15,-1-2 16-15,-4 4-5 0,1-2-2 0,-3 0-3 16,-1 1-4-16,-3 2 5 0,0-1 6 0,0 0-3 16,-6 3-5-16,6-4-3 0,-5 3-6 0,-1 1-8 0,0 0-3 15,-15 5 1-15,0 1-4 0,-4 4-2 0,-4 2 1 16,-3 4-5-16,-1 3-2 0,-1 1 1 0,1-1-1 0,-1 5-2 15,1 0-1-15,3 0 5 0,5 1-2 0,1-1 2 16,4 3-1-16,4-3 2 0,3 4-1 16,6-3 6-16,4-1-1 0,6 0-7 0,6-2-15 15,3-5-32-15,7-4-38 16,5-2-69-16,4-3-249 0,4-3-440 0,15-8 195 16</inkml:trace>
  <inkml:trace contextRef="#ctx0" brushRef="#br0" timeOffset="-211501.59">27630 13972 221 0,'0'0'243'0,"-9"0"-20"0,9 0-19 15,0 0-25-15,0 0-17 16,0 0-16-16,0 0-15 0,32 1-13 0,-18 1-10 16,5 0-17-16,0-1-9 0,-2 1-8 15,2 2-8-15,-1-1-6 0,-4 1-6 0,-1 1-10 16,0 0-4-16,-3 2-6 0,0 1-8 0,-2 2-6 0,-3 2 1 16,-3 2-4-16,-2 3-2 0,-5 3-2 0,-6 3-15 15,-3 2-3-15,-5-3 1 0,-3 2 2 0,-4-2 4 16,-1-1-2-16,1 0-5 0,-2-3 7 0,0-1-4 0,2-3-1 15,-1-1 3-15,5 1 4 0,6-4-2 0,0-3 2 16,2-2 0-16,5 0 0 0,2-3-2 0,-1 2 5 16,4-1 6-16,0-3 14 0,1 3 10 0,3-3 3 15,0 0-1-15,0 0 2 0,30 0-6 0,-8-3-4 16,11 2-3-16,4-2-2 0,16-2 1 0,-1 2 4 16,3-2 4-16,-3-2-1 0,2 5-2 0,-16-1 6 0,12 3-13 0,-14-1-4 15,-5-2 1-15,-5 5-3 0,-8-4-4 0,-2 2-2 16,-6 0-2-16,-2 0-3 0,-2 0-4 0,2 0-6 15,-3-1 0-15,-5 1-1 0,8 1-11 0,-8-1-13 16,0 0-27-16,0 0-40 0,0 0-57 0,-24-1-53 31,10-1-214-31,3 0-451 0,-4-1 200 0</inkml:trace>
  <inkml:trace contextRef="#ctx0" brushRef="#br0" timeOffset="-209710.64">28407 13934 183 0,'0'0'209'16,"-8"0"-10"-16,8 0-11 0,0 0-18 0,0 0-11 15,-6-3-10-15,6 3-15 0,0 0-5 0,0 0-16 16,0 0-9-16,0 0-8 0,14-5-15 0,-1 1-6 15,3-1-6-15,2-1-9 0,8-4-7 0,3 1-3 16,1 0-5-16,2-2-5 0,2 0-3 0,-1 0-7 16,2-5 1-1,-10 5-1-15,2-4-4 0,-1 3-2 0,-5-3 2 16,-6 5 6-16,1 3 9 0,-6-3 3 0,-1 3 5 0,-2-5-1 16,0 6 0-16,-3-5-9 0,-3 4-1 0,-1 0-8 15,-1 0-6-15,0 1-9 0,-7-1-4 16,-2 3-4-16,-2 1-5 0,0 1 0 0,-7 4 0 15,-1-1-4-15,-8 5-1 0,3 4 0 0,-4 0-4 16,3 2 4-16,0 2-6 0,-1 6-1 0,6-3 0 0,3 5 1 0,0-1-3 16,5 2 3-16,7-5 4 0,-1 9-1 0,9-1 7 15,6-1 3-15,8 1 7 0,6-4-17 0,8-3 3 16,16 1 5-16,8-3-27 0,3-5-37 0,2-7-71 16,9-5-87-16,23-5-185 0,-33-3-437 0,1-3 195 15</inkml:trace>
  <inkml:trace contextRef="#ctx0" brushRef="#br0" timeOffset="-209117.72">28900 13469 75 0,'-6'2'170'0,"1"-1"-6"16,-3 0-24-16,8-1-14 0,0 0-12 0,-9 0-4 15,9 0-13-15,0 0-1 0,-6 0-3 0,6 0-2 16,0 0-2-16,0 0-2 0,-7 0-6 0,7 0-4 0,0 0-4 0,0 0-2 16,0 0 2-16,0 0 3 0,0 0 3 0,0 0 5 15,0 0 0-15,0 0-4 0,0 0-3 0,16-6-5 16,-1 6-5-16,4-5-7 0,8 2-3 0,4-1-9 16,3-1-3-16,7-2-3 0,9-2-5 0,5 3-5 15,-3-1-3-15,-13 2-1 0,0 3-3 0,1 0-5 16,-4-1-1-16,-6-1 1 0,-8 3-2 0,-3 1-2 0,-4-3-5 0,-4 3-24 15,1 0-13-15,-4 0-16 0,-3 0-9 0,-5 0-6 16,5 3-2-16,-5-3-13 0,0 0-9 16,-16 6-23-16,4-4-18 0,1 0-18 0,-3 0-15 0,2 0-30 15,-6 1-123-15,5-3-334 0,2 4 149 0</inkml:trace>
  <inkml:trace contextRef="#ctx0" brushRef="#br0" timeOffset="-208578.58">29723 13208 73 0,'0'-5'223'0,"0"5"-16"0,3-5-22 15,-3 5-14-15,2-4-15 0,2 1-20 0,4 2-12 0,-1 0-12 16,-1-2-11-16,3 1-10 0,-2 1-10 0,6 0-8 0,2 1-6 16,2 1-9-16,1 0-9 0,-2 4-4 0,-2-1-10 15,4-1-2-15,0 6-4 0,-4 1-3 0,0 0-5 16,-2 2-6-16,-2 5 1 0,-2 1-9 0,-6 2 6 0,2 5-13 16,-8 2 4-16,-5 0 0 0,-5 1-4 15,1-1 1-15,-7-2 2 0,-5 0 1 0,5-2-1 16,-4-2-1-16,1-4 0 15,8-3-2-15,-3-2-1 0,1-3 15 0,7-1 4 16,-2-3 5-16,2 3 5 0,5-4 6 0,0-1 6 16,0 1 15-16,1-1 10 0,0-1 8 0,-1 1 6 15,5-3-5-15,0 0-1 0,13 4-4 0,-3-4-6 16,4-2-6-16,4 2-4 0,5 0-8 0,6 0-3 16,1 0-3-16,0-2-27 0,2 2-41 0,-2 0-48 15,-1-1-65-15,1 1-69 0,-9 0-234 0,0-2-481 0,-2-1 213 0</inkml:trace>
  <inkml:trace contextRef="#ctx0" brushRef="#br0" timeOffset="-208077.35">30285 13293 146 0,'9'-8'251'0,"0"3"-15"16,1 1-24-16,-1 0-26 0,3 0-18 0,-1 4-20 16,-2 0-16-1,4 4-15-15,0 0-6 0,-4 0-21 0,1 4-9 16,-1 1-11-16,-1 0-11 0,-1 1-7 0,0 5-5 16,-4-3-8-16,0 3-3 0,-4 2-4 0,-1 2-5 0,-4-1 4 15,0 0-5-15,-2 2-7 0,-6 1-1 16,0-1 1-16,1-3-3 0,-1-3-3 0,4-2-1 15,-3 1-3-15,4-5 9 0,0 1-4 0,-3-2-2 16,5-1 7-16,1-3 2 0,1 2 4 0,3-1 19 0,-2 0 20 0,0-2 21 16,4-2 19-16,-3 5 12 0,3-5-15 0,0 0-7 15,0 0-6-15,20-17-8 0,-7 10-10 0,4-3-7 16,-1-2-7-16,10-5-8 0,-3-2-2 0,-1 1-6 16,0-3-5-16,2 3 1 0,-5 1-2 0,0-1-5 15,-6 6-7-15,-6 3 17 0,2 3 17 0,-2 1 2 16,-1 0-20-16,-5 0-7 15,3 3-2-15,1-2 2 0,-1 1-23 0,-4 3-16 16,0-3-12-16,0 3-6 0,0 0 3 0,-5 15 1 16,1-5-3-16,-5 5 4 0,-5 3 1 0,1 3 3 15,2 4 2-15,1-1-3 0,2 3 3 0,4-3-2 16,3-4 5-16,6 6 3 0,7-4 7 0,5 0-2 16,10-2-37-16,5-1-81 0,4-4-120 0,18-4-321 15,2-1-611-15,1-5 271 0</inkml:trace>
  <inkml:trace contextRef="#ctx0" brushRef="#br0" timeOffset="-206595.82">21609 15836 73 0,'-9'0'153'0,"9"0"-11"16,0 0-11-16,0 0-9 0,0 0-17 0,0 0-5 15,-8 2-14-15,8-2-7 0,0 0-9 16,0 0-10-16,0 0-4 0,0 0-6 0,-4 2-5 0,4-2-2 16,0 0-3-16,0 0 10 0,0 0-13 0,0 0 1 15,0 0 7-15,0 0 12 0,0 0 13 0,0 0 9 16,20 3 1-1,-4-6-4-15,7 1-5 0,12 0-6 0,4-1-10 16,13 1-3-16,2-2-5 0,5-3-7 0,-1 3-1 16,-1-1-8-16,-1-1 2 0,-6 1-3 0,-10 0-6 15,-6 3-14-15,1-3-15 0,-6 5-19 0,1-1-23 16,-12 1-32-16,-4-4-40 0,-3 4-46 0,-1-1-160 16,-6 0-350-16,-4 1 155 0</inkml:trace>
  <inkml:trace contextRef="#ctx0" brushRef="#br0" timeOffset="-206341.88">21996 15694 193 0,'-4'-8'296'15,"3"2"-3"-15,-1-5 6 0,0 5-23 0,2 3-17 16,-1-3-23-16,1 1-18 0,0 5-22 0,-3-6-24 15,3 6-18-15,0-5-22 0,0 5-14 0,-1-2-26 16,1 2-21-16,0 0-9 0,0 0-11 0,1 24-5 16,-1-8-3-16,3 3-10 0,1 10-2 0,-2-2 0 15,5 2-5-15,-2 1 2 0,1 0-6 0,4 1-36 0,2-2-42 0,-2-1-57 16,5 0-86-16,-6-3-301 0,0-1-540 0,-1-10 239 16</inkml:trace>
  <inkml:trace contextRef="#ctx0" brushRef="#br0" timeOffset="-205592.98">23058 15311 166 0,'2'-3'202'0,"2"-1"-18"0,1-2-15 0,2 3-29 15,2-1-15-15,2 1-13 0,2-3-12 0,2 3-11 16,3 0-1-16,5 3-11 16,-1 3-6-16,5-2-8 0,0 5 3 0,-8-1-7 15,1 2-3-15,-3 0-2 0,2 4-5 0,-4 4-5 16,-2 6-2-16,-4-2-5 0,-4 8-6 0,-2-1-6 16,-6 1 2-16,-6 1-3 0,-2 2-6 0,-6-2-1 15,-1 1-1-15,-3-2-4 0,-2-4 5 0,0 3-6 16,-2-6 0-16,5-2 1 0,2-4-3 0,3-4 3 15,4-2 5-15,1-1 3 0,4-1 2 0,-1-2 1 0,2 0-7 0,0 0 12 16,0-3 4-16,3 2 40 0,2-3 1 0,0 0-1 16,7 5-7-16,5-5-6 0,4 1-5 0,6 1-4 15,6-2-7-15,4 2-5 0,3-2-36 0,-1 0-29 16,-1 2-62-16,4 1-71 0,-5-3-83 0,-1 2-158 16,0-2-433-16,-12 0 191 0</inkml:trace>
  <inkml:trace contextRef="#ctx0" brushRef="#br0" timeOffset="-205092.08">22939 15961 47 0,'-4'1'178'0,"4"-1"-8"15,0 0-12-15,0 0-11 0,0 0-11 0,0 0-7 16,0 0-10-16,0 0-15 0,0 0-12 0,0 0-8 15,-3 1-6-15,3-1-8 0,0 0-3 0,0 0-9 16,0 0-9-16,0 0-6 16,0 0 7-16,0 0-11 0,0 0 0 0,0 0-6 15,0 0 5-15,0 0 5 0,0 0 10 0,0 0 2 16,0 0 8-16,0 0 5 0,0 0 5 0,0 0 7 0,0 0 9 16,0 0-5-16,0 0 7 0,17-2-10 0,2-2-4 15,12-1-11-15,6 0-7 0,21-2-4 0,4-2-2 16,34-2-10-16,-4 0-2 0,4 0-8 0,-5 1 4 15,-25 4-1-15,-2 0 0 0,2-1-6 0,-7 3 0 16,-4 0-1-16,-14 1-9 0,-5 2-1 0,-5-2-1 16,-8 3-12-16,-11-1-20 0,2 1-17 0,-3 0-21 15,-5 0-16-15,-6 0-12 0,0 0-28 0,0 0-35 16,0 0-43-16,-36 8-45 0,8-3-184 0,0-2-447 16,0 2 198-16</inkml:trace>
  <inkml:trace contextRef="#ctx0" brushRef="#br0" timeOffset="-204691.04">23137 16161 107 0,'0'0'292'0,"2"-8"-31"0,1 5-26 16,4-2-24-16,0 3-19 0,2-5-21 0,0 4-19 16,5 1-15-16,3-1-13 0,2 2-16 0,0 1-8 15,-1 1-12-15,1 4-9 0,2 0-14 0,-5 2-6 0,0 0-15 16,-4 3-8-16,0 3-13 0,-2 1 0 0,-5 3-5 16,-1 2 2-16,-8 6-8 0,-5 1 4 0,-5 0-5 15,-2 3 0-15,-7-2 0 0,-2 2-2 0,0-4-29 0,1-1 4 16,-1-4-1-16,2-5 5 0,8-2-2 15,0-2 3-15,4-3 2 0,3 0 7 0,1-4 21 16,3-2 24-16,-2 3 22 16,2-3 17-16,3 0 1 0,1-2-10 0,0 0-10 15,0 0-3-15,24-10-11 0,-7 6 0 0,4 0-12 16,5-4-5-16,2 2-3 0,4 3-3 0,-1-1-18 16,4 0-31-16,-1 0-35 0,0-1-44 0,2 2-55 15,1-1-69-15,-2-1-219 0,-2-1-481 16,0 0 213-16</inkml:trace>
  <inkml:trace contextRef="#ctx0" brushRef="#br0" timeOffset="-204183.2">23809 16154 205 0,'4'-4'239'0,"1"2"-22"0,4-2-23 0,4-1-20 16,6-1-16-16,0 4-18 0,12-6-12 0,1 4-10 15,2-2-10-15,2 2-16 0,0-1-13 0,-4 1-29 16,-10 3-36-16,-2 2-27 0,-2-1-29 0,-5 2-27 16,-7-2-17-16,-1 2 10 0,-3-1-4 0,-2-1 8 0,-9 5-2 15,-4 0 9-15,-4 2 11 0,-3-2-2 0,-8 1 9 16,-3 6 6-16,-4-3 10 0,4-1 5 0,-1 0 17 15,0 1 28-15,0-5-10 0,2 2 22 0,7-1 20 16,4 0 2-16,1-1 17 0,4-3 4 0,5 1 8 16,0 0 0-16,3-1 8 0,0 1 5 0,0-1 8 15,6-1 5-15,-9 1-3 0,9-1-3 0,0 0-5 0,0 0-8 0,0 0-9 16,26 2-4-16,-14-1-10 0,1 1-3 0,8 0-11 16,2 3 2-16,5 2 0 0,4-1 0 15,-4 3-4-15,2 1-2 0,0-1 1 0,2 6-4 16,-4-3-4-16,-1 2-5 0,-4 4-4 0,-5-2-13 0,1 4 0 15,-7-4-5-15,-3 7-8 0,-4-4-8 0,-4 5-2 16,-4-7-3 0,-5 2 0-16,-7 2-3 0,-5-3 3 0,-3-1 4 15,1-3-5-15,1-6 6 0,0 1 1 0,3-5 0 16,-3-1 2-16,1 0 0 0,5-2 2 0,2-4 10 16,3 2-8-16,0-3-11 0,1-3-11 0,8 1-24 15,-2-3-29-15,11-1-48 0,1 1-55 0,5-2-80 16,4-3-162-16,5-2-449 0,-3 2 199 0</inkml:trace>
  <inkml:trace contextRef="#ctx0" brushRef="#br0" timeOffset="-192614.17">24754 15363 50 0,'2'-2'107'0,"-2"2"-3"0,4-2-5 15,-4 2-2-15,4-2-14 0,-4 2 3 0,1-5-7 0,-1 5 6 16,3-3 1-16,-3 3-2 0,0 0-1 0,0 0 5 16,2-4-1-16,-2 4-3 0,0 0-4 0,0 0-2 15,0 0-6-15,0 0-6 0,0 0-8 0,0 0-4 0,0 0-8 16,2-2-2-16,-2 2-10 0,0 0-4 0,0 0-2 15,0 0-11-15,0 0-3 0,0 0-6 16,0 0-3-16,0 0-1 16,0 0-2-16,-22 6 1 0,9-1-3 0,-5-2 2 15,0 5-2-15,-7 0 3 0,4-1 1 0,-6 4-1 16,3-2-3-16,0 3 3 0,3-4 0 0,-3 1-16 16,6 0-5-16,-1-1 6 0,5 1-1 0,-3 0 3 15,7-3 3-15,-3 3-1 0,4-4-8 0,2 4 2 16,-1-3 0-16,3 3-5 0,4-5 0 0,1 4 12 15,2 1 1-15,5 0 0 0,3 1-10 0,5 0 13 0,3 2-6 0,9 1-7 16,0 1 17-16,1 0 1 0,2 0-4 0,0-1 2 16,-2 1-1-16,-2-1 0 0,-1 1-1 0,-7-2 0 15,-1 1 1-15,-2-1-8 0,-2 1-3 0,-2 2-2 16,-3-4 1-16,-4 1-1 0,-3-1-5 0,-3 4 7 16,-2-6 0-16,-7 5 9 0,-4-1-4 0,-3-1 4 15,-5 0-3-15,-4 0 1 16,-1-2-3-16,0-3 8 0,0-2-4 0,0 1 2 15,6-4 2-15,2 1 0 0,-3-2 3 0,1 0 5 16,0-2-5-16,8 1 0 0,0-1-4 16,2 1 10-16,4-2 9 0,1 2 0 0,1-1-7 15,6 1-30-15,-6-4-30 0,6 4-20 0,14-7-22 16,-3 2-19-16,3 1-111 0,2-2-238 0,5-1 105 0</inkml:trace>
  <inkml:trace contextRef="#ctx0" brushRef="#br0" timeOffset="-192275.69">24975 15738 196 0,'1'-5'287'0,"0"1"-8"0,-1 1-12 15,4-1-22-15,-4 4-24 0,1-5-19 0,-1 5-21 16,2-2-25-16,-2 2-17 0,0 0-18 0,0 0-16 16,0 0-27-16,0 0-12 0,0 0-13 0,0 0-7 0,0 0-8 0,2 11-1 15,0-4-7-15,-1-2-6 0,0 6-5 0,-1-2-2 16,3 3 0-16,-2-4-4 0,-1 4 2 0,0-2-5 16,1 1 1-16,1-3-1 0,1 4 1 0,-2-5-1 15,-1 0-1-15,0-2-5 0,0 0-16 0,2 2-9 16,-2-4-6-16,0 1-9 0,0-1-4 0,0-3-6 15,1 4 5-15,-1-4-7 0,0 0-42 0,-14 0-45 0,9-5-49 0,-5-1-190 16,-4-5-403-16,-2-3 179 0</inkml:trace>
  <inkml:trace contextRef="#ctx0" brushRef="#br0" timeOffset="-192128.58">24913 15537 224 0,'0'-4'229'0,"2"1"-12"0,0 0-23 0,-2 3-15 15,0-6-23-15,0 6-16 0,0-5-15 0,0 5-20 16,0 0-24-16,0 0-32 0,4-4-31 0,-4 4-44 16,0 0-1-16,0 0-23 0,0 0-21 0,6 9-28 15,-3-3-36-15,-2-3-84 0,2 3-236 0,-2-1 105 16</inkml:trace>
  <inkml:trace contextRef="#ctx0" brushRef="#br0" timeOffset="-191727.59">25219 15656 143 0,'0'0'211'0,"0"0"-22"0,0 0-23 0,0 0-20 16,2 4-13-16,-2-4-19 0,2 2-10 0,-1 2-18 15,-2 1-4-15,1 2-8 0,0-2-8 0,0 7-7 16,-2-3-2-16,2 2-12 0,-1 1-3 0,1-1-5 16,-1 1-6-16,-1 0 8 0,1 1-8 0,-1-5-6 0,0 2-2 0,0-1-1 15,1-1-2-15,1-5-1 0,-3 3 0 0,3-1 2 16,0-1 1-16,0-4 17 0,3 3 19 16,-3-3 23-16,0 0 2 0,0 0-8 0,0 0-5 15,16-5-10-15,-7-2-5 0,2 0-9 0,-1 1-2 16,-1-1-2-16,2 1-10 0,0 0-1 0,-3 0-5 0,2 1-3 15,-1 1-7-15,0 2-2 0,-1-1-5 0,0 1-5 0,-1 2-6 16,2 0-3-16,1 3-6 0,-1-1-5 0,0 4-5 16,4-1-8-16,-3 2-15 0,1 0-19 0,4 4-28 15,-7-1-41-15,1 0-28 0,1-3-46 0,-3 5-137 16,0-7-371-16,-3 4 165 0</inkml:trace>
  <inkml:trace contextRef="#ctx0" brushRef="#br0" timeOffset="-191242.07">25703 15625 108 0,'5'-2'207'0,"3"-1"-21"0,0 1-20 16,4 2-18-16,-3 2-16 0,5 1-18 0,0 0-14 15,-1 2-9-15,2 4-15 0,1 3-11 0,-5 1-11 16,2 2-9-16,-3 0-8 0,-1 2-8 0,-2 2-2 16,-3-3-5-16,-3 2 4 0,-2 0-7 0,-2-2 0 15,0 1-2 1,-6-2-4-16,3 2 0 0,-4-3-2 0,2-5-1 16,-2 4 2-16,0-3 1 0,-1-1-1 0,2-4 1 15,-1 1 0-15,4 0 10 0,-2-3 10 0,4-1 12 0,-1 1 15 16,0 0 18-16,1-2 22 0,4-1 26 0,0 0-1 15,0 0-15-15,0 0-31 0,2-10 2 16,5 1-10-16,6-4-3 0,0-1-13 0,7-6-10 16,2-1-8-16,1 0-7 0,-1-1-7 0,1-2-1 0,-2 5-3 0,-1 3 0 15,-6 2 6-15,-3 6 5 0,-4-1 2 0,0 1 0 16,-2 2-5-16,-1 3-3 0,1-1-9 0,-1 0-15 16,0 0-13-16,-4 4-21 0,6 0-4 0,-6 0 5 15,0 0-1-15,-5 17 3 0,0-8 3 0,1 3 2 16,-1 4-6-16,1 1 4 0,0 1 4 0,1 0-4 15,3 1 2-15,2-2 5 16,-1 0 4-16,7 1 2 0,1-2 1 16,5 0 5-16,10 0-2 0,2 0-33 0,10-4-69 15,12-2-108-15,-10-8-178 0,2-1-432 0,0-3 191 16</inkml:trace>
  <inkml:trace contextRef="#ctx0" brushRef="#br0" timeOffset="-190123.94">26948 15777 11 0,'0'0'117'0,"0"0"8"0,0 0 0 0,0 0 0 15,0 0-8-15,0 0-5 0,0 0-5 0,0 0-6 16,0 0-7-16,0 0-5 0,-8 0-5 0,8 0 1 15,0 0-6-15,0 0-6 0,0 0 3 0,0 0-3 16,0 0-6-16,0 0-4 0,0 0-5 0,0 0-1 16,0 0-6-16,0 0-6 0,0 0-6 0,0 0 2 0,0 0-10 0,0 0-1 15,0 0-2-15,0 0-3 0,0 0-5 0,0 0 0 16,0 0-4-16,0 0 5 0,0 0-10 0,0 0 2 16,0 0-5-16,0 0 1 0,0 0-2 0,0 0 3 15,0 0-7-15,0 0 4 0,0 0-2 0,0 0 0 16,0 0 3-16,0 0-2 0,0 0-2 15,0 0-2-15,0 0-2 16,0 0 0-16,0 0 5 0,0 0 1 0,0 0 0 0,0 0-3 16,0 0 2-16,0 0 2 0,0 0 3 15,0 0 7-15,0 0-1 0,0 0-1 0,0 0 1 16,28-2-7-16,-9-1 4 0,9-1-1 0,6 1-3 16,1 0-1-16,6-1-1 0,10-3 0 0,4 1-1 15,-2 2 6-15,0 0 1 0,-13 0-1 0,-2 2-1 16,-3 0 0-16,-4 0-2 0,-1 0 4 0,-11 1-4 0,-2 1-3 0,-3 0 1 15,-2-2-3-15,-1 2 0 0,-6 0-1 0,3-1 1 16,-3 1-1-16,-5 0 3 0,10 0-3 0,-10 0-8 16,0 0-18-16,6 0-17 0,-6 0-14 0,0 0-13 15,0 0-39-15,0 0-54 0,0 0-200 0,-17 8-389 16,10-10 173-16</inkml:trace>
  <inkml:trace contextRef="#ctx0" brushRef="#br0" timeOffset="-189067.95">28200 15354 151 0,'1'-5'220'0,"2"0"-9"0,-1 1-4 0,2-3-12 16,-1 1-11-16,-2 4-15 0,3-5-10 0,-2 3-11 15,1 1-10-15,-2 0-9 0,3 0-14 0,-4 3-15 16,3-5-2-16,-1 2-23 0,-2 3-12 0,0 0-19 0,0 0-21 0,0 0 3 15,0 0-12-15,5 8-10 0,-3 0 5 0,-1 4-2 16,-1 4-4-16,0 0 6 0,1 7-4 0,-2 4-4 16,-3-4 2-16,5 2 1 0,1 1-2 0,0-5 0 15,1 4 3-15,0-7 2 0,0 2 23 0,0-1-23 16,0 0-20-16,1-2-19 0,-1-3-21 0,-1-1-22 16,2 2-21-1,-1-4-12-15,-1-3-15 0,3 2-24 0,-1-3-18 16,-3-1-128-16,2-2-317 0,0-3 141 0</inkml:trace>
  <inkml:trace contextRef="#ctx0" brushRef="#br0" timeOffset="-188782.81">28637 15369 117 0,'0'-7'313'0,"0"2"-9"0,1-4-10 16,-1 4-17-16,0-1-17 0,0 2-25 0,0 1-22 0,0 3-30 15,0-5-16-15,0 5-16 0,0-5-29 0,0 5-33 16,0 0-35-16,0 0-8 0,0 0-4 0,0 0-5 16,9 22-7-16,-6-7-2 0,-1 2-3 0,2 9-2 15,1 0 5-15,-1 3-14 0,5-4-11 0,-4 5-10 0,0-4-23 16,0 0-34-16,-1 3-37 0,0-4-37 15,1 2-37-15,-1-4-69 16,-4-2-139-16,0-5-415 0,-3-4 184 0</inkml:trace>
  <inkml:trace contextRef="#ctx0" brushRef="#br0" timeOffset="-188165.86">28206 15928 53 0,'-6'2'52'0,"6"-2"-5"15,0 0-2-15,0 0-3 0,0 0 14 0,-4 2 6 16,4-2 16-16,0 0-2 0,0 0 3 0,0 0 4 16,0 0-4-16,0 0 8 0,0 0-14 0,0 0 2 15,0 0-11-15,0 0-2 0,0 0-10 0,0 0-2 16,0 0-2-16,0 0 5 0,0 0-8 0,0 0 4 0,0 0-7 16,0 0 0-16,0 0-2 0,0 0-8 0,0 0-2 0,0 0-5 15,0 0 1-15,0 0-7 0,0 0 3 16,0 0-4-16,0 0 1 0,0 0-7 0,0 0-1 15,0 0-2-15,0 0-2 0,0 0 2 0,0 0-4 16,0 0 1-16,0 0-1 0,0 0 0 0,0 0 1 16,0 0-1-16,0 0-3 15,0 0 2-15,0 0-2 0,0 0-3 0,0 0 2 16,0 0 2-16,0 0-2 0,0 0-1 0,0 0-2 0,0 0 3 16,0 0 4-16,0 0-4 0,0 0 4 15,0 0 9-15,0 0-2 0,0 0 4 0,0 0 2 16,0 0-2-16,0 0 3 0,0 0 0 0,0 0 3 15,0 0 5-15,0 0 1 0,22-1 1 0,-4-2-2 16,11 0-2-16,23-2-3 0,5 3 0 0,36-7-6 0,2 1 7 16,6 2 6-16,-1-1 16 0,4 1 5 0,3-4 6 15,2 3-4-15,-1-1-2 0,-8 1-7 0,-8 2 0 0,-27 3-11 16,-6-3 0-16,-3 3-3 0,-17 2 0 16,-7-3-4-16,4 1-11 0,-16 2-11 0,-8 0-14 15,0 0-19-15,0 0-16 0,-2-2-26 0,-10 2-1 16,9 0-27-16,-9 0-13 0,0 0-55 0,0 0-183 0,-39 0-379 0,20 0 169 15</inkml:trace>
  <inkml:trace contextRef="#ctx0" brushRef="#br0" timeOffset="-186330.18">28601 16242 14 0,'0'0'138'16,"0"0"-5"-16,0 0-8 0,0 0 2 0,0 0-7 16,0-4-1-16,0 4-5 0,0 0-2 0,0 0-2 15,0 0 1-15,0 0-3 0,0 0-6 0,0-5-2 16,0 5-5-16,0 0-6 0,2-6-15 0,0 4-2 16,-2 2-13-16,6-3-5 0,-2 1-7 0,1 0-4 15,4 1-3-15,-2-1-9 0,7-1-1 0,-3-1-4 0,6 1-6 16,1-1-1-16,0 4 1 0,2 0-7 0,-1 0-3 0,2 2-1 15,8 0-1-15,-10 1-6 0,3 2 4 0,-4 2-9 16,-1-1-3-16,-1 3-5 0,-3 1-1 16,-2 1-10-16,1 3 1 0,-6-1-1 0,-1 4 4 15,-5-2-10-15,-1 3 3 0,-3 0 2 0,-5 6 3 16,-7 1-2-16,-1-2 7 0,1 3-21 0,-9-5 2 0,2-2 6 0,-4 3 0 16,2-8 10-16,2 1-8 0,1-1 7 0,3-6 3 15,2 1 4-15,6-4 4 0,-1 0 4 0,2-2 11 16,4 1 20-16,-1-2 19 0,2 1 21 0,1-1 24 15,-2-2 18-15,2 3 4 0,4-3-3 0,0 0-12 16,0 0-11-16,0 0-10 0,0 0-12 0,14-8-4 16,-5 6-10-1,5-2-6-15,4 3-1 0,1-1-9 0,3-1-3 16,6 1-19-16,0 0-30 0,4 2-31 0,-4-1-34 16,4 0-44-16,3 2-51 0,-2-1-54 0,-5-2-156 15,5-1-419-15,-5-1 185 0</inkml:trace>
  <inkml:trace contextRef="#ctx0" brushRef="#br0" timeOffset="-185526.75">29395 16228 14 0,'-9'-1'109'0,"9"1"-12"0,0 0 1 15,0 0-3-15,0 0-9 0,0 0 6 0,0 0-8 16,-4-2 9-16,4 2-17 16,0 0-8-16,0 0-15 0,0 0 2 0,22-5-3 15,-12 3 0-15,5 2-8 0,3-2-6 0,5 1-8 16,5-2 2-16,0 2-7 0,5-5 13 0,-1 4-16 15,-1-1 1-15,-9 2-7 0,-2 0 4 16,-1 2-9-16,0-1-1 0,-7-1 9 0,0-1-13 0,-1 5-17 16,-11-3-22-16,0 0 9 0,17 0-9 0,-17 0-2 15,0 0-1-15,1 6 1 0,-1-6 11 0,-13 7 2 0,-1-3 1 16,-4 2-3-16,-1-1 7 0,-9 2 14 0,-1-1-14 16,1-2 7-16,-2 2-5 0,1-1-7 0,-2 1 18 15,4-1 11-15,8-2-4 0,-4 0 2 0,5-1 5 16,-2 0 8-16,2 3-4 0,5-5 5 0,0 2 3 15,6-2 4-15,0 0 5 0,7 0 5 0,-11 0-1 16,11 0-7-16,-12 3-5 0,12-3 6 0,0 0 1 0,-6 0 14 16,3 2-3-16,3-2-3 0,0 0 1 0,0 0-9 0,-6 1-1 15,6-1-2-15,0 0-2 0,0 0-7 0,0 0 2 16,-3 4-2-16,3-4-4 0,8 5 3 0,-3-3-8 16,3 0 3-16,3 3-5 0,5 3-1 15,0-3 2-15,1 4-1 0,3-1-2 0,6 5-2 16,1 0 0-16,-3 3-4 15,0 0 7-15,2 3-9 0,-1-2 2 0,-4 2 5 16,-2 2-4-16,-5-5-6 0,-2 0-8 0,-1 1 1 16,-1-3-10-16,-5 1-3 0,-3-4-2 0,0 1-6 15,-2-1 6-15,-6-3 3 0,-1 0 4 0,-3 0 2 16,-3 0 7-16,1-6 5 0,-1 1 12 0,0-1 15 16,-1-1 22-16,1-2 16 0,-2-2 21 0,5 1 23 15,-1 0 11-15,1-5 0 0,4-1-1 0,2 3-8 0,0 1-11 16,8-1-14-16,0-2-16 0,2 1-12 0,8 1-24 15,4-3-27-15,3 3-49 0,11 1-63 0,-2-1-87 16,2 1-181-16,1 0-412 0,-11 0 183 0</inkml:trace>
  <inkml:trace contextRef="#ctx0" brushRef="#br0" timeOffset="-183485.33">30440 15314 42 0,'-9'1'76'0,"9"-1"-8"0,0 0-6 0,0 0-2 16,0 0 0-16,0 0-10 0,0 0-4 0,27 0-6 16,-14-3-10-16,-2 3 2 0,6-1 2 0,-4-2-11 15,6 0 12-15,-6 3-16 0,0-3 5 16,3 1 4-16,-2-2-13 16,1-1 7-16,-1 2 6 0,-1-2 6 0,-3 1 11 15,2 0 16-15,-6 0 13 0,2 2 7 0,-2-2 15 16,1 1 1-16,-2 0 6 0,-1 1-4 0,-1-1-9 15,-3 3-6-15,3-4-8 0,-2 1-5 0,-1 3-10 16,-2-6-7-16,2 6-7 0,-4-5-13 0,-4 5 2 16,-2-4-7-16,0 2-3 0,-3 4-2 0,-5-1-6 0,-1 2 4 15,1 1-2-15,-9 1-10 0,-3 5-2 0,0 4 0 0,1 1-1 16,-3 2-5-16,1 2 3 0,-6 13-6 0,10-6-1 16,0 3 1-16,3-3 0 0,3 4-1 0,4 0-2 15,2 0 28-15,3-1-4 0,6-2-3 0,4 2 0 16,5-4 0-16,3 2 0 0,7-6-1 0,6 2 4 15,5-5-4-15,8-3 2 0,3-2-2 0,16 0-1 16,8-4-6-16,-2-5 5 16,6-2-5-16,-2-2 1 0,-1-2-4 0,2-2 5 15,-1-1-30-15,-4-4 8 0,-7-3-7 16,-12 3-4-16,-7-3 2 0,6-1 3 0,-7 1 3 16,-7-1 2-16,-5 4 9 0,-5-3 14 0,-3 7 4 15,-3-4 2-15,-4 4-5 0,-1 0-7 0,-2-3 1 16,-2 3-3-16,-7 1 0 0,-4-1-9 0,-3 3 6 15,-7 4-4-15,-11 0 0 0,5 5 1 0,-2 2-6 0,-1 5 4 0,0-1 1 16,2 3-4-16,3 3 1 0,1-2 0 0,5 2-1 16,5-5-2-16,6-1 1 0,0 1 2 0,2 2-1 15,8-5 7-15,-2 0-1 0,4 1 5 0,6-3-2 16,11 0 6-16,1-4-4 0,11 3 3 0,5-4 0 16,-2-4 0-16,2 0 2 0,-4-5-5 0,3-2 2 15,-10 0-2 1,3-5 0-16,-7 4-1 0,-1-10-5 0,1 1-1 15,-4-1-5-15,-4 3-2 0,-6-2 0 0,-3 1-11 16,-2-1-7-16,-2 2 3 0,-4 1 1 0,-3 0 2 16,-4 1-4-16,-5 2 1 0,-1-1-2 0,-1 6-4 15,-2-1 2-15,1 2-10 0,1 1-8 0,-4 1-21 16,5 2-23-16,2 1-28 0,2 1-34 0,2 2-103 16,3-2-277-16,0 2 122 0</inkml:trace>
  <inkml:trace contextRef="#ctx0" brushRef="#br0" timeOffset="-183052.94">31617 15426 203 0,'0'0'202'0,"2"-2"-25"0,-2 2-19 16,0 0-19-16,0 0-16 0,0 0-13 0,0 0-11 16,-23 8-14-16,14-2-8 0,-1 0-10 0,-6 3 3 15,-1 0-14-15,2 2-6 0,-2-1-7 0,3 2-4 16,0 1-4-16,1-2-10 0,-1 0 2 0,9-1-8 15,-3 0-4-15,3 5-1 0,1-3 5 0,3-1-7 0,1 1-1 16,1 0-5-16,4 1 2 0,3 0-6 0,4 1 4 16,0 0 0-16,3-1-1 0,-2-1 1 0,2 1-4 0,-3-5-3 15,-3 0 3-15,2 1 1 0,-4 0-15 0,3-1-8 16,-3 0-3-16,-3 0 2 0,-2-2-14 0,1 1 4 16,-2-1-4-16,-2 0 8 0,-2 0 2 15,-4 1 3-15,-4 2 0 16,-3-2 7-16,-2 1-10 0,-5-1-13 0,2-2-54 15,0 2-48-15,-4-5-84 0,1 1-240 0,4-3 106 16</inkml:trace>
  <inkml:trace contextRef="#ctx0" brushRef="#br0" timeOffset="-182583.09">31839 15472 92 0,'4'-6'214'15,"1"3"-20"-15,7-2-24 0,-1 2-20 0,2 3-15 0,6 0-18 0,0 6-10 16,-1-2-19-16,4 4-7 0,-3 1-13 0,5 7-12 16,-8-2-12-16,-2 1-4 0,-2 1-11 0,-3 0 2 15,-1 1-9-15,-3 2-3 0,-2 8 3 0,-6-7-9 16,2 0-4-16,-7 1-6 0,3 0-1 0,-4-4-2 15,-2 0 5-15,2-1-1 0,-3-6-2 0,3 1 1 16,0-4 3 0,2 1 4-16,1-4 11 0,0 1 12 0,2-2 17 15,2 1 35-15,-1 0 37 0,-1-2 32 0,4-2 17 16,0 0-23-16,0 0-14 0,8-14-21 0,2 4-10 16,4-3-11-16,5-8-8 0,1-1-8 0,4-2-17 15,-1-3-11-15,0 2-14 0,-1-4-4 16,-2 5 2-16,-3 1-7 0,-4 9 12 0,-3 0 16 15,-1 5-9-15,-4 2-5 0,1-2-9 0,-1 3-8 0,-1 1-24 0,-1 4-18 0,-3 1-6 16,0 0-2-16,0 0 3 0,-9 15-3 0,2 0 5 16,-3 2 1-16,0 7 0 0,2 3-4 0,1 3-10 15,4-2-4-15,3 3-1 0,6-1-11 16,6 0-18-16,11-1-50 0,19 3-95 0,5-5-249 16,7-7-502-16,3-9 223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4-26T03:09:48.864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1663 1482 75 0,'0'0'215'0,"0"0"-13"15,0 0-11-15,0 0-14 0,-12-2-3 0,12 2-12 16,0 0-8-16,0 0-10 0,0 0-8 0,0 0-9 15,0 0-13-15,0 0-5 0,0 0-11 0,0 0-6 0,0 0 2 0,0 0-4 16,-6-3 0-16,6 3-1 0,0 0-6 0,0 0-13 16,0 0 14-16,0 0-9 0,0 0-3 0,0 0-4 15,0 0-7-15,0 0-5 0,0 0-1 0,0 0-7 16,0 0-8-16,0 0-1 0,0 0-7 0,0 0-3 16,0 0-2-16,0 0-22 0,0 0 18 0,0 0-5 15,0 0-2-15,0 0 2 0,0 0-2 0,0 0-6 0,0 0 6 16,0 0-11-16,0 0 2 0,0 0-1 0,0 0 1 15,0 0-1-15,0 0-3 0,0 0 1 0,0 0 0 16,0 0-7-16,0 0 3 0,0 0 5 0,0 0-1 16,0 0-1-16,0 0-1 0,0 0-1 0,0 0 2 15,0 0-2-15,0 0-3 0,0 0 5 0,0 0-1 16,0 0-4-16,0 0 5 16,0 0 2-16,0 0-9 0,0 0 3 15,0 0 1-15,0 0-2 0,0 0 1 0,0 0 0 16,0 0-6-16,0 0-2 0,0 0-11 0,0 0 18 15,27 3-2-15,-9-5-1 0,13 1 2 0,4-1-1 16,24 1 3-16,4-1-4 0,28 0 5 0,2 1-2 16,-27 1 2-16,26-6 1 0,-25 8 2 0,25-4-1 15,-29-1-7-15,1 3 9 0,3 0-2 0,-7-3-5 0,-5-1 6 16,-15 3-1-16,-2 0-1 0,-6-2-2 0,0 0 4 0,-9 3 0 16,-3-1-11-16,-8-3 13 0,-1 5-5 0,-2-3 0 15,-9 2-3-15,14 0-5 0,-10-3-11 0,-4 3-5 16,0 0-8-16,10 0-16 0,-10 0-5 0,0 0-16 15,0 0-9-15,0 0-26 0,0 0-18 0,-33 10-33 16,20-8-40 0,2 1-237-16,-7-1-468 0,5 0 207 0</inkml:trace>
  <inkml:trace contextRef="#ctx0" brushRef="#br0" timeOffset="617.13">2245 1540 160 0,'0'0'297'0,"-2"-5"-10"15,2 5-10-15,0 0-12 0,2-9-8 0,-2 9-2 16,-2-5-19-16,2 5-12 0,-1-7-4 16,1 7-15-16,0 0-16 0,-1-5-15 0,1 5-19 15,0 0-4-15,2-5-39 0,-2 5-9 0,0 0-2 0,0 0-22 0,0 0-32 16,0 0-27-16,0 0-12 0,0 0-3 0,2 19 1 16,-1-7-9-16,-2 8 2 0,-2 9 2 0,-1 2-5 15,0 6 5-15,3-1-5 0,-3 10 7 0,1 4-2 16,1-14-2-16,0 1 1 0,-2 8 9 15,3-12-5-15,-1 1 0 0,2-5-1 0,-1-3 4 16,4-2 1-16,-3-4-6 16,3-3 3-16,-1-1 6 0,-5-4-7 0,2-4 4 15,1 4-5-15,1-7 1 0,-1 3 1 0,1-2 1 0,-1-3-8 16,0 4 8-16,0-7-3 0,2 5 5 0,-2-5 2 16,1 7 0-16,-1-7 1 0,-1 6-5 15,1-6 7-15,0 0 2 0,0 0-9 0,0 0 4 16,0 0 0-16,1 4-4 0,-1-4 2 0,0 0-5 15,0 0-18-15,0 0-35 0,0 0-56 0,0 0-62 0,6 1-127 16,-6-1-272-16,0 0-614 0,16-10 273 0</inkml:trace>
  <inkml:trace contextRef="#ctx0" brushRef="#br0" timeOffset="2152.35">2628 1881 227 0,'0'-9'248'0,"0"9"-2"0,0-5-11 15,0 5-23-15,0-8 2 0,0 8-15 0,0-4-18 0,0 4-18 16,0 0-13-16,4-4-23 0,-4 4-12 0,0 0-15 16,0 0-11-16,0 0-11 0,7-1-5 15,-7 1-13-15,10 7-7 16,-2-1-8-16,-1 0-13 0,0 2-2 0,2 3-6 16,0-1 5-16,4 2-6 0,-1 3-1 0,0-1-12 15,3 1-7-15,1-1-8 0,-3-2 0 0,3 0-5 16,-3-2-6-16,1-4 3 0,-2 0 6 0,2 1-4 15,-4-4 6-15,3-1 3 0,0-2-2 0,-1-2 1 16,6-3 6-16,-2-2 9 0,0-2 14 16,-3-2 15-16,1 2 11 0,-4-3 0 0,2-3 10 0,-2 3 1 0,0-2 4 15,-1-1 3-15,-1 5 6 0,-2-2-2 0,1 0 17 16,-2 5-10-16,-1-3 6 0,-3 3 9 0,3 2-17 16,-2 0-19-16,-2 5-1 0,4-7-5 0,-4 7-11 15,5-6-24-15,-5 6-21 0,3-3-30 0,-3 3-9 16,0 0-1-16,0 0 3 0,6 19-1 0,-2-9 3 15,-1 7 0-15,-2 2 6 0,-1 7-2 0,0 3 5 0,2-1 5 0,1 5 6 16,-2 1 0-16,0-3 4 0,-1 4 0 16,0-1 4-16,-1 0 7 0,0-1-5 0,-4-2 1 15,5-1 3-15,-4 1-14 0,4-2 9 0,-9-4 1 16,5-7-2-16,-5 1 0 0,3-2 2 0,-7-2 2 16,3-1 0-16,-3 1 2 0,-4-3-3 0,-2-2 0 15,-8-1 6-15,-1-1 3 16,0-3-5-16,-2-3-2 0,-2 1-1 0,2-6 7 15,7 1 0-15,4-1-1 0,-4-1 4 0,4-2-2 16,1-1 3-16,1-3-14 0,2-1 17 16,1-2 1-16,2-1-3 0,1-3-1 0,6-3-9 15,2 0-19-15,6-8-2 0,4 0-15 0,2-1-9 16,7 4-19-16,3-5-7 0,8 7-5 0,0-5-10 16,3 5 0-16,9-10-3 0,-10 11 8 0,4 0 1 0,8-6 9 0,-15 9 7 15,3 0 9-15,-1 0 12 0,-2-5 7 0,2 4 22 16,-5-4 18-16,-5 5 19 0,4-1 19 0,-3-1 14 15,-6 6 18-15,-1-4 8 0,-2 2 5 0,-3 0 12 16,2-1-13-16,1 1 25 0,-5 0-12 0,2 3 11 16,-4-2-18-16,4 2 8 0,-4 2-5 0,0-5-3 15,-2 8 7 1,2 1-13-16,-2-2-1 0,2 4-9 0,-3 6-5 16,1-9-9-16,0 4-8 0,-1 5-9 0,3-5-2 15,-3 5-10-15,1-8-17 0,-1 8-17 0,0 0-27 16,0-5-25-16,0 5-29 0,0 0-2 0,0 0 6 15,0 20 5-15,-1-4 10 0,-3 14 8 0,-1 4 4 16,-3 10 6-16,-1 6 8 0,-1-1 1 0,1-4 6 16,0 7 4-16,2-4 4 0,1 1 2 0,0-1 1 0,-1 3 6 0,4-16-6 15,3 10 11-15,-1-9 4 0,-1-4 6 0,4 0-3 16,-1-2 5-16,2-5 0 0,0-6 3 0,-2 0 3 16,2-2 1-16,0 0 0 0,-1-4-13 0,-4-2 18 15,2-3 1-15,0 1-16 0,2-4 18 16,-2 2-6-16,0-7 3 0,0 10 3 0,1-4-9 15,-1-6 4-15,0 6 1 0,0-6-4 0,0 0 7 0,3 7-3 0,-3-7-2 16,0 0-1-16,0 0 4 0,0 0-13 0,0 0-8 16,0 0-15-16,0 0-15 0,0 0-16 0,0 0-16 15,0 0-70-15,0 0-100 0,0 0-279 0,0 0-562 16,-13-26 249-16</inkml:trace>
  <inkml:trace contextRef="#ctx0" brushRef="#br0" timeOffset="2554.79">3213 1984 86 0,'0'0'269'0,"4"-8"-25"0,-4 3-26 15,0 5-20-15,0 0-22 0,9-3-22 0,0 1-16 16,1 0-12-16,-2 1-17 0,7 1-9 0,-2 1-12 16,6 1-7-16,2 1-5 0,5 1-10 0,3 1-5 15,0 2-5-15,0 1-7 16,-2 2-6-16,-1 1-5 0,-8-1-8 0,-3 0-2 16,3 0-2-16,-3 1-9 0,-3 1 0 0,0 1-10 15,-5-4-1-15,-3 3-2 0,-2-1-8 16,-2-3 5-16,-2 2 4 0,-5 0-1 0,0 0 2 15,-10-1 4-15,-7 6-3 0,4-8 2 0,-9 1 0 16,1-1-2-16,0 0 6 0,-4-2 4 0,3 0 3 16,7-5 5-16,0-3-1 0,4 6 3 0,4-3-3 0,1 1-2 0,3-1-1 15,10 0 0-15,-19-4 0 0,19 4-6 0,-13 0-20 16,13 0-35-16,-7-7-61 0,7 7-88 0,0 0-225 16,15-15-448-16,-5 8 199 0</inkml:trace>
  <inkml:trace contextRef="#ctx0" brushRef="#br0" timeOffset="3192.73">3805 2147 154 0,'-8'1'162'15,"8"-1"-3"-15,-4 3-8 0,4-3-3 0,0 0-10 16,0 0-6-16,-2 2 0 0,2-2-11 0,0 0 2 16,0 0-5-16,0 0 7 0,0 0-6 15,0 0 0-15,0 0 1 16,0 0-2-16,0 0-6 0,0 0-15 0,0 0-4 16,13-10-13-16,-2 5-10 0,-1 2-5 0,8-4-7 15,-8 0-6-15,8-1-5 0,-5 2-3 0,6-2-6 16,-3-2 0-16,0 1-7 0,1-3 0 0,-2 0 2 15,-2 2 12-15,1-2 7 0,-6 4-3 0,-2-1 22 16,1 2 6-16,-2 2-1 0,-2 1-8 0,-1-1-16 16,0 0 0-16,-2 5-10 0,-7-7-24 0,-1 4 18 0,-1 1-8 0,-4 2-23 15,-3 1 14-15,-6 2-1 0,3 2-2 16,-3 2-9-16,3 1-2 0,1 3-1 0,-4 4 2 16,3 2-6-16,6 0-7 0,4 1-6 0,-1 7-2 0,6 0-4 15,3 3 10-15,7-3 0 0,6 0 1 0,4-4 5 16,6 0 2-16,5-3-4 0,1-5 8 0,4-2-3 15,4 1-11 1,0-4 17-16,2 0 7 0,0-3 4 0,-2 0 1 16,-4-2-1-16,-1-1 3 0,-12-2 12 0,0 2 6 15,-6-4 13-15,-3 2 2 0,-2 0-4 0,-1 0 7 16,-7 0-4-16,13 2 2 0,-13-2-5 0,0 0-6 16,10-2-13-16,-10 2-29 0,0 0-32 0,9 0-44 15,-5 2-37-15,-4-2-58 0,0 0-58 0,0 0-121 16,0 0-204-16,0 0-597 0,0 0 265 0</inkml:trace>
  <inkml:trace contextRef="#ctx0" brushRef="#br0" timeOffset="4157.6">4592 1894 67 0,'0'0'367'15,"0"0"7"-15,0 0-14 16,-5-10-13-16,5 10-15 0,0-3-21 0,0 3-32 16,0 0-25-16,3-5-28 0,-3 5-24 0,0 0-18 15,0-5-33-15,0 5-63 0,0 0-72 0,3-4-67 16,-3 4-83-16,7 0-89 0,-7 0-33 0,5 7-227 16,-3-2-523-16,1 0 233 0</inkml:trace>
  <inkml:trace contextRef="#ctx0" brushRef="#br0" timeOffset="4326.89">4605 2298 115 0,'0'4'301'15,"0"-4"-8"-15,-3 5-12 0,3-5-10 0,-2 5-18 16,2-5-19-16,0 0-28 0,0 0-24 0,0 0-32 16,0 0-31-1,0 0-39-15,0 0-55 0,23-12-65 0,-13 7-81 0,-1-2-83 16,1-1-154-16,1-1-388 0,5 2 173 0</inkml:trace>
  <inkml:trace contextRef="#ctx0" brushRef="#br0" timeOffset="4576.64">4987 2084 42 0,'-8'1'261'0,"8"-1"-13"0,0 0-13 0,0 0-13 0,0 0-5 0,0 0-12 31,0 0-14-31,0 0-19 0,0 0-16 0,0 0-13 0,0 0-18 16,26-4-8-16,-5 4-29 0,9-4-35 0,0 4-32 15,5-3-49-15,0 2-53 0,-1-3-63 0,6 0-231 16,-7 2-404-16,4-6 179 0</inkml:trace>
  <inkml:trace contextRef="#ctx0" brushRef="#br0" timeOffset="5197.72">5866 1819 118 0,'0'0'184'0,"0"0"-10"0,-5-5-14 16,5 5-16-16,-5-2-16 0,5 2-15 0,0 0-8 15,-14 1-12-15,6 0-13 0,0 2-11 0,-2 1-7 16,0 3-6-16,-7-1-8 0,2 6-6 0,-3-3-1 15,-2 7-5-15,-2-1-11 0,8 1 4 0,-4 4 1 16,0 0-5-16,-1 2 0 0,6-1 5 0,2-4 5 16,0 0-4-16,5-1-2 15,0 2 8-15,-1 1 4 0,3-2 7 0,3-2 3 16,1 0 5-16,1 1 11 0,6 0 2 0,-2 0 6 0,4-2 7 16,1 1-2-16,7-3 3 0,-2-2-6 15,4-3-7-15,8 0 6 0,-8 0 1 0,9-7 8 16,-7 0 14-16,-1 0 3 0,-2-3 5 0,4-3 6 15,2-6-4-15,1 0-2 0,-3-5-11 0,0-1-14 16,-3-2-1-16,1-1-10 0,-4-3 1 0,-2-1-14 0,0 1-5 16,-4 1 0-16,-2-1 3 0,-4 5 5 0,-7-4-28 15,2 4 7-15,-4 1-10 0,-3 1-8 0,-3 1-5 16,-3 2-5-16,-3-1-13 0,3 5-3 0,-5 1-16 0,2 1-26 16,-1 1-36-16,2 3-35 0,-2 2-50 0,-1 3-40 15,3 0-35-15,2 3-38 0,4-1-269 0,1 1-595 16,5 1 263-16</inkml:trace>
  <inkml:trace contextRef="#ctx0" brushRef="#br0" timeOffset="5692.56">6363 1727 206 0,'0'0'251'0,"0"0"-8"16,0 0-6-16,-4-4-12 0,4 4-11 0,0 0-18 16,0 0-12-16,-1-4-23 15,1 4-9-15,0 0-26 0,0 0-13 0,0 0-13 16,0 0-14-16,0 0-15 0,0 0-17 0,0 0-18 16,0 0-6-16,-4 12-4 0,3-5-1 0,-3 3-6 15,-1 6 1-15,1 1-3 0,-5 5-2 0,2-2 0 16,-1 4 0-16,0 0 1 0,2 1-1 0,-2-2-3 15,3-3-4-15,1-2 5 0,4 1 2 0,-1-3-5 16,1 0-1-16,0 0 3 0,1-5-2 0,2 0 9 0,-2 0 6 16,4-3 9-16,-1 2 2 0,1-4 4 0,0 2-5 15,4-3 2-15,0 2 3 0,2-2-6 0,2-2-3 16,0-3 2-16,5 6-4 0,0-6-31 0,-3 1-19 16,6-1-52-16,-1-1-36 0,-3-2-61 0,3-2-52 15,-2 2-238-15,-1-2-496 0,-4-2 220 0</inkml:trace>
  <inkml:trace contextRef="#ctx0" brushRef="#br0" timeOffset="5877.46">6597 2005 98 0,'0'0'327'0,"-4"-3"-4"0,4 3-8 0,0 0-26 0,-5-2-31 16,5 2-25-1,0 0-27-15,0 0-23 0,0 0-25 0,0 0-23 16,0 0-16-16,-5 9-12 0,1 1-10 0,0 1-14 15,-1 12 5-15,0-3-24 0,2 9 4 0,-3 4-12 16,2 1-9-16,2-1-26 0,-1 4-40 0,3-3-46 16,0 0-63-16,3-6-88 0,-3 0-259 0,0-9-514 15,1-7 227-15</inkml:trace>
  <inkml:trace contextRef="#ctx0" brushRef="#br0" timeOffset="7450.24">2186 2759 31 0,'8'5'97'0,"-8"-5"1"0,0 0-12 0,0 0-6 16,0 0-8-16,0 0-9 0,0 0-2 0,15-4-7 15,-11 6-9-15,-4-2-15 0,11 0 15 0,1 0-8 16,-2 0 0-16,0 0-4 0,4 2 0 0,-2-2-1 16,6 3-9-16,1-3 2 0,1 0-11 0,3 2-6 15,7-1 15-15,-1 0-5 0,3 2-10 0,0-2 3 0,1-1 0 0,3 0 3 16,4 1-8-16,11-1 5 0,1 0-9 0,0 0-1 15,-2-2 9-15,-9 2-6 0,10-2 2 0,0 2 4 16,3-1-8-16,-1 2 8 0,-2-3-2 0,2 2-2 16,-16-3 3-16,18 3 2 0,0-3-2 0,-2 3 2 15,4-4 8-15,1 3-6 0,-4 1 11 16,3-1-17-16,-1 1 10 0,-5-1-7 0,1 1 9 0,1 0-10 0,-14 0 3 16,15-2 0-16,-14 2 1 0,-1-2-2 0,11 2-1 15,-11 0-3-15,1 0 4 0,0 0-1 0,14-1-3 16,-16 1 13-16,4-2-5 0,8 2 8 0,-14 0 0 15,5-2-11-15,-3 2 5 0,-1 2-1 0,-1-2 1 16,2-2-2-16,0 2 2 0,0 0-1 0,-3 0 2 16,6-3-1-16,0 1-7 15,-5 2 1-15,6-1 1 0,-5 0-1 0,1 1 8 16,-2-3-7-16,-1 3 1 0,2 0-1 16,-4 0 4-16,3-1 5 0,-2 1-5 0,-3 1-1 15,2-1-6-15,-1 0 5 0,1 0-6 0,-1 2 4 0,-1-4-4 16,1 2 6-16,4 2-2 0,-2-2-4 0,6-2 5 15,-4 2 1-15,-2 0 1 0,-1 0 6 0,6 0-3 16,-1-1-1-16,-3-1 3 0,0 2-1 0,-1-3-5 0,4 6 4 16,-2-6-3-16,2 3-2 0,-1-1 4 0,5 0-5 15,-5-1 7-15,3 1-8 0,11 1 4 0,-14-3-8 16,3 2 6-16,-1-2-2 0,-2 3-1 0,-1-4 1 16,0 6-2-16,-3-4-4 0,5 1 1 0,-4 1 2 15,0-5 1-15,-2 6-3 0,0-2-4 0,0 1 1 16,-4-1 0-16,0 1 3 15,-6 0 6-15,-2 1 6 0,2-1 6 0,-2 0 5 16,-1 0 1-16,-3 0 3 0,-2 0-1 0,0 0 1 16,-5 0 1-16,3-1 0 0,-5-1-1 0,1 2-2 15,0 0-1-15,-2-1-6 0,2 1-2 16,-8 0-5-16,10 1 0 0,-5-2-3 0,-5 1 0 16,9 0 0-16,-9 0 2 0,0 0 2 0,9 0-4 15,-9 0 0-15,0 0 0 0,0 0 0 0,6 0-1 0,-6 0-3 0,0 0-5 16,0 0 1-16,0 0 0 0,0 0-1 0,0 0 1 15,0 0-5-15,0 0 2 0,0 0 0 0,0 0 5 16,8 0-9-16,-8 0 2 0,0 0 2 0,0 0-1 16,0 0 1-16,0 0-2 0,0 0 3 0,0 0-3 15,0 0-1-15,0 0 3 0,0 0-1 0,0 0-1 16,0 0 1 0,0 0-3-16,0 0 2 0,0 0-18 0,0 0-16 15,0 0-32-15,0 0-39 0,0 0-37 0,0 0-47 16,0 0-212-16,0 0-434 0,-24-5 192 0</inkml:trace>
  <inkml:trace contextRef="#ctx0" brushRef="#br0" timeOffset="11895.41">9762 2002 120 0,'0'-4'237'16,"0"4"2"-16,0-6-7 0,-5 2-3 0,5 4-8 16,0-5-13-16,0 5-20 0,0 0-17 0,-1-5-20 15,1 5-18-15,-3-2-12 0,3 2-18 16,0 0-13-16,0 0-19 0,0 0-34 0,0 0-15 0,0 0-2 15,-2 16-9-15,-1 1 3 0,3 8-1 0,-1 4-2 16,-3 5-2-16,0 16 3 0,3-1 3 0,-2-3 1 0,2 5-8 16,-3-14 3-16,4 10-1 0,0-1-2 15,0-12 0-15,1 0 2 0,3-6-2 0,-4 0 2 16,3-4-1-16,-1-4-1 0,1-3-4 0,-3 0 1 16,0-4 3-16,1-3-2 15,2 1-3-15,-2-5 3 0,-1 2-3 16,0-1 2-16,4-1-1 0,-4 0 1 0,0-2 0 0,0-1 3 15,0 1-1-15,0-4 4 0,0 4 0 0,0-4 1 16,0 0 3-16,0 0-5 0,0 6 3 16,0-6-21-16,0 0-25 0,0 0-27 0,0 0-34 15,0 0-64-15,0 0-95 0,0 0-134 0,0 0-418 0,5-17 184 16</inkml:trace>
  <inkml:trace contextRef="#ctx0" brushRef="#br0" timeOffset="12412.34">9739 2696 131 0,'0'0'139'0,"0"0"-4"16,-4 1-18-16,4-1 8 0,0 0-7 0,0 0-6 16,0 0 0-16,-5 1-6 0,5-1-8 0,0 0-8 15,0 0 0-15,0 0-10 0,18-4 0 0,-4 4-13 16,4-5-3-16,11 2-12 0,1 1 0 0,3-2-11 16,4 1-3-16,0-1-10 15,3 0 6-15,-2-1-6 0,2 4 0 0,-3-3-6 16,-1 0 7-16,-2 2-8 0,-2 0-3 0,-4-1 1 15,-8 1-6-15,-3 2 1 0,-4-2-4 16,-3-1 3-16,-3 3-3 0,0 0 3 0,1 0 8 16,-8 0-1-16,10-3-1 0,-10 3-1 0,7 0-3 15,-7 0-13-15,5-1-6 0,-5 1-23 0,0 0-25 16,0 0-34-16,0 0-48 0,0 0-37 0,0 0-124 0,0 0-319 0,-32-1 140 16</inkml:trace>
  <inkml:trace contextRef="#ctx0" brushRef="#br0" timeOffset="13198.81">10562 2658 2 0,'0'0'167'0,"-3"1"-4"0,3-1-16 0,0 0-3 16,0 0-15-16,0 0-19 0,0 0-12 0,26-6-12 15,-16 4-12-15,3-1-16 0,6 1-6 0,2-2-10 16,-1-1-12-16,2 2-12 0,0-4-6 0,4 1-1 0,1 1 7 0,-8-3-9 15,3 3 0-15,-8-3-2 0,7 1 1 0,-6-1 3 16,-1-1 11-16,-5 2 7 0,4 2 12 0,-6-2 13 16,-1 2 0-16,-4-1-3 0,1 0-3 0,-2 2-3 15,-1 4-3-15,-5-9-3 0,0 4-7 0,-4 1-2 16,-4 1-5-16,-2 3-3 0,-6 0 0 0,2 3-3 16,-11-1 0-16,1 3-5 15,0 5-2-15,-2-1 1 0,0 3-3 16,2 2-2-16,2 2-1 0,3-6-4 0,-2 6 4 15,6 3-5-15,7-4-3 0,2 2 6 0,1-3-3 16,2 0 3-16,4-1-5 0,3-1 5 0,3 0 2 16,1 0 0-16,5-4 11 0,4 2 5 0,15 4 7 15,1-6 0-15,8-1-3 0,1-5 0 0,21 1-4 16,-1-3-1-16,-1-6-2 0,-2 1-2 0,1-4-1 0,-4-1-1 16,-13 0-1-16,12-5-1 0,-17 3-4 0,3-5-1 0,-5 0-4 15,0-4-2-15,-1-1 0 0,-4-5-8 0,-6-2 2 16,1-3-3-16,-5 0 4 0,-5 1 6 0,-5-3 8 15,-1 4 17-15,-9-2 24 0,3 1 17 0,-3 4 20 16,0-1 14-16,-2 3 4 0,-2-1 4 0,2 8-7 16,1 4 8-1,-3 0-7-15,4 2 9 0,0 3-8 0,-1-2-1 16,4 6-12-16,-3-1-9 0,0 3 0 0,4 3-26 16,-1-8-19-16,1 8-38 0,-4-4-45 0,4 4 3 15,0 0 1-15,-5 19 6 0,1-4 4 0,-1 13 5 0,-4 2 3 0,4 6 1 16,-3-2 4-16,4 13 2 0,1-10 0 0,0 8 5 15,3-10 1-15,0-1-2 0,1-1 6 16,3-5 3-16,0 1-4 0,1-4 0 0,-1-7 4 0,0-3-4 16,-3-3 2-16,4-2 1 0,-4-1 5 15,2-1-7-15,-2-3 7 0,-1 1 3 0,3-1 8 16,-3-5 3-16,1 6 9 0,-1-6 2 0,0 4 2 16,0-4 3-16,0 0-2 0,0 0-13 0,0 0-39 0,0 0-74 15,0 0-68-15,0 0-45 0,0 0-53 0,3-21-261 16,-3 12-565-16,-3-3 251 0</inkml:trace>
  <inkml:trace contextRef="#ctx0" brushRef="#br0" timeOffset="13546.51">11105 2484 158 0,'0'0'231'0,"-9"0"-10"16,9 0-14-16,0 0-8 0,0 0-9 0,0 0-14 0,0 0-11 0,0 0-16 16,0 0-14-16,0 0-15 0,25 0-12 0,-3-3-11 15,10 1-9-15,8-2-7 0,15 0-13 0,-1 2-4 16,-1 0-8-16,0-1-7 0,-15 3-3 0,-1-2-5 15,3 2-3-15,-10 0-3 0,0-2-4 16,-10 2 1-16,-7 0-6 0,1 0-1 0,-5-2-4 16,-3 2 5-16,3-1-8 15,-9 1-1-15,13 0-2 0,-13 0-3 0,9 0-23 16,-9 0-21-16,0 0-29 0,0 0-42 0,0 0-53 16,0 0-77-16,0 0-159 0,-31-2-424 0,31 2 188 15</inkml:trace>
  <inkml:trace contextRef="#ctx0" brushRef="#br0" timeOffset="14965.77">12908 2036 20 0,'0'0'215'16,"0"0"-11"-16,0-5-13 0,0 5-13 0,0 0-7 15,0 0-20-15,-1-4-12 0,1 4-16 0,0 0-14 0,0 0-11 0,0 0-14 16,0 0-5-16,-14 4-10 0,1 6-8 0,2-5-9 15,-7 7-6-15,-4 5-4 0,-2 2-3 0,-1 7-7 16,-8 11-3-16,1 2 1 0,0-3-9 0,-1 3 3 16,10-8-2-16,0 10-2 0,4-9-1 0,-3-1-3 15,4 0 2-15,5-1-6 0,2-1 4 0,2-2-5 16,1 1-1-16,6-9 1 0,3-1 2 0,-1 1-5 0,3-1 5 16,3-2 8-16,3-2-5 0,2-1 9 0,1-1-1 15,7-3 2-15,-5-4-3 0,4 0-4 0,10-1 6 16,-9-3-6-16,10 0-2 0,-10-3-1 0,1 1 2 15,-2-4-5-15,1 2 0 0,-2-4-4 0,-6 1 5 16,1 0 3-16,-2 0 5 0,-1 0 6 0,-1-1-3 16,-3-1 1-1,-4-1-3-15,2 4-4 0,-6-7-9 0,3 3 0 0,-9-1-7 16,-1-3-3-16,-4 4-2 0,-2-2 1 0,0 1 4 16,-1-1-11-16,-1 6 2 0,-7-7 3 0,8 7-4 15,-2-2 2-15,1 1 2 0,3 2 1 0,3 3-3 16,1-2 5-16,3 0-1 0,2 2-2 0,6 1 1 15,-13-4-1-15,13 4-2 0,-8-2-4 16,8 2-1-16,0 0-1 0,0 0-1 0,0 0 1 0,13-8 5 0,0 6-6 16,1 0-6-16,5-1-6 0,3-1-4 0,6-1-6 15,0 2-6-15,3 1 4 0,-1-5 2 0,6 4-4 16,-4-2 3-16,-1 3-9 0,2 1 8 0,-5-6-2 16,0 6 7-16,-6-2 3 0,-2 3 2 0,-2-3 7 15,-5 0 6-15,0 2 4 0,-4-4 9 0,-2 3 16 16,1 1 12-16,-2-1 3 15,-1 2 8-15,-5 0 1 0,7 0 2 0,-7 0-4 16,6 0-10-16,-6 0 7 0,0 0-13 0,0 0 2 16,0 0-7-16,0 0-1 0,0 0-4 15,-19 11 0-15,9-5-3 0,-3-1-3 0,-1 5 0 16,0 1-3-16,-4 2-1 0,4 2-1 0,-5 3 1 0,6-3 2 16,0 1-4-16,3-1 0 0,2 2 3 0,3 0-1 15,0-2 1-15,3-1 4 0,3-2-1 0,5 0 7 0,-2-1 3 16,8 2 6-16,4-3 4 0,1 0 0 0,7 0 5 15,6-3-2-15,4-1-2 0,-1-2-2 0,2 0-5 16,-2-1-1-16,-1-1-3 0,-1 0 3 0,-11 1-5 16,2-1 1-16,-9-1 1 0,1-2-1 0,-2 2-5 15,-5-1 2-15,2 0 9 0,-9 0 8 0,10 0 3 16,-10 0 3 0,8 1-1-16,-8-1-3 0,0 0-8 0,0 0-3 0,0 0-10 15,11 0-11-15,-11 0-11 0,0 0-24 0,0 0-36 16,0 0-39-16,0 0-45 0,0 0-33 0,0 0-58 15,-25-7-163-15,19 3-444 0,-1 3 196 0</inkml:trace>
  <inkml:trace contextRef="#ctx0" brushRef="#br0" timeOffset="15783.21">13625 2269 35 0,'0'0'182'16,"1"-10"-22"-16,-1 10-5 0,4-3-9 0,-4 3-12 15,8-4-8-15,-8 4-17 0,10-1-9 0,-10 1-13 16,10 0-14 0,-1 0 1-16,4 0-15 0,-3 1-5 0,0 3 3 15,4-1-16-15,-3 6 1 0,1-4-6 0,1 7 0 16,0-1-9-16,1 5-1 0,-4-2-3 0,6 8-1 15,-10-5-2-15,0 3-4 0,0 4 3 0,-4-5-9 16,-2 8 6-16,-5-2-4 0,-1-2-1 0,0-4-3 16,-4-2 5-16,0 0-3 0,-3 0 0 0,1-2 0 15,0-1 0-15,-2-2 1 0,1-1 2 0,2-5 2 0,0 2 5 0,1-1 7 16,4-2 5-16,-2-2 15 0,3 1 12 0,1-2 22 16,4-2 23-16,-9 4 30 0,9-4 17 15,0 0 0-15,0 0-12 0,0 0-19 0,-5-10-13 16,9 2-14-16,1 0-8 0,4-8-9 0,5 1-9 15,-1-2-7-15,5-3-7 0,0-2-1 0,1 0-9 0,-1-1-3 16,2 4-7-16,-2-1-2 0,-4 5 1 0,1 1-9 0,-2-2-2 16,1 0-2-16,-1 2-5 0,1 2 0 0,-1-1 0 15,-5 4 11-15,-1 2-12 0,1-3-3 0,-3 6 3 16,-1 0-3-16,0 1-5 0,-4 3-3 0,5-6 2 16,-3 4-9-16,-2 2-4 0,0 0-19 0,0 0-14 15,0 0-4-15,0 0 4 0,0 0 4 0,0 12 4 16,-3-1 3-1,-1-1 7-15,0 2-3 0,-3 4 5 0,4 1 0 16,-4 2 4-16,6 0 1 0,-3-3 3 0,4 2 2 0,1-1 4 16,2 0-1-16,1-2 6 0,2-1-23 0,2 0-19 15,-2-4-25-15,3-1-40 0,0-3-45 16,4 1-76-16,5-2-260 0,-3-5-532 0,2-3 236 16</inkml:trace>
  <inkml:trace contextRef="#ctx0" brushRef="#br0" timeOffset="16052.72">14178 2160 19 0,'0'0'206'16,"0"0"-28"-16,0 0-10 0,0 0-16 0,14 12-13 15,-7-4-4-15,3 8-8 0,-1 1-4 0,2 6-7 16,2 6-3-16,2-3-10 0,-3 4-9 0,-2 0-7 16,0 1-9-16,-2-2-2 0,0 1-8 0,-7 1-8 15,3-2-6-15,-4 0-6 0,0-4-8 0,-1 0-17 0,-7-5-14 16,-4-3-21-16,-4 4-25 0,-6-3-44 0,0-2-50 16,-4-1-59-16,-3-3-105 0,-3-4-318 0,-1-2 141 15</inkml:trace>
  <inkml:trace contextRef="#ctx0" brushRef="#br0" timeOffset="16469.41">13536 2087 146 0,'0'0'248'0,"0"0"-23"0,0-5-25 15,0 5-23-15,0 0-22 0,0 0-18 0,0 0-17 16,-8 10-14-16,2 0-10 0,-6 6-11 0,-3 6-9 16,-6 7-8-16,-2 12-1 0,-6 1-12 0,7 4-2 15,-4-1-9-15,4-1-3 0,2 1-2 0,9-13-7 16,2 2 2 0,1-2-3-16,10-3 0 0,2 0 6 0,3 0 4 15,7-3 6-15,5-1 1 0,7-4 3 0,7-4-5 16,13 4-26-16,6-7-56 0,7 0-77 0,4-7-121 15,-1-2-129-15,-1-5-392 0,-1-1 174 0</inkml:trace>
  <inkml:trace contextRef="#ctx0" brushRef="#br0" timeOffset="17008.39">14609 2406 106 0,'0'0'222'0,"0"0"-13"16,0 0-6-16,0 0-1 16,0 0-5-16,0 0-5 0,0 0-7 0,0 0-6 15,0 0-12-15,0 0-18 0,0 0-11 0,0 0-12 16,13-4-18-16,3 3-12 0,3-2-10 0,4-1-9 15,8 4-8-15,1-3-18 0,1 1-29 0,-1 2-37 16,0-3-37-16,-1 2-44 0,0 0-47 0,-1-2-35 16,-3 2-50-16,-9-2-118 0,-3 2-374 0,-2 0 166 15</inkml:trace>
  <inkml:trace contextRef="#ctx0" brushRef="#br0" timeOffset="17171.14">14682 2608 119 0,'4'6'247'0,"2"-4"-17"0,8-2-18 16,9 0-25-16,8 0-18 0,9-2-16 16,11 1-26-16,-11-2-60 0,0 0-94 0,-3-1-221 15,-1 0-267-15,-2-7 118 0</inkml:trace>
  <inkml:trace contextRef="#ctx0" brushRef="#br0" timeOffset="19245.23">15677 2520 88 0,'0'0'106'0,"0"0"-12"0,0 0-6 16,0 0 3-16,0 0-14 0,0 0 12 0,0 0 4 15,0 0-4-15,0 0 1 0,0 0-9 0,0 0-3 16,0 0-13-16,27-7-4 0,-17 2-10 0,2-1-1 16,8 0-7-16,-2-2-4 0,1 1-5 0,9-7-3 0,2 4 1 15,-3-4-9-15,-1 3 4 0,-1-3 1 0,3-2 5 0,-4 3-2 16,-1-1 5-16,-7 2 5 0,8-5 1 0,-8 2 6 15,-3 1 0-15,1 4 6 0,0-4 13 0,-3 3 3 16,-3 0 10-16,-3 4-4 0,-1-1 8 16,0-1-8-16,-3 3-6 0,2 0-6 0,-3 1-4 15,0 5-12-15,-4-8 3 16,-2 4-20-16,-1 1 0 0,-7 2-9 0,2 1-2 16,-9 4-1-16,3 1-3 0,-13 7-2 0,2 2-6 15,0 2 2-15,-1 1-6 0,1 6 4 0,2-2-8 16,2 5 1-16,-1 2 1 0,4-2 3 0,7 3 0 15,1-1-4-15,4-2 2 0,7-1 2 0,3 0 7 16,1-7 6-16,7 1 11 0,2-4 1 0,8 7 5 16,9-6 2-16,1-6-1 0,8 2 0 0,16-4-2 0,3-2 0 15,-5 1-3-15,1-4-4 0,-12-3-3 0,-1 2-2 16,-2-2-1-16,-3-2-5 0,-4 2 1 0,-7-2-3 16,-5 2 0-16,-3 0-1 0,-4 0 0 0,-2-1 19 15,-2 1 15-15,2-2 3 0,-8 2 0 0,9-1 1 0,-9 1 1 16,6 0-16-16,-6 0 7 0,0 0-13 15,8-2-16-15,-8 2-16 0,0 0-24 0,0 0-30 0,0 0-58 0,0 0-68 16,0 0-52-16,0 0-57 0,0 0-184 0,-16-7-513 16,12 2 227-16</inkml:trace>
  <inkml:trace contextRef="#ctx0" brushRef="#br0" timeOffset="20933.59">16591 1862 16 0,'1'-3'124'0,"2"-1"1"15,-2 1-4-15,3-1-7 0,-3-1-1 0,0 2 6 16,1-2-8-16,-2 5-5 0,2-7-8 15,-2 2 3-15,1-2-12 0,-1 3 4 0,-1-4-12 16,2 3 1-16,-3-2-3 0,1 1-5 0,-1 0 1 0,0-1-15 16,-2 2 0-16,0 0-4 0,-1-1-4 0,1 2-5 0,-2-1-8 15,-1 3-2-15,-2-3-6 0,-2 4-3 0,-1-1-8 16,0 3-2-16,-5 0-4 0,-1 5-1 0,0 0-5 16,-1 5-3-16,-4 4 4 0,1 1-6 0,-2 2 0 15,1 1 1-15,4 2-3 0,-2-1 8 0,4 4-9 16,1-2 4-16,1 1 0 0,5 2-1 0,1-7-3 15,1 0 4 1,7-1-2-16,-3-1 4 0,4 0 0 0,0-4 3 16,4 0 6-16,-3-2 1 0,3-1 8 0,5 1 2 0,-3-5 4 15,3 1 10-15,3-5-1 0,0 1 9 0,3-5 0 16,4-3 3-16,0-1 7 0,0-3-6 0,5-2 4 16,1-3-4-16,-4-2-3 0,1-1-6 15,1-2 0-15,-4 0-8 0,1 0 7 0,-5 6 1 16,-2-3 5-16,-2 5 10 0,-3 3 2 0,-2-1 1 0,-2 4 7 0,0 0-17 15,2 1 11-15,-2 0-24 0,0 3-9 0,-3-2-18 16,2 3-18-16,-3 1-16 0,0 0-3 0,0 0 3 16,3 7 2-16,-4 0 1 0,1 1 4 0,-1 4 0 15,0 0 5-15,-1 4-2 0,4 0 3 0,-2 3 7 16,2-2-4-16,5 2-2 0,-1-1-23 0,4-2-26 16,0-2-35-16,3 3-50 0,5-5-80 0,-4-2-247 0,4-3-509 15,1-7 225-15</inkml:trace>
  <inkml:trace contextRef="#ctx0" brushRef="#br0" timeOffset="21582.08">16854 1784 19 0,'4'-3'183'0,"6"-1"-14"0,-4 1-18 15,2 1-15-15,6 0-13 0,-1 1-22 0,0 2-7 16,2 1-10-16,3 3-7 0,-3 0-10 0,2 2-6 16,-4 5-8-16,-3-4-7 0,1 6 0 0,-2 1-6 15,-1-1-7-15,0 3-4 0,-5 0 2 0,-1 0-8 16,-4 2 1-16,-1-2-1 0,-4 1-4 0,1 1-1 0,-2-2-4 0,-2 0 7 15,0-1-6-15,2-3 1 0,-1 1 5 0,0-4-4 16,2-1 11-16,2-4-4 0,-3 2 13 0,4-2 9 16,-1-2 18-16,1 3 27 0,4-6 24 15,-4 5 32-15,4-5 27 0,0 0 18 0,0 0-9 16,0 0-20-16,0 0-18 0,3-19-27 0,2 9-5 16,10-6-26-16,-1-4-19 15,5-4-8-15,1 2-13 0,0-1-13 0,-1-1-10 16,4 1-4-16,-9-1-2 0,4 6 1 0,-5 2 1 15,0 2 3-15,-3 2-11 0,-5 3 11 0,2 0 9 16,-5 5-7-16,3-3 1 0,0 4-5 0,-2-1-11 16,1 3-17-16,-4 1-24 0,0 0-10 0,0 0-4 15,0 0 6-15,-4 16 3 0,-4-5 5 0,2 7 3 16,-3-1-1-16,0 5 7 0,0 3 3 0,1 0 2 0,6-1 3 16,2 4 3-16,1-10 8 0,4 1 3 0,12 3-10 15,3-3-26-15,5 2-44 0,5-6-87 0,21-4-123 0,-11-5-212 16,12-4-542-16,-12-3 240 0</inkml:trace>
  <inkml:trace contextRef="#ctx0" brushRef="#br0" timeOffset="31945.96">17751 2102 88 0,'1'-5'160'0,"2"0"-4"15,-3 5-9-15,0-3-1 0,0 3-16 0,5-5 6 16,-5 2-10-16,0 3-4 0,4-4-10 0,-4 4-11 15,0 0-13-15,0 0-8 0,1-3-16 0,-1 3 0 16,0 0-14-16,0 0-4 0,0 0-7 0,-1 12-4 16,-3-1-9-16,4 4 0 0,-4 10 1 0,-1 1-4 0,1 5-6 15,-5 0 4 1,4 3-10-16,0 3 5 0,3-2-2 0,-2 1-4 16,2-2 0-16,-1 2 2 0,1-4-6 0,6 0 6 15,-1-3-7-15,1 0 6 0,3-3-3 0,-7-6 5 16,2-5 1-16,4 1 5 0,-6-6-3 0,5 0 3 15,-4-3-2-15,3-1-4 0,-3 0 6 0,2-1 12 16,-2-1 11-16,-1 1 20 0,0-2 6 0,0-3 11 0,0 4 7 16,2-1 7-16,-2-3 2 0,0 0-1 0,0 0-20 15,-2 5 17-15,2-5-12 0,0 0 1 0,0 0-8 16,0 0 2-16,0 0-16 0,0 0-26 0,0 0-34 16,0 0-36-16,0 0-36 0,4-18-37 0,-4 12-60 15,0-2-65-15,0-1-240 0,-2-1-515 0,4-1 228 16</inkml:trace>
  <inkml:trace contextRef="#ctx0" brushRef="#br0" timeOffset="32362.59">17991 2188 188 0,'0'0'220'0,"0"0"-6"16,0-4-12-16,0 4-14 0,0 0-14 0,0 0-9 0,0 0-15 16,0 0-13-16,0 0-13 0,0 0-19 0,0-4-8 0,0 4-14 15,0 0-13-15,0 0-10 0,0 0-7 16,0 0-9-16,-1 13-4 0,-2-3-3 0,1 6-4 15,2 4-3-15,-4 9-6 0,3-2-2 0,-3 4-2 16,1-1 0-16,2 1-4 0,-4 2 0 16,5-2-5-16,0-2 4 0,0-3-2 15,0 0-4-15,0-7 1 0,0 0 1 0,0-2 0 0,0-2-1 0,0-7-3 16,0 3 3-16,0-3-3 0,0-1 1 0,0-2-1 16,1 0 1-16,-1 0 0 0,0-5 2 0,0 5 0 15,0-2 5-15,0-3 0 0,3 4 0 0,-3-4 5 16,0 0-5-16,0 4 4 0,0-4-2 0,0 0-9 15,0 0-36-15,0 0-50 0,0 0-64 16,0 0-61-16,-3-12-192 0,3 12-429 0,-1-12 190 16</inkml:trace>
  <inkml:trace contextRef="#ctx0" brushRef="#br0" timeOffset="32894.92">17715 2467 143 0,'0'0'151'0,"0"0"-8"16,0 0-2-16,-5 0-14 0,5 0-7 0,0 0-5 16,0 0-8-16,0 0-7 15,0 0-1-15,0 0-6 0,0 0-2 16,0 0-12-16,0 0-7 0,0 0-6 0,0 0-6 16,27-4-7-16,-13 1-2 0,3 0-5 0,3 3-8 0,10-2-6 15,0-3 2-15,1 2-5 0,3-2-3 0,-2 4-1 16,3-2-9-16,-2 3 5 0,-2-3-5 0,0 1 0 15,-5 0-1-15,-5-1-3 0,-2 3 2 16,-6-2-3-16,-2 2 0 0,1 0-5 0,-5-2-3 0,1 1-5 0,-3 1-11 16,-5 0-12-16,9-2-20 0,-9 2-9 0,5 0-22 15,-5 0-25-15,0 0-25 0,0 0-33 0,0 0-105 16,0 0-285-16,0 0 126 0</inkml:trace>
  <inkml:trace contextRef="#ctx0" brushRef="#br0" timeOffset="34969.18">18561 2217 31 0,'7'-3'161'16,"-7"3"-16"-16,5-4-9 0,1 3-15 0,1-5-7 15,-1 4-12-15,2 2-8 0,-8 0-10 0,16-3-11 16,-7 3-14-16,0 0-3 0,4 4-2 0,-2 0-10 16,2 3-1-16,1 2 6 0,-1 1-9 0,0 2-6 15,-3 1 2-15,0 1-1 0,-5 3-7 0,3 0 4 16,-2-1-2-16,1 2-4 0,-5 1-6 0,-3-1-2 0,0 0 4 0,-4-3-4 16,1 2 2-16,-6 3-8 0,-5 1 4 0,5-7 4 15,0 1-10-15,1-5 0 0,-5 4 4 16,0-4 2-16,9-1-4 0,-8-2-1 0,4-1-1 15,1-1 7-15,2 1-1 0,1-4 3 0,1 3 4 0,-1-4 16 16,1 1 16-16,0 1 34 0,4-3 24 0,-3 2 26 16,3-2 15-1,0 0-17-15,0 0-18 0,2-10-14 0,3-1-13 16,-1 2-10-16,4 0-4 0,2-5-11 0,-1-1-11 16,1-1-1-16,4 1-7 0,-1-1-3 0,4-6-9 15,-6 7-2-15,2-2-8 0,-2 5 4 0,2-3-6 16,-1 3 3-16,-2 1-8 0,-2 0-1 0,-1 4 0 15,-2 0 3-15,-2 2-1 0,1 0 0 0,-2 0-5 16,2 3 5-16,-3-2-12 0,-1 4-8 0,4-6-1 0,-4 6-18 0,4 0-16 16,-4 0-6-16,0 0 3 0,0 0 3 0,0 13 3 15,0-4 2-15,0 0 6 0,0 4-1 0,0-1 0 16,-2 5 6-16,0-5 3 0,2 5 0 0,4 2 2 16,1-1 3-16,-2-1-7 0,1 0-12 15,3-1-13-15,-3-4-23 0,1-2-26 0,4-1-31 16,-4-1-33-16,4-1-61 15,0-2-219-15,-1-5-472 0,-2 0 209 0</inkml:trace>
  <inkml:trace contextRef="#ctx0" brushRef="#br0" timeOffset="35254.39">18979 2130 2 0,'0'0'206'0,"0"0"-13"0,0 0-31 0,0 0-14 15,0 0-16-15,13 8 4 0,-7 0-16 0,1 3-4 16,4 6-10-16,-2 5-3 16,1 5-5-16,-1 1-13 0,0 3-3 0,-1 1-7 15,-6 0-9-15,6-1-2 0,-5 1-4 0,-6 1-7 16,3-1-2-16,-5-3-6 0,-3 3-5 0,-6-6-15 15,4 1-17-15,-8 1-20 0,0-7-25 0,-5-2-31 16,0-2-35-16,-3-1-68 0,-6-6-127 0,-3-3-323 16,1 0 144-16</inkml:trace>
  <inkml:trace contextRef="#ctx0" brushRef="#br0" timeOffset="35617.35">18571 2017 123 0,'-2'-4'175'0,"2"4"-17"15,0 0-22-15,-10 6-10 0,3 1-19 0,-2 5-14 16,-5 5-10-16,-1 9-3 0,-7 14-8 0,-4 6-12 16,5 0-1-16,-2 2-5 0,5 1-4 0,5 0 1 15,8-4-9-15,3 2 1 0,4-14 20 0,7 0 11 0,4-2 1 16,6 1-1-16,12 5-3 0,-4-11-12 0,-1-5-2 15,8-1-43-15,1-5-70 0,15 1-116 0,-14-8-124 0,1-3-320 16,-5-5 142-16</inkml:trace>
  <inkml:trace contextRef="#ctx0" brushRef="#br0" timeOffset="38910.3">20023 2634 79 0,'0'0'243'0,"1"-3"-22"16,-1 3-27-16,0 0-20 0,0 0-19 0,0 0-21 15,0 0-17-15,0 0-29 0,0 0-10 0,0 0-11 16,0 0-14-16,0 0-2 0,-2 15-15 0,-2-6 1 16,0-1-3-16,0 2-5 0,-1 1-1 0,-1 3-1 0,-2-3-25 0,-3 1-14 15,-1 2-27-15,-2-4-32 0,4 2-47 0,-8 0-151 16,0-5-289-16,0-1 129 0</inkml:trace>
  <inkml:trace contextRef="#ctx0" brushRef="#br0" timeOffset="39079.55">19980 2435 165 0,'1'-4'206'0,"-1"4"-27"16,-1-5-40-16,1 5-49 0,0 0-45 0,0 0-27 15,0 0-38-15,6 0-56 16,-6 0-49-16,0 0-134 0,14 6 59 15</inkml:trace>
  <inkml:trace contextRef="#ctx0" brushRef="#br0" timeOffset="39565.35">21090 2219 283 0,'0'-5'294'0,"0"1"-7"0,0 0-12 0,3 1-19 16,-3 3-24-16,0-5-25 0,0 5-28 0,0 0-22 15,0-4-18-15,0 4-35 0,0 0-10 0,0 0-18 16,-2 12-4-16,4 5-8 0,-4 1-5 0,1 9-7 15,-2 0-2-15,2 4-9 0,0 1-3 0,2-1-2 0,-1 1 2 0,0 4-6 16,4-4-2-16,-3 1-1 0,1-2 0 0,-1-1-5 16,4-4-2-16,-4 1-17 0,2-8-11 0,-2 1-17 15,-1-6-9-15,-1 0-14 0,2-3-25 16,1-1-19-16,-2-2-26 0,0 1-23 0,1-2-26 16,-1 0-14-16,0-5-13 0,0-2-166 0,0 0-388 15,0 0 173-15</inkml:trace>
  <inkml:trace contextRef="#ctx0" brushRef="#br0" timeOffset="39897.42">21376 2242 139 0,'2'-3'348'0,"-2"-2"-17"0,0-2-24 15,-2 4-25-15,4-2-35 0,-2 5-23 0,2-4-28 16,-2 4-27-16,0 0-25 0,0 0-14 0,0 0-15 16,-4 16-13-16,3-5-14 0,1 8-7 0,-2 8-11 15,2 2-5-15,-4 0-8 16,5 5-1-16,-4-5-9 0,5 3 1 0,0 2-3 16,1-3-13-16,-2-1 4 0,4 2-13 0,-5-8 7 15,3 3-1-15,-2-7-14 0,3-3 12 0,-2 0 0 16,2-5-13-16,-4-1 12 0,0-2-2 0,3 2-2 15,-3-6 0-15,2 4-3 0,-2-4-5 0,0-2-6 16,4-1-5-16,-4 1-5 0,0-3-6 16,1 7-2-16,-1-7-10 0,0 0-13 0,0 0-63 0,0 0-58 0,0 0-42 0,-5-12-41 15,1 6-46-15,3-5-155 0,-1 0-473 16,0 0 209-16</inkml:trace>
  <inkml:trace contextRef="#ctx0" brushRef="#br0" timeOffset="40082.08">21210 2509 95 0,'0'0'217'0,"0"0"-11"0,-7 0-6 0,7 0-10 0,0 0-13 16,0 0-12-16,0 0-10 0,0 0-13 0,0 0-13 0,21 1-15 0,-2-1-7 15,12-1-21-15,7 0-39 0,19-4-65 16,0 3-88-16,-2-3-212 0,-4 3-344 0,-1-8 152 15</inkml:trace>
  <inkml:trace contextRef="#ctx0" brushRef="#br0" timeOffset="40645.68">21881 2283 170 0,'5'-3'187'0,"4"2"-25"16,1-2-6-16,3 1-18 0,2 4-6 0,-2-2-24 15,6 4-4-15,-6 1-15 0,6 0-3 0,-3 2-7 16,-1 5-6-16,-3 0-3 0,0 1-11 0,-2 1-8 16,-2 2-5-16,-4 0 2 0,-1 2-10 0,-3 2-5 0,-2-3-5 15,-3 1 0-15,-3 1-2 0,-2 5 0 0,1-7-2 16,-3-3-3-16,-2 0-2 0,1-1 2 0,0 1-6 16,-1-6 9-16,-3 3 3 0,3-5 2 0,4 1 8 15,-1-4 17-15,4 1 18 0,1-2 21 0,-1-1 22 16,1 3 24-16,6-4 30 0,0 0-16 0,0 0-25 15,-5-9-13-15,9 2-7 16,3-3-16-16,6-7-9 0,5-2-13 0,0-1-6 16,2 1-10-16,5-1-1 0,-2 1-6 0,0 0-6 15,2 1-3-15,-4 0-15 0,-5 5 3 0,1-1-4 16,-3 6 7-16,-3 1-10 0,-3-1-3 0,0 3 2 16,-3 4-6-16,1-4-5 0,-2 2-10 0,-1 0-12 15,0 2-23-15,-3 1-4 0,0 0 9 0,4 5-3 16,-2 2 2-16,-2 0 2 0,-3 4 4 0,2 2 3 0,-1 2 1 15,1 0 4-15,-1 2 6 0,0 0 0 0,1 1 2 16,2 0 12-16,2 1-14 0,1-5-16 0,2 3-20 16,-1-4-21-16,5 1-32 0,-3-4-49 0,1-3-53 15,2 3-81-15,2-7-170 0,1-1-493 0,1-3 218 16</inkml:trace>
  <inkml:trace contextRef="#ctx0" brushRef="#br0" timeOffset="40915.17">22353 2175 146 0,'0'0'165'16,"0"0"-8"-16,12 6-12 0,-5 1-5 0,-1 1-9 15,6 6-11-15,-5 1-14 0,4 11 3 0,-2-3-5 16,1 5-11-16,-3 1-8 0,0 3-7 0,-6-1-9 16,-1 1-2-16,-4 2-9 0,-1-2-3 0,-5-1-2 0,-4 0-2 0,0 0-9 15,-4-7-19-15,0 3-21 0,-5-4-25 16,-4-2-26-16,0-7-40 0,-1 1-31 0,-2-3-167 16,-2-3-310-16,-3-4 137 0</inkml:trace>
  <inkml:trace contextRef="#ctx0" brushRef="#br0" timeOffset="41269.39">21958 2104 120 0,'-8'0'182'0,"-5"0"-17"0,1 2-21 16,-4 8-9-1,-6-2-19-15,-2 11-7 0,-4 7-12 0,-4 10-16 0,2 1 0 16,-1 9-11-16,4-3 4 0,5 3 0 0,7-3-5 15,6-8-7-15,5-2 6 0,5-1 11 0,4 3 8 16,7-2 5-16,16 5 3 0,0-11-6 0,18 0-1 16,7-2-21-16,4-6-65 0,6-5-119 15,-6-9-239-15,3-5-383 0,-1-3 169 0</inkml:trace>
  <inkml:trace contextRef="#ctx0" brushRef="#br0" timeOffset="44139.25">23280 2339 95 0,'2'-5'311'15,"-2"0"-5"-15,1 0-8 0,-1-2-9 0,0 3-10 16,0 0-8-16,0 0-3 0,1 0-25 0,-1 4-23 15,-1-5-18-15,1 5-21 0,1-6-25 0,-1 6-11 16,0 0-24-16,0 0-18 0,0 0-13 0,0 0-18 0,0 0-14 0,0 0-9 16,1 13-11-16,-1-2-2 0,0 2-4 0,-1 3 3 15,2 1-7-15,-1 4-4 0,-1-1-2 16,2-1 4-16,-2-1-1 0,2 1-7 0,-1 0-1 16,2-3-17-16,-2-5 9 0,1 4 5 0,-1-3-3 15,0-1 3-15,1-4-3 0,1 1 8 0,-2-1-4 16,1 0-10-16,-1-4 9 15,0 2 2-15,1 0-2 0,0 0 0 0,-1-5 1 16,0 3-1-16,0-3-2 0,0 0-2 0,0 0-7 16,0 4-28-16,0-4-26 0,0 0-78 0,0 0-62 15,-6-17-61-15,2 9-74 0,-2-9-223 0,1-9-595 16,-2 2 263-16</inkml:trace>
  <inkml:trace contextRef="#ctx0" brushRef="#br0" timeOffset="44308.6">23325 2075 1974 0,'-1'-10'166'0,"2"2"-18"0,-1 2 5 16,-2-1-10-16,3 2-8 0,-2 0-19 16,1 1-21-16,0 4-19 0,1-8-16 0,-1 8-7 15,-1-5-8-15,1 5-18 0,1-3-31 0,-1 3-36 16,0 0-33-16,0 0-12 0,0 0-27 0,0 0-34 0,7 11-45 0,-4-5-32 16,-1 1-164-16,0-1-418 0,0 1 186 0</inkml:trace>
  <inkml:trace contextRef="#ctx0" brushRef="#br0" timeOffset="44909.94">23922 2177 37 0,'4'-5'264'0,"-2"3"-7"16,1-1-2-16,-3 3-10 0,6-3-17 0,-6 3-18 16,3-2-23-16,-3 2-20 0,0 0-13 15,1-4-21-15,-1 4-15 0,0 0-21 0,0 0-5 0,0 0-15 0,0 0-7 16,-24 9-6-16,11-1-10 0,-2 1-3 0,-3 3-7 15,1-3 0-15,-6 6-6 0,8-1-2 0,-6 4-8 16,7-2-5-16,0-4 0 0,4 1 4 0,-2 1-7 16,5 1-3-16,2 1-5 0,3-2-6 0,2-1 7 15,2-1-5-15,5 5 5 0,5-4-2 0,4 0-6 16,3-1 5-16,7-1-5 16,2 3 1-16,4-2 1 0,-2-1-1 0,-2-3 5 15,0 2-8-15,-6-6-12 0,-3 3-8 16,-8-3-11-16,0 0-12 0,-3-1-7 0,-3 3-2 15,-1-2 3-15,0-2 9 0,-6 2 7 0,-4-1 1 0,-4 2 8 16,-8 0-4-16,-5-1 11 0,-6-2-5 0,-2 0 6 16,-2 1 3-16,0-2 1 0,-2-1-1 0,1 0-4 15,1-4-22-15,2 4-29 0,1-4-41 0,14 0-54 0,3 1-231 16,2-2-423-16,7-1 188 0</inkml:trace>
  <inkml:trace contextRef="#ctx0" brushRef="#br0" timeOffset="45758.78">25261 2227 234 0,'-1'-4'230'0,"-1"-4"-13"0,1 3-7 0,0 1-16 0,-2-1-17 15,-1 0-16-15,-1 1-17 0,-1-2-14 0,-4 4-14 16,-1-2-12-16,-2 1-8 0,-7 3-14 0,0 2-1 0,-2 0-10 16,-10 1-7-16,4 7-5 0,-4-2-6 0,3 3-7 15,1 6-9-15,-2-3 2 0,6 3-7 0,-3 2-1 16,0 2-5-16,4 2 0 0,3-3-2 0,3 4-3 16,5-7-4-16,2 0-1 0,4 1-3 0,1-3 5 15,4 1 1-15,-1 0 5 0,5-6 1 0,-1 1 11 16,1-3 5-16,6-3 4 15,4 2 4-15,2-5-5 0,6-2-2 0,5 0-1 16,-5-2-4-16,8-5-11 0,-2-2 5 0,0-2 2 16,-8 2-1-16,4-6 4 0,-1-4-2 15,1 2-18-15,-3-1 11 0,-2-4-4 0,0 1-3 16,-8 5 4-16,3 2 18 0,-8 3 6 0,0 1 23 16,2 1-4-16,-5 2 8 0,2 2 4 0,0 0-2 15,1 1-5-15,-4-1-14 0,2 2-12 0,-3 3-14 0,4-2-26 0,-4 2 0 16,0 0-9-16,0 0-3 0,0 0-2 0,7 10 4 15,-3-1-1-15,0 0 4 0,4 3-12 0,-3-1-20 16,5 4-23-16,3 1-32 0,-3-4-31 0,2 1-38 16,1 0-40-16,4-5-70 0,-3 1-266 0,-4-2-578 15,2-2 257-15</inkml:trace>
  <inkml:trace contextRef="#ctx0" brushRef="#br0" timeOffset="46260.09">25522 2181 114 0,'0'0'343'0,"0"0"-2"0,0 0-20 0,0 0-14 0,0 0-17 16,-4-5-16-16,4 5-23 0,0 0-34 15,0 0-14-15,0 0-32 0,0 0-12 0,0 0-19 16,0 0-22-16,0 0-34 16,0 0 4-16,0 0-10 0,0 0 0 0,-2 16-12 15,6-7-3-15,-6 0-14 0,2 6 0 0,0 1-4 16,-2 0-10-16,1 3-17 0,-1 2 14 0,-1 3-20 16,3-3 20-16,-2-3-4 0,2 2-5 0,-4-3 0 15,2-5-1-15,4 0 1 0,-4 0-6 0,2-4-1 16,-1 0-2-16,1-2 5 0,0-3-1 0,-1 2 10 15,1-5 40-15,0 4 22 0,1-1 34 0,-1-3 5 0,0 0-12 0,0 0-13 16,12-15-14-16,-3 3-10 0,0 1-10 0,0-3-3 16,3-3-9-16,1 1-5 0,1-1-10 0,-4 1-5 15,2 2 1-15,-6 6-6 0,3 0-4 0,-4 3-4 16,-1 0-6-16,-1 0-4 0,1 3-4 0,0-3-12 16,-1 3-17-16,-3 2-6 0,0 0-1 15,9 7-4-15,-4-3 1 0,2 4 7 0,0 4-13 0,1-3 7 0,-2 5 4 16,1 1-6-16,2-1-9 0,0 2-49 0,-2 0-15 15,-4-8-27-15,6 9-36 0,-2-6-20 0,0-3-28 16,-1 2-34-16,-2-3-38 0,3-5-59 0,1 2-233 16,-3-3-623-16,-5-1 276 0</inkml:trace>
  <inkml:trace contextRef="#ctx0" brushRef="#br0" timeOffset="46861.56">25872 2241 161 0,'1'-6'286'0,"0"1"-2"0,-1-1-7 0,2 2-18 16,-2-1-24-16,0 5-23 0,3-2-25 0,-1-1-17 0,-2 3-21 16,0 0-21-16,1-5-13 0,-1 5 0 0,0 0-33 15,9 5-15-15,-4 2-19 0,1 0-13 0,3-1-19 0,-1 3-16 16,1 1-15-16,1 0-12 0,6 2-19 0,-4 0-17 16,1-5-19-16,-3 1-13 0,3-1-13 0,-3-2-11 15,3-1-5-15,0-1-8 0,-3 1 9 0,-1-4 14 16,1-1 14-16,0-2 13 0,-2-2 14 0,1-2 26 15,-3-2 19-15,0 0 19 0,0-7 18 0,-1 1 21 16,4-2 15-16,-4 3 12 16,0-2 8-16,3 1 26 0,-4-2 11 0,1 4 16 15,-1 4 1-15,-2-1 7 0,1 2 3 0,-3 1-1 16,2 1-15-16,0 3-8 0,0 0-19 0,-2 0-13 16,3-3-31-16,-3 6-12 0,0 0-8 0,0 0-5 15,0 12 2-15,0 0-8 0,0 3 4 0,2 4-6 16,-2 10 6-16,-4-1-6 0,3 7-2 0,1 1 0 15,0-1 4-15,0 11-6 0,0-13-4 0,0 1 1 0,0 2 1 16,0-2 0-16,-2-3 0 0,0 1 0 0,0-3 0 16,-1-3-1-16,2 2 0 0,-2-10 1 0,-2 1-1 15,2-5-1-15,-5 1-1 0,1 1 2 0,1-5-5 16,-2-3 0-16,1 3 3 0,-1-2 3 0,-2-2 2 16,-3-1 3-16,0-1 0 0,-6-2 6 0,2 1 6 15,-6-4 1-15,4 0 10 0,-4-2 10 0,5-3 20 0,-3 3 28 16,5-2 25-16,2-1 10 0,3-2 1 0,-1-2-2 0,5-2-10 15,0-4-12-15,3-2-13 0,4-2-20 0,7-8-15 16,3-2-23-16,9-4-11 0,12-9-10 16,5 0-11-16,7 2-3 0,-1 2-2 0,3 4-4 15,0 4 1-15,-2 5 2 0,-11 7-6 0,-1 1-2 16,-4 3 15-16,-2 1-6 16,-6 6-11-16,-7 0 8 0,0 1 19 0,-3 1-22 15,-3 2 4-15,-1-3 6 0,0 4-4 0,0 1-14 16,-5 1-13-16,8-4-28 0,-8 4-41 0,0 0 3 15,0 0-10-15,0 0-16 0,0 0-31 0,0 0-26 16,-21 16-42-16,13-15-61 0,1 4-274 0,-3-2-600 16,2 1 265-16</inkml:trace>
  <inkml:trace contextRef="#ctx0" brushRef="#br0" timeOffset="49082.68">27454 1880 135 0,'1'-6'187'0,"-1"-1"-14"0,0 4-11 0,0-1-14 15,0 4-13-15,0-5-17 0,0 5-8 0,0-4-30 16,0 4-14-16,0 0-14 0,0 0-6 0,0 0-10 16,-6 18-3-16,2-2-3 0,-1 2-10 0,-3 10 1 15,-2 4 6 1,2 13 1-16,0 7 1 0,-1 4-1 0,2 3 6 16,0-3-11-16,5 1 8 0,-1-3-4 0,3-4-4 15,3 0-1-15,-1-13 3 0,2 9-4 0,0-17 5 16,0 4-5-16,0-6-2 0,-2 0 1 0,-2-8-6 15,0-2-2-15,-1 0 8 0,0-6-4 0,-3 2 8 16,0-1 7-16,0-4 18 0,-2 2 8 0,-3-1 4 16,0-4 6-16,-1 0 3 0,-2 0 2 0,-7-2-7 0,0-2 5 0,6-2-13 15,0 0-4-15,-1-1-3 0,1-1-7 0,2 0-1 16,-1-3-8-16,3 1-12 0,-2 0-30 0,3-4-17 16,2 3-12-16,0-5-28 0,2 3-33 15,1-2-54-15,6 0-29 0,1-1-46 0,-3 1-122 16,4 0-378-16,1-4 168 0</inkml:trace>
  <inkml:trace contextRef="#ctx0" brushRef="#br0" timeOffset="49436.84">27218 2367 101 0,'-10'-2'168'0,"10"2"-15"0,0 0-21 0,0 0-8 15,0 0-13-15,0 0-5 0,0 0 0 0,0 0-13 16,0 0 2-16,0 0-15 0,0 0 2 0,0 0-6 0,0 0-4 15,30 0-8-15,-16-1-5 0,15 0-8 0,0-2-9 16,7 3 1-16,-1-5-8 0,-1 2 1 0,-2 2-6 16,-2 1-2-16,-9 0 2 0,2 0-11 15,-10-3 0-15,0 3-11 16,1-2-9-16,-2 2-22 0,-12 0-19 0,12 0-8 16,-12 0-12-16,7-2-14 0,-7 2-39 0,0 0-27 15,0 0-100-15,0 0-263 0,0 0 117 0</inkml:trace>
  <inkml:trace contextRef="#ctx0" brushRef="#br0" timeOffset="50572.97">27785 2244 234 0,'0'0'309'0,"-3"-5"-21"0,3 5-17 0,0 0-19 16,3-7-27-16,-3 7-17 0,0 0-27 15,0 0-17-15,0 0-26 0,0 0-14 0,0-5-18 16,0 5-10-16,0 0-12 0,0 0-11 0,0 0-7 16,7 17-13-16,-9-5 0 0,4-2-10 0,-2 6-1 0,0-1-6 15,0 2-5 1,3 0 2-16,-3 3-8 0,2-2-1 0,0 0-1 15,0 1 0-15,2-4-3 0,0 2 1 0,-1 0-7 16,-1-5 0-16,2-2 7 0,0 0-6 0,-3-1 6 16,0-4-7-16,0 2 2 0,2-2 11 0,-3-5 13 15,4 4 30-15,-4-4 4 0,8 0-2 0,-8 0 2 16,15-8 3-16,-7 0-6 0,2 0-5 0,0-1-9 16,3-5-6-16,-2-1-6 0,11-5-1 0,-7-4 5 0,3 2-18 15,0-3-17-15,3 4 1 0,-5 0-4 0,-5 6 3 0,-1 1 1 16,-4 6 1-16,0-1 5 0,-3 3-6 0,1 1 2 15,-2-1 0-15,-2 6-1 0,4-6-16 16,-4 6-8-16,0 0-23 0,7-2-28 0,-7 2 0 16,0 0 8-16,0 0 4 0,0 0 9 0,-4 20 2 15,0-9 4-15,1 0 2 16,1 5 2-16,-1 0 6 0,2 1-3 0,0 1 8 16,2-1 7-16,2 0-6 0,2 0-3 0,2-2-4 15,2-1-2-15,3 1-5 0,4-1-5 0,9-2-7 16,1-1-26-16,1-5-20 0,4 2-19 15,0-5-25-15,2-3-17 0,-1-3-1 0,-2-2 0 0,1-2 9 16,-3-1 15-16,-5-3 15 0,-5 0 4 0,0-1 27 16,-3-2 2-16,0-3 16 0,-4 2 10 0,1-2 17 0,-5 0 25 15,-1-2 16-15,0 4 29 0,-3-3 6 0,1 0 19 16,-4 4 2-16,0-1 5 0,0-2 6 0,0 5-2 16,0 2 2-16,0 0 8 0,0 0-4 0,0 5 6 0,0-2-1 15,0 3-2-15,0-1-12 0,0 1-5 0,-2 0-7 16,2 4-6-16,0-4-9 0,0 4-2 0,0 0-10 0,2-4-4 31,-2 4-2-31,0 0-2 0,0 0-4 0,0 0-3 16,0 0-4-16,-2-5-4 0,2 5-3 0,0 0-3 15,0 0 1-15,0 0-1 0,0 0 1 0,-5 20 0 16,3-10 0-16,1 1 2 0,-2 1-1 0,2 4-2 16,-1-1 2-16,-1 2-5 0,-1 1 3 15,2 1-2-15,-1 1 6 0,-1-2-5 0,3 1 5 16,-2-1-1-16,1 0-2 0,1 0-2 0,-1-1 4 0,-2 2 3 0,3-7-3 15,1 0 2-15,-1-2-5 0,-1 0 3 0,2-3 0 16,0-2-2-16,2 0 5 0,-4 0-1 0,2-1-4 16,0 0 6-16,0-4 13 0,0 5 8 0,0-5 13 15,0 0 22-15,0 0 19 0,0 0 22 0,3 5 16 16,-3-5 20-16,0 0-1 0,0 0-14 0,0 0-17 16,7-14-4-16,-4 9-21 0,4-4-14 0,-1-3-17 0,3-1-7 15,3 0-11-15,-1 0-7 0,-1-2-1 0,3 0-1 16,-4-1-3-16,5 1-5 0,-1-1-6 0,-2 1-1 15,2 1 1-15,0 1-4 0,-4 0 0 0,-1 3-2 16,-2 0 2-16,3 1-2 0,-4 4 1 0,0-3-1 0,-1 5 2 16,0-2-2-16,-1-2-1 0,-3 7 0 0,5-3-10 15,-5 3-2 1,5-2 0-16,-5 2-35 0,0 0-9 0,0 0 10 16,0 0-1-16,0 0 13 0,9 14-3 0,-7-5 0 15,2 7 2-15,-3-1 2 0,-1 2 7 0,2 2 0 16,-1-2 7-16,-1 2-3 0,0-2-2 0,-1 3 5 15,1-2 3-15,0-3-2 0,1 0 9 0,-1-1 4 16,0-4-4-16,-1 0 1 0,1-3-6 0,0 0 7 16,0-2-3-16,0 2 10 0,0-7-8 0,0 7-1 0,0-7 8 15,0 7 5-15,0-7 0 0,1 4 7 0,-1-4 22 0,0 0 5 16,0 0 10-16,0 0 0 0,0 0-12 0,0 0-18 16,29-10-48-16,-10 2-60 0,9-5-75 0,-1-4-93 15,4-1-143-15,0-6-246 0,11-8-696 0,-4 1 309 16</inkml:trace>
  <inkml:trace contextRef="#ctx0" brushRef="#br0" timeOffset="51425.86">29089 2279 72 0,'0'0'182'16,"0"0"-18"-16,0 0-19 0,0 0-14 0,0 0 1 16,0 0-15-16,-2 3-1 0,2-3-7 0,0 0-10 15,0 0-7-15,0 0-9 0,25-6-9 0,-13 3-8 0,1 0-2 16,-1 2-9-16,6-3 3 0,-1-2-12 0,-1 1-13 15,2 2 3-15,-2-6-5 0,0 3-2 16,-5 0-3-16,0 0 1 0,-1-1 7 0,-1 3 17 16,-1-4 4-16,-3 4 12 0,1-1 2 0,-2 1-3 0,-1 0-5 0,-2 0-10 15,-1 4-32-15,-4-7-2 0,-2 5-3 0,1 1-7 16,-3 1 3-16,-5 0-1 0,2 1-4 0,-6 3 6 16,-1 1-10-16,0 3 6 0,0 1-4 0,-1 0-2 15,3 3 1-15,-5 3 1 0,7-1-3 0,-5 5 6 16,6-2-10-16,6-2 9 0,-1 2-2 0,0-2-1 15,4 2 6-15,4-1-6 16,0-1 2-16,4-3 2 0,4 3 2 16,2-1 0-16,8 1-1 0,5-2 6 0,4-1-5 15,1-4 5-15,5-3 3 0,0 0-9 0,2-2-1 16,1-6 1-16,-2 3 1 0,0-6 0 0,-1-2 0 0,-4-2-6 16,-1 0 4-16,-5-2-2 0,0-5 4 15,-5-5-6-15,4 2 2 0,-7-5-1 0,-3-5-6 16,-2 0 6-16,1-2 0 0,-2 3 8 0,-2-3 3 0,-5 3 19 0,1 0 19 15,-2 4 19-15,0-1 13 0,-3 7 8 0,2 2 1 16,0 2 4-16,-1 3 3 0,-1 0-2 0,2 3 1 16,-2 1-5-16,2 2-8 0,-2 0-15 0,2 2-15 15,0 1-6-15,0 3-15 0,-1-7-46 0,1 7-30 16,0 0-8-16,0 0 7 0,-4 13 5 0,-1-4 2 16,1 3 4-16,-3 5 3 15,0 9 6-15,-3 1-2 0,1 1 2 0,2 7 3 16,1-4 2-16,1 3 6 0,0 0 0 15,1-2 3-15,3-1 0 0,1-4-3 0,0-1 4 16,-3-6 7-16,5-2 0 0,-4-2 1 0,4-2 10 16,-2 0-6-16,0-7-2 0,1 4 2 0,-1-6-11 15,0 1-2-15,0 0-2 0,1-1-4 0,0-3 4 0,-1-2-9 16,-1 7-2-16,1-7-24 0,0 0-65 0,0 0-76 0,0 0-61 16,1-14-234-16,-2 4-520 0,1-3 231 0</inkml:trace>
  <inkml:trace contextRef="#ctx0" brushRef="#br0" timeOffset="51626.52">29450 2295 185 0,'0'0'256'0,"-3"2"-9"0,3-2-13 15,0 0-10-15,0 0-20 0,0 0-18 0,0 0-21 16,32-2-19-16,-12 2-15 0,14-5-12 0,2 3-16 15,2 2-11-15,16-3-17 16,-2-2-32-16,-2-4-41 0,-11 8-32 0,-2-3-44 16,-1-1-42-16,-3 0-46 0,-2-2-177 0,-7-3-367 15,-6 2 164-15</inkml:trace>
  <inkml:trace contextRef="#ctx0" brushRef="#br0" timeOffset="51958.62">30039 2249 250 0,'0'0'368'0,"0"0"-14"0,0 0-23 16,0 0-21-16,0 0-33 0,0 0-26 0,0 0-34 15,0 0-20-15,0 0-20 0,0 0-25 0,0 0-20 16,0 0-20-16,0 0-12 0,0 0-8 0,0 0-13 16,1 12-2-16,-1-3-11 0,0 1-12 0,0 1-1 15,-1 5 0-15,2 2-7 0,-2-1-5 0,2 0-1 16,-1-1-4-16,1-2-23 0,-2-1-8 0,2-1-21 0,-2-2-21 0,1 3-11 16,1-4-22-16,-1-3-22 0,0 0-19 15,0 0-9-15,0-1-5 0,0-2 10 0,0-3-16 0,0 0-69 16,0 0-74-16,0 0-150 0,-7-20-460 0,4 6 204 15</inkml:trace>
  <inkml:trace contextRef="#ctx0" brushRef="#br0" timeOffset="52112.3">30035 2048 304 0,'0'-4'285'0,"0"4"-19"0,1-5-26 0,-1 5-25 15,0-5-25-15,0 5-35 0,5 0-25 0,-5 0-29 16,11 0-35-16,-4 4-46 0,0 0-52 0,5 0-41 15,-3 3-65 1,3 0-151-16,-1 0-311 0,3 0 138 0</inkml:trace>
  <inkml:trace contextRef="#ctx0" brushRef="#br0" timeOffset="52497.68">30441 2188 135 0,'0'0'179'0,"-12"0"-20"0,0 0-18 15,3 3-7-15,-4 2-16 0,-1 2-16 0,0 3-3 16,1 0-12-16,-2 2-9 0,0 0-9 0,-1 0-6 16,6 3-6-16,-3 1-6 15,2-3-1-15,3 1-3 0,2-2 5 0,2 3-2 16,1 1 4-16,3-4-1 0,3 0 1 0,1-2 11 15,1 2-3-15,3 0 11 0,2-7-4 0,5 7-3 16,0-5-5-16,2 0 2 0,-2-3-6 0,-2-2 4 16,1-2 10-16,-1 0 8 0,0-4 4 0,1 0-3 15,-4-5-4-15,3 4 3 0,-2-8-17 0,0-1-8 16,-1-3-8-16,-3-8-14 0,-1 7-6 0,-4-1-2 0,1-1-6 16,-3-5-1-16,-2 8-3 0,-1-1-6 0,-1 3-6 15,-4-2-8-15,-3 5-2 0,2 5-10 0,0-1-2 16,-3 1-7-16,2 1-9 0,0 1-21 0,-2 2-28 15,3-1-28-15,0 4-20 0,9 0-16 0,0 0-23 16,-15 4-23-16,14 1-166 0,1-5-389 0,0 0 172 16</inkml:trace>
  <inkml:trace contextRef="#ctx0" brushRef="#br0" timeOffset="52860.75">30648 2217 32 0,'0'0'411'0,"3"-7"-27"15,-3 7-32-15,0 0-32 0,0 0-30 0,4-4-35 16,-4 4-33-16,0 0-28 0,0 0-24 0,0 0-19 16,0 0-12-16,0 0-16 0,0 0-13 0,5 17-8 15,-5-10-13-15,0 2-8 0,-2 4-8 16,1 3-8-16,-1 1-2 0,-1-1-9 0,-3 0-2 0,1 1-9 0,1-3-2 15,0-2-7-15,1 0-2 0,1-3-6 0,-1-3 3 16,5 1 0-16,-2-7 3 0,2 8 7 0,-2-8 34 16,0 0 29-16,0 0-3 0,8 0-19 0,-8 0-9 15,27-13-7-15,-17 5 8 0,8-3 0 0,-3 0 5 16,0-2-1-16,1 1-9 0,-1-1-5 0,-1 4-5 16,-4-2-9-16,-1 5 1 15,-1-1-6-15,1 2-9 0,-7 1-8 0,2-1-7 16,0 2-6-16,-4 3-22 0,0 0-14 15,22 9-28-15,-13-2-34 0,6 6-60 0,-5-1-57 16,2 5-86-16,2-2-112 0,-5 0-273 0,0-1-730 16,-2-6 323-16</inkml:trace>
  <inkml:trace contextRef="#ctx0" brushRef="#br0" timeOffset="54718.77">9862 4059 22 0,'0'0'214'0,"-2"-7"-13"0,2 5-13 0,0 2-16 15,0 0-8-15,0 0-13 0,-1-5-6 16,1 5-22-16,0 0-10 0,-1-3-15 0,1 3-11 15,0 0-6-15,0 0-14 0,-18 5-10 0,12-1-3 0,-5 4-4 16,1 1-3-16,-1 1-11 0,-3 7-4 0,1-2-3 31,0 0-4-31,-2 6 4 0,2 1-7 0,3-3-6 0,1-1 3 16,1 1-6-16,3 0 1 0,-2-1-2 0,5-1 5 16,2 0-4-16,4-1 10 0,1-4 3 0,0-2 9 15,5 2 7-15,8-2-2 0,-5 1 11 0,6-6-6 16,3 0 1-16,6-2-2 0,-1-7-2 0,2 0-5 15,-1 1 3-15,-6-3 2 0,5-4 7 0,-9 3 14 16,-3-4 3-16,2 1 12 0,-3-3 1 0,-1-2 4 0,-1-2-9 0,0-7-6 16,-6 0-11-16,-2-3-4 0,-4 1-2 0,-2-2-7 15,0 10-4-15,-3-2-3 0,-1 2-1 0,-2 0-4 16,-1 4-10-16,-1 1 0 0,0-1-11 0,-3 7-11 16,4-1-14-16,0 4-15 0,-2 0-23 0,4 0-24 15,-2 3-30-15,4 1-30 0,-5 1-22 0,2 3-37 16,4 0-35-1,1 0-236-15,1 1-505 0,2 0 225 0</inkml:trace>
  <inkml:trace contextRef="#ctx0" brushRef="#br0" timeOffset="55520.66">10585 3718 115 0,'0'-5'206'0,"0"-2"-10"0,0 0-4 15,0 1-6-15,0 0 0 0,0-2-4 0,0 0-7 16,0 3-3-16,0 0-9 0,0 0 4 0,0-1 2 16,0 6-3-16,0-6-20 0,0 3-9 0,0 3-15 15,0-6-12-15,0 6-12 0,-3-3-22 0,3 3-16 0,0 0-26 0,0 0-19 16,0 0-4-16,0 0-3 0,-1 17-1 0,-4 0-1 15,5 1 0-15,-4 19 0 0,3 10-3 0,-5 5 2 16,0 3-1-16,5 3 5 0,1-4-2 0,0 1-3 16,1-3 3-16,5-4-2 0,-4-10 3 0,6 7-1 15,-5-13 1-15,4-1-2 0,2-6-1 0,-4 3 4 16,0-10 0-16,-1 2-3 16,2-6 3-16,-2-1 4 0,0-2-8 0,-4-1 2 15,3-3-4-15,-2-2 15 0,-1-1-8 0,1-1 11 16,-1 1 13-16,0-4 12 0,-1 6 4 15,1-6-9-15,-8 1-1 0,-3-1-2 0,-2 0-4 16,0-3-5-16,-1 1-2 0,3-4-2 0,-2 2-19 16,1-2-36-16,3 0-33 0,-1-1-29 0,1-2-28 0,3 0-15 15,-1-1-25-15,4 0-41 0,0-4-24 0,3 2-34 0,1-1-140 16,6-1-432-16,-3-2 193 0</inkml:trace>
  <inkml:trace contextRef="#ctx0" brushRef="#br0" timeOffset="55899.52">10489 4081 191 0,'-7'3'249'0,"7"-3"-16"0,-4 1-8 16,4-1-17-16,0 0-14 0,-4 0-13 0,4 0-7 15,0 0-21-15,0 0-12 0,0 0-12 0,0 0-14 16,0 0 0-16,20 3-19 0,-3-6-6 0,7 2-10 16,8 0-7-16,4-4-9 0,0 2-4 0,1-1-8 15,-1 1-3-15,-3 1-7 0,0-1-3 0,-1 2-2 0,-12-2-8 0,5 3 1 16,-10-2-2-16,-1 2-7 0,-5 0-5 0,-1-1-10 15,-1 1-7-15,0-2-9 0,-1 2-7 0,-1-2-12 16,-5 2 1-16,0 0-14 0,0 0-18 0,0 0-25 16,0 0-21-16,-18 7-26 0,12-6-26 0,0-1-39 15,0 2-180-15,6-2-406 0,-11-3 180 16</inkml:trace>
  <inkml:trace contextRef="#ctx0" brushRef="#br0" timeOffset="56754.8">11522 3845 11 0,'0'0'232'0,"2"-7"-15"0,1 6-21 0,1-4-13 15,1 2-17-15,3 1-14 0,3-2-17 0,2 1-15 16,2 3-13-16,3 0-11 0,1 0-10 0,0 5-7 16,8-1-7-16,0 5-7 0,-9-1-14 0,-1 6 5 15,7-1-6-15,-9 2-4 16,3 3-7-16,-7-1 1 0,2 4-5 0,-6-3-3 0,-1 7-4 0,-2-7-2 15,-3 9-1-15,-5-2-2 0,-1-1-4 0,0 0 1 16,-4-1 2-16,0-6-4 0,-4 0-4 0,2-1 4 16,-3-5-2-16,1 4 0 0,-1-2-1 0,0-3 4 15,1 1 3-15,0-6 7 0,4 2 5 0,4-2-1 16,-1-3 10-16,1 2 14 0,-3-1 15 16,4-1 27-16,0 0 24 0,4-2 26 0,-3 2 21 15,3-2 14-15,0 0-26 0,-3-8-30 0,6 2-13 16,3-4-12-16,-1-1-11 0,8-3-9 0,2-8-20 15,3-3-10-15,-1-3 1 0,3 2-19 0,-1-2-2 16,3 2-11-16,-2-2-7 0,0 3 9 0,-4 1-5 16,2 1 5-16,-5 7-16 0,-3 0 6 0,4 0 5 15,-9 7 13-15,3 1 11 0,-4 2 1 0,1-1-1 0,0 2-12 16,-4 2-1-16,3 1-9 0,-1-3-5 0,-2 2-6 0,-1 3-20 16,0 0-30-16,0 0 1 0,0 0 5 0,-4 13 1 15,-1-1 4-15,-5 5 4 0,-2 5 0 16,-2 1 5-16,4 1-2 0,1 3-4 0,0-2 15 15,0 1-3-15,4 0 3 0,1-6 0 0,2-2 5 16,2-1 0-16,2 1 2 16,2-6 2-16,0 2 2 0,-1-2 4 0,4-3 6 15,-2 0 3-15,3 0 12 0,2-2-1 0,4-2 5 16,-1-1-1-16,1 0-6 0,3-1-5 0,-2-1 9 16,-2 0 2-16,-1-2 10 0,-2 2 8 0,-3-2-1 15,1 1 14-15,-2-2 10 0,-6 1 8 0,9 0-3 16,-5 1-4-16,-4-1-2 0,0 0-11 0,8-1-2 15,-8 1-7-15,0 0-5 0,5 1-14 0,-5-1-22 0,0 0-29 0,0 0-37 16,0 0-37-16,0 0-46 0,0 0-36 0,0 0-37 16,7 0-35-16,-7 0-91 0,0 0-365 0,0 0-764 15,-3-10 339-15</inkml:trace>
  <inkml:trace contextRef="#ctx0" brushRef="#br0" timeOffset="57086.87">12417 4207 115 0,'0'0'473'16,"0"0"-13"-16,0 4-26 0,0-4-36 15,0 0-37-15,0 0-37 0,0 0-41 0,0 0-68 16,0 0-82-16,0 0-102 0,0 0-181 0,0 0-364 15,0 0-555-15,12-14 246 0</inkml:trace>
  <inkml:trace contextRef="#ctx0" brushRef="#br0" timeOffset="61736.32">4623 5864 202 0,'0'0'213'16,"1"-5"-6"-16,0 3 5 15,-1 2 4-15,2-4-2 0,-2 4 1 16,1-6-2-16,1 4-3 0,-2 2-1 0,0-5 5 15,0 5 9-15,2-4 5 0,-2 4-23 0,0 0-12 16,0 0-17-16,0 0-18 0,-2-6-17 0,2 6-15 0,0 0-19 16,0 0-20-16,0 0-37 0,0 0-24 0,0 0-4 15,0 15-6-15,0-3-2 0,-2 6-1 16,1 7-3-16,1 2 0 0,-2 6-4 0,1 0 2 0,2 12 1 0,-2-11-4 16,2 12-2-16,-1-12 5 0,0 0-1 0,3 1 4 15,-1-2-5-15,1 2-1 0,2-4-2 0,-1-2 13 16,-2-2-12-16,2 0-3 0,0 0 8 0,0-9-8 15,-1 0 3-15,3-1 0 0,-4 0 1 0,0-2 1 16,0-3-3-16,1 0 0 0,-1 0 3 0,0 0-4 16,-1-3 1-16,2 2 0 0,-3-2 5 0,0-2-7 0,2-2 2 0,-2 2 6 15,0-2-2-15,0 0-1 0,0-2 4 0,0 2-1 16,0-5-3-16,0 7 2 0,0-5 4 0,0-2 0 16,0 0 3-16,1 5 3 0,-1-5-1 0,0 0 4 15,0 0-1-15,0 0-9 0,0 0-35 0,0 0-57 16,0 0-41-16,0 0-33 0,-5-16-44 0,3 8-45 15,0-4-59-15,-1-5-253 16,-1-1-603-16,1 1 267 0</inkml:trace>
  <inkml:trace contextRef="#ctx0" brushRef="#br0" timeOffset="62152.73">4558 5881 140 0,'0'-7'270'16,"-3"3"-2"-16,3 0-19 0,0-1-27 0,3 1-22 16,-1 0-19-16,5-1-15 15,0 0-23-15,5 2-12 0,2-1-16 0,4 1-15 16,2 2-10-16,1 0 1 0,9 2-11 0,2 3-9 15,-5 0-4-15,4 1-6 0,-2 4-3 0,2 3-5 16,-3 0-5-16,-3 1-6 0,-2 4-6 0,0 0-4 16,-2 1-3-16,-3 2-2 0,-8-3-5 0,0-2-2 15,-5 5 0-15,-1-2-5 0,-4 2 1 0,-4-3 1 16,-6 1 3-16,-4 4 2 0,-5-4 3 0,-3 1-1 0,-4-4 6 16,-3 0 4-16,0-1 0 0,-2-2-1 0,-1-2 4 0,4-1-3 15,-3-2 4-15,3 2 2 0,7-1-2 0,2-5 1 16,2 1-6-16,4-3-7 0,0 3 7 0,4-1-6 15,3-3 1-15,-3 0-5 0,5 3-12 16,4-3-5-16,-6 0-9 0,6 0-18 0,0 0-16 16,0 0-17-16,0 0-22 0,0 0-31 0,25-3-55 0,-12 2-60 0,5-1-77 15,-1-3-157-15,0 1-494 0,-5 1 219 0</inkml:trace>
  <inkml:trace contextRef="#ctx0" brushRef="#br0" timeOffset="62368.48">5111 6515 337 0,'-1'5'464'0,"1"-5"-25"0,-3 2-15 0,3-2-25 16,0 4-18-16,0-4-24 0,0 0-28 0,-3 3-38 0,3-3-29 0,0 0-41 15,0 0-48-15,0 0-55 0,0 0-67 0,0 0-80 16,0 0-88-16,16-9-79 0,-10 4-94 0,1-1-313 16,-1 2-653-16,4-2 290 0</inkml:trace>
  <inkml:trace contextRef="#ctx0" brushRef="#br0" timeOffset="62753.75">5700 6009 314 0,'0'-5'357'15,"1"0"-10"-15,-1 1 1 0,1 0-11 0,-1 4-13 16,0-6-35-16,2 3-22 0,-2 3-33 0,0-4-23 15,0 4-25-15,0 0-24 0,0 0-29 0,0 0-43 16,0 0-15-16,0 0-13 0,0 0-3 0,5 17-7 16,-1-5-8-16,-4 5-2 15,4 9-3-15,-4 3 0 0,0 0-8 0,1 1-1 16,-4 2-4-16,2 1-2 0,1-2-3 16,-3 1-3-16,3 1 2 0,0-3-3 0,-2 0 0 15,1-3 0-15,1 0-5 0,-3-9 1 0,3-1-3 0,-1-1 4 16,-1-4-12-16,1-2 13 0,0-1-17 0,0-1-20 15,1-4-14-15,-2 1-10 0,1 0-7 0,1-2-13 16,0-3-32-16,-10 1-44 0,10-1-40 0,-10-1-39 0,3-6-20 16,-3-2-28-16,1 1-218 0,0-7-527 0,0-4 232 15</inkml:trace>
  <inkml:trace contextRef="#ctx0" brushRef="#br0" timeOffset="62969.96">5539 5964 19 0,'-1'-5'333'16,"-1"-5"-10"-16,2 5-16 0,0-7-14 0,-1 7-11 16,2-2-21-16,2-1-29 0,-1 0-23 0,3 1-20 15,1 1-23-15,3-2-16 0,2 0-14 0,4-1-14 16,6 0-16-16,3 4-10 0,-3-2-13 0,9 3-8 16,5 0-13-16,0 3-21 15,-3 1-33-15,-1 2-30 0,-3 1-40 0,-7 3-34 16,-2-1-39-16,-2 4-39 0,0 1-34 0,-2 2-38 15,-7-3-179-15,-1 7-461 0,-2 1 203 0</inkml:trace>
  <inkml:trace contextRef="#ctx0" brushRef="#br0" timeOffset="63154.86">5608 6602 171 0,'-3'5'311'0,"2"-3"-5"0,1-2-1 16,0 0-27-16,-4 3-16 0,4-3-26 0,0 0-22 16,0 0-24-16,26-5-14 15,-8 5-25-15,2-4-15 0,11 0-26 0,-1 0-53 16,1-2-66-16,1 0-96 0,4 3-110 0,-4-5-214 16,0 1-465-16,-2 0 205 0</inkml:trace>
  <inkml:trace contextRef="#ctx0" brushRef="#br0" timeOffset="63455.62">6332 6512 163 0,'0'0'479'0,"0"0"-28"0,0 0-7 16,0 0-30-16,0 0-30 0,0 0-35 0,0 0-37 16,0 0-30-16,0 0-37 15,0 0-53-15,0 0-60 0,0 0-95 0,0 0-146 16,0 0-152-16,0 0-325 0,12-12-634 15,-9 8 280-15</inkml:trace>
  <inkml:trace contextRef="#ctx0" brushRef="#br0" timeOffset="67011.57">7780 5861 204 0,'0'-7'218'0,"0"3"7"0,-1-1-10 0,1 1-5 16,0 4-3-16,0-9-11 0,1 5-10 15,-1-1-14-15,0 5-7 0,3-5-15 0,-3 1-17 16,0 4-13-16,0-3-13 0,0 3-14 0,0 0-13 16,1-5-13-16,-1 5-20 0,0 0-7 0,0 0-3 0,0 0-9 15,10 13 0-15,-2-4-8 0,1-1 2 0,1 5-3 16,3 2-7 0,-1-1-1-16,5 5 2 0,1 1-2 0,-2-1-4 15,-3-6-5-15,5 8-4 0,-1-8-3 0,-3 1-1 16,4-2-7-16,-4-2-2 0,0-1 1 0,3-1 0 15,-3-3 2-15,-4-4 3 0,4 0 4 0,0-2-3 16,4-3 3-16,-3-3 2 0,-1-3 4 0,2 0 12 16,-1-2 5-16,-1-2 3 0,-4-2 7 0,-1 2 5 15,2-3 6-15,-4 0 0 0,2 1 7 0,-1 2 3 0,-3 2 4 0,-1 3 9 16,-3-2 0-16,3 5 1 0,-3 1-2 0,3-1 3 16,-4 0-11-16,4 1-1 0,-3 2-13 0,-1 3-3 15,4-5-27-15,-4 5-20 0,0-4-26 0,0 4-20 16,0 0 5-16,0 0 8 0,1 14 1 0,-1 0 1 15,-1 4 3-15,-2 9 4 0,2 6 6 0,1 12 2 16,-1 4 6 0,-3-1 6-16,4 1 1 0,4 0 7 0,-4 1-2 0,5-2 5 15,-5 1-2-15,4-3 3 0,1-12 0 0,-4 2 0 16,6-3 3-16,-2 1 0 0,-4-4 0 0,5 0 3 16,-2-2 2-16,0 1 1 0,-4-3-3 15,0 1-2-15,3-10 3 0,-3 0-2 0,0-1 2 16,-3 1-1-16,2-4 0 0,-3-2 0 0,-1-1 0 0,0 2 2 15,-3-1 0-15,4-1 2 0,-6-2 8 0,0 0-11 0,-7 1 8 16,4-4-4-16,-6 0 3 0,0 2-1 0,-1-5-4 16,-1 1-2-16,-6-8 4 0,0 3 6 0,6-1 1 15,0-1 1-15,1-4 9 0,-2-1 5 0,5-3 23 16,-3-3 0-16,0-3 8 0,4-3-1 0,2-4-4 16,1-5-6-16,7-4-3 0,6-17-13 0,6-2-7 15,9-3-11-15,13-28-7 0,11 9-9 0,1 0-6 0,-4 26-2 0,2 3-6 16,4 2-6-16,-1 4-17 0,1 6-18 0,-5 1-20 15,-10 8-26-15,-4 5-38 0,1 0-42 0,2 1-49 16,1 3-72-16,-4 0-167 0,1 0-506 0,-6 6 224 16</inkml:trace>
  <inkml:trace contextRef="#ctx0" brushRef="#br0" timeOffset="67866.98">8519 6406 246 0,'0'-10'310'0,"0"1"-9"15,0 4-15-15,0-2-9 16,-2 3-27-16,2 0-24 0,-1 2-19 0,1 2-25 15,1-7-29-15,-1 7-18 0,0 0-35 0,0 0-12 16,0 0-11-16,0 0-7 0,0 28-6 0,-3-10-7 16,-1 10-7-16,3 4-3 0,-2-1-11 0,1 3-2 15,-6 14-2-15,6-14-5 0,-1 3 0 0,0 8-7 16,3-10 2-16,0 11 1 0,0-10-4 0,3-3-2 16,-6-1 3-16,7-1-2 0,-4-4-6 0,1-2 0 0,0-5-3 15,-1-2 3-15,0-6-1 0,2 1 1 0,-1-1 2 0,2-3-6 16,-2 1 2-16,-1-5 0 0,1 2-2 0,-1-2 1 15,2-2 6-15,-1-1 6 0,-1-2 28 16,0 7 32-16,0-7 36 0,0 0 38 0,1 3 30 16,-1-3 10-16,0 0-17 0,0 0-20 0,-1-20-21 15,1 7-15-15,-1-5-12 0,-1-9-11 0,5-1-22 0,-1-2-9 0,1-1-15 16,1 1-12-16,1-1-5 0,1 2-8 0,1 1-1 16,-1 3-3-16,-2 5 1 0,3 0-11 0,-1 4 2 15,-3 1-6-15,1 5 1 0,1-1-4 0,1 1-8 16,1 3 3-16,1-3-4 0,2 5-1 0,0-1-9 15,-1 2-15-15,0 0-12 0,5 2-14 0,-4 2 9 16,2 0-33-16,2 2-11 16,-5 2-7-16,4 1 0 0,-4 0 0 0,-3 3-2 15,2-1 2-15,-3 2 4 0,-1 1 5 0,-3-1 8 16,-2 2 9-16,-4-2 6 0,-3 0 4 0,0 0 4 16,-2-3 10-16,-8 4 5 0,0-3 3 0,-1-1 4 15,-3-1 5-15,2-4 6 0,1 2-1 0,-9-3-7 16,6 1-10-16,3-1-22 0,-1-3-28 0,0 1-35 15,2-1-35-15,8 0-33 0,0-2-46 0,2 3-67 0,3-5-163 0,4 2-508 16,2-1 225-16</inkml:trace>
  <inkml:trace contextRef="#ctx0" brushRef="#br0" timeOffset="71090.82">8553 6484 85 0,'0'0'103'0,"0"0"-1"0,0 0-2 0,3-5-3 0,-3 5-9 15,1-3 6-15,-1 3-2 0,1-5 2 0,1 3 3 0,-2 2 4 16,1-8-1-16,-1 6 4 0,0 2 4 0,1-7 2 16,1 4 3-16,-1-1-4 0,0 1-4 0,-1-1-5 15,0 4 6-15,1-5 0 0,-1 5-6 16,0-5-1-16,0 5-5 0,0-3-1 0,0 3-2 0,0 0-2 15,0 0-11 1,2-7 2-16,-2 7-8 0,0 0-11 0,1-2-4 16,-1 2-10-16,0 0-11 0,0 0-7 0,0 0-7 15,0 0-7-15,0 12-2 0,0-4 0 0,0 10-4 16,-1-1-1-16,1 8-4 0,-2 4 1 0,1 0 2 16,0 2-3-16,0 3 2 0,-2-3 0 0,0 3-2 15,1-1 0-15,1-1 2 0,-1 0-3 0,1-1 6 16,0-5-4-16,1 2 0 0,0-9 1 0,1 2-1 0,-1-3-2 0,3-1 2 15,-3-4-2-15,0-2 1 0,0-1 0 0,1-1-1 16,-1-1 2-16,1-1 0 0,-1-3-2 0,1 1 3 16,-1-2 0-16,0 1 4 0,0-4 1 0,0 5-1 15,0-5 0-15,0 3 0 0,0-3 11 0,0 0 8 16,0 0 5-16,0 0 1 0,0 5-3 0,0-5 0 16,0 0-3-16,0 0-3 15,0 0 5-15,0 0-10 0,0 0-28 0,0 0-41 16,0 0-34-16,4-15-36 0,-4 10-40 0,2 0-36 15,-1-4-45-15,-2 1-235 0,1-1-513 0,0-3 228 16</inkml:trace>
  <inkml:trace contextRef="#ctx0" brushRef="#br0" timeOffset="71538.64">8567 6447 51 0,'4'-4'146'0,"4"2"-9"0,1-4-15 16,1 3-4-16,1 1-11 0,2-1-12 0,0 1-10 15,1-1-2-15,5 6-1 16,1-3 1-16,-4 5-10 0,5-2 3 0,-2 7-7 16,-2-1-1-16,-2 1-5 0,0 2-9 0,-2 0-1 15,-2 2-2-15,2 1-5 0,-8-1-1 0,3 2-6 16,-7 0-3-16,-1 1 3 0,-1-5 9 0,-6 5-13 16,-3 0 1-16,-2-3 3 0,-4 1 0 0,-2-3 6 15,-5 2 0-15,0 0 8 0,3-4 1 0,-2-2 1 16,4 1 1-16,-4-4 5 0,6 2-2 0,-1-1 2 0,3-4 8 0,3 1-1 15,2-1 8-15,1-2 2 0,2 3 1 0,-1-3-5 16,7 0-1-16,-7 2-6 0,3 0-2 0,4-2-6 16,0 0-9-16,-9 0-13 0,9 0-17 15,0 0-25-15,0 0-30 0,0 0-50 0,0 0-80 16,0 0-67-16,0 0-235 0,0 0-506 0,0 0 225 0</inkml:trace>
  <inkml:trace contextRef="#ctx0" brushRef="#br0" timeOffset="71792.62">8910 6940 196 0,'0'0'348'0,"0"0"-25"0,0 0-26 16,0 0-26-16,0 3-25 0,0-3-27 0,0 0-19 0,0 0-23 0,0 0-40 15,0 0-38-15,0 0-53 0,0 0-70 0,0 0-82 16,0 0-85-16,0 0-182 0,6-11-405 0,-6 7 179 16</inkml:trace>
  <inkml:trace contextRef="#ctx0" brushRef="#br0" timeOffset="72108.98">9154 6515 117 0,'1'-3'332'0,"-1"-2"-14"0,0 1-27 0,0 0-24 0,0 4-27 0,1-5-26 15,-1 1-25-15,0 4-20 0,0 0-23 16,0 0-19-16,0 0-12 0,0 0-12 0,8 10-11 16,-4-1-14-16,-1 3-10 0,-1 4-9 0,-1 2-8 15,-1 1 3-15,0 7-10 0,0 1-4 0,-1-1-6 0,1 0-1 16,-1-1-5-16,0 2-1 0,-3-1-1 0,0 0-5 16,1-6 2-1,1-3-4-15,-1 1-3 0,-1 0-9 0,1-2-10 16,0-3-6-16,2-1-14 0,-2-2-18 0,1 0-22 15,-2 0-18-15,1-5-30 0,1 1-34 0,-1-3-33 16,-1 1-59-16,4-4-173 0,-7 1-444 0,7-1 197 16</inkml:trace>
  <inkml:trace contextRef="#ctx0" brushRef="#br0" timeOffset="72293.87">9085 6532 337 0,'0'-6'327'0,"0"-3"-29"0,1 5-25 16,2-2-27-16,-2-1-24 0,3 3-23 0,-2-2-21 16,5 2-11-16,-1 0-36 15,3 0-29 1,5 0-40-16,-1 4-45 0,1 0-45 0,4 4-50 0,0 4-50 0,-4-1-38 0,0 3-195 16,-3 2-389-16,2 0 173 0</inkml:trace>
  <inkml:trace contextRef="#ctx0" brushRef="#br0" timeOffset="72441">9104 6988 122 0,'-4'6'275'0,"3"-1"12"0,-3-1 6 15,3-2 10-15,-3 2-16 0,4-4-29 0,0 0-25 0,0 0-28 16,0 0-21-16,27-7-17 0,-8 1-33 0,4 1-47 16,5-4-46-16,4 2-58 0,-1-1-78 15,-2-2-69-15,4-1-270 0,1 1-469 0,-4-5 207 16</inkml:trace>
  <inkml:trace contextRef="#ctx0" brushRef="#br0" timeOffset="74167.45">9867 6188 216 0,'0'0'225'0,"0"0"-5"0,0 0-3 16,0 0-11-16,0 0-8 0,0 0-7 0,0 0-9 15,0 0-4-15,0 0-9 0,-4-2-10 0,4 2-13 16,0 0-14-16,0 0-10 0,0 0-16 0,0 0-9 16,0 0-12-16,0 0-9 0,0 0-10 0,17-3-16 15,-3 2-28-15,-1 0-32 0,7-2-37 0,3 2-50 16,4-2-47-16,-5 3-47 0,-2 0-65 0,4-3-131 0,-3 3-419 16,-2-2 187-16</inkml:trace>
  <inkml:trace contextRef="#ctx0" brushRef="#br0" timeOffset="74351.97">9909 6326 112 0,'-4'2'173'0,"3"1"1"0,-3-2 10 0,0 1-2 15,4-2-8-15,0 0-13 0,0 0-14 0,8 4-10 0,6-4-19 0,5-2-5 0,12 0-11 16,5 1-46-16,-2 0-71 0,4-5-91 0,-4 4-180 15,-1-5-309-15,-1 1 137 0</inkml:trace>
  <inkml:trace contextRef="#ctx0" brushRef="#br0" timeOffset="75269.67">11940 5725 261 0,'0'-11'286'0,"-3"-1"-16"0,6-5-3 0,-3 1-5 0,0-1-1 16,1 1-11-16,-1 4 18 0,3-4-10 0,-1 3-9 15,-1 1-21-15,-1 0-1 0,0 4-17 0,3 2-12 16,-3 1-16-16,1 0-22 0,-1-1-16 0,0 3-21 16,0 3-7-16,0-5-45 0,0 5-46 0,0 0-30 15,0 0-1-15,0 0-9 0,4 20 10 0,-5-2 5 32,-2 11-4-32,2 0-3 0,1 5 15 0,1-2-13 15,-1-1 6-15,3 2-10 0,-1-1 7 0,1-5 0 16,1-2-1-16,-3 1 5 0,1-9-6 0,1 0-5 15,0-3 13-15,-1-2-3 0,0-2 1 0,1-3 3 16,-2 0 2-16,1 0 4 0,-2-3 2 0,1 2-20 16,0 1-28-16,-1-4-22 0,2-1-25 0,-2-2-22 15,1 5-20-15,-1-5-34 0,0 0-38 0,-1 4-49 0,1-4-29 0,0 0-228 16,-3 4-545-16,3-4 241 0</inkml:trace>
  <inkml:trace contextRef="#ctx0" brushRef="#br0" timeOffset="75755.37">11409 6238 30 0,'-6'1'190'0,"-2"-1"-11"16,3 3-10-16,5-3-9 0,-8 0-15 0,8 0-11 0,-6 1-15 16,6-1-15-16,-5 1-9 0,5-1-12 15,0 0-6-15,0 0-8 0,0 0-8 0,0 0-5 16,-9 0-8-16,9 0-4 0,0 0-4 0,0 0-5 16,0 0-2-16,0 0-2 0,0 0-7 0,-5 2 1 15,5-2 3-15,0 0-1 0,0 0 7 0,0 0 3 0,0 0-2 0,0 0 2 16,0 0-4-16,0 0 2 0,0 0-4 0,0 0 1 15,0 0 3-15,0 0-2 0,0 0 6 0,0 0 1 16,32 0-5-16,-1-3 0 0,9-3-5 0,18-2-3 16,43-1-1-16,4-6-1 0,7 5 17 0,8 3 8 15,9-6 0-15,3 3 10 0,2-1 2 0,-7 4 4 16,-5 1-2-16,-7-5-6 16,-10 8 0-16,-13 1-9 0,-32 0-4 0,-2-1 1 15,-7-1 3-15,-16 4 4 0,0-2 5 0,-3 2-5 16,-12-1-10-16,1-1 0 0,-10 2-3 0,1 0-5 15,-1-2 3-15,-3 1-3 0,-2 1-4 0,1-2-6 16,-7 2-19-16,7-1-28 0,-7 1-42 0,0 0-55 16,0 0-63-16,0 0-62 0,-24 0-279 0,9 0-565 15,-3-4 250-15</inkml:trace>
  <inkml:trace contextRef="#ctx0" brushRef="#br0" timeOffset="76572.97">11923 6699 55 0,'-3'-6'241'0,"2"-1"-1"0,1 0-4 0,0 3 3 0,0-1-10 16,0 0-8-16,0 1-13 0,-1-2-16 0,1 6-18 15,0 0-21-15,-4-5-15 0,4 5-17 0,0-4-18 0,0 4-12 16,0 0-15-16,0 0-6 0,0 0-11 0,0 0-8 0,6 15-11 16,-2-6 4-16,0 8-11 0,1 1-3 15,-2 1-6-15,-2 7-3 0,3 3 3 0,-1 3-1 16,0-2-3-16,0 2-2 0,-2-3-1 0,2 0-1 15,-1-4-4-15,-2 1 0 0,0-9 0 0,3-1 0 16,-3-4-4-16,1-1 0 16,-1-2 1-16,0-3 8 0,0 0-8 0,0 1 5 15,0-2 20-15,0-2 33 0,0 1 42 0,0-4 43 16,0 4 40-16,0-4 39 0,0 0 16 0,0 0-22 16,0 0-16-16,-1-13-24 0,-2 1-21 0,1 0-14 15,-1-6-18-15,-2-9-14 0,1-6-13 0,-1 0-18 16,4-3-9-16,-3-12-15 0,0 3-12 0,3 11-6 15,-2 0-6-15,3 1-2 0,0 3-11 0,0 0 2 0,0 3-1 0,4 3-3 16,-4 5-3-16,4 1-2 0,0 4-1 0,-3 1 1 16,3 1-6-16,2 0-3 0,1 1-2 0,2-2 20 15,1-1-9-15,4 4-14 0,0 0-20 0,6-1-22 0,1 5-17 16,-1 1-28-16,11-4-34 0,-3 7-41 16,4 2-54-16,-1 0-38 0,-2 6-32 0,-1 1-48 0,0-3-56 15,-7 1-347-15,-1 4-792 0,-5-5 350 0</inkml:trace>
  <inkml:trace contextRef="#ctx0" brushRef="#br0" timeOffset="76835.92">12012 6815 168 0,'-2'2'249'15,"2"-2"-13"-15,-5 3-12 0,5-3-13 0,-3 2-10 0,3-2-15 0,0 0-14 16,0 0-17-16,0 0-17 0,12 3-11 0,-5-4-11 16,6-1-14-16,6 0-11 0,4 2-11 0,9-5-25 15,3 2-38-15,2-4-46 0,4 2-61 0,12-2-67 16,-2 2-219-16,-11 0-406 0,0-1 179 0</inkml:trace>
  <inkml:trace contextRef="#ctx0" brushRef="#br0" timeOffset="77221.34">12819 6629 129 0,'0'-5'329'0,"0"2"-5"0,-2-1-11 16,2 4-24-16,0-6-19 0,0 6-21 0,-1-4-24 15,1 4-25-15,0 0-27 0,0 0-16 0,-2-4-29 0,2 4-17 16,0 0-26-16,0 0-9 0,0 0-9 0,2 13-6 0,-2-5-8 15,0 2-8-15,0 1-11 0,0 5 4 16,0-1-7-16,-1 1 0 0,0 0-3 0,2 0-4 16,0 0-3-16,-1 1 2 0,0-4-5 0,-1-1 3 15,1 0-5-15,1-1 2 0,-2 1 1 0,2-4-2 16,-1 1 4-16,0-2-22 16,0-2-13-16,0-1-14 0,0 0-10 0,1-2-9 15,-1-2-3-15,0 0-8 0,0 0-36 0,0 0-61 16,0 0-56-16,0 0-27 0,-6-13-31 0,2 7-139 15,4-2-440-15,-1-1 196 0</inkml:trace>
  <inkml:trace contextRef="#ctx0" brushRef="#br0" timeOffset="77537.72">12793 6539 71 0,'-1'-3'283'0,"1"-1"-10"0,0 4-7 15,-4-5-14-15,4 3-15 0,0 2-18 0,0 0-22 16,0 0-19-16,-1-5-18 0,1 5-21 0,0 0-10 15,0 0-20-15,0 0-16 0,0 0-8 0,0 0-9 16,0 0-9 0,14 9-5-16,-8-2-7 0,4 0-5 0,3 3-8 15,0 2-2-15,1 3-8 0,0-2 1 0,-1 3-8 16,6 3 3-16,-4-3-2 0,-1 5-3 0,-2-4-2 0,2-3 2 16,-5 5 1-16,-3-3-4 0,3 0-2 15,-5-4 0-15,1 3 0 0,-5-3-6 0,0 0 1 16,0 2-1-16,-4-2 1 0,-1 0-1 0,-1-2 3 15,-2 2-3-15,1-4 2 0,-3 0-1 0,0 0-2 0,1-2 3 0,-1 1-2 16,0 0-1-16,2-3-3 0,1 1 7 0,0-2 3 16,1 0-23-16,1-1-4 0,1 0-2 0,1-1-5 15,0 1-11-15,3-2-13 0,0 0-28 0,0 0-49 16,0 0-62-16,0 0-52 0,-3-10-252 0,3 10-523 0,6-13 233 16</inkml:trace>
  <inkml:trace contextRef="#ctx0" brushRef="#br0" timeOffset="77807.32">13086 6484 202 0,'0'-3'259'0,"0"3"-26"16,0 0-22-16,4-3-27 0,-4 3-18 0,12 5-20 0,-3 0-11 15,3 2-7-15,4 5-9 0,1 1-4 0,6 8-8 16,-4 1-10-16,2 2-4 0,-5 3-7 0,2 0-1 16,-6 2-9-16,-2 0-7 0,0 0-7 0,-6 2-3 15,-4 3-5-15,-3-2-1 0,-4 1-5 0,-3-2-6 0,-3 1-9 0,-5-3-21 16,-5-1-17-16,-3-4-26 0,-1-2-28 0,-5-1-35 16,-2-2-42-16,0-5-75 0,-5-2-179 15,3-6-422-15,0-2 187 0</inkml:trace>
  <inkml:trace contextRef="#ctx0" brushRef="#br0" timeOffset="78161.53">12697 6447 239 0,'-1'-5'250'0,"1"5"-28"0,0 0-24 16,0 0-23-16,0 0-18 0,-10 15-17 0,3-2-16 15,-3 5-12-15,1 9-12 16,-5 4-10-16,-1 4-8 0,1 13-7 0,-3 2 0 15,3 1-12-15,4 0-3 0,2 2-5 0,3-4-4 16,6-1-2-16,3-14 0 0,4 0-7 0,7 1 13 16,5-5 6-16,2-1-1 0,14 3-3 0,-5-11-1 15,5-4-28-15,11-1-70 0,-10-5-102 0,0-6-280 16,3-5-458-16,-5-5 203 0</inkml:trace>
  <inkml:trace contextRef="#ctx0" brushRef="#br0" timeOffset="79596.23">13906 6128 64 0,'0'0'140'0,"0"0"-6"0,-2 4-11 0,2-4 3 16,0 0-4-16,0 0-2 0,0 0-7 0,0 0-7 16,0 0-8-16,0 0-12 0,29-7-7 0,-16 2-11 15,5-2-6-15,1-1-2 16,0-1-4-16,9-3-7 0,-1-2-10 0,-3-3-1 16,4 2-5-16,2-3-3 0,-6 1 7 0,-1-3 2 15,1 1 1-15,-1-2 4 0,-2-1 5 0,-2 1 6 16,-4 0 11-16,-2 6 7 0,-4-2 5 0,-3 2 2 15,1-1 6-15,-5 4-3 0,1 1 11 0,-2-3-12 16,-2 6-7-16,-2-4-9 0,2 6-13 0,-7-2-5 16,1 4-8-16,-5 1 18 0,-1 3-9 0,-6 0-4 0,-2 5-9 0,-9 5-4 15,2 1-3-15,0 6-9 0,-1 1-3 0,-1 4-3 16,4 2-4-16,2 2 0 0,-1 3 1 0,4 0-6 16,2 3 2-16,5 0 4 0,2 0 2 0,6 0 5 15,2-3 2-15,8-1 2 0,2-2 11 0,7-1 6 16,5-2-3-16,6-3 5 0,2-4-4 0,7-3 1 15,3-3-5-15,13 4-1 0,-14-9-2 0,15-2-2 0,-14 3-3 16,-4-4-5-16,4-1 3 0,-7-1-4 0,-8 0 0 0,-4 0-5 16,-4 0-7-16,1 2 8 0,-9-2-2 15,3 0-8-15,-1 1 19 0,-1-1 3 0,-6 0 1 16,7 0 14-16,-7 0-12 0,8 0-6 0,-8 0 0 16,0 0-17-16,9-3-16 0,-9 3-7 0,0 0-32 15,0 0-23-15,0 0-57 16,0 0-51-16,0 0-62 0,0 0-58 0,0 0-216 15,-22-9-555-15,20 4 245 0</inkml:trace>
  <inkml:trace contextRef="#ctx0" brushRef="#br0" timeOffset="80244.56">14872 5390 17 0,'0'-8'232'0,"0"1"-5"15,0 3-5-15,0-1-14 16,-1 0-12-16,0-2-4 0,-1 2-17 0,1 2-14 16,-2 0-18-16,0-1-20 0,-1 0-11 0,-1 3-14 15,5 1-14-15,-17 1-7 0,4 1-7 0,-2 4-7 16,-4 2-9-16,-5 5-8 0,-1 1-2 0,2 3-5 16,0-1-4-16,0 3-6 0,4 1 0 0,0 4-4 15,-1-2-2-15,4 1-3 0,0 0-2 0,4 2 0 16,6-6-1-16,-2-2-1 0,4 0-1 0,2-2-1 0,2-4 2 0,-3-1 4 15,7-2 9-15,0-2 3 0,2-2 9 16,6 0 0-16,-1-4-2 0,2 0-1 0,6-1 4 0,0-3 6 16,0-3 3-16,-1-2 0 0,0-2 5 0,0 0 1 15,5-4 0-15,-5 3-4 0,-4 0-3 0,4 2 3 16,-5-1 9-16,-2 3-4 0,-2 2 6 0,-2 2-2 16,-2-1-1-16,1 1 0 0,-1 1-11 0,-2 0-9 0,0 2-9 0,1-2-9 15,-4 3-6-15,0 0-14 0,9 2-11 16,-5 0 3-16,4 1-13 0,-3 2 0 0,3 2-37 15,-1 1-35-15,2 1-43 0,0-2-58 0,0 3-69 16,1-3-302-16,-1 0-610 0,3-2 270 0</inkml:trace>
  <inkml:trace contextRef="#ctx0" brushRef="#br0" timeOffset="80667.36">15089 5349 283 0,'3'-6'322'0,"2"0"-28"0,-4 3-27 16,2-2-28-16,3 3-27 0,-2 0-26 0,-4 2-23 15,14-3-15-15,-14 3-16 0,18 5-13 0,-5 0-16 16,1 4-6-16,-1 2-9 0,1 3-13 0,-5 1-10 16,-3 2-1-16,7 1-6 0,-6 7-7 15,-3-7-6-15,-2 2-3 0,0 7-3 0,-2-1-6 0,-2-6-1 16,-1 3-5-16,-2-3-5 0,0-3-1 0,-3-2 4 15,3-3-7 1,3-2-2-16,-1-2-1 0,3-1 2 0,-1-2 1 16,-2 0 19-16,2-1 22 0,-2 0 36 0,3-4 48 15,-1 4 35-15,1-4-17 0,0 0-14 0,0 0-17 0,8-20-15 16,-3 8-11-16,1-3-11 0,8-7-9 0,-2-3-24 16,3 2 8-16,-3-4-13 0,4 1-16 0,1 0-11 15,-6 3 1-15,-2 4-2 0,-2 5-4 0,-3 4-1 16,1 0 0-16,-3 5-3 0,3 0-5 0,-1 0-12 0,-3 1-25 15,1 1-24-15,-2 3-21 0,0 0 1 0,0 0 13 16,-3 17 5-16,-1-5 3 0,-6 8 1 0,4 6 11 16,-1 3 4-16,2 0-1 0,0 3 4 0,5-1 5 15,4 2 8-15,2-3 3 0,5-3-10 0,6-1-19 16,5-1-47-16,5-7-63 0,4-1-99 0,7-4-414 16,13-4-717-16,1-3 317 0</inkml:trace>
  <inkml:trace contextRef="#ctx0" brushRef="#br0" timeOffset="81400.53">15865 5637 195 0,'3'-10'256'15,"-1"3"0"-15,-2-1-12 0,3 3-6 0,-2-2-6 16,0 3-6-16,1-1-24 0,-2 5-22 0,1-5-21 16,-2 2-20-16,1 3-21 0,0 0-16 0,0 0-10 15,0 0-14 1,1 17-11-16,-4 3-8 0,-2 6-2 0,4 3-11 0,-2 3-4 16,-3 2-5-16,6 1-4 0,-1-1-3 0,2 1-1 15,-1-1-2-15,0-1-4 0,4 1 1 0,-2-5-3 16,2 0 3-16,4 0-2 0,-3-5-2 15,-1-5-1-15,2-2-2 0,-2-5 1 0,0-3 1 16,0 4 0-16,-2-4-6 0,2-3-6 0,-1 0-7 0,-2-1-3 16,0-1-3-16,2 0 1 0,-2-1-8 0,-1-3-33 0,0 0-64 15,0 0-84-15,0 0-63 0,8-15-203 0,-6 4-497 16,1 0 219-16</inkml:trace>
  <inkml:trace contextRef="#ctx0" brushRef="#br0" timeOffset="81701.34">16187 5584 16 0,'-2'-5'347'0,"2"0"-10"0,0 2-30 16,-2-1-31-16,2 4-28 0,-2-6-27 0,2 6-27 15,0-4-24-15,0 4-21 0,0 0-18 0,-2 14-15 16,2-2-12-16,0 5-9 0,-3 9-13 0,1 2-9 0,2 5-4 15,-4 0-9-15,3 1-6 0,0 3-4 0,2-4-7 0,0 2 1 16,1-2-4-16,0-1-5 0,0-1-4 0,0-1 1 16,1-5 0-16,1-1-4 0,-2-5-3 0,1-2 3 15,-1-3-5-15,3-2 2 0,-5 1-5 16,1-8 0-16,-1 4 1 0,2-2-16 0,-2-1-10 0,1-2-13 16,-1 1-10-16,1-3-12 15,-1 1-6-15,0-3-11 0,0 4-23 16,0-4-69-16,0 0-62 0,0 0-68 0,-10-13-161 15,8 3-477-15,-1-3 212 0</inkml:trace>
  <inkml:trace contextRef="#ctx0" brushRef="#br0" timeOffset="81870.64">16076 5900 177 0,'-9'0'233'0,"9"0"-18"0,0 0-13 16,0 0-11-16,0 0-17 0,0 0-12 0,0 0-14 15,19 0-13-15,1 0-11 0,12-1-13 0,0-1-19 16,8 0-43-16,16 2-58 0,-1-4-62 0,-1 1-77 16,0-2-150-16,-16 0-323 0,-2-2 144 0</inkml:trace>
  <inkml:trace contextRef="#ctx0" brushRef="#br0" timeOffset="82371.89">16744 5692 162 0,'5'-1'207'0,"0"-2"-21"0,3 2-12 16,0 0-23-16,3 1-13 0,1 0-13 0,0 5-16 0,-1-1-11 15,0 1-11-15,7 4-10 0,-5 3 0 0,-3 1-3 16,-1 3-9-16,-4-1-8 0,0 2-2 0,-1 2-5 16,-4-1-5-16,-5 1 0 0,1 5-6 0,-1-4-4 0,-4 2-2 15,-1-2-4-15,0-2-1 0,-2-1 2 16,-1-3-10-16,2 1 5 0,2-1 6 0,-1-6 6 16,1-1 12-16,1 0 13 15,1-2 13-15,3 0 19 0,0-1 28 0,0-1 25 16,1-2 47-16,3-1 27 0,-3 1 1 0,3-1-23 15,0 0-23-15,3-11-20 0,4 0-20 0,1 1-12 16,3-3-11-16,1-2-12 0,4-4-12 0,-3 4-9 16,9-3-8-16,-4 1-14 0,-2 3 3 0,-6 0-9 15,3 3-7-15,-4 3-4 0,0 0-6 0,-3 3-19 16,-2 0 3-16,3 1 3 0,-5-1-9 0,2 3-17 0,-1 0-13 0,-3 2-18 16,0 0-3-16,0 0-11 0,11 7 13 0,-10-1-1 15,3 4 5-15,-1-2 6 0,2 1-2 0,-3 3 5 16,2 0 2-16,0 0-9 0,1 3-23 0,1 0-38 15,0-1-34-15,-1 1-38 0,-1-5-50 0,-2 0-64 16,1-4-78-16,1-1-217 0,-1-3-620 0,-3-2 275 16</inkml:trace>
  <inkml:trace contextRef="#ctx0" brushRef="#br0" timeOffset="82619.19">17167 5648 2556 0,'0'-5'217'0,"3"-2"-57"0,-2 2-38 16,0 1-47-16,0 1-23 0,-1 3-22 0,2-4-10 15,-2 4-7-15,0 0-5 0,0 0-5 0,14 14 11 0,-5-2 1 16,0 5 5-16,4 6 3 0,-1 0 2 0,-1 4-1 16,-1 2 0-16,-3 2-4 0,-3 0 16 0,-4 1-19 15,-4-3 8-15,-2 4-1 0,-2-3-8 0,-1 4-13 16,-6-4-19-16,-2-4-15 0,0-2-21 0,-6-1-24 0,-2 0-31 15,-2-3-45-15,-2-3-45 0,0-6-50 0,-2-3-197 16,-2-4-481-16,-1-4 212 0</inkml:trace>
  <inkml:trace contextRef="#ctx0" brushRef="#br0" timeOffset="82904.28">16733 5419 53 0,'-14'7'218'0,"-3"8"-16"0,-5 6-17 16,-1 7-6-16,-9 15-14 0,2 4-19 0,1 4-2 15,4 3-6-15,2-1-13 0,5 1 3 0,4-1-18 16,6 1-7-16,7 0-4 0,6-3 6 0,4-5 9 16,15 1 6-16,6-3-8 15,7-6-5-15,10-5-31 0,3-6-55 0,9-5-120 16,1-8-327-16,6-6-460 0,-2-8 203 0</inkml:trace>
  <inkml:trace contextRef="#ctx0" brushRef="#br0" timeOffset="86360.02">18786 5975 42 0,'-4'-2'116'0,"4"2"1"16,-6-2-11-16,6 2 5 0,0 0-2 0,-12 2-7 15,12-2 1-15,-3 2-8 0,3-2 7 0,-6 0 0 0,6 0-9 0,0 0 2 16,-5 3-6-16,5-3-2 0,0 0-5 0,0 0 0 15,0 0-4-15,0 0 1 0,0 0 9 0,0 0-4 16,0 0-2-16,0 0-11 0,0 0-4 0,21-3-5 16,-1-2-8-16,8 1-6 0,7 1-4 0,2 0-5 15,19-6-3-15,0 5-4 0,3 1-4 0,0-2-2 16,-4 2-2-16,-3-1-4 16,-1 3 0-16,-15-1-2 0,-4 2 1 0,-1 2 1 15,-13-1-9-15,-4-2-8 0,-2 2-33 0,-4-1-23 16,-1 2-13-16,0 2-1 0,-6-3-7 0,-1-1-26 15,0 0-26-15,-15 5-28 0,4-3-46 0,-7-1-103 16,0 1-328-16,0 0 145 0</inkml:trace>
  <inkml:trace contextRef="#ctx0" brushRef="#br0" timeOffset="86729.66">18859 6188 2 0,'-4'3'149'16,"3"-1"-3"-16,1-2-1 0,-8 5 6 0,8-3 9 15,0-2 2-15,-1 3 7 0,1-3-6 0,10 1-8 0,3-2-12 16,6-2-13-16,17 1-11 0,3-3-13 0,15 0-10 16,5-1-3-16,2-1 0 0,-1 2 4 0,3-3-4 15,3 5-5-15,-7-4-8 0,-6 2-7 0,-18 3-5 16,1 0-6-16,-8 0-8 0,-7 1-2 0,-9-1-6 16,0 1-3-16,-6 1-10 0,3 0-1 0,-2 0-6 15,-1-1-17-15,-3-2-12 0,-3 3-3 0,0 0-10 0,0 0-24 0,0 0-29 16,-12 9-37-16,2-4-37 0,0-3-42 0,1 2-227 15,0-4-446-15,1 0 198 0</inkml:trace>
  <inkml:trace contextRef="#ctx0" brushRef="#br0" timeOffset="87716.72">20523 6116 35 0,'0'0'216'16,"0"0"-15"-16,0 0 0 0,0 0-10 0,0 0-8 16,0 0-3-16,0 0-12 0,0 0-20 0,0 0-14 15,0 0-13-15,10-7-13 0,0 4-10 0,-1-4-13 16,6-1-7-16,2 1-10 0,7-5-5 0,3 2-8 15,1-2-2-15,2 0-10 0,-1-5-2 0,0 3 0 16,-3-1-7-16,2-2-3 16,-1 0 2-16,0-2-3 0,-2-3 5 0,1 5 7 15,-7-4-8-15,2 1 22 0,0 2-5 0,-8 2 1 16,-3 2-2-16,0-1 6 0,-2-2-2 16,-3 5 12-16,0 3-4 0,-2-3-4 0,-2 2-2 15,-1 3-13-15,-1 2-3 0,-2-2-13 0,-7 2-1 0,1 2-8 16,-5 1-3-16,-4 2-4 0,-3 4 8 0,-9 4-11 15,-2 1-3-15,2 6-3 0,-1 4-2 0,0 0-2 0,-8 13 1 16,9-10-1-16,-1 17-4 0,7-13 4 0,4 3-2 16,2 3 2-16,4 0 3 0,2-1 0 0,7-2 1 0,5 0 16 15,5 0 4-15,7-2 7 0,7-1 12 16,8-4 1-16,6-4-4 0,19 0-5 0,5-4 5 16,3-4-1-16,0-5-6 0,1 2 0 0,-2-4-13 15,-8-3-30-15,-15 0-37 16,0-1-34-16,-6-1-35 0,-7-3-51 0,-4 3-60 15,-6 0-90-15,1-1-167 0,-7-1-525 0,-5-2 234 16</inkml:trace>
  <inkml:trace contextRef="#ctx0" brushRef="#br0" timeOffset="88634.54">21417 5198 90 0,'1'-4'196'0,"1"-1"-7"16,2 0-11-16,-2-2 9 0,-1 2-3 0,3 0-4 15,-4-2-5-15,0 4-8 0,0-4-2 0,0 0-9 16,0 5-14-16,0 2-13 0,-1-7-12 0,-3 2-16 16,0 1-13-16,-4 3-10 0,1-2-9 0,-1 3-11 15,-3 0-4-15,-2 0-9 0,-4 4-2 0,-2 1-7 0,-1 3-8 16,-3 4-3-16,-3 0-1 0,-1 3-2 0,3 4-3 16,1 1-2-16,1 2-3 0,1 3 0 0,0 0-3 0,6 0 1 15,0-2-3-15,4 0 1 0,6-4-1 0,-2-2 1 16,4 0 0-16,3-3 4 0,0 1 5 15,4-6 5-15,1 0 3 0,0-3 1 0,4 1 0 16,3-3 2-16,2-4-1 16,2-1 2-16,2-4-3 0,1 0-2 0,-1-2 2 15,1-4 8-15,8-2 4 0,-6-4 3 0,-1 0-3 0,-1-2-3 16,-3 4 6-16,-2 0 1 0,-2 1 1 0,0 4 6 16,-5 0 8-16,1 0 5 0,-1 0 3 0,-2 5 6 15,2 1-3-15,-7-1-9 0,4 0-7 0,1 2-13 16,-5-1-7-16,4 4-21 0,-4 0-5 0,4-2 1 15,-4 2-12-15,0 0-2 0,11 7-16 0,-5 0 2 0,1 1-9 16,2-1-21-16,4 4-32 0,-3 0-30 0,3 3-42 16,2-2-48-16,3-1-69 0,-4 2-291 0,3-5-608 15,-2-1 269-15</inkml:trace>
  <inkml:trace contextRef="#ctx0" brushRef="#br0" timeOffset="89135.93">21698 5154 112 0,'4'-1'210'0,"-4"1"-16"15,12-3-26-15,-5 5-17 0,4-4-16 0,-2 4-16 16,2 1-12-16,-1 0-11 0,2 3-12 0,-1 0-5 15,-1 1-10-15,1 2-5 0,0 4-6 0,-2-3 2 16,0 6-10-16,-4 1-4 0,0-2-4 0,-1 3-1 16,-1 0-6-16,-5-1-4 0,1 4 0 0,-3-3-4 15,-1-1 0-15,0-1 0 16,-3 1 0-16,-1-3 0 0,1-1-5 0,0-1 1 16,0-4 14-16,-1 3-3 0,2-4 11 0,2 1 0 15,-1-3 8-15,2-1 8 0,2 0 7 0,-1 0 14 16,1-1 24-16,-1-1 16 0,3-2 23 0,0 0 19 15,0 0-19-15,0 0-16 0,0 0-8 0,0-15-18 16,4 6-17-16,4-3-1 0,0-5-8 0,0 0-11 16,3 0-9-16,4-9-9 0,0 1 0 0,-1 0-10 0,4 2 3 0,-4 0-12 15,-1 7-4-15,-4 0-1 0,0 3-3 0,-3 2 11 16,2 1 16-16,-4 2-1 0,-3 3 4 16,4 0-10-16,-3 0 0 0,-1 3-9 0,0-2-9 15,2 1-27-15,-3 3-25 0,0 0-17 0,0 0 15 0,0 0-9 16,-3 12 14-16,1-2 8 0,-2 6-5 0,-3 1 16 15,1 7-11-15,-2 1 11 0,6 6-4 0,-1-4 6 0,6-1-4 16,-1-1-7-16,10 3-22 0,3-3-38 0,4-3-49 16,4-3-88-16,9-3-129 0,5-6-241 0,14-2-633 15,-11-8 280-15</inkml:trace>
  <inkml:trace contextRef="#ctx0" brushRef="#br0" timeOffset="90069.4">23353 5086 49 0,'0'-6'248'15,"2"1"0"-15,-1-1-1 0,0 1-8 0,0-1-6 16,2 1-4-16,-1 2 1 0,0-2-18 0,0 1-19 16,-2 4-12-16,0-5-25 0,0 5-16 0,0 0-21 15,1-4-16 1,-1 4-19-16,0 0-13 0,4 10-9 0,-4 1-10 16,0 6-7-16,0 8-5 0,2 4-2 0,-4 5-4 0,4 16-6 15,-2-1 1-15,2 2-1 0,-2-5-8 0,1 2 5 16,2-12-4-16,-3-2-4 0,1 1-1 15,-1-5-3-15,0-1 2 0,4-2 0 0,-4-7-4 16,1-4-3-16,3 1 0 0,-3-6 1 0,-1-2-3 16,0-1 4-16,0-2 5 0,3 0-3 0,-2-2-3 0,-1 1 7 0,0-2 23 15,0-3 9-15,0 6 3 0,0-6-12 0,0 0-5 16,0 3 0-16,2-1-7 0,-2-2 2 0,0 0-26 16,0 0-22-16,0 0-31 0,0 0-33 0,0 0-36 15,0 0-64-15,0 0-84 0,0 0-262 0,0 0-571 16,0 0 253-16</inkml:trace>
  <inkml:trace contextRef="#ctx0" brushRef="#br0" timeOffset="90608.35">22585 5995 155 0,'0'0'176'0,"0"0"-10"15,-2 2-12-15,2-2-14 0,0 0-8 0,0 0-6 16,0 0-10-16,0 0-5 0,0 0-7 0,-4 2-9 16,4-2-8-16,0 0-7 0,0 0-2 0,0 0-13 15,0 0-7-15,0 0-4 16,0 0 3-16,0 0 1 0,-4 1 8 0,4-1 0 16,0 0-2-16,0 0-6 0,0 0-7 0,23-3 1 15,-3 1-7-15,14-2-5 0,19-4-5 0,10 3-2 16,35-5-4-16,7 3 2 0,9-1 2 0,12 1 4 15,10-1 5-15,9-1 2 0,5 7-1 0,7 0 9 16,5-6 2-16,-1 4-2 0,-1-1-1 0,-12 1-2 16,-15 0-1-16,-13 0-4 0,-6-1 1 0,-13 2 7 0,-9-2 2 0,-29 4-2 15,-5-3 0-15,-5 2-3 0,-17 0-4 0,-3-1-2 16,-11 2 9-16,-3 0 6 0,-8-1 17 0,0 0 7 16,1 1 39-16,-7 1 7 0,0-3-9 0,1 1-15 15,-4 0-36-15,-2 2-6 0,5-4-29 0,-5 4-44 16,0 0-50-16,-9-6-42 0,2 6-42 0,-4-2-43 15,-1 4-51 1,1-2-51-16,-6 1-275 0,4-1-612 0,-1 0 271 16</inkml:trace>
  <inkml:trace contextRef="#ctx0" brushRef="#br0" timeOffset="91472.96">23394 6488 44 0,'0'0'250'0,"0"0"-24"16,-4-2-17-16,4 2-26 0,0 0-18 0,-5-3-23 0,5 3-17 16,0 0-11-16,0 0-15 0,0 0-7 0,6 13-14 15,-3-2-8-15,-2-1-8 0,3 7-5 0,1 3-2 16,-1 7-5-16,0-1 6 0,-3 5-5 0,-1-2 0 0,0-1-3 15,0 5 0-15,-1-4-8 0,-2 4 3 0,3-3-2 16,3-1-7-16,-6 2-1 0,2-5-3 0,1 0-4 16,0-8 0-16,0-3 0 0,0-2-5 0,-1-2-1 15,1-4 0-15,1 1-2 0,-1-2 4 0,-1 0 32 16,1-2 27-16,-3-1 36 0,3 1 39 0,0-4 42 16,0 6 34-16,0-6 36 15,0 0-3-15,0 0-29 0,0 0-22 0,-5-20-21 16,3 3-23-16,0 0-16 0,1-9-16 0,-2-5-16 15,3-2-19-15,3-13-17 0,0 1-11 0,4-3-13 16,2 1-13-16,0-3-15 0,-1 0-8 0,2 1-4 16,-1 0-4-16,1 4 0 0,-2 13 2 0,0 0-7 15,0 6 0-15,-1-2-1 0,-1 10-4 0,-1 3-1 16,1 4-1-16,-3 0-1 0,1 5-3 0,0-4-5 0,2 2-21 0,3 0-15 16,3 4-19-16,1 0-21 0,6 3-26 0,1 2-33 15,7 5-27-15,1 2-25 0,0-1-29 0,-2 8-32 16,1 1-44-16,-2-1-44 0,3 4-320 0,-6-2-711 15,-2 0 314-15</inkml:trace>
  <inkml:trace contextRef="#ctx0" brushRef="#br0" timeOffset="91789.39">23423 6771 203 0,'-2'3'312'15,"-3"-3"-19"-15,5 0-23 0,-7 3-9 0,7-3-27 16,0 0-20-16,0 0-25 0,0 0-20 0,0 0-24 0,31-6-9 16,-12 1-15-16,13 1-16 0,4-2-26 0,14-2-23 15,2 0-31-15,11 5-47 0,-3-4-68 0,1-1-88 16,-3 1-243-16,-2-2-455 0,-5 2 202 16</inkml:trace>
  <inkml:trace contextRef="#ctx0" brushRef="#br0" timeOffset="92159.23">24428 6488 222 0,'0'-6'307'0,"2"-2"-14"0,-2 3-17 0,0-2-17 15,3 4-23-15,-3 0-22 0,1-1-25 0,-1 4-22 16,1-5-21-16,-1 5-20 0,0 0-25 0,0 0-11 16,0 0-12-16,2 10-5 0,-2-1-10 0,-2 2-6 15,2 6-6-15,-2 0-4 0,2 1-6 0,-1 2-3 16,-1 5-6-16,-2 0 1 0,3-5-5 0,0-1 0 15,0 1-3-15,-2-2-2 16,3 0 0-16,-4-2-3 0,3-1 1 0,1-1-12 16,-1-4-17-16,1 1-17 0,-1-5-20 0,-1 2-14 15,2-4-15-15,-1 1-3 0,1-2-12 0,-3 0-35 16,3-3-51-16,0 0-60 0,0 0-167 0,-11-12-434 16,8 2 193-16</inkml:trace>
  <inkml:trace contextRef="#ctx0" brushRef="#br0" timeOffset="92459.99">24418 6354 221 0,'-2'-4'237'16,"2"4"-26"-16,0 0-22 0,0 0-20 0,0 0-18 0,0 0-18 16,0 0-11-1,19 12-2-15,-6 0-11 0,1 1-7 0,4 6-5 16,5 3-9-16,-4 0-5 0,7 2-5 0,-4 1-9 15,-2 0-4-15,0 0-10 0,-2-1-6 0,-2 2-2 16,-5-1-8-16,-6 0-7 0,2-7-4 0,-5-1-2 0,-2 2-2 16,-4-1-4-16,-6-1-3 0,-1-3 0 15,-5 0 2-15,2-2 0 0,-2-2 2 0,-1 0 3 16,-2-4 4-16,1 3-2 0,0-5 1 0,0-1-5 0,3 1-1 0,1-1 0 16,1-2-3-16,4 0 3 0,0-1 1 0,4 0-16 15,5 0-36-15,-10-2-52 0,10-4-56 0,0 6-58 16,6-10-213-16,5 2-441 0,5 0 196 0</inkml:trace>
  <inkml:trace contextRef="#ctx0" brushRef="#br0" timeOffset="92845.42">24788 6631 15 0,'-6'1'221'0,"2"0"-20"0,4-1-22 15,-8 1-19-15,8-1-10 0,-5 2-18 0,5-2-13 16,0 0-18-16,0 0-8 0,-8 0-8 0,8 0-12 16,0 0-4-16,-3 2-9 0,3-2-9 0,0 0 1 15,-4 3-7-15,4-3-6 0,0 0-5 0,0 0 3 16,0 0 1-16,0 0 13 0,0 0 10 0,0 0 8 0,0 0 6 0,0 0-5 15,0 0 1-15,0 0 5 0,0 0-3 16,0 0 4-16,0 0-4 0,0 0-1 0,15 2-5 16,-2-4-8-16,7 2-4 0,8 0-4 0,4-1-7 0,4-1-4 15,5 2-3-15,0-2-4 0,-3 2-2 0,-2 0-5 16,-3 0-6-16,-2 0 0 0,-11 0-3 0,1-2-8 16,-8 2-14-1,-4-1-17-15,-2 2-20 0,0-2-12 0,-7 1-17 16,9-1-47-16,-9 1-36 0,0 0-28 0,0 0-32 0,-21-5-182 15,12 2-427-15,-4 1 190 0</inkml:trace>
  <inkml:trace contextRef="#ctx0" brushRef="#br0" timeOffset="93099.34">24977 6498 114 0,'0'-4'335'0,"0"-2"3"0,-1 4 0 0,2-3-11 16,-1 1 0-16,0 4-10 0,-1-6-23 0,1 6-21 16,0-5-25-16,0 5-31 15,0 0-21-15,-1-4-29 0,1 4-25 0,0 0-20 16,0 0-34-16,0 0-1 0,0 0-28 0,-2 14-5 16,1-4-8-16,-4 7 1 0,4 0-6 0,0 8-8 15,-2 1 4-15,-1 2-10 0,4-1 2 0,-1 0-28 16,1-1-17-16,1-1-29 0,3 2-16 0,0-2-39 15,-3-4-37-15,3-3-57 0,0-1-72 0,-2-1-316 16,1-7-629-16,1-3 280 0</inkml:trace>
  <inkml:trace contextRef="#ctx0" brushRef="#br0" timeOffset="93616.27">25593 6474 69 0,'0'-5'285'0,"0"-2"-6"0,0 2-9 16,0-2-18-16,-1 4-21 0,-2-2-18 0,3 5-21 16,-1-7-21-16,-3 4-17 0,3 1-19 0,1 2-14 15,-10-2-13-15,2 2-11 0,0 3-16 0,-2 1-5 16,-8 3-11-16,4 3-2 0,-2-1-12 0,-2 4-7 0,2-1-3 0,-5 2-7 16,1 6-1-16,4-6-2 0,3 1-2 15,-2 0-5-15,3 1 0 0,-2-3-4 0,7 1-1 0,0-4-2 16,3 0-2-16,-1-4-5 0,0-1 0 0,1 1 9 15,4-1 9-15,-2-1 17 0,4-2 16 0,-2-2 5 16,8 3 7-16,-8-3 8 0,17-4-7 0,-7 0 10 16,1-1-1-16,2 0-3 15,2-2-4-15,-2-2-7 0,4 1-15 0,-1 1-5 16,1-2-1-16,-3 2-3 0,-1 1-8 16,-4 1-2-16,0 1-4 0,-1-1-4 0,0 2 2 15,-3 0-8-15,1 1 2 0,-1 1-20 0,1 0 8 0,-6 1-1 16,10 0-8-16,-10 0-2 0,9 0-14 0,-4 1-9 15,2 0-14-15,0 2-24 0,-3 0-30 0,5-1-28 16,-1 3-35-16,1-2-35 0,-3-1-44 0,3 0-60 0,0 1-260 0,-1-3-598 16,-2-3 265-16</inkml:trace>
  <inkml:trace contextRef="#ctx0" brushRef="#br0" timeOffset="93879.31">25789 6273 53 0,'2'-5'355'0,"-1"1"-49"0,2 1-30 0,-3 3-30 15,1-2-21-15,-1 2-34 0,0 0-23 0,12 4-18 16,-6 2-18-16,7 6-8 0,-3 2-11 0,4 10 19 16,-1 1-8-16,-3 1-7 0,2 5-7 0,-5 1-7 15,-1 2-3-15,-4-1-8 0,-3 3-8 0,-2-1 0 0,-4-2-11 0,-6 1-7 16,1-1 4-16,-3-1-14 0,-4-1-20 0,-3-6-21 15,-6 2-26-15,-10 4-39 0,8-10-42 0,-13 6-52 16,-7-9-65-16,13-11-308 0,-4-2-558 0,-13 2 247 16</inkml:trace>
  <inkml:trace contextRef="#ctx0" brushRef="#br0" timeOffset="94318.12">24426 6221 112 0,'0'0'268'0,"0"0"-21"0,-1-4-26 16,1 4-22-1,0 0-25-15,0 0-24 0,0 0-18 0,-14 5-16 16,5 5-13-16,-9 7-12 0,-1 9-10 0,-3 1-7 16,-7 13-10-16,-3 5-5 0,0 0 12 0,3 1-4 15,2 2-10-15,1-1 6 0,4 0 6 0,5-2-1 16,4-11 8-16,4 12 1 0,9-12 6 0,3 0 2 16,3-1 6-16,13-1 2 0,13 6-5 0,11-5-5 15,11-8-13-15,5-4-56 0,33 0-79 0,0-10-106 0,-28-6-331 0,2-9-543 16,-2-1 239-16</inkml:trace>
  <inkml:trace contextRef="#ctx0" brushRef="#br0" timeOffset="95251.48">26532 5269 220 0,'0'-7'266'0,"2"2"-11"0,-1 1-13 16,0 0-19-16,-1 4-20 0,2-7-22 0,-2 7-17 15,1-2-20-15,-1 2-19 0,0 0-20 0,0 0-11 0,0 0-15 16,0 0-10-16,0 22-7 0,-1 4-1 0,-2 3-9 0,-2 5-5 16,-2 11-4-16,2 1-7 0,-1 2 1 0,0-1-6 15,-2-3-2-15,3-8 0 0,-2 11-6 16,7-16 2-16,-5-1-4 0,4-2-2 0,2 0-1 0,-1-3 0 16,0-7 0-16,-2-1-1 0,2-1-2 0,0-6-2 15,0 1 2-15,-3-3 0 0,3-2-5 0,0 1 3 16,0-3-1-1,0 1-1-15,0-3 3 0,0-2-1 0,3 5-7 16,-3-5-5-16,0 0-30 0,0 0-56 0,0 0-49 0,0 0-56 16,0 0-253-16,7-15-480 0,1 6 213 15</inkml:trace>
  <inkml:trace contextRef="#ctx0" brushRef="#br0" timeOffset="95552.03">26921 5274 192 0,'0'-11'326'0,"0"7"-11"0,0-2-22 0,1 2-32 16,-2 0-29-16,1 4-27 0,0-7-28 16,0 7-24-16,0 0-15 0,0 0-15 0,0 0-15 15,0 25-11-15,0 0-9 0,-3 1-8 0,2 6-10 16,-2 0-5-16,1 15-11 0,-3-10 26 0,2-1-12 15,-2 8-6-15,4-8-6 0,-2-2-3 0,2-2-2 16,-2-2-10-16,2-1 1 0,1-3-2 0,-1-7-1 16,1 0-3-16,0-4 0 0,0-1-6 0,0-4-1 15,0 0-11-15,-3 1-24 0,3-6-14 0,0 1-6 0,-1 1-16 0,1-3-11 16,-3 0-16-16,3-3-34 0,0-1-50 0,0 0-71 16,-14-1-270-16,9-4-535 0,0-1 236 0</inkml:trace>
  <inkml:trace contextRef="#ctx0" brushRef="#br0" timeOffset="95852.82">26581 5581 244 0,'-8'0'261'16,"2"2"-17"-16,1 1-13 15,0-1-11-15,5-2-6 0,-7 3-4 0,7-3-8 16,-6 0-13-16,6 0-15 0,0 0-18 0,0 0-11 16,39-5-11-16,-3-1-17 0,20 0-15 0,4-1-9 15,2-1-10-15,0-1-5 0,-3 1-13 0,-4 2-6 16,-16 2-4-16,-4 0-10 0,-3 1-5 0,-10 1-4 16,-4-1-7-16,-3 3-15 0,-3-1-11 0,-1 1-14 15,-2 0-14-15,-5 0-1 0,-4 0 1 0,3 2 5 0,-3-2-5 0,0 0-12 16,-26 7-22-16,16-4-14 0,-2 2-27 0,-6-1-32 15,3 1-34-15,2-2-39 0,-1 2-219 0,4-4-458 16,2 2 203-16</inkml:trace>
  <inkml:trace contextRef="#ctx0" brushRef="#br0" timeOffset="96585.64">27603 5403 101 0,'4'-4'187'0,"4"3"-20"0,-5-2-9 0,5 0-15 16,0 3-7-16,2 0-18 0,0 0-8 0,2 0-14 15,-1 3-11-15,0 1-8 0,0 0-7 0,-1 0-9 16,-1 5-7-16,-1-1 1 0,-1 1-4 0,0 1 1 16,-5 4-5-16,1 1-2 0,-3 2-3 0,-4 0-3 15,0 1 1-15,-6 0 9 0,-3 2-5 0,-6 1-2 0,3 0-6 0,0-8-2 16,-2 7-5-16,-2-1-2 0,3-7-2 0,3-2 1 15,-1 2 5-15,2-5 7 0,4-1 1 0,-1-2 6 16,5 0 13-16,0 0 16 0,-2-2 19 0,3 1 22 16,2-2 29-16,2-1 21 0,0 0-13 0,0 0-19 15,0 0-9-15,9-14-17 0,-3 4-11 0,11-2-8 16,-3-2 1 0,8-5-21-16,-3-4-9 0,3 2-4 0,-1-1-5 15,4-2-7-15,-5 3-7 0,3 0-2 0,0 0-4 0,-9 7 18 16,-1 3-6-16,-7 0 17 0,5 3 13 0,-4 1 0 15,0 2-5-15,-4 3-10 0,1-3-5 0,0 0-8 16,-1 3-14-16,-1-1-3 0,-2 3-17 16,6-2-21-16,-6 2-22 0,0 0-2 0,0 0 6 0,6 9 5 15,-5-1-5-15,-1-3 9 0,1 7 1 0,0-2-4 0,2 3 4 16,1 4-9-16,0-2 19 0,1 0 2 0,1 2-8 16,2-3-20-16,1 1-22 0,2 2-33 0,0-4-37 15,-2 0-43-15,-2-3-56 0,3-5-70 0,-1 2-286 0,-1-2-630 16,-2-3 279-16</inkml:trace>
  <inkml:trace contextRef="#ctx0" brushRef="#br0" timeOffset="96823.98">28120 5291 202 0,'1'-3'311'0,"1"0"-34"0,3 1-27 0,-5 2-27 0,0 0-29 16,11 3-17-16,-4 2-13 0,-2 2-10 0,6 5-12 16,0 5-8-16,-2 8-9 0,1 1-9 0,-2 3-8 15,-3 2-13-15,-4 5-4 0,-2-2-8 0,-7 11-9 16,3-10-3-16,-9 1-7 0,4-4-11 0,-7 0-28 16,1-3-25-16,-7-1-35 0,0-1-34 0,-5-3-41 15,0-2-51-15,-1-5-114 0,-4-5-140 0,1-2-447 0,0-5 198 0</inkml:trace>
  <inkml:trace contextRef="#ctx0" brushRef="#br0" timeOffset="97272.02">27625 5128 47 0,'-26'17'189'0,"1"5"-9"0,-2 3-9 0,-5 12-11 16,0 5-9-16,2 7-11 16,1-3-11-16,5 5-7 0,0-1-14 0,6-1-8 15,6-2-9-15,7-10 8 0,4-3 11 0,5-2 7 16,2 1 7-16,6-3 6 0,3-2 1 0,3-3 5 16,9-5-2-16,2-4-2 0,4-2-4 0,3-3-9 15,1-1-10-15,-2-4-4 0,-3 1-11 0,-4-2 2 16,-7-2 14-16,-4-2-10 0,-2 2 28 0,-6-3 5 15,-1 0 5-15,-3 1-8 0,4-1-1 0,-4 2-4 0,-5-2-19 0,8 0-2 16,-8 0-11-16,6 1-18 0,-6-1-21 0,0 0-39 16,8 1-46-16,-8-1-58 0,0 0-63 0,0 0-101 15,0 0-107-15,0 0-292 0,0 0-705 0,0 0 312 16</inkml:trace>
  <inkml:trace contextRef="#ctx0" brushRef="#br0" timeOffset="110598.79">2951 8511 94 0,'0'0'243'0,"2"-9"-11"0,-4 4-1 0,4 2-7 16,-2-1-10-16,0-1 5 0,-2 1-9 15,2 4-6-15,0-6-9 0,0 6-15 0,0-5-17 0,0 5-3 0,0 0-29 0,2-5-7 16,-2 5-17-16,0 0-12 0,0 0-25 0,0 0-16 16,0 0-24-16,0 0-38 0,0 0-2 0,2 15 1 15,-2 2-2-15,-2 7 1 0,-1 5 21 0,-1 5-2 16,2 0-1-16,-1 13-1 0,0-10-1 0,2-3 0 15,-1 0 2-15,0-1-4 0,1-1 1 0,0-3-1 16,1 0 3-16,-3-2-2 16,3-7 0-16,0-2-4 0,-1-1 5 0,5-6-1 15,-4 3 1-15,1-6 1 0,-1 0 0 0,1-2-1 16,-1-2 3-16,0 2 1 0,0-2 3 0,0-1 11 16,0-3 18-16,2 5 10 0,-2-5 4 0,0 0 12 15,0 5-7-15,0-5 15 0,0 0-3 0,0 0-6 16,0 0-36-16,0 0-38 0,-4-11-37 0,1 4-44 15,1-3-52-15,1-1-71 0,1-7-81 0,-3-1-218 0,2-5-551 16,2 3 244-16</inkml:trace>
  <inkml:trace contextRef="#ctx0" brushRef="#br0" timeOffset="110814.93">2957 8461 43 0,'2'-5'320'0,"-2"2"-10"0,0-2-23 16,2-1-24-16,1 0-28 0,0 0-27 0,4 0-13 16,2-3-27-16,9 1-18 0,0-1-13 0,1 3-13 15,13-3-16-15,-2 1-6 0,2 1-16 0,-6 2-21 16,-3 0-15-16,5 4-31 16,-7 0-37-16,-3 2-37 0,-4 0-36 0,2 4-37 15,-3-3-34-15,-1 6-36 0,-5 2-172 0,-1 2-400 16,-4-2 176-16</inkml:trace>
  <inkml:trace contextRef="#ctx0" brushRef="#br0" timeOffset="111200.3">2982 9148 259 0,'-4'2'259'0,"4"-2"-10"0,0 0-14 0,-5 2-8 16,5-2-15-16,0 0-14 0,-4 1-7 0,4-1-10 15,0 0-24-15,0 0-15 0,0 0-17 0,0 0-14 0,0 0-8 0,24-1-12 16,-4-2-8-16,9-3-11 0,4 0-1 0,5 2-12 16,12-4-5-16,-9 4-10 0,9-2-2 0,-9 5-4 15,-1-4-2-15,-3 2-2 0,-4-1-5 0,-4 1-3 16,-2 1-3-16,-9-1 1 0,-5 3-24 0,-2-1-22 16,-3 0-21-16,-2-1-16 0,-6 2-16 0,7 2-29 15,-7-2-36-15,0 0-46 16,0 0-48-16,-24-6-185 0,8 5-454 0,1-2 202 15</inkml:trace>
  <inkml:trace contextRef="#ctx0" brushRef="#br0" timeOffset="111579.24">3037 8831 188 0,'0'0'281'0,"0"0"-24"0,-8 0-18 0,8 0-21 16,0 0-19-16,0 0-16 0,0 0-21 0,0 0-16 15,0 0-9-15,0 0-12 0,0 0-13 0,0 0-9 16,0 0-8-16,0 0-10 0,0 0-6 0,0 0-8 15,41-3 3-15,-13 1 2 0,3 0-7 0,2-4-6 16,0 2-2-16,2-4-10 16,-3 4-3-16,-1-1-2 0,-5 5-9 0,-4-3 4 15,-2-1-5-15,-2 3-4 0,-4-3-6 0,-2 4-5 16,-3-3-1-16,-3 3-4 0,2-1-14 0,-3 1-16 16,-5 0-21-16,8-1-23 0,-8 1-15 0,0 0-21 15,0 0-34-15,0 0-40 0,-13 9-51 0,5-4-216 16,-2-2-472-16,1-1 209 0</inkml:trace>
  <inkml:trace contextRef="#ctx0" brushRef="#br0" timeOffset="111917.79">4169 8719 141 0,'4'-6'302'0,"0"4"-5"0,-1-1-4 16,0 2-7-16,-3 1-16 0,4-4-20 0,-4 4-25 0,4-3-21 16,-4 3-34-16,2-3-14 0,-2 3-33 0,0 0-27 0,0 0-23 15,0 0-13-15,2 10-9 0,-5-4-6 0,-1 5-1 16,-5 0-6-16,0 5-3 0,-1 1-4 0,-1 0-2 15,-6 4-3-15,4 4-2 0,-3-3-2 0,-1-1-2 16,0 1 0-16,3 0-4 0,2-8-1 0,1 3 1 16,-1-1 2-16,1-3 3 0,2 1-4 0,2-4-13 15,-1-2-18-15,3 1-18 0,-3-4-16 0,3 1-24 0,0-2-29 0,-4-2-43 16,3 1-64-16,-2-3-263 0,-2-1-508 0,5-3 225 16</inkml:trace>
  <inkml:trace contextRef="#ctx0" brushRef="#br0" timeOffset="112234.38">3862 8756 2504 0,'-1'-10'175'0,"0"0"8"0,-2 3 18 15,2 2-2-15,1-2 16 0,0 1-22 0,-4 2-28 16,4 0-30-16,0 4-25 0,0-7-11 0,0 7-14 16,0-3-5-16,0 3-26 0,0 0-12 15,0 0-3-15,0 0-8 0,8 9-5 0,-2 1-4 0,7 4 0 16,5 8-4-16,1 0-2 0,3 5-3 0,-2-5-3 15,3 4 9-15,0-2-4 0,3 0-17 0,-4 1 16 0,2-3-2 16,-4 2 5-16,2-5-5 0,-4 1 2 0,-4-4 3 16,-1-5-5-16,-1 2 2 0,-1-3-3 0,-4-2 3 0,1-1-1 15,0 1-5-15,-3-4 0 0,-1 1 0 16,-1-3 0-16,1 1 5 0,-1 0-1 0,0-2-3 16,-3-1 2-16,3 3 0 0,-3-3 3 0,4 4-1 15,-4-4-3-15,0 0 3 16,0 0-6-16,5 2-3 0,-5-2-6 0,0 0-20 15,0 0-24-15,0 0-29 0,0 0-55 0,0 0-52 16,0 0-40-16,0 0-55 0,0 0-58 0,0 0-279 16,-10-10-663-16,9 6 294 0</inkml:trace>
  <inkml:trace contextRef="#ctx0" brushRef="#br0" timeOffset="112707.93">4770 8833 110 0,'-3'-5'284'0,"-2"1"-14"0,5-4-14 15,-4 6-11-15,3-3-17 0,-3-1-22 0,-1 2-19 16,0 2-22-16,-2-1-19 0,1 0-13 0,-2 2-12 15,-3 1-15-15,-2 0-13 0,-3 4-8 0,0 1-11 16,-2 2-7-16,2 1-9 0,-9 3-4 0,8-1-8 16,-6 5-2-16,1 0-7 0,5-1-6 0,-2 4-1 0,-2 0-6 0,6-2-2 15,1 0 1-15,0 1-5 0,3-3 1 0,3-2-4 16,1 0-2-16,3-4 2 0,1 1 0 0,0-2 5 16,1-1-1-16,1 0 5 0,-1-3 8 0,1 0 11 15,2 1 17-15,-1-4 10 0,9 1 14 0,1-1 15 16,-1-3 2-16,3-2-4 0,3 0-1 0,1-6-2 15,0 0-5-15,-3 0-8 0,5-2-3 0,-4 1-8 0,9-5 2 16,-8 5-20-16,-3-2-4 0,-3 6 0 0,2 0 4 16,-5 0-23-16,0 3 10 0,-1 2-3 0,0-1-6 15,0 1-7-15,-3 0-13 0,2 1-1 0,-4 2-10 16,0 0-6-16,12 5 15 0,-7-3-21 0,5 4-7 16,-2 0-15-16,0 2-17 0,2 0-39 0,2 2-40 15,0 3-45 1,-2 2-65-16,3-8-81 0,-4 0-306 0,1 0-679 0,-1-2 300 0</inkml:trace>
  <inkml:trace contextRef="#ctx0" brushRef="#br0" timeOffset="113321.2">4987 8853 2520 0,'0'0'233'0,"-1"-5"-51"0,1 5-43 0,0 0-1 16,0-5 0-16,0 5-11 0,0 0-9 0,1-5-13 16,-1 5-36-16,0 0 5 0,0 0-7 0,0-3-16 15,0 3-7 1,0 0-7-16,0 0-10 0,0 0-2 0,0 0 0 0,0 0-7 16,3 14 0-16,-6-6-8 0,3-1 3 0,0 4-7 15,0 0 1-15,-1 1 4 0,1 1-4 0,0 3-1 16,-3 0-3-16,-1-5 7 0,3 1-2 15,-3 0-4-15,4-4 4 0,-1 0-2 0,1 0-1 16,-3-3 1-16,6 0 8 0,-6-1 1 0,3 1 34 0,0-5 24 16,0 0 46-16,-1 3 24 0,1-3-12 0,0 0-10 0,8-8-15 15,-3 2-9-15,0-1-6 0,8-6-11 0,-3 1-6 16,-1-2-7-16,5-6-11 0,1 1-5 0,-1 3-7 0,-2 1-3 16,-2 3-2-16,-1 4-7 0,-3-2-3 15,1 3-7-15,-3 3-1 0,-2-1-9 0,3 1-4 16,-1 0-16-16,-3 2-21 0,-1 2-4 0,0 0-1 15,11 5 5-15,-5 0-13 0,-3 1 9 0,4 2-1 0,-2 2 3 0,0 0 1 16,3 6-1-16,-4-1 6 0,2 0-12 0,-1 1-3 16,-1 1 7-16,0-7-11 0,0 4-6 0,-3-5 2 15,3 2 3-15,-4-6 12 0,4 4 1 0,-4-4 16 0,1-2-5 16,3 0 31-16,-4-3 29 0,1 4 30 16,-1-4-19-16,0 0 4 0,0 0-2 0,16-10-10 15,-10-1-2-15,3 1-1 16,1-1-7-16,0-3-5 0,3 0-6 0,-1-3-2 15,2 0 0-15,-2 1-8 0,0 3 8 0,-1 1-10 16,-2 3-3-16,-1 3 1 0,-4-1-11 0,2 2 4 16,-1 1-5-16,-1 3-13 0,1-2-4 0,2 2-13 15,-2 1-15-15,-5 0 0 0,15 4-8 0,-6 1 1 16,4 2-21-16,-3-2-14 0,3 3-25 0,4 2-34 16,-3-1-26-16,1 0-31 0,-1-1-39 0,0-1-35 0,1-1-32 0,-2-1-48 15,-3-2-185-15,4-3-592 0,-5 0 261 0</inkml:trace>
  <inkml:trace contextRef="#ctx0" brushRef="#br0" timeOffset="113606.33">5670 8743 207 0,'3'-24'234'0,"0"3"20"15,-2 5 11-15,1-2 22 16,0 1 19-16,2 1 1 0,-3 5-5 0,-1 1-4 16,0 1-23-16,3 2-17 0,-3 2-27 0,0 0-25 15,0 1-28-15,0 0-33 0,0 4-16 0,0 0-42 16,0 0-40-16,0 0-12 0,0 0-2 0,0 15-7 15,-3 2-5-15,2 7 2 0,-2 5-2 0,-2 2-5 16,4 1 13-16,-5 2-15 0,3 2-2 0,3 1-1 16,-3 7 0-16,3-10 2 0,-1-1-3 0,1 0 1 0,0-3-3 0,0-3 0 15,1-1 4-15,-1-8-1 0,3-2 3 0,-6 1-1 16,3-2 3-16,0-4 3 0,3 1-30 16,-3-6-5-16,0-1-5 0,1-1 6 0,-2 1-6 0,2-1 4 15,-1-4 0-15,0 4-19 0,0-4-26 0,0 0-82 16,0 0-62-16,0 0-54 0,-8-18-55 0,7 9-229 15,0-4-589-15,2-3 261 0</inkml:trace>
  <inkml:trace contextRef="#ctx0" brushRef="#br0" timeOffset="114154.54">5724 8785 158 0,'0'0'283'0,"-1"-3"-16"0,1 3-18 0,0 0-27 15,2-4-19-15,2 2-23 0,-4 2-20 0,17 2-11 16,-6-2-20-16,2 3-6 0,5 1-2 0,-4 0-11 16,4 4-9-16,0-3-7 0,-3 4-10 0,2-4-7 15,-1 5-10-15,-4-3-9 0,-2 0-9 0,-2-1-11 16,-2 1-10-16,-1-2-8 0,-2 1-5 0,-2 2-2 16,-3-3-1-16,-3 4 4 0,-2-2-1 0,-3 1-1 0,-8 0-2 0,-1-2 4 15,0 2-2-15,-8 1-3 0,0-2-2 0,-2-2 2 16,2 0-3-16,4-2 1 0,4-1 0 0,1 2-1 15,5-1 0-15,-1-3 0 0,5 3 6 0,1-3-5 16,1 0-6-16,7 0-23 0,-8-3-23 0,8 3-19 16,4-9-8-16,2 4-8 0,6 0-1 0,7-5-8 15,7-3-13-15,4 2-17 16,0-3 12-16,2 1-9 0,-1-4 9 0,1 2 2 16,0-2 14-16,-2 0 8 0,-3-1 19 0,-1-3 20 15,0 1 29-15,-4 3 34 0,-10 2 28 0,2-1 32 16,-5 3 29-16,2-3 19 0,-4 2 30 0,0 0 22 15,-2 2 11-15,-4 1 18 0,3-2 12 0,-3 4-3 16,-1 4-7-16,3-4-8 0,-3 3-12 0,1 1-18 16,-1 0-19-16,0 3-18 0,0 2-18 0,3-6-14 0,-3 6-36 15,0 0-37-15,0 0-25 0,0 0-21 0,0 0 19 0,-9 14-6 16,2 1 18-16,2 3-30 0,-5 9 14 0,1 2-1 16,1 2 14-16,3-2-14 0,0 1 15 0,-3 0-20 15,7 0 4-15,-4-2-2 0,5-2 1 0,0-7-1 16,0 1 1-16,0-6 1 0,0 0-2 0,1-4 5 15,-1 2-7-15,0-7-8 16,0 2-7-16,2-2-18 0,-2-1-13 16,0-1-4-16,0 2-9 0,2-1-15 0,-2-4-23 15,0 3-22-15,0-3-36 0,0 0-130 0,0 0-347 0,0 0-689 16,11-13 305-16</inkml:trace>
  <inkml:trace contextRef="#ctx0" brushRef="#br0" timeOffset="114589.08">6132 8942 197 0,'0'5'253'0,"0"-5"9"15,0 0 0-15,0 0-1 0,0 0-12 0,0 0-9 16,0 0-16-16,16-3-10 0,-7 2-23 0,2-2-16 0,4 0-20 16,2 1-3-16,2-3-24 0,1 0-11 0,-1-2-13 0,3 0-8 15,0 2-9-15,1-5-2 0,-4 3-12 0,1-5-8 16,3 0-9-16,0-3-5 0,-5 5-4 0,-1-4 0 15,-3-1 1-15,-1 1 4 0,-7 4 11 0,3 1 10 16,-4 1 6-16,0-1-25 0,-2 1 8 0,-3 3-7 16,-3-1-13-16,-2 3-6 0,0 0-8 0,-9 2-3 15,-3 4-5 1,-4 0-5-16,-9 5-20 0,0 4 24 0,-1 2-30 0,-1 0 16 16,5 5-5-16,-1 1 3 0,1 0-4 0,4 1-17 15,4 2 23-15,1 0-2 0,7-1-5 0,3-3 5 16,3 0-6-16,5-1 14 0,5 1-1 0,1-2 3 15,7-2 0-15,10 2 3 0,1-1 7 0,7-4 1 16,6-4-2-16,-1 1-7 0,5-1 0 0,15-3-13 16,-5 1 10-16,-15 0 4 0,3-6 9 0,-3 1-1 0,-8-1 7 0,-8 1 14 15,-6 1 4-15,-3-2 15 0,-3 0 6 0,-1 0 3 16,1 0 4-16,-4-2-3 0,-4 2-5 0,10 0-13 0,-10 0-24 16,8 2-44-16,-8-2-52 0,0 0-52 0,0 0-77 15,0 0-78-15,0 0-113 0,-22 5-330 16,8-5-773-16,-3 0 342 0</inkml:trace>
  <inkml:trace contextRef="#ctx0" brushRef="#br0" timeOffset="115473.4">2498 9748 16 0,'0'0'231'0,"0"0"-9"16,0 0-22-16,0 0-19 0,0 0-12 0,0 0-12 16,0 0-17-16,0 0-10 0,0 0-11 0,0 0-15 15,0 0-11-15,0 0-8 0,0 0-9 0,0 0-9 16,0 0-5-16,0 0-9 0,0 0-4 0,0 0-4 16,0 0-7-16,0 0 0 0,0 0-6 0,21 0-5 15,-15 0-1-15,0 2 0 0,5 0-5 0,1-2 1 16,7 2 1-16,2-2 1 0,8 0-3 0,10 0 3 0,11 0-6 0,9-1 4 15,5 0 4-15,29-4 1 0,7 1 9 0,2 1 7 16,16-5 3-16,12 4 5 0,12-2 2 16,10 2-2-16,9 0 3 0,9 1-6 0,9-3 0 15,5 2-4-15,-5 0-1 0,1-1-5 0,-5 0-3 0,-1-4-5 16,-3 4-1-16,-14 0-1 0,-3 2 0 0,-15-3-5 16,-5 1 0-1,-6 1 0-15,-3-2 7 0,-10 1 8 0,-6-2 5 16,-11 0 9-16,-6 4 8 0,-35 2 3 0,2-1 13 15,-4-2-14-15,-19 0 0 0,0 3-9 0,-3-2 22 0,-5 0 7 16,-10 1 9-16,-6 0 9 0,-2 1 11 16,-1 1 10-16,-3 0 7 0,0-1-3 0,2-2-11 15,-8 3-8-15,9 0-8 0,-4-1-1 0,-5 1-10 16,0 0-9-16,5-1-6 0,-5 1-5 0,0 0-8 0,8 0-8 0,-8 0-9 16,0 0 0-16,0 0-4 0,0 0-22 0,0 0-25 15,0 0-27-15,0 0-54 0,0 0-18 0,6 0-44 16,-6 0-40-16,0 0-38 0,0 0-40 0,0 0-65 15,0 0-383-15,0 0-778 0,9-6 345 0</inkml:trace>
  <inkml:trace contextRef="#ctx0" brushRef="#br0" timeOffset="115959.07">7375 8768 257 0,'0'-4'365'15,"0"-1"-5"-15,0 5 4 0,0-6-10 0,0 6-7 16,3-5-29-16,-3 5-20 0,-3-4-30 0,3 4-26 0,-1-3-29 16,1 3-21-16,0 0-30 0,0 0-47 0,0 0-55 0,1-5-64 15,-1 5-72-15,0 0-53 0,0 0-59 16,0 0-64-16,9 12-293 0,-6-7-589 0,-2 3 260 15</inkml:trace>
  <inkml:trace contextRef="#ctx0" brushRef="#br0" timeOffset="116112.76">7388 9254 259 0,'0'5'267'0,"0"1"-1"0,3-3-2 15,-3 0 3-15,0-3-7 0,2 5-25 0,-2-5-21 16,4 5-21-16,-4-5-25 0,0 0-20 0,10-7-30 15,-10 7-47-15,9-6-52 16,0 3-64-16,0-2-75 0,2-1-71 0,2 1-209 16,1-4-431-16,0 4 191 0</inkml:trace>
  <inkml:trace contextRef="#ctx0" brushRef="#br0" timeOffset="116491.86">7917 9123 64 0,'0'0'272'16,"0"0"-14"-1,0 0-18-15,0 0-13 0,0 0-11 0,0 0-18 16,0 0-12-16,0 0-7 0,0 0-6 0,0 0-10 0,0 0-2 15,0 0-9-15,0 0-6 0,0 0-16 0,0 0-11 16,0 0-11-16,4-2-18 0,6 1-3 0,3 1-12 16,6-5-5-16,1 4-2 0,3-3-16 0,7 3 0 15,0-1-8-15,-2-1-7 0,1 2 1 0,-2 1-2 16,-6-1-8-16,2 0-2 0,-5 1 0 0,-5-2-8 0,-3 2 3 16,0 0-2-16,-2 0 13 0,-3 0-9 0,2 0 5 15,-7 0 3-15,11-2-1 0,-11 2-3 0,5 0-10 16,-5 0-17-16,0 0-36 0,7 0-47 0,-7 0-113 0,0 0-141 15,0 0-216-15,-13-7-599 0,6 2 266 0</inkml:trace>
  <inkml:trace contextRef="#ctx0" brushRef="#br0" timeOffset="127495.73">10612 8785 15 0,'0'0'192'0,"1"-3"-12"0,-1 3-10 0,0 0-17 0,0 0-15 0,0 0-10 15,0 0-14-15,0 0-21 0,0 0-9 0,0 0-4 16,0 0-11-16,0 0-8 0,-15 0-12 0,2 4 4 15,-1 1-10-15,-1 1-7 0,-4 1-6 0,-6 4-1 16,-2-1 2-16,2 0-6 0,-2 1-3 0,-1 1-4 16,-2-1 4-16,4 2-10 0,0 1-1 0,1-2 1 15,0 2-2-15,2-1 0 16,5-1-6-16,3-3 3 0,0 1-3 0,-1 2 3 16,6-3-5-16,1 1 3 0,1 0-1 0,1-3-4 15,1 4 5-15,3-4-3 0,0 3 5 0,6 1-1 16,-2-1 6-16,7 0 8 0,6 2-8 0,0 0 2 15,12 5 0-15,0-6-2 0,4 6-1 0,-1-4 0 16,3 4-1-16,0-1-2 0,-4-1-1 0,-1-3-3 16,1 5-2-16,-11-5 4 0,-1 0-8 0,-3 1-5 0,0 0 9 0,-7-1-6 15,-1-3-2-15,-2 2 6 0,-4-1-4 0,-6 2 2 16,-6-1 2-16,-10 2 1 0,-3 0 4 0,-5-1 0 16,-5-3 0-16,0-1-3 0,-1 1 6 0,-1-4 2 15,1-2 5-15,1-1 1 0,-5 3-6 0,2-5 0 16,4-2 4-16,4 1-5 0,2-2 1 0,9 1 3 15,3-1-24-15,6-1-12 0,-1-1-19 0,7-2-51 0,5 1-38 0,5-5-50 16,4 2-106-16,5-3-308 0,13 2 136 16</inkml:trace>
  <inkml:trace contextRef="#ctx0" brushRef="#br0" timeOffset="127997.11">11104 9123 61 0,'0'0'225'0,"-2"-5"-7"0,2 5-7 15,0 0-14-15,-1-4-16 0,1 4-18 16,-1-4-17-16,1 4-14 0,0 0-14 0,0 0-15 16,-6-1-10-16,6 1-15 0,0 0-7 0,-12 1-9 0,12-1-9 15,-13 4-3 1,7-3-5-16,-3 3-7 0,-1 1-3 0,-3 2-5 16,0 2-3-16,-2 1-8 0,2 0 2 0,-5 4-4 15,5-4 2-15,2 3-10 0,-2 0 4 0,4 2-6 0,-1-1 0 16,2-2-2-16,3-2 1 0,1 2 2 0,1 0-2 15,3 1 3-15,0-3 8 0,0 1 5 16,3-3 4-16,3 1 9 0,0-2 3 0,0-2-1 16,5 1-1-16,1-4 2 0,6 1 0 0,1-2-4 0,-2-2 4 0,-2 1 11 15,-2-3 16-15,1 1 22 0,-1-2 12 0,-3-2 3 16,3-2-5-16,-5-1-5 0,1 1-6 0,-2-3-3 16,1-5-6-16,-4 0 0 0,0-1-27 0,-3 0-9 15,-2 0-22-15,-3 0-3 0,1 0-18 0,-2 2-14 16,-5 1-12-16,2 4-19 0,-1 0-10 0,-1 1-15 15,-3 4-24-15,-1-5-25 16,1 7-24-16,3-1-22 0,-4 4-35 0,5-1-37 16,0 0-210-16,3 2-485 0,-1-2 214 0</inkml:trace>
  <inkml:trace contextRef="#ctx0" brushRef="#br0" timeOffset="128413.51">11321 9307 148 0,'0'0'296'0,"0"0"-14"0,-5 1-5 16,5-1-8-16,0 0-30 0,0 0-22 0,0 0-19 0,6-10-11 0,1 6-29 15,1-4-16-15,3 0-3 0,3-4-28 0,1 0-11 16,8-2-9-16,-9 1-11 0,8-5-6 0,-4-2-7 15,1-3-4-15,0 0-8 0,-2-1-10 0,-2 2-3 16,-1-4-4-16,-1 2-3 0,-3 1-4 0,-2 6-3 16,0-2 4-16,-2 0 13 0,-2 3 9 0,0 0 10 15,-4 5-6-15,0-1-1 16,0-1-10-16,-2 3-1 0,0 0-12 0,-2 1-7 16,-2 0-10-16,1 6-6 0,-2-2-7 0,1 3-3 15,-4 2 0-15,-1 1-8 0,0 2 12 0,-7 2-18 0,0 5-1 0,-5 4 1 16,0 3-1-16,0 3 3 0,2 6 3 0,2 0 2 15,2 2-5-15,2 5 4 0,2-1 0 0,4 14-10 0,6-16-1 16,3 0-5-16,6 0 10 0,6-2-15 16,2-3-3-16,5-1-11 0,5-5-19 0,2-2-36 15,2-3-61-15,4-7-81 0,-4-1-275 0,7-4-555 16,-6-2 246-16</inkml:trace>
  <inkml:trace contextRef="#ctx0" brushRef="#br0" timeOffset="128845.66">11811 9093 292 0,'0'0'375'0,"0"0"-20"16,-3-4-17-16,3 4-20 0,0 0-23 0,0 0-34 0,0 0-29 15,3-7-31-15,-3 7-19 0,0 0-26 0,0 0-10 0,0 0-26 16,0 0-10-16,0 0-13 0,11 11-8 0,-6-7-16 16,-1 3-8-16,1 3-3 0,-2 0-13 15,3 2 0-15,4 2-6 0,-5 1-7 0,3 1 0 16,-3 1-11-16,0 0 3 0,0-1-7 0,3-3 3 0,-3 2-2 16,0-1-6-16,-2-4 1 0,-2-3-4 0,3 2-18 0,-3-3 5 15,-1-1-1-15,3 1 0 0,-2-3 5 0,-1 0 1 16,4 1 45-16,-4-4 46 0,1 3 43 0,-1-3 45 0,0 0 33 15,0 0 6-15,0 0-14 0,0 0-20 16,12-13-19-16,-10 2-23 0,6-4-13 0,1-2-18 16,1-9-12-16,2 0-19 0,3-2-15 0,-4 2-16 0,5 1-3 15,-7-1-15 1,0 12 1-16,1-2-2 0,-5 6-10 0,-1-1 2 16,2 2-4-16,-5 4-18 0,2-2-25 0,-2 2-33 15,4 2-46-15,-5-1-52 0,4 2-55 0,-4 2-53 16,5-1-20-16,-5 1-31 0,7 7-34 0,-1-4-60 0,-1 0-338 15,1 2-804-15,2 2 357 0</inkml:trace>
  <inkml:trace contextRef="#ctx0" brushRef="#br0" timeOffset="129284.52">12254 9221 172 0,'0'0'267'16,"0"0"-4"-16,0 0-4 0,-1 4-4 0,1-4-15 15,0 0-10-15,0 0-19 16,0 0-22-16,5 2-18 0,-5-2-10 0,15-4-22 16,-5 2-16-16,8-5-9 0,0 1-13 0,1 1-11 15,8-4-12-15,0 1-2 0,1-3-8 0,-1 0-9 16,-2 0-5-16,2-4 5 0,-3 2-15 0,-6 3-3 16,3-2-3-16,-7 2-7 0,5-3-3 0,-5 1 3 15,-1 0 0-15,-4 2 10 0,-3 2 11 0,-1-3-1 16,-1 5 1-16,-3-2-3 0,-1 2-9 0,-2 1-9 0,-3 0-3 0,0 1-3 15,-6 1-11-15,-2 1-2 0,-7 2 2 0,-8 6 1 16,-4 0-13-16,1 4 0 0,3 2-2 0,-1 0-2 16,2 2-2-16,2 3-4 0,3 3 5 0,4 2-3 15,3 4 1-15,3-2-2 0,4 2 1 0,7-3 2 16,1-3 4-16,9 6 2 0,0-9 4 0,10 2 0 16,7-2 3-16,3-3 5 0,7-1-4 0,15-4 8 0,4-3 0 0,4 0 17 15,-2-6 0-15,2-2 15 0,-3 1 9 0,-3-2 10 16,-20 2-4-16,-1-1 10 0,-4 0 4 0,-10-1 6 15,-7 3-3-15,1 0 1 0,-3 0-1 0,-3-1-9 16,-1-1-4-16,-5 2-5 0,8 0-7 0,-8 0-21 16,0 0-31-16,8 0-47 0,-8 0-57 0,0 0-75 15,0 0-74 1,0 0-85-16,-30 3-383 0,20-4-776 0,1 1 343 0</inkml:trace>
  <inkml:trace contextRef="#ctx0" brushRef="#br0" timeOffset="132993.57">15368 9149 22 0,'4'-4'222'0,"1"3"-8"16,-5 1-2-16,6-7-1 0,-6 5-8 0,3-2-8 16,-3 1-16-16,0-2-16 0,0 5-14 15,-3-8-19-15,-2 7-15 0,-1-3-22 0,-7 0-11 16,0 2-10-16,-7 1-9 0,-8 2-6 0,-3-1-8 0,0 0-3 15,-3 6-4-15,2-2-7 0,-4 0-2 0,-1 3-4 16,3 3-2-16,-2 0-5 0,1-1-1 0,3 3-4 0,4-1-3 16,0 1-1-16,5-2-2 0,4 0-2 0,4 2-10 0,2-2-5 15,3-2 4-15,-1 5-1 0,5-1-1 0,3-3 3 16,2 3 0-16,5-2 3 0,1 0-5 0,8 4 9 16,5-2-1-16,10-2 3 0,1-4-3 0,7 0 0 15,1-5-1-15,4-1-2 0,-4 0-3 0,-1-1-4 16,4-4 0-1,-6-1-2-15,2 0 1 0,-4-5-4 0,-4-2 8 16,-3-1 0-16,-2-1 2 0,-1-4 13 0,-3-1 2 16,-1-3 5-16,-4-4 0 0,-1 2-3 0,-4-8 8 15,1 1-9-15,-2 0 5 0,-3-1 10 0,-2-1 8 16,-1 0 17-16,-2 2 19 0,0 2 10 0,-2-2 13 16,0 5 12-16,0 2 11 0,-1 4 20 0,2 4-27 15,-3 2 12-15,0 3-6 0,4 3 2 0,-5-1-2 0,5 4-14 0,0 0-5 16,-1 1-18-16,-2 0-11 0,3 0-10 0,0 5-9 15,-1-6-8-15,1 6-14 0,0-4-31 0,0 4-28 16,0 0-37-16,0 0-22 0,0 0 9 0,0 0 5 16,0 0 8-16,0 21 6 0,-1-8 5 15,1 2 8-15,0 4 2 0,0 0 8 0,1 1 0 16,-1 1 2-16,1 4 2 0,2 0 8 0,-2 1-2 0,3-2 5 0,-3-7 1 0,3 10 6 16,0-8 2-16,0 0 10 0,-2-1-9 15,2 1-2-15,1-2-1 0,0 1 6 0,-2 2 4 0,1-2-1 16,-1-2 1-16,-1-3 4 0,0 3-1 0,1-8-3 15,-1 3 2-15,0-2-2 0,-1-2 2 0,0 0 3 16,1 0-4-16,-1 0 4 0,0-1-1 0,-1-1-1 16,3 1 5-16,-2-4-4 15,-1 3 1-15,0-1 1 0,1 0 0 0,-1-4-4 16,1 7 6-16,-1-6-5 0,2 3 0 0,-2-4-1 16,0 0 3-16,0 5 1 0,0-5-1 0,0 0-1 15,0 4 4-15,0-4 2 0,0 0-6 0,0 0 0 16,1 4 8-16,-1-4-1 0,0 0 5 0,0 0-6 15,0 0 6-15,5 3 15 0,2-3-7 0,3-4-8 16,10-1-27-16,10-3-63 0,4 0-94 0,20-8-160 0,-3-6-232 16,-1-2-611-16,-2 0 270 0</inkml:trace>
  <inkml:trace contextRef="#ctx0" brushRef="#br0" timeOffset="133858.18">15617 8426 205 0,'0'0'264'0,"5"-4"-18"0,-5 4-20 0,0 0-24 0,0 0-22 15,3-4-18-15,-3 4-16 0,0 0-14 0,0 0-18 16,0 0-12-1,9 1-12-15,-9-1-11 0,10 5-7 0,-1-3-12 16,-4 3-3-16,4 0-17 0,-1 5-2 0,0 0 0 0,0-1-5 16,1 6-2-16,3-1-1 0,-5 0-3 0,0 6 1 15,-2-3-2-15,-1 0-3 0,-3 1-2 0,-1 0-4 16,-1-1 4-16,-3 3-4 0,-3-2 2 0,1 2-3 16,-2-3-2-16,0-2 1 0,0 0 1 0,1-5-3 15,1 1-5-15,-2-3 2 0,2-1-1 0,3 1-3 0,1-4 0 16,-1 1 2-16,1 0 1 0,0-2-1 0,1 1 11 15,1-4 22-15,-2 4 2 0,0-2 8 0,2-2 13 16,0 0 1-16,11 3 6 0,-11-3-6 0,21-5-6 0,-9 2-9 16,7 2-1-16,0-3-2 0,4 1-9 15,-2 0-3-15,-1-2-1 0,8 0 1 0,-7 4-14 16,-2-2 2-16,-6 1-1 16,-1 1-5-16,1-1-1 0,-3-1-8 0,-3 3 9 15,0 0-9-15,0-2-6 0,-7 2 1 0,9 0-1 16,-9 0-3-16,5 0-13 0,-5 0-21 0,0 0-21 15,0 0 5-15,3 2-14 0,-3-2-29 0,-10 7-39 16,3-2-47-16,2-2-63 0,-5 2-244 0,3-2-526 16,1-1 233-16</inkml:trace>
  <inkml:trace contextRef="#ctx0" brushRef="#br0" timeOffset="135415.01">16067 8918 141 0,'0'0'253'0,"4"-7"-6"0,-4 5-3 16,0 2-7-16,1-5-11 0,-1 5-12 0,4-3-17 15,-4 3-16-15,0 0-17 0,0-4-16 0,0 4-16 16,0 0-16-16,0 0-14 0,0 0-12 0,0 0-13 16,0 0-15-16,0 0-10 0,0 0-6 0,0 0-3 15,10 9 1-15,-5-4-11 0,0 3-8 0,4 1-1 0,-1 0-5 0,1 1-6 16,0-1-1-16,2 3 0 0,-2-2-5 0,0-3-3 16,0 2 4-16,1-1-5 0,-2-3 5 0,-1 0-2 15,0-3 2-15,-1 3-6 0,2-5 8 0,-3 0-2 16,4-2-3-16,0-1 3 0,0-1 0 0,-1-3 7 15,2 1 4-15,-2-4 8 0,-2 4 2 0,4-7-1 16,-3 2 7-16,-1 1 11 16,3-5 1-16,-3 5 2 0,-1-1 9 0,-1 3 13 15,1-1-7-15,-2 3 3 0,0 0-7 0,-1 1-7 16,-1 2-7-16,2-2-10 0,-2 3-5 0,3-2 0 16,-3 1-14-16,-1 3-23 0,2-3-23 0,-2 3-25 15,0 0-23-15,0 0 2 0,0 0 7 0,2 12 7 16,-3-4 6-16,1 5-2 0,-1 3 7 0,-1 3 4 15,1 5 3-15,-3 5 4 0,3 0 1 0,1 0 5 0,-1 0 5 16,1 3 6-16,1 2 2 0,0-1-1 0,1-1 7 0,1-2 2 16,1 0 1-16,-1-1-1 0,-1 0 5 0,0-4 4 15,-1-5-3-15,0-2 1 0,0-1-1 0,-1-1 6 16,0-3-3-16,-1-1 0 0,0 0 2 16,-2-2 2-16,2 0 3 0,-2-5-3 0,1 4-3 0,-1-4 5 15,-2 0 1-15,3 2 4 0,-3-2 1 0,-2-2 3 0,2 1-2 16,-1 0 9-16,-6-1-6 0,3-2 3 0,-1 1 10 15,1-1 2-15,3-1 8 0,-2-1 11 0,0-1 10 32,1-1 4-32,-1 1-7 0,0-2-2 0,3-2 5 0,-5-3 3 0,4-1 10 0,3-2-13 0,-5-5-10 15,4-2-7-15,6-7-1 0,0-2-5 0,0 2-5 16,5-5 0-16,5 4-6 16,-1-1-3-16,2 2 1 0,1 0 4 0,0 1 2 15,4 4-1-15,-2 1-1 0,4 0 1 0,-6 6 5 16,1 2 13-16,-2 0-1 0,1 0 7 0,-4 5 6 15,-2 0-12-15,3-1 0 0,-5 4-9 0,0-1-1 16,-1 0 1-16,-1 1-7 0,2 1-2 0,-4 0-5 16,-2 3-7-16,6-4-21 0,-5 3-16 0,-1 1-58 15,4-2-26-15,-4 2-51 0,0 0-50 0,0 0-45 0,0 0 6 0,0 0-28 16,0 12-296-16,-4-6-618 0,-1-2 273 0</inkml:trace>
  <inkml:trace contextRef="#ctx0" brushRef="#br0" timeOffset="135963.23">14830 9745 4 0,'-5'0'196'0,"5"0"-8"16,0 0-14-16,-5-2-8 0,5 2-13 0,0 0-15 15,0 0-8-15,0 0-13 16,-5 0-12-16,5 0-15 0,0 0-8 0,0 0-5 15,0 0-11-15,0 0-11 0,0 0 1 0,0 0-10 16,0 0-3-16,0 0-6 0,0 0-6 0,0 0 2 16,0 0-7-16,0 0 2 0,0 0-7 0,0 0-1 15,0 0-4-15,0 0-3 0,0 0-2 0,0 0-1 16,0 0 4-16,0 0-2 0,0 0 8 0,0 0 14 16,0 0 12-16,0 0 7 0,29 0 3 0,-9-4-5 0,14 0-4 0,19-3-5 15,11-2-4-15,33-5 2 0,7-1-2 0,12 0-6 16,13 1 4-16,9-1 2 0,3 1 2 0,2-1-3 15,0 0 3-15,-1 1-5 0,-8 0-2 0,-5 4-3 16,-11 2-5-16,-11 1 1 0,-19-3-3 0,-27 3-3 16,-2 3 1-16,-18 2-3 0,-2-3-4 0,-6 2 0 15,-5-1-4-15,-10 3 8 0,-4 1 0 0,-3-2 9 0,-2 1 4 0,-2 1 19 16,-1 0-7-16,-2-1 6 0,-4 1-7 0,7-3-13 16,-7 3-22-16,3-2-22 0,-3 2-32 0,0 0-38 15,-18 0-42-15,7 2-50 0,-2-2-57 16,0 0-224-16,0 2-495 0,-3-1 219 0</inkml:trace>
  <inkml:trace contextRef="#ctx0" brushRef="#br0" timeOffset="142332.76">15796 10203 115 0,'-4'-6'163'0,"4"6"-9"0,-7-7-23 15,0 5-15-15,-7 0-10 0,-6 0-12 0,-2 3-11 16,-5 2-12-16,-2-1-4 0,-2 1-2 0,-1-1-2 16,0 3-10-16,0 2-2 0,0 0-1 0,0 1 2 15,-1-2-4-15,1 5-2 0,5-4 0 0,-3 3-3 16,3-1 1-16,8-1-6 0,1 2-10 0,0 0 4 0,4-2-4 0,0 2-5 16,2-4 2-16,3 3-6 0,3-4-7 0,0 3 2 15,2-2-1-15,0 1-4 0,1 1 3 0,6-3 5 16,-2 4-2-16,6-1 1 0,2 0 4 0,3-2-1 15,4 1 6-15,4-2 3 0,8 0-2 0,0 0-3 16,-8-5-1-16,9 0-2 0,-6 0-1 0,4-4-1 16,1 0-3-16,-7 1 2 15,6-5 4-15,-6 0 14 0,-1 1 14 0,-6-1 5 16,4-3 8-16,0-3 9 0,-5-1-1 0,1-7 0 16,-1 0-2-16,-4-2 4 0,-3-4 1 0,3-1-10 15,-7 3 3-15,2-4 3 0,-2 1 0 0,-1-2 3 16,-1 2 10-16,-3 1 13 0,2 0 1 0,-2 3 14 15,1 8 2-15,1 0 4 0,-2 5-7 0,1 2-3 16,-1 2-8-16,3 2-14 0,-1 1-6 0,0 1-15 0,1 0-11 0,0-1-31 16,-2 1-46-16,2 4-48 0,0 0-21 0,0 0 3 15,0 0 10-15,-5 18 4 0,5 0 12 0,0 9 16 16,0 4-4-16,-1 1 1 0,1 1 4 0,0 2 16 16,1 1-5-16,-1-2 5 0,5-1 3 0,-1 1 3 15,1-2 4-15,0-5 2 0,0-1 2 0,-1-7 2 16,0-3 6-1,-1-3 0-15,-1-1 3 0,1-2-3 0,-1 0 7 0,1-5-4 16,-3 1 7-16,1-1 5 0,-1 0 6 0,1-2 3 16,0-1 5-16,1 3 12 0,-2-5 2 0,1 3 14 15,-1-3-5-15,1 5 4 0,-1-5-2 16,0 0-5-16,0 0-3 0,0 0-2 0,0 0-3 0,0 0-6 16,0 0 2-16,2 2-8 0,-2-2-23 0,0 0-20 15,0 0-37-15,0 0-66 0,0 0-89 0,0 0-89 0,-8-12-229 16,7 6-577-16,-3 1 255 0</inkml:trace>
  <inkml:trace contextRef="#ctx0" brushRef="#br0" timeOffset="142833.87">15988 10110 88 0,'6'-4'180'0,"1"1"-18"0,0 1-20 16,2 2-11-16,0 0-17 0,4 0-14 16,1 2-5-16,-4 1-10 15,3 3-6-15,-3 2-8 0,6 3-6 0,-4 2-9 16,-2 2-7-16,2 0-5 0,-3 4 2 0,-1 3-16 16,-3-2-1-16,-3-1 1 0,0 6-5 0,-2-5-5 15,-2-2 3-15,0 1 2 0,-3-2-4 0,-1-1-4 16,1-4-1-16,-2 2 3 0,-1-2-5 0,2-4 11 15,0 2-1-15,4-5 1 0,-2 2 11 0,0-4 9 16,1 3 10-16,0-3 17 0,0-1 19 0,3-2 27 0,-1 6 21 0,1-6 28 16,-4 3 24-16,4-3 12 0,0 0-32 0,0 0-29 15,7-16-22-15,-2 2-13 0,4-2-13 0,2-7-10 16,3-4-18-16,2-1-13 0,0 2-8 0,2-1-5 16,-1 0-10-16,-4 3 6 0,0 2-14 0,-5 5 5 15,4 2-1-15,-7 6-6 0,1 0 3 0,-2 3-2 16,0-1-5-16,-3 2-5 15,3 1-7-15,-3 1-21 0,2-1-14 0,-3 4-23 16,4-1-5-16,-4 1 7 0,0 0 0 16,1 12 6-16,3-2 6 0,-4 2 3 0,-4 5 3 0,4 0 4 15,4 9 0-15,-3-7 5 0,0 0 4 0,6 1-1 16,-1 4 4-16,-1-6 3 0,5-2 6 0,2 1 4 16,5 2 2-16,-1-5 0 0,1-4 3 0,1 0-31 15,2-2-42-15,-1-4-59 0,3 1-64 0,5-4-73 0,-7-4-202 0,0-2-509 16,-1-2 226-16</inkml:trace>
  <inkml:trace contextRef="#ctx0" brushRef="#br0" timeOffset="143382.07">16554 9888 193 0,'7'-3'200'0,"-2"0"-19"15,3 2-17-15,-3 1-19 0,3-3-12 0,0 3-17 16,1 3-7-16,2-3-15 0,-3 2-6 15,1 3-7-15,-2-3-5 0,2 5-4 0,0 2-4 0,0 0-3 16,-5 3-6-16,1 0 1 0,-1 3-8 0,-3 2-6 0,3 1 0 16,-8 2-8-16,2-3-4 0,-5 0-6 0,2 1-1 15,-2-1-5-15,1-1 0 0,-2 0 2 0,2-6-2 0,0 0-2 16,2-2 1-16,-2 1-5 0,1-5 2 0,2 1-1 16,1 0 1-16,-1-2 0 0,0 1 21 0,3-4 1 15,-1 6 21-15,1-6 9 0,-1 4 13 16,1-4 10-16,-1 3 11 0,1-3 9 15,0 0 5-15,0 0 1 0,0 0 5 16,0 0-4-16,0 0-15 0,0 0-7 0,17-3-14 16,0-2-2-16,4-1-13 0,8-1-12 0,4-1-2 15,6 0-6-15,-1 1-1 0,-1 1-10 0,1-2-1 16,-2 3-4-16,-4 2-8 0,-3-2-9 0,-2 1 7 0,-6 4-1 16,-3-3-9-16,-5 3 7 0,-1-2 4 15,-5 2-18-15,1 0-10 0,-3-1-3 0,3 1-8 0,-8 0 6 0,8-1-7 16,-8 1-4-16,6 1-2 0,-6-1-6 0,0 0-2 15,5 1-5-15,-5-1-4 0,0 0-21 0,0 0-17 16,8-2-15-16,-8 2-5 0,0 0-20 0,0 0-31 16,0 0-44-16,0 0-54 0,0 0-276 0,0 0-564 15,0 0 249-15</inkml:trace>
  <inkml:trace contextRef="#ctx0" brushRef="#br0" timeOffset="145656.78">17953 9531 84 0,'-13'-1'202'0,"13"1"-14"0,-5 1-6 0,5-1-8 16,0 0-5-16,0 0-5 0,0 0-7 0,0 0-10 15,0 0-8-15,0 0-11 0,0 0-10 0,0 0-16 0,0 0-9 0,0 0-10 16,0 0-6-16,0 0-10 0,0 0-4 0,0 0-10 15,0 0-2-15,-4 1-1 0,4-1-12 0,0 0-2 16,0 0-7-16,0 0 4 0,0 0-3 0,0 0-3 16,0 0 2-16,0 0-3 0,0 0-3 0,0 0 1 15,0 0-1-15,0 0-3 0,0 0-5 0,0 0 6 16,0 0-3-16,0 0-6 16,0 0-2-16,0 0 1 0,0 0-2 0,0 0-2 15,0 0 1-15,0 0-6 0,0 0 2 0,0 0 5 16,0 0-9-16,0 0 3 0,0 0-2 0,0 0 1 15,0 0-1-15,0 0-1 0,0 0 3 0,0 0-1 16,0 0-3-16,0 5 3 0,0-5 7 0,0 0-7 16,0 0-2-16,0 0 0 0,0 0 0 0,0 0 2 15,0 0 3-15,0 0 2 0,0 0-2 0,0 0 5 0,0 0 1 0,27-6 1 16,-9 1-2-16,10 1-2 0,7-1 2 0,2-3-1 16,18 2-3-16,2-8-2 0,5 6 3 0,-6-1 2 15,-1 2-5-15,-17-1 0 0,2 4-1 0,-1 1-2 16,-8 0 2-16,-1-1 2 0,-8 4-2 0,-3-3-1 15,-1 1 0-15,-7 1-2 0,0-1 1 0,-2 2-4 16,-4 0-8-16,3 0-5 16,-8 0-10-16,6 0-13 0,-6 0-18 15,8 0-7-15,-8 0-13 0,0 0-7 0,0 0-30 0,0 0-30 16,0 0-36-16,-21 2-205 0,16-2-417 0,5 0 186 16</inkml:trace>
  <inkml:trace contextRef="#ctx0" brushRef="#br0" timeOffset="146111.25">19116 9058 77 0,'0'0'257'0,"1"-4"-20"0,-1 4-23 0,0 0-19 16,3-1-20-16,-3 1-21 0,0 0-20 0,0 0-19 0,0 0-19 15,0 0-13-15,0 0-14 0,-3 11-8 0,-1-2 0 16,2 3-12-16,-6 6-9 0,-1 7-2 0,-1 1 0 15,-3 3-6-15,3 1-3 0,-2-3-3 0,0 2-2 16,0 0-2-16,1-5-2 0,4 2-1 0,-2-2-7 16,4-6 2-16,1-1-2 0,1-1-1 0,0-4 3 15,0 0 15-15,2-4 2 0,0 1 9 0,1-4 7 0,1 0 9 0,0 3 9 16,2-4 6-16,1-1 1 0,3 1 4 0,4-1-4 16,0 0-8-16,10-2-4 0,0 0-3 0,2-1-7 15,-2-1-7-15,6 0-9 0,-6-2-18 0,0-1-34 16,-2 1-36-16,0 0-45 0,-1-1-48 0,1-4-41 15,-5 5-77-15,4-4-142 0,-9 0-441 0,1 2 196 16</inkml:trace>
  <inkml:trace contextRef="#ctx0" brushRef="#br0" timeOffset="146289.6">19287 9370 327 0,'0'0'368'16,"0"0"-19"-16,0 0-17 0,0 0-26 0,0 0-40 15,0 0-26-15,0 0-32 0,0 0-26 0,0 0-23 0,0 0-22 0,0 0-18 16,3 15-10-16,-1-1-13 0,-2 3-9 0,0 7-6 16,0 5 0-16,1 0-13 0,3-1-3 0,-1 2-11 15,2-1-35-15,0 0-34 0,-1-2-37 0,1-1-62 16,0-1-82-16,0-1-75 0,-1-9-231 0,0-3-542 16,-3-7 240-16</inkml:trace>
  <inkml:trace contextRef="#ctx0" brushRef="#br0" timeOffset="147260.09">20313 9299 83 0,'-2'-5'193'0,"-5"-3"-18"0,1 5-9 16,-2 1-15-16,-2-3-19 0,-8-2-13 0,0 6-7 16,-4-1-13-16,3 2-12 0,-9 0-7 0,-3 0-10 15,1 3-3-15,0 1-7 0,2 4-2 0,-1-3-7 0,-1 3-5 16,5 1-3-16,-2 2-5 0,6-4-4 0,5 3-6 16,-2-2-6-16,3 6 0 0,2-4-4 0,3 2 3 0,3 1-9 15,2-2 2-15,2 1-2 0,5 1 5 0,1 0-3 0,4 2 6 16,5-2 7-16,3-1 7 0,3 0-5 15,1-2-1-15,9-3-3 0,2 4 3 0,-1-7 0 16,3-2-1-16,-1 1-5 0,-2-6 2 0,0 1-4 16,-7-4-2-16,-4 0 9 0,1-3 7 0,-1-2 14 0,-1-2 8 15,3-6 7 1,-7 2 4-16,-1-5-2 0,-1-2-3 0,-2-5 1 16,-4 0-5-16,0-2-4 0,0-5 6 0,-1-11 2 15,-3 11-5-15,3-10-3 0,-4 10 3 0,-4 4 2 16,2-1 12-16,-1 4 9 0,0 4 14 0,1 5 10 15,-2 4 8-15,2-1-4 0,-1 7 5 0,2 1-13 16,-2 2-15-16,2 0-12 0,1 2-7 0,-1 2-27 16,0 0-40-16,1 3-53 0,-2-4-10 0,2 4-10 0,0 0 8 0,-5 17 5 15,4 0 7-15,-3 1-1 0,3 10 10 0,0 0-1 16,2 2 8-16,0 2 6 0,1 1 0 0,4-1 9 16,-2 2-1-16,-2-3 2 0,5-1 7 0,0-2 2 15,-3-9-1-15,2 1 5 0,-1-2 4 0,-1-2 1 16,0-6-1-16,-1 1 4 0,1-3-2 0,-2 1 4 15,1-4-5-15,-1 0-3 0,1 0-4 0,-3-2-3 0,0 1-11 0,0-1-8 16,0-3-13-16,2 4-23 0,-2-1-25 0,0-3-26 16,0 0-79-16,0 0-299 0,-15-7-539 0,11 1 239 15</inkml:trace>
  <inkml:trace contextRef="#ctx0" brushRef="#br0" timeOffset="147877.34">20437 9133 122 0,'1'-2'328'0,"-1"2"-30"0,2-6-24 15,-2 6-30-15,4-2-25 0,-4 2-28 16,0 0-20-16,0 0-28 0,0 0-25 0,7-2-13 0,-7 2-12 16,9 7-15-16,-4-3-21 0,0 0-17 0,4 3-21 0,-1 2-24 15,0-1-9-15,-1 1-19 0,3-3-5 0,-2 3-6 16,1-1-2-16,-4-1-2 0,4-2 1 0,-4-1 3 15,-1-1-5-15,1 1 9 0,-1-4 14 0,0 3 28 0,-4-3 22 16,6 0 11-16,-6 0 6 0,8-5-2 0,-7-2-2 16,2 2 1-16,-2-4 4 0,3 1-2 15,-3-2-1-15,2 1 9 16,-2-2 7-16,-1 2 4 0,1 0 5 0,3 4 4 16,-3-2 8-16,-1 2-5 0,0 0-4 0,0 1-6 15,3 1-5-15,-3 3-9 0,1-5-7 0,-1 5-8 16,0-5-17-16,0 5-24 0,0 0-10 0,0 0-2 15,0 0 2-15,0 18 1 0,3-8-3 0,-3 9 4 0,0 8 5 16,0 0-2-16,-3 5 2 0,6-1 2 16,-2 5 4-16,-1 0-2 0,0 9 2 0,0-9 6 0,1-2-2 0,-1-1-1 15,3-1 1-15,-2-1 2 0,-5-1-1 0,4-1 3 16,-1-4-2-16,-3-5-2 0,4-3 2 0,-4 0 0 16,-1-5 5-16,4 0-4 0,-3-3 1 0,0 0-2 15,-1-1 0-15,4-3 8 0,-6 1-1 0,0-4 9 16,-1 0 1-16,-3-2-2 0,-1 0 15 0,-1-4 7 15,2 0 11-15,0-3 2 0,-2-4 8 0,-1-3 0 0,3-3-8 0,1-8-12 16,1-1-5-16,7-6-1 0,0 1-8 0,5-3-1 16,5 0-3-16,2 2 2 0,0 1-4 0,5 2 0 15,1 5-1-15,2-3 6 0,3 5-3 0,1 1-6 16,5 3 3-16,0 0 5 0,2 2-9 0,3-1 7 16,-5 4-1-16,0 3-3 0,-7 1 0 0,-2 2-2 15,0-1-7-15,-8 5 3 16,-1-2-2-16,1 1-7 0,-3 1-4 0,-2 1-17 15,-1 2-19-15,-4 0-10 0,0 0-7 0,6 3-19 16,-2 1-7-16,-8 1-22 0,2 2-28 0,-5 0-35 16,1 1-41-16,-5 4-275 0,-2-3-523 0,-2 0 233 15</inkml:trace>
  <inkml:trace contextRef="#ctx0" brushRef="#br0" timeOffset="148316.15">19756 9808 58 0,'-11'0'244'0,"0"0"-22"0,6 0-7 16,-3-2-14-16,2 4-15 0,6-2-14 0,-9 0-15 15,9 0-13-15,0 0-11 0,-9 0-5 16,9 0-11-16,0 0-11 0,-5 1-13 0,5-1-10 16,0 0-5-16,0 0-10 0,0 0-10 0,0 0-1 0,0 0-10 0,-7 0-1 15,7 0-7-15,0 0-1 0,0 0-2 0,0 0 3 16,0 0 1-16,0 0 2 0,0 0 2 0,0 0-5 16,0 0 4-16,25-3-2 0,-3-2-4 0,14 0-3 0,17-2-2 15,11 0-5-15,27-6 1 0,5-1 6 0,12 2 3 16,-3-3 5-16,6 1 4 0,2 1 1 15,-3 2 2-15,-7 4-5 16,-10 0-4-16,-34 2-8 0,1 2 0 0,-6-2-2 16,-16 2-3-16,-6 1-3 0,0 0 9 0,-11 0-14 15,-6 1-2-15,-6 1-2 0,2 0-6 0,-3 0 2 16,-3-2-7-16,-5 2-14 0,9-1-11 0,-9 1-4 16,0 0-15-16,0 0-21 0,-18 4-32 0,0 0-38 15,0 1-41-15,0-1-53 0,-2 0-273 0,2 0-539 16,-1-2 238-16</inkml:trace>
  <inkml:trace contextRef="#ctx0" brushRef="#br0" timeOffset="149083.81">20629 10348 38 0,'4'-5'168'0,"-2"2"8"0,1-2-3 0,-1 0 0 15,0 1-4-15,-1-3-3 0,-1 2-14 0,-1-2-5 0,1 1-13 16,-4 1-7-16,0-2-13 0,-5 0-14 0,3 2-11 15,-6-1-11 1,-2 2-6-16,-3-1-10 0,-2 3-5 0,1-2-6 16,-2 4-5-16,-2 0-4 0,3 4-6 0,-3-2-4 0,-7 3-5 15,1 1-4-15,6 2 2 0,-5 0-5 0,9 2-3 16,-1-2-3-16,4 3-1 0,1-1-4 16,2 2-3-16,1 1 0 0,2 0-1 0,2 2 2 15,4-5-1-15,1 2 2 0,4-2-1 0,1 5 1 16,5-5 4-16,3 3 8 0,2-2 0 0,6-1 4 0,7-1 2 0,1-1 1 15,0-3 0-15,-7-2 1 0,2 0-1 0,-3-3 8 16,3-3 3-16,-3 1 7 0,-1-3 23 0,-2 1 15 16,1-2 4-16,-2-2 12 0,-3 0-7 0,-1-6 2 0,2-3-8 15,-4-2-4-15,1-5-3 0,-1-5-10 16,-5 1-5-16,3-5-11 0,-5 1-4 0,-2-1-2 16,3-2 2-16,-6 1-9 0,3-2-7 0,-2 6 11 0,-1 1 26 0,2 2 9 15,-3 11 3-15,1 3-6 0,2 3-6 0,0-1-13 16,-2 6-6-16,3 1-10 0,0-1-9 0,-1 1-49 15,1 4-43-15,-3-5-19 0,3 5 7 0,0 0 2 16,-1 14 10-16,-3 0 6 0,3 5 5 0,1 1 1 16,0 7 5-16,0 3 8 0,1 0 3 0,4 0 7 15,-2-1 4-15,1 1 1 16,-2-1 3-16,2-2 17 0,3-1-8 0,-5-6-9 16,2-2-21-16,4-3-18 0,-6 1-18 0,1-4-18 15,-1 0-37-15,1-3-37 0,-1 1-35 0,0-5-35 16,0 2-263-16,-2-5-539 0,0-2 239 0</inkml:trace>
  <inkml:trace contextRef="#ctx0" brushRef="#br0" timeOffset="149550.47">20818 10077 41 0,'6'-5'284'0,"1"-6"-27"0,3 6-23 16,-1-1-23-16,0 1-22 0,1 3-18 0,3-1-21 15,-2 2-9-15,2 1-16 16,-1 4-11-16,-1 0-9 0,6 4-10 0,-1 2-12 16,-3 2-8-16,0 2-6 0,-3 1-6 0,-1 2-11 15,-3 2-5-15,1 0-6 0,-5 1-3 16,1 6-3-16,-3-2-5 0,-5 1-4 0,-2-4-4 0,1-4-1 16,0 0-4-16,-3 0 0 0,-1-2-2 0,0-3 1 15,4-2-2-15,-1-1-2 0,1-1 7 0,3-1 1 16,-1-5 11-16,1 2 18 0,-1 0 30 0,2 0 31 0,0-2 26 0,2-2 38 15,0 0 8-15,0 0-17 0,0 0-21 0,4-12-16 16,1 1-15-16,6-4-14 0,3-8-8 16,1 0-15-16,0-5-16 0,3-3-7 0,0 2-7 15,4 3-8-15,-4-3-4 0,-2 5-1 0,-1-1-1 0,-3 2-7 16,-3 8 3-16,-1 0 6 0,-3 5-2 0,1 1-3 16,-3 4-6-1,2 0-3-15,-2 1-2 0,-1 1-22 0,-1-1-18 16,-1 4-36-16,0 0-3 0,0 0 0 0,0 0 6 15,0 20 3-15,-3-7 6 0,-4 4 5 0,-2 3 7 0,2 6 1 16,-1 1 1-16,3 2 4 0,1-2 3 16,1 1 10-16,5 0-5 0,-1-2 4 0,4-6 4 15,3-2-2-15,7 4 10 0,2-3 7 0,0-5 4 16,5-1-18-16,6-4-33 0,3 0-63 0,1-2-87 0,6-6-126 0,-3-5-286 16,-1-3-656-16,-2-6 291 0</inkml:trace>
  <inkml:trace contextRef="#ctx0" brushRef="#br0" timeOffset="151671.37">21917 9560 129 0,'-5'1'169'16,"5"-1"3"-16,-12-1-4 0,12 1-10 0,0 0-8 0,0 0-5 16,-10 0-6-16,10 0-10 0,-4-1-6 0,4 1-3 15,0 0-16-15,0 0-6 0,-8 1-5 0,8-1-11 16,0 0-9-16,0 0 0 0,0 0-6 16,0 0-10-16,-5 1-9 0,5-1 0 15,0 0-7-15,0 0-3 0,0 0-2 0,0 0-2 16,0 0-3-16,0 0-6 0,0 0-1 15,0 0-3-15,0 0 0 0,0 0-2 0,0 0-4 16,0 0-1-16,0 0-3 0,0 0 3 0,-6 0-4 16,6 0 5-16,0 0-4 0,0 0 3 0,0 0-4 0,0 0-2 15,0 0 0-15,0 0 0 0,0 0-2 0,0 0 4 16,0 0 4-16,0 0 9 0,0 0 6 0,0 0-1 0,0 0 0 16,0 0-1-16,28-4-3 0,-9 2-2 0,3-2-2 15,11-3-2-15,4 1 3 0,0-1-6 0,14-3 1 16,2 3 4-16,-2-1 3 0,-15 3-8 0,1 0 1 15,-4 1-9-15,-5 1 2 0,0 0-3 0,-11 1 2 16,-2 1 1-16,-5 0-3 0,-3 0-1 0,1-1-19 0,-2 2-16 16,-1-2-16-1,-5 2-1-15,0 0-2 0,0 0-4 0,0 0-19 16,-18 11-21-16,0-10-12 0,-1 3-42 0,0 1-15 16,-3-2-35-16,3-1-168 0,-4-2-393 0,2 0 175 15</inkml:trace>
  <inkml:trace contextRef="#ctx0" brushRef="#br0" timeOffset="151940.84">22189 9378 242 0,'0'-3'298'0,"0"3"-7"0,0-7-7 0,0 7-20 16,0-4-22-16,0 4-22 0,0 0-25 0,0 0-24 0,-1-5-20 0,1 5-20 15,0 0-24-15,0 0-20 0,0 0-8 0,0 0-12 16,-4 14-7-16,3-2-3 0,-2 2-7 0,2 3-7 16,-1 4-2-16,-1 6-7 0,0 0 10 0,3 0-16 15,0-1 1-15,-1 2-6 0,0-2-26 0,1-2-13 16,-3-5-36-16,3 1-33 0,0 0-34 0,0-2-62 16,3-2-70-1,-2-3-172-15,-1-4-456 0,1-3 202 0</inkml:trace>
  <inkml:trace contextRef="#ctx0" brushRef="#br0" timeOffset="152419.84">22945 9111 127 0,'3'-2'287'0,"-3"2"-15"0,3-6-18 16,-3 6-18-16,2-2-19 0,-2 2-18 0,0 0-23 15,4-2-18-15,-4 2-23 0,0 0-14 0,0 0-20 16,0 0-14-16,0 0-13 0,1 10-9 0,-2-4-11 0,-3 7-6 16,2 4-4-16,-5 3-5 0,2 3-5 0,-6 2 0 0,4 1-6 15,-2 0-2-15,-3 3-2 0,3-2-16 0,2-1 3 16,-2-2-4-16,0-1 2 0,4-3 1 0,1-2-4 16,0-1 3-16,1-2-5 0,1-5 8 0,0 2-6 15,0-6-3 1,-1 1 5-16,3 0-1 0,-1-3 6 0,-1 1 10 0,2-2 2 15,0 1 9-15,0-4 13 0,4 6 8 16,2-4-2-16,2-1 3 0,5-1-6 0,7 0-9 16,3-4 1-16,5 0-6 0,4-1-17 0,-1 0-36 0,0-4-36 15,-3 5-32-15,0-4-31 0,-1 2-30 0,-9-1-40 16,1 0-38-16,-8 2-211 0,2-1-470 0,-4-2 207 16</inkml:trace>
  <inkml:trace contextRef="#ctx0" brushRef="#br0" timeOffset="152704.87">23112 9363 166 0,'-4'-3'340'0,"4"3"-20"0,0 0-9 0,0 0-15 15,-4-2-20-15,4 2-22 0,0 0-31 0,0 0-20 16,0 0-25-16,0 0-18 0,0 0-23 0,0 0-20 0,0 0-21 16,0 0-6-16,-4 7-14 0,3 0-11 0,0 3-8 15,2 2-4-15,-5 4-9 0,4 0-7 0,-1 5 1 16,2-2-2-16,-2 6-9 0,1-1 2 0,1-4-4 15,0 0-4-15,2-2 9 0,-1-1-14 0,4 0-2 16,-4-3 4-16,3 1 2 0,0-5-6 0,0 0-3 16,-3 1 9-16,0-5-6 15,2 2-1-15,-3-4-1 0,3 3 0 0,-2-5-4 16,0 3-7-16,-2-3 8 0,1 2 1 0,-1-4-4 16,5 2-3-16,-5-2 0 0,2 4-4 0,-2-4-11 15,0 0-6-15,0 0-14 0,0 0-33 0,0 0-70 16,0 0-83-16,0-14-66 0,-2 7-240 0,4-2-568 15,-2-2 251-15</inkml:trace>
  <inkml:trace contextRef="#ctx0" brushRef="#br0" timeOffset="153491.31">23477 9232 2 0,'0'-5'328'0,"1"3"-10"0,-1-2-12 15,0 4-16-15,3-6-25 0,-3 6-29 0,0 0-21 16,0-6-23-16,0 6-19 0,0 0-12 0,1-3-33 16,-1 3-37-16,0 0-8 0,0 0 1 0,0 0-20 15,8 15-5-15,-4-8-8 0,1 4-9 0,-1-1-10 0,1 2-7 16,4 1-20-16,-3 1-2 0,3 1-11 0,1 1-10 15,-1-1-9-15,0-2-11 0,0 0-6 0,1 0-7 0,-1-4 1 16,-1 1-3-16,-3-5 10 0,5 1 1 0,-6-2 2 16,4-1 9-16,-3-2 3 0,2-1 5 15,1-1 9-15,1-4 7 0,0 1 13 0,1-3 18 16,-2-2 6-16,0-1-1 0,-1-1 5 0,1-5 6 0,1 0-9 0,-3 0 13 16,4 0 1-16,-3-1 9 0,-2 5 8 0,0 1-2 15,0 0 8-15,-2 2 7 0,-1 1 3 0,1 3-10 16,1 0 2-16,-4 1-12 0,1-1-3 0,0 2-16 0,-1 3-19 15,0-6-27-15,0 6-11 0,0 0 1 0,0 0-2 16,3 17 1-16,-3-6 4 0,-1 6 0 16,-2 10 0-16,-1 0-1 15,0 4 5-15,-2 3 1 0,1 13 3 0,1-10-5 16,-5 9 5-16,5 0 1 0,2-12 2 0,2-1-2 16,-5 0 2-16,2 0-3 0,3 1-2 0,0-2 7 15,3-3 8-15,-2 0-7 0,-1 2 3 0,1-7 2 16,2 1-5-16,-1 1 5 0,-2-6-1 0,0-2-1 15,-1-1-2-15,0-6 0 0,1 1 0 0,-4-3-1 0,1 2-1 16,0-2 1-16,0-2 3 0,0-2-5 0,-1-3 7 0,-1 2-3 16,-2 2 4-16,-2-5 2 0,0 3-2 0,-4-4 3 15,0 0 1-15,3 0 3 0,-4-3 3 0,-3 1-2 16,3-3 7-16,-2 0 14 0,4 0 10 0,1-3 21 16,0 2 18-16,0-6 5 0,1-3-8 0,1-2 2 15,-1-7-8-15,2 2-9 0,4-7-14 0,3 0-7 16,3 0-13-16,5-5-6 15,8-16-7-15,6 6-4 0,3-2 6 0,3-1-14 16,7 5-4-16,1 3 1 0,2 1-3 0,2 4 10 16,-9 12-1-16,-4 0 0 0,0 2 7 0,-3 4-14 15,-5 3 15-15,-4 4 9 0,3 1 2 0,-7 2 3 16,-1 0-2-16,0 1-9 0,-4 1-1 0,-1 1-1 16,1 0-8-16,-2 1 1 0,0 0-2 0,2 0 9 15,-5 2-39-15,4-3-12 0,-4 3-22 0,4-2-23 0,-4 2-25 0,0 0-14 16,0 0 11-16,0 0 3 0,0 0-4 0,1 9-10 15,-1-9-20-15,-1 7-19 0,-2-1-22 0,1 0-26 16,1-1-31-16,-1 0-261 0,2 0-537 0,2-2 237 16</inkml:trace>
  <inkml:trace contextRef="#ctx0" brushRef="#br0" timeOffset="153930.14">24517 9361 104 0,'0'0'155'0,"0"0"-7"0,0 0-7 0,0 0 0 0,0 0-1 15,0 0-7-15,0 0-3 0,0 0 0 16,0 0-8-16,0 0-2 15,0 0 0-15,0 0 5 0,0 0 1 0,0 0 3 16,0 0 4-16,0 0 2 0,0 0-8 0,0 0-14 16,0 0-12-16,0 0-10 0,32-5-7 0,-10 3-3 15,6-1-13-15,3 0-9 0,4-1-4 0,-3 3-16 16,0 0-23-16,-1-2-26 0,-2 0-39 0,-7 1-39 16,-1 1-41-16,-4 0-43 0,-2 0-55 0,-4-3-172 15,-3 3-431-15,-2-1 190 0</inkml:trace>
  <inkml:trace contextRef="#ctx0" brushRef="#br0" timeOffset="154161.97">24494 9535 90 0,'-4'2'258'0,"0"-1"-7"16,4-1-6-16,-6 2-9 0,6-2-10 0,-4 3-11 16,4-3-16-16,0 0-9 0,0 0-18 0,0 0-17 15,18 1-15-15,1-1-20 0,10 0-36 0,5-1-47 0,3-2-46 0,3 1-74 16,17-4-75-16,-18 1-237 0,12-2-428 0,-17 1 190 16</inkml:trace>
  <inkml:trace contextRef="#ctx0" brushRef="#br0" timeOffset="157717.37">25515 9073 123 0,'9'-4'160'0,"0"0"-15"15,1 0-12-15,4 2-12 0,-1-1-6 0,6 1-5 16,-1 2-10-16,0 0-17 0,0 2 0 0,-1 2-10 15,0 1-4-15,-1 2-1 0,0 3-14 0,-1 2 3 0,1 8-7 0,-6-3-1 16,0-1-3-16,2 6-2 0,-11-2-7 0,3 0-6 16,-4 6 1-16,-4 0 0 0,-1 1-5 0,-4 2-8 15,-5-2 2-15,1-1 0 0,-3-2 1 0,0 2-5 16,-4-3-2-16,1 1 1 0,2-5 0 0,2-4-3 16,1-1 5-16,0-1 0 0,-2-2-2 0,5-3 5 15,2 0-3-15,1-2-3 16,3-2 11-16,1 0 12 0,-2 0 10 0,2-1 16 15,-1-3 29-15,5 5 18 0,0-5 36 0,-4 4 28 16,4-4 22-16,0 0-4 0,0 0-23 16,-2-12-18-16,8 3-19 0,3-6-6 0,2-2-19 0,6-5-9 15,5-2-14-15,1-4-14 0,1 1-8 0,7-11-11 16,1 3-13-16,-9 10 3 0,2-4-12 0,1 1-3 16,-6-1-2-16,3 3 4 0,-2 2 10 0,-3 3-8 0,-7 7 7 15,1 0 13-15,-5 3-4 0,0 2 1 0,-2 1 10 0,-1 3-8 16,0 0-10-16,1-1 1 0,-3 3-15 0,1 1-23 15,-1 0-25-15,-2 2-25 0,0 0-17 16,0 0-10-16,0 0 15 0,-6 17 6 0,-7 0 9 16,3-1-4-16,-7 11 7 0,1 0 1 0,-1 3 11 0,4-1 3 15,-2 1 2 1,6 1 1-16,1-2 0 0,3-3-2 0,5 0 9 16,1 0 0-16,7-1 3 0,9-4 9 0,5-1-17 15,6-3-19-15,6-3-42 0,3-4-66 0,14 2-87 0,4-2-119 16,-1-10-206-16,-16-1-604 0,1-1 267 0</inkml:trace>
  <inkml:trace contextRef="#ctx0" brushRef="#br0" timeOffset="159606.37">26511 9368 74 0,'0'0'210'16,"0"0"-9"-16,0 0-11 0,0 0-9 0,0 0-5 0,0 0-3 15,0 0-4-15,0 0-7 0,0 0-12 0,0 0-12 16,0 0-8-16,0 0-15 0,0 0-11 0,0 0-13 0,15-12-9 16,-6 9-8-16,0 0-6 0,4-4-5 15,-2 3-9-15,8-3-4 0,-1-3-5 0,3 2-3 16,4-4-3-16,-1-3-1 0,2 4 4 0,-3-5 2 15,1 0-2-15,-2 0 0 16,2-2-2-16,-1 2 0 0,-1-2 2 0,-2 0 0 16,-4 4 3-16,0-6-2 0,-3 7-4 0,-3-1 5 15,-2 3 3-15,-3 1 15 0,-1 2-18 0,0-2-7 16,-1 3-6-16,-3-1 8 0,-3 3-26 0,-1-1-6 0,-2 3-6 16,-5-1 1-16,-8 4 3 0,0 0-10 15,-1 4 4-15,-10 3-1 0,-2 4-1 0,2 2 0 16,-1 3-3-16,0 2 0 0,2 3 3 0,3 0-4 0,2 3 4 0,2 2-1 15,6-3 0-15,1 0 1 0,7 1-1 0,3-4 0 16,3-1-1-16,6 0 9 0,1-1 4 0,11 3 3 16,4-4 0-16,8-2 2 0,4-6-2 0,9 2 0 15,10-1 8-15,3-6-13 0,2 0 0 0,-4-4 2 16,-13 1 1-16,-2-2-7 0,-4-1 9 0,-5 2-4 16,-5 0 3-16,-5-1-5 15,-8-1 4-15,3 2-1 0,-3-2 1 0,-2 1-13 16,-4 1-12-16,-4 0-13 0,6-1-14 0,-3-2-36 15,-3 3-48-15,-3-6-42 0,3 6-34 0,-10-6-18 16,1 1-59-16,-4 1-146 0,7-1-462 0,-1-2 204 16</inkml:trace>
  <inkml:trace contextRef="#ctx0" brushRef="#br0" timeOffset="160424.1">27133 8657 91 0,'0'0'198'0,"0"0"-9"16,0 0-20-16,0 0-20 0,0 0-10 0,4-5-19 15,-4 5-9-15,9-1-11 0,-3 1-10 0,7 0-11 16,-3 0-6-16,3 0-12 0,-2 1-2 0,8 1-14 0,-2 3 1 0,2 0-3 16,-3 0-6-16,0 2-3 0,2 2 0 0,-1-1-6 15,-4 4-1-15,-1 0 1 0,0 3-2 0,-2 2-1 16,-5-1-4-16,0 1 4 0,-3 2-6 0,-4 0-1 15,0 1-4-15,-3-2 1 0,-7 4 5 0,-1 1-5 16,4-7 1-16,-10 5-4 0,0-4-1 0,6-4 2 16,-1 0 3-16,-2-2 1 0,-2-2 6 0,6-2-2 0,2-1-3 15,-1 0 4-15,4-3-3 0,1 1-4 0,-1 1 4 0,1-3-3 16,2 1 15-16,0-1 15 0,4-2 20 0,-6 2 3 16,6-2 13-16,0 0-9 0,0 0-5 0,11 3-1 15,0-5-8-15,1 1-5 0,0 1-4 0,6-2-5 16,0 0-4-16,-2-1-1 0,2 3-5 15,0-4 1-15,1 3-7 0,-6 0-5 16,2 0 0-16,-3-1-1 0,-2 2-3 16,-2 0-1-16,-3 0-5 0,1-1 0 0,-6 1-18 15,10 1-16-15,-10-1-13 0,7 0-15 0,-7 0-26 16,0 0-22-16,8 0-25 0,-8 0-29 0,0 0-23 0,0 0-36 16,0 0-206-16,0 0-449 0,0 0 199 0</inkml:trace>
  <inkml:trace contextRef="#ctx0" brushRef="#br0" timeOffset="161179.28">27612 8703 118 0,'3'-3'243'0,"-3"3"-21"15,5-5-23-15,-3 5-16 0,4-2-23 0,-6 2-16 0,12 0-26 16,-5 0-4-16,-1 2-15 0,0 0-10 0,2 3-10 15,1 1-5-15,-3 1-10 0,1 3-8 0,-1 1-5 16,0 4-2-16,0-1-6 0,-4 3-7 0,2 0-4 16,-4 2-1-16,-3-2-4 0,2 2-1 0,-3-1-3 0,-2 0-3 0,-3 0 0 15,0-1-1-15,1 1-2 0,-6-3 0 0,3 0 0 16,-2-3-2-16,3 2-2 0,1-5 0 16,-1 0 3-16,2-1 0 0,3-3 4 0,0-1 0 15,0 1 14-15,2-2 20 0,-2-1 21 0,4 1 29 0,1-3 29 16,-5 2 33-16,5-2 25 0,0 0-22 0,0 0-15 15,4-13-19 1,4 4-18-16,3-2-9 0,2-2-5 0,2-3-14 16,3-5-14-16,3 2-3 0,-1 0-9 0,0 0-2 0,-5 4-9 15,-2 1-10-15,1-1-1 0,0 4-1 0,-4-1 7 16,1 2-5-16,-5 2 10 0,2 0 12 16,-2 3 2-16,-3 0 5 0,2 0-4 0,-3 1-9 15,1 1-7-15,0 0-8 0,-1 1-7 0,-2 2-6 0,3-4-10 16,-3 4-12-16,2-3-22 0,-2 3-16 0,0 0-21 0,0 0-29 15,0 0 5-15,0 0 2 0,-6 15 11 0,1-6 11 16,-3 4-2-16,0 3 5 0,2 3 3 0,-2-4 1 16,-1 4 12-16,3-1 1 0,1 1 15 0,2-1-7 0,2 3 2 15,1-4 4-15,1 0 7 0,3-2 2 16,6-1 0-16,-1 2 10 0,10-3 9 0,3 0 23 16,5 0-13-16,4-2 0 15,3-5 16-15,4 1-21 0,-2-2 3 0,1-2 7 16,-2-2-5-16,-6-1-6 0,-1 0 10 0,-7-1 15 15,-2 1 2-15,-5-3 13 0,-4 3 11 0,0 0 3 16,-2 0 2-16,-3-1 6 0,2 1-5 0,-2-1 0 16,-5 1-3-16,7 0-3 0,-7 0-9 0,0 0-9 0,9-2-5 15,-9 2-14-15,4-1-15 0,-4 1-27 16,0 0-34-16,0 0-44 0,0 0-41 0,0 0-37 0,0 0-44 0,0 0-52 16,7 5-60-16,-7-5-4 0,-2 4-338 0,2-4-722 15,0 0 320-15</inkml:trace>
  <inkml:trace contextRef="#ctx0" brushRef="#br0" timeOffset="171482.87">5538 11947 175 0,'0'0'176'0,"0"0"-4"0,0-5-23 0,0 5-22 15,0 0-14-15,0 0-12 0,0 0-11 0,0 0-31 16,0 0-8-16,0 0-6 0,0 0-5 0,-5 12-10 16,2-2 3-16,-2 1-3 0,-2 7-12 0,-4 6-2 0,2 1-5 0,-4 4-7 15,-2 2 16-15,3 1-13 0,-8 10 6 0,6 3-3 16,1-11-6-16,0-1 8 0,-1 1-4 0,1 0-10 15,3-4 8-15,0 0-1 0,1-3 2 16,3-8 0-16,0-2 9 0,-1-2-7 0,4-1 4 16,0-3-3-16,-1-2 2 0,2-1-5 0,1-2 5 0,0-1 8 15,0 0 10 1,-1-2 14-16,1 2 12 0,0-3 17 0,1-2 7 16,-2 4 8-16,2-4 6 0,-1 4 2 0,1-4 4 15,0 0-2-15,-2 2 1 0,2-2-3 0,0 0-3 16,0 0-14-16,0 0-42 0,0 0-40 0,1-11-43 15,-1 3-38-15,1 2-35 0,2-5-50 0,1 0-36 16,1-6-158-16,-1 0-392 0,2-8 174 0</inkml:trace>
  <inkml:trace contextRef="#ctx0" brushRef="#br0" timeOffset="171805.86">5518 12025 5 0,'3'-3'293'0,"0"-2"-9"15,-1 1-11-15,-1-1-9 0,-1 5-26 0,2-5-22 0,0 2-19 0,-2 3-24 16,3-4-25-16,-3 4-11 0,1-5-34 0,-1 5-26 16,0 0-9-16,0 0-9 0,6 17-7 0,-4-4-5 15,3 3-9-15,-3 2-6 0,4 7-2 0,0 0-1 16,0 0-6-16,1 7-2 0,0-2-2 16,1 0-4-16,-4-2 1 0,2-2-3 0,2 3 0 0,-3-5-2 15,3 2-4 1,-6-8 1-16,5-1 0 0,-2-2-2 0,-3-1 2 15,1-2-1-15,-2-2-1 0,3 2 2 0,0-5 0 16,-3 3-4-16,-1-5 0 0,3-1 4 0,-2 2-1 16,-1-2 1-16,4-1-1 0,-4-3 1 0,1 6 1 0,0-3 2 15,-1-3-1-15,0 0 0 0,0 4-2 16,0-4-8-16,0 0-8 0,0 4-10 0,0-4-15 16,0 0-13-16,0 0-12 0,0 0-60 0,0 0-94 0,0 0-216 0,-15-10-461 15,10 3 204-15</inkml:trace>
  <inkml:trace contextRef="#ctx0" brushRef="#br0" timeOffset="172153.48">5282 12414 116 0,'-5'1'247'0,"5"-1"-14"0,-4 1-8 16,4-1-20-16,0 0-12 0,0 0-11 0,0 0-14 16,-5 3-9-16,5-3-15 0,0 0-15 0,0 0-13 0,0 0-7 0,21-3-13 15,-2 1-10-15,9-1-8 0,2-1-8 0,5 0-5 16,-2 2-8-16,0-2-5 0,-1 4-5 16,-4-4-7-16,-7 3-2 0,-2-1-4 0,-1 0-1 0,-8 1-5 15,0 0-5-15,-2 0-2 0,0 1-1 0,-3 1 0 16,-5-1-2-16,10-1-3 0,-10 1-7 0,8 0-1 15,-8 0-6 1,4-2-8-16,-4 2-6 0,0 0-9 0,0 0-13 16,0 0-7-16,0 0-17 0,0 0-20 0,0 0-22 0,0 0-23 15,-12 9-24-15,3-8-27 0,9-1-24 0,-5 4-148 16,1-4-375-16,4 0 166 0</inkml:trace>
  <inkml:trace contextRef="#ctx0" brushRef="#br0" timeOffset="172369.58">5939 12411 11 0,'0'0'401'0,"0"0"-11"0,0 0-18 0,0 0-17 0,0 0-22 0,0 0-28 15,9-1-28-15,-9 1-21 0,0 0-28 0,0 0-23 16,0 0-36-16,0 0-32 0,0 0-48 0,0 0-51 15,0 0-51-15,0 0-51 0,0 0-47 0,0 0-72 16,0 0-101-16,6-3-202 0,-6 3-525 0,5-5 232 16</inkml:trace>
  <inkml:trace contextRef="#ctx0" brushRef="#br0" timeOffset="172754.83">6271 12090 303 0,'0'-4'301'16,"0"1"-6"-16,0 3-10 0,0-7-18 0,1 4-20 15,-1 3-23-15,0 0-24 0,3-5-23 16,-3 5-16-16,0 0-17 0,0 0-20 0,0 0-20 0,0 0-28 15,0 0-19 1,0 0-15-16,0 0-3 0,0 12-8 0,0-2-2 16,0 5-4-16,-3 2-6 0,2 9-1 0,1 1-5 15,0-1-1-15,0 3 3 0,0-2-5 0,0 2-2 16,0-5-2-16,0 1 0 0,0-5-1 0,0 0 1 16,0-2-2-16,0-1 0 0,1-2 1 0,-1-3 2 15,0-1-7-15,-1-1 6 0,1-4-1 0,4 2 2 16,-4-5 1-16,0 2-3 0,-3 2 7 0,6-5-1 0,-6 1 0 0,3-3 2 15,0 6-1-15,0-6-6 0,0 0-2 0,0 0-10 16,0 0-6-16,0 0-39 0,0 0-103 0,0 0-100 16,-6-23-228-16,6 11-523 0,0-3 232 0</inkml:trace>
  <inkml:trace contextRef="#ctx0" brushRef="#br0" timeOffset="172955.31">6219 12080 285 0,'-3'-3'320'16,"3"3"-3"-16,0-5-19 0,0 5-5 0,-2-6-22 16,2 6-20-16,2-5-27 0,1 2-27 0,3-2-24 0,3 0-19 15,1 0-12 1,7-1-4-16,3 0-39 0,2 0-9 0,7 3-8 16,1-4-12-16,-3 5-32 0,2-1-37 0,-6 3-39 15,-3 0-39-15,-3 3-43 0,1-1-37 0,1 4-34 16,-7-2-26-16,-2 3-224 0,3 0-477 0,-7 1 211 15</inkml:trace>
  <inkml:trace contextRef="#ctx0" brushRef="#br0" timeOffset="173193.62">6343 12535 167 0,'0'0'283'0,"0"0"-8"16,0 0-15-16,0 0-4 0,0 0-25 0,0 0-21 15,0 0-19-15,0 0-20 0,0 0-15 0,13 0-18 16,-3 0-13-16,2-2-10 0,8-1-11 0,0 0-15 16,7-2-21-16,1 1-23 0,7-1-32 15,-3 0-41-15,1 1-65 0,-5-2-62 0,1 0-82 0,-8 1-161 16,-1-2-430-16,-5 2 190 0</inkml:trace>
  <inkml:trace contextRef="#ctx0" brushRef="#br0" timeOffset="173441">6381 12304 170 0,'-5'0'382'0,"5"0"-23"0,0 0-23 0,0 0-25 0,-5-5-35 15,5 5-22-15,0 0-29 16,13-6-30-16,-2 4-25 0,1 0-30 0,5-1-53 16,1 0-56-16,0 0-59 0,0-1-70 0,5 4-75 15,-2-1-91-15,0-4-132 0,-2 2-428 0,-1 0 189 16</inkml:trace>
  <inkml:trace contextRef="#ctx0" brushRef="#br0" timeOffset="173641.45">6951 12359 104 0,'0'0'496'0,"0"0"-26"15,0 0-44 1,0 4-32-16,0-4-35 0,0 0-41 0,0 0-34 16,0 0-38-16,0 0-50 0,0 0-62 0,0 0-89 0,0 0-102 15,9-2-88-15,-9 2-115 0,9-3-242 16,-5 1-543-16,-4 2 239 0</inkml:trace>
  <inkml:trace contextRef="#ctx0" brushRef="#br0" timeOffset="174312.13">5140 12900 80 0,'0'0'91'16,"0"0"-3"-16,0 0-3 0,0 0-4 0,0 0-5 0,0 0 3 16,0 0-6-16,0 0-4 0,0 0 0 0,0 0 4 15,0 0 1-15,0 0-4 0,0 0-2 0,0 0 1 16,-4 3-5-16,4-3-7 0,0 0-6 15,0 0 0-15,0 0-4 16,0 0-5-16,0 0-4 0,0 0 1 0,0 0-8 16,0 0-1-16,0 0-1 0,0 0-6 0,0 0 0 15,0 0-4-15,0 0 11 0,0 0 7 0,0 0 7 16,0 0 11-16,26 0-1 0,-8 0 0 0,14-2-1 16,7-1 0-16,23-4-6 0,31-3-1 0,0 1 1 0,8 1-1 15,5-4 7-15,-1 4 9 0,6 2 0 16,-1-2-1-16,1 0 0 0,-9 4-5 0,-8-3-6 0,-32 4-7 0,2-1 0 15,-2 0-7-15,-5-2 1 0,-2 4 0 0,-18-1 7 16,-1-2 3-16,-5 1 4 0,-11 3 11 0,-1-2 14 16,-6 2 17-16,-3 1 11 0,-2-3 11 0,-1 3 7 15,-1 0 1-15,-1-2-9 0,-5 2-5 0,8-2-16 16,-8 2-14-16,5-1-16 0,-5 1-38 0,0 0-34 16,7-1-39-16,-7 1-61 15,0 0-61-15,0 0-103 0,0 0-322 0,0 0-644 16,0 0 285-16</inkml:trace>
  <inkml:trace contextRef="#ctx0" brushRef="#br0" timeOffset="176649.07">9332 12235 36 0,'0'-5'223'0,"0"5"-7"0,1-8-2 0,1 5-5 16,-2 3-7-16,0-4-1 0,0 0-21 0,0 4-13 0,3-3-4 16,-3 3-11-1,1-5-10-15,-1 5-12 0,0-5-12 0,0 5-10 16,0 0-16-16,0 0-10 0,0 0-8 0,0 0-23 16,3-2-23-16,-3 2-19 0,0 0-4 0,0 0-3 0,4 13-5 15,-3-6 0-15,0 4 3 0,2 5 0 16,-2 0-3-16,2 5 1 0,-1-4-1 0,1 11 0 15,-2-5-1-15,2-2 0 0,-3 4 4 0,3-5-2 16,-3-2 1-16,1 0 6 0,1 2-2 0,0-5-3 0,0-4 0 0,-1 2-3 16,0-4 4-16,-1-2-2 0,1 0 4 0,1-2 0 15,-2 1 3-15,0-2 9 0,0-1 34 0,0-3 24 16,1 5 29-16,-1-5 36 0,0 4 35 0,0-4 24 16,0 0 21-16,0 0-14 0,0 0-26 0,8-17-18 15,-2 8-23-15,3-6-7 0,-1-2-15 0,7-5-16 16,-1-2-14-16,-2 2-14 15,4 1-14-15,-3 4-5 0,-2 0-2 0,2 4-5 16,0-1-6-16,-4 0-5 0,-1 3 0 0,-2 5-6 16,2-4-5-16,-6 5-1 0,2 3-13 0,0-4 0 15,0 2-5-15,-3 2-11 0,-1 2-26 0,7-3-9 16,-7 3-6-16,0 0-9 0,12 5-9 0,-8 1 0 16,2 0-6-16,1 4-2 0,2 0 16 0,-4 2-3 15,3 2 3-15,-3 1 2 0,1 1 6 0,-2 0 6 0,3 0 18 0,-1 0-14 16,-1-3 3-16,-4 2 3 0,3-3 6 0,-1-3-3 15,-2 1 12-15,0 0-7 0,3-3 15 0,-4 0-4 16,1-2 4-16,0 0 6 0,1 0 6 0,-2-1-2 16,0-4 37-16,2 3 29 0,-2-3 32 0,0 0 32 15,3 2 29-15,-3-2 24 0,0 0-13 0,0 0-19 16,6-15-15-16,-2 6-14 0,5-5-14 0,2-3-17 0,5-5-12 16,-5 0-18-16,1 5-6 0,3-4-7 0,-3 6-6 0,-2 1-8 15,0 2 1-15,-4 1-4 0,0 6-7 0,-3 1-1 16,0-1 4-16,0-2-15 0,0 5-9 0,2-1-29 15,-5 3-21-15,4-2-32 0,-4 2-15 0,0 0 6 16,0 0 2-16,12 6 4 0,-10 0 0 0,5 3-10 16,-2 1 13-1,1-1 10-15,-1 2-1 0,2 0 3 0,-3 2 10 16,1 2-2-16,0-4 8 0,1 0 3 0,-3 0 0 16,1 0 18-16,-1-2-7 0,1 0 5 0,-2-2 5 15,0 1 0-15,-1-3-3 0,3-1 6 0,-4 1 7 0,4-1-2 16,-4 0 3-16,3-2 4 0,-3-2 2 0,0 5 1 15,0-5 4-15,0 3 2 0,0-3 3 16,0 0-16-16,0 0-5 0,0 0-13 0,0 0-14 0,0 0-15 0,0 0-20 16,0 0-66-16,0 0-105 0,0 0-94 0,6-15-250 15,-5 4-646-15,3 3 285 0</inkml:trace>
  <inkml:trace contextRef="#ctx0" brushRef="#br0" timeOffset="177319.79">10009 11923 27 0,'1'-4'260'0,"3"1"-13"0,0-2-11 0,2 0-18 16,-1 2-18-16,1-2-23 0,1 1-15 0,2 1-16 0,4-1-16 0,-3 2-15 16,1 2-8-16,3 1-12 0,-1 2-8 0,1 0-8 15,-1 2-9-15,-3 2-10 0,4 3-4 0,-2 1-10 16,-1 2-5-16,1 3-5 0,-7 0-1 0,0 0-1 15,-2 2-9-15,-2-1 0 0,-2 1-5 0,-2 1-1 16,-2-3-2-16,1 0-6 0,-1-2 1 0,0-2-2 16,-1-2 1-1,-1 1 0-15,2-2-1 0,1 0-2 0,0-4 1 0,3 2-3 16,-3-2 2-16,3-2-2 0,-3 1 2 0,3-1 2 16,1 1 1-16,0-4 19 0,-4 3 16 0,4-3 17 15,0 0 9-15,0 3 8 0,0-3 9 0,0 0 11 16,0 0-13-16,-4 4-5 0,4-4-7 0,0 0-3 15,0 0-13-15,0 0-6 0,0 0-2 0,0 0-6 16,0 0-8-16,0 0-3 0,0 0-5 0,0 0-5 0,0 0 2 16,0 0-2-16,0 0-3 0,0 0 13 0,0 0-21 15,0 0 2-15,0 0-1 0,0 0-4 0,0 0-2 0,0 0 0 16,0 0-1-16,0 0 2 0,0 0-1 0,0 0 5 16,0 0 10-16,9 2-21 0,-9-2 5 0,19-4 0 15,-1 2-2-15,3 1-6 0,8-1 13 16,7-2-10-16,1 0 1 0,1-2-1 15,16 3 2-15,-4-4-4 0,-13 2 6 16,-3 3 1-16,-2-1 12 0,-4 2-9 0,-7 0-1 16,-3-1 2-16,-8 2-3 0,3-1-5 0,-7-1 8 15,0 0-14-15,0 2 10 0,0 0 4 0,-6 0 0 0,8 0 3 16,-8 0-11-16,6-3-10 0,-6 3-22 0,0 0-31 16,6 0-30-16,-6 0-47 0,0 0-55 15,2 5-34-15,-2-5-5 0,0 0-62 0,-7 7-236 0,3-4-571 0,1-1 253 16</inkml:trace>
  <inkml:trace contextRef="#ctx0" brushRef="#br0" timeOffset="178068.48">10869 12414 112 0,'0'0'171'0,"-5"0"6"16,5 0 2-16,0 0-2 0,0 0-1 0,0 0-12 0,0 0 0 15,0 0-2-15,0 0-1 0,0 0-8 0,0 0 0 16,0 0-4-16,0 0-3 0,0 0-4 16,0 0-12-16,0 0-7 0,0 0-10 0,0 0-13 15,0 0-4-15,0 0-13 0,0 0-10 0,0 0-4 0,0 0-10 0,0 0-6 16,0 0-8-16,0 0-2 0,0 0-7 0,-3 2-9 15,3-2 3-15,0 0-5 0,0 0-2 0,0 0-3 16,0 0 3-16,0 0-7 0,0 0 0 0,0 0 3 0,0 0-4 16,0 0-6-16,0 0 11 0,0 0-12 15,0 0 0-15,0 0-2 0,0 0 0 0,0 0-2 16,0 0 6-16,0 0-6 16,0 0 2-16,0 0-1 0,0 0-1 0,18-2 2 15,-4 0 0-15,4 0-1 0,2 0-1 0,7-2 0 16,5 0-2-16,0-2 5 0,3 0-5 0,-2 3 1 15,1-2 2-15,2 2-1 0,-3-1 0 0,-6-1 0 16,-5 1 4-16,-3 1 6 0,0 2 4 0,-10 1 8 16,3-1 8-16,-6 0-1 0,2-2 8 0,-2 3-2 15,-6 0 6-15,9-1-9 0,-6 0 0 0,-3 1-6 0,0 0-13 0,10-2-7 16,-10 2-21-16,0 0-21 0,0 0-24 0,5 0-27 16,-5 0-28-16,0 0-30 0,0 0-36 0,0 0-48 15,0 0-37-15,0 0-248 0,0 0-552 0,0 0 244 16</inkml:trace>
  <inkml:trace contextRef="#ctx0" brushRef="#br0" timeOffset="178823.46">11868 12034 171 0,'0'0'261'15,"0"0"-12"-15,1-4-7 0,-1 4-11 0,0 0-18 16,0 0-17-16,0 0-18 16,5-1-21-16,-5 1-17 0,0 0-16 0,0 0-14 15,0 0-15-15,0 0-16 0,0 0-19 0,0 0-18 16,0 0-13-16,0 10-7 0,-1-3-3 0,-3 1-7 16,3 3-1-16,-7 4-4 0,3 3 3 0,-5-1-2 15,-2 9-1-15,0 0-3 0,2 3-1 0,-3-4 3 16,1 1-1-16,2-3-2 0,4-4 3 0,-2 0-3 15,3-2 1-15,0 0-3 0,0-3 5 0,1-2-4 0,2-2 2 0,0-1 2 16,2-2 3-16,0 0 9 0,0-3 8 0,1 2 7 16,0-2 3-16,2 1 3 0,0-3 2 0,3 2-4 15,7 0-1-15,-2-3-2 0,10-1-5 0,-1 1-2 16,1-1-1-16,8-1-18 0,-9 1-31 0,1-1-33 16,1 0-40-16,-2-2-35 0,1 1-42 0,2-3-41 15,-4 0-192-15,-3-1-439 0,1 1 195 0</inkml:trace>
  <inkml:trace contextRef="#ctx0" brushRef="#br0" timeOffset="179024.01">12072 12273 149 0,'0'0'321'0,"0"0"-23"0,0-3-28 15,0 3-30-15,0 0-23 0,0 0-26 16,0 0-26-16,0 0-13 0,0 0-16 0,0 0-26 15,0 0-11-15,0 0-15 0,-4 19-8 0,3-7-7 16,1 2-8-16,0 3-6 0,-3 2-7 0,0 1-4 16,3 4-2-16,0 1-3 0,0 1-14 0,0-8-20 0,0 5-23 15,3-5-34-15,0 0-44 0,-2 2-52 0,2-4-50 0,-3-5-200 16,0 0-430-16,1-4 190 0</inkml:trace>
  <inkml:trace contextRef="#ctx0" brushRef="#br0" timeOffset="179772.6">12500 12251 216 0,'2'-3'335'0,"-2"3"-22"16,1-4-17-16,-1 4-25 0,0-4-33 0,0 4-21 16,0 0-24-16,0 0-22 0,0 0-25 0,0 0-25 15,0 0-25-15,0 0-20 0,0 0-11 16,0 0-12-16,0 0-2 0,1 20-11 0,-2-10-5 16,1 6-4-16,-1-5-12 0,1 7 5 0,-3 1-13 15,1-2-3-15,-1 3 1 0,-1-1 1 0,3-4 2 16,-3 1-3-16,3-3-2 0,0-4 0 0,-1 3 0 15,1-7 0-15,0 3 1 0,0-4 0 0,1-1 1 16,0 2 8-16,0-5 14 0,0 7 31 0,0-7 30 16,1 4 37-16,-1-4-4 0,0 0-10 0,0 0-16 15,14-15 8-15,-7 10-25 0,2-6 3 0,8-3-26 0,-3-1-2 16,5-4-8-16,3 0-3 0,-1 2-8 0,-1-1 1 0,-6 6-9 16,0 1-5-16,-6 3-8 0,-1 3-1 0,-1 0-4 15,1 0 2-15,-2 1-11 0,0 1-9 0,1 3-22 16,-3-1-7-16,-3 1 0 0,9 1-5 15,-5 4 4-15,-1 0 3 0,0 2 1 0,1 2 4 0,0 2-4 16,0 2 5-16,-1 3 4 16,-1-1-3-16,1 2 4 0,-1-3-3 15,-2 0-4-15,1-4-2 0,3 3 0 0,-4-7 4 16,2 4 5-16,0-5 9 0,-1-1 9 0,-1 1 36 16,3-2 17-16,-3-3 27 0,4 2 3 0,-4-2-9 0,0 0 3 15,15-10-1-15,-10 3 5 0,4-1-9 0,0-1-7 16,4 2-7-16,1-7-8 0,0 2-1 15,0 1-11-15,1 0-1 0,0 1-7 0,-2 0-15 0,-2 5 2 0,0-2-12 16,1 3-9-16,1-1-17 0,0 4-23 0,-1 1-14 16,3 0-19-16,2 2-22 0,2 2-22 0,-1 1-50 15,3 2-62-15,0-3-67 0,-3 1-303 0,1-3-655 16,0 1 290-16</inkml:trace>
  <inkml:trace contextRef="#ctx0" brushRef="#br0" timeOffset="180211.24">13619 12325 115 0,'0'0'152'0,"0"0"-13"15,-8 1-16-15,8-1-11 0,0 0-13 0,-4 3-4 16,4-3-7-16,0 0-10 0,0 0-6 0,0 0-3 16,0 0-5-16,0 0 2 0,0 0 4 0,0 0-4 15,0 0 5-15,0 0-2 0,0 0 5 0,0 0-7 0,0 0-1 0,0 0-6 16,0 0-4-16,-9 0-11 0,9 0-4 0,0 0-2 16,0 0-3-16,0 0-5 0,0 0 0 0,0 0-4 15,0 0 5-15,0 0 6 0,0 0 6 0,0 0 7 16,0 0 10-16,0 0 5 0,0 0 2 0,0 0 3 15,0 0 1-15,0 0-2 0,23 0-5 0,-13 0-3 16,7 0-8-16,1-2-2 16,5 0-6-16,8 2-4 0,-1 0 0 0,5-3 1 15,-1 3 2-15,2-1-6 0,-4-2-1 0,1 2-3 16,-6-3-4-16,-8 3 9 0,0-1-14 0,-6 2 0 16,0 0-5-16,-3-2-14 0,-3 2-28 0,-1 0-27 0,-1-3-31 15,-5 3-60-15,0-1-48 0,0 1-33 0,-11-3-49 16,0-1-139-16,-5 3-441 0,-1-2 195 0</inkml:trace>
  <inkml:trace contextRef="#ctx0" brushRef="#br0" timeOffset="180411.72">13721 12244 28 0,'0'-7'312'16,"0"2"-2"-16,-1-1-4 0,2 1 10 0,-1-1 7 15,0 1-5 1,-1 1-10-16,2-1-17 0,-1 5-24 0,0-4-30 15,1-1-25-15,-1 5-23 0,0 0-29 0,0 0-38 16,1-3-32-16,-1 3-37 0,0 0-10 0,3 12-18 0,-2-2-10 16,1 2 2-16,-1 9-11 0,1 6-2 0,3 3 2 15,-2 0 0-15,1 3-9 0,2-2-34 0,-3-1-51 16,2 0-60-16,-1 2-86 0,-3-13-342 16,-1 0-624-16,4-8 276 0</inkml:trace>
  <inkml:trace contextRef="#ctx0" brushRef="#br0" timeOffset="181428.84">14576 11966 104 0,'1'-2'202'0,"-1"2"-24"0,0 0-22 0,0 0-18 16,0 0-15-16,0 0-15 0,-4 12-14 0,2-4-12 15,-2 4-6-15,-1 2-11 0,-4 5-6 0,4 0-5 16,-2 6-9-16,-2 0-6 0,-1 0-6 0,2 3-2 16,-1-7-4-16,3 8-4 0,-3-2 3 0,4-3-7 15,2-5 2-15,2-2-4 16,-3 0 9-16,3-2 3 0,1-3 9 0,0-2 8 15,0 1 11-15,0-1 5 0,1-4 8 0,3 2 12 16,0 0 7-16,0-3 2 0,6 0 3 0,0 0-10 16,3-2-7-16,10-1-7 0,6-2-1 0,1 0-15 15,1-1-29-15,-5 1-32 0,5-3-44 0,-11 2-33 16,1-4-40-16,1 2-24 0,-3-2-29 0,-3 3-40 16,-3 0-113-16,-3-1-356 0,-1-1 157 0</inkml:trace>
  <inkml:trace contextRef="#ctx0" brushRef="#br0" timeOffset="181714.06">14811 12283 265 0,'0'-3'275'0,"0"3"4"15,0-8-3 1,0 5-2-16,0 3-5 0,0 0-17 0,1-5-14 16,-1 5-19-16,-1-5-21 0,1 5-21 0,0 0-11 15,0 0-30-15,0 0-21 0,0-5-25 0,0 5-36 16,0 0-13-16,0 0-4 0,-1 13-8 0,-1-1-4 0,1 0-3 15,-3 5-6-15,1 10-2 0,0-1 2 0,2 0-5 16,-2 1 2-16,3 0-2 0,0 2 0 16,0-5-2-16,3 3 0 0,-6-6 3 0,9-2-4 0,-3 0 2 0,-1-3 1 15,1-2-1-15,0-2-4 0,2 0-1 0,-3-4-20 16,0 1-9-16,-2-2-9 0,2-4-7 0,-2 4-1 16,1-4 0-16,1 1-7 0,-2-4-3 0,1 5-3 15,-1-3-5-15,0-2-33 0,0 0-90 0,0 0-71 16,0 0-193-16,3-16-484 0,-1 6 215 0</inkml:trace>
  <inkml:trace contextRef="#ctx0" brushRef="#br0" timeOffset="182115.12">15355 12252 19 0,'0'0'230'0,"0"0"-14"0,0 0-7 0,0 0-13 16,0 0-7-16,0 0-12 0,-4 2-9 0,4-2-14 15,0 0-11-15,0 0-11 0,0 0-14 0,0 0-11 16,0 0-14-16,22-6-16 0,-8 5-7 0,4 1-9 15,3-3-21-15,1 3-21 0,5-1-30 0,-6-1-27 16,8 2-28-16,-2-3-46 0,1 2-17 0,-6-1-34 16,-2 2-154-16,-3 0-343 0,-3-2 152 0</inkml:trace>
  <inkml:trace contextRef="#ctx0" brushRef="#br0" timeOffset="182293.47">15441 12404 146 0,'0'0'257'16,"-3"3"-6"-16,3-3-19 0,0 0-18 0,0 0-25 16,18-3-16-16,-4 1-16 0,4-2-8 0,10 1-23 15,5-2-19-15,3 0-25 0,19-2-34 0,-2 0-42 16,-2 4-60-16,1-6-53 0,-14 4-223 16,14-1-357-16,-14-1 158 0</inkml:trace>
  <inkml:trace contextRef="#ctx0" brushRef="#br0" timeOffset="182810.22">16670 12085 7 0,'0'0'153'0,"-4"-2"-11"0,4 2-10 0,0 0-17 16,-9 0-11-16,9 0-13 0,0 0-8 0,-15 3-7 15,6-2-10-15,-1 2-2 0,-3 1-8 0,-1 3 3 16,-3 1-9-16,2-1 7 0,-2 2-4 0,-2 3-4 15,4-3-4-15,-3 3-1 0,1 2-2 0,1-1-9 16,-3 5-3-16,2 2 7 0,4-5-1 0,-1 2-9 16,5-1-2-16,-2 0-3 0,1 1 1 0,2-1-1 0,3-1 0 0,0-2-2 15,3 2 16-15,2 0 21 0,0-3 14 0,3 1 4 16,1-1 9-16,3 3 7 0,4-4 9 0,3 2 4 16,1-4 4-16,4 0-4 0,8 1-1 0,0-3-2 15,2-3-2-15,3 1 0 0,-1-4 1 0,1-1 5 16,-3-5 8-16,1 2 4 0,-4-4 10 0,-6-2 1 15,0 0-9-15,6-7-11 16,-7-1-13-16,0-1-13 0,-3-4-14 0,-4-3-21 16,-3-4-27-16,0 2-11 0,-7 1-15 0,-2-2 1 15,-6 3-3-15,-2 0-9 0,-2 2-14 0,-6 2-28 16,-5 0-26-16,-4 4-29 0,-7 6-38 0,-7 0-42 16,-8 1-63-16,-7 3-298 0,6 5-600 0,8 0 265 15</inkml:trace>
  <inkml:trace contextRef="#ctx0" brushRef="#br0" timeOffset="185655.06">18067 12176 75 0,'0'0'254'16,"0"0"-17"-16,-5-1-15 0,5 1-20 0,0 0-22 15,0 0-21-15,0 0-13 0,0 0-16 0,23-5-18 16,-8 0-11-16,5 2-14 0,11-1-20 0,-3 4-23 16,4-3-29-16,-4 3-41 15,2 0-37-15,-2-1-33 0,-8 1-31 16,-2 0-160-16,-4 0-310 0,-2 0 137 0</inkml:trace>
  <inkml:trace contextRef="#ctx0" brushRef="#br0" timeOffset="185802.17">18141 12342 106 0,'-4'4'129'0,"0"-2"-1"0,-1 1-7 0,5-3 11 15,-2 2 7-15,2-2-2 0,0 0-5 0,11 3-13 16,3 0-12-16,2-3-9 0,4-1-5 0,0-1-25 16,1 1-37-16,7 0-52 0,-5 0-60 0,-3-1-159 0,0-3-260 15,-1 0 115-15</inkml:trace>
  <inkml:trace contextRef="#ctx0" brushRef="#br0" timeOffset="186087.37">18354 12051 230 0,'0'0'252'0,"0"-7"-14"0,0 7-22 0,-5-3-24 16,5 3-22-16,0-4-20 0,0 4-19 0,0 0-15 15,0 0-9-15,0 0-10 0,0 0-11 0,23 10-12 16,-9-6-7-16,3 4-7 0,2 1-5 0,4 5-2 16,-1 1-2-16,1 0-6 0,-4 2-5 0,-2 7-1 15,-4-10-5-15,-2 11-3 0,-2-7-7 0,1 7 0 16,-6-8-2-16,-4 3-6 0,-4-1-1 0,-4 8-2 0,-2-4-3 0,-3-1 4 16,-5 0-3-16,2-4 5 0,-6-1-6 15,2 1 0-15,-3-2-15 0,6-4-24 0,-6 1-21 0,6 0-36 16,-2-1-39-16,8-7-41 0,-1 2-211 0,3-1-407 15,5-3 180-15</inkml:trace>
  <inkml:trace contextRef="#ctx0" brushRef="#br0" timeOffset="187005.33">19387 12086 27 0,'0'-1'245'0,"0"1"-8"0,0-8-6 15,1 3-2-15,0 1-5 0,2 0-11 0,-2 0-10 16,2 0-15-16,-2 1-14 0,-1 3-12 0,4-6-12 0,-3 3-14 16,2 1-16-16,-3 2-14 0,2-3-11 0,-2 3-8 15,0 0-23-15,3-3-14 0,-3 3-14 0,0 0-10 16,5 7-8-16,-3-2-4 0,-2 2-2 0,2 6-4 15,-2-1 1-15,0 5-3 0,1 0 1 0,-2 7-4 16,-1 3 1-16,1-8 0 0,-3 10-2 0,2-4 5 0,-1 1-4 16,-1-2-1-1,3-7 4-15,2 3-3 0,-2-3 3 0,1-6 1 16,0 0-5-16,-1-4 3 0,1 0 4 0,0 0 10 16,0-4 22-16,0 1 31 0,1-1 34 0,-1-3 48 15,0 0 2-15,0 0-15 0,0 0-12 0,15-12-15 16,-10 2-14-16,5-3-7 0,2-4-19 0,2-4 7 15,0 0-13-15,4-4-9 0,0 4-6 0,-4 1-4 16,3 3-10-16,-4 3 0 0,-3 1-8 0,-1 3 0 0,-3 1-11 0,2 2 2 16,-4 0-1-16,0 4-3 0,-1 1-17 0,1-3-21 15,-1 3-20-15,-3 2-9 0,6 0-1 0,-6 0 3 16,8 7 8-16,-3-5-6 0,0 8 8 0,1 0 11 16,-3 1-15-16,1 1 5 0,1 4 7 0,0 0 8 15,1 1 12-15,-4 0-12 0,1 0 1 0,1-2 5 16,-4-3 12-16,2 0-11 15,0-5 2-15,-2 1 5 0,0-4-1 0,0 3 5 16,1-2 11-16,1-3 38 0,-2-2 33 0,0 0 36 16,4 2 6-16,-4-2-11 0,0 0-11 0,12-13-9 15,-7 3-8-15,8-5-9 0,0 2-5 0,1-10-4 16,5 2-14-16,-3-1-5 0,0 2-7 0,-4 6 2 16,-2 1-7-16,-1 6-3 0,-3-2-7 0,-2 5 0 15,1-2-9-15,-1 1-6 0,1 3-24 0,-2-1-23 0,-1 2-16 0,-2 1-7 16,9 1 10-16,-4 4-15 0,3 3-5 0,1-1 1 15,1 7 0-15,-1 2-4 0,1 0-14 0,3 0-16 16,1 0-37-16,0 6-30 0,-2-6-38 16,-1 1-63-16,2-3-57 0,0-2-277 0,-3-4-656 0,-1-2 290 15</inkml:trace>
  <inkml:trace contextRef="#ctx0" brushRef="#br0" timeOffset="187506.71">20286 12192 43 0,'0'0'241'16,"0"0"-20"-16,0 0-17 0,0 0-19 0,0 0-20 15,0 0-15-15,0 0-16 0,0 0-13 0,0 0-12 16,0 0-11-16,0 0-15 0,0 0-2 0,0 0-10 0,0 0-2 15,0 0 1-15,0 0-1 0,0 0-3 16,0 0 3-16,0 0-4 0,0 0 0 0,0 0-1 0,0 0-4 0,0 0-1 16,0 0-4-16,0 0-5 0,0 0-6 0,0 0-4 15,0 0-2-15,0 0-6 0,0 0-2 0,0 0-4 16,0 0-1-16,0 0-3 0,0 0-1 0,0 0-4 16,0 0 0-16,0 0-4 0,0 0 4 0,0 0-6 15,0 0 0-15,0 0-6 0,0 0 7 0,0 0-3 16,0 0 4-16,0 0 0 15,0 0-2-15,0 0 9 0,0 0-1 0,0 0 3 16,0 0 5-16,0 0 4 0,0 0 2 0,0 0 5 16,0 0 1-16,0 0 3 0,14-3 10 0,-3 1-21 15,5-1 2-15,2-1-5 0,5 0 4 0,4 0-10 16,4 4 1-16,1-5-6 0,0 2 5 0,-2-1-5 16,-7 4 0-16,-4-2 4 0,3-1-4 0,-4 3-3 15,-5-1-3-15,-4 1-3 0,0-1 2 0,-3 1 0 0,-1-2-4 0,0 1 5 16,-5 1 0-16,9-2-10 0,-9 2-5 0,0 0-7 15,8 0-11-15,-8 0-14 0,5-2-21 0,-5 2-22 16,0 0-22-16,0 0-12 0,0 0-21 0,0 0-30 16,-13 8-39-16,13-8-31 0,-10 1-204 0,10-1-473 15,-6 0 211-15</inkml:trace>
  <inkml:trace contextRef="#ctx0" brushRef="#br0" timeOffset="188130.48">20842 12022 65 0,'0'0'268'0,"4"-4"-11"0,-3 1-16 15,-1 3-18-15,3-5-21 0,-2 3-18 16,3-1-16-16,0 2-20 0,1-2-20 0,-1 0-5 15,2 2-18-15,-1 0-9 0,0-2-11 0,-5 3-10 16,13 0-2-16,-4 0-9 0,-3 3-6 0,2-2-5 0,1 2-6 0,1 1-4 16,-1 0-10-16,-2 3-5 0,1 0-2 0,0 1-10 15,-1 1-4-15,-1 0-9 0,-2 4 2 0,0 2-4 16,-4 1 2-16,-3 1-4 0,-1 0 4 0,-3 11-1 16,-4-7-1-16,1-2 4 0,-8 5-1 0,0-1-4 15,-2-2 0-15,-1-2 1 0,1 1-1 0,5-8-1 16,-2 1 3-16,0 0 0 15,6-9 0-15,-1 4-1 0,2-1 1 0,4-2 2 16,0-2 18-16,2 0 24 0,-1-1 36 0,1 0 36 16,0 1 46-16,4-3 29 0,0 0-4 0,0 0-18 15,0 0-18-15,6-16-11 0,1 7-19 0,0 1-12 16,2 4-11-16,1-6-13 0,0 3-13 0,2-3-13 16,-3 3 0-16,0 3-7 0,0-1-4 0,3 2-15 15,-3 1-4-15,1 0-5 0,2 4 4 0,0-2-14 0,1 2-2 0,-2 2-4 16,2 4 11-16,-1-3-14 0,-1 3-1 0,4 0-11 15,-2 5-2-15,1-6-5 0,-1 2-7 0,-4 0 2 16,5-4 1-16,-5 3-2 0,1-2 1 0,-1-2 7 16,0 1-7-16,-1-3 11 0,-2 1-2 0,3-3 10 15,-4 0-2-15,3-2-2 0,-2 1 8 0,2-3-9 16,-2 0 10-16,3-2 1 16,-1 2 2-16,-1-4-2 0,1 0-3 0,-1-1 1 15,-2 0-3-15,2 2-7 0,2-3-6 16,-4 3-15-16,3-3-24 0,-3-1-22 0,4 3-30 0,0 1-19 15,-1-2-24-15,-3 2-27 0,5 0-35 0,-2 1-46 16,-2 0-53-16,3-3-279 0,-4 1-630 0,-1 0 278 16</inkml:trace>
  <inkml:trace contextRef="#ctx0" brushRef="#br0" timeOffset="188393.47">21324 11794 273 0,'-1'-3'250'0,"-1"-1"-29"0,2 4-29 15,0 0-19-15,0 0-21 0,11 9-14 0,-6 2-20 0,2 4-12 32,2 10-8-32,4 3-7 0,-3 3-2 0,4 3-5 15,0 10 2-15,-4-9-11 0,6 11-3 0,-6-2-10 0,-6-10 1 0,1 3 4 16,-5-2-12-16,0 0-4 0,-5-4-4 15,-3 1-2-15,-2 2-4 0,-4-5 0 0,-3-2-3 16,-2-1-7-16,-6-1 3 0,-2-4-6 0,-5 2-18 16,-13 2-26-16,-6-6-46 0,1-4-53 0,-1-3-76 15,-4-3-218-15,-1-6-441 0,0-3 196 0</inkml:trace>
  <inkml:trace contextRef="#ctx0" brushRef="#br0" timeOffset="188894.55">19246 11975 43 0,'0'0'142'0,"-2"-5"-7"0,2 5 5 0,0 0-3 16,-2-4-1-16,2 4-11 0,0 0-5 0,-4-4-18 16,4 4-20-16,0 0-7 0,0 0-9 0,-10 11-7 15,7 0-2-15,-5 5-10 0,-1 9 0 0,-3 5-3 16,0 16 1-16,1 4 8 0,2 0-2 0,4 2-6 15,4 0 0-15,1-4-2 0,5 0 1 0,4-1 1 0,3-3 23 0,8 0 11 16,9-4 6-16,3-3 4 0,9-4 1 0,9-4-8 16,5-7-5-16,10-4-28 0,25 3-65 0,0-9-108 15,-26-12-278-15,38-7-434 0,-7-3 192 0</inkml:trace>
  <inkml:trace contextRef="#ctx0" brushRef="#br0" timeOffset="189934.84">21463 11461 71 0,'5'-4'199'0,"2"2"-17"0,0 0-22 0,2 0-14 0,3 2-15 0,-1 0-15 16,2 0-7-16,1 3-14 0,-1-1-10 16,-1 4-5-16,4 1-10 0,-2 2-2 0,0 3-6 0,-4 1-10 15,-2-2-2-15,2 4-8 0,-5 2-1 0,3-1 0 16,-8 1-9-16,0 0-5 0,0-2 0 0,-2 0 2 15,-1-2-2-15,-3 1-4 0,0 0 0 0,-2-1 5 16,1-4-2-16,-2 3 0 16,1-3 1-16,0 0 1 0,1-2-2 0,1-2-2 15,1 0-3-15,-1-1 1 0,2 0 0 16,1 0 4-16,0-1 11 0,1-1 13 0,2-2 14 16,-4 2 21-16,4-2 11 0,-1 3-3 0,1-3-12 0,0 0-5 15,20-5-9-15,-3 0-3 0,4 3-12 0,10-5-2 16,2-2-3-16,7 1-5 0,-2-1-5 0,12-3 4 15,-10 4 8-15,-1 0 4 0,-3 2 3 0,0-4 0 0,-4 5-6 16,-10 0 1-16,-2 1-11 0,-7 1 0 0,-2 2 1 0,-1-3-3 16,-2 3-8-16,-1 1 1 0,-1-2-6 15,0 2-6-15,-6 0-4 0,8 0-23 0,-8 0-9 16,0 0-41-16,5 2-7 0,-5-2-12 0,0 0-15 16,-8 8-24-16,-1 0-28 0,-1 0-31 0,1-2-46 0,0 3-258 15,-1-1-516 1,1 0 228-16</inkml:trace>
  <inkml:trace contextRef="#ctx0" brushRef="#br0" timeOffset="190282.55">22143 12107 13 0,'0'0'271'0,"0"0"-7"0,0 0-8 15,-4 2-10-15,4-2-9 0,0 0-15 0,0 0-24 16,0 0-22-16,0 0-18 16,0 0-15-16,26-8-16 0,-12 5-23 0,4-1-30 15,2 1-33-15,8-2-34 0,2 1-44 0,0 0-51 16,2 0-66-16,-2 2-223 0,-4-2-407 0,-5 1 180 16</inkml:trace>
  <inkml:trace contextRef="#ctx0" brushRef="#br0" timeOffset="190451.83">22278 12245 169 0,'-1'2'165'0,"1"-2"11"0,-4 3-3 16,4-3-4-16,0 0-16 0,13 1-16 0,1-1-12 16,5-3-16-16,8 2-10 0,8-2-34 0,1 0-48 15,2-2-56 1,14-1-55-16,-11-2-144 0,13-3-257 0,-19 4 114 0</inkml:trace>
  <inkml:trace contextRef="#ctx0" brushRef="#br0" timeOffset="190799.2">23294 11947 159 0,'-7'0'187'0,"-5"0"-18"16,2 0-14-16,-2 1-21 0,2 3-15 0,-4 1-10 16,5 0-13-16,-1 3-14 0,-4 1-5 0,1 3-10 15,-1 2-8-15,3-1-6 0,2 4-5 0,1-4-5 0,0 4 4 0,4-2 12 16,3 2 14-16,1-2 9 0,3-4 6 0,3 2 10 16,4 2-1-16,3-4 9 0,6-1-9 0,8 3-2 15,5-6-6-15,1-1 1 0,4-6-1 0,0 0 0 16,-1 0-3-16,0-6 5 0,0 0 0 0,-6-4 3 15,-3 2 14-15,-7-2-1 0,-3 2-2 0,-1-5-16 16,0-1 2-16,-9 0-12 16,-1-2-9-16,-1 0-16 0,-5-1-5 0,-5-2-15 15,-1 0-22-15,-5 2-17 0,-1 1-37 0,-11-2-20 16,-2 5-29-16,-4 2-29 0,-4 4-31 0,-3 2-42 16,5 0-36-16,2 5-276 0,8 0-545 0,2 2 242 15</inkml:trace>
  <inkml:trace contextRef="#ctx0" brushRef="#br0" timeOffset="192857.6">25245 11838 239 0,'2'-4'273'0,"-1"0"-15"15,0 0-17-15,-1 4-17 0,3-5-26 0,-3 5-21 0,1-3-21 0,-1 3-20 0,0 0-23 0,0 0-31 16,0 0-17-16,0 0-10 0,0 0-4 0,4 11-12 16,-5-2-2-16,2 3-8 0,0 3-1 0,-1 1-4 31,0 4-3-31,2-2-1 0,-2 1-1 0,-2 5-4 0,4 2 1 0,-4-6 1 15,4-3-4-15,-1 2 0 0,-1-2-2 0,1-5-1 16,1 0 3-16,-4 0-4 0,4-6 2 0,-2 1 0 16,1-1-2-16,-1-1 19 0,1-1 40 15,-1 0 38-15,0-4 46 0,3 3 37 0,-3-3 5 0,0 0-19 16,0 0-19-16,15-13-17 0,-9 4-9 0,5-3-15 16,1-1-13-16,-1-3 0 0,10-2-19 0,-3-4-12 0,0 1-9 15,1 0-9-15,-2 0-5 0,-3 7-5 0,-1 0-1 16,-7 6-9-16,3 0 10 0,-3 1-17 0,0 1-7 0,-1 2-3 15,-1 0-11-15,-3 1-24 0,5 2-21 16,-6 1 1-16,0 0 8 0,13 6-22 0,-9 0 9 16,0 0-4-16,0 4 4 0,-1 2 6 0,2 3 1 15,-2 1 5-15,-1 2 5 16,2 1-5-16,-4-2 7 0,4 0 3 0,-6-1 5 16,4 1 2-16,-2-4 11 0,0-5-11 0,0 2 0 15,0-3 3-15,0-1 6 0,0-1 5 0,0 0 8 16,0-2 13-16,0 2 35 0,0-5 38 0,0 0 3 15,0 0-8-15,0 0-13 0,0 0-7 0,19-15-6 16,-11 5-7-16,2-5-4 0,4 1-3 0,3-6-8 16,-2-1-9-16,-2 4-9 0,1 0 3 0,-4 3-3 0,-1 6-7 0,1-2 5 15,-3 2-3-15,-2 1-4 0,0 2-6 0,-1 2 4 16,0 0-23-16,-2-1-23 0,2 2-26 0,-4 2-4 16,0 0 16-16,10 6-1 0,-5-3-18 0,-1 2-4 15,4 4-6-15,-2 2-10 0,-1 1-10 0,3-1-22 16,2 3-25-16,-3 1-30 0,0 2-29 0,1-2-46 15,-3-5-54-15,1-1-244 16,2-2-592-16,-3-2 262 0</inkml:trace>
  <inkml:trace contextRef="#ctx0" brushRef="#br0" timeOffset="193078.11">26153 11925 207 0,'0'0'329'15,"0"-4"-28"-15,2 1-26 0,-2 3-28 0,5-5-27 16,1 2-25-16,1-1-15 0,7 1-23 0,3-2-22 16,2 1-27-16,3 2-30 0,-3-1-39 0,10 1-49 0,-2 0-47 15,-6 1-58 1,1 1-53-16,-5-2-186 0,-1 2-383 0,-5 0 170 0</inkml:trace>
  <inkml:trace contextRef="#ctx0" brushRef="#br0" timeOffset="193236.3">26260 12059 64 0,'-4'4'160'0,"2"-3"19"15,-1 3 14-15,3-4-3 0,0 0-5 0,0 0-17 16,9 1-18-16,0-1-18 0,3 0-10 0,2-1-18 15,7-1-36-15,1 1-42 0,-1-1-41 0,7-3-53 16,-7 0-75-16,-3 0-110 0,0-1-274 0,1 3 122 16</inkml:trace>
  <inkml:trace contextRef="#ctx0" brushRef="#br0" timeOffset="193706.31">26802 11753 165 0,'4'-5'261'0,"-2"1"-23"16,4-1-23-16,0 3-21 0,0-3-23 0,3 3-16 15,0 1-19-15,5 1-15 0,-4 1-15 0,4 1-10 0,-1 2-9 16,4 2-10-16,-3 3-12 0,0 4-8 0,0-1-5 0,-1 4-8 15,2 4-12-15,-7 1-9 0,-3-2 2 0,0 5-1 16,-1 3-6-16,-9 0 1 0,-2 1-3 0,-3 0-3 0,-4-1 0 16,0-4-1-16,-2 1-5 0,-1 1 6 0,-2-7-4 15,2-6 1-15,-1 2 1 0,5-5-2 16,1-1-1-16,3 1 3 0,2-6 1 0,1-1 19 16,0 5 28-16,0-4 40 0,3-2 45 0,0 0 30 0,3-1-6 0,0 0-18 15,-5-8-7-15,5-1-16 0,2 5-4 0,4-6-14 16,-3 1-7-16,5 0-18 0,2 0-6 0,-3 2-9 15,0 0-3-15,2-1-7 0,1 2-12 0,-2 2-1 16,1-1-11-16,1 2-2 0,2 1 4 0,-2 1-16 16,4-1-6-16,-1 4-6 0,5 0 8 0,-5 1-6 15,6-1-11-15,-6 2-5 16,4-1-20-16,-4 0-15 0,1 2-19 0,-4 0-23 16,3-1-28-16,0-1-21 0,-4 2-25 0,1 1-38 15,-5-3-41-15,3-1-35 0,-4-1-276 0,-4-1-591 16,6 0 261-16</inkml:trace>
  <inkml:trace contextRef="#ctx0" brushRef="#br0" timeOffset="193938.07">27392 12102 36 0,'0'0'308'15,"0"0"-19"-15,7 1-19 16,-7-1-26-16,0 0-17 0,0 0-32 0,0 0-24 16,0 0-22-16,2 2-14 0,-2-2-21 15,0 0-8-15,0 0-20 0,-2 9-6 0,-3-3-12 16,1 0-8-16,-3 6-2 0,0 3-13 0,-2-1-22 0,-3 0-25 16,3 2-47-16,-7 2-39 0,3-3-36 0,0-1-55 15,-1-1-192-15,1-3-401 0,-3-1 177 0</inkml:trace>
  <inkml:trace contextRef="#ctx0" brushRef="#br0" timeOffset="194577.39">27566 11765 20 0,'4'-6'305'16,"0"2"-11"-16,1 0-21 0,-1-1-27 0,0-1-9 16,1 2-35-16,0-1-20 0,1 1-24 0,6 2-18 0,-3-1-14 0,1 0-15 15,1 3-10-15,1 3-14 0,-1 0-10 0,2 2-7 16,-1 1-13-16,4 4-9 0,-5 1-12 0,1 3 5 16,-3 1-15-16,0 3-1 0,-4 7-8 0,-1-6-5 0,-4 5-9 15,0 2 3-15,-5 0-3 0,-3 0-5 16,-5-1-2-16,-2 0-1 0,-2-3 3 0,0-3-4 15,1-5-3-15,4 0 5 16,-1-3 0-16,4-3 3 0,0 1-1 0,2-4 4 16,2-2 1-16,-1 1 17 0,2-3 30 0,2 3 27 15,2-4 18-15,-3 2-11 0,3-2-7 0,0 0-10 16,9-12-5-16,1 6-11 0,1-2-8 0,4-2-6 16,1 1-3-16,1 1 0 0,0-1 1 0,-1 2-10 15,-5 2-8-15,6-1 12 0,-5 2-16 0,-2 3-4 16,0-1-4-16,-1 0 0 0,2 4-5 0,0 0-3 0,-2 2 4 0,1 0-1 15,2 3-1-15,-2 1-3 0,5-1 6 0,-7 0-2 16,1 2 3-16,1-1-4 0,-1-2 5 0,-1 0 10 16,-2-1-12-16,-1-2-11 0,0 2 3 0,0-1 3 0,0-3 3 15,1-1-3-15,1 1-3 0,-7-1-6 16,18-2-3-16,-13-3-1 0,4 0-9 0,1-1-14 16,-2 0-24-16,1-1-24 15,1 2-29-15,-1-4-33 0,2 3-45 16,-1-1-71-16,-3 0-194 0,1 0-495 0,-4 2 219 0</inkml:trace>
  <inkml:trace contextRef="#ctx0" brushRef="#br0" timeOffset="198442.62">6284 14434 94 0,'1'-4'201'0,"-1"1"-9"0,4-1-4 0,-4 4-7 15,4-3-11-15,-3 1-7 0,-1 2-6 0,0 0-7 0,0-5-3 16,0 5-17-16,0 0-9 0,0 0-11 16,0 0-9-16,0 0-13 15,4-5-9-15,-4 5-10 0,0 0-13 0,0 0-10 16,0 0-12-16,0 0-6 0,0 0 0 0,-10 10-5 16,1-8-5-16,-9 7 9 0,-3 1-13 0,-3 3-4 15,-4-1 0-15,0 2-2 0,0 1 3 0,0 1-3 16,0 0-4-16,-2 0 2 0,3 1-4 0,2 5 1 15,2-6 1-15,4 4-2 0,1-7-3 0,4 1 2 16,2 1-2-16,-1-4 0 0,4 5-1 0,3-8 0 0,-1 4 0 0,4 1 3 16,2-4-2-16,2 1 6 0,5 1 1 0,4 2-1 15,5-1 2-15,2 1-16 0,9-2-2 0,3 1 2 16,2 0 0-16,-2 0 3 0,2 0-1 0,0 0 4 16,-2 0-3-16,-3-2 2 0,-3 1 6 0,-3-2-7 15,-7 0-3-15,-2-2-1 0,-3-2-1 0,1 1-1 16,-4-2-1-16,-1 3-1 15,-3-1 6-15,-2-2 2 0,-3 2 2 0,-6 0 2 16,-7 2 2-16,-2-1-3 0,-2-2 3 0,-8 1 0 16,4 0 2-16,-6-2 0 0,4-1-3 15,3 2 0-15,-3-4-6 0,4 0 8 0,0-1 1 16,4 0-2-16,5 0 1 0,0 0-1 0,4 0 0 16,1 0-14-16,1 0-22 0,2 0-15 0,-1-1-45 0,7 1-67 15,3-7-44-15,-3 7-128 0,10-9-361 0,0 3 159 0</inkml:trace>
  <inkml:trace contextRef="#ctx0" brushRef="#br0" timeOffset="198874.72">6635 14771 11 0,'-6'-2'174'0,"6"2"-14"0,-6-3-18 16,0 3-13-1,6 0-13-15,-10 0-18 0,3 2-5 0,0-1-12 16,-1 1-7-16,-1 2-8 0,-2 1-8 0,1 1-5 16,-1 0-10-16,1 2-3 0,-1 1 1 0,-3 1-4 15,5 0-12-15,-3 2-3 0,6 0 2 0,-3-3-3 0,1 2-3 16,4 3-1-16,-1-3-9 0,-1-1 6 15,6 1-6-15,-2-1 3 0,2-1 13 0,2 0 16 16,3 1 11-16,-1-5 12 0,1 4 3 0,4-4 6 0,1-1-7 0,3-1 3 16,9 0-2-16,-3-1 0 0,-1-4-10 0,2 0-2 15,-1-3-3-15,2 0 8 0,-4-3 5 0,0 0-2 16,-1-3 10-16,-1 0-3 0,0-2-3 0,-3-1 3 16,-2-1-13-16,-1 0 4 0,-4-2-18 0,0 1-8 15,-4-1-15-15,-1 4-3 0,-1 2-11 0,-4 1-17 16,0 1-12-16,-5 3-16 15,1 0-16-15,-4 1-10 0,-5 2-20 16,-1 0-17-16,1 3-11 0,4 3-28 0,-3 2-44 0,3 2-179 16,3-2-396-16,2 2 175 0</inkml:trace>
  <inkml:trace contextRef="#ctx0" brushRef="#br0" timeOffset="199059.61">6960 14966 30 0,'3'2'286'0,"-3"-2"-32"15,0 0-26-15,0 0-27 0,-7 7-18 0,3-3-17 16,-5 1-17-16,-1 2-16 16,-4 3-49-16,-3 2-44 0,-2 4-57 0,3-3-87 15,-9 2-169-15,11-3-294 0,-1-5 130 0</inkml:trace>
  <inkml:trace contextRef="#ctx0" brushRef="#br0" timeOffset="199961.94">8022 14607 127 0,'0'0'123'16,"0"0"-7"-16,0 0-16 0,0 0-6 0,-4-3-16 0,4 3-5 15,0 0-7-15,0 0-9 0,0 0-8 0,0 0 0 16,0 0-2-16,0 0-4 0,0 0 2 0,15 0-2 16,-8 0-3-16,3 0-5 0,2 0-1 15,0-2-5-15,2 0-2 0,5-2-5 0,0-2-7 0,-2 2-5 0,10-4-1 16,-11 2 5-16,0-2-5 0,-2 1 1 0,0 1 11 16,-1-2 13-16,1-1 0 0,-5 1 9 0,-4 0 14 15,2 2 7-15,-3 1 3 0,-1-2 3 0,0 0-11 16,-6 2-6-16,3 0-5 0,-3 1-7 0,-2 0-1 15,-2 2-8-15,-5 0-1 0,-2 1-7 0,-4 2 11 0,-5 3-1 16,-5 1-9-16,-3 5-2 0,-4 1-4 0,-2 2-2 0,-12 8-4 16,4 2-6-16,2 6 1 0,2 0-4 0,12-7 2 15,-6 12-5-15,7-6 7 0,5-3-7 0,5 7 0 16,0-1 3-16,9-3-17 0,-1-1-1 0,8 2 7 16,2-10 20-16,7 1 3 0,5 2 2 0,4-8 11 15,6 1-6-15,6-1 6 0,3-7-7 0,5-2 4 16,-1 1-8-16,1-4 3 15,1 0-3-15,-1-3-2 0,-2 0 1 0,-3-1-1 16,-9-1-1-16,-3 0 24 0,-6 1 8 0,-2 0 17 16,1 1 17-16,-3 0 10 0,-3-2 10 0,-1 3-5 15,1 0-3-15,-6 0-6 0,8-3-18 0,-8 3-17 16,4-2-27-16,-4 2-24 0,0-4-25 0,0 4-31 16,0 0-35-16,-12-4-38 0,5 1-43 0,1 2-30 15,-1 1-59-15,-4-3-152 0,3 1-445 0,2-2 196 0</inkml:trace>
  <inkml:trace contextRef="#ctx0" brushRef="#br0" timeOffset="200131.24">8468 14909 186 0,'0'0'379'15,"0"0"-26"-15,0 0-31 0,0 0-34 0,0 0-29 16,0 0-26-16,0 0-32 0,0 0-38 0,0 0-38 16,0 0-49-16,5 0-57 0,-5 0-63 0,0 0-82 15,0 0-280-15,5-8-439 0,0 5 193 0</inkml:trace>
  <inkml:trace contextRef="#ctx0" brushRef="#br0" timeOffset="200609.83">8808 14638 163 0,'0'0'312'0,"2"-5"-20"0,-2 5-30 16,-2-4-27-16,2 4-28 0,0 0-22 0,0 0-20 15,-2-4-21-15,2 4-18 0,0 0-16 0,0 0-15 16,0 0-9-16,0 0-8 15,2 18-7-15,0-7-8 0,-2 1-7 0,0 2-6 16,0 6-5-16,0-2-8 0,0-2 0 0,-2 4-5 16,0-1-2-16,1 0-6 0,0 1-2 0,-1-2-1 15,1 4-7-15,-1-5 3 0,-1 1-4 0,2-3-2 16,-2-1 0-16,2-2 0 0,-3-3-3 0,3-3 4 16,0 1-2-16,1-3 3 0,-2 1 2 0,1-1 19 15,1-4 19-15,0 5 34 0,0-5 27 0,-1 3 40 0,1-3 37 16,0 0 2-16,0 0-9 0,0 0-14 0,-3-14-10 15,3 2-13-15,-2-3-18 0,0-4-11 0,2-8-19 0,0-2-10 16,0-2-15-16,2-6-9 0,-2-9-5 0,1 0-8 31,0 1-3-31,1 9-5 0,0 5-1 0,-1 0-4 16,3 0-2-16,0 7-4 0,0 5-2 0,-2 0 0 16,2 4 1-16,-1 3-2 0,1 0-7 0,0 5-3 0,-1-3-10 15,6 3-18-15,-4 0-23 0,4 2-23 0,5 0-26 16,3 0-23-16,5 5-31 0,6 2-32 0,-1 4-29 15,-2 1-36-15,0 2-36 0,-6 0-41 0,6 4-48 16,-12-1-269-16,3 0-675 0,-3-2 299 0</inkml:trace>
  <inkml:trace contextRef="#ctx0" brushRef="#br0" timeOffset="200894.93">8716 14858 281 0,'0'0'313'15,"0"0"-8"-15,0 0-21 0,0 0-29 0,0 0-30 0,0 0-19 0,21-8-25 16,-7 4-18-16,6-1-15 0,0 0-36 0,8-2-38 16,0-1-45-16,5-1-44 0,-2 1-57 0,2 1-52 15,-1 1-72-15,-6-2-166 0,-7 3-392 0,4-2 174 16</inkml:trace>
  <inkml:trace contextRef="#ctx0" brushRef="#br0" timeOffset="201095.48">9240 14928 345 0,'0'0'437'0,"0"0"-33"0,-2 2-30 0,2-2-32 16,0 0-33-16,0 0-35 0,0 0-59 0,0 0-79 15,0 0-100-15,0 0-111 0,0 0-145 0,9-12-210 16,-4 7-466-16,-1-4 207 0</inkml:trace>
  <inkml:trace contextRef="#ctx0" brushRef="#br0" timeOffset="210860.07">11049 14420 126 0,'1'-9'245'0,"-2"0"-4"0,2-2-8 15,3 5-12-15,-4-3-13 0,4 4-7 0,-4 1-15 0,0-4-15 16,0 5-16-16,1-2-17 0,-1 5-14 0,0-4-16 16,0 4-13-16,3-4-17 0,-3 4-26 0,0 0-26 15,1-2-5-15,-1 2-1 0,0 0-6 0,13 10-8 16,-9-2-3-16,1 1-2 0,1 7 0 0,2-4 0 15,1 0 0-15,1 8 0 0,4 1 1 0,-5-4-1 0,3 0 3 16,0-3 1 0,1 1-5-16,-2-1 0 0,2-4 0 0,0 2 0 15,-2-5 2-15,1 2-2 0,-1-3-1 0,1-1 3 16,-2-2 4-16,4-1-4 0,-2-7 2 0,-2 2 1 16,3-2-1-16,-2-4 3 0,3-1 1 0,-2-2-5 15,1-2 5-15,-4 0 9 0,1-2-2 0,1 0 7 16,-4 2 4-16,0-1 5 0,1 0 6 0,-5 5 6 15,4 1-2-15,-6-1 3 0,2 4-2 0,2-1-6 16,-4 2-3-16,2 2-7 0,-3-3-13 0,1 3-19 16,-1 3-28-16,4-4-17 0,-4 4 3 0,0 0 6 15,0 13 1-15,0-6 4 0,-1 9 7 0,-3 2 0 16,1 9-4-16,0 3 3 0,0 4 2 0,-1 17 5 16,2-3 1-16,-2-2 0 0,3 0 4 0,2-9 2 15,0 9 2-15,2-9-16 0,0 8 4 0,0-8 5 0,-2-3 0 16,3 0 7-16,0-4 1 0,-3 1 3 0,3-5-1 15,-3 2 4-15,2-3 0 0,-2-7-2 16,-1 0 2-16,-1-1-1 0,1-2 1 0,-3-3 5 16,2 1 1-16,-4-2-3 0,1-1 4 0,-1-2 1 15,-1 0 0-15,-2 0 1 0,-1-2 4 0,0 1 1 0,-2-2 4 16,0 0-1-16,-1-2 0 0,-6 0 2 16,3-1-2-16,-2-3 4 0,-1 1 9 0,1-3-2 15,1-1 12-15,-1 0 0 0,3 1 6 0,1-7 3 16,-1 4 5-16,1-4 3 0,2-1 4 0,-2-2 0 15,5-4-11-15,3-2-4 0,-1-5-7 0,10-5-10 16,0-4-9-16,10-10-12 0,9-6-1 0,7 3-4 16,6-1-2-16,22-17 5 0,-15 21-3 0,3 1 2 15,1 2 0-15,2 6-2 0,-1-3 5 0,-5 4-2 16,5 4 1-16,-20 9 4 0,-3 4 2 0,-9 2 1 16,1 3 6-16,-7 1-1 0,-1 3 1 0,0 3-3 15,-1-2-4-15,-3 1-7 0,-1 3-17 0,-1-1-25 0,-3 3-30 16,0 0-23-16,0 0-11 0,0 0-26 15,0 0-39-15,-16 8-39 0,-1 0-152 0,2-2-395 16,-2 2 175-16</inkml:trace>
  <inkml:trace contextRef="#ctx0" brushRef="#br0" timeOffset="211942.74">11818 15004 87 0,'3'-3'220'0,"-2"-1"-18"0,-1 4-21 0,1-6-17 15,-1 6-19-15,3-3-15 0,-3 3-21 0,0 0-18 16,0 0-13-16,0 0-9 0,4 10-15 0,-3 0-5 16,0 2-3-16,0 4-1 0,-1 2-6 0,0 2-5 15,0 8-6-15,0-1 2 16,-1 2-12-16,0 0 7 0,0 3-3 0,-2-3 1 15,2 2-5-15,1-2-3 0,0 0 0 0,0-4 7 16,0 3-1-16,0-9-5 0,1 1-2 0,0-5 0 16,1-4-6-16,-2-1 1 0,0 0-2 0,0-3 0 15,0 1 1-15,0-4-2 0,-2 1 7 0,2 0 31 16,2-1 20-16,-2-4 29 0,-2 4 21 0,2-4 23 16,0 4 15-16,0-4 15 0,0 0 26 0,0 0 1 0,0 0-18 15,0 0-24-15,3-17-16 0,-3 4-20 0,0-3-16 16,0-5-23-16,0-6-16 0,0-3-20 0,2 0-12 15,0-3-4-15,0 0-22 0,2 2 8 0,0 3-3 16,-3-1-8-16,3 2 4 0,-3 8 2 0,4 0-4 0,-3 1 5 16,0 1-3-16,2 4-3 0,-3 1 1 0,5 2-2 15,0-1 0 1,-1 3-6-16,1 0 3 0,2 2-3 0,5-3-4 16,1 5-6-16,-1 0-5 0,1 1-8 0,2 3-13 15,2 0-14-15,0 2-3 0,0 2-3 0,0 1-4 16,-3 4-2-16,0-2 1 0,-3 5 0 0,-2 0-1 15,-1 3 6-15,-5-6 4 0,-3 4 7 0,-2-1 6 16,-3-3 3-16,-5 6 5 0,2-6 5 0,-9 3 13 16,-2-2-6-16,-6 2 1 0,-4-1 5 0,0-1 3 0,1-2 1 0,-5-1 0 15,4-1 4-15,1-3 1 0,-1-2 0 16,9 2-7-16,6-2-6 0,-1 0-18 0,4 1-22 0,-2-4-42 16,5 2-30-16,4-2-50 0,3 2-31 0,0-4-165 15,0 4-411-15,10-7 183 0</inkml:trace>
  <inkml:trace contextRef="#ctx0" brushRef="#br0" timeOffset="212867.05">12415 15116 115 0,'0'-4'227'0,"0"4"-10"0,1-5-2 0,0 2-13 16,-1 3-12-16,3-4-17 0,-3 4-22 0,0 0-14 16,1-5-18-16,-1 5-17 0,0 0-10 0,0 0-16 0,0 0-7 15,0 0-10-15,0 0-7 0,0 0-6 0,-2 18-5 16,-1-9-6-16,-1 2-8 0,0 4 1 0,2 3-3 15,-3 3-5-15,1-1 0 0,-1 5-2 0,1-2-2 16,0 2-2-16,2-4-1 0,-1-2 2 0,2 8-4 16,-2-9-2-16,6-3 2 0,-3 3-3 0,0-7 0 15,1 0-2-15,-1-5 3 16,0 5 1-16,0-5-3 0,0-2-3 0,0 3 3 16,0-3 2-16,0-3 2 0,0 5-3 0,0-6 4 15,0 5-3-15,0-5 1 0,0 0 1 0,0 5 1 16,0-5-4-16,0 0-11 0,0 0-2 0,0 0-7 15,0 0-17-15,0 0-28 0,0 0-41 0,0 0-44 16,0 0-30-16,0 0-12 0,-4-17-148 0,3 12-360 16,0-2 159-16</inkml:trace>
  <inkml:trace contextRef="#ctx0" brushRef="#br0" timeOffset="214270.68">12273 14434 86 0,'0'0'95'0,"0"0"-6"0,0 0-10 0,-6 13-9 0,-5 2-10 15,-8 8-8-15,-7 17-2 0,-4 8-4 0,-4 3 22 16,-20 27-16-16,0 3 1 0,-2-2-5 0,1 0-1 16,0-5-3-16,2-2-5 0,0-6 24 0,16-20-5 15,5 0-9-15,0-3 5 0,4 2-1 0,6-3-5 16,4-12-1-16,3-3-6 0,0-1-8 0,3-4-2 16,2-7-5-16,2 0-1 15,3-6 4-15,0 0-6 0,1-1 1 0,-2-3 1 16,5-1 10-16,-2-1 12 0,3 1 6 0,-2-2 12 15,2-2-5-15,-3 4 1 0,3-4-3 0,-1 4 0 16,1-4-2-16,0 0-2 0,0 4-1 0,0-4 1 16,0 0-6-16,0 0-20 0,0 0-40 0,0 0-45 15,-3-12-41-15,7 6-41 0,-4-1-48 0,-1-4-121 16,1-3-332-16,-3 6 147 0</inkml:trace>
  <inkml:trace contextRef="#ctx0" brushRef="#br0" timeOffset="214633.84">11123 14584 87 0,'0'-9'192'0,"-1"4"-7"0,0 0-27 0,1-2-17 16,0 7-18-16,3-3-11 0,-3 3-14 0,16 9-3 15,-3 2-14-15,8 14-15 16,2 4 1-16,10 13-7 0,6 7-8 0,12 19-2 16,-14-19 2-16,22 21-6 0,-2-6 6 0,-16-21-4 15,2 4-1-15,1-3-4 0,3-1-4 0,-2 2 1 16,1-5-6-16,0 2-5 0,-1-5-1 0,-7-2-1 16,-9-12-7-16,-2-1 2 0,-1-2-4 0,-3-3 2 15,-8-5-2-15,-2 0-3 0,-3-4-1 0,-4-3 11 16,1 1 20-16,-2-3 22 0,0-1 30 0,0 2 4 0,0-2 9 15,-5-2-3-15,4 0-11 0,-4 0-10 0,0 0-32 16,4-6-36-16,-4 6-61 0,-3-11-72 0,2 0-88 16,-3 0-235-16,3-1-474 0,1 1 210 0</inkml:trace>
  <inkml:trace contextRef="#ctx0" brushRef="#br0" timeOffset="-213390.67">13619 14162 146 0,'0'-5'200'15,"0"2"-7"-15,2-1-4 0,-2 4-31 0,0-8-14 16,0 8-18-16,0-3-15 0,0 3-16 0,0 0-13 0,0 0-8 0,0 0-7 15,0 0-8-15,8 12-4 0,-3-1 0 0,0-2-13 16,5 7-1-16,2-1-1 0,-2 2-5 0,7 5-5 16,-3 0-6-16,1 1-3 0,5-2-1 0,-2-2-7 15,-2-4-4-15,-1-1-3 0,2-1-3 0,-2-2 0 16,1-2-8-16,1 0 4 0,1-4-2 0,-6-3 2 16,2-1 3-16,-3-1 3 15,3-1-2-15,-2-2-4 0,-1-7 2 0,1 4-1 16,-3-5 2-16,1-1 0 0,1-3 11 0,-2 1-3 15,2-1 5-15,-3-2 5 0,-2 0 11 0,1 0 11 16,-3 1 15-16,0 1 8 0,1 2 10 0,-3 2 4 16,1 1-1-16,-2 5-4 0,3-1-12 0,-4 0-8 15,0 4-7-15,1-3-14 0,-1 1-25 0,0 4-26 16,3-3-12-16,-3 3 6 0,0 0 2 0,1 12-1 0,-2 0 4 16,1 5 2-16,-4 9-2 0,2 3 4 0,-1 4-1 0,-6 12 3 15,2 1 1-15,0 8 3 0,-2 1 6 0,-1 2-1 16,5-1 2-16,0 0-2 0,0-2 2 0,1-1-2 15,-1-3-15-15,5-3 0 0,-1 0 4 0,-1-13 6 16,2-2-4-16,0 1 3 0,-1-3 1 16,-2-3-1-16,0-1 5 15,0-7-1-15,0 1 3 0,-1-3-2 0,2-5 2 0,-2 0 1 16,-1-1 2-16,0-2-2 0,0 0 4 16,0-1 1-16,-3-2 1 0,0-2 5 0,-2 0 1 15,0 0 9-15,-4-1 6 0,1-3 6 0,-1-2 7 16,1 0 9-16,-1-4 3 0,-5-3 9 0,1 0 1 15,4-4-2-15,-1 0 0 0,-1-10 1 0,2-2-7 0,4-4-2 16,4-4-8-16,4-14-4 0,8-3-3 0,4-1 5 0,8-4-14 16,7 6-5-16,8-2-2 0,16-19-2 0,-11 21 2 15,5 8-6-15,-2 1 1 0,3 5-2 0,-16 11 0 16,3 5 0-16,-3-2-4 0,-1 4 1 0,-7 2-2 16,-2 7-2-16,-1-4-3 0,-6 7-2 0,0-4-4 15,-5 6-34-15,1 2-35 0,1-1-32 0,-4 0-19 16,-4 2-16-16,0 0-13 0,9 7-17 0,-9 3-23 0,-4-4-36 0,-1 7-134 15,-3 1-394-15,-2-1 174 0</inkml:trace>
  <inkml:trace contextRef="#ctx0" brushRef="#br0" timeOffset="-212742.38">14357 14875 73 0,'0'0'138'16,"0"0"-10"-16,0 0-13 0,0 0-8 0,0 0-11 15,0 0-7-15,0 0-10 0,0 0-3 0,0 0 0 0,0 0-3 16,0 0 0-16,0 0-10 0,13-2-2 0,-5 1-6 16,-1-1-7-16,2 1-5 0,4-1-6 15,-1-2 0-15,-1 2-3 0,2-4-4 0,-2 4-6 16,3-3 9-16,-5 0-10 15,3-2-2-15,-1 1 1 0,-2-2-4 0,-1 0 7 16,2-1 4-16,-5 1 10 0,3 1 5 0,-7 0 4 16,3 0 7-16,-1 0-11 0,-3 0-1 0,0 2-7 15,-3-1 2-15,-2 3-13 0,-3 0-5 0,-3 0 0 16,-2 3-7-16,-5 5 1 0,-10 0-3 0,4 5-1 16,-4 2-3-16,2 0-4 0,-3 6 0 0,2 0-1 15,1 3-3-15,2 5 0 0,0-3-2 0,3 5-1 0,0-1-14 0,4 1 2 16,3 1 4-16,6-2 0 0,6-7 1 15,0 7 8-15,9-3 2 0,4-1-1 0,8-4 12 16,10 0-6-16,1-3-10 0,6-2-33 0,1-3-43 0,17-4-66 16,-15-6-162-16,12 3-335 0,-11-8 149 0</inkml:trace>
  <inkml:trace contextRef="#ctx0" brushRef="#br0" timeOffset="-212225.53">14830 14926 110 0,'0'0'224'0,"0"0"-8"16,-5-5-16-16,5 5-7 0,0 0-15 0,0 0-10 15,-3-2-15-15,3 2-14 0,0 0-11 0,0 0-17 16,0 0-11-16,0 0-13 0,0 0-5 0,0 0-14 15,0 0 0-15,0 0-9 0,0 0-12 0,0 0-8 16,0 0-4-16,0 0-8 0,0 0-11 0,0 0 0 0,-3 11-2 0,3-4 0 16,-2 3-5-16,2 1-2 0,-2 5-1 0,-1 1 2 15,1 1 0-15,0 0 2 0,0 2-5 0,0-1 3 16,2 1-4-16,-2-3-2 0,0 0 3 16,2 0-2-16,-3-2-2 0,3-3 1 0,2 0 3 15,-2 2-1-15,0-7-1 0,0 3 2 0,0-6 0 16,0 1-1-16,0 0 3 15,0-1 2-15,0-4 28 0,0 7 31 0,0-6 40 16,0-1 31-16,0 0 45 0,0 0 23 0,0 0 2 16,0 0-20-16,0 0-19 0,-2-14-16 0,1 3-12 15,1-5-17-15,0-11-20 0,0 0-16 0,0-4-19 16,3-3-8-16,0-16-11 0,2 6-3 0,-1-2-10 16,0 9-1-16,2-7-5 0,-3 10-3 0,3 6 4 15,-1 2 6-15,-2 4-3 0,0 5-2 0,0 0-3 0,1-1-6 0,0 8-4 16,0 2-3-16,-2 2-6 0,3-1-2 0,2-2-8 15,0 4-26-15,7 1-22 0,-1 1-38 0,4 2-26 16,2 5-31-16,0 0-25 0,2 2-26 0,5 5-27 16,0 3-30-16,-3-1-32 0,1 2-32 0,-11-1-245 15,0-1-603-15,-2-2 268 0</inkml:trace>
  <inkml:trace contextRef="#ctx0" brushRef="#br0" timeOffset="-212056.25">14882 14985 104 0,'0'0'219'16,"-1"6"-9"-16,1-6-17 0,10 2-18 0,1-2-15 16,11-2-17-16,13-1-22 0,2-1-55 0,14-1-70 15,-1-3-91-15,-10 0-121 0,-3-1-233 0,-1-3 103 16</inkml:trace>
  <inkml:trace contextRef="#ctx0" brushRef="#br0" timeOffset="-206973.33">15644 14405 91 0,'0'0'210'0,"-2"-2"-9"0,2 2-2 0,0 0-12 15,0 0-1-15,0 0-12 0,0 0-9 0,0 0-7 16,0 0-15-16,0 0-16 0,0 0-13 0,8-7-8 15,-4 2-16-15,4 4-8 0,5-1-7 0,6-2-8 16,1 2-9-16,10-4-6 0,0 3-8 0,2 1-20 16,-4-1-27-16,3 3-35 0,0-1-31 0,-6 0-17 0,-6-1-40 0,2 4-22 15,-2-4-24-15,-2 2-147 0,-4 0-345 0,-1 0 153 16</inkml:trace>
  <inkml:trace contextRef="#ctx0" brushRef="#br0" timeOffset="-206774.27">15768 14521 126 0,'-3'2'268'16,"3"-2"-4"-16,0 0-16 0,0 0-26 0,0 0-20 15,0 0-22-15,27-4-21 0,0-1-17 0,8 0-11 16,-1 3-14-16,7-3-34 0,-3 4-43 0,2 0-61 0,1 1-71 0,-4-3-74 15,-5 3-152-15,-2-2-343 0,-8 0 152 0</inkml:trace>
  <inkml:trace contextRef="#ctx0" brushRef="#br0" timeOffset="-205555.52">17369 14151 187 0,'-4'-1'173'16,"4"1"-15"-16,0 0-12 0,0 0-12 0,0 0-16 15,-6-3-15-15,6 3-9 0,0 0-7 0,0 0-17 16,0 0-5-16,0 0-4 0,0 0-7 0,0 0-5 16,0 0-5-16,0 0-2 0,0 0-5 0,0 0 2 15,0 0-5-15,0 0-4 0,0 0-7 0,0 0 7 16,18-5-7-16,-7 3-3 0,2-1 2 0,5 0-5 0,-1-2-3 0,-3 3-5 15,4-2 5-15,-2 0 0 0,3-3-3 0,-3 3-1 16,1-1-1-16,0-2 1 0,-4 2-5 0,-3 0 4 16,2 2 10-16,-1 0 4 0,-6-2 15 0,2 4 6 15,-1-2 6-15,-3 1-2 0,3 0-1 0,-6 2-3 16,5-3-2-16,-5 3-8 0,0 0-6 0,0 0-4 16,0 0-6-1,0 0-7-15,-29 3-1 0,8 1 3 0,2 0-4 16,-13 6-4-16,0 1 0 0,0 1 2 0,-2 5-3 15,-12 3-1-15,1 1-8 0,0 2 3 0,13-3-2 16,-12 6 1-16,14-6 1 0,2 3-3 0,0 1 1 0,5 0-3 16,1 0 1-16,3-1 2 0,8 2 1 0,1-8 1 15,2 7 0-15,8-6 0 0,5-4 6 0,6 2 6 16,10 1 2-16,9-3 4 0,6-3-4 0,22-1 2 0,4-4-5 16,2-1-29-16,-3-4-33 0,2-2-49 0,-2-1-65 15,-6-1-196-15,0-2-392 0,-20 0 173 0</inkml:trace>
  <inkml:trace contextRef="#ctx0" brushRef="#br0" timeOffset="-205154.45">17710 14437 216 0,'0'-5'293'0,"0"5"-4"0,0-5-10 0,0 5-16 15,0-5-12-15,0 5-16 0,2-4-14 0,-2 4-19 16,3-3-19-16,-3 3-19 0,0 0-24 16,0 0-11-16,0 0-21 0,0 0-15 0,-3-7-28 15,3 7-24-15,0 0-17 0,0 0 0 0,0 0-1 16,-3 20-5-16,2-8-2 0,-1 5-2 0,1 0-4 0,-4 2 4 0,1 6-7 15,0 7 3-15,2-9 8 0,0 6-9 0,1-2-6 16,1-9 5-16,-1 1 0 0,1 0-5 0,0-7 0 16,0-1 2-16,-1 1 3 0,2-2-1 0,0-3 2 15,-1-2 1-15,3 3-4 0,-1-4 2 0,-2 1 9 16,-2-1-3-16,2-1 1 0,0-3-1 0,0 5 4 16,0-5-2-16,0 4 12 15,0-4-12-15,0 0-28 0,0 0-43 0,0 0-54 16,0 0-50-16,2-17-71 0,2 8-67 0,1-3-156 15,-1 0-489-15,3-2 216 0</inkml:trace>
  <inkml:trace contextRef="#ctx0" brushRef="#br0" timeOffset="-204784.66">18101 14445 145 0,'0'0'138'0,"-6"0"-8"15,6 0-20-15,0 0-14 0,0 0-5 0,0 0-10 16,-9-1-10-16,9 1-5 0,0 0-3 15,0 0-11-15,0 0 11 0,0 0 2 0,0 0 2 16,0 0 9-16,0 0 1 0,-5 1 10 0,5-1 3 0,0 0 4 0,0 0 4 16,0 0-11-16,0 0-7 0,0 0-5 0,23-6-7 15,-5 4-7-15,3-1-5 0,7-2-8 0,4-1-3 16,7 3-5-16,13-4-7 0,-2 1-1 0,-10 2-4 16,-1-1-2-16,-3 3-2 0,-3-5-11 0,-1 3-16 15,-11 2-21-15,-2 1-18 0,-6-2-31 0,-2 0-30 16,-1 3-20-16,-5 0-12 0,-1-2-17 0,-4 2-22 0,0 0-101 0,0 0-297 15,-19-1 132-15</inkml:trace>
  <inkml:trace contextRef="#ctx0" brushRef="#br0" timeOffset="-204552.9">18271 14341 20 0,'0'-8'255'0,"1"3"5"0,-1-3 13 0,0 4 5 15,0-3-6-15,2 2 4 0,-1 1-7 0,-1 0-33 16,1 0-18-16,-1 4-33 0,0-5-22 0,0 5-28 16,2-3-21-16,-2 3-19 0,0 0-25 0,0 0-11 15,0 12-10-15,0-1-2 0,2 3-7 0,-1 6-2 16,3 6-8-16,1-2 0 0,-1 4-4 0,1 2-22 0,2 1-31 0,0 1-46 16,3-1-54-16,-2-1-74 0,-1 1-96 0,2-7-157 15,-4-9-490-15,1-6 217 0</inkml:trace>
  <inkml:trace contextRef="#ctx0" brushRef="#br0" timeOffset="-203550.35">19063 14173 61 0,'0'0'152'16,"0"0"-16"-16,0 0-18 0,0 0-11 0,0 0-6 15,0 0-8-15,0 0-14 0,0 0-8 0,0 0-10 16,0 0 3-16,0 0-7 0,0 0-10 0,0 0 2 0,4 10-4 0,3-9 4 15,0-1-3-15,2 0-3 0,3 0-6 0,-1 0-4 16,2-1-1-16,2-2-4 0,2 1 3 0,2-3-6 16,-2 0-2-16,3-1 2 0,-3 1-10 15,-1-2 5-15,1-1 6 0,-3 2-1 0,-2-1 10 16,-2 1 8-16,-1 2-1 0,0-3 2 0,-2 3 6 0,-3 1-3 16,0-1 4-1,1-1 0-15,-2 2-7 0,-2 0-5 0,-1 3-5 16,0-4-6-16,0 4-4 0,-9-2-6 0,-1 2 0 15,-4 2-3-15,-5 2 1 0,-6 7-2 0,-2-1-6 16,-1 1-1-16,-2 4-1 0,-2 2 0 0,0 4-6 0,1 1-3 16,0-1 6-16,5 2-1 0,-1 5-8 15,4-2 2-15,6-1 1 0,2 0 3 0,5-1 0 16,3 3 0-16,7-3 1 0,5-4 1 0,11 1 4 0,8-2-12 0,5-4-17 16,7-1-33-16,15 3-45 0,5-9-54 0,-3-2-178 15,3-5-361-15,-1-4 160 0</inkml:trace>
  <inkml:trace contextRef="#ctx0" brushRef="#br0" timeOffset="-203049.08">19442 14408 201 0,'0'0'237'0,"0"0"-22"16,0 0-20-16,0 0-27 15,7-5-19-15,-7 5-17 0,9-1-11 0,-1 1-13 16,6 1-10-16,-4 1-13 0,2 0-6 0,-1-1-12 16,2 5-5-16,5 0-7 0,-7-1-8 0,2 4-8 15,-3-3-14-15,2 6-12 0,-3-2-6 0,0 3-10 16,-3 2-2-16,-4-4-1 0,-1 7-2 0,-4 2-5 16,-3-1 3-16,-5 4 7 0,0-5 0 0,-3 3 0 15,-4-1 0-15,3-6-2 0,-2-1-1 0,0-1 0 0,2-1 4 0,2 2 3 16,-2-4 1-16,6-2-6 0,0-3 2 0,4 3 1 15,-1-4-1-15,1 0 0 0,1 0 8 16,1 0 16-16,1 0 6 0,2-3 9 0,0 0 5 0,11 5-4 16,0-5-5-16,4 0 0 0,5-1-1 0,-1-3-8 15,12 0-1-15,1 0-2 0,0 0-5 0,-3 1 2 16,1-2-2-16,-9 5 0 0,1-2-7 0,-4 1-2 0,-3-1-15 16,-3 2-14-16,-1-1-32 0,-3 0-22 0,0-2-22 0,-2 0-26 15,-2-1-219-15,-4 1-373 0,0-1 165 16</inkml:trace>
  <inkml:trace contextRef="#ctx0" brushRef="#br0" timeOffset="-202479.12">19941 14166 91 0,'4'-2'175'15,"4"0"-16"-15,-3 1-19 0,9-1-12 0,-4 2-13 0,3 2-14 16,0 0-13-1,1 3-5-15,1 1-15 0,3 0 3 0,-5 3-11 16,1 2-2-16,-3 1-6 0,2 2 1 0,-3 1-8 16,-2 2-2-16,-3 2-5 0,-1 0-10 0,-4 1 6 15,-3-2-10-15,-2 2-2 0,-2 2-1 0,-5 3-1 16,-3-4 2-16,0-2-8 0,-2 1 1 0,2-7-3 16,2-3 2-16,-1 1 5 0,4-4-8 0,0 0 7 15,-1 0 12-15,7-4 17 0,-2 3 16 0,2-2 23 0,-1 0 25 0,2-3 30 16,3-1 20-16,0 0-11 0,0 0-20 0,-1-11-13 15,6 2-14-15,4 0-12 0,4-5-4 0,0-3-11 16,6-5-7-16,0-1-8 0,4-1-3 0,1 1-7 16,-2-3-9-16,-3 3-7 0,0 3 4 0,-6 4-6 15,1 3 7-15,-5 1 4 0,0 2 4 0,-2 3-1 16,-4 3-9-16,4-3-7 0,-5 3-14 0,2 0-18 0,0 3-22 16,-4 1-18-16,4-1-2 0,-4 1 5 0,0 7 5 0,0 0 1 15,0 3 1-15,0 2-2 0,0 4 2 0,0-2 2 16,0 2-1-16,0 2 4 0,2 2 3 0,6-2 1 15,-2-1-10-15,1-1-18 0,2-1-22 16,1-1-35-16,-2-6-38 0,4 4-43 0,4-4-58 16,-5-4-190-16,3-2-471 15,0-2 208-15</inkml:trace>
  <inkml:trace contextRef="#ctx0" brushRef="#br0" timeOffset="-202193.92">20447 13921 92 0,'-5'-4'218'0,"5"4"-28"0,0 0-22 0,0 0-25 15,0 0-11-15,0 0-23 0,8 21-8 0,-4-4-7 16,3 7-1-16,2 8-6 15,1 4 0-15,3 10-6 0,1 2-4 0,-2 0-5 16,-2 1-1-16,0-1-10 0,-3-4-2 0,-3 5-7 16,-2-5-2-16,-6 3-4 0,-1 1-2 15,-4-2-3-15,-5-2-2 0,-5-1-6 0,-4-1-18 16,3-12-13-16,-11 10-21 0,-6-3-23 0,-8-3-37 0,-2-5-53 16,-7-2-200-16,-3-6-357 0,-6-4 158 0</inkml:trace>
  <inkml:trace contextRef="#ctx0" brushRef="#br0" timeOffset="-201344.92">17013 13919 45 0,'0'0'184'0,"-2"-3"-8"0,2 3-21 0,0 0-14 16,0 0-16-16,-1-5-18 0,1 5-13 0,0 0-6 15,0 0-15-15,-14 11-6 0,5 6-13 0,-8 7-13 16,-9 17 2-16,0 9-4 0,-10 26-7 0,4 1 13 16,-1 2 0-16,2-3-7 0,11-19 1 0,-2 24-7 15,6 1-3-15,8-26 0 0,7 3-5 0,1 1-6 0,2-3 6 0,11-3-12 16,1-6 24-16,7 1 16 0,5-9 12 0,8-4 9 16,10-7 8-16,4-6 1 0,3-4 0 0,5-5-3 15,3-3-9-15,2-5-5 0,-4-1-5 0,-3-3-5 16,-17-1-1-16,-5-1-3 0,-1 0 12 0,-13-1 8 15,-4 1 0-15,-1 0 7 0,-3-2 0 0,0 2-1 16,-5-1-7-16,0 1-1 0,-5 0-9 0,10 0-10 0,-10 0-6 0,7 0-20 16,-7 0-24-16,5-2-35 0,-5 2-41 0,0 0-48 15,0 0-62-15,0 0-64 0,0 0-215 0,1-4-503 16,1-3 222-16</inkml:trace>
  <inkml:trace contextRef="#ctx0" brushRef="#br0" timeOffset="-199709.57">21035 14404 45 0,'0'0'171'0,"0"0"-18"0,0 0-10 15,0 0-13-15,0 0-7 0,0 0-10 0,0 0-3 16,0 0-26-16,0 0 18 16,0 0-9-16,0 0-3 0,0 0 5 0,0 0 1 15,0 0 3-15,0 0 2 0,0 0 3 16,0 0-1-16,0 0-5 0,0 0-5 0,0 0-9 15,19-7-8-15,-10 1-9 0,0 3-5 0,4-3-8 16,-2-3-4-16,7 0-5 0,8-5-5 0,2-3-4 0,0 0 0 16,-4 1-1-16,3 0-2 0,0-3 0 0,-3-2-5 15,-2-1-2-15,0 1-4 0,-1 0 2 0,0-2-4 0,-2 2 1 16,-5-2 3-16,-5 8 8 0,0 0 6 0,-4-1 0 16,-1 5-3-16,-4 2-4 0,5-1-5 0,-10 6-4 15,1-3-11-15,-5 2-3 0,-2 2-4 0,-8 3-2 16,-2 3-2-16,-11 4 0 0,0 4-2 0,-2 6-1 15,-11 10-1-15,2 2-4 0,3 4 2 0,4 0-2 16,9-7-2-16,3 3 1 16,5-1 2-16,2 1 0 0,6-1 2 0,3 1 1 15,3 0 6-15,9-1 2 0,1-10 5 0,13 7 2 16,-3-2 4-16,10-2-1 0,3-4-1 0,2-3 4 16,6-1-2-16,4-7 1 0,12 3-2 0,0-4 2 15,-13-5-2-15,-5 3 1 0,3-3-7 0,-6 0 1 16,-12 0 0-16,2 0-1 0,-10 3 19 0,1-3 3 15,-6-3 6-15,2 3 3 0,-3 3 0 0,-5-3 1 0,9 0-4 0,-9 0-4 16,6 0-5-16,-6 0-12 0,0 0-10 0,7 2-24 16,-7-2-27-16,0 0-29 0,5-5-27 0,-5 5-40 15,0 0-35-15,0 0-44 0,0 0-48 16,0-3-168-16,0 3-474 0,0 0 211 0</inkml:trace>
  <inkml:trace contextRef="#ctx0" brushRef="#br0" timeOffset="-197889.51">21671 13588 31 0,'0'0'132'0,"-1"-5"-5"0,1 2-10 0,0 3-7 15,0 0 3-15,-1-7 5 0,-2 5-6 0,3 2 3 16,0-5-7-16,0 5-10 0,0-4-5 0,0 4 4 16,0 0 0-16,0-6-4 0,0 6-9 0,3-2-7 15,-3 2-9-15,1-5-6 16,0 2-6-16,6 1-8 0,-2-1-3 0,4 1-7 15,1 0-5-15,-1-1-3 0,5 2-4 0,0-2-4 16,4 1 0-16,-5 3-6 0,2-1-1 0,2 3-2 16,3-1 0-16,-4 3-1 0,-2 0-1 0,-3 0-2 15,4 2-5-15,-2 5 0 0,-4-1 1 0,3 2-7 16,-6-4 1-16,-2 7-4 0,-1 1 1 0,-5-1-1 16,0 1 0-16,-7 8 4 0,-3-1-2 0,-2-3 0 0,-4 1 2 15,0-4 0-15,-3 1 2 0,0 0-1 0,2-2-2 0,4-4 2 16,-2-1 1-16,1-1 0 0,0-1-4 0,2-5 3 15,4 1 2-15,2 1-4 0,-2-3 3 16,5 0-1-16,-2-1 5 0,5 2 10 0,-2-3 9 16,0 1 10-16,4-3 13 0,0 0 5 0,8 5-1 0,-2-6 0 15,7 3-2 1,6 1-2-16,-1-3-4 0,1 0-3 0,4 0 0 16,-2-3-4-16,7 3-4 0,-8 0-5 0,0 0-3 15,-3 3 0-15,1-3-2 0,-4 3-2 0,-1-3-8 16,-4 2-24-16,4 1-26 0,-5-2-27 0,-2 0-33 0,-1-1-36 15,1 3-33-15,-2-1-28 0,-1 1-177 16,-3-3-402-16,0 0 178 0</inkml:trace>
  <inkml:trace contextRef="#ctx0" brushRef="#br0" timeOffset="-196980.8">22203 13580 4 0,'1'-3'185'16,"6"-2"-12"-16,-2 1-12 0,1 2-11 0,1-1-13 16,3-1-16-16,0 1-8 0,0 3-17 15,4-1-8-15,-5 5-8 0,4-1 0 0,1 1-10 0,-4 1-1 16,7 4-8-16,-3 3-3 0,0 0-8 0,-2 2-2 15,-3 3-4-15,1-1-8 0,-4 5-3 0,-1 1-4 0,-2 5 1 16,-2-9-2-16,-3 9-1 0,-5-2-3 0,-1 1-3 16,-3-1-2-16,3-1-2 0,-3-7-1 0,-2 0-1 0,3 0-1 15,-2-3-1-15,1-2 0 0,1-3 1 16,3 0-3-16,-2-1-2 0,4-5 4 0,1 3 10 16,0-2 14-16,3-2 21 0,-3 1 24 0,2 0 22 15,2-3 32-15,-3 4 42 16,3-4 32-16,0 0-10 0,0 0-27 0,0-12-21 15,5 2-17-15,2-4-17 0,3-3-9 0,4-5-9 16,0-1-12-16,5-5-14 0,-2 2-14 0,3-1-1 16,1 1 0-16,-2 1-34 0,-2 1 10 0,-3 9 2 15,-2-2-5-15,-1 4 0 0,-4 2 7 0,1 2-3 16,-4 1 6-16,0 3-11 0,-1 0-3 0,1 1-6 16,0 1-11-16,-4-1-15 0,0 4-25 0,5-2-38 0,-5 2 11 0,0 0 8 15,0 0-3-15,-7 18 8 0,0-7 8 0,-1 3 0 16,0 4 3-16,1 0-1 0,-1 9 3 0,3-3 14 15,0 1-8-15,4-4 6 0,5 4 4 0,5-2 4 16,7-1 8-16,6 2-4 0,6-9-20 0,8 2-55 16,16-2-83-16,7-6-126 0,1-4-308 0,3-3-646 15,-2-8 286-15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4-26T03:14:05.320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2683 1684 121 0,'0'0'107'0,"0"0"-16"0,0 0-13 16,0 0-3-16,6-14-24 0,-6 14 8 0,3-6-15 15,-3 6 17-15,0 0-14 0,0 0 10 0,2-6 1 16,-2 6-8-16,0 0 6 0,0 0-7 0,2-9-1 0,-2 9-2 0,0-4-4 16,0 4 2-16,2-8 0 0,-2 8 9 0,2-5-7 15,-2 5-5-15,-2-5 2 0,2 5-1 16,0 0 1-16,0-9-11 0,0 9 6 0,-2-5-7 16,2 5-4-16,1-6 7 0,-1 6-7 0,0 0 5 15,0-6-4-15,0 6-2 0,0-5 3 0,0 5 3 16,-3-6 2-16,3 6 1 15,0 0 9-15,2-6 0 0,-2 6 8 0,1-7 1 16,-1 7 2-16,0-8 6 0,1 3-5 0,1 0-5 16,-2 5 1-16,2-8 0 0,-1 3-1 15,-1 5 0-15,3-8-9 0,-3 4 14 0,0 4 0 16,1-8-1-16,-1 5-2 0,0 3 5 0,0-7 2 0,0 7 0 16,0-8 4-16,0 8-13 0,0-9 10 0,0 9 1 15,0-5 8-15,0 5-2 0,0-11 5 0,0 11-6 0,2-3-18 16,-2 3 14-16,-2-6-11 0,2 6-7 0,0 0-3 15,0 0-11-15,0 0-4 0,0 0-16 0,0 0-9 16,0 0-1-16,0 0 1 0,3 25-2 0,-3-8 0 16,0 9-2-16,0 1 3 0,2 0-2 0,-2 4-7 15,3 1 13-15,-2 1-3 0,4-1-7 0,-2 1 3 16,1 1 6-16,0-2-6 0,1 0-12 0,-3-2 21 0,2-2-3 16,2 0 2-16,-2-3 0 0,0-4-4 0,0-3 3 15,-4-2 1-15,5-1 0 0,-5-3-3 0,1-3 6 16,2-2-5-16,-3-1-2 0,5 4 6 0,-5-6-4 15,0-4 5-15,1 7 2 0,-1-7-12 0,4 7 8 16,-4-7 0-16,0 0 0 0,0 6 1 0,0-6 3 16,0 0-1-1,0 0 3-15,1 5-1 0,-1-5-2 0,0 0-1 16,0 0 7-16,0 0-3 0,0 0-2 0,0 0-20 0,0 0-38 16,0 0-27-16,0 0-23 0,0 0-31 0,-5-20-38 15,5 20-23-15,-4-14-48 0,2 3-56 0,-2 0-169 16,-4-4-499-16,3 2 221 0</inkml:trace>
  <inkml:trace contextRef="#ctx0" brushRef="#br0" timeOffset="385.21">2586 1434 121 0,'0'-4'250'0,"0"-3"-11"16,0 3-16-16,0 4-21 0,4-10-24 0,-3 6-13 16,-1 4-18-16,13-5-17 0,-4 1-14 0,6 3-11 15,3-3-5-15,11 1-4 0,5 4-3 0,0 6-9 16,3-3-6-16,0 6-1 0,1-1-6 0,0 6-9 16,-5-1-6-16,0 5-19 0,-4-1 2 15,-2 5-4-15,-1-2-6 0,-7 0-9 0,-4 0-3 0,-5-3-6 0,-3 0 0 16,-5 3-2-16,-4-4-3 0,-6 1 5 0,-11 4 4 15,0-2-6-15,-3-3 4 0,-5 2 1 0,-1-3 5 16,-4-1-1-16,-1-1 8 0,-3-1 3 0,2-4-1 16,2-1 1-16,0 2 5 0,1-7 2 0,4 5 8 15,9-5 2-15,4-2-4 0,4 0-8 0,1 2 4 16,0-2-5-16,3 0-6 16,6-1 8-16,-10 1-8 0,10-1-5 0,-8 3-14 15,8-3-11-15,0 0-14 0,0 0-9 16,0 0-14-16,0 0-16 0,0 0-39 0,26 1-35 15,-26-1-50-15,21-5-58 0,-7 5-206 0,-2-2-480 16,-3-1 213-16</inkml:trace>
  <inkml:trace contextRef="#ctx0" brushRef="#br0" timeOffset="601.38">3153 1886 3260 0,'5'3'356'0,"0"1"-129"16,-1-3-67-16,-4-1-42 0,9 4 5 0,-8-1-37 0,-1-3-14 0,0 0-11 16,6 2-21-16,-6-2-4 0,0 0 6 0,0 0-12 15,6 3-7-15,-6-3-16 0,0 0-27 0,0 0-40 16,0 0-50-16,0 0-48 0,0 0-96 16,0 0-129-16,0 0-227 0,13-8-660 0,-13 8 293 15</inkml:trace>
  <inkml:trace contextRef="#ctx0" brushRef="#br0" timeOffset="971.23">3443 1546 2370 0,'4'-6'217'0,"0"-1"-76"0,-3-3-40 15,2 4 11-15,-2-2-2 0,0-1-8 0,2 4 2 16,-3 5-6-16,1-10-7 0,-1 10-2 0,4-5-10 16,-4 5-6-16,3-6-5 0,-3 6-14 0,0 0-5 15,0 0-17-15,0 0-14 0,1-5-21 0,-1 5-14 16,0 0 3-16,4 13 5 16,-3-1-17-16,4 3 12 0,-5 4 4 15,5 5-3-15,-5 1 6 0,4 3 1 0,0 2-4 16,-2 1 9-16,1 0-1 0,2 1-3 0,-4-4 2 15,4 1-1-15,-2-2 10 0,-1-2-4 0,2 0 1 16,-2-8 3-16,-1-1-6 0,1 1 4 0,1-7-6 16,-2-2 3-16,2 0 10 0,-3 1-8 0,0-5-14 15,0 0-5-15,0-4-12 0,0 7-7 0,0-7-2 0,-1 7-13 0,1-7-46 16,0 0-48-16,0 0-42 0,0 0-53 0,-26-16-254 16,17 8-534-16,-1-4 237 0</inkml:trace>
  <inkml:trace contextRef="#ctx0" brushRef="#br0" timeOffset="1171.58">3272 1474 364 0,'-1'-11'358'0,"1"4"-30"0,0 7-13 16,1-12-33-16,-1 6-28 0,0-1-22 0,4 0-23 15,1 0-22-15,4 0-22 0,1 2-18 0,2 0-16 16,8-2-14-1,-1 2-39-15,12 2-22 0,-2-1-37 0,3 6-45 16,-1 0-45-16,0 1-48 0,-3 4-45 0,-1 0-62 16,-11 1-214-16,0 1-475 0,0 1 210 0</inkml:trace>
  <inkml:trace contextRef="#ctx0" brushRef="#br0" timeOffset="1356.63">3425 1906 5 0,'-4'4'258'0,"3"-1"-6"0,1-3-12 16,0 0-13-16,-6 7-3 0,6-7-11 0,0 0-11 15,0 0 1-15,10 5-18 0,0-6-15 0,8 2-20 16,3-3-16 0,8-2-38-16,2 3-62 0,-1-4-75 0,1 2-98 15,-4-2-264-15,2-2-435 0,-2-1 193 0</inkml:trace>
  <inkml:trace contextRef="#ctx0" brushRef="#br0" timeOffset="1588.39">3884 1860 204 0,'0'0'418'0,"-5"7"-30"16,5-7-36-16,0 0-19 16,0 0-39-16,0 0-39 0,0 0-22 0,0 0-21 15,0 0-31-15,0 0-44 0,0 0-51 0,0 0-54 16,0 0-64-16,0 0-73 0,13 0-68 0,-13 0-297 16,11 2-508-16,-11-2 225 0</inkml:trace>
  <inkml:trace contextRef="#ctx0" brushRef="#br0" timeOffset="2142.94">2430 2435 53 0,'-4'2'170'0,"4"-2"0"0,0 0-9 16,0 0-11-16,-6 1-11 0,6-1 3 0,-4 0-11 16,4 0-14-16,0 0-11 0,0 0-13 0,0 0-11 15,-5 5-4-15,5-5-9 0,0 0-4 0,0 0-11 0,0 0-8 0,-4 3 0 16,4-3-4-16,0 0-2 0,0 0 2 0,0 0-1 16,0 0 0-16,0 0-1 0,0 0 10 15,0 0 6-15,14 3 9 0,-2-3 7 0,10-6-5 16,18 1 1-16,23-1-4 0,36-10 1 0,5 1 15 15,11 1 0-15,2 2-3 0,9-3 2 0,-1 1-2 16,0-2-9-16,-1 0 4 16,-5 2-18-16,-13 2-1 0,-3 7-5 0,-11-2-7 15,-29 1 0-15,-3 4-4 0,-1-5-5 0,-8 0-2 16,-13 5 1-16,-3 1-7 0,-2-6-6 0,-10 5 6 16,-6 2-6-16,-3 0-3 0,-4-1-3 0,-2-1 5 15,-8 2-4-15,14 0 4 0,-14 0-5 0,10 0-1 16,-10 0-9-16,9 0-22 0,-9 0-42 0,0 0-58 15,0 0-75-15,0 0-92 0,-23-9-217 0,9 6-546 0,2-1 241 16</inkml:trace>
  <inkml:trace contextRef="#ctx0" brushRef="#br0" timeOffset="6168.03">7519 2038 19 0,'0'0'229'0,"-1"-7"-10"0,2 3 6 16,-1 4-6-16,-1-8-6 0,1 3-1 0,0 1-5 16,1 1-5-16,2-1-19 0,-3 1-12 0,1-2-9 0,-1 5-12 15,-1-5-11-15,1 2-14 0,0 3-12 0,3-4-18 16,-3 4-8-16,0 0-14 0,0 0-11 0,2-4-28 0,-2 4-27 16,0 0-18-16,0 0-2 0,5 9 5 0,1-1-4 15,2 1 3-15,4 5-4 0,1 1 7 16,1 2-2-16,1 4 4 0,-4-4-9 0,9 3 0 15,0 6-4-15,-1-6-5 16,-1 0 0-16,-4-11 2 0,0 3-1 0,2 0 2 16,-1-5 1-16,-1 2 5 0,-4-3-1 0,3-4 5 15,0-3 3-15,-3-3-3 0,7-5 4 0,-3-1-2 16,1-5 5-16,-1 1 2 0,0-2 2 16,0-9 0-16,1 3 3 0,-2-2 0 0,-1 0 4 0,-2 0-1 15,-1 7 11-15,-4-1-1 0,0 1 7 0,0 1 3 16,-1 6 4-16,-3-3 1 0,2 4 6 0,-2-1 1 0,1 3-1 15,0 3-10-15,-2-1-1 0,0 0-5 0,4 2-5 16,-4 3-9-16,0-5-28 0,0 5-26 0,0 0-5 16,0 0 1-16,0 0 7 0,4 14 2 0,-7 2 4 15,3 2 2-15,0 12 8 0,-1 1-4 0,-2 3 8 16,2 16 2-16,2 2 7 0,-1 0-1 0,3-1 7 16,-3 5 1-16,0-2 1 0,1-3 1 0,3 2 4 0,0-6-2 0,2 2 6 15,-2-12 0-15,-4 9-1 0,4-12 0 0,-3 0 2 16,-1 0 1-16,3-6 0 0,-6 6 1 0,3-5-3 15,-4 0 2-15,2 2-1 0,-1-4 1 0,-3-3 2 16,2 1-4-16,3-6 7 0,-3-3-6 0,0-5 5 16,0 2-5-16,3-4 1 0,-3 3 1 15,-3-5-1-15,0 2 3 16,2-3 0-16,-3 4 0 0,3-5 0 0,-4-3 1 16,0 0 0-16,2 2-2 0,-5-4 4 0,2-1 10 15,0-2 13-15,0 1 0 0,-1-3 2 0,1 0 7 16,-4-7 3-16,2-3 0 0,-1-2 8 0,-3-7 0 15,-2 0 0-15,2-5 5 0,4-2 2 0,1-3-2 16,2-12-2-16,2-5-5 0,6-3-8 0,5-1-7 16,3-3-7-16,5 0-4 0,2 7-3 0,4 1-3 0,1-1-3 0,7 7 3 15,-2 2-4-15,2 4 1 0,-5 9 3 0,5 5-10 16,-2 0 12-16,0 2-12 0,-2 2-4 0,-3 3 2 16,-6 6-5-16,0 3 0 0,-4 1 2 0,-2-1-4 15,-1 4-5-15,0-1 1 0,-2 3-18 0,1 1-30 16,-1-2-38-16,-4 3-29 0,0 0-2 0,0 0 0 15,6 6-21 1,-7 3-27-16,-3-1-26 0,0 7-42 0,-4 1-233 16,-3-1-507-16,2 2 224 0</inkml:trace>
  <inkml:trace contextRef="#ctx0" brushRef="#br0" timeOffset="6885.51">8222 2825 146 0,'0'0'335'0,"-1"-7"-15"0,1 7-26 16,4-4-15-16,-4 4-32 0,-3-4-19 0,3 4-32 15,0 0-19-15,0 0-23 0,0 0-22 0,0 0-29 16,0 0-16-16,0 0-9 0,0 0-7 15,4 17-14-15,-4-5-2 0,0 3-4 0,0 4-4 16,4 8-3-16,-4 2-5 0,0 2-1 0,0 1-6 16,4-3 1-16,-3 5-5 0,2-2-2 0,-2-5-2 0,4 1-9 0,-4-2 2 15,3-2-1-15,0-8-5 0,-4 2 8 0,4-2-7 16,0-4 2-16,-3-3 0 0,2 3-1 0,-2-7-4 16,0 3 3-16,-1-4 2 0,-2 1-2 0,2-5 5 15,0 7 11-15,0-7 23 0,1 5 6 0,-1-5 50 16,0 0 20-16,0 0 28 0,4 3 13 0,-4-3-22 15,0 0-19 1,-8-18-14-16,4 6-11 0,-1-7-26 0,1 0-15 0,-2-9-19 16,-2-5-19-16,3-2-9 0,1 0 3 0,0-2 3 15,2 2-10-15,-1 0-1 0,-2 2 1 0,5 2 0 16,-4-1 6-16,3 5 7 0,1 8 3 0,0-1 3 16,0 3-4-16,0 3 1 0,0 2-5 15,1 2-4-15,3 0-1 0,1 0-4 0,-2 1-7 16,3 4-4-16,2-2-1 0,3 4-2 0,-3-1-16 0,6 3-14 0,4 4-31 15,2 2 18-15,-3 2-1 0,1 0-7 0,-1 4-5 16,-1 0 3-16,-2 1-1 0,0 0-4 0,-1 3-2 16,-4-1 4-16,0 1 4 0,-5-1-2 0,-3 0 1 15,-1-2 6-15,-1 1 6 0,-7 1 3 0,-2-1 5 16,-3-1 6-16,-3 1 1 0,-1-2 5 0,-7 0-2 16,5-3 6-16,-1-3-1 15,-1 3-3-15,3-4-8 0,0 2-8 0,-1-2-17 16,7-1-20-16,-2-2-23 0,3-1-22 15,4 3-29-15,7-3-36 0,-13-3-63 0,13 3-267 0,0 0-558 16,0 0 247-16</inkml:trace>
  <inkml:trace contextRef="#ctx0" brushRef="#br0" timeOffset="7239.7">8622 2834 174 0,'-1'-4'380'0,"1"4"-20"0,-3-5-19 0,3 5-19 15,-1-4-27-15,1 4-42 0,0 0-12 0,0-4-31 16,0 4-19-16,0 0-27 0,0 0-19 0,0 0-24 16,0 0-18-16,0 0-12 0,0 0-12 15,4 13-9-15,-4-6-6 0,0 4-8 0,0 3-1 16,0 4-7-16,0 1-8 0,1 8-2 0,-1 2-2 15,0-2-15-15,0 0 10 16,0-3-2-16,0 0-3 0,3 3-6 0,-3-8 4 16,1-2-16-16,-1 0-10 0,0-2-5 0,0-3-14 15,0-1-12-15,0-1-17 0,0-3-7 0,0-1-14 16,-1-4-5-16,1 5 1 0,-3-4-7 0,3-3-27 16,0 0-48-16,-10 1-53 0,10-1-50 0,-14-11-211 15,5 5-511-15,3-5 226 0</inkml:trace>
  <inkml:trace contextRef="#ctx0" brushRef="#br0" timeOffset="7402.46">8520 2772 293 0,'1'-5'309'0,"2"-2"-19"0,1 2-34 16,2-2-21-16,-1 1-25 15,3 1-17-15,2-1-24 0,2 2-16 0,4 1-15 16,1 0-14-16,7 3-17 0,4 2-21 0,-1 3-31 15,4 2-41-15,-11-1-35 0,-2 6-46 0,-1 1-47 16,2 3-55-16,-6 0-53 0,-10 0-119 0,-1 5-367 16,-5 4 163-16</inkml:trace>
  <inkml:trace contextRef="#ctx0" brushRef="#br0" timeOffset="7540.49">8555 3248 218 0,'-3'6'291'0,"-1"-2"1"0,3-2-14 16,1-2-20-16,0 0-25 0,0 0-22 0,18-2-21 15,-2-3-22-15,4-2-24 0,9-1-33 0,3-1-40 16,5 0-50-16,0-1-57 0,-2-3-75 0,16-2-107 16,-17-2-136-16,1 3-383 0,-2-5 170 0</inkml:trace>
  <inkml:trace contextRef="#ctx0" brushRef="#br0" timeOffset="8041.84">9284 2435 139 0,'0'0'217'16,"0"0"-8"-16,0 0-3 0,0 0 8 0,0 0-11 0,0 0-3 15,0 0-9-15,-4 2-2 0,4-2-16 0,0 0-11 16,0 0-19-16,0 0-10 0,0 0-16 0,18-6-11 15,0 1-11-15,1 2-33 0,12 0-35 16,-3 3-40-16,0-2-49 0,2 0-51 0,-3-1-47 16,2 1-52-16,-10 4-159 15,-2-4-403-15,-3 0 179 0</inkml:trace>
  <inkml:trace contextRef="#ctx0" brushRef="#br0" timeOffset="8188.8">9342 2614 61 0,'0'3'203'0,"0"-3"0"0,10 3-14 16,4-2-21-16,12-3-13 0,6 2-19 0,3-3-55 15,19-3-47-15,-3 3-73 0,-13-1-160 0,14-7-215 16,-15 4 95-16</inkml:trace>
  <inkml:trace contextRef="#ctx0" brushRef="#br0" timeOffset="9091.34">11874 1821 194 0,'0'-5'234'0,"0"-2"4"0,0-1-4 16,0 2-8-16,3 0-3 0,-3-2-10 0,0 2-10 0,0 1-12 0,0-1-5 16,1 2-10-16,-1 1-15 0,2-1-12 0,-2 4-19 15,0 0-9-15,0-5-21 0,0 5-24 0,0 0-29 16,0 0-11-16,0 0-4 0,-3 15-5 0,6 2 2 15,-3 2-8-15,2 8-5 0,-2 2 0 0,1 0-1 16,3 1 0-16,0 4 9 0,-2-3-8 0,5-5-1 16,-2 3 2-1,0-3-3-15,3 1-13 0,-2-8-16 0,-2 8-26 16,1-2-35-16,-1-7-46 0,-1-1-50 0,-1-1-69 16,-3-6-215-16,1-4-492 0,0-1 219 0</inkml:trace>
  <inkml:trace contextRef="#ctx0" brushRef="#br0" timeOffset="9909.08">10793 2608 86 0,'0'0'119'0,"0"0"-5"15,-10 1-3-15,10-1-7 0,0 0 0 0,0 0-12 16,0 0 3-16,0 0-6 0,0 0-5 16,0 0-2-16,0 0-5 0,0 0-7 0,0 0-3 15,0 0-4-15,-5 1-9 0,5-1-1 0,0 0-8 16,0 0-5-16,0 0-4 0,0 0-3 0,0 0-4 0,0 0-3 0,0 0-2 16,0 0-4-16,0 0 2 0,0 0-4 0,0 0-2 15,0 0-6-15,0 0 4 0,0 0-5 0,16 6 3 16,-9-5-5-16,-2-1 16 0,4 0-13 0,4 0 0 15,0 0 0-15,3-1 4 0,5 1-4 0,0-2 3 16,9 2 1-16,3-4-3 0,2 2-3 0,4 1 3 16,14 1 1-1,1-2-4-15,7-2 0 0,-3 4-2 0,2-3 2 16,0-3 0-16,-1 5-1 0,1-2-4 0,3 2 5 16,-1-5-5-16,1 5 3 0,4 1-4 0,27-4 5 0,-31-1-5 15,35 4 3-15,-1-8-5 0,2 4 0 0,-7-3 3 16,1 4 3-16,-4-3-4 0,-21 5 7 15,30-7 0-15,2 0 4 0,1 2-3 0,1-1 0 16,-6 0-1-16,1 2-4 0,-1-1 2 0,-29 2 1 0,27-4 1 0,2 2-3 16,-3 0 9-16,-1 0-13 0,0-2 0 0,4 4 1 15,-29-3 0-15,27 2-5 0,-30-3 4 0,32 3 0 16,-36 0 3-16,1 0 6 0,4-4 1 0,-1 6 10 16,-5-3-2-16,4 2 0 0,-5-2 5 0,-2 1 1 15,-2 0 8-15,4 2-1 0,-5-3 4 0,-2 3 1 16,-11 0-2-1,-1-1 2-15,-1 2 6 0,1-2-3 0,-3 4 2 16,1-5-3-16,-1 4 1 0,-4-2-1 0,0 0-3 16,-1 0 1-16,-3 2 5 0,-5-1-3 0,4 0 3 15,-10 0-2-15,1 0 1 0,0 0 1 0,-6 1 1 16,-2-1-6-16,0 3 3 0,-3 0 3 0,-1 0 2 0,-1 0-1 16,-5 0-5-16,9 0 1 0,-9 0 1 15,8-1-5-15,-4 1-12 0,-4 0-2 0,0 0-6 0,9 1 5 0,-9-1-11 16,0 0 4-16,0 0-14 0,6-1-7 0,-6 1-20 15,0 0-14-15,0 0-24 0,0 0-25 0,0 0-30 16,0 0-25-16,0 0-17 0,0 0-44 0,0 0-261 16,0 0-506-16,0 0 224 0</inkml:trace>
  <inkml:trace contextRef="#ctx0" brushRef="#br0" timeOffset="13132.57">11195 3246 20 0,'-2'-3'275'16,"2"-2"-9"-16,-4 1-8 0,4 0-18 0,-1 0-22 15,1 4-26-15,-1-4-28 0,1 4-14 0,0 0-32 16,0 0-22-16,0 0-10 0,0 0-12 0,-4 12-8 15,4-3-6-15,-2 8-7 0,0 0-3 0,1 4-7 16,-3 4-2-16,0 2-4 0,3 1-2 0,0-2-6 16,-1 0 0-16,1-8-7 0,1 2 2 0,-1-1-4 15,1-3 2-15,-1 1-4 0,2-6-1 0,-2 3-1 0,1-3 1 16,0-4-3-16,0 5 3 0,1-5-6 0,-2-2 2 16,1 0 0-16,0-5-13 0,-3 10-9 0,3-7-12 15,0-3-11-15,0 0-16 0,-1 5-17 0,1-5-76 16,0 0-58-16,0 0-187 0,0 0-416 0,-22-14 185 15</inkml:trace>
  <inkml:trace contextRef="#ctx0" brushRef="#br0" timeOffset="13471.08">11062 3256 236 0,'-3'-5'276'0,"3"0"-20"0,-1 3-23 0,1 2-26 16,-4-5-17-16,4 5-22 0,0 0-20 0,3-7-18 15,-3 7-13-15,0 0-12 0,0 0-14 0,15 7-6 0,-5 0-11 16,7 1-6-16,1 1-6 0,7 8-9 0,1-3 2 16,3 5-4-16,-3-1-5 0,3 1-2 0,-6 3-5 15,-2 1-4-15,-1-2-3 0,-3 2-1 0,-3 1-4 16,-3-2-5-16,-4-2-3 0,-2 1 1 0,-3-2 1 16,-4-1-5-16,-3 4 2 0,-6 2-3 0,1-8 2 15,-3 0-4-15,-3 3 4 16,-1-6-4-16,3 1 3 0,-5-2-2 0,-3 2 2 15,5-2-4-15,1-4-1 0,3 1 2 0,-1-1-6 16,6-3 4-16,1-4-1 0,0 5 0 16,1-4 1-16,2 2-2 0,4-4 0 0,-8 5 7 15,5-4 11-15,3-1 1 0,0 0 5 0,0 0-9 16,0 0-26-16,0 0-47 0,0 0-46 0,0 0-40 0,-6-12-55 16,13 2-60-16,-5 1-185 0,0-1-471 0,0-1 210 0</inkml:trace>
  <inkml:trace contextRef="#ctx0" brushRef="#br0" timeOffset="14003.7">11418 2997 191 0,'0'0'285'16,"0"0"-21"-16,2-5-18 0,-2 5-25 0,2-3-20 16,-2 3-24-16,5-2-17 0,-5 2-18 0,14-3-16 15,-5 3-15-15,4-2-10 0,-3 4-12 0,3 1-8 16,0-2-6-16,-3 3-6 0,4 2-1 0,1 2-11 15,1 1-5-15,-4 2-3 0,1 3 1 0,-1 1-8 0,-3 0-3 16,-3 2-4-16,2 0-3 0,-2 0-4 0,-5 0-1 16,-2 1-4-16,1-1-4 0,-3-2 4 0,0 2-4 15,-4-1-2-15,4-6 0 0,0 2-3 0,-1-2 0 16,0-3 0-16,2-1-6 0,-1 0 4 0,-2-1 2 16,4-2-1-16,-2 1 22 0,2-1 9 0,1-3 32 15,0 0 13-15,-3 7 15 16,3-7-2-16,0 0 15 0,0 0-15 0,0 0-8 15,0 0-14-15,25-9-14 0,-9 4 1 0,4 0-17 16,-1-2 0-16,2 2-7 0,0-2-6 0,-1 2-7 16,-2 0 7-16,-1 2-8 0,1 1-3 0,-7 0-5 15,-1 0-5-15,0 2-12 0,-10 0-11 0,12-3-11 16,-7 1-17-16,-5 2-6 0,0 0-1 16,10-1-32-16,-10 1-25 0,0 0-2 0,0 0-2 0,0 0-15 0,3 7-26 15,-3-7-26-15,-9 8-35 0,9-8-32 0,-9 5-39 16,5-2-203-16,4-3-520 0,0 0 231 0</inkml:trace>
  <inkml:trace contextRef="#ctx0" brushRef="#br0" timeOffset="14636.3">12117 3487 164 0,'-9'1'200'0,"9"-1"-14"0,0 0-17 0,-5 4-13 16,5-4-11-16,0 0-11 0,0 0-5 0,-7 2-8 15,7-2-9-15,0 0-9 0,0 2-7 0,0-2-6 16,0 0-6-16,0 0-4 0,0 0-4 0,0 0-5 16,0 0-5-16,0 0-4 0,0 0 0 0,0 0 0 15,0 0-1-15,0 0-4 16,0 0 2-16,0 0-1 0,0 0-1 0,0 0 2 15,0 0-2-15,0 0 1 0,0 0-5 0,0 0-2 16,0 0-5-16,0 0-3 0,0 0-1 0,0 0-6 16,0 0-2-16,0 0-4 0,0 0 0 0,0 0-4 15,0 0 0-15,0 0-5 0,0 0 0 16,0 0-4-16,0 0 0 0,0 0-5 0,0 0 2 0,0 0-2 16,0 0-2-16,0 0-1 0,0 0-1 0,0 0 1 0,0 0 4 15,0 0-4-15,0 0 7 0,21-3 2 0,-4-1-3 16,2 0 0-16,12 0-1 0,1 1 4 0,5-4-2 15,15-1 6-15,-14 4 5 0,16-4-5 0,-16 3 1 16,14-2-11-16,-18 3 9 0,3 1-6 0,-5-2 1 16,-1 3-7-16,-5 0 0 0,-9 0 2 0,-3 2-13 15,-2-1 11 1,-1-1 3-16,-3 1-4 0,-1 0 0 0,-7 1-11 16,9-3-5-16,-3 3-13 0,-6 0-10 0,7 0-11 0,-7 0-13 15,0 0-18-15,0 0-14 0,0 0-28 0,0 0-15 16,0 0-26-16,0 0-27 0,-32 3-31 0,32-3-40 15,-11 1-144-15,11-1-431 0,-11-4 191 0</inkml:trace>
  <inkml:trace contextRef="#ctx0" brushRef="#br0" timeOffset="15021.77">13032 3171 54 0,'0'0'312'15,"4"-3"-23"-15,-4 3-24 0,5-4-27 0,-5 4-27 16,0 0-23-16,3-2-22 0,-3 2-21 0,0 0-20 16,0 0-10-16,0 0-12 0,2 9-14 0,-3-3-10 15,-2 4-9-15,2 1-1 16,-8 1-10-16,4 4-8 0,0 2-2 0,-7 6-4 15,2 0-8-15,-3 0 2 0,2 2-5 0,3-8-8 16,-1 4 4-16,0-5-8 0,3 0 1 0,0-1-6 16,2-5 0-16,-1 1 2 0,2-2-2 0,-1-2-5 15,3-1-1-15,-2-2 2 0,3 1 7 0,-3-2 12 16,3-4 11-16,3 5 13 0,-3-5 7 0,7 6 4 16,0-3-2-16,2-2-8 0,5 0-29 0,3 0 20 0,2-1-5 15,0-1 1-15,1 0-31 0,-4-3-36 0,3 3-35 16,2-4-39-16,-1 3-37 0,-3-2-48 0,1-2-42 15,-2 1-50-15,-3 0-164 0,-4 0-474 0,-2-2 210 16</inkml:trace>
  <inkml:trace contextRef="#ctx0" brushRef="#br0" timeOffset="15237.96">13188 3391 194 0,'0'0'329'0,"0"0"-20"16,0 0-17-16,-4-4-21 0,4 4-28 0,0 0-23 15,0 0-31-15,0 0-21 0,0 0-21 16,0 0-19-16,0 0-14 0,0 0-12 0,-1 11-11 16,-2-3-8-16,3-1-10 0,-1 5-19 0,1-2 9 0,-2 2-10 0,0 4-4 15,2-1 1-15,0 1-6 0,-4 0-4 0,4-2-2 16,-1-4-15-16,1 4-31 0,0-2-31 0,0-1-26 16,-4 1-34-16,2-2-36 0,2 1-37 0,0-5-60 15,-3 0-205-15,3-6-472 0,0 0 209 0</inkml:trace>
  <inkml:trace contextRef="#ctx0" brushRef="#br0" timeOffset="15576.33">13533 3195 11 0,'-1'-3'380'0,"1"3"-31"0,-2-5-33 0,2 5-32 16,0 0-34-16,0 0-30 0,0-5-25 0,0 5-19 15,0 0-28-15,0 0-8 0,0 0-22 0,0 20-8 16,0-9-12-16,2 5-11 0,-2 1-5 16,1 4-8-16,0 4-11 0,-1-1-5 0,0-5-2 0,0 7-7 0,-1-6-8 15,1-1-3-15,-1 1-15 0,-1-2 12 0,1-2-4 16,1-5-3-16,-1 2 3 0,1 0 3 0,0-4-13 15,-2-2-2-15,1-1 1 0,1 1-19 0,0-1 9 16,0-4-7-16,-2 1-1 0,2-3-16 0,-3 6-6 16,3-6-11-16,-1 2-33 0,1-2-42 0,0 0-53 15,0 0-52-15,-15-11-56 16,9 3-189-16,0-1-492 0,2-2 219 0</inkml:trace>
  <inkml:trace contextRef="#ctx0" brushRef="#br0" timeOffset="15939.63">13442 3104 86 0,'-5'-3'339'0,"1"-2"-16"0,2 3-24 16,2 2-28-16,-4-2-29 0,4 2-17 0,0 0-34 16,-1-4-20-16,1 4-21 0,0 0-14 0,0 0-14 15,15 13-14-15,-1-4-10 0,5 1-5 0,7 5-11 16,3 1-10-16,2 3-9 0,1-1-2 0,7 11-8 15,-9-7-14-15,-2-1 3 16,-1 4-3-16,-4-1-5 0,-3 2-9 0,-2 0 2 16,-4-3-2-16,-4 3-2 0,-6 2 0 0,-8-7-11 15,-3 3 9-15,-5 0-7 0,-3 0 5 16,-6-4 4-16,-3 0 4 0,-1-2-1 0,-1-1 6 0,-2-2 13 16,2-4 13-16,2-1 9 0,4-3 7 0,4 0 5 15,2-3-3-15,3 0-3 0,1-1-1 0,3 0-2 16,7-3 10-16,-10 3 18 0,10-3 7 0,-8 4-8 0,8-4-3 15,-7 2-10-15,7-2-4 0,0 0-5 0,0 0-10 16,0 0-12-16,0 0-21 0,0 0-29 0,0 0-42 16,36-9-35-16,-23 6-62 0,0-1-57 0,-1 1-61 15,4-2-78-15,-4 0-350 0,-2-1-738 0,0 0 327 16</inkml:trace>
  <inkml:trace contextRef="#ctx0" brushRef="#br0" timeOffset="17828.59">14315 3408 34 0,'-9'1'163'16,"9"-1"-9"-16,0 0-4 0,0 0-10 0,0 0-11 0,0 0-8 0,0 0-21 16,-5 0 8-16,5 0-9 0,0 0-8 0,0 0-10 15,0 0-7-15,0 0-5 0,0 0-11 0,0 0-4 16,0 0-8-16,0 0-1 0,0 0-2 0,0 0-4 15,-4 4-3-15,4-4 1 0,0 0-1 0,0 0-1 16,0 0-4-16,0 0 3 0,0 0-2 0,0 0-4 16,0 0 2-16,0 0-4 0,0 0 2 0,0 0 9 0,0 0 9 15,0 0 3-15,0 0 7 0,0 0 4 0,0 0-1 16,0 0 3-16,32-5-9 0,-9 1-7 0,5-4 29 16,7 5-9-16,3-3-5 0,17-2-14 0,-4-1 5 15,0 2-2-15,0 1-2 0,-15-2-9 0,-4 3 0 16,0 2-18-16,-10-1 11 0,-2 0-6 0,-3 1-3 15,-3 0 1-15,-4 2-6 16,-3 0-17-16,0 1-10 0,-1-2-25 0,-6 2-19 16,0 0-23-16,0 0-31 0,0 0-31 0,0 0-27 15,0 0-21-15,-38 3-19 0,20-2-18 0,-2-1-119 16,2 0-369-16,-4 0 165 0</inkml:trace>
  <inkml:trace contextRef="#ctx0" brushRef="#br0" timeOffset="18066.87">14545 3229 84 0,'-1'-3'343'16,"1"3"-9"-16,0-9-17 0,0 9-27 0,0 0-21 16,1-6-26-16,-1 6-34 15,0 0-21-15,0-3-41 0,0 3-2 0,0 0-22 16,0 0-5-16,-1 18-19 0,-2-6-5 15,2 6-17-15,-3 6-2 0,0 2-8 0,-1 3-9 16,4-1-2-16,-3 4-2 0,3-5-8 0,2-2 5 0,-2 3-36 16,2-4-21-16,-1-6-29 0,0 2-32 0,0-2-39 15,4 0-47-15,-2-6-82 0,1-2-249 0,-2-4-523 16,3-2 231-16</inkml:trace>
  <inkml:trace contextRef="#ctx0" brushRef="#br0" timeOffset="18646.29">15143 3077 229 0,'0'0'279'0,"0"0"-24"0,0 0-28 0,0 0-21 16,5-1-28-16,-5 1-18 0,0 0-19 0,0 0-17 16,0 0-14-16,0 0-14 0,1 15-6 0,-2-5-8 15,-3 7-6-15,0 3-7 0,-2 4-8 0,-3 2 5 16,-2 6-13-16,2-1-9 0,-3-1-4 0,3 1 29 0,0-4-7 0,0-2-6 15,2 0-7-15,3-6-2 0,0-2-5 0,1-3-2 16,2-1 1-16,1-2-8 0,-1-1-2 0,2-2 1 16,-1-1 0-16,1-2-1 0,2 1-1 0,1-2 4 15,2 0-1-15,-1-1-3 0,9-3-1 0,-1 0-5 16,6-1-8-16,8-5-21 0,-6 5-29 0,-2-3-28 16,1-1-23-1,1 0-28-15,-2-1-24 0,-1-1-20 0,-2-1-14 16,-3 3-2-16,-1-1 4 0,-2-1 8 0,-1 1 26 15,-2 1 6-15,-1 0 23 0,-2-1 20 0,-1 2 27 16,1-1 14-16,-2 0 48 0,1 1 26 0,-2-1 21 16,-1 1 20-16,3 0 16 0,-3 4 8 0,1-4 7 15,-1 4 0-15,0 0 2 0,0-4-10 0,0 4-13 16,0 0-11-16,4-4-8 0,-4 4-8 0,0 0-8 0,0 0-5 0,-5 21-3 16,1-9-6-16,-1 4 4 0,0 3-4 0,-1 5-2 15,-1 3-1-15,3 1-1 0,-2 1 2 0,4 0-3 16,-2 0-3-16,1-1-42 0,-1 5-54 0,0-3-86 15,-1-2-282-15,1-13-477 0,3-3 211 0</inkml:trace>
  <inkml:trace contextRef="#ctx0" brushRef="#br0" timeOffset="20805.09">16604 2479 47 0,'-4'-2'181'0,"4"2"-7"0,0 0-11 15,-4-2-19-15,4 2-7 0,0 0-18 0,0 0-8 16,-5-1-8-16,5 1-12 0,0 0-2 0,0 0-5 16,0 0-10-16,0 0 0 0,0 0-4 0,0 0-1 15,0 0 2-15,0 0-6 0,0 0-9 0,9-5-3 0,-3 0-1 0,7-1-12 16,6 0-4-16,-1-5-2 0,5 2 0 0,5-5-6 15,2-2-3-15,2-2-5 0,2-1 2 16,8-7 2-16,-10 4-1 0,9-7 2 0,0-3-1 16,-12 11 5-16,-4-4-5 0,0 6 5 0,-1-2 3 15,-1 2 5-15,-8 6 5 0,-3-2 2 0,0 4-5 16,-6 0 6-16,2 2 0 16,-6-2-4-16,-2 3-5 0,-1-1-13 0,-5 3-7 15,-6 1-8-15,-1 3 3 0,-6 2-8 0,-9 2 3 16,-1 3-3-16,-3 4-1 0,-5 1-2 0,-2 4-3 15,-7 8-1-15,4 3 0 0,0 4 0 0,4 5-2 16,3 2-1-16,7 0 4 0,9-7-3 0,2 3 7 16,5-3-2-16,5-1 2 0,5 2 2 0,4-1 8 15,7-3 0-15,5-1 3 0,5-6 6 0,8 0 5 0,3-6 5 16,4 0-4-16,3-5 3 0,14 2 0 0,4-8 1 16,-1 1-2-16,-3-3 2 0,-13 0-5 0,-2 0 1 15,-5 0-3-15,-11 0-2 0,-2-1 0 0,-5-1-2 16,-2 4-1-16,-4-4 3 0,0 2-4 0,-2 0-3 15,-5 0-4-15,9 0-6 0,-9 0-11 0,7-2-21 16,-7 2-34-16,0 0-37 0,0 0-44 0,0 0-37 0,-28-7-44 0,17 2-211 16,1 3-469-16,0-6 208 0</inkml:trace>
  <inkml:trace contextRef="#ctx0" brushRef="#br0" timeOffset="21723.1">17333 1531 131 0,'0'0'159'0,"3"-5"-6"16,-2 2-8-16,4 1-12 0,4 0-13 0,-4-1-10 15,7 1-14-15,-2-1-14 0,1 3-1 0,4 0-12 16,-1 0-3-16,2 2-9 0,2 2-3 0,-1 2-11 16,-1-3-3-16,2 6-8 0,-4-2 1 0,-1 6 4 15,1-1-7-15,-4 2 1 0,-1 1-6 0,-1 3-3 16,-4 2-5 0,-3 7 4-16,-5 0-4 0,-1-1 6 0,-9 1-3 15,1 0-9-15,-6-1 5 0,-1-3-5 0,-1 0-2 16,0-5 1-16,0 0 8 0,7-5-2 0,1-1 0 15,4-5-2-15,-1 3-1 0,4-3 0 0,-2-2-2 16,6-3 0-16,-1 3 0 0,-1-3 9 0,3 3 13 16,1-5 15-16,0 0 13 0,6 7 3 0,7-6-6 15,0 0-1-15,5-2-7 0,2 1-3 0,8-3-13 0,4 0-32 16,-4-2-48-16,0 0-67 0,3 0-72 0,-8-2-175 0,4-4-389 16,-3-1 172-16</inkml:trace>
  <inkml:trace contextRef="#ctx0" brushRef="#br0" timeOffset="22192.92">17805 1613 244 0,'4'-3'240'0,"-2"0"-23"0,2-1-22 0,1 2-17 0,3-1-21 16,2 3-17-16,0-2-16 0,-1 4-16 16,4 1-8-16,-3 1-13 0,2 4-7 0,4 1-13 15,-5 3-7-15,1 1-12 0,-1 3-6 0,-4 1-3 16,2 1-8-16,-4 1-1 0,-1-2-6 0,-3 9 5 16,-2-6-11-16,-2-1 1 0,-3 5 1 0,-1-6-6 15,-2 0 2-15,-2-3-4 0,-1 0 3 0,1-2-7 0,0 0 12 0,2-5-1 16,1 0 8-16,-1-2 4 0,5-2 8 0,-1 0 19 15,0 0 18-15,4-1 41 0,1-3 37 16,0 0 29-16,0 0-19 0,0 0-10 0,0 0-19 0,9-15-13 16,-3 1-13-16,4-3-13 0,8-8-14 0,2-1-6 15,-4 0-4-15,7-1-13 0,-5 2-13 0,4 1 3 16,-9 10 3 0,-2-1 7-16,-2 5 4 0,-4 3 3 0,0 0-7 15,-1 2-14-15,1-2-21 0,-2 4-8 0,-1-1-33 16,1 2-43-16,-3 2-8 0,0 0-4 0,4 9 7 15,-6-2 6-15,-2 8 8 0,1 4 4 0,0 5 5 16,-2 4 2-16,5-1 1 0,1 3-2 0,7-4-18 16,0 1-10-16,6 0-23 0,5-1-35 0,5-7-57 15,9-4-76-15,2-5-281 0,2-1-585 0,4-4 259 0</inkml:trace>
  <inkml:trace contextRef="#ctx0" brushRef="#br0" timeOffset="23073.1">18978 1896 145 0,'8'-5'191'0,"-2"3"-17"0,0-1-19 0,1 1-14 15,2-1-18-15,3 1-10 0,-3 0-15 0,5 1-11 16,-2 1-5-16,-2 1-14 0,3 2-9 0,-3 1-2 15,2 1-13-15,-1 2 1 0,1 0-1 0,-5 3-7 16,5 4-1 0,-5 0-1-16,0 2-1 0,-1 3-6 0,-1 1 0 15,-6 1 3-15,1-3 0 0,-6 3-5 0,-2 3 2 16,0-5-9-16,-1 3 8 0,-6 0-10 0,2 2-1 16,3-7 3-16,-3-3-5 0,4 1 6 0,-1-4-3 15,1-3 7-15,0 1-4 0,5-1 0 0,-2-4 1 16,2 2 19-16,2-1 19 0,-1-1 30 0,3-4 35 15,-6 2 25-15,6-2 29 0,0 0 7 0,0 0-44 0,0 0-9 0,11-24-13 16,-1 9-15-16,4-1-7 0,8-8-13 0,0-3-15 16,5 1-2-16,7-9-7 0,1 0-15 15,-10 9-13-15,2 3 7 0,-3-1-11 0,-2 5 0 16,0-1 16-16,-9 9 7 0,-7 1 3 0,3 2 12 0,-3 4-8 16,-1-1 1-16,-1 1-8 0,0 0-21 0,-4 4-21 15,4-4-32 1,-4 4-8-16,0 0 2 0,0 0 4 0,-5 19 7 15,1-7-5-15,-1 7 6 0,0-2 1 0,-4 11 0 16,5 0-5-16,3-1 17 0,1-2-5 0,9 3-16 16,6 3-2-16,8-4-24 0,17 4-43 0,8-6-68 15,5-7-106-15,4-8-333 0,8-7-652 0,3-5 289 16</inkml:trace>
  <inkml:trace contextRef="#ctx0" brushRef="#br0" timeOffset="28920.09">5270 6490 67 0,'0'0'132'0,"-7"-2"5"0,7 2-5 0,0 0 0 15,0 0 0-15,0 0-2 0,-5-2 6 0,5 2 2 16,0 0-1-16,-1-4-3 0,1 4 0 0,0 0-1 0,0 0-5 15,0 0-3-15,0 0-5 0,0 0-2 0,0 0-4 16,0 0-11-16,0 0-8 0,0 0-3 0,0 0-11 0,0 0-8 16,0 0-2-16,0 0-2 0,0 0-12 0,0 0-1 15,0 0-4-15,0 0-3 0,0 0-6 16,0 0-3-16,0 0-2 0,0 0-6 0,0 0 4 16,0 0 5-16,0 0-3 15,0 0-1-15,0 0-4 0,0 0-2 0,17-1 1 16,0-2-5-16,12-1-5 0,6 1-3 0,3 1-6 15,12-5-24-15,-12 4-24 0,-3 1-32 0,3-3-31 16,-1 3-36-16,-1 0-44 0,0-1-40 0,-3 0-252 16,-4 1-509-16,-8-2 225 0</inkml:trace>
  <inkml:trace contextRef="#ctx0" brushRef="#br0" timeOffset="29189.57">5442 6620 207 0,'-4'2'236'0,"0"-2"-16"0,4 0-13 15,-6 2-12-15,3 1-7 0,3-3-14 0,0 0-8 16,0 0-13-16,-5 2-5 0,5-2-10 0,17 3-12 0,-7-3-10 16,19-1-12-16,3-1-12 0,9 2-32 0,18-3-52 15,1-4-70-15,5 2-85 0,-1-5-242 0,-1 3-420 16,-5-5 186-16</inkml:trace>
  <inkml:trace contextRef="#ctx0" brushRef="#br0" timeOffset="30160.71">7017 6484 25 0,'0'0'175'0,"0"0"-10"0,0 0-16 0,-3 2-10 16,3-2-15-16,0 0-9 0,0 0-8 0,0 0-6 16,0 0 1-16,0 0 2 15,0 0 3-15,0 0 5 0,0 0 2 16,0 0-4-16,0 0-4 0,0 0-7 0,17-3-9 0,-4-2-10 15,6 1-7-15,1-1-8 0,9-5-6 0,-1-2-6 16,0 0-6-16,4 4 0 0,-1-6-9 0,1-2-5 16,-3 3-2-16,3-1 0 0,-4-3-6 0,3-3-1 15,-3 2-3-15,-4-2-1 0,0 0 0 0,1-6-1 16,-5-1 5-16,-1 4 7 0,-4-2 6 0,-3 3 13 0,-3 3 2 16,-5 2 8-16,-3 0 3 0,-1 6 1 0,-1 2-13 15,-3-3-4-15,-5 4-9 0,-3 2-3 0,-3 1-5 16,-6 2-6-16,-7 4-1 0,-4 6-4 0,-3 3-3 15,-2 6-6-15,-8 11 0 0,-2 3-3 0,-1 0-1 0,4 7-2 16,3 2-1-16,5 2-2 0,7 0-2 0,1-3-1 16,14-5 8-1,2 0-3-15,6-4 6 0,5 2 8 0,3-4 7 16,7-1 11-16,6-3 7 0,7-4 19 0,6 0-22 16,8-6 9-16,14-1-7 0,2-3-2 0,5-5-3 15,-4 0 0-15,6-4-5 0,-3-1-3 0,-5-2-1 16,-14 1-4-16,-1 0-3 0,-4-1 0 0,-14 1-3 15,-4 0-17-15,-1 1-10 0,-3 0-19 0,-1 0-26 16,-3 1-43-16,-3-2-59 0,-3 2-47 0,1-5-66 0,-1 5-266 0,-10-8-580 16,1 1 257-16</inkml:trace>
  <inkml:trace contextRef="#ctx0" brushRef="#br0" timeOffset="31194.71">7738 5472 13 0,'-3'-2'195'0,"3"2"-12"0,0-6-6 0,0 6-13 16,0 0-7-16,6-5-7 0,-4 4-15 0,2-2-8 15,1 2-6-15,4-5-7 0,-3 4-7 0,6-2-8 16,-1 3-7-16,1-2-9 0,7 1-9 0,-1-1-6 0,0 3-9 16,0 0-4-16,1 5-7 0,0-2-2 0,0-2 1 0,0 7-7 15,-1 0-2-15,-1-1-1 0,1 5-6 0,1 4-5 16,-5-3 2-16,-5 1-8 0,0 3-4 15,-2 0 0-15,-3 3-1 0,-4 4-3 0,-1 2 5 16,-6-7-7-16,-5 4-1 0,-1 1 2 0,-6-3-4 16,-3-3 2-16,3 3 0 15,-4-4-3-15,-2 0 1 0,3-2 6 0,5-4 8 16,2-1 1-16,5-2 1 0,-1-4 2 0,0 1-3 16,6-1-3-16,0 0-1 0,0-1-2 0,1-1 4 15,-1 0 13-15,1 0 10 0,4-2 9 0,0 0 9 16,0 0 5-16,9 5 4 0,1-7-5 0,2 2-4 15,7-3-6-15,4 1-10 0,3-2-2 0,3 3-3 16,-9-1-4-16,3 0 0 0,-1 1-7 0,-3 0-3 0,3 1-5 0,-3-1-28 16,-6 1-30-16,-2 0-33 0,1 1-35 0,-5-1-41 15,0 1-46-15,2-2-51 0,-6 2-234 0,-3-1-516 16,0 0 228-16</inkml:trace>
  <inkml:trace contextRef="#ctx0" brushRef="#br0" timeOffset="31727.15">8298 5554 182 0,'6'-4'248'16,"-1"-1"-24"-16,2 2-19 0,2-1-18 0,-3 3-20 16,2-1-19-16,2 2-15 0,-2 1-16 0,4 1-10 15,-4 2-14-15,2 1-10 0,0 2-8 0,2 2-9 0,-7 2-9 16,4 6-5 0,-3-1-6-16,-2 1-4 0,-1 7-2 0,-6-6-6 15,-2 7-3-15,-4-1-1 0,-1 2-1 0,-3-5-4 16,-3-1-5-16,3-3 0 0,-3-2-1 0,-3 3 0 15,4-5 1-15,1-1 3 0,0-3 5 0,5 0-3 16,-1-1 4-16,2-5 6 0,4 2 14 0,-1-1 22 16,1-2 34-16,3 1 26 0,1-3 33 0,0 0-15 15,0 0-24-15,0 0-4 0,10-19-12 0,2 8-14 0,2-5-7 0,5-3-8 16,0-3-15-16,5-5-5 0,-1-1-7 16,0 3-10-16,3-4 3 0,-3 5-5 0,-3 0-5 0,-3 3 22 15,-4 8 19-15,-6 3 14 0,0 1 2 0,-2 1-3 16,2 4-12-16,-3-1-5 0,0 0-13 0,-1 3-18 15,-2-1-36-15,-1 3-6 0,0 0 1 0,0 0-6 16,-4 17 4-16,-2-1-1 0,-3 2 1 0,0 8 3 0,0 1 1 0,-1 2 0 16,1 0-2-16,5 0-2 0,3 0-5 15,5 2-7-15,2-6-13 0,7-2-12 0,6 1-12 16,9-6-34-16,7-3-62 0,17 2-88 0,36-5-130 16,-29-12-303-16,3-1-721 0,30-10 319 0</inkml:trace>
  <inkml:trace contextRef="#ctx0" brushRef="#br0" timeOffset="32798.75">10585 5516 14 0,'0'0'157'0,"0"-8"7"15,0 3 4-15,0 1-6 0,0-1 4 0,0 0-1 16,0 0 1-16,0-2 2 16,0 4-8-16,0-3 2 0,0 2-6 0,0-1 2 15,0 1-2-15,0 4 0 0,0-7-14 0,0 7-10 16,0-5-12-16,0 5-11 0,0 0-12 0,0-2-13 16,0 2-14-16,0 0-17 0,0 0-26 0,0 0-4 15,0 0-5-15,0 17-2 0,0 1-4 0,0 7 2 16,1 7-4-16,-1 2 4 0,4 14-4 0,-3-11 3 15,7 9 0-15,-4-10 4 0,1 1 0 0,5 8-23 0,-2-12-38 0,1-3-43 16,-3 1-64-16,3 0-96 0,1-8-212 0,-7-7-498 16,-3-5 220-16</inkml:trace>
  <inkml:trace contextRef="#ctx0" brushRef="#br0" timeOffset="33971.28">9269 6477 61 0,'0'0'146'16,"-6"-1"-5"0,6 1-6-16,0 0-10 0,0 0-10 0,0 0-3 15,0 0-15-15,-4-2-10 0,4 2-8 0,0 0-4 16,0 0-14-16,0 0-3 0,0 0-11 0,0 0-3 15,0 0-6-15,0 0 0 0,0 0-4 0,0 0-1 0,0 0-7 16,0 0-1-16,0 0-4 0,0 0 4 16,0 0-3-16,16 4-2 0,-11-3 4 0,3-1 2 15,1 2-1-15,5-4-3 0,0 4 3 0,7-4-10 0,-1 2 0 0,7-1-3 16,1-1 3-16,3 2-2 0,2-2-1 0,5 2-2 16,13-4 0-16,3 0-2 0,2 0 0 0,3-1-2 15,6-3 3-15,2 1-4 0,26-2-1 0,-29 4 2 16,31-3 2-16,-28 2-9 0,33-2 13 0,1-1-8 15,-4 3 1-15,-4 1 0 0,-2-2-5 0,-26 3 7 16,35-4-5-16,-7 0-3 16,0 3 5-16,1 1 3 0,-2-2 0 0,1 0 1 15,-27 2-2-15,30-2 2 0,-4-1 4 0,-26 3-6 16,29-2 5-16,-4-2-2 0,-2 2-2 0,6-1-2 16,-2-2 4-16,-1 3 0 0,-25-1 7 0,32-2 2 15,-7 1 1-15,-25 3 6 0,27-2 1 0,-2 2-4 16,-28 0 0-16,31-3-3 0,-28 4 1 0,25-4-4 15,-24 3 0-15,24-1 1 0,-32 1 1 0,5 0-7 0,-1 0 2 0,-5-1 0 16,4-1 2-16,-3-1-4 0,2 3-1 16,0-3 1-16,0 1 0 0,0-2 1 0,-1 6 1 0,4-2 3 15,-2-2 1-15,4 3-1 0,0-1 1 0,-1 2-10 16,-2-2 10-16,-4 0 0 0,4 5 0 0,-8-4-2 0,-1-6 2 16,0 9 1-16,-16-3 1 0,0 2-1 15,1-2-3 1,-6 3 6-16,2-4 3 0,-4 3 0 0,-4-1-1 0,-6 2 2 0,-3-1 1 0,-1-1 3 15,-6 2 0-15,-1 1 3 0,-2 0-1 0,-4 0-6 16,1 0 9-16,-6 0-11 0,13 0-3 0,-13 0-3 16,7-3-2-16,-5 3-5 0,-2 0-11 15,0 0-10-15,0 0-17 0,9 0-23 0,-9 0 2 0,0 0-9 16,0 5-27-16,0-5-35 0,-4 7-38 16,0-5-50-16,-1 1-180 0,-3-3-419 0,0 3 186 15</inkml:trace>
  <inkml:trace contextRef="#ctx0" brushRef="#br0" timeOffset="34735.44">10308 6989 82 0,'-5'-5'218'0,"3"0"0"16,1 0-7-16,-1 1 1 0,0-1-3 0,1-2 2 15,1-1-13-15,-1 3-6 16,-2 0-8-16,3-1-12 0,-1 3-8 0,1-1-11 16,0 4-12-16,-1-7-20 0,1 7-12 0,-2-4-16 15,2 4-11-15,0 0-14 0,-1-4-13 0,1 4-29 16,0 0-6-16,0 0 3 0,1 15-11 0,1-6 1 15,-1 5-2-15,0 6 0 0,2-2 0 0,-1 7-1 16,-2-4 0-16,4 4-5 0,-3 2 3 0,2-1 2 16,1-2-3-16,-2-5 0 0,3-1 12 0,-2-1-13 0,0-1-6 0,-1-3-12 15,-2-3-19-15,1 0-12 0,2-1-17 0,-3-1-15 16,1-4-11-16,-1 1-6 0,0 0-7 0,0-5-3 16,-1 3-49-16,1-3-37 0,0 0-207 0,0 0-425 15,-8-17 188-15</inkml:trace>
  <inkml:trace contextRef="#ctx0" brushRef="#br0" timeOffset="35058.25">10234 6807 13 0,'-2'-3'221'0,"2"-1"-14"0,0 4-21 16,-1-5-22-16,1 5-23 0,1-4-14 15,-1 4-15-15,0 0-8 0,0 0-11 16,19 5-8-16,-7 2 2 0,7 0-7 0,4 7 3 15,7 1-7-15,0 2-1 0,3 2-1 0,-2 1-6 16,1 4-5-16,-1-2-7 0,-3 4-2 0,0 1-5 16,-8-1-4-16,1 2-5 0,-7-2-6 0,1 6-6 0,-6-6 2 15,-5 1-1-15,0-2-6 0,-8 1 0 16,-5-7-4-16,0 0 1 0,-5 0 0 0,-4 1-2 16,-4-3-3-16,1 0 8 0,4-6 1 0,-3-3-3 0,1 3 1 0,-2-5 4 15,2 3 2-15,0-5-2 0,2 0 2 0,3 0-4 16,4-1-2-16,1 1 4 0,0-3-6 0,4-1-1 15,-3 3-11-15,3-3-6 0,5 0-26 0,0 0-58 16,0 0-70-16,0 0-53 0,14-15-198 0,1 8-438 16,2-4 194-16</inkml:trace>
  <inkml:trace contextRef="#ctx0" brushRef="#br0" timeOffset="35336.9">10766 7182 16 0,'0'0'233'0,"-3"2"-21"0,3-2-23 0,0 0-18 15,0 0-13-15,-10 0-19 0,10 0-13 0,-4 0-8 16,4 0-9-16,0 0-10 0,0 0-9 0,0 0-6 15,0 0-7-15,0 0-6 0,0 0 1 0,0 0-6 0,0 0-2 0,0 0-2 16,21 1-6-16,-8-2-5 0,5 1-4 0,0-3-9 16,10-1-2-16,3 0-1 0,-3 1-4 15,-6 0-23-15,6 1-25 0,-7-2-32 0,-3 2-23 16,4-1-26-16,-7 0-34 0,-2 0-41 0,-4 2-147 0,-1-3-346 16,-2 1 153-16</inkml:trace>
  <inkml:trace contextRef="#ctx0" brushRef="#br0" timeOffset="35575.17">10876 7061 268 0,'-1'-4'336'0,"1"4"-11"16,0-4-11-16,0 4-19 0,0 0-27 0,0 0-22 0,-5-3-22 0,5 3-28 15,0 0-22-15,0 0-22 0,0-5-7 0,0 5-29 16,0 0-22-16,0 0-23 0,0 0-9 0,0 12-13 15,0-1-10-15,3-1-4 0,-1 3 0 0,2 6 9 16,-1 0-18-16,0 6 2 0,0 2-6 0,2-2-2 16,0 1-29-16,-2-8-29 0,2 2-21 0,-3 6-33 15,2-9-39-15,0 2-33 16,-2-8-42-16,2 3-276 0,-1-3-520 0,-2-7 231 16</inkml:trace>
  <inkml:trace contextRef="#ctx0" brushRef="#br0" timeOffset="36007.5">11239 6982 194 0,'3'-3'268'0,"-2"1"-27"15,4-3-26-15,-4 3-21 0,6-1-22 0,-2 3-20 0,0-2-17 0,3 0-11 16,-2 2-16-16,7 0-6 0,-4 4-16 0,1-4-7 16,0 5-10-16,2 0-9 0,-2 2-9 0,-2 0-7 15,-1 4-4-15,0 0-6 0,-1 0-5 0,-2 5-2 16,-3 1 1-16,-2 4-5 0,-2 4-3 0,-5 1-3 0,-3 0-1 16,-2 1 2-16,-3-2-2 0,0 0-3 15,-4-1 2-15,6-8-5 16,4-3 2-16,-3 1 0 0,3-6-3 0,2 1 0 15,3-2-2-15,1-2 4 0,-1 0 7 0,0 0 14 16,3-3 20-16,-1 3 15 0,0-3 12 0,3-2 12 16,-1 5 2-16,1-5-8 0,0 0-2 0,0 0-10 15,15 0-7-15,-2-1-3 0,1-4-7 0,4 1-8 16,1 2-5-16,-2 0-9 0,3-2-9 0,1 3 16 16,-3-1-12-16,2 0-8 0,-1 1-18 0,-6-2-34 0,6 2-28 0,-6 0-41 15,-3 0-48-15,0-1-58 0,2-1-59 0,-4-1-228 16,-2 2-532-16,-2-5 235 0</inkml:trace>
  <inkml:trace contextRef="#ctx0" brushRef="#br0" timeOffset="36276.83">11585 6820 225 0,'0'0'323'0,"2"-5"-27"16,-2 5-37-16,0 0-30 0,0 0-29 0,0 0-27 0,0 0-18 15,0 0-19-15,0 0-15 0,6 23-13 0,-2-3-13 0,1 10-5 16,2 3-8-16,4 13-9 0,-5 2-1 16,2 1-7-16,-3-1-7 0,0 1 5 0,-1 0-12 15,-6-14-6-15,0 12 0 0,0-11-1 0,-4-2-3 16,-4 2-2-16,-4 8-3 0,-3-14-14 0,-4 0-27 0,-8 8-31 15,-7-4-51 1,-4-4-55-16,-4-2-118 0,7-15-176 0,-1-2-473 16,-16-3 209-16</inkml:trace>
  <inkml:trace contextRef="#ctx0" brushRef="#br0" timeOffset="36693.44">9836 6887 109 0,'0'0'223'0,"-1"-4"-27"0,1 4-22 15,0 0-16-15,0 0-13 0,-6 19-19 0,0 8-5 16,1 5-14-16,-1 16-10 0,1 2-2 0,1 8-11 15,0-4-8-15,5 2-5 0,5-4-12 0,0-2 0 16,7-5-4-16,3 1-1 0,2-16-4 0,2 2-6 16,15 7 9-16,1-3 9 0,9-8-4 0,4-5 0 0,3-6-26 15,5-6-42-15,7-2-76 0,27-14-90 0,-29 1-173 0,2-4-379 16,-1-9 168-16</inkml:trace>
  <inkml:trace contextRef="#ctx0" brushRef="#br0" timeOffset="37357.65">11707 6640 58 0,'4'-4'254'0,"2"1"-15"16,2-3-10-16,1 3-13 0,-3 0-16 0,1 1-15 15,-1-1-20-15,2 2-19 0,1-2-12 0,-2 3-15 16,0 0-12-16,0 2-7 0,3 0-6 0,0 1-12 16,-3 2-6-16,2 0-9 0,-3 4-2 0,0 1-5 0,-1 0-7 0,-1 6-1 15,-2 1-8-15,-2 0-1 0,-5 3-2 0,1-1-4 16,-4-1-3-16,1 0-1 0,-2 4-3 0,1-6-6 16,3-1-1-16,1-5-4 0,2 0-2 0,-2-1 2 15,1-4-4-15,2-2 0 0,0 2 8 0,0 1 26 16,-1-5 15-16,2-1 23 0,0 0 11 0,5 5 1 15,-5-5-4-15,25-6-8 16,3-1-6-16,5 0-8 0,3-3-15 0,-2 3-2 16,5-3-1-16,-1 1-11 0,-2 3-19 0,0-1-17 15,-2 3-16-15,-7-2-27 0,0 0-27 0,-7 5-33 16,-7 0-38-16,-2 1-56 0,-3 1-39 0,-2 0-33 16,-3 1-254-16,-3-2-557 0,0 0 246 0</inkml:trace>
  <inkml:trace contextRef="#ctx0" brushRef="#br0" timeOffset="37858.96">12360 7219 195 0,'-5'1'246'0,"5"-1"-19"16,0 0-6-16,0 0-15 0,-4 2-12 0,4-2-11 0,0 0-13 0,0 0-11 15,-4 2-9-15,4-2-6 0,0 0-4 0,0 0-3 16,0 0-9-16,0 0-1 0,0 0 5 16,12 4-19-16,-12-4-8 0,16-4-8 0,-4 4-7 0,7-2-11 15,-1 0-10-15,4 1-8 0,8-3-5 0,-7 0-5 16,9 3 9-16,-10-3-21 0,0 1-1 0,-3 2-1 15,-2 1-4 1,-4-2-5-16,-2 1 2 0,-1 1-6 0,-2 0-7 0,-3-4-6 16,-5 4 1-16,10 0-12 0,-6 0-8 0,-4 0-17 15,0 0-16-15,9-2-16 0,-9 2-21 16,0 0-31-16,0 0-30 0,0 0-36 0,0 0-24 16,-19-3-37-16,19 3-221 0,-9-2-496 0,5-2 220 15</inkml:trace>
  <inkml:trace contextRef="#ctx0" brushRef="#br0" timeOffset="38366.6">12931 6849 259 0,'1'-5'341'0,"-1"2"-12"0,0 3-23 16,2-7-4-16,-1 5-43 0,-1 2-25 0,0 0-26 16,1-4-19-16,-1 4-23 0,0 0-28 0,0 0-10 15,0 0-14-15,0 0-20 0,0 0-10 0,2 16-9 0,-4-4-7 16,2 4 4-16,-2 1-19 0,-1 9-9 0,-2-2-5 0,0 2-7 16,-3-2 1-16,3 4 0 0,-3-5-4 0,3 5-6 15,1-10-2-15,-2 2-1 0,2-1 4 0,1 0-6 16,0-6-4-16,2 0 0 0,-1-4-4 0,1-1 5 15,1-2-2-15,-2 2-2 0,0-3 3 0,4-1 1 16,-2 1-1-16,0-5 6 0,1 6-2 0,0-5 8 16,3 4-6-16,2-8 6 0,-6 3-13 0,16 0-14 0,-3 0-17 15,-1-3-25-15,1 1-29 0,6-6-27 0,-6 4-14 0,2-1-21 16,-3-2-6-16,-2 2-4 0,3-1 6 0,-4-4 10 16,-3 4 13-16,4-1 15 0,-3 0 16 0,-2-1 26 15,-3 3 20-15,1-2 37 0,1 2 16 16,-2 1 22-16,0 0 8 0,1 0 6 0,-3 4 5 0,4-5 0 15,-4 5-2-15,1-2-8 16,-1 2-5-16,0 0-1 0,3-3-13 16,-3 3-8-16,0 0-1 0,0 0-4 0,-4 16-4 15,2-5 6-15,-3 5 4 0,3 4-1 0,-1 3 1 16,0 4 2-16,3 1 7 0,3-1-7 0,0 1 4 0,6 0 0 16,0-2-43-16,2-1-74 0,0 0-104 0,-1-9-302 15,-2-7-537-15,-3-2 237 0</inkml:trace>
  <inkml:trace contextRef="#ctx0" brushRef="#br0" timeOffset="39084.15">13557 6716 135 0,'-1'-7'218'0,"0"1"-11"0,-2-1-3 16,3 0-7-16,0 2-5 0,0-1-7 0,-1-1-6 15,1 3-7-15,-1 0-12 0,1 4-16 0,1-6-18 16,-1 6-15-16,0 0-18 0,-1-4-11 0,1 4-21 16,0 0-3-16,-7 17-4 0,-2-1-3 0,-6 11-5 15,0 5-1-15,-6 18-3 0,0-1-3 0,0 5-8 16,-1 1 1-16,8-2-4 0,0 0-2 0,5 0-2 16,3-4-4-16,3-3 0 15,6-12-2-15,3 0 0 0,3-3 13 0,0-3 24 16,9-2 3-16,0-3 12 0,0-3-3 0,1-1-3 15,3-5-4-15,-4-1-1 0,6-1-5 0,-4-6 1 16,1-1-11-16,-1-2-5 0,-2 0 2 0,-5-3-11 16,-3 0-10-16,3-4-15 0,-7 2-22 0,3 0-23 15,-5-3-16-15,4 1-24 0,-6-3-23 0,1-1-30 16,-6-1-34-16,2 1-35 0,-3-1-22 0,-1-3-234 0,1 0-497 16,-2-2 220-16</inkml:trace>
  <inkml:trace contextRef="#ctx0" brushRef="#br0" timeOffset="39400.55">13796 6919 291 0,'-1'-7'308'0,"1"2"-20"0,-1 1-10 16,1 2-24-16,0 2-21 0,0-6-27 0,0 6-20 0,1-5-23 15,-1 5-19-15,0 0-21 0,0 0-13 0,0 0-11 16,0 0-14-16,1 20-9 0,2-9-1 0,-1 6-16 0,-2 2-6 16,4 6-7-16,-4-1-5 0,0 4-1 0,0-1-3 0,0 2-3 15,1-4-1-15,2 2-5 0,-2-2-2 16,-1-5 0-16,2-3-5 0,-2 0-3 0,2 0 3 16,-2-5-5-16,0-1-2 0,0-2 3 0,0-2-10 15,0-2-14-15,0 0-13 0,-2-1 3 0,2 0-12 16,0-4-8-16,-4 1-48 0,4-1-51 0,0 0-52 0,-14-6-38 0,7-2-227 15,0-1-489-15,1-2 218 0</inkml:trace>
  <inkml:trace contextRef="#ctx0" brushRef="#br0" timeOffset="39701.35">13791 6795 177 0,'0'-4'298'0,"0"-1"-16"0,-4 2-26 0,4 3-25 15,-1-6-25-15,0 3-22 0,1 3-22 0,0 0-18 16,0 0-16-16,0 0-12 0,0 0-14 0,0 0-11 16,14 17-9-16,-5-8-7 0,2 8-6 0,8 7-6 15,3 2-9-15,0-1 5 0,2 4-4 0,-1-2-5 16,-1 0-3-16,-4 2-2 0,2 0-6 0,-6-1-1 0,0 1-4 0,-5-4-4 16,-4 2-4-16,-2-8 1 0,-3 7-7 0,-4-10 0 15,-5 2-2-15,-1 0 0 0,-4-4 0 0,0 0 2 16,-8 1-5-16,3-5-1 0,0-2 4 0,0 0-4 15,-2-1-1-15,3 0 1 0,0-1-2 0,5-5 0 16,2 2-1-16,2-1 0 0,0-1 1 0,3 0 7 16,0 1-12-1,6-2-20-15,-8-2-43 0,8 2-70 0,0 0-45 16,11-12-62-16,-1 6-244 0,5-5-515 0,8-2 228 16</inkml:trace>
  <inkml:trace contextRef="#ctx0" brushRef="#br0" timeOffset="40349.37">14186 7134 146 0,'0'0'276'15,"0"0"-14"-15,-6 2-21 16,6-2-15-16,0 0-12 0,-6 1-14 0,6-1-16 15,0 0-15-15,0 0-15 0,0 0-13 0,0 0-13 16,-5 1-13-16,5-1-14 0,0 0-8 0,0 0-7 16,0 0-10-16,0 0-5 0,0 0-9 0,0 0-4 15,0 0-4-15,0 0 8 0,0 0-19 0,0 0 2 16,0 0-4-16,0 0-2 0,0 0-8 0,0 0 1 16,0 0-6-16,0 0 0 0,0 0-5 0,0 0-1 15,-2 3-3-15,2-3-4 0,0 0 4 0,0 0-2 0,0 0-5 0,0 0 1 16,0 0-3-16,0 0 2 0,0 0 5 0,0 0 16 15,0 0-9-15,0 0 9 0,0 0-5 0,0 0 4 16,0 0-6-16,0 0 2 0,0 0-4 0,0 0 14 16,0 0-13-16,0 0-4 0,0 0-3 0,0 0-4 15,0 0-2-15,0 0 2 0,0 0-3 0,0 0 1 16,0 0-4-16,0 0-5 0,0 0 7 0,0 0-1 0,0 0-3 0,0 0-2 16,0 0 2-16,0 0 2 0,0 0-1 15,0 0-2-15,0 0 0 0,0 0-1 0,0 0 3 16,0 0-4-16,0 0-1 0,0 0 4 0,0 0-3 15,0 0-2-15,0 0 0 0,0 0 0 0,0 0 1 0,0 0 2 16,0 0 3-16,0 0-5 0,0 0 1 0,0 0-1 16,0 0-1-1,0 0 2-15,0 0-2 0,0 0 1 0,0 0-3 16,0 0 7-16,0 0 1 0,0 0 5 0,0 0-15 0,0 0 4 16,0 0 1-16,0 0 2 0,0 0-7 15,0 0 5-15,0 0-3 0,0 0 10 0,0 0-5 16,15 0 0-16,-3-2-3 0,-1 0 6 0,8 1 1 15,-1-1-3-15,5 0 0 0,5-3-2 0,3 2 2 16,1-1 8-16,-3 1-12 0,-1 3-2 0,-8 0 2 0,-1-2 2 0,-3 0 1 16,-3 0-12-16,-3 1-16 0,2-1-9 0,-6 1-16 15,-1 0-12-15,-5 1-17 0,8 0-23 0,-3-3-43 16,-5 3-42-16,0-5-36 0,0 5-17 0,-6-5-24 16,-2 2-168-16,0-1-469 0,-1-1 208 0</inkml:trace>
  <inkml:trace contextRef="#ctx0" brushRef="#br0" timeOffset="40603.25">14374 6982 161 0,'-4'-5'253'16,"2"2"0"-16,2 3 2 0,-4-4-6 0,4 4 2 15,-3-3-5-15,3 3-8 0,-1-5-5 0,1 5-13 0,0 0-9 0,-3-5-15 16,3 5-19-16,0 0-7 0,-2-3-17 0,2 3-17 15,0 0-20-15,0 0-17 0,0 0-18 0,0 0-14 16,0 0-7-16,1 16-4 0,0-8-10 0,0 3-3 16,3 8 0-16,-1-2-8 0,2 10-2 15,4 2 2-15,-3-2-10 0,1 3-13 0,2-2-30 0,0-1-35 16,0 0-38-16,-2-3-45 0,0-1-62 0,0-3-89 0,-4-8-275 16,-2 0-608-16,0-7 268 0</inkml:trace>
  <inkml:trace contextRef="#ctx0" brushRef="#br0" timeOffset="41089.01">14764 6837 103 0,'5'-5'288'0,"-4"2"-14"0,-1 3-19 16,5-2-24-1,-5 2-25-15,4-3-21 0,-4 3-22 0,0 0-19 0,10 0-17 16,-3 3-11-16,0-1-11 0,0 5-9 0,-1 0-16 16,0 0 2-16,-2 3-15 0,2 2-7 15,-2 5-9-15,-1 1-5 0,-6 3-3 0,-2 4-3 16,-4 0-6-16,-3-1 1 0,-5 1-4 0,0 0-2 0,-2-3-4 16,1 2-4-16,0-2-2 0,5-8-2 0,2-2-3 15,2-2-3-15,0 0 1 0,2-3-3 0,1-2 1 0,3 1 4 16,-1-2 16-16,1-2 12 0,2 3 9 0,1-5 10 15,1 6 10-15,6-5-5 0,4-1 5 0,3 1-15 16,6 0-2-16,6-2-9 0,1 0 0 0,1 1 8 16,0-2-20-16,-5 1-9 0,0-3-19 0,-2 1-27 15,-1 1-24-15,-1 0-29 0,-9-2-33 0,2 2-33 16,-3-1-55-16,0-3-69 16,-8 1-219-16,2 0-522 0,-3-2 231 0</inkml:trace>
  <inkml:trace contextRef="#ctx0" brushRef="#br0" timeOffset="41452.28">14891 6724 23 0,'0'-3'336'0,"0"3"-25"16,0-6-24-16,0 6-32 0,0-4-30 0,0 4-25 15,0 0-22-15,0 0-19 0,13 5-17 0,-4 1-14 16,6 6-16-16,8 4-10 0,-1 4-2 0,4 5-12 0,-2 4-2 16,5 12-6-16,-3 0-2 0,-1 2-1 0,-5 0-14 0,0 0-5 15,-11-7 1-15,0-1-11 0,0 11 2 0,-8-11-14 16,2-2 20-16,-7-3-20 0,-5 2 1 0,0-3-5 16,-4-1 6-16,-1-5-4 0,0 4-3 15,-2-8-5-15,1-3-7 0,0-1 8 0,0-2-6 16,-2-1 12-16,2-2-1 15,-3-1-13-15,8-2-2 0,-3-2 1 0,4-1-1 16,0 0 1-16,4-1-1 0,-3-2 0 0,6 2 1 16,2-3 22-16,-8 1-33 0,8-1-30 0,-4-5-40 15,4 5-47-15,4-11-46 0,1 4-83 0,5-3-80 16,-1-4-179-16,4-1-538 0,1-7 239 0</inkml:trace>
  <inkml:trace contextRef="#ctx0" brushRef="#br0" timeOffset="41790.9">15364 7034 19 0,'0'0'214'0,"-8"0"-16"0,8 0-16 16,-5 0-14-16,5 0-11 0,-8 0-9 0,8 0-9 16,0 0-6-16,0 0-8 0,0 0-4 0,0 0-1 15,0 0-2-15,-7 1 2 0,7-1-5 0,0 0-2 0,0 0 3 0,0 0-4 16,0 0-2-16,0 0 2 0,17 4-12 0,-6-5-7 16,8 1-10-16,-2-1-6 0,6 1-11 0,5-2-10 15,0 1-2-15,0 1-4 0,-1-1-19 0,-3 0-22 16,-6-3-18-16,1 4-23 0,-6 0-31 0,1-4-36 15,-2 3-38-15,-3-4-51 0,-2 3-69 0,-3-1-156 16,-1-1-446-16,-3-1 197 0</inkml:trace>
  <inkml:trace contextRef="#ctx0" brushRef="#br0" timeOffset="42007.03">15459 6901 166 0,'-4'-3'390'0,"4"3"1"0,-4-3-14 0,4 3-21 16,0 0-25-16,-4-3-27 0,4 3-37 0,0 0-30 15,-2-3-26-15,2 3-31 0,0 0-23 0,0 0-19 16,-3 9-20-16,3 0-11 0,0 4-8 0,0 5-6 16,4 1-7-16,-3 6-9 0,3 3-2 0,0 1-13 15,0 3-13-15,5-3-46 0,-3 0-27 0,0-2-37 0,2 1-33 0,0-6-44 16,-3-4-60-16,1-2-84 0,-1-3-298 0,-1-5-628 15,-1-4 278-15</inkml:trace>
  <inkml:trace contextRef="#ctx0" brushRef="#br0" timeOffset="42539.43">15928 6765 273 0,'0'0'320'0,"0"0"-16"0,0-5-16 0,0 5-20 15,0 0-23-15,0 0-29 0,0 0-24 0,2-3-9 16,-2 3-34-16,0 0-19 16,0 0-13-16,0 0-15 0,0 0-11 0,-4 17-11 15,3-8-7-15,0 3-7 0,-5 3-10 0,3 2-2 16,-2 8-1-16,-2-2-6 0,1 3-4 0,1 0-3 16,0-3-4-16,1-6-2 0,4 4-6 0,-1-1-4 15,-1-3 6-15,2 0-7 0,0-5 0 0,0 5-1 16,2-6-4-16,-2-2-6 0,1 0-3 0,3-2-6 15,-2 1 2-15,3-3 3 0,3 0-12 0,-1-1-5 0,2-1-10 0,2-3 6 16,0 0-17-16,2-3-4 0,-1 1-4 0,-1-5-3 16,3 2 5-16,-5-2 4 0,4-1 6 0,-3 3 8 15,-1 0 16-15,0-2 11 0,-4 2 14 0,3 1 17 16,-4 1 2-16,0 1-3 0,-2-2-5 0,2 3-9 16,-4 1-6-16,0 0-8 0,0 0-2 0,0 0-4 15,10 6 2-15,-10 1-1 0,0 4 0 0,0 1 0 0,0 5 0 0,0 2-4 16,-1 6 0-16,-3-5 7 0,9 5-18 15,-5-7-32-15,0 4-36 0,3-3-54 0,-3-2-71 0,2 0-333 16,-3-8-577-16,1-1 256 0</inkml:trace>
  <inkml:trace contextRef="#ctx0" brushRef="#br0" timeOffset="43827.14">14770 6077 62 0,'0'0'74'0,"0"0"5"16,0 0-7-16,0 0-3 0,-10 0-3 0,10 0 7 15,0 0 3-15,0 0 3 0,0 0-6 0,-3-1 3 16,3 1-6-16,0 0-1 0,0 0-6 0,0 0-3 16,0 0-3-16,0 0-3 0,0 0-4 0,0 0-8 15,0 0-9-15,0 0 2 0,0 0-7 0,0 0 5 16,0 0-10-16,0 0-1 0,0 0-5 0,0 0 3 16,0 0-2-16,0 0 1 0,0 0-5 0,0 0-3 0,0 0 0 0,0 0 3 15,0 0 8-15,0 0 5 0,0 0 1 0,0 0 8 16,0 0 9-16,0 0 0 0,0 0-3 0,0 0 0 15,14-4-2-15,-14 4-9 0,29 3-1 0,1-7 0 16,6 3 8-16,15-2 0 0,5 3 8 0,4 0-5 16,4 0 5-16,28-3 5 0,-23 3-5 0,24-2-5 15,-26 0-3-15,23 4 1 0,-27-4-8 0,-4 4 3 0,-6-2-5 16,-1-4-7-16,-13 3 0 0,-7 2-2 0,0 0-3 0,-11 0-3 16,-1-2 1-16,-6 1-1 0,-2 0 4 0,-6 0 2 15,2 0 9-15,1-1-1 0,-4 1 5 0,2-1-3 16,-7 1-3-16,7 0 3 0,-7 0-7 15,9-2-6-15,-9 2-7 0,0 0-11 0,6 2-20 0,-6-2-26 16,0 0-21-16,0 0-36 16,5 1 8-16,-5-1 3 0,0 5-14 15,2-1-8-15,-2-4-18 0,5 3-15 0,-3-2-16 16,2 3-135-16,-4-4-323 0,5 2 143 0</inkml:trace>
  <inkml:trace contextRef="#ctx0" brushRef="#br0" timeOffset="45884.91">16918 5391 213 0,'3'-5'209'0,"-3"-1"-9"0,3 1-12 0,1 0-19 16,-1 1-16-16,1-3-14 0,3 2-20 0,6 2-15 15,-1 0-8-15,0 1-9 0,2 2-10 0,4 2-4 16,3 3-8-16,-2 5-8 0,-2-2 1 0,0 4-10 16,0 8-5-16,-6-4-2 0,2 7 9 0,0 3-4 0,-8 2-6 15,-1-1 2-15,-3 3-6 0,-1 1-2 0,-5 0-6 0,1 0-1 16,-6-2-1-16,-3 0-3 0,3-1 0 0,-7-2-3 15,5-3 2-15,-4 0-2 0,2-3 0 0,-1-6 5 16,1 1 3-16,4-6 6 0,-3 0 7 0,3-1 8 16,-2-1 7-16,7-2 20 0,-1-3 17 15,0 4 23-15,2-2 30 0,0-4 34 16,1 2 25-16,3-2 4 0,0 0-17 0,0 0-19 16,-2-12-19-16,7 3-12 0,3-6-20 15,4-2-16-15,7-7-16 0,-1-8-23 0,12-5-14 16,4-2-12-16,-2-1-9 0,4 2-10 0,-3 0 1 15,-11 9-5-15,2 3 3 0,-1 2-2 0,-5 2-4 0,-3 6-2 16,-6 3 10-16,1 2 0 0,-2 3 1 0,-3 0 3 16,-1 3-2-16,1 4-4 0,-3-4-14 0,1 0-34 0,-3 5-27 15,0 0 11-15,4 10-2 0,-8 3 8 0,-6 3 7 16,2 10-4-16,-1 3 6 0,1 3-10 0,2 2 5 16,3 1 4-16,3 0 21 0,5 1-15 0,7-1-19 15,10 5-36-15,10-2-57 16,8-7-87-16,8-8-142 0,5-8-310 0,4-3-728 0,1-10 323 15</inkml:trace>
  <inkml:trace contextRef="#ctx0" brushRef="#br0" timeOffset="65652.17">24070 4256 76 0,'-3'-4'148'0,"3"4"2"0,-1-4-4 0,1 4 6 0,0-4 1 15,0 4-7-15,0 0-2 0,0 0-7 0,0 0-7 16,0 0-10-16,0 0-12 0,-4-3-7 0,4 3-13 16,0 0-8-16,0 0-6 0,0 0-13 0,0 0-2 0,0 0-8 15,0 0-6-15,0 0-4 0,0 0-10 0,0 0-4 16,0 0-1-16,0 0-13 0,0 0-10 16,0 0-10-16,0 0-19 15,0 0-1-15,0 0 1 0,0 0 4 0,-1 11-1 16,-2-1-4-16,-2 6 10 0,0 7 1 0,-2 6-2 15,0 5 3-15,-5 16 5 0,1 4 3 0,2 1 2 16,0-1 1-16,2-1 2 0,2 1 1 0,-1-3 3 16,4 1-3-16,1-3 2 0,1-1 2 0,1-13-4 15,4 13 8-15,-2-13 0 0,0 11 1 0,1-12 5 16,1-2 5-16,0 4-1 0,-1-2 0 0,1 13 5 0,-3-2-3 16,1-9 0-16,0 1-3 0,0-3 5 0,3 14 4 0,-5-14 4 15,8 14 1-15,-8-16 1 0,3 1 2 0,-2 2 1 16,1-2 2-16,1 3-1 0,0-2 1 0,0-2-1 15,-4 1 0-15,5 2-7 0,-4-6-1 0,-1 2 2 16,0 1-5-16,0-2-2 0,-4-4 3 0,2 5 1 16,2-2 1-16,-4 0-2 0,4-3 4 0,-1 1-1 0,-2-8 2 0,2 1-1 15,1-3 1-15,-3 2 1 0,3-1-4 16,0-2 1-16,0-4-3 0,3 5-2 0,-7-1-1 16,8-5 2-16,-3 0-4 0,2 0-2 0,-2 0-4 15,-1 0 1-15,4 2-6 0,-2-3 4 0,-2 1-2 16,4-1 0-16,-1 1 0 0,-2-2 0 0,-1-2-4 0,1 1 2 15,2-3-2 1,-2 2 1-16,2 0 5 0,-2-2-6 0,2-1-2 16,-2 2 0-16,0-1-1 0,2 0 1 0,-2-1 1 15,-1-4-2-15,0 8-2 0,4-2-1 0,-3-2-1 16,-1-4-1-16,1 10 7 0,1-4-3 0,-2-1-3 16,1 0 3-16,-2 0-3 0,1 2 2 0,0-2 0 15,1 1-2-15,-1 0-2 0,0-6 2 0,1 10 5 16,-1-6-5-16,0 4 2 0,0-2-1 0,3 1-1 0,-1-1 1 0,0 2-4 15,-1 0 4-15,0 0-1 0,3 1 8 0,-1 1-6 16,-2 0-4-16,2 0 1 0,-2-2 1 0,-1 1 1 16,1 1 1-16,-1-1-4 0,5 3 6 0,-5-3-4 15,1 2 0-15,2 1 1 0,-3-3-1 0,1 0 2 16,0-1 0-16,1 2 0 0,-1 0 0 0,-1-1 1 16,1-1-5-1,-1-8 7-15,2 12-1 0,-2-5-4 0,1-4-5 16,-1-3-22-16,0 9-15 0,0-9-20 0,0 0-42 15,0 0-85-15,0 0-312 0,0 0-541 0,10-26 239 0</inkml:trace>
  <inkml:trace contextRef="#ctx0" brushRef="#br0">24894 4718 9 0,'0'-11'200'15,"2"0"-1"-15,0 0-2 0,-1 0-2 0,2 1-4 16,-3 0-4-16,1 3 2 0,-1 1-7 0,2 0-11 0,-2 4-21 0,3-3-16 16,-3 5-9-16,0-4-22 0,0 4-26 0,0 0-12 15,0 0-7-15,0 0-9 0,1 21-7 0,-1-3-3 16,-1 7-5-16,-4 4 1 0,5 5-5 0,-1-2-2 15,-3 3-3-15,4-1-1 0,0-1-4 0,0 3 1 16,1 0-4-16,-1-2-1 0,0-5-1 0</inkml:trace>
  <inkml:trace contextRef="#ctx0" brushRef="#br0" timeOffset="66708.09">24847 4679 189 0,'0'-8'247'0,"0"5"-17"15,0-1-18-15,-3-1-22 0,3 5-20 0,-1-7-20 16,1 7-12-16,4-2-20 0,-4 2-12 0,0 0-15 0,0 0-9 0,11 9-9 15,-4 0-2-15,4 4 1 0,3 3-7 0,5 7 2 16,2 2-1-16,3 4-4 0,-2-1-2 0,6 15-3 16,-9-13-6-16,-1 2-3 0,-2 1-3 0,-1-2-4 15,-5 3-5-15,0 0 1 0,-5-2-1 0,-3 0-5 16,-4-1-4-16,-3-5-3 0,-6 4 1 0,-3-4-5 16,-8-1-2-1,0 0 3-15,-2-3-4 0,-2-3 7 0,2-2-6 16,-3-1-2-16,-1-2 2 0,5 1 5 0,-1-2-2 15,5-3 3-15,1-2-3 0,2-1-5 0,5-2 3 0,5-1-4 16,-2 0 6-16,3-3-10 0,0 2 1 0,0-1 6 16,1 1-5-16,4-3 0 0,0 0-2 0,0 0-10 15,0 0-21-15,22-5-28 0,-10 2-43 16,7-2-57-16,2-2-58 0,-3 2-261 0,0 0-503 0,-3-2 222 0</inkml:trace>
  <inkml:trace contextRef="#ctx0" brushRef="#br0" timeOffset="68044.05">25244 4388 95 0,'0'0'218'0,"4"-3"-13"15,-1-1-14-15,2 2-13 0,0 1-10 0,0-3-16 16,4 1-10-16,1 3-11 0,1 0-7 0,1 0-11 15,-2 0-6-15,3 0-15 0,0 4-2 0,-3 0-14 16,7 5-9-16,-7-2-4 0,-1 3-6 0,0-1-4 0,0 6-5 0,-3 5-4 16,-1 4-2-16,-3-5-7 0,-4 0 1 0,1 6-3 15,-4 1-5-15,-3-2-2 0,2-7 1 0,-3 1-4 16,0-2-2-16,4-2-2 0,0-2-3 0,-2-4-2 16,1 1-1-16,5-3-1 0,-2-3 1 0,2 4 2 15,-3-3 6-15,4-1 11 0,0-3 9 0,0 5 6 16,5-2-5-1,9-4-2-15,-1-1-9 0,15-1-9 0,3-2-33 16,0 0-39-16,-2-2-54 0,4 2-60 0,-1-4-50 0,-4 6-206 16,2-7-455-16,-5 6 201 0</inkml:trace>
  <inkml:trace contextRef="#ctx0" brushRef="#br0" timeOffset="68427.95">25648 5042 245 0,'-1'3'249'0,"1"-3"-9"15,0 0-19-15,0 0-9 0,-3 3-9 0,3-3-12 16,0 0-10-16,0 0-8 0,0 0-15 0,0 0-13 0,0 0-13 15,24-3-18-15,-8 0-11 0,4 0-9 0,12-2-13 16,-2 0-4-16,5 1-24 0,4 1-26 0,-3-1-41 0,1 1-42 16,-4 2-49-16,-3-3-52 0,2 1-50 0,-11 2-187 15,-2-2-426-15,0 0 189 0</inkml:trace>
  <inkml:trace contextRef="#ctx0" brushRef="#br0" timeOffset="68868.77">26416 4684 143 0,'0'0'240'0,"1"-5"-14"16,-1 5-16-16,0 0-16 0,0 0-11 0,0 0-21 15,0 0-15-15,0 0-18 0,0 0-18 0,0 0-12 0,0 0-11 16,0 0-12-16,0 0-6 0,0 0-5 0,-5 18-4 0,1-8 0 16,-1 5-6-16,-2 2-2 0,-5 7-5 0,-1 1-6 15,-2 3-2-15,2-3-2 0,1 2-4 0,-3 1-5 16,-1 0-1-16,3-3-4 0,-2 0-3 0,3-1-4 15,3-5 1-15,4-2-2 0,-4 0 6 0,4-5-9 16,1-2 0-16,0-1 0 0,3 1 5 0,1-2 7 16,-2-1 7-16,4-2 16 15,-1 3 5-15,6-4 7 0,2-2-6 0,7 1-6 16,9-2-5-16,3-3-10 0,1-1-29 0,2-1-27 16,3-3-39-16,-6 2-29 0,4-1-48 0,-5-2-32 0,2-4-31 0,-4 4-46 15,-7 1-131-15,1-2-410 0,-4 1 181 0</inkml:trace>
  <inkml:trace contextRef="#ctx0" brushRef="#br0" timeOffset="69029.39">26647 4953 112 0,'0'0'240'15,"0"0"-29"-15,0-2-26 0,0 2-21 0,0 0-18 16,0 0-16-16,0 0-13 0,0 0-13 0,0 0-11 16,0 0-3-16,0 18-17 0,0-9-7 15,0 4-3-15,0 1-5 0,3 3-4 0,-2-2-6 0,4 1-3 16,-1 0-22-16,0 0-41 15,2-2-41-15,-1 0-44 0,3-3-68 16,-4 0-108-16,-3-5-301 0,3 0 133 0</inkml:trace>
  <inkml:trace contextRef="#ctx0" brushRef="#br0" timeOffset="69430.53">27074 4787 188 0,'0'-7'247'0,"0"2"-9"0,4 3 2 0,-3-3-10 15,-1 0-2-15,0 5-14 0,4-5-11 0,-4 3-18 16,0 2-19-16,0-5-13 0,0 5-24 0,0 0-15 16,4-2-18-16,-4 2-10 0,0 0-16 0,0 0-10 15,0 0-8-15,1 14-3 0,-1-3-4 0,0 5-9 0,-1 1 0 16,-3 1-1-16,2 10-2 0,0-1-4 0,-2 0-1 0,4-2-1 16,-1-4-3-16,1 4-2 0,-2 0-1 15,0-6 0-15,2-1-3 0,0-1 4 0,-2-1-1 16,4-3-9-16,-2-4-13 0,0-1-21 0,-2-2-12 15,2-2-9-15,0 4-9 0,-2-8-1 0,2 0 2 0,-1 5-8 16,1-5-44-16,0 0-49 0,0 0-39 0,0 0-42 0,-10-13-165 16,7 4-430-16,2 0 190 0</inkml:trace>
  <inkml:trace contextRef="#ctx0" brushRef="#br0" timeOffset="69731.31">27068 4731 11 0,'0'-7'280'0,"0"4"0"16,0-1-10-16,0 4-19 0,-3-4-20 0,3 4-26 15,0 0-22-15,1-7-20 0,-1 7-18 16,0 0-16-16,0 0-11 0,13 2-15 0,-8 4-9 0,8 0-7 16,1 3-12-16,5 2-9 0,3 6-7 0,0 1 0 15,0 2-2-15,2 4-6 0,-5-1-4 0,1 2-4 0,-2 2-7 16,-5-2 1-16,0 1-8 0,-3 3-4 0,-6-3-2 15,-3-1-2-15,-2-4 0 0,-7 4 0 0,-4 0-7 0,-1-1 3 16,-4-6 3-16,2-4-5 0,-8 2-1 0,-1-2-1 16,7-6 2-16,-2 1-4 0,5-1 0 15,-4-1 1-15,-1-1-8 0,6-2-17 0,0 0-20 16,2-3-27-16,0 2-34 16,4-2-49-16,7-1-65 0,-16 0-262 0,16 0-508 15,-7-4 225-15</inkml:trace>
  <inkml:trace contextRef="#ctx0" brushRef="#br0" timeOffset="70564.32">26626 5039 54 0,'0'-3'266'15,"2"1"-7"-15,-2-3-11 0,0 5-12 0,0-6-4 16,0 6-4-16,4-3-11 0,-4 3-8 0,0 0-18 15,0-5-16-15,0 5-19 0,0 0-17 0,0 0-14 16,0 0-19-16,0 0-16 16,0 0-9-16,0 0-12 0,0 0-8 0,8 8-5 15,-6 1-5-15,-2 0-6 0,4 3 2 0,-3 5-10 16,-1 8-2-16,4 1-2 0,0 0-7 0,-3 4-2 16,2-1-1-16,-2 1 1 0,1-2-1 0,0 3-2 15,-1-2 1-15,4-4-5 0,-1-1-2 0,-3-9 4 16,2 1-5-16,-2-4-2 0,3-3-1 0,-4 2-1 15,3-4 5-15,-2 0-1 0,-1 0 3 0,1-5 0 0,-1 1 8 0,0-3 4 16,0 0 4-16,3 5-19 0,-3-5-42 0,0 0-39 16,0 0-41-16,6-14-49 0,-2 6-55 0,1 1-65 15,-1-5-227-15,1 3-546 0,0-4 242 0</inkml:trace>
  <inkml:trace contextRef="#ctx0" brushRef="#br0" timeOffset="71567">27813 5007 70 0,'0'0'140'0,"0"0"-7"0,0 0-15 0,0 0-5 15,-4 3-8-15,4-3-7 0,0 0-1 0,0 0-6 16,0 0-3-16,0 0-4 16,0 0-1-16,0 0-2 0,0 0-5 0,0 0-3 15,0 0-1-15,0 0-2 0,0 0-1 0,-1 5-2 16,1-5-3-16,0 0 1 0,0 0 1 0,0 0 1 16,0 0 4-16,0 0 1 0,0 0 6 0,0 0 7 15,0 0 8-15,0 0 9 0,0 0 3 0,24 0 2 16,-7 2-9-16,4-5-12 0,14-1-3 0,4 1-11 15,-2 3-6-15,22-3-5 0,-3-1-3 0,-2-1-9 0,-16 1-6 16,2 1-20-16,-7 1-15 0,-3 0-25 0,-11 1-19 16,-3-3-29-16,-4 4-35 0,-2 0-41 0,-5-1-38 0,-5 1-44 15,0 0-209-15,0 0-467 0,0 0 206 0</inkml:trace>
  <inkml:trace contextRef="#ctx0" brushRef="#br0" timeOffset="71805.35">28035 4907 250 0,'1'-6'318'0,"1"3"-8"0,-1-3-8 16,-1 3-18-16,0-2-15 0,0 5-23 0,0-4-16 0,0 4-35 0,0 0-20 15,0-6-25-15,0 6-17 0,0 0-14 0,0 0-15 16,0 0-18-16,0 0-3 0,1 16-11 0,-1-5-4 15,1 4-11-15,1 2-6 0,-1 3-11 0,4 3-20 16,0-2-29-16,-1-1-33 0,1-1-34 0,5 6-35 16,-1-3-51-16,-1-5-57 0,1 1-272 0,0-5-531 15,-1-3 235-15</inkml:trace>
  <inkml:trace contextRef="#ctx0" brushRef="#br0" timeOffset="72469.25">28680 4651 79 0,'0'0'289'0,"3"-2"-13"0,-3 2-19 0,0 0-20 16,0 0-14-16,0-4-24 0,0 4-19 0,0 0-23 15,0 0-14 1,0 0-20-16,0 0-14 0,0 0-13 0,0 0-13 15,0 0-11-15,1 10-6 0,-3-4-10 0,-1 4-4 16,2 2-7-16,-2 0-3 0,-2 4-1 0,0 2-3 16,1 3-4-16,-1 3-22 0,1 3-2 0,-1-4 6 15,0 3-7-15,-1-6 3 0,3-1-4 0,-2-2 3 16,1 1-3-16,4-2-2 0,-1-5 4 0,-2 1-5 16,3-1 3-16,0 0 1 0,0-5-1 0,0 3 1 0,0-4 4 0,0 0-7 15,3 2 6-15,-2-1 16 0,4 0 5 0,-2-1 1 16,2-4 4-16,1 3-5 0,2-2-2 0,-3 1-2 15,8-3-2-15,-2 1-26 0,2-2-30 0,0-3-29 16,-2 3-27-16,1-2-18 0,1 1-17 0,-2-3-7 16,-1 1-13-16,-1-1-4 0,0 2 10 0,-1-1 17 15,-2-2 16-15,-2 2 2 0,1-1 20 0,-1-1 29 0,1 0 20 16,-1 1 24-16,-2-2 25 0,1 4 12 0,-3-1 22 16,5-2 18-16,-5-1 14 0,2 4 16 0,0 1 9 15,-2-2 6-15,4 1 3 0,-4 3-5 0,0 0 0 16,1-4-12-16,-1 4-17 0,0 0-12 0,0 0-12 0,0 0-7 15,0 0-5-15,0 0-7 0,-1 19-6 0,-3-5-1 16,-1 6 1 0,-5 6-1-16,2 1 0 0,-1 3-5 0,0 5-1 15,6-3 0-15,-1 4-2 0,2 8-18 0,-3-8-50 16,3-2-61-16,-2 12-102 0,-1-14-339 0,-2-5-588 16,4-7 262-16</inkml:trace>
  <inkml:trace contextRef="#ctx0" brushRef="#br0" timeOffset="73756.73">24922 6421 25 0,'-4'-1'292'0,"4"1"-15"15,0 0-13-15,-5-4-19 0,5 4-14 0,0 0-14 16,0 0-3-16,0 0-36 0,0 0-15 0,0 0-14 16,0 0-25-16,0 0-24 0,21-3-29 0,-7 1-30 0,4-1-42 0,2-1-52 15,-1 0-55-15,1 4-49 0,-1-3-59 0,-2 1-127 16,-5 1-371-16,0-1 163 0</inkml:trace>
  <inkml:trace contextRef="#ctx0" brushRef="#br0" timeOffset="73888.25">24931 6561 130 0,'0'3'168'15,"3"0"6"-15,2 0 3 0,5-2-16 0,7 0-14 16,5-2-18-16,11 0-16 0,4-1-32 0,13-3-36 15,-11 1-44-15,15-5-56 0,-2 3-158 16,-1-2-229-16,-14 1 103 0</inkml:trace>
  <inkml:trace contextRef="#ctx0" brushRef="#br0" timeOffset="74173.17">26012 6295 340 0,'-1'-5'327'0,"-2"0"-12"0,2 2-11 16,1 3-23-16,0-5-30 0,0 5-22 0,0-6-30 15,0 6-22-15,0 0-19 0,0-5-24 0,0 5-22 0,0 0 5 16,0 0-23-16,0 0-16 0,4 16-5 0,-3-5-10 16,2 0-1-16,-2 2-8 0,3 3-7 15,-3 1-2-15,3 3-5 0,2-2-2 0,-3 2-3 0,-2-1-9 16,3-1-11-16,-1-2-6 0,-1-1-17 0,1-3-11 0,-2 0-11 15,-1-1-11-15,3-2-8 0,-3 0-16 0,0-2-12 16,-3 0-11-16,3-1-6 0,0-2-19 0,-1-2-21 16,1-2-12-16,-7 4-34 0,7-4-37 0,0 0-177 15,-15-8-426-15,11 2 188 0</inkml:trace>
  <inkml:trace contextRef="#ctx0" brushRef="#br0" timeOffset="74489.59">25961 6178 140 0,'-4'-4'274'0,"1"4"-17"16,1-4-23-16,0 0-22 0,-2 0-23 0,4 4-26 15,0 0-18-15,-3-2-14 16,3 2-14-16,0 0-14 0,0 0-10 0,12 14-9 16,-4-5-6-16,8 6-9 0,2 4-7 0,5 2-9 15,1 2-1-15,-1 3-9 0,3 1-3 0,-4 0-3 16,2 2-2-16,-5-3-5 0,-4 3-1 15,1-2-2-15,-4 2-5 0,-4-3-1 0,-2-1-1 0,-3-4-4 16,-6-2 4-16,2 1-4 0,-9-3 1 0,-3 0 1 16,-5 2-3-16,-2-2 6 0,-2-1 3 0,3-6 6 0,0-2-3 15,0 1 3-15,-2-1 2 0,3-1-4 0,0-3-3 0,8 0-2 16,-3 0-3-16,7-2 3 0,-2 1-4 0,3-2-12 16,1 0-11-16,4-1-13 0,-6 1-41 15,6-1-58-15,0 0-61 0,0 0-49 0,24-6-204 16,-11 0-464-16,2-1 206 0</inkml:trace>
  <inkml:trace contextRef="#ctx0" brushRef="#br0" timeOffset="75614.55">26638 6521 155 0,'-10'1'225'0,"5"-1"-8"0,1 2-10 16,4-2-13-16,-9 0-16 0,9 0-9 0,-7 1-13 0,7-1-11 16,-4 1-11-16,4-1-9 0,0 0-14 15,0 0-6-15,-7 1-7 0,7-1-7 0,0 0-12 16,0 0-6-16,0 0-4 0,0 0-10 0,0 0-6 15,0 0-4-15,0 0 0 0,0 0-8 0,0 0-2 16,0 0-7-16,0 0-2 0,0 0-5 0,0 0-1 16,0 0-4-16,0 0-2 0,0 0-4 0,0 0-2 0,0 0 0 0,0 0 2 0,0 0-4 15,0 0-1-15,0 0 2 0,0 0-3 0,0 0-3 16,0 0 4-16,0 0-4 0,0 0-2 0,0 0 2 16,0 0 3-16,0 0-2 0,0 0 9 0,0 0 4 15,0 0 10-15,0 0 0 0,27-1 5 0,-14-1-9 16,6-1 0-16,13-1-4 0,-1 2-6 0,3 0-3 15,3-3 24-15,2 0-3 16,13 1-1-16,-12 1-4 0,-1 1-5 0,-2-1-2 16,-3 0 2-16,-2 3-10 0,-2-2 1 0,-12 2-1 15,1-2-10-15,-6 1-8 0,-5 1-11 0,-2 0-5 16,2-1-4-16,-3 1-5 0,-5 0-8 0,8-1-12 16,-8 1-10-16,0 0-25 0,0 0-27 0,0 0-20 15,0 0-20-15,0 0-26 0,-17-4-28 0,17 4-203 16,-13-3-444-16,9-1 197 0</inkml:trace>
  <inkml:trace contextRef="#ctx0" brushRef="#br0" timeOffset="76146.98">27282 6254 167 0,'-1'-3'283'16,"1"3"-18"-16,0 0-20 0,0 0-25 0,0 0-22 15,5-4-17-15,-5 4-19 16,9 0-19-16,-9 0-17 0,9 2-13 0,0 0-14 0,-1 1-8 15,1 3-10-15,2-3-10 0,-2 0-7 0,3 4-8 16,-1-2-5-16,1 2-4 0,-2 3-8 0,0-1-3 16,0 3 3-16,-1-2-8 0,-1 5-4 0,-4-3 1 0,0 2-2 0,-2 3-5 0,-2-1-1 15,-4 0-2-15,-3 0-1 0,-2 0 0 0,-3-2-1 16,2 0 0-16,-4-2-1 0,1 0 3 0,-1 0 2 16,4-4-4-16,-2 1 2 0,2-2-2 0,4-4 0 15,-1 2 2-15,3 0-8 0,-2-3 5 0,2 1 7 16,1-1 20-16,3-2 6 0,-3 5 15 0,0-3 9 15,3-2-6-15,0 0-2 16,17-2-6-16,-4 2 11 0,3-2-23 0,1 1 1 16,2-2-6-16,0 1-2 0,2-1-4 0,0-1-5 15,-1 2-4-15,1 1 3 0,1 0-3 0,-4 0 1 16,1 1-7-16,-6-2 3 0,-3 2-3 0,2 0-1 16,-6 0 9-16,2-1-3 0,-3 0-9 0,-5 1-6 15,9-1-8-15,-9 1-7 0,6 0-13 0,-6 0-12 16,0 0-4-16,5-2-22 0,-5 2-20 0,0 0-28 0,0 0-34 0,0 0-43 15,0 0-47-15,-10-8-33 0,6 6-249 0,-1-2-552 16,3-1 244-16</inkml:trace>
  <inkml:trace contextRef="#ctx0" brushRef="#br0" timeOffset="76432.1">27673 6147 221 0,'0'-4'353'15,"0"4"-23"-15,2-3-35 0,-2 3-31 0,0 0-31 16,0 0-27-16,0 0-23 0,0 0-24 0,0 0-16 0,15 13-19 0,-6-2-6 16,6 11-13-16,-2 1 2 0,1 6 0 0,0 4-6 15,0 0 3-15,-1 13-5 0,2 0-3 0,-7 3-4 16,-7-15-9-16,-2 14-9 0,-5-3-5 0,-7-10-3 15,-4 8 2-15,-7-1-15 0,-7-6-38 0,6-7-18 16,-12 8-36-16,-2-4-41 0,-5-4-55 0,-1-1-79 16,-6-8-102-16,0-3-198 15,-4-6-557-15,-3-7 248 0</inkml:trace>
  <inkml:trace contextRef="#ctx0" brushRef="#br0" timeOffset="76995.95">25856 6118 98 0,'0'0'264'0,"0"-5"-16"0,0 5-14 0,2-2-25 16,-2 2-17-16,0 0-21 0,0 0-24 0,0 0-14 15,0 0-18-15,-9 9-11 0,1 4-10 0,-5 11-9 16,-1 3-7-16,1 4-1 0,-9 13-14 0,6 1-5 16,0 1-8-1,1 4-3-15,5-1-3 0,3-2-8 0,5-11 1 16,2 0-1-16,9 10-3 0,1-12 2 0,5-4 5 16,15 7 3-16,7-4 1 0,13-7-5 0,6 0-4 0,6-9-40 15,28 0-53-15,4-12-79 0,3-7-85 0,1-1-190 16,0-11-445-16,0 2 197 0</inkml:trace>
  <inkml:trace contextRef="#ctx0" brushRef="#br0" timeOffset="77751.17">27896 5874 56 0,'0'0'289'0,"2"-4"-9"0,-2 4-15 0,2-4-14 15,-2 4-21-15,0 0-16 0,2-4-12 0,-2 4-26 16,0 0-19-16,5-1-18 0,-5 1-14 0,12 1-15 15,-6 1-11-15,-1-1-12 0,1 3-13 0,2-2-7 16,-3 6-2-16,1 1-6 0,0-1-9 0,-1 4 1 0,0 5-8 0,0 0-3 16,-6 2-3-16,-3 10-3 0,0-5-2 0,-1 3-1 15,-2-1-3-15,4-6-2 0,-5-1-5 0,2 0-3 16,-2-3-7-16,3-5 1 0,3-1-1 0,0-1 0 16,-2-1 0-16,3-1 0 0,-1-2 5 0,-1 0 11 15,3-1 24-15,5-1 24 0,0 1 29 0,4-3 1 16,14 0-4-1,8-5-12-15,2 2-8 0,7-2-8 0,-1-3-10 16,13 1 9-16,-12 2-8 0,14-3-5 0,-3 1-5 0,-14 2-8 16,-3-1-4-16,-5 2-9 0,-9 0 5 0,-2 2-10 15,-6 0 1-15,-2-2-9 0,-3 3-5 0,-1-1-10 16,-1 1-25-16,-5 0-13 0,10-1-21 16,-10 1-34-16,0 0-12 0,4 2-22 0,-4-2-35 0,0 0-52 15,-15 8-56-15,7-3-78 0,-5-3-211 0,7 0-600 0,-1-2 265 16</inkml:trace>
  <inkml:trace contextRef="#ctx0" brushRef="#br0" timeOffset="78922.89">26145 7640 10 0,'0'0'26'31,"-2"5"-29"-31,2-5-3 0,-4 2-6 0,4-2 3 0</inkml:trace>
  <inkml:trace contextRef="#ctx0" brushRef="#br0" timeOffset="79317.58">26139 7647 67 0,'0'0'132'15,"0"0"6"-15,0 0 0 0,6-11-3 0,-6 11-6 16,2-5-3-16,-1 2-6 0,-1 3-8 0,0-6-10 15,1 4-1-15,-1 2-7 0,0 0-1 0,1-5-3 16,-1 5-4-16,0 0-4 0,0-4 0 0,0 4 1 0,0 0-3 0,0 0-4 16,0 0-1-16,0 0-1 0,0 0-9 0,0 0-3 15,0 0-1-15,0 0-6 0,0 0-3 0,3-4 3 16,-3 4-2-16,0 0 7 0,0 0 1 0,0 0 1 16,0 0 1-16,0 0 7 0,0 0-5 0,0 0 1 15,0 0-1-15,0 0-2 0,0 0-7 0,0 0-12 16,0 0 1-16,0 0-13 15,0 0-4-15,0 0-8 0,0 0-6 0,2 10-3 16,-2-10 1-16,0 14-4 0,0 0-14 0,-5 3 1 16,3 10 1-16,-1 4 2 0,1-1-2 0,-2 4 0 15,1 3 1-15,2-2 3 0,-3 0-3 0,3-1 2 16,1-2 0-16,-1 1 2 0,2-3-3 0,0-3 5 16,-2-8 0-16,1-1 0 0,0-2-1 0,0-4-2 15,0-2 1-15,0 0-1 0,0-2 2 0,1-1-1 0,-1-1 4 0,0-1 0 16,0-2-1-16,0 1 5 0,0-4 1 0,-1 5 10 15,1-5-14-15,-1 5 5 0,1-5-4 0,0 0-18 16,0 0-31-16,0 0-31 0,0 0-38 0,0 0-48 16,-3-17-33-16,3 10-38 0,-3-3-221 0,2-1-488 15,1-1 216-15</inkml:trace>
  <inkml:trace contextRef="#ctx0" brushRef="#br0" timeOffset="79687.34">26113 7575 133 0,'0'0'268'0,"-1"-3"-25"15,1 3-23-15,0 0-23 0,-1-5-24 0,1 5-22 16,0 0-16-16,0 0-11 0,0 0-15 0,0 0-12 0,19 15-9 15,-5-3-4-15,10 5-12 0,0 1 2 0,8 2-7 16,12 8-5-16,-1 2-3 0,0 2-6 0,-1 2-5 0,-15-10-4 16,9 10-5-16,-9-5-2 0,-7 1-7 0,0-2 4 15,-5 3-10-15,-2-1 1 0,-5-1 0 0,-6-1 1 16,-3-1-2-16,-5-2-2 0,-3-2 6 0,-5-3 2 16,-5 0-3-16,-3 1 2 0,-4-7 4 0,3 2 0 15,0-4-2-15,1-5 2 0,3 0 6 0,-1-1-1 16,3 0 9-16,1-1 0 15,4-3 1-15,2 2-9 0,0-3 5 0,3 1-7 16,2 1 5-16,1-3-1 0,-1 3-3 0,5-3-11 16,0 0-18-16,0 0-30 0,0 0-24 0,0 0-35 15,19-9-31-15,-2 4-50 0,0-1-56 0,3-1-265 16,-1 0-523-16,-3-1 232 0</inkml:trace>
  <inkml:trace contextRef="#ctx0" brushRef="#br0" timeOffset="80605.17">26951 8029 109 0,'0'0'152'0,"-5"3"-10"0,5-3 2 0,0 0-14 15,0 0-8-15,-6 3-3 0,6-3 3 0,0 0-8 16,0 0-15-16,-4 0-4 16,4 0-2-16,0 0-5 0,0 0-7 0,0 0-4 15,0 0 1-15,0 0-4 0,0 0 1 16,0 0-4-16,0 0 1 0,0 0-4 0,0 0-3 0,0 0-6 15,0 0-3-15,0 0-4 0,0 0-5 0,0 0-6 16,0 0-3-16,0 0 1 0,0 0-9 0,0 0-1 16,0 0-6-16,0 0 0 0,0 0-3 0,0 0-2 15,0 0 0-15,0 0-3 0,0 0-6 0,0 0 5 0,0 0-3 0,-1 4-1 16,1-4-1-16,0 0 0 0,0 0 1 16,0 0-3-16,0 0-3 0,0 0 3 0,0 0 7 15,0 0 5-15,0 0 6 0,0 0 4 0,0 0 4 0,0 0 6 16,0 0-1-16,0 0 0 0,0 0-5 0,24-4 3 15,-11 1-6-15,5 0-2 0,4 2-3 0,9 0-2 16,0-4-4 0,6 1-2-16,2-2 1 0,13 2-1 0,0-4-3 15,-16 4-2-15,5-1-3 0,-4 4-11 0,-3-3-20 0,-3-2-22 16,-3 4-21-16,-10-2-28 0,1 2-26 16,-7 0-25-16,-2 0-39 0,-1-1-44 0,-8 0-175 15,2-2-434-15,-6 1 193 0</inkml:trace>
  <inkml:trace contextRef="#ctx0" brushRef="#br0" timeOffset="80859">27211 7853 17 0,'-3'-6'308'15,"2"-1"4"-15,-1 6-5 0,0-6-7 0,2 4-15 0,-1-2 7 0,1 5-33 16,0-5-12-16,0 5-23 0,-3-4-25 0,3 4-21 15,0 0-22-15,2-4-16 0,-2 4-30 0,0 0-9 16,0 0-20-16,0 0-5 0,-4 16-3 0,4-4-13 16,-1 5-7-16,-2 9-2 0,0 3 2 0,1 0-10 15,3 0 11-15,-2 0-17 0,1 1-23 0,4-1-24 16,-3-4-29-16,5 1-33 16,0-8-39-16,0-1-47 0,3 0-70 0,-3-5-341 15,3-3-617-15,1-3 274 0</inkml:trace>
  <inkml:trace contextRef="#ctx0" brushRef="#br0" timeOffset="82864.14">27800 7613 203 0,'0'0'194'0,"1"-5"-11"0,2 3-17 0,-3 2-9 16,6-7-11-16,-2 4-13 0,6 2-8 0,-3 1-8 15,3-4-11-15,3 4-12 0,-2-1-10 0,1 2-6 16,2 0-6-16,-1 3-10 0,0 0-8 0,4 4-1 15,-5-1-8-15,0 3-5 0,6 1-7 0,-6 2 1 0,-2 1-6 0,0 3 7 16,-3-1-9-16,-2 6 0 0,-3 2 1 0,0 0-6 16,-5 3-4-16,-3-3 5 0,-5 0-7 0,-4 3 2 15,-3-3-6-15,2-2 3 0,-3-2-2 0,-1-2 6 16,-1 0 1-16,4-6-3 0,2-1 3 0,4-2 3 16,1-3-7-16,2 1 2 0,2-2 0 0,2 0 3 15,-2-2 15-15,1-2 11 16,2 5 16-16,1-5 11 0,2-1 1 0,0 0-1 15,6 4-5-15,5-4-11 0,6-3 7 0,2 1-20 16,1-4-1-16,6 2-2 0,5 1-4 0,-3 1-6 16,0-3-3-16,2 2-2 0,-2-1-3 0,-8 4-3 15,-1-1-2-15,-5 0-2 0,-1 1-17 0,1-3-22 16,-5 2-10-16,-4-1-21 0,3 1-22 0,-2 0-20 16,-6 1-23-16,8-2-45 0,-5-1-59 0,-3 0-228 0,0 3-488 0,-2-8 216 15</inkml:trace>
  <inkml:trace contextRef="#ctx0" brushRef="#br0" timeOffset="83349.8">28346 7795 128 0,'-6'-2'235'0,"6"2"-14"15,0 0-14-15,0 0-14 0,-6 2-12 0,6-2-14 0,0 0-8 16,0 0-13-16,0 0-9 0,0 0-10 16,0 0-12-16,0 0-11 0,0 0-11 0,21-5-7 15,-9 5-7-15,8-2-9 16,1 0-10-16,11-1-4 0,-1-1-6 0,5 3-5 15,-1-2-5-15,1 2-3 0,-3-2-3 0,-1 1-4 16,-2 1-2-16,-11 1-6 0,-1-1 1 0,-2 1-2 16,-3 1-6-16,-5-2-5 0,-2 0-9 0,-1 1-7 15,-5 0-16-15,9 0-10 0,-9 0-12 0,0 0-13 0,0 0-13 16,0 0-17-16,0 0-18 0,-25 2-26 16,17-3-13-16,-3 1-25 0,-1 0-174 0,1 0-370 0,0-2 164 0</inkml:trace>
  <inkml:trace contextRef="#ctx0" brushRef="#br0" timeOffset="83932.93">28903 7528 190 0,'0'0'252'0,"1"-4"-9"16,-1 4-13-16,0 0-16 0,0 0-15 0,0 0-15 15,0 0-16-15,0 0-18 0,0 0-14 0,8 0-13 0,-8 0-18 0,0 0-9 16,14 0-10-16,-7 3-9 0,2-2-2 0,0 4-18 16,0-2-4-16,2 1-8 0,0 1-5 0,-1 6-4 15,-1-6-2-15,3 8-6 0,-1 0-4 0,-2 2-1 16,0 3-4-16,-6-3 1 0,3 4-2 0,-6 1-3 16,-3-1 1-16,2 8-2 0,-7-1 3 0,-6-4-3 15,4 3 0 1,-6-4-3-16,3-4-4 0,-5 4 2 0,6-10-1 0,-3 4 0 15,2-4 0-15,4-4-1 0,-1 0 0 0,5-2 1 16,-1 0 1-16,-1-1-3 0,5 0-1 16,-1-1 13-16,-2 1 9 0,4-3 13 0,1-1 18 15,-3 4-1-15,3-4-4 0,0 0-2 0,14 0-6 0,4-1 0 16,1-3-8-16,2 1-2 0,7 1-5 0,-8-4-4 16,7 3 0-16,-4 0-2 0,8-1-4 0,-4 0-7 0,-7 1 3 15,1 2 1 1,-2 1-2-16,-5-2-9 0,-2 1 6 0,-3 1-2 0,2-1-9 15,-4 1-14-15,-2-3-14 0,1 3-17 16,-6 0-16-16,7-2-17 0,-7 2-26 0,4-1-24 16,-4 1-31-16,0 0-36 0,0 0-29 0,-9-10-238 15,5 8-500-15,2-2 222 0</inkml:trace>
  <inkml:trace contextRef="#ctx0" brushRef="#br0" timeOffset="84198.36">29337 7412 2 0,'3'-4'338'0,"-3"4"-31"16,0-2-32-16,0 2-33 0,0 0-26 0,0 0-23 16,0 0-26-16,0 0-18 0,13 14-14 0,-7-5-12 15,2 11-18-15,4 9 5 0,1 14-11 0,0 6-1 16,-7 2-9-16,-1 2-7 0,-3 1-6 0,-7 1-5 15,-7-2-6 1,-3-2-6-16,-6-2 21 0,-2-2-8 0,-5-3-25 16,-5-7-24-16,-4-1-36 0,-5-5-44 0,-1-1-52 15,-2-4-56-15,-5-6-76 0,-3-4-199 0,-2-4-477 16,-3-7 212-16</inkml:trace>
  <inkml:trace contextRef="#ctx0" brushRef="#br0" timeOffset="84799.93">26143 7499 109 0,'0'0'245'0,"1"-7"-28"15,-1 7-27-15,0 0-17 0,0 0-14 0,-9 10-17 16,1-2-16-16,-3 9-10 0,-3 9-11 0,-3 6-9 16,-3 14-6-16,-3 4-11 0,5 1-11 0,1 6 4 15,1-2-3-15,4 3 0 0,4-3-2 0,2-1 0 16,6-1 5-16,10-6 3 0,-1-12 2 0,12 8-3 0,8-4-5 0,4-4-4 15,7-2-2-15,8-7-11 0,7-7-32 0,7-2-47 16,29-2-76-16,-1-10-94 0,-25-5-220 0,2-5-451 16,-1-4 199-16</inkml:trace>
  <inkml:trace contextRef="#ctx0" brushRef="#br0" timeOffset="86034.1">29539 7157 58 0,'0'0'221'0,"0"-3"-6"0,3 1-11 15,-3 2-9-15,0 0-13 0,1-3-7 0,-1 3-18 16,4-3-10-16,-4 3-12 0,2-2-14 0,-2 2-14 0,7-5-14 0,-7 5-6 15,10 0-11-15,-10 0-6 0,10 0-8 0,-1 2-9 16,0 1-4-16,0-1-7 0,2 2-5 0,-3 2-6 16,1 1-2-16,1 2-4 0,-1 1 0 0,2 1-3 15,-6-1-2-15,1 4-3 0,2 0-3 0,-6-4 3 16,3 7-3-16,-5-5 2 0,3 4-4 0,-6-3 2 16,2-4 0-1,-3 3-1-15,0-1 1 0,0-2-4 0,2 0 3 0,-2-4-7 16,0 1 6-16,4 1-4 0,-1-4 3 0,-1-1 0 15,0 3 0-15,2-5 15 0,-2 6 11 0,2-6 13 16,0 3 2-16,0-3-5 0,11-1-3 0,3-2-1 16,4-2-6-16,13-1-3 0,1-3-5 0,1 4 1 15,3-1-8-15,-4-5-1 0,0 5-5 0,2 1 1 16,3 0-3-16,-5-2-3 0,-1 3 21 0,-3 2 1 0,-8-2-5 16,1 2 2-16,-8 1-12 0,-2 0-16 0,-1-2-15 15,-2 3-8-15,-3-1-12 0,-5 1-9 0,9 0 3 0,-9 0-13 16,0 0-12-16,0 0-23 0,0 0-37 0,-22 5-26 15,12-4-42-15,1 1-38 0,-2-1-186 0,-1 2-450 16,3-3 200-16</inkml:trace>
  <inkml:trace contextRef="#ctx0" brushRef="#br0" timeOffset="86488.38">30137 7779 95 0,'0'0'272'15,"0"0"-8"-15,0 0-16 0,-8 0-15 0,8 0-16 16,0 0-23-16,0 0-14 0,0 0-27 0,0 0-16 0,29-4-23 0,-10 2-23 16,0-2-15-16,3 2-40 0,6-1-35 0,0 0-39 15,1 0-50-15,-2-1-47 0,-3 2-207 0,-6-1-370 16,-4 3 164-16</inkml:trace>
  <inkml:trace contextRef="#ctx0" brushRef="#br0" timeOffset="86642.01">30202 7865 37 0,'-5'5'160'0,"0"-3"-11"0,1 0 1 15,4-2 5-15,3 4-1 0,-3-4-13 0,16 4-9 16,2-4-14-16,4 0-11 0,9-3-17 15,4 3-31-15,1-2-33 0,4 0-27 0,11-5-34 16,0 0-33-16,4 2-161 0,-17-2-249 0,15-3 110 0</inkml:trace>
  <inkml:trace contextRef="#ctx0" brushRef="#br0" timeOffset="86858.11">31038 7606 150 0,'0'-4'303'0,"0"4"-13"15,0-6-26-15,-1 2-28 0,1 4-22 0,0 0-27 16,-3-5-23-16,3 5-12 0,0 0-20 0,0 0-15 16,0 0-12-16,-4 21-8 0,3-11-10 0,-3 3-6 15,3 2-11-15,-3 1-2 0,3-1-15 0,-2 3-27 16,-1-1-21-16,4-2-25 0,-5 0-23 0,5-3-35 16,0 0-43-16,0-3-39 15,-1-1-56-15,1-1-145 0,-1-2-391 0,1-5 174 16</inkml:trace>
  <inkml:trace contextRef="#ctx0" brushRef="#br0" timeOffset="87105.63">30963 7520 112 0,'2'-4'293'0,"-2"-2"-29"0,4 3-21 16,-4 3-29-16,3-4-24 0,4 4-24 15,-7 0-15-15,16 1-19 0,-5 5-14 0,4 3-8 16,2-1-12-16,1 4-14 0,2 5-4 0,0 2-3 15,0 2-1-15,0 3-3 0,-4 1-2 0,-2 1-5 0,-1 1-7 16,-6 0-3-16,2 0-2 0,-8-1-10 0,-1-7-3 16,-1-1-6-1,-6 2-7-15,0 1-5 0,-4-7-7 0,-5 1-6 16,-4 2-12-16,2-5-7 0,-2-3-13 0,0-1-12 16,-1-3-14-16,0-1-19 0,-1-2-21 0,2-4-28 15,0 0-36-15,4-4-48 0,2 2-175 0,3-1-406 16,3-5 181-16</inkml:trace>
  <inkml:trace contextRef="#ctx0" brushRef="#br0" timeOffset="87390.77">31329 7368 334 0,'3'-6'381'16,"1"4"-24"-16,0-1-33 0,-3 0-31 0,-1 3-22 0,9-2-40 0,-9 2-13 15,9 0-27-15,-4 2-29 0,1 1-26 0,4 6-10 16,-2-3-15-16,1 5-8 0,5 2-18 0,-9 4 4 16,3-1-13-16,-7 5-4 0,4 3-9 0,0 2-6 15,-6-5-5-15,1-3-3 0,-4 1-3 16,-1 1-1-16,4-4-11 0,-2-2 9 0,3-1-12 0,-1-2-3 16,-1-3-5-1,2-1 3-15,2-1 16 0,3 1-3 0,9 0 3 16,8-3 12-16,14-1-3 0,20-3-29 0,10-2-55 15,25-2-83-15,0-1-116 0,2-6-423 0,-2-8-709 16,-29 9 314-16</inkml:trace>
  <inkml:trace contextRef="#ctx0" brushRef="#br0" timeOffset="89596.37">5604 9724 101 0,'0'0'296'0,"0"0"-10"0,0 0-9 0,0 0-12 16,-9 0-9-16,9 0-9 0,0 0-15 0,0 0-8 16,0 0-21-16,0 0-14 0,0 0-23 0,0 0-16 15,0 0-11-15,0 0-20 0,22-6-27 0,-3 2-23 0,2 1-34 0,11-1-39 16,2-1-43-16,0 2-56 0,-3 1-59 0,1-1-62 16,-14 3-244-16,1 0-507 0,-6 0 224 0</inkml:trace>
  <inkml:trace contextRef="#ctx0" brushRef="#br0" timeOffset="89749.98">5668 9904 79 0,'-4'6'250'0,"-1"-1"-25"15,0-1-21-15,4-1-12 0,-2-1-14 0,3-2-1 16,0 5-3-16,8-2-11 0,6-3-11 0,4-3-11 16,15 1-16-16,5-3-12 0,17 0-11 0,8-2-43 15,-2 0-59-15,3-2-95 0,-1 0-279 0,-5 0-404 16,-1-1 179-1</inkml:trace>
  <inkml:trace contextRef="#ctx0" brushRef="#br0" timeOffset="90598.97">7288 9767 148 0,'0'0'178'0,"0"0"-15"0,0 0-16 0,0 0-4 16,0 0-9-16,0 0 2 0,-5 2-9 0,5-2 0 16,0 0-11-16,0 0 3 0,0 0-4 0,0 0 1 15,0 0-7-15,0 0-7 0,19-2-10 0,-19 2-7 0,18-5-8 16,0 3-4-16,0-4-11 0,4 2-4 0,6-6-2 0,0 2-11 15,1-1-3-15,1-3-1 0,-1 2-6 0,-1-1-6 16,-1-1 3-16,-4-1 6 0,1 1 5 16,-6-2 12-16,-1 3-5 0,3-10-1 0,-8 7 8 15,-1-1 1-15,-2 1 8 0,-5 2 3 0,0 0-1 0,-1 0-7 16,-1 2-4 0,-7 0-6-16,0 2-12 0,-4 0-2 0,-4 5-3 15,-4 0-6-15,-2 3 3 0,-7 5-11 0,-4 4-6 16,-2 2-2-16,-1 6-4 0,-2 2 8 0,7 0-14 15,1 3-6-15,2 1 4 0,3 2-2 0,3 0-3 0,6 1 5 16,3 1-3-16,2-1 4 0,8 1 0 16,7-3-1-16,8 0 1 0,3-2 8 0,10-4 1 15,21 1 4-15,5-4-18 0,9-7-39 0,0-3-56 0,27-5-86 0,-23-4-120 16,-3-4-205-16,-5-4-552 0,-6-2 245 0</inkml:trace>
  <inkml:trace contextRef="#ctx0" brushRef="#br0" timeOffset="91632.69">7824 8889 104 0,'-3'-3'239'0,"3"3"-11"0,0-4-8 16,0 4-23-16,0 0-4 0,0-6-19 0,0 6-17 16,3-2-19-16,-3 2-12 0,6-3-14 0,-1 1-12 15,2 2-7-15,4-4-12 0,-1 3-9 0,3 0-11 0,5 2-5 16,0 0-6-16,1 3-5 0,0 1-3 16,0-2-6-16,-1 4-7 0,0 2 0 0,0 1-4 0,-4 1-5 0,0 2 1 15,-3 2-4-15,-4 0-4 0,-1 4 3 0,-3 0-2 16,-4 0-5-16,-7 6 5 0,1-1-6 0,-6-1 1 15,-3 5 7-15,0-7-7 0,-1-1-3 0,-1 0 1 16,2-4-3-16,4-3 4 0,-1-2 0 0,3-1 1 16,2-3 0-16,1 0-6 0,1-2 3 0,2-2 0 15,0 2-1-15,0-1 7 0,3-1 7 0,1-3 11 0,5 6 2 0,2-5 1 16,7 1 1-16,5-4-5 0,9 4 1 0,6-4-7 16,-2 0-23-16,0-1-34 0,0-1-57 0,-2-1-67 15,1 0-78-15,-2 0-193 0,-2-2-463 0,-9-2 206 16</inkml:trace>
  <inkml:trace contextRef="#ctx0" brushRef="#br0" timeOffset="92087.13">8332 8925 14 0,'4'-6'275'16,"-1"5"-28"-16,3-3-28 0,2 0-20 0,1 3-19 16,3 0-20-16,0-1-16 0,3 4-17 15,2 1-11-15,2 1-13 0,-1 3-8 0,0 2-14 0,0 0-3 16,-3 3-10-16,-1 1 0 0,-2 4-11 0,-2 0-5 16,-3 0-3-16,-3 1-5 0,-1-1-4 0,-4 1-1 15,-5 2-1 1,-1-3-4-16,-2 1-1 0,-3 5-4 0,1-6-2 0,-2-2 1 15,1-1 2-15,-1-1 4 0,2-4 5 0,1-1 3 16,1 0 6-16,0-3 6 0,1 2 13 0,2-3 19 16,1-2 10-16,1 0 30 0,0-1 12 15,4-1-6-15,0 0-7 0,-1-8-19 0,2 0-15 0,3-1-5 16,4-8-5-16,7-4-10 0,2 1-10 0,-2-2-3 16,3-1-4-16,0 2-6 0,-2 3-13 0,-4 2 0 0,-2 3-12 15,-2 4 12-15,-2 1-5 0,-2 1-1 0,0 2 6 16,0 2-10-16,-2-2 11 0,1 2-13 0,-2 0-18 0,-1 3-29 15,0 0-5-15,0 0 6 0,0 0 2 16,2 14 0-16,-4-3-4 0,0 2 6 0,2 4 4 16,-2 1 5-16,4 11-2 0,3 0 0 0,6-1 7 15,2-1-15-15,10-1-17 0,18 1-40 0,7-3-58 0,6-5-103 0,4-9-414 16,4-5-704-16,0-5 312 0</inkml:trace>
  <inkml:trace contextRef="#ctx0" brushRef="#br0" timeOffset="95595.55">10148 9102 80 0,'0'0'196'16,"0"-5"3"-16,0 5-1 0,0-4 4 0,0 4-5 0,1-4 0 0,-1 4 1 15,3-7-1-15,-3 5 6 0,0 2-10 0,0-4-7 16,0 4-8-16,0-7-5 0,0 7-13 0,0 0 0 16,0-4-5-16,0 4-9 0,0 0-7 0,0-4-25 15,0 4-10-15,0 0-9 0,0 0-17 0,0 0-5 16,0 0-31-16,0 0-28 0,0 0-37 0,0 0-29 16,0 0 4-1,0 0 0-15,-3 19 3 0,2-6 7 0,1 5 6 0,-4 7 0 16,3 3 10-16,1-1-6 0,-3 0 4 0,6-1 3 15,-3-1-8-15,0-6 2 0,1 3 4 0,1-6 2 16,-4 0 3-16,2-2 3 0,2-5 5 0,-2 3-3 16,2-1 2-16,-2-5 5 0,1 1-2 0,-2-1-4 15,2-2-10-15,-1 1-8 0,3-2-11 0,-3 1-10 16,0-1-21-16,0-3-22 0,5 6-37 0,-5-6-25 0,0 0-29 16,-5 5-24-16,1-4-171 0,-1 1-412 0,5-2 182 15</inkml:trace>
  <inkml:trace contextRef="#ctx0" brushRef="#br0" timeOffset="96196.88">9616 9702 110 0,'0'0'138'16,"0"0"-8"-16,0 0-13 0,0 0-6 0,0 0-6 0,0 0-8 0,0 0-9 15,0 0-3-15,0 0-10 0,0 0-3 0,0 0-9 16,0 0-7-16,0 0-7 0,0 0-8 0,0 0 6 16,0 0-11-16,0 0-11 0,0 0 3 0,0 0 3 15,0 0-7-15,0 0-1 0,0 0-2 0,0 0-5 16,0 0 3-16,0 0-5 0,0 0 3 0,-6 3-8 16,6-3 2-16,0 0-2 15,0 0 9-15,0 0-8 0,0 0-1 0,0 0 0 16,0 0 2-16,0 0-4 0,0 0 0 0,0 0-5 15,0 0 0-15,0 0-1 0,0 0 0 0,0 0-3 16,0 0 0-16,0 0 5 0,0 0 5 0,0 0-5 16,0 0 14-16,0 0 3 0,21-1 10 0,0-2 0 15,9-1 5-15,23 0 4 0,1-2 4 0,39-5 8 0,3 0 7 16,2-1 2-16,6 3 1 0,7-2 3 0,4 0 4 0,-4-1 1 16,-6 1-6-16,-3-1 0 0,-11 3-6 0,-27 5-4 15,-5-1-2-15,-2 0-2 0,-2 1 4 0,-19-1-14 16,-4 2-5-16,-4 2 0 0,-9-1-4 15,-1 2-9-15,-6 0-12 0,-1-2-5 0,-7 2-8 0,1 0-18 16,1-3-12-16,-6 3-6 0,0 0-15 0,0 0-23 16,0 0-24-16,-21 8-20 0,4-3-29 0,-5-1-50 0,-7 1-158 15,1 2-388-15,0-2 172 0</inkml:trace>
  <inkml:trace contextRef="#ctx0" brushRef="#br0" timeOffset="96613.49">10139 10047 212 0,'0'-16'271'0,"0"-1"-3"0,1 7-2 16,-1-2-10-16,0 1-9 0,3 0-18 0,-3 6-18 15,0-1-23-15,0 0-19 0,0 3-22 0,0-3-15 16,0 3-25-16,0 3-29 0,1-4-27 0,-1 4-37 16,0 0-9-16,0 0-3 15,0 0-2-15,0 19 2 0,4-7-2 0,-4 12 2 16,1 1-5-16,-1 3 4 0,0 1 1 0,-1 1 1 15,5-1 0-15,-4-1-3 0,1 0 3 0,4-1 0 16,-5-2 2-16,4-6-5 0,-3-4 3 0,3 2 0 16,-4-5 3-16,4 0-1 0,-4-2 3 0,0-2-12 15,1-2-7-15,2-2-4 0,-3 3-7 0,1-3-1 16,-2 1 5-16,1-5-3 0,0 4-18 0,0-4-50 0,0 0-64 0,0 0-52 16,-16-12-179-16,9 3-415 0,-2-1 185 0</inkml:trace>
  <inkml:trace contextRef="#ctx0" brushRef="#br0" timeOffset="96929.66">10067 9939 143 0,'-2'-3'228'0,"2"3"-22"0,-4-3-24 0,4 3-15 0,0 0-24 15,0 0-18-15,0 0-7 0,0 0-14 0,0 0-16 16,18 15-11-16,-9-7-8 0,6 4-2 0,8 5 1 15,-3 3-3-15,5 1-5 0,-2 0-1 0,2 3-4 16,0-1-8-16,-2 3 1 0,-3-2-10 0,-2 4-1 0,-2-2-4 0,-4 0 1 16,-2 1-6-16,-2 0 0 0,-7-3-6 0,-2 2 1 15,-7-3 2-15,-3 0-2 0,-2-2 1 16,-5-2 2-16,-1 0-3 0,-3-2-3 0,1 0 2 0,3-6 0 16,-1 0-7-16,-7 1 2 0,8-3 1 0,-1-1-1 15,3-2-2-15,-2 2-1 16,2-1 1-16,3-3-2 0,2-1-4 0,0 1 6 0,4-3-1 0,2 3-2 0,0-4 6 15,0 2-2-15,5-2-10 0,0 0-22 0,0 0-27 0,0 0-33 16,11-12-39-16,2 6-47 0,2-2-67 16,1-1-125-16,-2-3-383 0,-1 2 170 0</inkml:trace>
  <inkml:trace contextRef="#ctx0" brushRef="#br0" timeOffset="97546.9">10450 9904 182 0,'0'0'254'0,"4"-1"-16"0,-4 1-26 0,3-4-21 16,-3 4-18-16,9-4-22 0,-4 3-15 0,2 1-12 16,-7 0-17-16,16 3-10 0,-9-1-11 0,3 5-5 15,-1-2-10-15,-2 3-7 0,1-1-3 0,0 3-7 16,1-1-4-16,-3 4-2 0,-1 1-7 0,-3 2-2 15,0 1-5-15,-2 1 0 0,-5-2-6 0,1 1 0 16,-4-1-4-16,0-1 0 0,1 1-5 0,1-7-4 0,1 2 0 0,-2-2 2 16,4-2-4-16,-1 1-2 0,0-4-1 0,1 1-1 15,-1-1 1-15,2 0 7 0,1-1 22 0,1-3 15 16,-3 5 15-16,2-3 8 0,1-2 14 0,-2 4 11 16,2-4 3-16,0 0 14 0,-3 3-10 0,3-3-5 15,0 0 5-15,0 0-9 0,0 0-4 0,0 0-11 16,-3 3-2-16,3-3-4 0,0 0-1 0,0 0 1 0,0 0-5 0,0 0-1 15,0 0-4-15,0 0-2 0,0 0-11 0,21-6-12 16,-4 2-2-16,1-2-1 0,10-2-5 0,4 2-6 16,3-4-4-16,2 3-3 0,-3 0-5 0,1-1-4 15,-6 1 4-15,-1 2-3 0,2 1-1 0,-12 4-3 16,0-5 2-16,-6 4-1 0,-1 0 0 0,-1-2-4 16,-4 2-2-16,1-1 0 15,-1 2-5-15,-6 0 3 0,8 0 5 16,-8 0-10-16,7-2 4 0,-7 2-11 0,6-2-14 0,-6 2-24 15,0 0-38-15,3 0-34 0,-3 0-39 0,0 0-41 16,0 0-27-16,0 0-38 0,0 0-67 0,0 0-277 16,-15 5-657-16,15-5 291 0</inkml:trace>
  <inkml:trace contextRef="#ctx0" brushRef="#br0" timeOffset="100291.52">11992 9065 71 0,'0'0'177'0,"3"-4"-6"0,-1 1-8 0,1 1-13 16,-1-1-12-16,3-2-15 0,0 3-13 15,0-1-5-15,2 1-13 0,-1 0-10 0,3 2-8 16,-1 0-9-16,2 0-12 0,0 2-3 0,-1 1-7 0,2 1-5 16,-2 2-6-16,3 3 4 0,-3 0-2 0,0 5-3 15,4 2-4-15,-5 2-3 0,1 9 0 0,-2 0 0 0,-3 0-1 16,-1-1-2-16,-3 0-2 0,-3 3-9 0,-1-3 7 15,-3 2-3-15,0-3 1 0,-2-1 1 0,3-4-8 16,-3-2 1-16,0-1 0 0,1-2 2 0,0 1 0 16,1-5-3-16,3-2-2 0,-4 0 3 0,7-3 3 0,-3-1 11 15,0-1 14-15,3 1 23 0,-3-2 19 0,1 0 25 16,3-3 36 0,-3 4 24-16,3-4 13 0,0 0 9 0,0 0-6 15,0 0-25-15,0 0-23 0,10-21-12 0,-5 5-9 16,6-3-7-16,5-5-14 0,1-2-16 0,2-1-17 15,1-2-3-15,1 0-6 0,-2 0-4 0,-1 4-4 16,1-3-2-16,-2 3-6 0,-5 3-7 0,-1 4 14 16,-1 3-14-16,-4 4 4 0,-1 0 2 0,3 3-5 15,-3-2 2-15,-2 5 0 0,-1 1-10 0,2-1-5 0,-3 1 0 0,2 0-20 16,-2 3-25-16,-1 1-24 0,0 0-12 0,0 0 4 16,0 0 4-16,0 17 4 0,-4 0 7 0,3 7 5 15,-3 2 3-15,-1 2 9 0,5-1 2 0,0 5 5 16,5-3 5-16,3 0 1 0,5 1 6 0,6-4-1 15,5-1-20-15,8-4-42 0,13 3-71 0,11-9-134 16,3-8-305-16,1-6-633 16,-1-4 280-16</inkml:trace>
  <inkml:trace contextRef="#ctx0" brushRef="#br0" timeOffset="107973.26">6455 12525 84 0,'0'0'71'0,"0"0"-1"0,0 0-7 0,0 0-5 16,0 0-5-16,0 0-8 0,0 0 3 0,0 0-6 16,0 0-1-16,0 0-1 15,-13 2 9-15,13-2-9 0,0 0 9 0,0 0-2 16,0 0 3-16,-3 3 6 0,3-3 3 0,0 0 6 16,0 0 7-16,0 0 0 0,0 0 6 0,0 0 2 15,0 0 1-15,0 0-11 0,0 0-2 0,0 0-5 16,16-7-7-16,-6 5-7 0,2-1-2 0,8-1-6 15,2-2-4-15,6 2-1 0,0-4-7 0,1 3 1 16,2-1-3-16,-5 1-1 0,2 0-2 0,-6 2-3 0,-2 1-6 0,-2-2 1 16,1 1-4-16,-5 2-6 0,-1 1-15 0,-1 0-30 15,-5 0-34-15,2-2-23 0,-4 2-11 16,-5 0-12-16,5 2-32 0,-5-2-98 0,0 0-270 16,0 0 120-16</inkml:trace>
  <inkml:trace contextRef="#ctx0" brushRef="#br0" timeOffset="108342.92">6528 12693 128 0,'-4'2'139'0,"4"-2"-6"0,-5 2-4 0,5-2-2 0,0 0 1 16,0 0-5-16,0 0-8 0,24-3-12 0,-10 2-10 0,8-3-7 15,10-1-7-15,2 1-6 0,5-1-6 0,12-4-8 16,3 1-8-16,-3 1-10 0,1-2 1 0,-15 6-1 15,4-2-3-15,-7 1-6 0,-2 0 5 16,-1 3-9-16,-8-2-3 0,-5 3-2 0,-4 0-7 0,-1 0 1 16,-4 0-1-16,1 0-12 15,-2 0-7-15,-2 0-8 0,-6 0-14 16,7 0-9-16,-7 0-15 0,0 0-51 0,0 0-63 16,0 0-105-16,0 0-291 0,0 0 129 0</inkml:trace>
  <inkml:trace contextRef="#ctx0" brushRef="#br0" timeOffset="111504.31">8354 12431 70 0,'0'0'146'0,"0"0"-17"16,0 0-12-16,0 0-6 0,-5 1-12 0,5-1-7 16,0 0-11-16,0 0-10 0,0 0 4 0,0 0-8 15,0 0-10-15,0 0-5 0,0 0-7 0,0 0-3 0,0 0-4 0,0 0-1 16,0 0-4-16,0 0-2 0,0 0-1 0,0 0-1 15,0 0 9-15,0 0 5 0,0 0 0 0,0 0 5 16,0 0 1-16,20-7-9 0,-11 4-5 0,4 0-3 16,6-2-5-16,0-2-1 0,2 0-3 0,7-1 1 15,0-4-4-15,1 0-6 0,1 0 3 0,1-2-3 16,-1 3-2-16,-2 0-3 16,-1-4 3-16,2 1-2 0,-3-1 1 0,-1-2-6 15,-8 6 7-15,0-2-3 0,-4 3 5 0,-1-1 14 16,-3 2 8-16,-1 0 0 0,-2-1 12 0,2 0 4 15,-6 2 3-15,1 0 2 0,-2 3-2 0,2 1-5 16,-6-4-8-16,2 6-7 0,-3-3-3 0,-5 3-7 16,-1 0-5-16,-3 0-3 0,-6 6-3 0,-1-2-1 15,-8 3-3-15,-2 7-3 0,1-5-4 0,-2 8 3 0,3 1-3 16,-2 2 0-16,2 5-4 0,2-1-2 0,3 0-1 0,1 5 5 16,4-3-4-16,-1 4-4 0,6-3 4 0,3 2 2 15,5-3 1-15,1-2 5 0,5-4 4 16,3 0 3-16,4 1 2 0,7 1 4 0,-2-4-1 15,11-1 5-15,2-5 6 0,4 0-9 0,4-3-3 0,1-2 0 16,4-5 20 0,-2 2-8-16,0-2 1 0,-3 0-5 0,-4 0-3 15,-3-2 0-15,-7 2 0 0,-6 0-2 0,-5 0-4 16,1-2-1-16,-1 2 5 0,-2 0 12 0,-7 0 3 16,10 0 7-16,-5-1-6 0,-5 1-7 0,0 0-9 0,8 1-12 15,-8-1-16-15,0 0-22 0,0 0-34 16,0 0-56-16,0 0-69 0,0 0-51 0,-27-5-197 15,19 3-474-15,3 0 210 0</inkml:trace>
  <inkml:trace contextRef="#ctx0" brushRef="#br0" timeOffset="112221.61">8904 11710 115 0,'0'0'162'0,"0"0"-17"15,7-5-18-15,-3 5-9 0,1-2-16 0,1 2-8 16,1-1-10-16,-7 1-11 0,18 1-4 0,-8 1-7 15,3-2-2-15,-3 5-1 0,3-2-7 0,1 2-8 0,1 3-1 0,-1 1 4 16,-5-2-9-16,1 6-5 0,3 0-3 0,-4 4-3 16,0-2-2-16,-3 1 4 0,1 4-8 0,-6-1 0 0,2 1-1 15,-6 3-7-15,2-3 8 0,-7-1-4 0,2-2-2 16,-2 1 1-16,0-2-2 0,2 0-2 16,-3-6 5-16,1 1-6 0,3-1 2 0,0-2-2 0,0 0 0 15,0-3 4 1,-1 2-6-16,2-2 2 0,1-2-4 0,-2 2 1 15,4-3 1-15,-2 2 12 0,3-4 18 0,1 4 11 16,2-2 19-16,2 0-2 0,2-2-3 0,1 1-6 16,4-1-3-16,2 0-5 0,5-1-6 0,-1 1-5 15,4-3-3-15,0 3-3 0,-2-1-23 0,1 0-39 16,-1 1-27-16,0-2-59 0,0 1-49 0,-8 1-204 16,1-2-396-16,-3-2 175 0</inkml:trace>
  <inkml:trace contextRef="#ctx0" brushRef="#br0" timeOffset="112769.73">9333 11751 50 0,'2'-3'202'16,"5"1"-18"-16,-2 0-21 0,0 0-15 0,3-1-19 16,0 3-12-16,3 0-10 0,-2 3-11 0,5 1-6 15,-3 1-8-15,3 1-10 0,-3 2 5 0,1 3-14 16,2 3-5-16,-3 1-4 0,-1 2-6 0,-4 0-6 0,-1 4-3 15,-1 4 4-15,0-6-8 0,-7 7-3 0,1-8-6 0,-6 5-4 16,2-3 0-16,-3-3 1 0,1 2-3 0,-1-2 3 16,-3-1-7-16,1-2 1 0,3-3 0 0,0-3-6 15,1 1 0-15,2-2 2 0,0-2 0 0,1 0-1 16,2-2 32-16,-2 0 26 0,1-2 26 0,1 2 30 16,2-3 30-16,0 0 29 0,0 0-7 0,0 0-23 15,0 0-13-15,12-15-17 16,1 2-12-16,0-3-8 0,6-6-13 0,0-4-10 15,2 1-12-15,-2 0 11 0,-1 2-30 0,-3 3 0 16,-2 6-1-16,-3 0 8 0,-3 4-5 0,-2 2 7 16,1 3-8-16,-2 1-2 0,-2-1-9 0,1 1-4 15,-3 0-18-15,4 0-19 0,-2 4-16 0,-2 0-41 16,0 0-18-16,0 0 2 0,4 7 8 0,-6 0 11 16,0 4-2-16,0 5 8 0,1 1 2 0,-2 3 3 0,6 5 10 0,0 4-1 15,4-4 5-15,6 0 3 0,1-1-1 0,5-4-20 16,5 1-32-16,3-3-56 0,6-5-94 15,-1-8-330-15,6 0-603 0,0-5 267 0</inkml:trace>
  <inkml:trace contextRef="#ctx0" brushRef="#br0" timeOffset="114774.38">10498 11996 189 0,'3'-5'183'0,"1"1"-15"0,1 1-19 15,0-2-12-15,2 2-14 0,2-1-17 0,0 3-10 16,3-1-9-16,-1 2-13 0,2 0-6 0,1 2-8 16,-1 0-5-16,1 4-11 0,0 2-1 0,0 2-2 0,0 1 3 0,0 3-12 15,-4 3 3-15,-2 2-10 0,0 0 1 0,-2 5-4 16,-1 1-3-16,-6 4-6 0,0-3 12 16,-5-1-5-16,0 2-4 0,-3 0-5 0,-1-1-2 15,-4-2 5-15,1-2-5 0,-2 0 4 0,5-7-6 0,-2 1-1 16,-1-4 0-16,4-4 6 0,0 2 0 0,2-3 1 15,-1 1 2 1,0-2-3-16,3-1 3 0,-1 0 6 0,2-3 13 16,3 3 23-16,-2-3 25 0,3-2 21 0,-3 3 23 15,3-3 16-15,0 0 20 0,-4 2 8 0,4-2-21 0,0 0-13 16,6-17-15-16,-2 7 2 0,5-4-33 16,1-2-8-16,-1-1-9 0,6-6-11 0,-1-3-14 15,4-1-9-15,-2 3 2 0,1-4-6 0,-1 5 1 16,-1-2-13-16,-2 4 4 0,-3 4 0 0,0 0 0 0,-3 1 2 0,3 3 2 15,-5 2 5-15,0 1 2 0,-1 2 14 0,-1 2-26 16,-1 1-2-16,1 1 0 0,-1 0-6 0,0 0-22 16,0 1-16-16,-2 3-16 0,3-5-19 0,-3 5-26 15,0 0-1-15,0 0 4 0,0 0 10 0,0 19 4 16,0-7 8-16,-4 5 5 0,4 1 5 0,0 1 4 16,1 0 6-16,4 5 2 0,-1-3 4 0,1-3 6 0,5 6 2 0,4-1 7 15,3-2-2-15,2-2-31 0,3-2-50 0,1-6-73 16,5 0-93-16,-1-5-224 0,-7-3-529 0,3-3 235 15</inkml:trace>
  <inkml:trace contextRef="#ctx0" brushRef="#br0" timeOffset="115375.56">10926 11679 150 0,'2'-7'192'0,"0"4"-14"15,3-2-11-15,0 1-16 0,2-1-10 0,3 1-14 16,0-1-9-16,4 2-13 0,4-1-7 0,1 0-6 0,-1 2-10 0,-1 1-8 15,2-1-4-15,-2 4-6 0,-4-1-4 0,0 1-6 16,1 3-14-16,-2-2-4 0,-2 4-6 0,0-2-12 16,-3 4-4-16,-1-2-6 0,-1 3 4 0,-1 1-6 15,-4 0 1-15,0 1-1 0,-2 0 0 0,-2 0-3 16,0 0 0-16,-1-2 2 0,0 1 2 0,1-1-6 16,-2-1 5-16,2 0 0 0,0-2-4 0,1-2 1 0,1 2 1 0,-1-1-1 15,2-1-4-15,-1 1 1 0,2-1 3 16,2 1-2-16,2-2 0 0,1 0 3 0,3 4 3 15,2-2-1-15,0 0 9 0,0 1 1 0,7 0 1 0,-6 1 2 16,7-1 1-16,-9 0 1 0,5 1-2 0,-4 3-2 16,-1-4-2-16,0 0-3 0,-4 2-2 0,2 0-2 15,-6-2-2 1,-1 3-2-16,-1-2 4 0,-6 2 3 0,-4 1-3 16,-3 2 0-16,-4-3-5 0,-1 1-20 0,-7 0-25 0,1 2-24 15,-5-2-48-15,3-2-56 0,-2-3-163 16,0 0-361-16,8-1 159 0</inkml:trace>
  <inkml:trace contextRef="#ctx0" brushRef="#br0" timeOffset="116110.88">9956 12596 40 0,'0'0'153'0,"0"0"-3"0,0 0-4 16,-6 0 2-16,6 0-4 0,0 0 2 0,0 0-2 15,0 0-6-15,0 0-4 0,0 0-15 0,0 0 6 16,0 0-15-16,0 0-3 0,0 0-10 0,0 0-11 16,0 0-10-16,0 0-2 15,0 0-7-15,0 0-5 0,0 0-1 0,0 0-6 16,0 0-5-16,-9 2 1 0,9-2 0 0,0 0-1 15,0 0 1-15,0 0-2 0,0 0-5 0,0 0-2 16,0 0 2-16,0 0-10 0,0 0-1 0,0 0-3 16,0 0-7-16,0 0-1 0,0 0-5 0,0 0-2 15,0 0-2-15,0 0-3 0,0 0 0 0,0 0 6 16,0 0-7-16,0 0-1 0,0 0-2 0,0 0 0 0,0 0-1 0,0 0 0 16,0 0-1-16,0 0 1 0,0 0-4 0,0 0 3 15,0 0-3-15,0 0 0 0,0 0 0 0,0 0 0 16,0 0-1-16,0 0 9 0,0 0-10 0,0 0 1 15,0 0 0-15,0 0-2 0,0 0 0 0,0 0 5 16,0 0-5-16,0 0 0 0,0 0 1 0,0 0 3 16,0 0 2-16,0 0-1 0,0 0 2 0,23-2-2 0,-5-1-4 0,5-1 2 15,11-1 0-15,5 0 2 0,18-7 0 16,10-1-2-16,30-3 0 0,6 0-1 0,6 2 11 0,1-3 5 16,5-2 7-16,-8 5 9 0,4-3 1 0,-2 1 3 15,-2 1 1-15,-6 0-3 0,-6 5-7 0,-29 0 1 16,-2-1-1-16,-4 0-6 0,-4 4 0 0,-16 0 2 15,-7-1-3 1,-1-1 1-16,-5 7 5 0,-12 0 20 0,-1-3 10 0,-6 2 12 16,2 1 10-16,-1-1 6 0,-4-1-1 15,-5 4-9-15,8-2-11 0,-8 2-20 0,8-2-29 0,-8 2-33 16,5 0-35-16,-5 0-40 0,0 0-43 0,0 0-46 16,0 0-26-16,0 0-38 0,-14 13-291 0,3-8-582 15,-2 1 258-15</inkml:trace>
  <inkml:trace contextRef="#ctx0" brushRef="#br0" timeOffset="116932.29">11371 12654 150 0,'0'0'170'0,"0"0"-12"15,0 0-19-15,0 0-9 0,0 0-14 0,0 0-9 16,0 0-16-16,-5-3-4 0,5 3-21 0,0 0-2 16,0 0-5-16,0 0-4 0,-9 0-6 0,9 0-7 15,0 0-16-15,-12 3 11 0,8-2-10 0,-4 2-1 16,1 0-3-16,1 1-4 0,-3 2-1 0,-4-2 1 16,3 3-14-16,-3-1 9 15,0 3 3-15,0 1-8 0,0-1 0 0,-2 4-11 16,0-1 7-16,2 0-3 0,-1 2 3 0,3 1-2 15,-2 1 1-15,1 1-5 0,0 5 10 0,-2 0-10 16,5-5-2-16,1 0 6 0,2-1-5 0,2 4 5 16,0 0-2-16,3-3 9 0,1 4 10 0,4-4 19 15,-2-1 10-15,3 0 10 0,5-1 11 0,1 1 12 16,4-3-1-16,2-2 6 0,2-1-1 0,6-1-3 0,2-3 4 0,1 0 0 16,-7-3-2-16,2-2 8 0,-4-2 14 0,1-2 16 15,-6 2 34-15,-2-4 34 0,-3 0 6 0,0 2 5 16,-3-4-8-16,-1 0-8 0,-1 0-29 0,-3-1-22 15,-1-1-26-15,-6-3-25 0,-4-2-25 0,-8 1-25 16,-10-1-38-16,-5 3-49 0,-6 0-55 0,-16 4-42 16,-2 1-53-16,-3 4-59 15,5 2-85-15,0 0-251 0,18 0-647 0,7-2 287 16</inkml:trace>
  <inkml:trace contextRef="#ctx0" brushRef="#br0" timeOffset="133636.07">4895 14291 151 0,'0'0'205'16,"0"0"-7"-16,5-1-9 0,-5 1-12 0,0 0-13 15,0 0-10-15,0 0-14 0,0 0-6 0,0 0-11 0,0 0-5 16,1-3-5-16,-1 3-3 0,0 0-8 0,0 0-8 16,0 0-5-16,0 0-9 0,0 0-11 0,0 0-9 15,0 0-5 1,0 0-10-16,0 0-3 0,0 0-7 0,0 0-10 15,0 0-9-15,0 0-10 0,0 0 0 0,0 0-4 0,-15 7-3 16,3-2 1-16,-3 0-1 0,-4 4 1 16,-4 3 1-16,-4 0-3 0,-1 2-22 0,1 1 5 15,-1 1-1-15,-3 0 2 0,1 3-2 0,-1-2 3 16,2 3 4-16,-2-3-3 0,4 2 3 0,3 0 0 16,2-2-1-16,0 0 4 0,11-2-1 0,-2 2 0 0,4-2 0 0,3-1-2 15,1-2 1-15,2-2 3 0,5 1 1 0,1-1-1 16,6 5 4-16,3-5 1 0,6 3-1 0,7-1 2 15,4-1 0-15,2 1 2 0,4-2 0 0,-1-3-2 16,-1 3 3-16,-1-3 0 0,0 3 2 0,-4-1-3 16,-6-2 2-16,-4-1-14 0,0 1 1 0,-5 0-13 15,-2-2-3-15,-3 2-7 16,0-3 5-16,-3 2 5 0,-3 1 2 0,-3-2 4 16,-3 4 5-16,-5 2 2 0,-9 2 2 0,-5-1 8 15,-6 1 2-15,-2-3 4 0,0 1 10 0,-3-3 8 16,0 0 7-16,2-4 0 0,-3 1 7 15,2-2-9-15,1 1 4 0,3-2 0 0,6 1 3 0,5-3 4 16,5 2 11-16,1-1 16 0,3-1 6 0,2 0 3 16,0 0 9-16,7 0 2 0,-9-1-4 0,9 1-4 0,0 0-7 15,-10 0-9-15,10 0-6 0,0 0-12 0,0 0 1 16,-6-2-5-16,6 2-4 0,0 0-7 0,0 0-8 16,0 0-19-16,15-7-19 0,-15 7-24 0,9-1-27 15,-4 0-35-15,1 0-37 0,5-1-41 0,0 0-58 16,2-1-199-16,0 0-473 0,-2-2 210 0</inkml:trace>
  <inkml:trace contextRef="#ctx0" brushRef="#br0" timeOffset="134152.84">5278 14616 44 0,'0'0'195'0,"0"0"-15"0,0 0-12 16,0 0-16-16,0 0-19 0,0 0-13 0,0 0-14 15,0 0-12-15,0 0-11 0,0 0-10 0,0 0-6 16,-21 3-11-16,12-1-10 0,-4 5-1 0,3-1-4 16,-2 2-6-16,-2 1-4 0,0 2-3 0,-3 3-7 15,5-1 0-15,0 2-3 16,-3 0-2-16,4 0-3 0,1 1-6 0,0-2 0 16,4 2 10-16,-3-1-17 0,4-1 4 0,2-1-1 15,1-1 0-15,2 0 0 0,0-1 0 0,1 0 6 16,1-4-6-16,4 4 8 0,-2-5 2 0,5 4 25 15,3-4 13-15,7 1 5 0,1-4 7 0,1-3 0 16,7 2-2-16,3-6-6 0,-3 0 4 0,-1-1 6 16,0-4 10-16,-11 1 10 0,5-2 10 0,-5 0 4 0,-2-2 5 15,0 0 3-15,-2-1-1 0,-3-1-10 0,-4 4-11 0,1-2-9 16,-3 1-11-16,-2-2-7 0,-1-1-8 0,-5 0-13 16,0 3-4-16,-4-3-15 0,0 5-17 0,-1 1-12 15,-7-2-17-15,-2 3-17 0,1 0-20 0,0 4-27 16,-2 1-28-16,2-1-33 0,0 4-46 0,4 1-31 15,0 0-209 1,4 2-473-16,1 1 210 0</inkml:trace>
  <inkml:trace contextRef="#ctx0" brushRef="#br0" timeOffset="134500.51">5727 14884 81 0,'0'0'201'0,"0"0"-19"15,0 0-23 1,0 0-20-16,0 6-19 0,0-6-6 0,-3 9-11 16,-3-1-11-16,-2 1-7 0,-1 5-8 0,-3 1-5 0,0 2-6 15,-5 1-48-15,-2 0-39 0,1 3-65 0,-5-3-148 16,0-1-253-16,-1-5 112 0</inkml:trace>
  <inkml:trace contextRef="#ctx0" brushRef="#br0" timeOffset="139212.54">7228 14475 92 0,'-1'-4'202'0,"0"-1"-15"0,-2 1-10 16,0-1-12-16,2-1-19 0,-1 2-17 0,-2 1-14 0,-1-1-14 0,1 1-8 16,0 0-11-16,-2 1-11 0,-2-1-7 0,0 3-10 15,1-1-4-15,-2 2-7 0,-3 2-1 16,-3 1-7-16,2 1-4 0,-5 3-4 0,4 0-1 0,-4 1-4 16,5 1-4-16,-2 2-5 0,2 1 1 0,-1 0-3 15,4 2-4-15,2-4-5 0,2 1-9 0,1-1-7 16,2-1 3-1,1 1-1-15,2 0 3 0,1-4 2 0,2 2 2 16,-1-4 0-16,7 2 4 0,3-2-1 0,-1-4-5 0,3-1 0 16,4-1-2-16,1-4 2 0,-1-2 2 15,0-1 0-15,-4-1 2 0,0 0 6 0,-2 1 9 16,-1-4 10-16,-2 3 3 0,0 0 5 0,0 0 6 16,-3 1 11-16,0-2 9 0,-1 3 5 0,-1 3 1 15,-2-1-4-15,2 1-4 0,-2 1-8 0,0 1-9 16,0-1-9-16,-2 3-15 0,3-4-20 0,-3 4 1 15,0 0-3-15,0 0 0 0,-3 15 2 0,2-4-3 16,-3 8 0-16,-1 0-1 0,1 8 0 0,3 2 2 16,-2 0-1-16,2 3 1 0,0-1 5 0,2 1-2 0,3 0-11 0,-1 2-1 0,1-3 5 15,-1-1 2-15,0-2 1 0,-1 3-3 0,2-4 10 16,-3-1-4 0,2 1 4-16,-2-4-8 0,1-5 6 0,-2 0-1 15,0 0-2-15,-2-3 7 0,2-2-4 0,-2-2 5 16,-2-1 2-16,0-1-2 0,0-2 6 0,-3 1 0 15,0-2 0-15,-2-1 3 0,0-1 10 0,-1-2 10 16,1 0 6-16,0-2 2 0,-5-3 11 0,5-1-2 16,-5-2 1-16,5-2-9 0,-5-5 0 0,5-1-13 15,0-3-11-15,0-10-14 0,4-1-12 0,6-5-6 0,3-1-7 16,5 1 0-16,8-10 5 0,-2 11 2 0,4 0 2 16,4 3 6-16,9-9 5 0,-6 11 9 0,11-5 4 15,-9 6 5-15,1 8 2 0,-3-3-2 0,-2 3 4 16,-1 3 2-16,-10 7 5 0,1-1-5 0,-5 2-2 15,1 4 5-15,-2-1-3 0,-3 1-9 0,-1 0-5 16,-4 3 0-16,7-1-4 0,-7 1-1 0,6-2-3 0,-6 2-2 0,0 0-9 16,0 0-3-16,0 0-7 0,0 0-8 0,0 0-13 15,-7 15-20-15,5-10-23 0,-2 1-22 0,0-1-29 16,-3 3-23-16,4-2-31 0,-4-2-110 0,4 2-328 16,-3-1 147-16</inkml:trace>
  <inkml:trace contextRef="#ctx0" brushRef="#br0" timeOffset="140885.87">7668 14683 6 0,'0'0'164'15,"0"0"-10"-15,0 0-11 0,0 0-8 0,0 0-7 16,0 0-6-16,0 0-11 0,0 0-5 0,0 0-12 16,0 0-7-16,0 0-9 0,0 0-12 0,16-11-3 15,-7 5-11-15,0-1-2 0,2 3-7 0,0-4-7 16,-1-1 4-16,3-3-3 16,1 2 3-16,-4-2-2 0,-1 3 5 0,0 1 6 15,-1-4 5-15,-2 4 0 0,1-1 4 16,-2 3 6-16,1-3 6 0,-2 2-6 0,-3 1-2 0,2 2-6 15,-3-3-4-15,1 2-8 0,-1 0 0 0,-4 0-12 16,-1 2-6-16,-2-1-4 0,-4 4-6 0,2 0-4 16,-9 0-1-16,-1 4-5 0,0 0 1 0,-1 3-1 15,-6 3-4-15,3 3 1 0,4-3-3 0,-1 8 1 0,1 0-3 16,-1 1 2-16,10-3 6 0,-3 1-11 0,5 0-3 0,3-3-5 16,4 2 5-16,-2 0-1 0,3-4 3 15,3 0 4-15,3-1-1 0,5-5 2 0,0-1 2 16,7 2 2-16,9-2 0 0,5-5 0 0,1-2 0 15,4-2-1-15,-2-4 2 0,3 0-2 0,-2-4-2 16,-3 0 0-16,-2-3 6 16,1 1-4-16,-7 1-2 0,-1-3 0 0,-2-1 4 15,-1 0 0-15,-10 5 11 0,-2-1 2 0,3 0 4 16,-5 5 9-16,0-1 3 0,-5 3 3 0,2-4-1 16,-1 4 1-16,-2 1 2 0,0-3 0 0,0 3-4 15,-1 2-3-15,0-3-1 0,0 6-4 0,0-7-5 16,2 3-2-16,-2 4 1 0,0-4-6 0,0 4 2 15,0 0 1-15,-2-6-14 0,2 6 2 0,0 0-4 0,0 0 3 0,0 0-3 16,0 0 2-16,2-4 0 0,-2 4-1 0,0 0-1 16,0 0-1-16,0 0 2 0,0-4-1 0,0 4 2 15,0 0-3-15,0 0 4 0,0 0 5 0,0 0-3 16,0 0-1-16,0 0-1 0,0 0 0 16,0 0 0-16,0 0 2 0,0 0-6 0,0 0 3 0,0 0 2 15,0 0 2-15,0 0 3 0,0 0 0 0,0 0 1 0,0 0 2 16,2-3-2-16,-2 3 2 0,0 0-1 0,0 0-3 15,0 0-2-15,0 0 3 0,0 0 0 0,0 0-6 16,0 0-1-16,0 0 3 0,0 0 1 0,0 0-3 16,0 0 1-16,0 0-3 0,0 0 2 0,0 0-4 15,0 0 4-15,0 0-4 0,0 0 0 0,0 0 2 16,0 0 0-16,0 0 1 16,0 0-3-16,0 0 0 0,0 0 3 0,0 0-3 15,0 0 8-15,0 0-10 0,0 0 2 0,0 0-3 16,0 0 3-16,0 0-3 0,0 0 3 0,0 0 0 15,0 0 0-15,0 0 0 0,0 0 0 0,0 0 1 16,0 0-2-16,0 0 3 0,0 0-2 0,0 0 4 16,0 0-3-16,0 0-2 0,0 0 5 0,0 0-6 15,0 0 4-15,0 0-4 0,0 0 3 0,0 0 0 0,0 0 0 16,0 0 1-16,0 0-7 0,0 0 5 0,0 0 0 16,0 0 0-16,0 0-1 0,0 0 1 0,0 0 0 15,0 0 0-15,0 0 1 0,0 0-1 0,0 0-4 0,0 0 3 16,0 0 1-16,0 0 0 0,0 0 1 0,0 0-4 15,0 0 2-15,0 0 0 0,0 0 2 16,0 0-2-16,0 0 0 16,0 0 3-16,0 0-2 0,0 0 0 0,0 0-1 15,0 0 3-15,0 0-6 0,0 0 7 0,0 0-3 16,0 0 2-16,0 0-1 0,0 0-1 0,0 0 0 16,0 0 2-16,0 0 0 0,0 0-1 0,0 0-3 15,0 0 1-15,0 0 0 0,0 0 1 0,0 0 0 16,0 0 0-16,0 0-2 0,0 0 2 0,0 0 7 15,0 0-2-15,0 0-5 0,0 0-3 0,0 0 1 0,0 0 2 0,0 0-1 16,0 0 1-16,0 0-2 0,0 0 4 0,0 0-4 16,0 0 2-16,0 0-2 0,0 0 0 0,0 0 2 15,0 0 0-15,0 0 1 0,0 0-3 0,0 0-3 16,0 0 2-16,0 0-1 0,0 0-1 0,0 0-7 16,0 0 6-16,0 0 3 0,0 0-3 0,0 0 0 15,0 0 6-15,0 0-2 0,0 0-1 0,0 0 1 0,0 0 0 16,0 0-1-16,0 0 4 0,0 0-1 0,0 0 1 0,0 0-3 15,0 0 4-15,0 0-2 0,0 0 8 16,0 0-5-16,0 0-5 0,0 0 4 0,0 0-8 16,0 0 4-16,0 0 2 0,0 0 3 0,0 0-3 15,0 0-1-15,0 0-2 0,0 0 5 0,0 0 3 16,0 0-3-16,0 0 4 16,0 0-1-16,0 0 6 0,0 0 5 0,0 0-5 15,0 0-4-15,0 0-2 0,0 0 4 0,0 0-3 16,0 0 0-16,0 0-3 0,0 0-1 0,3-4 2 15,-3 4 1-15,0 0 0 0,0 0 4 0,0 0 5 16,0 0 0-16,0 0 5 0,0 0 2 0,0 0 9 16,0 0-3-16,0 0 3 0,0 0 2 0,0 0 7 15,0 0 1-15,0-7-5 0,0 7 2 0,0 0-3 0,0 0-6 0,0 0-5 16,0 0-7-16,0 0-5 0,0 0-3 0,0 0 4 16,0 0-7-16,0 0-11 0,0 0-24 0,0 0-3 15,0 0 0-15,0 0-1 0,-3 15 5 0,3-4 2 16,0 1 3-16,-1-1 4 0,1 9-1 15,4-3 3-15,-7 11 3 0,1-9 10 0,0 0-11 0,1 2 7 16,0-1-3 0,-2-3 3-16,2 0-1 0,0-6 1 0,-1 0 10 15,1-4-6-15,1 1 4 0,0-4-2 0,0 1 9 16,-1 0 11-16,1-2 37 0,0-3 29 0,0 0 50 16,0 0 8-16,2 2-6 0,-2-2-14 0,7-10-12 15,-2 4-13-15,4-7-6 0,1-2-11 0,0 0-11 16,6-7-7-16,-2-2-2 0,-3 10-10 0,2-3 0 15,-3 5-7-15,0-2-6 0,-2 7-3 0,-4 2-7 0,1-1-7 0,0 2-7 16,-1 1-14-16,-3-4-25 0,-1 7-12 0,5-1 2 16,-5 1-6-16,0 0 8 0,21 8-27 0,-16-3-9 15,3 3-3-15,1 1-11 0,1-1-1 0,-1 4-9 16,0-3-13-16,3 5-17 0,0-2-13 0,-6-2-15 16,3 0-19-16,-1-4-8 0,1 1-27 0,-4-3-11 15,5 2-17-15,-4-4-10 16,1 2 1-16,-1-2-160 0,2-2-437 0,-2 0 194 15</inkml:trace>
  <inkml:trace contextRef="#ctx0" brushRef="#br0" timeOffset="141186.74">8405 14693 1160 0,'0'0'-21'0,"13"0"42"0,-13 0 27 0,5-2 25 16,-5 2 6-16,5-2 8 0,-5 2 5 0,0 0-2 0,5-2-1 15,-5 2-3-15,0 0-2 0,0 0-10 0,0 0-1 16,0 0-3-16,0 0-6 0,0 0-3 0,0 0-6 16,0 0 12-16,0 0-10 0,0 0 0 0,0 0 2 0,0 0-3 15,9 0-5-15,-5-1-5 0,1 0-7 0,4-2-5 16,-1 0-1-16,-2-1-6 0,8 0 1 0,-2-1-3 15,-2-2-1-15,8-2-4 0,-7 4 0 0,7-7-3 16,-2 0 0-16,5-5 0 0,-6 5-3 0,1 0-1 16,-2 0-3-16,-4-1 0 0,3 1 2 0,-3-1 2 15,-5 4 2-15,2 0 8 0,-2-1-3 0,-1 3-1 0,-3 0 0 0,-1 2-9 16,-1-2-1-16,-2 4-5 0,1-2 1 0,-5 3-6 16,-2 2-2-16,-1 0 2 0,-3 0-2 0,3 5 0 15,-11 2-2-15,11-2 0 0,-6 7-3 0,1-2 5 16,2 3-4-16,0 2-1 0,-1 6 1 0,3 0-12 15,5-4-9-15,0 0-5 0,2 2-3 0,4-2-4 16,0-3-22 0,0 1-15-16,6-3-20 0,-1-3-31 0,4 0-59 15,-1-2-222-15,3-3-442 0,0-2 196 0</inkml:trace>
  <inkml:trace contextRef="#ctx0" brushRef="#br0" timeOffset="142057.87">8808 14514 194 0,'4'-5'340'16,"-1"0"-13"-16,1 1-14 0,-1-1-30 0,-3 5-23 16,3-5-29-16,-3 5-28 0,4-6-29 0,0 6-18 15,-4 0-21-15,0 0-11 0,13 6-14 0,-3-3-24 16,-1 4-3-16,0 0-12 0,1 0-10 0,-1 4-9 16,-1 0-9-16,2 6-6 0,-1 0-9 0,-3-1 0 15,0 0-3-15,-4 2-5 16,2-1-1-16,-4-4-9 0,5 1 3 0,-5-2-5 15,0-2 0-15,0-3-1 0,-1 0 1 0,2-2 1 16,-2 1 3-16,1-2 2 0,0 1 2 0,0-5 3 16,0 5 30-16,0-5 23 0,0 0 22 0,0 0-13 15,0 0-17-15,0 0-18 0,10-14-23 0,-1 4-15 16,4-5-25-16,5-3-16 0,5-3-15 16,0 3-5-16,7-3-12 0,5 3-2 0,-2 0 1 0,2 1-4 0,-1 2 2 15,13-6 3-15,-14 10 8 0,2 0 2 0,-3 1 7 16,-3 2 4-16,-8 0 3 0,-5 3 7 0,-2 1 6 15,-3 1 3-15,-2 1 8 0,-2-1 11 0,0 3 11 16,-5-3-2-16,-2 3-1 0,0 0 0 0,0 0 7 16,0 0-10-16,-38 7 5 0,12 1 1 0,-2 2-2 15,0 2-1-15,0 0-2 0,4 2 0 0,-3 1 9 0,5 2-9 0,-5 2 0 16,7-1 1-16,6-4-5 0,-1 1 4 0,4-1-4 16,2-3 2-16,3-3-1 0,1 1 3 0,1-4 0 15,0 2 7-15,4-2 4 0,0-5 22 0,8 5 7 16,2-2-2-16,3-6 8 0,0 1-5 0,4-6-3 15,2 0 4-15,5-7-8 0,-1 2 5 0,1-3-6 16,-5 1-5-16,4-2-6 16,-5 5 1-16,-3 0-7 0,2 2 8 0,-4 0-9 15,1 1-1-15,-7 2-2 0,2 1-2 0,-3 4-3 16,0-3-6-16,-2 4 1 0,1-2-3 16,-1 2 0-16,-4 1-8 0,6-2-4 0,-6 2 0 15,8 3-2-15,-6 0-1 0,2 1-1 0,-1 0-6 0,0-1 3 16,1 4 1-16,4 1-1 0,-4-2 2 0,2 0-2 15,2 2 5-15,-3-4-1 0,0 3 0 0,4-2 5 0,-4 0 2 16,3 1-1-16,-3-3 3 0,3 0-1 0,-8-3 9 16,19-3-6-16,-9-1 1 0,-1-4-1 0,0 1 6 15,-1-3 10-15,-2 1 7 0,0-1 4 0,1-7 7 16,-1 0-5-16,1-1 0 0,-1 0 4 0,1-8 0 16,-1 3 8-16,-4 3 8 0,0 2 22 0,1-2 10 15,0 4 13-15,0 3 0 16,-2 3 5-16,0 1 15 0,0 2-14 0,2-1-6 15,-3 2-11-15,1 0-11 0,-1 0-8 0,1 3-15 16,1 0-12-16,-2 3-40 0,0 0-19 0,2-3-6 16,-2 3 3-16,0 0-2 0,-6 18 3 0,0-6 4 15,-1 5-8-15,-1 7 7 0,1 4 3 0,-5 0-1 16,3-1 4-16,0 2 6 0,0 2-3 0,2-2 6 16,-1 0-3-16,4-2-3 0,2-8 7 0,-1-2-2 0,1-1 6 15,0-6-3-15,1 0-2 0,1-3 6 0,1-2 21 0,-1 2 5 16,4-2 48-16,0-2 23 0,1 1 16 0,9-4 5 15,7-3-17-15,9-1-9 0,3-1-10 0,6-3-10 16,12-7-58-16,-3 0-78 0,-12 3-108 16,10-7-127-16,-10 4-426 0,0-2-789 0,-3 4 349 0</inkml:trace>
  <inkml:trace contextRef="#ctx0" brushRef="#br0" timeOffset="143038.4">11226 14236 139 0,'0'0'246'0,"7"0"-26"0,-7 0-17 0,0 0-27 16,0 0-20-16,0 0-18 0,0 0-17 0,0 0-14 0,0 0-11 15,0 0-8-15,-12 8-10 0,4-2-8 0,-3-1-5 0,-3 3-6 16,-2 2-8-16,-1-1-5 0,2 0-8 0,-2 2-4 16,3-1-3-16,1 1-6 0,3-1-3 0,1-1-1 15,0-1-5-15,0 1-4 0,4 0-3 0,1-1 1 0,0 2-2 16,4 0 0-16,0-2-2 0,4-1 2 16,0 2 1-16,5-1 0 0,4 0 0 0,3-2 2 15,5 2-4-15,4 1 1 16,2-2-4-16,1 1 0 0,-8-2-1 0,0-3 2 15,-4 1-2-15,-3 0-2 0,-1-2 0 0,-3 2-5 16,-3-4-12-16,1 3 1 0,-2-1 0 0,-1 1 4 16,-3 1 8-16,-2-1 3 0,-6 3-1 0,-6-2 2 15,-3 3-1-15,-5 0 4 0,-7 0-1 0,1 1 3 16,-3-4-3-16,0-1 1 0,3 3 1 0,6-3-1 16,-2-2 0-16,5 0-1 0,0 0 3 0,5 1 0 0,-1-2 3 0,6 0-1 15,2 0 3-15,6 0-12 0,-6-2-35 0,6 2-39 16,0 0-19-16,18-13-17 0,-1 7-9 0,10-2-17 15,8-2-17-15,1-2-124 0,13-4-301 0,1 2 134 16</inkml:trace>
  <inkml:trace contextRef="#ctx0" brushRef="#br0" timeOffset="143354.84">11675 14372 234 0,'5'-3'261'0,"-1"2"-7"15,1 0-8-15,-1 0-18 0,-3-3-19 0,-1 4-22 16,3-6-16-16,-3 6-25 0,0 0-13 0,-8-4-19 15,0 4-12-15,8 0-5 0,-14 2-14 0,4 0-12 0,1 1-8 16,-3 4-7-16,1-4-8 0,1 4-3 0,-5 2-7 16,4-3-4-16,-4 4-5 0,6-3-4 0,-2 5-7 0,2-2 6 15,1 0-9-15,3 0 1 0,0-2-3 0,2 2 0 16,2-4 1-16,0 3 3 0,3-2 0 0,2-2 0 16,5 0 0-16,5-1-1 0,-1-1 3 0,6-1-1 15,2-3-2-15,1-2-1 0,0-1-2 0,5-2-2 16,-9 1 2-16,1-2 1 0,-3 0-3 0,0-3 0 15,-3 1 1-15,-2-4 2 16,-3 3 0-16,-3-1-4 0,-1-1-3 0,-3 1-3 16,2-1 0-16,-4 0-4 0,-3 3-6 0,1 0-8 15,-3-2-8-15,-3 5-4 0,-4 2-7 0,3 0-6 16,-4 0-9-16,1 0-10 0,-6 2-17 0,6 2-26 16,-1-2-32-16,1 5-37 0,0-2-62 0,1 2-155 15,5-2-419-15,-1 0 185 0</inkml:trace>
  <inkml:trace contextRef="#ctx0" brushRef="#br0" timeOffset="143677.79">11940 14123 86 0,'-3'-4'380'0,"3"-3"-24"16,3 0-24-16,-3 4-28 0,0-1-24 0,0 4-35 15,1-7-29-15,-1 7-25 0,0-3-45 0,0 3-42 16,0 0-19-16,0 0-12 0,0 13-11 0,0-3-4 16,-1 7-6-16,-2 2-6 0,3 5-5 0,-4 5-9 15,4-3 1-15,-1 2-5 16,-3-2-5-16,4 2-1 0,0-3-2 0,-1-6-4 16,2 1-1-16,-1-3 4 0,0-1-7 0,3 1-1 15,-2-5-1-15,0-1 0 0,2-2-1 0,-3-2 2 16,1-2 3-16,-1-1-2 0,0 0 3 0,3 0-1 15,-3-4 4-15,1 5-1 0,-1-3 5 0,0-2 0 16,0 6-2-16,0-6-8 0,0 0-16 0,0 0-25 16,0 0-30-16,1 4-35 0,-1-4-48 0,0 0-51 0,0 0-303 15,0 0-537-15,5-12 238 0</inkml:trace>
  <inkml:trace contextRef="#ctx0" brushRef="#br0" timeOffset="144526.71">12185 14341 283 0,'0'0'316'0,"0"0"-35"15,0 0-35-15,0 0-27 0,9 1-24 0,-9-1-18 16,0 5-25-16,0 0-13 0,0 2-12 0,-2 2-17 16,1 2-12-16,-1 0-6 0,-2 2-9 0,1 1-10 15,3-3-7-15,-2 0-7 0,1 0-7 0,-2-2-2 16,3 0-2-16,0-4-5 0,-1 1-2 0,1-2-1 0,0-2 0 0,-3 3 3 15,3-2 5-15,0-3 39 0,0 0 20 0,0 0-11 16,0 0-2-16,0 0-16 0,13-10-7 0,-6 2-7 16,1-3-1-16,-1 1-15 0,3-3 15 0,1 1-20 0,-3 3-8 15,0-3-8-15,-1 6-1 0,1-5-15 0,-3 8 3 16,0-2 3-16,0 1 0 0,-1-2-17 0,1 4-20 0,-1-1-15 16,1 3-3-16,-5 0-4 0,9 0-3 0,-4 1 2 15,4 2 1-15,0 1-2 0,0 3 4 16,4-2-1-16,-3 0-3 0,3 4 1 0,6-3-1 15,-1 3 2-15,-1-6-3 0,0 2-8 0,5 0-8 16,-4-1-5-16,1-4 2 0,-1-2 4 0,-4-1 5 0,4-1 6 31,-4-1 6-31,-2 0 7 0,-1-5 19 0,-2 3 18 16,0-3 16-16,2-5 11 0,-4 0 10 0,-2-2 11 0,-1-1 2 16,0-8 7-16,-2 2 4 0,1-3 2 0,-1-2-7 15,2 3 6-15,-1-1 24 0,-2 3-19 0,0 7 17 16,-1 4 2-16,0 4-3 0,2 1 0 0,-2 1-9 15,1 1-11-15,0 0-25 0,-2 1-29 0,2 3-45 16,-1 2-6-16,0 0 0 0,0 0 5 0,-1 17 1 16,0-5 4-16,-2 7 3 0,3 5 2 0,-4 3 1 0,0 2 5 0,1 0 1 15,-3 0 5-15,3 0 1 0,0 0 6 0,0-3-1 16,1-1 2-16,1-5 0 0,1-5-2 0,-3-4 4 16,3 1-6-16,0-2-14 0,0-3 5 0,-1-2 2 15,1 0 2-15,0 0 8 0,0 0 11 0,0-3 30 16,0-2 9-16,-3 4 0 0,3-4-6 0,0 0-9 15,-14-6 0 1,9 1-6-16,0 0 1 0,-5-2-6 0,1 1 2 0,1-1-7 16,-1 0 0-16,0 1-2 0,3-3-11 0,-1 6 1 15,1-3-9-15,1 1-11 0,1 0 2 0,2 1-10 16,2-2-15-16,2-1-6 0,2 2 3 0,6-3 1 16,-1 2 6-16,10-1 4 0,2-1 4 15,8-1 2-15,1 1 1 0,3 1 2 0,2 0 0 0,1-1 1 16,-4 1 2-16,0 0-1 0,0 2 3 0,-4 0 0 0,-6 2 5 15,-4-1 2-15,0 0 6 0,-5 3 12 0,-1-2 9 16,-4 1 1-16,-3 2 6 0,2-1-1 0,-1 1-2 16,0-1-3-16,-6 1-1 0,8 0-3 0,-8 0-2 15,0 0-5-15,6 2 4 0,-2 0 0 0,-4-2-10 16,3 8-1-16,-3-3 1 0,1 0 3 0,-1 4-2 16,4-3 2-16,-4 3 0 15,0 1 1-15,0-1-1 0,0 2 6 0,0 0-2 16,-4-1-1-16,8-2 1 0,-4 0-27 0,-4-3-23 15,4 0-20-15,0 3-27 0,0-4-33 0,0-1-21 16,0-3-14-16,-5 6-6 0,1-6-53 0,4 0-191 16,-12-6-443-16,5 1 196 0</inkml:trace>
  <inkml:trace contextRef="#ctx0" brushRef="#br0" timeOffset="144680.34">12963 14096 120 0,'0'-3'299'0,"0"3"-29"0,1-5-30 0,-1 5-36 15,0-4-42-15,0 4-50 0,0 0-19 0,0 0-17 16,0 0-28-16,14 9-29 0,-10-4-38 0,4 2-42 16,-3 1-47-16,3 1-135 0,-1 1-262 0,1-1 115 0</inkml:trace>
  <inkml:trace contextRef="#ctx0" brushRef="#br0" timeOffset="145012.28">13314 14197 133 0,'0'0'182'0,"0"0"-24"0,-12-2-15 15,12 2-16-15,-14 10-15 0,4-3-11 0,1-1-10 16,-2 2-13-16,0 4-5 0,-2 1-9 0,4-1-10 16,-5 0-2-16,6 0-7 0,2 0-3 0,-2-2-3 15,3-1-9-15,5 2 1 0,-4 0 2 0,7-4 6 0,-2 2 9 0,3-1 9 16,2 0 4-16,6-1-2 0,-2-2 0 0,3-3-2 15,1-2-4-15,5 2-7 0,1-4 1 0,-3 1 1 16,-3-1 10-16,0-2 8 0,3-4 7 16,-8 3 6-16,1-5-4 0,-3 1-4 0,0-1-7 15,2-1-7-15,-4 1 0 0,-4-4-11 0,2 2-3 0,-2 1-11 16,-2 0-1-16,-3 0-9 0,0 1-9 0,-1-1-9 16,-3 5-1-1,0-2-10-15,-3 3-6 0,1 0-12 0,-1 2-22 16,0 0-31-16,2 2-41 0,-2 1-29 0,3 1-39 15,2 2-41-15,-4 0-123 0,6 2-380 0,1-4 168 0</inkml:trace>
  <inkml:trace contextRef="#ctx0" brushRef="#br0" timeOffset="145328.6">13528 14217 222 0,'0'0'341'0,"0"0"-37"15,5 0-35-15,-5 0-33 0,0 0-28 0,0 0-23 16,0 0-25-16,0 0-16 0,3 8-16 0,-5 0-13 16,1-2-10-16,1 5-14 0,-1 0-4 0,-2 1-15 0,2 4-1 15,-1 2-11 1,-2-7-3-16,2 1-6 0,0 0-5 0,-1-3-8 16,3-1-2-16,0 1-1 0,0-5-2 0,-1 0 3 15,0 2 18-15,1-6 56 0,0 4 35 0,0-4-3 16,0 0-23-16,0 0 11 0,17-10-16 0,-8 3-12 15,2 2-4-15,1-4-7 0,-1 1-10 0,1 1-10 16,1 0-10-16,-3 0-7 0,3 1-3 0,-4 2-18 0,1 0-2 16,3 3-27-16,-4-2 13 0,5 4-15 0,-1 3-31 15,0-1-27-15,2 4-28 0,2 0-37 0,-2 4-48 16,-2-2-80-16,2 3-100 0,-5-6-249 0,-1 2-646 16,0-1 286-16</inkml:trace>
  <inkml:trace contextRef="#ctx0" brushRef="#br0" timeOffset="146283.76">14946 14085 211 0,'-1'-11'278'0,"1"4"-4"0,-1-1-15 0,-2 3-20 16,3 1-17-16,0-3-23 0,0 3-24 0,0 0-14 0,0 4-27 16,0-5-17-16,0 5-20 0,0 0-27 0,0 0-6 15,0 0-6-15,0 0-6 0,10 17-8 0,-6-7-7 16,0 6 1-16,1 1-6 0,3 1-3 0,3 6-5 0,1-2-7 15,-3-5-3-15,1 1-5 0,0-2-1 0,2-2-4 16,0 0-1-16,-3-6 1 0,2 2-3 0,0-4 5 0,-1-1-5 16,1 0 2-16,1-4 4 0,1-1-1 15,1-3 3-15,-1-1-3 0,-4-2 8 0,5 1 9 16,-5-4 4-16,4-2-2 0,-3-2 9 0,-2-2 1 16,3 1 3-16,-3 0 8 15,-2 3 1-15,-2 2 4 0,1-1 7 0,-1 3-3 16,-2 0-5-16,2 2-6 0,-1 0-18 0,-2 5-26 15,2-3-32-15,-3 3-6 0,0 0-2 0,0 10 0 16,-3 2 5-16,2 5 9 0,-6 7-2 0,4 2 0 16,-5 4 2-16,3 3 4 0,-2-1 1 0,1 0 3 15,-3 3 1-15,0 1 0 0,-1 10 2 0,0-12 2 0,2 12 1 16,3-9 3-16,0-7-1 0,-4 2 4 0,8-2 1 0,-3-4 2 16,-3-8-1-16,6-1 0 0,-3-4 3 0,3-4-1 15,-2 1 7-15,3-3 8 0,0 0 11 0,-1-3 39 16,-3-1 23-16,4-3-6 0,-6 0-5 0,6 0-10 15,-8-10 1-15,3-1-7 0,-3-5-1 0,3-9-1 16,0-1-27-16,4-8 1 0,2-1-9 0,6 1-10 16,-1-3-1-1,3 1-5-15,10-7 2 0,-9 11-3 0,8 2 1 16,0 0-3-16,5 6 3 0,-1-1 2 0,-3 4-2 16,-1 4-4-16,-4 5-1 0,1-1-1 0,-4 6-2 0,0 0 1 15,-2 0-5-15,-2 5-3 0,0-1-18 0,-1 3-19 16,0 0-14-16,0 0-15 0,-6 0-17 15,13 3-13-15,-8-1-12 0,-4 4-9 0,4-2-26 16,-2 0-18-16,-2 2-19 0,0 0-31 0,2-3-184 0,-3 2-438 0,1-2 193 16</inkml:trace>
  <inkml:trace contextRef="#ctx0" brushRef="#br0" timeOffset="146468.66">15774 14233 323 0,'0'0'293'15,"0"-8"-33"-15,0 8-40 0,4-6-48 0,1 4-57 16,4-3-59-16,4-1-69 0,5 0-75 0,0 1-135 16,1-2-243-16,0 2 108 15</inkml:trace>
  <inkml:trace contextRef="#ctx0" brushRef="#br0" timeOffset="146631.37">15828 14382 48 0,'0'0'220'0,"0"0"-18"0,0 0-22 0,23-3-28 15,-4-3-36-15,12 1-63 0,1-4-66 0,6 1-76 16,-2 0-57-16,15-5-156 0,-1-3 70 0</inkml:trace>
  <inkml:trace contextRef="#ctx0" brushRef="#br0" timeOffset="147016.79">16569 14081 73 0,'0'0'166'0,"0"0"-13"16,0 0-14-16,-4 3-11 0,4-3-6 0,0 0-7 15,21 0-8-15,-7-3-10 0,4 1-9 0,3-2-12 0,9 1-9 16,-2-2-7-16,-6 2-4 0,6-4-8 16,-8 2-3-16,1 0-7 0,-1-4-3 0,-3 1 1 15,3 0-4-15,-7 2 2 0,-2-1 9 0,-2 2 16 16,-1-3 7-16,1 4-1 15,-4-1-9-15,-4 1-5 0,-1 1-10 0,-4-2-3 16,4 5-4-16,-15 0-9 0,2 2-3 0,-4 3-4 16,-4 2-2-16,-9 4-3 0,0 5 1 0,2-2-9 15,-3 6-1-15,-1 2-3 0,4 2 0 0,3 0-2 16,-1 3-1-16,6-3-2 0,0 5 3 0,5-6-1 16,4 2 1-16,4-5-2 0,5-1 3 0,3-2 5 15,7 0 4-15,3 0 1 0,11 1 4 0,5-5-1 0,7-3-10 0,3 0-29 16,18-2-50-16,0-5-70 0,-2-3-201 0,-1-7-375 15,-15 4 166-15</inkml:trace>
  <inkml:trace contextRef="#ctx0" brushRef="#br0" timeOffset="147549.4">17221 14064 340 0,'0'0'330'0,"0"-5"-19"0,0 5-20 0,-1-4-29 15,1 4-19-15,0 0-40 0,1-5-22 0,-1 5-21 16,0 0-22-16,0 0-36 0,0 0-20 0,0 0-7 0,0 0-13 0,0 16-7 16,0-9-5-16,-1 6-9 0,-1-1-5 15,2 5-3-15,-2 1-4 0,0 0-5 0,1 4-2 0,0-3-4 16,1 1 2-16,-3-1-4 0,2 1 1 0,1-3-1 16,-3-1-6-16,3-3-1 0,-1-2 1 0,0-1-2 15,1 0-1-15,0-4 4 0,0 1-1 0,-1-1 0 16,1-3 10-1,0 1 35-15,0-4 28 0,0 5 57 0,0-5 28 16,0 0 45-16,0 0 7 0,0 0-4 0,0 0-22 0,0 0-11 16,0 0-16-16,-3-22-16 0,4 10-19 15,1-6-16-15,0-9-13 0,2-2-12 0,1-5-12 16,2 0-13-16,1-2-8 0,4-9-7 0,-4 12-4 16,-1 1-4-16,3 3-10 0,0 1 0 0,-3 5-3 0,1 7-6 15,-2-2 1-15,1 4-12 0,-4 5 2 0,4-3-16 0,-1 4-16 16,3 0-17-16,3 2-22 0,-1-1-26 0,6 2-28 15,2 2-39-15,2 3-44 0,0 3-42 0,1-3-44 16,-4 3-42-16,3 2-56 0,-1 1-315 0,-1 2-749 16,-4-1 332-16</inkml:trace>
  <inkml:trace contextRef="#ctx0" brushRef="#br0" timeOffset="147718.64">17241 14218 126 0,'-2'1'319'0,"-2"2"-9"16,4-3-18-1,0 0-31-15,0 0-29 0,0 0-19 0,25-3-27 16,5-4-19-16,4 2-48 0,2 0-44 0,16-2-62 16,-3-3-78-16,2 0-94 0,-15 1-190 0,0 0-376 15,-4-2 166-15</inkml:trace>
  <inkml:trace contextRef="#ctx0" brushRef="#br0" timeOffset="148019.47">18081 14134 141 0,'0'0'203'0,"0"0"-17"16,0 0-17-16,0 0-15 0,0 0-18 0,22-2-6 15,-7 0-19-15,4 1-12 0,9-3-11 0,-1-1-12 0,4 3-22 0,2-4-33 16,-1-1-35-16,3 4-47 0,-4-3-54 15,-6-1-115-15,-5 1-249 0,0-2 110 0</inkml:trace>
  <inkml:trace contextRef="#ctx0" brushRef="#br0" timeOffset="148204.09">18238 13975 174 0,'-4'-2'315'16,"0"0"-22"-16,4 2-26 0,-5-3-29 0,5 3-28 15,0 0-24-15,-5-2-25 0,5 2-22 0,0 0-16 16,-4 9-17-16,4 0-7 0,0 4-10 0,-2 4-4 16,-1 9-17-16,3 2-6 15,-1 5-11-15,-2-1-23 0,6-2-37 0,-6 2-50 16,6-2-55-16,-2 0-64 0,-1-5-211 0,0-6-422 16,0-2 186-16</inkml:trace>
  <inkml:trace contextRef="#ctx0" brushRef="#br0" timeOffset="148890.34">18964 13866 206 0,'0'-11'275'16,"0"3"-10"-16,0 2-12 0,0-1-16 0,1 3-24 15,-1-1-22-15,1 2-21 0,-1 3-24 0,2-6-20 16,-2 3-23-16,0 3-27 0,0 0-8 0,0 0-9 15,3 16-4-15,0 0-9 0,1 1-4 0,-3 1-2 16,2 9 13-16,-1 0-8 0,1 1 0 0,1 1-5 0,-2 1-2 0,1-1-6 16,-1-6-1-16,-2 2-3 0,2-6-19 0,-2 0-2 15,0-4 0-15,0 2-1 0,-2-5-7 0,2-3-19 16,0-1-11-16,-2-1-6 0,-1-2-5 0,3 2 3 16,-1-5 5-16,0 3 8 0,1-5-11 0,0 0-41 15,0 0-43-15,0 0-46 0,-13-14-15 0,10 5-22 16,-1-3-112-16,1-5-342 15,3-3 151-15</inkml:trace>
  <inkml:trace contextRef="#ctx0" brushRef="#br0" timeOffset="149168.65">18998 13746 49 0,'0'-11'225'16,"0"6"-7"-16,0-4-16 0,0 4-10 0,0 0-23 15,0 0-17-15,-2 0-14 0,2 3-24 0,0 2-21 0,4-4-8 0,-4 4-5 0,0 0-13 16,21 9-10-16,-11-7-2 0,10 8-14 0,4 4 0 15,2 3-5-15,-1 0-3 0,1 4-3 0,-2 2-7 16,-4-1-4-16,1-1-2 0,-5-1-5 0,-3 5-4 16,-6-10 2-16,-1-4-7 0,-5 5 1 0,3-4-4 15,-9-1 3-15,1 1 5 0,-5-1-2 0,-4 1-4 16,-3-1 3-16,-2-2 2 16,-1 1 4-16,-2-3 4 0,3-1-1 0,-2 2-3 15,1-5 1-15,1-2 1 0,1 0-1 0,7 2 2 16,-4-1-9-16,5 0 1 0,1-2 8 0,3 0-3 15,5 0-14-15,-10 0-16 0,10 0-49 0,0 0-49 16,0 0-33-16,15-8-36 0,-2 4-115 0,6-3-324 16,-1 1 144-16</inkml:trace>
  <inkml:trace contextRef="#ctx0" brushRef="#br0" timeOffset="149839.24">19545 13743 26 0,'3'-8'311'0,"-2"3"-6"16,-1-2-6-16,0 2-8 0,3 1-25 0,-2-1-22 16,0 1-26-16,0 0-23 0,-1 4-22 15,3-2-22-15,-3 2-26 0,-1-5-32 0,1 5-31 0,0 0-11 0,0 0-6 16,6 11-4-16,-2 0-8 0,-2 3 0 0,1 6-11 16,1 7 2-16,0 1-4 0,0 1 1 0,-2 3-1 15,1-2-3-15,-1-3-3 0,-2 3 0 0,0-1-3 16,3-5 0-16,-1 0 3 0,-2-4-5 0,-2-4 3 15,2-5-2-15,0 1-4 0,-1-1-17 0,-1-6-12 0,2 3-16 16,0-2-11 0,0 0-3-16,-1-3-8 0,1 1-7 0,-1 0 20 15,1-4 1-15,-3 3-6 0,3-3-20 0,0 0-26 16,0 0-50-16,-13-9-30 0,7 2-34 0,-3-3-125 16,3 0-364-16,-1-7 162 0</inkml:trace>
  <inkml:trace contextRef="#ctx0" brushRef="#br0" timeOffset="149977.26">19439 13784 163 0,'-2'-12'250'0,"2"2"0"0,2-2-9 16,-2 1-22-16,3 2-18 0,2 0-18 15,1 0-23-15,1 1-15 0,2 0-17 0,2 2-9 16,2 0-24-16,2 1-29 0,3 1-34 0,-4 2-40 0,4 4-29 16,1 0-34-16,1 3-32 0,-4 3-33 0,0 2-33 15,-5 2-119-15,0 1-312 0,-3 1 138 0</inkml:trace>
  <inkml:trace contextRef="#ctx0" brushRef="#br0" timeOffset="150124.34">19503 14230 313 0,'0'3'307'0,"0"-3"-24"0,0 0-30 0,14 0-28 15,-2-2-22-15,8-3-14 0,7 0-51 0,3 1-48 16,1-4-56-16,6 0-62 0,10-5-84 0,-12 5-205 15,1-6-341-15,-3 4 152 0</inkml:trace>
  <inkml:trace contextRef="#ctx0" brushRef="#br0" timeOffset="150610.07">20311 13907 70 0,'0'0'264'0,"0"0"-7"0,0 0-7 16,0 0-7-16,0 0-13 0,0 0-13 0,0 0-8 16,0 0-17-16,0 0-19 0,0 0-23 0,0 0-15 15,16-11-14-15,-6 7-15 0,8 0-24 0,0 0-31 16,12 0-30-16,-2 2-36 16,2-1-36-16,1 0-50 0,0 2-40 0,-1 1-64 15,0-3-172-15,-10 3-407 0,-2-2 180 0</inkml:trace>
  <inkml:trace contextRef="#ctx0" brushRef="#br0" timeOffset="150757.21">20438 14059 18 0,'-2'0'264'0,"2"0"7"0,-4 5-18 0,4-5-23 15,0 0-21-15,24-5-24 0,4 3-20 0,4 0-58 0,8-2-80 16,12 0-113-16,-15-3-189 0,13-3-295 0,-13 4 130 15</inkml:trace>
  <inkml:trace contextRef="#ctx0" brushRef="#br0" timeOffset="155558.34">21733 13600 153 0,'-1'-5'274'0,"1"5"-15"0,0 0-17 0,0 0-19 0,-2-3-20 16,2 3-15-16,0 0-21 0,0 0-18 0,0 0-17 0,0 0-13 15,0 0-12-15,0 0-14 0,0 0-10 0,0 0-10 16,0 0-3-16,0 0-12 0,0 0-8 0,0 0-6 16,0 0-6-16,0 0-8 0,0 0-7 0,0 0-8 0,0 0 2 15,0 0-6-15,0 0-5 0,0 0 5 16,0 0-1-16,0 0 2 0,0 0 0 0,18 5 0 16,-8-5-2-16,2 0 3 15,6 0-2-15,0-2-2 0,1 1 0 0,1 0-2 16,-2-3 0-16,1 0 2 0,3-1-1 0,-4 4 1 15,-3-5-3-15,-2 4 6 0,0-3-4 0,-3 1-2 16,0-3 4-16,-1 3 8 0,-2 3 0 0,-2-2 6 16,-1 2-2-16,-1-1-5 0,-3 2-1 0,0-5-2 15,0 5-11-15,0 0-5 0,-24 3 3 0,6 2-2 16,-10 3-1-16,-1 3-2 0,-6 2 1 0,3 1-3 0,-14 5 0 0,10-2-4 16,-9 9 3-16,10-6-3 0,4 0 1 0,3 3 0 15,0 3-3-15,6-2 1 0,3 1 0 0,5 2 1 16,1-2 1-16,7 1 2 0,5-9-1 0,2 2 7 15,5 1 1-15,14 3 2 0,4-3 5 0,8-1 3 16,15 0-10-16,4-3-25 0,3-7-40 0,-4-3-45 16,-10-2-59-16,13-2-54 15,-15-4-184-15,-2-1-441 0,0-2 196 0</inkml:trace>
  <inkml:trace contextRef="#ctx0" brushRef="#br0" timeOffset="155843.47">22111 13936 177 0,'0'0'384'0,"0"0"-9"0,0 0-8 15,0 0-11-15,-4-3-16 0,4 3-20 0,0 0-25 16,-4-2-29-16,4 2-18 0,0 0-34 0,0 0-23 16,0 0-19-16,0 0-22 0,0 0-17 0,0 0-19 15,0 0-20-15,0 0-33 0,0 0-37 0,0 0-8 16,-1 10-14-16,1-1-2 0,0-1 6 0,1 4 6 0,2 2 0 0,-3 3-2 15,0-2-5-15,0 2-10 0,0 1-8 0,1-1-6 16,-1 0 2-16,0 0 6 0,3-6-19 0,-3 3-10 16,1-4-11-16,-1 0-11 0,4 0-18 0,-4-3-25 15,1-3-17-15,-1 3-20 0,-1-3-19 0,1 0-11 16,0-4-10-16,0 6-24 0,0-6-16 0,-4 4-37 16,-1-2-149-16,5-2-441 15,-12-6 195-15</inkml:trace>
  <inkml:trace contextRef="#ctx0" brushRef="#br0" timeOffset="156159.81">22491 13917 90 0,'0'0'188'16,"0"0"-13"-16,-8 0-5 0,8 0-13 0,0 0-5 16,0 0-12-16,0 0-10 0,0 0-17 0,23-1-10 15,-6-3-9-15,4 1-8 0,10 0-6 0,2-2-7 16,2 1-9-16,18-3-10 0,-3 0-3 0,3 2-6 15,-15-1-1-15,0 2-5 0,-7 0-18 0,-2 2-17 16,-11-1-28-16,1 1-33 0,-6 0-17 0,0 1-32 0,-4-2-26 0,-4 3-148 16,-5 0-304-16,0 0 135 0</inkml:trace>
  <inkml:trace contextRef="#ctx0" brushRef="#br0" timeOffset="156376">22750 13785 298 0,'-4'-6'335'0,"4"1"0"15,0 0 6-15,-1 2 5 0,-2-2 1 0,3 0-9 16,0 5-26-16,-1-6-26 0,1 6-31 0,0-4-30 16,0 4-30-16,0-6-26 0,0 6-46 0,0 0-47 15,0 0-20-15,0 0 3 0,0 21-14 0,1-10-4 16,3 8-11-16,0 8-2 0,-3 1-4 0,7 1-17 16,-7 2-11-16,4 1-32 15,2-1-11-15,-2 0-57 0,1-1-68 0,-2-3-78 16,0 2-91-16,-3-10-213 0,-1-5-598 15,4-5 265-15</inkml:trace>
  <inkml:trace contextRef="#ctx0" brushRef="#br0" timeOffset="157209.29">23431 13611 77 0,'-5'-2'168'0,"5"2"-17"0,0 0-13 16,0 0-16-16,0 0-13 0,0 0-7 0,0 0-16 15,-9 3-5-15,9-3-9 0,0 0-2 0,0 0-7 16,0 0-8-16,0 0 12 0,0 0-1 0,0 0 3 0,22-1-4 15,-12-1-10-15,4 2-2 0,-1-3-8 0,6-3-3 16,-1 3-2-16,-1 0-8 0,0-2 2 16,-3 0-2-16,0 1-6 15,-1 0-4-15,-4-1 4 0,1 0-9 0,-1 1 5 16,-1-3 2-16,1 6 5 0,-4-3 4 0,0 1 8 16,0 0 2-16,-2 0-2 0,-2 1-8 0,-1 2-2 15,0 0-8-15,0 0 1 0,-9-5-8 0,0 8-5 16,-5-1 9-16,-5 4-3 0,1 0 0 0,-7 6-4 15,-3 2-4-15,-1 2 0 0,0 0-2 0,1 4-6 0,0 0 0 16,2 3-4-16,3 0 3 0,1 3-1 0,8-1-1 0,-2-3-1 16,5 6 5-16,4-3-1 0,9-6 0 0,1 7 6 15,7-3-3-15,9-1 4 0,5-6 5 0,6 1 4 16,7-3-37-16,12 0-51 0,-11-8-79 0,2 0-226 16,10-3-407-16,-15-6 180 0</inkml:trace>
  <inkml:trace contextRef="#ctx0" brushRef="#br0" timeOffset="157594.71">23694 13868 163 0,'0'0'210'0,"0"0"-22"0,0 0-26 0,0 0-13 15,0 0-19-15,0 0-12 0,23 3-12 0,-14-2-15 0,-4-1-10 16,2 3-8-16,2 2-5 0,0 0-12 0,0 2-6 0,-2 1-9 16,-2 1-7-16,1 0-6 0,-3 2-5 0,1 1-4 15,-3 0 1-15,-1 5-7 0,-2-3 2 0,-6 3-2 16,-1 0 1-16,2 0-1 0,-4 0-4 0,1-2 2 15,0 1-8-15,0-3 2 0,2-4 3 0,3 1-6 16,0-5 1-16,1 2-1 0,0-1 5 0,1-2 2 16,0 0-3-16,2 0 10 15,1 0 14-15,0-4 9 0,10 5 5 0,0-5-10 16,8 0-1-16,2-3-7 0,7 3-15 0,5-1-40 16,-2-3-52-16,4-2-77 0,-2 0-160 0,2-3-345 15,1-1 152-15</inkml:trace>
  <inkml:trace contextRef="#ctx0" brushRef="#br0" timeOffset="158126.96">24156 13627 78 0,'5'-1'166'16,"5"-3"-12"-16,3 0-19 0,0 4-7 0,4 0-21 16,1 1-3-16,4 3-11 0,-3-1-8 0,-1 0-11 15,1 6 2-15,-1-3-11 0,-1 3-7 0,-3 0-5 0,0 2-9 0,-4 3-6 16,-1 0 1-16,-4 1-7 0,-1 2-4 15,-4 1-4-15,-4 2 1 0,-3-1 7 0,-4 3-12 0,0 3 0 16,-2-8-6-16,-2 2 1 0,-2-3 1 0,4-1-5 16,-1-3 20-16,1-1 6 0,4-2 6 0,-1-4 9 15,1 2 8-15,4-2 18 0,1-1 29 0,-1-1 33 16,2-2 36 0,-1 0 46-16,4-1 11 0,0 0-17 0,-2-9-24 0,6 0-18 15,6 0-22-15,1-5-17 0,6-6-10 16,4-1-15-16,1 0-24 0,1-1 6 0,-3 3-9 15,4 0-16-15,-1 3-15 0,-7 1 8 0,-4 3-7 16,3 3 0-16,-5-1-13 0,1 3 0 0,-7 2-12 0,1 1-6 16,0 1-20-16,0-1-18 0,-1 2-32 0,0 1-12 15,-4 1-4-15,0 0 3 0,5 7 5 0,-6 0 8 0,1 1-3 16,-4 2 2-16,4-1 1 0,-4 3 5 0,3 1 12 16,1 1-7-16,-3 3 1 0,3 0-3 0,3-2-15 15,-2-4-7-15,2 2-24 0,3-2-25 0,-1-1-41 16,4 1-52-16,0-6-61 0,0 0-247 0,8-4-555 15,-6 1 246-15</inkml:trace>
  <inkml:trace contextRef="#ctx0" brushRef="#br0" timeOffset="158380.87">24729 13437 102 0,'0'0'209'0,"0"0"-21"16,0 0-20-16,0 0-13 0,13 13-5 0,-1-1-7 16,-1 5-1-16,7 5-6 0,1 4-6 0,0 2-5 15,2 2-5-15,1 14-5 0,-3-1-8 0,-8-9-5 16,-2 3-9-16,0 10-8 0,-6 0-7 0,-5-13-5 16,-3 1-8-16,-5-2-8 0,-5 1-4 0,-8 9-14 15,-8-5-16-15,-2-2-24 0,-7-3-30 0,-11-5-42 0,-8-1-57 16,-29 4-62-16,-6-7-181 0,0-11-402 0,2-4 178 0</inkml:trace>
  <inkml:trace contextRef="#ctx0" brushRef="#br0" timeOffset="158929">21369 13450 50 0,'0'0'176'16,"0"0"-17"-16,0 0-19 0,-6 9-13 0,-1 5-16 16,-5 9-8-16,-4 4-9 0,0 6-6 0,-5 20-5 15,0 0-6-15,-8 31 0 0,5-29 8 0,3 24-19 0,10-25-7 0,4-1-8 16,3 0-2-16,6 0-6 0,7-5-1 0,6-4-2 15,13-3 1-15,4-4 11 0,15-6-11 0,11-7 0 16,35 1-4-16,3-9-43 0,2-7-75 0,4-8-227 16,2-4-333-16,-3-9 148 0</inkml:trace>
  <inkml:trace contextRef="#ctx0" brushRef="#br0" timeOffset="159984.84">25147 13849 59 0,'0'0'194'0,"0"0"-24"16,0 0-2-16,0 0-16 0,0 0-12 0,0 0-15 15,0 0-11-15,0 0-11 0,0 0-17 0,18-8-3 0,-6 4-7 0,0 0-3 16,5-1-9-16,1-2-5 0,1-1-6 0,-1 3-7 16,6-7-3-16,-5 2-7 0,1 0 4 0,-4 1 5 15,11-6 12-15,-13 3 3 0,4 2 2 0,-4-2-7 16,0-2 5-16,-2 1 0 0,-3 2-2 0,2-2 1 16,-5 1 0-16,-2 1-4 0,1 1-4 0,-2 0-5 15,-2 2-5-15,-2 1-7 16,-3 0-6-16,0 5-6 0,-5-4-3 0,-2 4 14 0,-2 2-6 0,-5 1-1 15,-1 3 0-15,-3 1-13 0,-5 7 1 0,1 0-4 16,-1 3 1-16,2 2-7 0,1 0-4 0,4 2 0 16,1 1 0-16,2-1-1 0,8-1 0 0,0 7-1 15,3-7 1-15,3 3 4 0,8-3 4 0,4 7 0 16,10-3 3-16,7-2-3 0,3-3-12 0,10-7-38 16,14 2-69-16,5-5-89 0,-1-7-231 0,3-5-467 15,0-2 208-15</inkml:trace>
  <inkml:trace contextRef="#ctx0" brushRef="#br0" timeOffset="161287.81">25680 13186 143 0,'0'-4'181'15,"1"1"-13"-15,1 0-19 0,3 1-14 0,-1-1-18 0,2-1-11 0,0 2-11 16,3 1-12-16,0-2-7 0,3 1-4 0,-1 4-10 16,3-1-5-16,-4 1-14 0,2-1 3 0,-1 5-13 15,2-1 0-15,-1 0-1 0,-2 4 1 0,-2-1-10 16,-2 2 1-16,3 4-3 0,-3 1-3 0,-4-1-1 0,-1 7 1 15,-5 4 8-15,-1-7-2 0,-4 8-1 16,-5-2-2-16,-1 0 0 16,-2-1-4-16,-1-1-2 0,1 0-2 0,6-7-4 15,0-2 0-15,-1-1 1 0,4-1-5 0,3-2 2 16,-4-2-5-16,5-1 2 0,1-1 0 0,-2-2 2 16,2 1 3-16,0 0 19 0,2-2 23 0,1-2 21 15,7 4 11-15,-1-1 1 0,5-3-8 0,2 0-6 16,10 0-8-16,5-3-5 0,-1 2-7 0,4-3-5 15,-3 3-25-15,3-2-35 0,-5 0-43 0,1-2-57 0,1 0-51 0,-10 3-227 16,0-3-425-16,-5 1 188 0</inkml:trace>
  <inkml:trace contextRef="#ctx0" brushRef="#br0" timeOffset="161720.22">26122 13232 134 0,'7'-7'234'15,"0"-1"-23"-15,1 3-23 0,3 1-19 0,2 1-20 0,0 1-15 16,-2 0-13-16,2 2-14 0,1 3-16 0,-1 1-1 16,0 0-9-16,-2 4-11 0,-3 0-8 0,5 1-10 0,-8 1-2 15,3 4-6-15,-2 3-7 0,-2-2-3 0,-4 3-2 16,-1-1-2-16,-3 1-6 0,-1 1 0 0,-3 0-4 15,0-2 0-15,1-2-2 0,-4-1 0 0,6 3-3 16,-5-8-1-16,5-1 2 0,-3 0 0 0,4-4 8 16,1 1 12-16,1-2 17 0,-2 2 29 0,3-3 29 15,-4 0 28-15,5-2 2 16,0 0-13-16,0 0-16 0,12-14-11 0,-5 7-9 16,6-6-10-16,1-2-8 0,3-4-8 0,2-2-13 15,0 0 0-15,2-1-2 0,-1 1-7 0,-5 7-8 16,-1 0 13-16,-1 4 6 0,-3 3-15 0,-3 0-4 15,-1 2-6-15,-2 0-11 0,-1 2-20 0,1 1-26 16,-4 2-7-16,0 0 0 0,8 7 5 0,-8 2-1 16,0 0 1-16,-1 9-1 0,-2 0 6 0,3 8 2 0,0-2-2 0,0 4 7 15,4-3-1-15,1 2-9 0,4-2-18 0,5-1-29 16,4 0-45-16,4-3-80 0,6-3-340 0,1-6-583 16,3 0 259-16</inkml:trace>
  <inkml:trace contextRef="#ctx0" brushRef="#br0" timeOffset="162352.81">27176 13704 122 0,'0'0'121'0,"0"0"-9"0,0 0-4 16,0 0-12-16,0 0-5 0,0 0-1 0,0 0-2 15,0 0 1-15,0 0-1 0,0 0 2 0,0 0 19 16,0 0-1-16,0 0 5 0,0 0-4 0,0 0-4 0,14-3-10 15,-2 3-8-15,6-4-15 0,1 1 1 0,12-2-8 0,2-1-7 16,4 1-8-16,0-1-3 0,15-4 9 0,-2 3-4 16,-14 0-3-16,2 0-5 0,-2 2-5 0,-5 1-2 15,-10 1-6-15,-4 0-14 0,-2 0-20 0,-6 2-25 16,2-3-31-16,-5 3-23 0,-2 0-58 0,-4 1-49 16,0 0-146-16,-14-4-364 0,1 3 162 0</inkml:trace>
  <inkml:trace contextRef="#ctx0" brushRef="#br0" timeOffset="162575.47">27413 13545 77 0,'-1'-4'320'0,"1"0"-8"0,0-1-11 0,0 5-22 0,0-5-28 15,0 5-31-15,0-6-24 0,0 6-18 0,0 0-23 16,0 0-33-16,0 0-22 0,0 0-13 0,0 0-11 15,0 23-5-15,1-5-12 0,0 0-8 16,2 11-3-16,1 0-5 0,1-1-5 0,0 1 3 0,1 6-6 16,2-3-9-16,0-1-39 0,2 1-47 0,-3 1-67 15,4-6-76 1,-3 4-245-16,-2-12-484 0,-3-8 214 0</inkml:trace>
  <inkml:trace contextRef="#ctx0" brushRef="#br0" timeOffset="166701.26">28578 13280 140 0,'0'-5'223'0,"0"-2"-21"0,5 2-19 16,-4 1-23-16,3-1-13 0,0 1-16 0,4 1-15 16,3 1-14-16,-2-1-9 0,4 0-8 0,6 3-13 15,2 3-11-15,-3-2-5 0,3 5-7 0,-3 3-2 16,1-1-8-16,-2 4-7 0,2 5-2 0,0 2-6 0,-6 6 0 0,-3-7-6 15,-1 7-2-15,-1-1-2 0,-4 3 0 0,-3-3-5 16,-1 1 0-16,-4 0-1 0,-5-2 1 0,4-3-2 16,-10 2 1-16,2 1-2 0,-1-6-3 0,-3 3 0 15,3-6 4-15,2 0-3 0,-4-4 4 0,6-1 4 16,0-1-4-16,0-1 6 0,3-1 0 0,1-2 8 16,1-2 12-1,1 3 21-15,0-3 27 0,-1 1 28 0,1-1 30 0,4-2 42 16,0 0 19-16,0 0-9 0,0 0-15 0,0 0-24 15,4-17-17-15,5 11-9 0,2-9-32 0,7-5 4 16,-1 0-9-16,6-3-5 0,0-1-13 16,4-1 5-16,-7-1-24 0,3 1-11 0,1-1-2 0,-1 2-4 15,-2 4-8-15,-2 0-2 0,-6 6-1 0,-2 1-2 16,-3 5-1-16,-3 0-2 0,2 3-14 0,-4 1 10 0,2 0-21 16,-2 0-28-16,-1 2-30 0,-2 2-32 0,0 0 9 15,0 0 5-15,4 10 7 0,-6-1 7 0,-1 3 6 0,1 6 3 16,-2 1 4-16,-2-1 8 0,3 4 1 0,2 1-3 15,1-3 3-15,1 5 7 0,0-4-8 16,3-3-5-16,2 2-8 0,3 2-18 0,0-6-29 16,5-3-39-16,-1-1-64 15,6-2-82-15,-1-3-174 0,5-3-504 0,5-1 223 16</inkml:trace>
  <inkml:trace contextRef="#ctx0" brushRef="#br0" timeOffset="168505.7">29159 12933 67 0,'0'0'197'0,"2"-6"-5"0,-2 6 0 16,1-5-7-16,-1 5-5 0,1-2-9 0,1-2-17 15,-2 4-12-15,4-4-17 0,-1 1-8 0,1 2-15 16,1-2-11-16,3 1-6 0,-2-1-14 0,-1-1-1 15,3 4-15-15,4-3-6 0,-1 3-3 0,-1 0-10 16,4 0-3-16,-2 1-1 0,-2-1-6 0,4 2-3 0,-5 1-5 0,4 1-4 16,-4 1-8-16,0 0-2 0,1 2-4 0,-5-2-2 15,0 4 2-15,0 0-3 0,-3 2 1 0,-1-1 1 16,-2 3 0-16,-1-2 0 0,-1 1 1 0,-1 0 0 16,-3 0 1-16,1-2-1 0,1 0 1 0,0-1-1 15,0-1 0-15,1-2-1 0,1-1 3 0,-1 2-2 16,2-2-4-1,-1-2 4-15,1 1-6 0,-1-1 5 0,3-3 0 0,5 10 4 16,0-8-1-16,-1 2-3 0,4-1 2 0,1 0 4 16,2 3-2-16,1 0 6 0,1-2 0 0,4 2 1 15,-4-1-4-15,-1 0 3 0,-1 2-1 0,-2 0-5 16,1 0 0-16,-1 0-4 0,-1-1-1 0,-7-1 0 16,4 2 0-16,-5-1-2 0,-1 2 3 0,-6 1 17 15,0-1-16-15,-8 1-8 0,-2 2-20 0,-1-2-24 0,-9 0-36 16,7-4-39-16,0 4-53 0,-10-3-163 0,12-1-371 15,-3-1 164-15</inkml:trace>
  <inkml:trace contextRef="#ctx0" brushRef="#br0" timeOffset="169091.61">28512 13842 105 0,'0'0'111'0,"0"0"9"0,0 0-12 0,-7 4-1 16,7-4-2-16,0 0-4 0,0 0-15 0,0 0-6 16,-5 3-8-16,5-3-1 0,0 0-15 0,0 0-7 15,0 0-7-15,0 0 3 0,0 0-3 0,0 0-11 16,0 0-3-16,0 0-5 15,0 0 0-15,0 0 4 0,0 0-11 0,0 0 0 16,0 0-2-16,0 0 1 0,-2 2-2 0,2-2 3 16,0 0-1-16,0 0-3 0,0 0 10 0,0 0 6 15,0 0 5-15,0 0-1 0,0 0 17 0,0 0 4 16,0 0 4-16,0 0 9 0,0 0 0 0,0 0 1 0,28-5-4 16,0 1-6-16,8-1-6 0,20-7-1 0,6 4-4 15,38-4 7-15,4-2 6 0,3 2 5 0,7 0 4 0,-3 4 27 16,3-1-2-16,-16-1-12 0,-6 7-11 0,-33-1-8 15,-2 4-4-15,2-3-4 0,-20 3-6 0,-3 0 3 16,-2 0-17-16,-8-1-12 0,-9-2-18 16,-3 2-8-16,-5 2-10 0,1-2-8 0,-1 1-13 0,-4 0-14 15,-5 0-24-15,0 0-17 0,0 0-22 0,0 0-28 16,-23 5-23 0,6-2-37-16,-3-2-185 0,-9 2-415 0,0-1 184 15</inkml:trace>
  <inkml:trace contextRef="#ctx0" brushRef="#br0" timeOffset="169670.97">29383 13871 191 0,'0'0'220'16,"0"-7"-23"-16,0 7-24 0,-6-1-14 0,6 1-18 15,-13 1-17-15,5-1-13 0,-2 2-8 0,-3 0-19 0,2 3-9 16,-6 2-10-16,3 3-5 0,-5 0-11 0,1 1-2 16,-4 5-12-16,1 1-3 0,0 4-5 0,3-2-3 15,1 1-4-15,2 2-3 0,4 2-2 0,2-7-5 0,3 1 7 16,2 0-8-16,4-1 7 0,0 0 23 0,5 0-2 0,5 0 14 15,4-1 1-15,9-1 6 0,5-1 1 16,5-6-8-16,-1-1-3 0,7-2 1 0,-2-3-6 16,-1-1 0-16,-6-2 2 0,-9-1 21 0,-2 2 31 15,-8-2 25-15,3-2 19 0,-5-2-10 0,-1 3-18 16,-3-4-12-16,-1 0-4 16,-5 0-35-16,-6-5-10 0,-6 2-16 0,-11-2-11 15,-6 0 1-15,-2 3-8 0,-3 1 1 0,-3 4-9 16,2-2 0-16,-2 2-19 0,1 1-24 0,2 3-30 15,1 0-32-15,4 2-39 0,3-2-66 0,11 1-67 16,3 1-221-16,4 0-526 0,9-2 232 0</inkml:trace>
  <inkml:trace contextRef="#ctx0" brushRef="#br0" timeOffset="170642.31">30584 13666 65 0,'0'0'115'0,"-5"-3"-3"0,5 3 8 0,0 0-3 0,0 0-1 0,0 0 5 16,0 0 1-16,0 0-4 0,0 0-9 0,0 0 0 16,0 0 3-16,0 0-4 0,23-2-4 0,-10 1-5 15,0-1-9-15,7-3-4 0,0-2-10 0,0 2-2 16,7-2-3-16,-1-1-4 0,1-4 9 0,0 0-5 16,0 4-4-16,-1-6-22 0,-7 2 1 0,5-2 0 15,-9 1-3 1,2 1-4-16,-2-1-3 0,-1 2 1 0,-5-3 6 0,-1 4-1 15,-3 1-3-15,1-1-4 0,-4-1-10 0,0 4-3 16,-6-3-2-16,-2 6-6 0,-2-1-5 0,-2 1-3 16,-8 1 0-16,-2 6-2 0,-2-2-4 15,-7 7 1-15,1 5-3 0,-6 1-2 0,5 3-2 16,2 0-2-16,0 3 2 0,2-1-3 0,2 5 2 0,4 2-1 16,2-2 2-16,7 1-3 0,5-8 6 0,3 0 1 0,9 9 4 15,6-3 2-15,6-5-1 0,9 2 4 0,6-6-15 16,14 1-27-16,4-3-54 0,8-9-88 0,0-3-243 15,3-8-455-15,-4-1 201 0</inkml:trace>
  <inkml:trace contextRef="#ctx0" brushRef="#br0" timeOffset="171381.96">31012 12971 66 0,'4'-5'170'0,"1"4"-17"0,8 0-16 0,1-2-15 16,3 3-3-16,5 0-20 0,-1-1-9 0,9 2-3 15,-2-1-4-15,-8 3-10 0,2 4-10 0,-2-3-4 0,-2-1-6 16,0-1-3-16,-6 6-10 0,-1-1 3 0,-1 0-7 16,-1 6-10-16,-1 1-2 0,-4 3-2 0,-4 0-3 0,-5 9-2 15,-4-1-2-15,-5-1 1 0,-3 0-1 16,-1 1 0-16,-2-4-3 0,-2 1-5 0,4-1 2 15,-2 0 4-15,3-8-4 0,2 0-1 0,-2 0 4 16,6-2-5-16,0-5-3 16,4 0 7-16,2 0-2 0,0-3-4 0,-1 0 20 15,4 1 18-15,-1 0 24 0,3-4 19 0,0 0-5 16,8 4 8-16,1-1-8 0,5-3-1 0,3 1-9 16,4-1 3-16,9-1-19 0,-1 0-6 0,-1 1-6 15,4 0-3-15,-1 1-26 0,-2-2-36 0,1 1-54 16,-9-2-56-16,6 2-70 0,-8-1-179 0,-1-2-413 15,0 2 183-15</inkml:trace>
  <inkml:trace contextRef="#ctx0" brushRef="#br0" timeOffset="171883.16">31572 13004 22 0,'5'-4'248'0,"-2"-2"-23"0,4 1-23 16,-3 0-24-16,3 1-14 0,0 4-24 16,1-2-13-16,3 2-13 0,1 0-15 0,-1 2-9 0,2 0-14 0,0 3-4 15,-3 1-13-15,6 5-3 0,-10-1-17 0,8 2-2 16,-5 3 1-16,-2 2-9 0,-3 0-3 0,-2 1-1 15,-4 2-4-15,-2 5 0 0,-2-6 0 0,-3 6-5 16,-1-2 1-16,-5-3-3 0,3-3-4 0,-2 0-6 16,0-1 10-16,2-6-2 0,1 3-1 0,2-4 3 0,-1-1-1 15,6-2 5 1,-2-1 21-16,1-2 15 0,1 1 21 0,0-1 29 16,1 0 30-16,3-3 41 0,-6 2 36 0,6-2 10 15,0 0-28-15,0 0-16 0,6-15-18 0,5 1-22 16,0 0-6-16,1-1-18 0,4-7-1 0,6-2-18 15,-4-5-13-15,2 5-11 0,-1-1-9 0,-2-1-9 16,1 3 1-16,-5 0-10 0,-2 8-6 0,-4 6-4 16,-1 0-1-16,-2 3-2 0,0 1-14 0,1 0-15 0,-3 1-27 0,0 2-36 15,0-1-16-15,-2 3 8 0,0 0 3 0,-6 17 7 16,1-5 4-16,-2 6 8 0,2 10-3 0,1-2 1 16,-1 3-2-16,4 3-3 0,2-1 0 0,7 5 4 15,4-2-4-15,7-4-19 16,13 6-35-16,-2-12-71 0,23-1-118 0,-1-3-272 15,4-10-616-15,3-3 274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4-26T03:31:31.899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2370 1431 124 0,'0'0'163'16,"0"0"-8"-16,-4-1-3 0,4 1-4 0,0 0-14 16,0 0-5-1,0 0-8-15,0 0-3 0,0 0-5 0,0 0-7 16,0 0-4-16,0 0-4 0,0 0-8 0,-8 0-8 15,8 0-2-15,0 0-1 0,0 0-9 0,0 0-7 16,0 0-4-16,0 0-6 0,0 0-3 0,0 0 1 16,0 0-4-16,0 0 3 0,-1-4-4 0,1 4-1 15,0 0-3-15,0 0 0 0,0 0-8 0,0 0 5 16,0 0-10-16,0 0 2 0,0 0-6 0,0 0 1 0,0 0-5 0,0 0 0 16,0 0-7-16,0 0 3 0,0 0 0 0,0 0-7 15,0 0 1-15,0 0-2 0,0 0 0 0,0 0 2 16,0 0-5-16,0 0-4 0,0 0 1 0,0 0 1 15,0 0 2-15,0 0-5 0,0 0 5 0,0 0-3 16,0 0-3-16,0 0 0 0,0 0-5 16,0 0 5-16,5 10-3 0,-5-10 5 0,0 0-4 0,4 4 1 0,1-3 1 15,8-1 0-15,5 3 1 0,9-3 1 0,7-3-4 16,21 3 4-16,5 0 30 0,3-1-7 0,2 5 3 16,27-7-8-16,-32 2 4 0,0-4-4 0,-2 4-2 15,-1-2-1-15,-5 2-3 0,-16-2 5 0,-3 3-2 16,2-3-3-16,-7 5 3 0,-6-1-5 0,-7-2 2 15,-1 1-14-15,-2 1 10 16,-5-2-1-16,1-1-2 0,-8 2-5 16,12 0-16-16,-12 0-6 0,0 0-11 0,0 0-8 15,0 0-9-15,0 0-23 0,0 0-27 0,-31 11-19 16,12-7-46-16,2 2-43 0,-5 0-207 0,2-5-446 16,3 2 198-16</inkml:trace>
  <inkml:trace contextRef="#ctx0" brushRef="#br0" timeOffset="516.89">2817 1494 171 0,'0'-8'343'0,"0"8"-12"16,0 0-13-16,-1-9-12 0,1 9-24 0,0-8-11 15,-3 4-23-15,3 4-29 0,3-5 5 0,-3 5-22 16,0 0-22-16,-3-7-19 0,3 7-21 0,0 0-32 15,0 0-6-15,0 0-31 0,0 0-22 0,0 0-14 16,0 0-14-16,0 0 1 0,-6 33 3 0,2-13-3 16,-1 9-4-1,1 3-6-15,-1 2-2 0,0 0 2 0,-3 1-4 16,4 0 2-16,2 1-3 0,-1-2-2 0,3-3 5 16,-1 3-15-16,5-5 11 0,-4 0 4 0,2-4 4 15,1-6-4-15,-3-4 1 0,0-2-2 0,0 0-4 16,0-4 2-16,1-1 3 0,-1-1 2 0,0-1-1 15,4-2 2-15,-4 1 3 0,0-5 12 0,0 7-1 16,0-7 16-16,0 5 6 0,0-5-5 0,0 0 10 0,0 0 2 0,0 4 5 16,0-4-2-16,0 0-8 0,0 0-7 0,0 0-3 15,0 0-13-15,1 5 0 0,-1-5-19 0,0 0-24 16,0 0-29-16,0 0-40 0,0 0-53 16,0 0-93-16,0 0-102 0,0 0-310 0,8-16-696 15,-3 13 308-15</inkml:trace>
  <inkml:trace contextRef="#ctx0" brushRef="#br0" timeOffset="2120.92">3166 1739 202 0,'0'0'231'0,"0"0"-3"0,-3-5-6 0,3 5-10 16,0-4-9-16,0 4-4 0,0 0-15 0,0-6-9 16,0 6-9-16,-1-3-20 15,1 3-14-15,0 0-16 0,0 0-11 16,0 0-12-16,0 0-16 0,-2-4-6 0,2 4-18 16,0 0-27-16,0 0-11 0,0 0-5 0,0 0-2 15,10 14 0-15,-4-9-7 0,-2 5 0 0,1 0-5 16,0 2 1-16,3 0-5 0,2 0-2 0,-1 5 27 15,0-6-7-15,4 3-4 0,-4-6-9 0,0 1-3 16,1 0-3-16,-2-2-1 0,-2-2 1 0,4 0-1 0,0-1 6 0,1-1 1 16,-5-3-3-16,2 0-2 0,-1-3 15 0,1 2 11 15,0-5 11-15,-2-1 12 0,2-3 9 0,-1 0 13 16,1 1 0-16,-3-3 12 0,1 3-6 0,1-4 2 16,-2 5 11-16,-1-2 12 0,-3 5-7 0,3-2 14 15,0 2-12-15,-2-1-10 0,2 3-7 0,-4 3-9 16,4-8-14-1,-4 8-7-15,0-4-22 0,0 4-37 0,4 0-17 16,-4 0-25-16,0 0-3 0,1 9-2 0,3 1 3 16,-3 1-1-16,2 5 1 0,-2 4 11 0,2 7 4 15,-2 3 7-15,-1 0 4 0,1 4 5 0,3 1 5 16,-8 0 6-16,4-1 4 0,0 11 5 0,-1-9 1 16,1-1 2-16,0-2 3 0,-1-3-2 15,-2-2 0-15,2-3 2 0,-3-5 5 0,0-1-15 0,0-2 17 0,-1-2-4 16,-1-5 5-16,0 1 6 0,-3-5-6 0,2 1 16 15,-7-2 5-15,-1-2-17 0,-6-3 21 0,1-2 3 16,1 1 9-16,-3-3 4 0,2-3 1 0,-1 0 1 16,-2-8-4-16,5 3-2 0,4-2-2 0,-4-7-5 15,4-4 1-15,5-2-17 0,0-4-9 0,6 1 0 16,4 1-5-16,1 0 1 0,6 1-2 0,5 3-1 0,0 1 0 16,7 2-10-16,-1 0-3 0,3 1-6 0,6 2-6 0,0 1-10 15,4-2-7-15,0 2-2 0,5 1-1 16,9-4-1-16,-10 5-6 0,10-6 13 0,-13 5 1 15,-1 0 5-15,-4 0 1 0,0 1 6 0,-5 1 1 16,-5 3-1-16,-1-1 23 0,-4 0 13 0,-3 1 18 16,0-3 14-16,-4 4-1 15,1 2 22-15,-2-3 7 0,0 0 14 0,-1 1 4 16,-2 3 8-16,0 0 6 0,0 2 1 0,-2 0-5 16,1 0-3-16,1 1-10 0,-2 5 4 15,1-8-12-15,0 5-12 0,-1 3-2 0,2-8-14 0,-2 8-1 16,0-5-8-16,0 5-3 0,0 0-8 0,0 0-14 15,0 0-22-15,0 0-19 0,0 0-38 0,0 0-24 16,0 0-8-16,0 0 7 0,-4 18 15 0,0 0 0 0,-3 10 11 16,-1 4 7-16,-3 17 9 0,-2-1 0 0,1 1 8 15,-1 1 7-15,3-1-1 0,1 0 0 0,-3-3 6 16,7 1 9-16,3-13 4 0,-2-2 4 0,4 2 4 16,0-4 9-16,1-1 2 0,-1-1 1 0,5-1 8 15,-5-11 3-15,0 0-3 0,1-4-8 0,2-1 11 16,-3-1-8-1,0-3 5-15,1-2 6 0,-1-5-7 0,-1 9 12 0,1-9-1 16,1 5 2-16,-1-5 2 0,0 0-10 0,0 0 11 16,3 7-2-16,-3-7-3 0,0 0-29 0,0 0-35 15,0 0-52-15,0 0-31 0,0-21-52 0,0 9-71 16,1-5-93-16,-1 0-235 0,3-1-619 16,-2 0 275-16</inkml:trace>
  <inkml:trace contextRef="#ctx0" brushRef="#br0" timeOffset="2475.09">3722 1924 138 0,'-2'-4'325'0,"2"4"-14"16,-2-6-16-16,2 6-26 0,0-6-8 0,0 6-27 0,0 0-24 0,0 0-18 16,5-7-20-16,-1 4-20 0,2 3-30 0,-6 0 1 15,21-2-25-15,-10 2-4 0,8 2-4 0,-2 2-14 16,2 1-6-16,-1 1-13 0,9 1-4 0,-8 0-8 15,0 2-6-15,-3 0-6 0,-1-1-5 0,0 3-6 16,-1 1-12-16,-6 0 3 0,-2-3-16 0,1 3 8 16,-6-2-6-16,0 2 5 15,-2 0 1-15,-5-4-5 0,-6 4 7 0,-3 2-8 16,-4-5 9-16,-7 3-1 0,-1-4 0 16,0 4 0-16,4-10 3 0,-5 2 6 0,2-2 0 15,6 0-1-15,0 0 3 0,2-3 6 0,4 1 1 0,1-3-9 16,3 1 9-16,1-1 1 0,1 3-5 0,3-1-1 15,5 1-11-15,-10-5-9 0,7-1-32 0,3 6-38 16,4-8-33-16,3 4-40 0,3-2-42 0,7-3-82 0,-6 4-236 16,7-4-546-16,9-1 242 0</inkml:trace>
  <inkml:trace contextRef="#ctx0" brushRef="#br0" timeOffset="3339.62">4210 2039 41 0,'0'0'218'0,"0"0"-5"0,0 0-4 16,0 0-10-16,0 0-10 0,0 0-8 0,0 0-21 15,0 0-17-15,0 0-11 0,17-10-15 0,-6 6-10 16,-1-2-16-16,8 0-8 15,-4-2-7-15,4-2-6 0,0 2-7 0,0-6 0 16,0 5 8-16,0-2 1 0,-3-3 1 0,0 5-3 16,1-6 2-16,-2 3 2 0,-4-1-4 0,-1 4 19 15,-3 0 3-15,1 1 7 0,-1 2 5 0,-3 0 2 16,-1 0-7-16,-2 0-16 0,0 1-16 0,0 5-3 16,-5-9-14-16,0 6-7 0,-4 0-7 15,-5 3-10-15,1 1 0 0,-7 4-3 0,-2 0-6 0,-2 4-2 0,-2 3 2 16,-1 3-3-16,3 2-3 0,1 2-2 0,1 2-2 15,2 3 6-15,3-2-22 0,3 1 4 0,6-4-4 16,5 0 2-16,3 1 0 0,3-1 9 0,4 0-3 16,3-2 3-16,4-2 2 0,8 2 0 0,6 3-14 15,0-7 15-15,3 0 3 0,3-6 6 0,1-2 7 16,1 0 1-16,-3-1 3 16,0-1 0-16,-2-2-1 0,-11 0 12 0,1-2 9 15,-6 0 0-15,-3 2 17 0,-12-1 4 16,16-3 9-16,-8 5 2 0,-8-2-1 0,10-3-7 15,-10 3-7-15,0 0-10 0,11-3-17 0,-11 3-22 16,0 0-34-16,7-4-86 0,-7 4-82 0,0 0-73 0,-4-10-111 16,4 10-267-16,-8-8-692 0,8 8 306 0</inkml:trace>
  <inkml:trace contextRef="#ctx0" brushRef="#br0" timeOffset="5367">4928 1765 168 0,'0'0'319'0,"-1"-5"-10"0,1 5-7 0,-1-5-23 16,1 5-16-16,-2-4-28 0,2 4-22 16,0 0-24-16,2-5-16 0,-2 5-23 0,1-5-43 15,-1 5-44-15,0 0-54 0,0 0-75 0,-3-3-74 0,3 3-82 0,0 0-171 16,0 0-424-16,0 0 189 0</inkml:trace>
  <inkml:trace contextRef="#ctx0" brushRef="#br0" timeOffset="5548.2">4932 2099 233 0,'-3'3'290'0,"3"-3"-7"0,0 0-12 16,0 5-14-16,0-5-21 0,0 0-20 0,0 0-28 16,0 0-18-16,0 0-27 0,0 0-40 0,0 0-48 15,0 0-52-15,0 0-58 0,0 0-63 0,17-9-64 16,-12 3-168-16,-1 3-377 0,5-2 168 0</inkml:trace>
  <inkml:trace contextRef="#ctx0" brushRef="#br0" timeOffset="5799.11">5375 1968 214 0,'0'0'254'0,"0"0"-10"0,-5 1-13 0,5-1-6 16,-4 1-12-16,4-1-20 0,0 0-16 0,0 0-17 0,0 0-15 0,0 0-36 15,0 0-22-15,17 0-31 0,5 0-40 0,6-1-60 16,4 1-62-16,2-5-72 0,0 2-155 15,0-2-361-15,4 2 160 0</inkml:trace>
  <inkml:trace contextRef="#ctx0" brushRef="#br0" timeOffset="6516.69">6252 1644 15 0,'0'0'184'0,"0"0"-12"0,0 0-19 0,-4-5-14 15,4 5-15-15,0 0-10 0,-4-2-14 0,4 2-4 16,-9-1-20-16,9 1-4 0,-10 3-15 0,4-1-3 16,-2-1-8-16,-1 3 3 0,-4 0-7 0,2 5-6 0,-6 0-5 0,1 2-1 15,0 2-8-15,-4 7 4 0,1-1-9 0,-2 2 7 16,2 1-2-16,1 1 3 0,0 0 2 0,5-2-7 15,2-5-2-15,2 1 0 0,0-2-5 0,4-1 3 16,-1 6-1-16,3-6-2 0,-1 2 18 0,4-3 7 16,2 4 6-16,-1-5 6 0,3 0 10 15,3-2 10-15,5 4 3 16,1-2 3-16,8 3 3 0,1-5-4 0,2 2-6 16,7-6-6-16,-3 0-5 0,4 0-8 0,-5-3-1 15,1-5-7-15,-2 0 7 0,-6-3 6 0,0 0 7 16,0-1 0-16,0-2 0 0,-2-2 3 0,-1-5-9 15,-5 2-3-15,5-9-8 0,-4-1-10 0,-1-4-4 16,-4-1-4-16,1-2-7 0,-8 0 0 0,-1 1-9 16,-1 2 3-16,-3-3-7 0,-1 6 0 0,-4 0-10 0,-4 2-2 0,3 5-4 15,-3 0-5-15,-1 5-6 0,0-2-8 0,-1 4-15 16,6 2-21-16,-1 1-39 0,1 1-41 0,1 2-62 16,3 0-62-16,0 3-161 0,1-1-463 0,4 2 206 15</inkml:trace>
  <inkml:trace contextRef="#ctx0" brushRef="#br0" timeOffset="7334.49">6735 1636 179 0,'0'0'209'0,"0"0"-6"16,0 0-18-16,-4 8-10 0,4-8-16 0,0 0-18 16,0 0-14-16,0 0-10 0,17 0-13 0,-5 0-11 15,1 0-9-15,9-2-10 16,1 2-7-16,5-1-4 0,-1-3-13 0,1 2-8 16,3 1-17-16,-11 2-8 0,10-4-20 0,-11 5-4 15,0-6-10-15,-5 4-6 0,-3-2-7 0,1 1 0 16,-2 1-6-16,-6-3-1 0,1 1-20 0,-5 2-10 15,0 0 6-15,0 0 7 0,-23-4 14 0,5 3-5 16,-2-1 4-16,-1 4 1 0,-8-2 0 16,2 1 12-16,-4-4-6 0,3 5 17 0,7-2-5 0,-2 1 13 0,6-1 12 15,-2 4 8-15,6-4-2 0,0 2-1 0,3-2-2 16,4 3 1-16,-2-3-6 0,2 1 3 0,0 1 1 16,0-2-8-16,6 0 4 0,-5 0 1 0,5 0-4 15,-9 2 10-15,9-2-8 0,0 0 5 0,-6 2 0 16,6-2 2-16,0 0-6 0,0 0 7 0,-4 1-3 15,4-1-6-15,0 0 4 0,0 0-2 0,0 0-2 0,-3 6 9 0,3-3 9 16,0-3-4-16,4 6 6 0,-4-2 0 16,4 1 4-16,-3 0 0 0,6 1 13 0,0 3-2 0,0 0 0 15,2 1 13-15,1 2 3 0,5 2 5 0,4 3 1 16,-1 2-6-16,3 1-1 0,-3-3-1 0,-1 5-1 16,5-7-5-16,-4 3 2 0,0-3-9 0,0 4-1 15,-8-4-6 1,3-1 2-16,-3 2-6 0,-1-2 1 0,-3-3-7 15,-2 2 0-15,-1-4 0 0,-4 1-2 0,-2 0-3 16,-1 1 6-16,-5-1-2 0,-6 1-1 0,2-5-4 16,-6 4 4-16,1-5-4 0,-2 0 1 0,-1-1-2 15,3-1 14-15,-2-3 14 0,7 0 11 0,0 0 12 16,3 0 18-16,-1-3 17 0,2 1 14 0,9 2 27 16,-12-5 13-16,9 4 10 0,0-3-17 0,3 4-15 0,-4-6-14 0,4 6-11 15,10-11-17-15,-2 6-13 0,1-2-9 0,9 2-5 16,1 1-31-16,6-1-26 0,-3 3-34 15,6-1-31-15,0 1-39 0,-5 2-51 0,7 0-62 0,-2 0-66 16,-10 2-294-16,2-1-621 0,-7-1 274 0</inkml:trace>
  <inkml:trace contextRef="#ctx0" brushRef="#br0" timeOffset="8440.34">2732 2625 144 0,'-10'0'167'0,"10"0"-3"0,0 0-12 16,-6-3-7-16,6 3-13 0,0 0-6 0,0 0-10 16,0 0-6-16,0 0-11 0,0 0-7 0,0 0-7 0,0 0-13 0,-6 3-7 15,6-3-6-15,0 0-4 0,0 0-3 0,0 0-8 16,0 0-4-16,0 0-8 0,0 0 2 16,0 0-4-16,0 0-6 0,18 2-2 0,-11-2 2 15,6 2-2-15,-3-4-4 0,8 4 0 0,5-2 0 0,7 2-3 16,3-2-1-16,1 0-4 0,5 0 0 0,0-1 4 15,16 2-5 1,5-2 0-16,0-2-1 0,4 3 5 0,1-1-6 16,27 2 3-16,-29-1-6 0,28 0 1 0,-30 3 0 15,3-4-2-15,3 2 3 0,25-2-3 0,-31 3 1 16,5 1 0-16,-2-1-2 0,28 0 1 0,-28-1 1 16,2 1 1-16,29-2 0 0,-28 0-1 0,28 2 3 15,-32-1 1-15,26-1 0 0,-30 2 1 0,9-4-4 16,-6 1 7-16,1 0 1 0,1 3-3 0,-1-2-1 0,-1-1 7 15,0 2-1-15,3-2 0 0,0 1 4 0,1-2 5 0,1-1-1 16,-2 4 1-16,24-1-4 0,-30 2 3 0,5-2-2 16,4 0-1-16,28-2 3 0,-31 4-7 15,27-1-2-15,1-2-1 0,-2 1 1 0,-25-2-3 16,29 6 1-16,-31-3-5 0,28 1 4 0,-30-2-3 16,4 0-3-16,0-2 2 0,-2 1 4 0,1 2-6 0,-4-3 0 0,1 1 1 15,-4 1-3-15,-4-3 0 0,-3 4 2 0,-12-1 2 16,0-1 4-16,-3 1-2 0,-2-1 5 0,-2 2 2 15,0-3-1-15,-1 3 4 0,-4-4 3 0,-10 3 1 16,-2 0 3-16,-2-3 10 0,-2 6-3 16,-2-6 1-16,-9 3 6 0,12 0-6 0,-12 0 1 0,10 0-1 15,-10 0-4 1,0 0-5-16,9 0 7 0,-9 0-15 0,0 0 1 16,0 0-7-16,0 0 0 0,0 0 1 0,0 0 0 0,10 0-10 15,-10 0-11-15,0 0-13 0,0 0-25 0,0 0-26 16,0 0-31-16,0 0-38 0,0 0-52 0,0 0-34 15,0 0-202-15,0 0-465 0,0 0 206 0</inkml:trace>
  <inkml:trace contextRef="#ctx0" brushRef="#br0" timeOffset="16108.81">3005 3979 78 0,'-3'-5'111'16,"3"5"6"-16,-1-4 9 0,1 4 17 0,0-4-12 16,0 4-14-16,0-6-8 0,0 6 3 0,0-5 7 15,0 5 7-15,0-3-5 0,0 3 6 0,-1-7-5 16,1 7 3-16,-3-4-5 0,3 1 2 0,0 3-5 16,0-5 7-16,-1 0-4 0,1 5 1 0,0-5-10 0,0 5-7 15,1-5 0-15,-1 5-8 0,-1-4-16 0,1 4-3 16,0 0-17-16,0-5-1 0,0 5-15 0,0 0-31 15,0 0-31-15,0 0-24 0,0 0-1 0,-3 15 8 16,2-4-2-16,-5 15 8 0,-1 3 2 0,2 6 31 16,-4 0 2-16,-3 16 4 0,4-5-3 0,1-11 4 15,1 0-4-15,0-2 3 0,1-1-5 0,0 0 1 0,1-2 1 0,2-3 2 16,0-8-1-16,-1 2-1 0,2-3 0 0,-2-7 2 16,2 2-2-16,1-2-4 0,-2-5 2 0,2-1 6 15,0 2 3-15,-2-3 2 0,2 1 8 0,0-2 7 16,0-3 5-16,-1 5 8 0,1-5-3 0,0 4 12 15,0-4-12-15,0 0 2 0,0 0-17 0,-1 4 10 16,1-4-1-16,0 0-24 16,0 0-45-16,0 0-45 0,0 0-44 15,0 0-46-15,0 0-54 0,-3-16-73 0,3 16-153 16,0-12-486-16,2 7 215 0</inkml:trace>
  <inkml:trace contextRef="#ctx0" brushRef="#br0" timeOffset="16625.74">2928 4466 67 0,'0'0'145'0,"0"0"-9"0,-7 0-6 0,7 0-13 0,0 0-9 0,0 0-9 15,0 0-9-15,0 0-8 0,-8 2-3 0,8-2-20 16,0 0 8-16,0 0-10 0,-1 5 6 0,1-5-3 15,0 0 7-15,0 0-4 0,0 0 4 0,0 0-7 16,0 0-1-16,0 0 0 0,0 0 3 0,0 0-6 16,0 0 6-16,25-3-9 0,-9 1 1 0,5-3-9 15,14 3-3 1,2-2-3-16,2-1 2 0,14-1-6 0,3 3-3 16,-5-3-3-16,-15 4 9 0,5-1-20 0,-3 0 2 15,-2-2-1-15,-3 3 0 0,-1 1-2 0,-5 0-1 16,-8 1 0-16,-6 0-2 0,-1-2-2 0,-4 2 1 15,0 0 0-15,-2-1 6 0,0 1-1 0,-6 0 2 16,8-3 3-16,-8 3-4 0,0 0 1 0,6 3-9 16,-6-3-13-16,0 0-10 0,0 0-13 0,-21 4-22 0,13-2-22 0,1-1-37 15,7-1-38-15,-18 1-54 0,13 1-140 0,5-2-366 16,-13 1 162-16</inkml:trace>
  <inkml:trace contextRef="#ctx0" brushRef="#br0" timeOffset="17443.3">3653 4442 166 0,'0'1'171'0,"0"-1"-8"0,0 0-10 15,0 0-18-15,0 0-6 0,0 0-5 0,0 0-12 16,0 0-10-16,0 0-8 0,0 0-10 0,0 0-9 15,0 0-9-15,0 0-5 0,24-8-9 0,-10 5-7 16,-1 1-6-16,5-1-8 0,0 0-3 0,1-3-10 16,0 1-5-16,0-1-1 0,0 1-6 0,2-3-1 15,-5 2 0-15,2-2-1 16,-1 2-1-16,-3 0 4 0,-5 1 6 0,0-4 12 16,0 2 13-16,-2 1 18 0,-4-1 9 15,2 3 1-15,-1-3 4 0,-4 0-3 0,0 2-6 16,-1-2-11-16,-2 2-4 0,-3-1-8 0,-4 2-2 15,-2 1-7-15,-4-1-2 0,-1 4-4 0,-4 0-1 0,2 0-5 16,-3 2 0-16,-7 2-4 0,1 1 0 0,0 2-4 16,1 4-2-16,2-1-1 0,1 2-2 0,1 4-1 0,7-3-2 15,3 1-2-15,-1-1 4 0,3 3 0 0,3 0 1 16,3-5 1-16,3 6-1 0,2-5 1 0,4 5 1 16,4-3-1-16,2-1 4 0,8 0 4 0,0-2 1 15,9-4 0-15,6 0-2 0,7-3-1 0,11-5 0 16,2 0-4-16,4-3 2 0,-1-6-1 0,-3 2-1 15,-3-4 1-15,3-2-2 0,-6-1 3 0,-11 1 0 0,-3 0-2 0,0-3-3 16,-1 0 0-16,-1-5 0 0,0 0-6 0,-6-4 1 16,-1-1-6-16,-6-3 0 0,0 0 2 15,-4 1 10-15,-2-1 12 0,-5 0 15 0,-1 5 21 16,-3 5 16-16,-3 3 14 0,2 0 12 0,-1 6 5 0,-2 0 6 16,-1 2-4-16,2 2-1 0,0 1-13 0,0 2-19 15,0 2-12 1,-1-4-23-16,1 6-33 0,0 0-7 0,0 0-1 15,-5 12 3-15,0-1 0 0,0 5 1 0,-5 11-3 16,1 0 1-16,1 4 3 0,-2 1 3 0,2 0 1 16,0-1-17-16,2 0 17 0,1-2-2 0,1 2 9 15,0-5-9-15,4-8 3 0,-1 0 1 0,1-2 0 16,-1 0 3-16,1-3-1 0,0-3 3 0,1-1-5 16,-2-2-16-16,2-2 13 0,-1 0-5 0,0 0-4 0,0-5-3 0,0 0 3 15,0 7-5-15,0-7-9 0,0 0-17 0,0 0-57 16,0 0-84-16,0 0-45 0,0 0-55 0,0 0-224 15,-6-24-544-15,3 14 242 0</inkml:trace>
  <inkml:trace contextRef="#ctx0" brushRef="#br0" timeOffset="17743.93">4210 4279 254 0,'-4'1'257'0,"4"-1"-18"15,-7 2-12-15,7-2-6 0,0 0-8 0,-4 0-17 0,4 0-13 16,0 0-5-16,0 0-21 0,0 0-19 0,38-2-8 16,-5 1-15-16,4-1-11 0,17-2-13 0,-2-2-4 15,7 3-11-15,-4 1-8 0,-1-2-9 0,-16 4 0 16,-2-2-11-16,-2-1 1 0,-3 2-9 15,-11-1-3-15,-2 2-3 16,-2 0-5-16,-6 0-3 0,0 0-10 0,-2 0 8 16,-3-2-7-16,-5 2 3 0,10 0-9 0,-10 0-17 15,8-2-19-15,-8 2-22 0,0 0-23 0,0 0-29 16,0 0-45-16,0 0-67 0,0 0-257 0,0 0-505 16,0 0 225-16</inkml:trace>
  <inkml:trace contextRef="#ctx0" brushRef="#br0" timeOffset="19201.04">6387 3837 122 0,'0'0'169'0,"4"-3"-10"16,-4 3 7-16,0 0-10 0,1-4-6 0,-1 4-12 16,0 0-7-16,2-3-13 0,-2 3-11 0,1-3-12 15,-1 3-8-15,0 0-7 0,0 0-12 0,0 0-4 16,0 0-8-16,0 0-11 0,-18 5-1 0,9 0-6 15,-2 2-3-15,-6 3-2 0,-5 5-8 0,-2 2 0 16,2 5-4-16,-5 0 0 0,2 1-3 0,-1 1-2 16,2 5 0-16,-8 7-4 0,12-7 0 0,-2 1-4 0,3-1 2 0,2 0-2 15,2-2 0-15,2 1 3 0,3-4-3 16,1-2 0-16,5-2-1 0,-1-2 2 0,1 0 0 16,4-1 3-16,1 0 2 0,5-1 0 0,0-1 2 0,-1-5 5 15,6 2 0-15,2-2 0 0,4 0 2 0,0-2 2 16,2-2-5-16,0 1-1 0,1-3-2 0,1 0 0 15,-2-3-4 1,1 1 3-16,-2-2-2 0,-5-2 2 0,6 1-4 16,-7-3 5-16,-2 0 7 0,0-2 2 0,-5 1 3 15,2-1-5-15,-3 0 4 0,-2-1-4 0,2 1-1 16,-4-1-4-16,-4-3-7 0,-1 0-4 0,0-1-6 16,-4 0-2-16,-5 2-3 0,1-3-2 0,-3 2 0 15,0 1-8-15,-3 1 1 0,2 0 0 0,1 3 3 16,0 0-8-16,-3-1 4 0,8 2-1 0,-2-1 0 0,4 3 0 0,0 0 4 15,3-1 2-15,1 2-8 0,1-2-7 0,4 3-3 16,-8-2 1-16,8 2-2 0,0 0-5 0,0 0-5 16,18-4 4-16,-5 3-10 0,3 0-3 0,7-2-4 15,5 0-6-15,3-2 5 0,2 3-16 0,2 0-6 16,-2-1 8-16,3-1 2 0,0 3 1 0,-2-2 2 16,-2 0 6-1,0 2 11-15,-1-4 4 0,-11 5-10 0,9-3 13 16,-13 1 5-16,-1 0 7 0,2 0 19 0,-8-1 12 0,0 3 21 15,-3 0 11-15,1-2 13 0,-2 0 8 0,-1 1 4 16,-4 1 3-16,7-3-3 0,-7 3-13 16,3-1-3-16,-3 1-3 0,0 0-8 0,0 0-4 15,0 0-3-15,0 0-6 0,-18-3-2 0,18 3-7 16,-13 3 4-16,5-2-4 0,-3 2-2 0,1 2-1 0,-4-1-1 0,-2 4-3 16,1-1-2-16,1 3-3 0,-1 0 1 0,-1 0 0 15,2 0-1-15,0 2-1 0,2 1 3 0,1 1-6 16,2-3 0-16,0 1 2 0,2-3-1 0,4 3 7 15,0-1 5-15,2 1-1 0,2-1 7 0,1-2 5 16,4 0 10-16,4 0 9 0,4 0 8 0,4-2-2 16,0-1-1-16,13-1-5 0,0-2-2 0,-2 4-6 0,2-7-3 0,-2 3-3 15,-7-1-2-15,7-2-2 0,-10 2-3 0,-1-1-2 16,-4-1 2-16,-2 0-1 0,-2 0 9 0,0-1 7 16,-2 1 6-16,-3-2 2 0,-5 2 4 0,10 0 3 15,-10 0-5-15,5-1-4 0,-5 1-3 16,0 0-13-16,0 0-13 0,7 0-10 0,-7 0-28 15,0-4-66-15,0 4-36 0,0 0-35 16,0 0-32-16,-12-9-23 0,8 6-211 16,3-2-463-16,1 5 205 0</inkml:trace>
  <inkml:trace contextRef="#ctx0" brushRef="#br0" timeOffset="19817.73">7122 4016 101 0,'5'0'138'0,"3"0"-17"16,5 0 0-16,-2 1-13 0,1-1-19 0,-1 4 3 0,2 0-8 16,0 1-8-16,-2-2-4 0,1 3-4 0,-2 4-12 15,0-2-9-15,-2 2 13 0,0 0-7 0,-2 1 1 16,-1 0-11-16,-2 2 1 0,-3 0-6 0,-3 2-6 15,-2 2-2-15,-3-2-3 0,-1 1 0 0,-2 0-4 16,-3-2 11-16,1-1-8 0,-2-1 1 0,1-2 5 16,1-3 2-16,4 0 4 0,-3-1 3 0,2-1 3 0,5-1 0 0,-3-1 12 15,6 0 8-15,-2-1 20 0,0 0 23 0,4-2 20 16,-9 1 14-16,9-1-14 0,0 0-20 16,0 0-12-16,4-11-9 0,6 3-11 0,-2 0-10 15,7-5-8-15,1-2-11 0,4-2-11 0,1-3-5 16,0 2 4-16,-2-2-9 0,-2 7-9 0,0 2 2 15,-5-1 0-15,4-1-3 16,-3 4-2-16,-1 0-2 0,-4 2 5 0,-2 2-4 16,1-1 0-16,-5 4 1 0,6-1-5 0,-4 1 1 15,-2-1-8-15,-2 3-10 0,4-2-14 0,-4 2 0 16,0 0-1-16,0 0 5 0,0 0 1 0,-4 15 1 16,3-4 0-16,-3 0 5 0,0 0 10 0,2 5-10 15,-2 0 4-15,3 1 1 0,-2 0 8 0,3-1-23 16,0-3-16-16,4-1-17 0,0 1-18 0,-2-2-26 0,2-1-39 0,1-2-53 15,3 1-52-15,0-6-157 0,2 1-433 0,-1-4 192 16</inkml:trace>
  <inkml:trace contextRef="#ctx0" brushRef="#br0" timeOffset="20065.14">7535 3923 175 0,'0'0'193'0,"0"0"-15"15,0 0-5-15,0 0-9 0,15 8-6 0,-10-1-11 16,4 3-12-16,4 3-7 0,1 3-11 0,5 6-7 0,-5 0-12 0,-1 4-2 16,1 1-11-16,-2-2-4 0,-2 1-8 0,-2 0-7 15,-5 3-5-15,-4-2-6 0,-1 0-10 0,-5-4-18 16,-4 2-12-16,-2-1-18 0,-7 0-19 0,-2-5-36 15,-4-1-40-15,-2-4-56 0,-4 0-188 16,-3-4-369-16,-1-4 165 0</inkml:trace>
  <inkml:trace contextRef="#ctx0" brushRef="#br0" timeOffset="20466.18">7162 3838 67 0,'-12'5'161'0,"-7"-2"-13"16,1 6-15-16,-5 4-12 0,0 2 0 0,-2 6-9 16,-2 1-3-16,0 4-10 15,-10 12-4-15,5 0-6 0,9-9-4 0,1 2 1 16,0-2-3-16,7 0-1 0,4 3-4 0,3-3 0 15,2-1-2-15,4-2-7 0,9-1-2 0,-1-7-5 16,10 6 3-16,5-5-9 0,7 0-15 0,8-5-34 16,16 1-49-16,5-3-62 0,4-2-76 0,-1-6-131 15,-1-3-337-15,-3-2 150 0</inkml:trace>
  <inkml:trace contextRef="#ctx0" brushRef="#br0" timeOffset="20920.64">8006 4175 177 0,'-2'3'221'0,"2"-3"-8"0,0 0-12 0,0 0-7 15,0 0-12-15,0 0-16 0,0 0-15 0,0 0-17 16,0 0-15-16,22 0-10 0,-11 0-11 0,3 0-9 16,7-3-13-16,0 2-23 15,9-1-26-15,0 4-33 0,0-4-43 16,0 2-40-16,0-1-48 0,-11 1-55 0,-4-1-98 15,3-1-314-15,-4 1 139 0</inkml:trace>
  <inkml:trace contextRef="#ctx0" brushRef="#br0" timeOffset="21067.78">8010 4337 175 0,'-1'1'199'0,"-2"2"7"0,3-3-18 16,0 0-17-16,21 1-15 0,-2 2-18 0,12-6-31 15,1 2-48-15,2-1-78 0,3 0-75 0,-4-2-121 16,-1 1-232-16,3-4 103 0</inkml:trace>
  <inkml:trace contextRef="#ctx0" brushRef="#br0" timeOffset="23642.87">8965 3967 145 0,'1'-6'147'0,"2"2"-7"15,-3 4-15-15,6-4-7 0,-2 1-8 0,2 2-11 16,1-2-10-16,4 1-14 0,-1 0-3 0,3 3-10 0,1 0-3 16,-1 1-5-16,2 1 1 0,3 4-6 0,3 3-4 15,-5 1-4-15,6 4-3 0,-4 0-5 16,0 6-5-16,-3-3 1 15,-2 7-2-15,-2-3-1 0,-3 1-3 0,-5-2-6 16,-1 4 3-16,-6-2-2 0,2-3-5 0,-5 0 2 16,1-1 0-16,-8 4-3 0,2-6 1 0,0-2-4 15,-1-1 5-15,-8 5-5 0,9-6 2 0,-2-6 9 16,-2 3 5-16,2-4-5 0,1 0 6 0,-2 1 1 16,4-2 4-16,2-2 10 0,-2 1 19 0,6-3 14 0,1 2 19 0,4-3 21 15,-7-2-9-15,7 2-9 0,-5-4-9 0,5 1-15 16,1-4-10-16,4-3-4 0,3 1-9 0,6-6-9 15,5-4-8-15,1-5-8 0,6 2-5 0,-2-3-4 16,1 2-3-16,1-2-2 0,2 0-1 0,-1 4-5 16,1-2 2-16,-1 1-5 0,-1 2 2 0,-4 3-2 15,-2-1 3-15,-4 4 1 0,-4 0 0 0,-3 7 9 16,0-3 8 0,-3 5-6-16,-1 2 0 0,1-3-1 0,-3 2-4 0,-1 0 5 15,-2 4-18-15,6-1 0 0,-6 1-4 16,0 0 1-16,0 0-1 0,-17 15-1 0,6-4 6 15,-3 5-6-15,-3 6 1 0,-2 0 3 0,0 2-5 16,6 0 4-16,-2 0 0 0,3 1 2 0,7-8-1 16,1 2 4-16,3-2-2 0,1 2 2 0,4-3 2 15,2-3 2-15,7 1 3 0,5-3-10 0,10 1-23 0,5-3-44 0,7-1-62 16,16-7-84-16,-1-2-239 0,0-2-493 0,-5-2 218 16</inkml:trace>
  <inkml:trace contextRef="#ctx0" brushRef="#br0" timeOffset="24313.46">10158 3846 163 0,'0'0'225'16,"0"-5"-14"-16,1 2-9 0,-1 3-15 0,3-4-18 15,-3 4-15-15,0 0-19 0,0 0-16 0,0 0-15 16,0 0-14-16,0 0-9 0,0 0-12 0,0 0-13 15,-4 17-3-15,3-5-7 0,-4 8-2 0,1 3-5 16,-1 5-4-16,1 0-3 16,-4 5-5-16,3-3 1 0,2 2-3 0,-3-1 1 15,3-3-7-15,1 1 4 0,1-3-7 0,0-8 4 16,1 2-5-16,1-3 2 0,0-1 3 0,-1-3-7 16,2-4 6-16,-2 1-7 0,2-4-3 0,-2 2 5 15,0-3-3-15,0 1 0 0,1-2-8 0,2 1-9 16,-3-2-3-16,1-1-11 0,-1-2-11 0,0 0-41 15,0 0-83-15,0 0-63 0,0 0-121 0,9-14-366 0,-8 7 161 0</inkml:trace>
  <inkml:trace contextRef="#ctx0" brushRef="#br0" timeOffset="24661.05">10424 3849 33 0,'0'-3'265'16,"0"0"-19"-16,4 0-16 0,-4 3-21 0,1-3-21 15,-1 3-19-15,0 0-22 0,0 0-17 0,0 0-16 16,0 0-13-16,0 0-12 16,0 0-13-16,3 14-5 0,-6-2-7 0,3 7-6 15,0 0-7-15,-5 7-3 0,4 2-4 0,-3 1-2 16,0 0-5-16,3 0-5 0,-3 0-1 15,0-4-3-15,3-4 0 0,-2 3-6 0,2-6 1 16,-2 1-3-16,1-2 0 0,2-5-7 0,0-1 1 0,-1-2 2 16,1-1 0-16,0 0-3 0,0-1 0 0,0-2 0 15,-3-2-2-15,3 1 5 0,0-4-7 0,0 8 6 0,-1-5 0 16,1-3 7-16,0 4-8 0,0-4 0 0,0 0-15 16,0 0-13-16,0 0-25 0,0 0-62 0,0 0-69 15,0 0-33-15,0 0-181 0,-13-13-416 0,9 7 184 16</inkml:trace>
  <inkml:trace contextRef="#ctx0" brushRef="#br0" timeOffset="24861.53">10171 4118 7 0,'-5'2'277'0,"5"-2"-12"15,0 0-14-15,-8 1-7 0,8-1-16 0,-5 1-19 0,5-1-15 16,0 0-20-16,0 0-11 0,0 0-21 0,27-5-19 16,-4 2-21-16,8 0-33 0,3-2-45 0,17-1-41 15,-11 4-62-15,2-3-70 0,-5 1-223 0,0 0-402 16,-4-2 179-16</inkml:trace>
  <inkml:trace contextRef="#ctx0" brushRef="#br0" timeOffset="25431.79">10841 3957 117 0,'6'-1'147'0,"3"1"-7"0,-1 1-12 0,2-1-8 0,1 2-18 16,0 0-4-16,-1 0-10 0,1 2-13 0,1 1-3 16,-3-2-4-16,1 4-17 0,-1 1-2 0,-1-2 0 15,-2 3-5-15,0 2-7 0,-1-2 0 0,-2 3 1 16,0 2-6-16,-3 2-12 0,-2 0 12 0,-2-1-2 15,-3 0-4-15,-1 0-6 0,-1-1 6 0,0 0-8 16,-1 0 4-16,2-4 3 16,-1-1 6-16,-1 1 0 0,5-4-2 0,-1 0 2 15,1 0 10-15,2-2-4 0,-1-1 2 0,2 0 9 16,-1 0 17-16,-2 0 25 0,5-3 21 16,-4 2 26-16,4-2-11 0,0 0-5 0,0 0-23 15,3-11-13-15,3 4-8 0,2-5-9 0,2-1-9 16,4-1-9-16,4-7-11 0,-2 1-9 0,1-3-7 0,1 4-2 15,-4 3-3-15,-3 1-2 0,1 1 1 0,-2 1 5 0,2 4-8 16,-6-1 4-16,-2 5-1 0,1-1-1 0,-1 0-2 16,1 4 0-16,-1-2-8 0,-3 0-5 0,3 3-13 15,-4 1-2-15,0 0 0 0,0 0-1 0,5 9 3 16,-5-4-4-16,3 4 6 0,-3 6-2 0,0-5 5 16,1 8 1-16,-5-1 0 0,4-1 9 0,3 0-14 15,-3 1-10-15,0 0-16 16,1-2-10-16,-1-3-21 0,4 0-26 0,-2-2-21 15,2-1-52-15,-1-2-34 0,0 0-215 0,1-4-448 16,3-1 198-16</inkml:trace>
  <inkml:trace contextRef="#ctx0" brushRef="#br0" timeOffset="25679.05">11242 3880 222 0,'0'-5'206'0,"0"5"-23"0,0 0-15 16,0 0-22-16,0 0-17 0,0 0-13 0,15 9-4 15,-7 2-12-15,-3 0-2 0,8 4-4 0,-4-1-8 0,1 8-4 0,0-5-8 16,-1 10-5-16,-2-3-6 0,-2 2-7 0,-1-1-4 16,-4-1-2-16,2 1-4 0,-6-5-3 0,2 1-11 15,-5-3-8-15,-1 0-16 0,-5 5-11 0,-3-7-25 16,2-2-38-16,-4-3-47 0,-5 1-50 15,-4-4-152-15,8-3-341 0,-9-1 152 0</inkml:trace>
  <inkml:trace contextRef="#ctx0" brushRef="#br0" timeOffset="26017.6">10915 3759 81 0,'-12'7'134'0,"5"-2"-12"0,-2 5-14 15,-8 3-2-15,-2 5-5 0,2 7 3 16,-6 1-1-16,4 6-5 0,-10 7-1 0,2 0-5 16,9-7-5-16,4 0-6 0,1-1-3 0,3 0-4 15,2-1 6-15,3-2-3 0,5-1 0 0,4 0 2 16,5-4-3-16,4-1 0 0,6-3-3 0,8-1-16 16,7 0-46-16,17-1-84 0,3-4-108 0,2-8-122 0,-1-4-329 0,-4-1 145 15</inkml:trace>
  <inkml:trace contextRef="#ctx0" brushRef="#br0" timeOffset="28122.99">12446 3896 12 0,'3'-4'143'0,"-1"1"-2"0,-1-2-12 0,-1 5 0 15,0 0-11-15,0-4 1 0,0 4-13 0,0 0-14 16,-1-5-11-16,1 5-9 0,0 0-4 0,-8 0-8 16,8 0-5-16,-19 5-1 0,7-3-11 0,-5 1-1 15,1 5-8-15,-4 0-6 0,-2 1 5 0,0 5-7 16,-1 0-2-16,-1 3 10 0,1-1-14 0,5 0-2 0,-1 5-2 0,3-7 0 15,3 2 0-15,2 0-3 0,2 1 2 0,2-3-4 16,-1 1-3-16,7-3 5 0,1 1 16 0,1-1 0 16,3 0 9-16,1-3 2 0,8-1 0 0,2 4-3 15,13-7 2-15,-1 1-6 0,5 0-2 0,1-5-4 16,-1-2-6-16,0 1 2 0,0-7-2 0,-2 2-2 16,-2-4-4-16,-3 1-2 0,-3 0-1 0,-5-4-4 0,-1 0-4 15,-6 1 3-15,0-3-6 0,-2-1-1 0,-3 4-1 0,-2-5 1 16,-3 5 0-16,-4-6-2 0,0 8-1 0,-4-4 0 15,1 4-6-15,-6-3 7 0,-1 3-4 0,1 3-1 16,0 2-3-16,-4-1-1 0,1 0-10 16,2 2-12-16,1 0-11 0,1 3-24 0,3-1-29 15,-3-2-24-15,5 5-28 16,7-2-133-16,-12 0-305 0,8-2 136 0</inkml:trace>
  <inkml:trace contextRef="#ctx0" brushRef="#br0" timeOffset="28600.53">12842 3830 146 0,'15'7'139'0,"2"2"-18"16,0 4 2-16,-1-1-8 0,6 6-11 0,-1 2-9 0,-4-1-10 15,-2 3-8-15,-1 0-4 0,-1 1-5 16,-5-5-8-16,-2 2-2 0,-2 6-10 0,-1-8 1 0,-2 1-9 16,-1-2-9-16,-4 0-2 0,0-4 13 0,-1-2 13 15,1-2 7-15,-6 0 2 0,1 1-6 0,0-4 7 16,-5 1 9-16,3-5 20 0,4 0 11 16,-6-4 12-16,6 0 8 0,-1-4-2 0,3 0 4 15,-1-6-10-15,3 0-11 0,3-7-13 0,6 0-9 16,3-8-10-16,4 0-4 0,6-3-15 0,3 0-23 0,11-5-20 15,3-2-12-15,-8 11-6 0,-1 2-12 0,4 5-21 0,-3-1-22 16,-4 3-32-16,-2 2-49 0,-6 6-61 0,-3 2-57 16,0 0-140-16,-4 1-431 0,-4 2 191 0</inkml:trace>
  <inkml:trace contextRef="#ctx0" brushRef="#br0" timeOffset="29810.12">14005 3776 30 0,'0'0'158'0,"10"-5"-15"0,-4 5-13 0,-1 0-12 0,6 0-13 16,1-3-8-16,1 6-10 0,1-3-8 0,3 4-11 15,-1 2-6-15,1-2-3 0,2 6-7 0,-1 0-4 16,-4 2-5-16,-1 1-6 0,-2 2-2 0,0 0-4 15,-4 3 3-15,2 0-12 0,-4 2 7 0,-3 6-6 16,0-1-1-16,-4-1 1 0,-4 1-1 0,1 1-3 16,-5-9-1-1,-1 7 0-15,0-7-5 0,-1-1 9 0,0 0-1 16,-2-2 6-16,1 2 4 0,-2-4 1 0,5-2 0 0,-2 1 1 16,5-5 5-16,-1 2-9 0,-1-3 5 0,2-1-5 15,1-1-3-15,1 1 0 0,3-1-7 0,-4 0 19 16,6-3 18-16,-4 3 14 0,4-3 15 0,-3 4 12 15,3-4 15-15,0 0-8 0,0 0-11 0,0 0-13 16,7-11-9-16,-1 5-8 0,1-2-4 0,3-3-5 0,3-3-5 16,6-4-6-16,2-2-6 0,-2 0-6 0,4-1-2 15,1 0-5-15,-2 0-5 0,4-1-2 0,-5-2 0 16,2 3-4-16,-5 0-1 0,5 1-2 0,-3 3 2 16,-5 3-6-16,-1-1 0 0,-4 8 1 0,-1-3 2 15,1 2 9-15,-2 0 9 0,-1-2 4 0,-1 6 4 16,-3 0-6-16,1 1-7 0,1-5 0 0,-5 6-6 0,3-1-4 0,-3 3-12 15,2-1-19-15,-2 1-2 0,0 0-2 0,0 0 4 16,-9 18 1-16,1-6 5 0,-4 5-4 0,2 0 6 16,-7 5 0-16,-1 2 0 0,7-1 2 0,0-1 1 15,3 3 1-15,0 0 2 0,3-8 2 16,2 1-1-16,3 0 5 0,0-1 10 0,4-5-13 16,5 2 5-16,2 2 1 15,5-6-3-15,11 2-20 0,5-1-38 0,6-5-50 16,13-3-67-16,8-3-79 0,-6-4-209 0,2-7-500 15,-5 4 222-15</inkml:trace>
  <inkml:trace contextRef="#ctx0" brushRef="#br0" timeOffset="30543.12">14711 3546 25 0,'0'-4'264'16,"0"4"-11"-1,0 0-20-15,0-5-18 0,0 5-20 0,0 0-18 16,1-3-19-16,-1 3-21 0,0 0-15 0,0 0-15 15,0 0-13-15,0 0-20 0,0 0-10 0,0 0-7 16,0 0-6-16,3 12-7 0,-3-4-8 0,-3 1 0 16,2 1-5-16,1 1 0 0,-3 2-4 0,1 6-1 15,1-3-6-15,-2 2 0 0,2-1-3 0,-2 0 2 16,2-5 3-16,1 2-5 0,0-2-1 0,0-2-3 0,0-3-1 16,-2 0 4-16,0-2-2 0,2-1 6 0,0 0 20 0,0-4 39 15,0 0 30-15,0 7 26 16,0-7 1-16,0 0-14 0,0 0-13 0,15-12-12 0,-5 5-8 15,2-3-9-15,5 0-9 0,-4-1-7 0,2 3-5 16,-6-1-14-16,3 3-4 0,-2 0 2 0,-4 1 4 0,-1 2-19 16,0 1-5-1,1-1-4-15,-2 2-25 0,-4 1 1 0,11 1-13 16,-5 2-6-16,2-1-7 0,1 3-1 0,0 4-6 16,0-1-13-16,2 4-12 0,-1 2-27 0,-1 1-39 15,4 2-53-15,-4-2-61 0,0 2-289 16,0-8-575-16,-3 1 255 0</inkml:trace>
  <inkml:trace contextRef="#ctx0" brushRef="#br0" timeOffset="40430.57">15303 3633 64 0,'0'0'110'0,"0"0"-17"0,0 0 14 16,0-5 4-16,0 5-5 0,0 0 1 0,0 0 3 0,0 0-8 0,0 0 7 15,0 0 6-15,0-5-5 0,0 5 3 16,0 0 6-16,0 0-10 0,1-5-5 0,-1 5-4 15,0 0-1-15,0 0-7 0,3-3-3 0,-3 3 2 16,2-2-13-16,-2 2-9 0,0 0-4 0,0 0-8 16,0 0-5-16,0 0-11 0,0 0-6 0,0 0-11 0,0 0-17 15,0 0-4 1,0 0-1-16,-1 12-4 0,1-4 1 0,-3 4-4 16,-2 5 1-16,-1 9-1 0,-1 4 2 0,0 7 3 15,-1-3-1-15,0 0-1 0,2 3-1 0,-3-2 4 16,3 1 2-16,2-3 2 0,3 15-1 0,-1-15 0 0,-2-1 0 15,3-3-2-15,-1-3 4 0,-1-5-3 0,2-3-3 16,-3-2 6-16,4-3 0 0,0-2-4 0,-1-4 1 16,0 3 1-16,1-4-1 0,0 1 2 0,0-3 3 0,0 1 4 15,0 0 2-15,-2-3 7 0,2-2 8 0,0 5 10 16,0-5 6-16,2 4 2 0,-2-4 5 16,0 0 9-16,0 0-4 0,0 0-8 0,0 0-4 0,0 0-30 15,0 0-24-15,0 0-22 0,0 0-31 0,7-13-28 16,-2 8-41-16,-1-1-39 0,1-2-40 0,3-1-194 15,-3 1-437-15,4-2 194 0</inkml:trace>
  <inkml:trace contextRef="#ctx0" brushRef="#br0" timeOffset="40825.1">15612 3674 3 0,'0'-4'250'16,"0"0"-11"-16,0 0-18 0,0 4-22 0,0-5-33 16,0 5-11-16,0 0-23 0,0 0-19 0,0 0-12 0,0 0-13 15,-1 17-10-15,-2-4-10 0,-1 3-7 0,3 11-4 16,-3-1-5-16,-1 3-5 0,2 2-6 0,2 2-3 0,0 0-5 15,-3-2 0-15,3 2-5 0,-2-4 0 0,3 1-4 16,-1-2 1-16,1-2-2 0,0-8-10 0,-1 0 6 16,1-2-2-16,0 0 1 0,0-5-5 15,0-3 0-15,1 3 1 16,-1-5 5-16,0-1-6 0,0 1 0 0,0-2-1 16,0 0-3-16,0-4 7 0,0 5-2 0,0-5 5 15,0 5-7-15,0-5 1 0,1 3-1 0,-1-3-5 16,0 0-17-16,0 0-17 0,0 0-21 0,0 0-29 15,0 0-84-15,0 0-53 0,0 0-125 0,-6-11-367 16,3 7 162-16</inkml:trace>
  <inkml:trace contextRef="#ctx0" brushRef="#br0" timeOffset="41163.64">15326 3980 47 0,'0'0'213'0,"0"0"-6"0,-7 1-10 16,7-1-11-16,0 0-3 0,0 0-6 0,0 0-5 15,0 0-5-15,-8 0-16 0,8 0-14 0,0 0-16 16,0 0-7-16,0 0-16 0,0 0-8 0,30-1-11 0,-12-1-5 0,6 1-8 15,3-1-8-15,5 0-6 0,1 2-6 0,-1 0 3 16,0-1-8-16,1 1-7 0,-2 0-4 0,-3 1-6 16,-7-1 1-16,-2 1-5 0,0-1-1 0,-7 1-7 15,-1-1-19-15,-3 2-17 0,-2-2-8 0,-1 0-15 16,-5 0-21-16,10 0-22 0,-10 0 7 0,0 0-9 16,0 0-5-16,0 0-32 0,0 0-19 0,-19 2-14 0,10-2-14 15,0 0-113-15,0-2-314 0,2 0 139 0</inkml:trace>
  <inkml:trace contextRef="#ctx0" brushRef="#br0" timeOffset="41849.65">16031 3794 81 0,'8'-1'147'0,"3"2"-18"0,-3 0-8 0,4 3-8 15,0-1-12-15,0 1-8 0,-3 3-14 0,2 0 0 16,-1 2-3-16,-2 0-26 0,-2 2 8 0,1 0-9 0,-2 0-2 15,-2 1-5-15,-2 6-4 0,-2-2 0 0,-3 2-4 16,-3-1-4-16,-3-2 3 0,0 2-1 0,0-2 0 16,-4-1-4-16,0 1 0 0,-3-5 4 0,4 2 1 15,-2-3 2-15,2-2 7 0,4-2 0 0,-1 1 4 16,0 0-1-16,3-4 5 0,2 1 4 0,0 1 15 16,1-3 19-16,2 1 25 0,2-2 11 0,0 0 1 0,0 0-16 0,-7-7-12 15,11 2-12-15,-3-2-10 0,7-2-7 0,6-6-6 16,0 2-7-16,8-5-7 0,-2 0-2 0,2-1-8 15,-5 7-2-15,4-5-11 0,-4 5 1 0,0 2 4 16,-2-5-6-16,0 6-6 0,-2-4-5 0,-2 6 2 16,-2 0 3-16,1 0-1 0,-4 3-4 0,0-1-1 15,-1 2 4-15,-1 0-14 16,0 1 2-16,-4-2-10 0,0 4-10 0,5-3-6 16,-5 3-2-16,0 0 4 0,4 11-3 15,-3-7 4-15,-1 5-4 0,-1 0 9 0,1 3 4 16,0-2-4-16,0 2 6 0,-1 8 0 0,2-3 2 15,-1 0-2-15,0 0 5 0,1 1-2 0,-1-3-7 0,5 1-13 16,-2-3-20-16,-2-2-28 0,3-2-37 0,0 1-33 16,0-3-30-16,-2-2-66 0,5-3-155 0,-1-1-425 0,-1 1 188 15</inkml:trace>
  <inkml:trace contextRef="#ctx0" brushRef="#br0" timeOffset="42134.77">16435 3730 154 0,'6'-3'181'0,"-2"3"-19"15,-4 0-18-15,0 0-11 0,17 3-11 0,-12 0-2 0,5 3-11 16,2 7-8-16,-1 1-4 0,1 1-4 0,-2 2-1 0,0-1-11 15,0 10-6-15,-1-3-2 0,-4 6-6 0,0-4-5 16,-2 2-6-16,-4 0-3 0,-2-8-5 0,-4 4-4 16,-4 3-17-16,-4-2 1 0,-3-2-11 0,-5-2-8 15,0-3-13-15,-4-2-29 0,0-3-52 0,-3 2-53 16,-3-7-177-16,2-2-341 0,-1-2 151 0</inkml:trace>
  <inkml:trace contextRef="#ctx0" brushRef="#br0" timeOffset="42651.74">16191 3498 118 0,'-4'-4'135'0,"4"4"-8"16,-6-1-16-16,6 1-11 0,-12 2-16 0,2 2-5 16,-2 3-5-16,-4 4-15 0,-7 4-3 15,-3 4-8-15,-2 5-3 0,-12 7-9 0,4 2 1 16,-2 5 5-16,1 2-7 0,4 5 6 0,0-2 1 16,2-2 6-16,3 2 1 0,8-9 17 0,6-2 2 15,0-3 8-15,3 0 12 0,5-3 1 0,1 1-1 0,5-8 0 16,6-1 1-16,3 0 1 0,10 1-1 0,7-1-3 0,3-5-10 15,7 1-3-15,0 0-5 0,1-4-6 0,0-2-6 16,-2-2-2-16,-5-3-8 0,1 1-2 0,-12-1 2 16,0-2-3-16,-5 0-2 0,-2-1-3 0,-5 3 2 15,1-3-9-15,-3 1-5 0,0-1-1 0,-5 0-5 16,9 2-20-16,-9-2-19 0,5 0-19 0,-5 0-65 16,0 0-61-16,0 0-62 15,0 0-195-15,-21-8-455 0,15 5 202 0</inkml:trace>
  <inkml:trace contextRef="#ctx0" brushRef="#br0" timeOffset="46037.5">17286 4106 30 0,'4'-3'229'0,"-4"3"-3"0,0 0-10 0,0 0-10 15,2-4-13-15,-2 4-18 0,0 0-17 0,0 0-15 16,0 0-19-16,0 0-9 0,0 0-28 0,0 0-15 0,0 0-16 16,0 0-11-16,0 0-4 0,-5 11-9 0,2-5-1 15,-3 2 0-15,-1 2-9 0,0-1 2 0,-5 5-6 16,0 0-13-16,0-2-6 0,-3 2-21 0,2 0-17 16,-2-1-29-16,0 1-31 0,-2-2-39 0,4-2-48 15,-2-3-102-15,3-3-312 0,1-1 138 0</inkml:trace>
  <inkml:trace contextRef="#ctx0" brushRef="#br0" timeOffset="46238.05">17209 3913 197 0,'0'-4'246'15,"0"4"-20"-15,-2-3-28 0,2 3-21 0,0 0-22 16,0-5-39-16,0 5-41 0,0 0-21 0,0 0-23 16,0 0-26-16,0 0-58 0,6 12-35 0,-2-7-136 15,2 0-242-15,6-2 108 0</inkml:trace>
  <inkml:trace contextRef="#ctx0" brushRef="#br0" timeOffset="47641.2">18387 3794 22 0,'0'0'179'0,"0"-6"-1"0,4 1 3 0,-4 2-4 16,0-2 1-16,4 1 2 0,-4-1-1 0,0 1 0 16,4 1-1-16,-4 3-4 0,1-5 2 0,3 1-11 15,-4 4-13-15,0-5-9 0,0 5-26 0,0 0-10 0,1-6-17 0,-1 6-19 16,0 0-26-16,0 0-7 0,0 0-6 0,-1 13-3 15,1-2-2-15,-1 6 0 0,-3-1-6 0,-2 10-3 16,0-2-1-16,1 5 1 0,-1 0-2 0,2 0-2 16,0-1 8-16,2-2-8 0,-1 0-2 0,-1-9 0 15,4 0-2-15,-1-1 1 0,2-4-8 0,-1-2 0 16,0 0-3-16,0-3 0 16,0-2 6-16,0-1 22 0,2-1 27 0,-2-3 11 15,0 0-4-15,0 0-5 0,11-9-11 0,-1 0 0 16,-1-3-7-16,0-4 0 0,5 0-7 0,-1-4-9 15,5 0-4-15,-4-2 4 0,-5 6-1 16,5 3 4-16,-5 0-4 0,-3 3 1 0,2 2-5 16,-3 2 0-16,0-1-1 0,-1 2-12 0,0 2 0 0,-1 0-3 15,-3 3 5-15,8 0-13 0,-1 4-4 0,-2 2 3 0,3 2-4 16,4 2 1-16,-1 1 2 0,0 3 6 0,3 2-9 16,0 4 2-16,0-2 5 0,-1 3 1 0,5 1 0 15,-4-7 3-15,-1-1 0 0,1-1 0 0,-6-4 9 16,2 0-3-16,-1-1-7 0,-3-2 6 0,-2 1 7 15,1-4 18-15,-1-1 42 0,0-1 39 0,-4-1-6 16,10-3-12-16,-4-3-11 16,2-1 1-16,-2-4 7 0,3-3-1 0,-1-3-10 15,2-1-12-15,-5-7-7 0,3-4-2 0,-2 0-12 16,3 0 0-16,-4 0-9 0,-1 0-5 0,0 2-4 16,1 7 3-16,-5 1 1 0,3 1 1 0,-2 3 2 15,-1 2-4-15,0 3 13 0,0 3 4 0,0-1-6 16,0 3-10-16,0-1-3 0,0 0-5 0,0 2-19 15,0 4-22-15,0-6-31 0,0 6-22 0,0-3-39 0,0 3-27 16,0 0-6-16,0 0 13 0,0 0 14 0,0 0 11 16,0 0 19-16,0 0-5 0,0 0 2 0,0 0-1 0,0 16-4 15,0-16-6-15,0 6-15 0,0-2-14 0,0-1-12 16,1 2-24-16,-1-1-19 0,4 1-37 0,0-2-23 16,-3-1-233-16,-1-2-516 0,5 2 228 15</inkml:trace>
  <inkml:trace contextRef="#ctx0" brushRef="#br0" timeOffset="48612.53">19218 3554 238 0,'1'-5'257'0,"3"1"-3"0,-4 1-1 0,2-2-1 16,-2 0-2-16,0 5-3 0,2-4-9 0,-2 4-20 15,0-4-18-15,0 4-22 0,0 0-24 0,0-4-16 16,0 4-29-16,0 0-18 0,0 0-33 0,0 0-8 15,0 0-7-15,1 14 0 0,-1-2-12 0,-1 5-6 0,-5 12-2 16,-1 3-5-16,-1 1 2 0,-4 19 1 0,2-2-1 16,-3-2-4-16,-3 0 1 0,6-2 0 0,-1-13-2 15,3-3 1-15,3 1 0 0,0-5-5 0,1-8-1 16,-1 0 3-16,4-7 0 0,-2 0 4 0,3-2 9 16,0-3 6-16,-1 0 31 0,1-1 46 0,0-5 44 15,0 5 33-15,0-5 18 0,0 0-23 0,0 0-20 0,15-17-18 0,-2 3-15 16,5-6-16-16,-2-1-15 0,4-1-20 0,0 1-15 15,-1-2-8-15,0 3-5 0,-4 6-4 0,-3-1-5 16,2 2-7-16,-5 4-4 0,-4 3-9 0,2 0 0 16,-5 2-6-16,5 1-17 0,-2 1-23 0,0 0-8 15,0-1-11-15,-5 3-1 0,13 5-10 0,-4-2-4 16,0 3-11 0,1 2-23-16,4 1-6 0,-3 6-20 0,5-5-8 15,-4 2-14-15,3 0-14 0,-1-3-11 0,-2 2-16 16,1-2-19-16,1-1-17 0,-2-1-17 0,3-1-22 0,-6 1-5 15,1-3-1-15,-1-3 8 0,0 2 9 0,-1-3 31 16,-2 1 28-16,1-1 35 0,-7 0 50 16,0 0 24-16,9-4 52 0,-8 3 25 0,-1 1 32 15,1-4 25-15,0-1 25 0,-1 5 25 0,0-4 21 0,0 4 10 0,0 0 7 16,0 0-2-16,-1-7 4 0,1 7-8 0,0 0 1 16,0-4-6-16,0 4-3 0,0 0-1 0,0 0-13 15,0 0-6-15,0 0-13 0,4-5-9 0,0 5-13 16,5-6-6-16,-4 3-4 0,5-2-13 0,3-1-4 15,0 0-7-15,3-2-2 0,2-1-7 0,0 0-2 16,1 0 2-16,-1-1-6 16,8-5-4-16,-11 6 2 0,3-3-4 0,-2 0-2 15,0-1-5-15,-1 3 1 0,-2-1 1 0,-3 1-2 16,0 3 0-16,-5-1 7 0,3-1 5 0,-5 3 11 16,3 0 1-16,-5 0-7 0,4 1-7 0,-5 2-5 15,0 3-16-15,-6-3 3 0,6 3-9 0,-19 5 0 16,2 4 0-16,1-2-2 0,-2 3 4 0,-5 5-6 15,2 0-1-15,6-1 4 0,-5 6 3 0,3 3-6 0,-1-3 1 0,5-4 2 16,4 1-20-16,3 0-6 0,0-2-12 16,4 3-12-16,2-2-16 0,0-4-25 0,8 2-32 15,-2-2-57-15,3-6-84 0,2 1-290 0,2-7-605 16,4 0 267-16</inkml:trace>
  <inkml:trace contextRef="#ctx0" brushRef="#br0" timeOffset="49013.7">20099 3759 225 0,'0'-3'385'0,"0"3"-34"16,2-5-37-16,-2 5-30 0,0 0-38 0,1-2-27 16,-1 2-16-16,0 0-30 0,0 0-21 0,16 11-14 0,-10-3-7 15,3 2-21-15,1 3-1 0,-1 1-17 0,0 1-7 0,0 2-9 16,-1 0-6-16,-2 9-11 0,-1-9 0 0,-5 4-7 15,4-1-7-15,-1-2-7 0,-3 1 1 0,-3 1-1 16,2-3-9-16,-2-4 1 0,2-3-7 16,0 1 4-16,-2-1-9 0,-1-4 4 0,4-1 1 15,-1 1 11-15,-3-3 30 0,4 0 42 0,0-3 54 0,-5 5 45 0,5-5 35 16,0 0 14-16,0 0-28 0,0 0-28 0,0-22-22 16,4 10-14-16,0-5-18 0,1-3-18 0,1-6-12 15,6-2-7-15,0-1-21 0,3 0-15 0,-1 1-7 16,1 1-6-16,-1 1-6 0,-1 4-4 0,-2 6-6 15,-1 1-5-15,2 3-6 0,-4 3-3 0,-3 2-6 16,1 5-40-16,-2-3-42 16,-1 0-48-16,-1 3-54 0,2 0-64 0,-4 2-2 15,8 0-18-15,-8 0-13 0,2 10-27 0,2 0-28 16,-4-1-48-16,1 2-35 0,-2 1-279 0,1-4-732 16,1 2 324-16</inkml:trace>
  <inkml:trace contextRef="#ctx0" brushRef="#br0" timeOffset="49452.34">20482 3904 267 0,'0'0'338'0,"0"0"-12"16,0 0-12-16,0 0-14 0,0 0-22 0,0 0-29 16,0 0-24-16,8 1-29 0,-8-1-19 0,19-4-6 15,-3 0-33-15,5 2-12 16,0-1-6-16,6-5-17 0,0 2-12 0,3-1-10 15,-4-1-13-15,0-4 6 0,3 2-17 0,-6-1-14 16,0-2 4-16,3-4-10 0,-6 2-6 0,-2 4 7 16,-6-4-8-16,1 1-3 0,-2-1-1 0,-3 3 6 15,-3 4 6-15,-1-3 21 0,0 4 10 0,-2-1-1 16,-2 1-16-16,-2 0 1 0,-1 1-21 0,-3 2-6 16,-4 0 1-16,-3 3-10 0,-5-1 0 0,-4 4-3 0,-7 0-9 0,-1 5-3 15,3 0-5-15,9 2 7 16,-6 4-7-16,1 4 0 0,3 6 7 0,-1-1-5 15,6 1 2-15,6-5-12 0,0 6 3 0,5-6 6 16,4 7-3-16,4-5 3 0,1-2 4 0,9 4 1 16,0-7 5-16,14 2 10 0,0-5-12 0,6 0 5 15,3-2-5-15,15-3 1 0,-2-2-2 0,-9 1 11 0,-3-5 2 0,-1 1 13 0,-5-4 17 16,-13 2 22-16,-6 0 23 0,1-1 9 0,-5 1 10 16,0-2-1-16,0 2-9 0,-9 0-7 0,11 0-8 15,-11 0-6-15,7 0-10 0,-7 0-8 0,5 2-16 16,-5-2-30-16,8 0-48 0,-8 0-39 0,0 0-61 15,0 0-56-15,5 1-47 0,-5-1-41 0,0 0-67 16,-15 5-395-16,9-5-799 16,6 0 354-16</inkml:trace>
  <inkml:trace contextRef="#ctx0" brushRef="#br0" timeOffset="50517.44">22337 3468 208 0,'0'-5'307'0,"3"1"-6"0,-3-3-3 0,0 2 2 0,1 0 1 15,-1 0-3-15,1 1-19 0,2 1-10 16,-3 3-25-16,1-5-25 0,-1 5-26 0,0-4-20 16,0 4-24-16,0 0-26 0,0 0-38 0,0 0-22 15,0 0-2-15,0 12-10 16,0-2-22-16,-1 6 7 0,-3 3 9 0,3 6-10 16,-3 3-3-16,0 1-3 0,0 0-4 0,-1 0-3 15,1 1 4-15,3-1-7 0,0 0 4 16,-2-1-1-16,3 0-4 0,-1-5-2 0,1-3 4 0,-4-3-8 15,4-2 1-15,0-3-4 0,0-2-1 0,-2-1 6 16,0 1 1-16,2-5-25 0,0 1 24 0,0 0 2 16,0-6 3-16,0 6-14 0,0-6-13 0,0 8-5 0,0-8-15 15,0 3-13-15,0-3-18 0,0 0-48 0,0 0-90 16,0 0-62-16,0 0-50 0,0 0-261 0,-4-20-616 16,8 11 274-16</inkml:trace>
  <inkml:trace contextRef="#ctx0" brushRef="#br0" timeOffset="50755.7">22566 3526 2235 0,'6'-13'185'0,"-3"2"21"0,-2 1-19 0,-1 0 7 15,0 1-17-15,3 2 5 0,-3 0-13 0,1 3-30 16,-1 0-31-16,0 0-5 0,0 4-19 0,1-5-19 16,-1 5-17-16,0 0-14 0,0 0-6 0,0 0-4 15,0 14-2-15,0-2 0 16,-1 5-5-16,0-2 2 0,-2 6-7 15,2 4-3-15,-2 4 4 0,2 1-1 0,-4-4-1 16,1 0 3-16,3 1-21 0,-3 2 16 0,3-3 7 16,-2-1-20-16,-1-7-10 0,3 0-28 0,-3-2-23 15,4 0-20-15,-4-3-22 0,4-4-25 0,-5 0-19 16,4-2-11-16,1 1 2 0,0-6 6 0,0-2-44 16,0 0-63-16,0 0-206 0,0 0-507 0,-13-12 225 0</inkml:trace>
  <inkml:trace contextRef="#ctx0" brushRef="#br0" timeOffset="50987.46">22402 3643 148 0,'-10'-2'226'16,"0"2"-12"-16,5-2-10 0,0 1-10 0,5 1-20 16,-9 0-11-16,1-3-11 0,8 3-8 0,0 0-9 0,-9 0-8 15,9 0 5-15,0 0-6 0,0 0-4 16,27 3-16-16,-5-3 2 0,8 0-13 0,6 0-9 15,1 0-8-15,-1 0-7 0,2 0-6 0,-3 0-13 16,-2 0-8-16,-2 0-10 0,-3 0-14 0,-8 0-19 16,0-3-10-16,-9 3-9 0,3-1-9 0,-6 1-10 0,-2-1-19 0,-6 1-28 15,9-2-59-15,-9 2-35 0,0 0-42 0,0 0-156 16,0 0-405-16,-22-8 180 0</inkml:trace>
  <inkml:trace contextRef="#ctx0" brushRef="#br0" timeOffset="51457.55">23003 3517 41 0,'4'-3'281'0,"-4"3"-26"0,9-1-27 0,-9 1-23 16,11 1-21-16,-4 1-21 0,-1-1-15 0,6 3-18 0,-2 3-3 0,-3-1-19 15,2 5-7-15,3 3-11 0,-2-2-11 0,-5 0-6 16,0 4-7-16,2 0-7 0,-6 1-3 0,-1 0-4 16,0 0-7-16,-4-1-5 0,-1 1-2 0,-1 0-3 15,-2-1-1-15,2-3 1 0,-2-2 3 16,0-1 5-16,2-2-1 0,1-1 0 0,-3-3 3 0,4 2 8 16,2-2 15-16,-2-1 27 0,4-3 37 0,-5 4 32 0,5-4 30 15,0 0 22-15,0 0-27 0,0 0-22 0,0 0-22 16,6-21-14-16,2 11-9 0,3-5-20 0,7-7-9 15,1 4-10-15,2-2-13 0,-2 2-7 0,1 1-7 16,-3 2-9-16,-3 2-3 0,0 1-1 0,-5 4-5 16,0 1-10-16,-1 1 1 0,-1 2-1 0,-3 0-9 15,1 0-6-15,-1 1-3 16,0 1-21-16,-3-1-22 0,-1 3-22 0,0 0 2 16,7 7 5-16,-6-2 10 0,-1 2 5 0,0 0-7 15,-1 5 15-15,-1 0 0 0,2 0-1 0,-2 6-8 16,2-1-19-16,-1 1-17 0,1-1-20 0,0-2-28 15,0 3-25-15,0-3-28 0,-2-2-36 0,1-3-52 16,2-2-67-16,-2-3-253 0,0-1-625 0,1-4 277 16</inkml:trace>
  <inkml:trace contextRef="#ctx0" brushRef="#br0" timeOffset="51673.34">23467 3494 33 0,'0'-3'423'0,"2"-1"-33"16,-2 4-43-16,2-5-45 0,-2 5-28 0,4-4-33 0,-4 4-30 15,0 0-20-15,0 0-24 0,10 11-21 0,-5-2-18 16,-1 0-18-16,0 8 10 0,-1-4-20 0,1 4-9 16,-1 1-20-16,-3 7 2 0,-1-4-7 0,-1 5-21 15,-2-3-21-15,-5 5-24 0,-2-2-27 0,-3-4-21 16,-4 2-29-16,-4-6-27 0,-2 4-45 0,-3-9-63 0,-2 1-278 15,-2-5-530-15,2-6 235 0</inkml:trace>
  <inkml:trace contextRef="#ctx0" brushRef="#br0" timeOffset="51958.5">23030 3338 51 0,'-9'0'209'0,"-1"0"-21"15,-2 4-15 1,-2 2-10-16,-4 3-4 0,-7 9-16 0,0 2-7 16,0-2-10-16,1 8-10 0,-3 1-6 0,2 1-5 15,-4 10-5-15,7-8-10 0,3 0-5 0,9-1-11 16,-3-2-2-16,4 2-5 0,5-2 0 0,6 3 10 15,4-2 5-15,8-2 2 0,5-3-2 0,13-2-6 16,17 5-6-16,4-6-50 0,6-9-76 0,5-1-131 16,1-8-227-16,1-2-448 0,24-2 198 0</inkml:trace>
  <inkml:trace contextRef="#ctx0" brushRef="#br0" timeOffset="52522.48">24092 3545 209 0,'0'0'362'0,"0"0"-20"16,2-3-16-16,-2 3-28 0,0 0-11 0,0 0-22 0,0 0-33 0,0 0-26 16,0 0-22-16,0 0-22 0,0 0-14 0,0 0-27 15,0 0-16-15,0 0-17 0,0 0-15 0,0 8-5 16,3 0 5-16,-6 0-24 0,3 3-9 0,0 0 8 15,0 2-12-15,-1 0-1 0,0 3-4 0,-1-3 4 16,0 4-9-16,2 0 2 0,-4-6 0 0,3 5-3 16,-2 1-5-16,2-5 6 0,0-2-1 0,-2-1-16 0,3-2-28 0,-1-2-18 15,-2-1-19-15,3 1-17 0,0-1-11 16,0-4-7-16,-5 3-41 0,5-3-78 0,-14-7-61 16,1-4-236-16,6 1-548 0,-7-5 243 0</inkml:trace>
  <inkml:trace contextRef="#ctx0" brushRef="#br0" timeOffset="52676.13">24092 3320 238 0,'1'-6'342'0,"0"1"-16"16,2 1-23-16,-2 0-32 0,0 0-23 0,1 1-25 16,-2 3-26-16,2-5-28 0,-2 5-42 0,11 3-38 15,-11-3-46-15,16 4-53 0,-7-1-56 0,-1 3-67 16,3-1-74-16,-2-1-153 0,1-1-390 0,3 3 172 0</inkml:trace>
  <inkml:trace contextRef="#ctx0" brushRef="#br0" timeOffset="53055.02">24674 3395 144 0,'4'0'368'0,"-4"0"-29"0,0 0-31 16,0 0-31-16,2-4-21 0,-2 4-37 0,0 0-23 0,0 0-20 15,0 0-40-15,0 0-4 0,0 0-13 0,0 0-12 16,-10 9-15-16,5-3-5 0,-3-2-10 0,1 2-19 0,-2 1 8 16,0 0-10-16,2 2-3 0,-1-1-9 0,0 1-4 15,-2 2-3-15,5-1-3 0,-1 1-6 0,0-1 0 16,2 1-5-16,2 0 2 0,-2 0-5 0,4 3-2 15,4-3 0-15,-2 5 0 0,4 0 4 0,3-2-5 16,0 0-6-16,2 1 3 0,1-2 1 0,0-1-6 16,0 2 3-16,1 0 2 0,-2-2-3 0,-2 0-8 0,-2-4 6 0,0 1-3 15,-3-2-4-15,-3 3 0 0,0-6 0 0,2 4-3 16,-6-3-13-16,1 3 18 0,-7-2 3 0,-6 1-2 16,-4-2-10-16,-8 2-15 0,6-3-25 0,-8 0-31 15,1 1-51-15,-2-3-64 0,11-2-94 0,0 0-215 16,1-5-542-16,7 2 239 0</inkml:trace>
  <inkml:trace contextRef="#ctx0" brushRef="#br0" timeOffset="53810.08">26042 3413 219 0,'-4'-4'208'0,"0"-1"-19"0,-2-1-14 0,-5 3 4 15,1 0-17-15,-8-1-13 0,0 4-14 0,-11 0-15 16,7 5-6-16,-7-2-17 0,1 6-11 0,1-1-8 0,0 4-8 16,-1 1-7-16,6-2-9 0,-5 5-4 0,4-1-7 15,2 1 2-15,0 2-9 0,7-3 2 0,3 1-9 16,-1 2 1-16,3-1-3 0,3 0 10 0,1-1 2 16,2-4 8-16,3 1 1 0,4-5 12 0,-3 1 7 15,3-2 6-15,3 1 12 0,2-5-4 0,3 1-2 16,5-4 1-16,1 0 1 0,1-6-4 0,-1 2 4 0,0-3-3 0,-2-3-2 15,3 1 0-15,1-2-2 0,-4-1-10 0,7-5-2 16,-2 1 4-16,-6 4 1 0,0 2 1 0,-2-2 2 16,-4 6 14-16,1-2 10 0,-2 3-4 0,-3 1-12 15,-1 2-6-15,0-3-14 0,0 4-8 0,-2-2-5 16,-2 3-15-16,6-4-21 0,-6 4 2 0,8 1-20 16,-4 2 14-1,1 1 3-15,5 2-9 0,-2-1-7 0,2 4-30 16,-1-4-30-16,8 7-34 0,-4-3-44 0,2 1-47 15,-2 0-66-15,2-1-84 0,2-3-241 0,-5-4-632 0,0-1 280 16</inkml:trace>
  <inkml:trace contextRef="#ctx0" brushRef="#br0" timeOffset="54211.13">26320 3416 311 0,'0'-6'426'15,"3"2"-25"-15,-3-2-13 0,1 4-28 0,-1 2-37 16,0-5-35-16,0 5-31 0,1-4-30 0,-1 4-28 16,0 0-25-16,0 0-34 15,0 0-23-15,0 0-19 0,0 0-11 0,0 0-13 16,-3 20-1-16,0-9-15 0,-1 4-2 16,2 1-5-16,-4 1-1 0,-2 10-11 0,1-2-4 15,-2 0 4-15,0 0-19 0,3-7 5 0,-2 0 6 0,4-3-3 16,-1-4-5-16,5-2-1 0,-4 0-3 0,4-2 4 15,-1-2 7-15,0 0 2 0,1-2 24 0,-4 1 16 16,4 0 44-16,0-4 35 0,0 0-18 0,0 0-13 0,10-8-13 16,-1-1-10-16,0 0-14 0,5-4-6 0,2-1-7 15,7-5-10-15,1 1-7 0,-3 0-9 0,1-1-3 16,-8 10-14-16,0-4 8 0,-4 4-4 0,2 1-2 16,-4 2-3-16,-2 0-12 0,-1 4-4 0,0-2 4 15,-1 1-10-15,1 0-26 0,-5 3-17 0,8-1-12 16,-8 1-21-16,10 4-20 0,-3-1-28 0,2 2-33 0,-2 3-35 0,3 1-38 15,-3 2-39-15,4-1-44 0,1 2-66 0,-6-1-306 16,3-5-737-16,1 1 326 0</inkml:trace>
  <inkml:trace contextRef="#ctx0" brushRef="#br0" timeOffset="54743.62">26732 3446 60 0,'3'-11'351'0,"0"1"-11"0,1 2-4 15,-3 1-1-15,0 1-17 0,2 0-19 0,-2 3-37 0,1-1-24 16,-1 1-38-16,0-1-35 0,-1 4-16 16,0 0-34-16,0 0-17 0,9 0-22 0,-5 5-19 15,0 1-17-15,0-2-21 0,-1 7-17 0,3-1-14 16,2 0-18-16,-2 2-8 0,1 1-17 0,2-3-7 0,-1 0-8 0,-1-1-7 16,1 0-4-16,-1-2-1 0,-1 0 6 0,4-2 6 15,-5-1 12-15,3-3 9 0,-3-1 4 0,-5 0 19 16,18-1 24-16,-13-3 14 0,0-1 22 0,4-2 17 15,-1 0 17-15,-3-2 15 0,-1 1 11 0,0-1 13 16,1 2 6-16,1-2 12 0,-1 3 9 0,-1 0 9 16,0 2-5-1,-2 1-4-15,1-2-16 0,0 3-14 0,-2-1-17 16,-1 3-27-16,5-4-36 0,-5 4-15 0,0 0 0 16,5 9-9-16,-4 2 2 0,1-1-12 0,0 6 7 15,-1 9-3-15,-2 2 0 0,-3 2-1 0,0 1 10 0,-4 4-7 16,-3 10 7-16,-4 6-7 0,0-6 4 15,2-10 4-15,-8 9-1 0,6-13-3 0,1-1 10 16,-4-2-5-16,1-2-18 0,4-8 21 0,1-3 0 0,0-2 9 0,2-3-11 16,1-1 37-16,2-4 24 0,-2-4 7 0,-2 0 7 15,11 0 3-15,-19-9 19 0,9-1 23 0,4 0 1 16,-1-7 11-16,5-9-10 0,2-1-12 0,6-6-20 16,12-9-8-16,6-1-20 0,11 0-16 0,4 3-10 15,2-2-13-15,4 6-2 0,2 3-5 0,-7 4-6 16,-9 7-1-16,-1 2 1 0,-2 3-5 0,2 0-2 0,-3 5 3 15,-8 4-2-15,-6 1-3 0,-3 3-3 0,1-1-1 16,-6 3-2-16,2-1-33 0,-3 0-31 0,-4 3-48 0,8-2-64 16,-8 2-3-16,0 0-14 0,0 0-36 0,0 0-49 15,-16 18-87-15,6-14-351 0,-3 1-773 0,3-3 342 16</inkml:trace>
  <inkml:trace contextRef="#ctx0" brushRef="#br0" timeOffset="55730.55">28297 3069 117 0,'5'-20'310'0,"-1"4"-11"0,0 3 2 0,-3 2-10 0,2 0-9 16,-2 5-26-16,0-1-27 0,0 2-22 16,1 0-23-16,0 2-19 0,-2-2-39 0,0 5-35 15,2-4-36-15,-2 4-12 0,0 0-5 0,-6 17-6 16,1 2-1-16,-5 13-8 0,-5 12 2 0,0 4-7 0,-1 4 1 15,1 3 1-15,-2 2-3 0,1-5 5 0,3 2-4 16,0-5-1-16,4-2-2 0,5-2 3 0,-1-9-5 0,1-1 2 16,0-5-1-16,4 1 6 0,-5-4-4 0,5-7-4 15,-1 5 2-15,-1-9 1 0,0-3-4 0,2-4-1 16,-1 0 7-16,-2-3 1 0,2-1 33 0,1-5 18 16,0 6 30-16,0-6 14 0,-4 4-9 0,4-4-17 15,-14-1-4-15,14 1-6 0,-22-10-6 0,5 6-18 16,-1-5 3-16,1 1-15 15,-2 2-3-15,4-2-9 0,2 4-22 0,0-1-19 16,5-1-22-16,-2 0-22 0,5 5-18 16,1 0-40-16,-1-3-37 0,1 1-45 0,4 3-57 0,0-8-52 15,4 2-234-15,0 3-581 0,2-7 257 0</inkml:trace>
  <inkml:trace contextRef="#ctx0" brushRef="#br0" timeOffset="56084.71">28041 3418 157 0,'-8'0'204'0,"8"0"-14"0,0 0-7 15,0 0-6-15,0 0-18 0,-5 2-10 0,5-2-14 0,0 0-7 16,0 0-1-16,0 0-3 0,0 0-5 0,21 1-3 16,-3-1-12-1,8-3-6-15,4 2-9 0,1 0-10 0,3-2-7 16,-2 3 25-16,0 0-7 0,-1-3-8 0,-9 2-14 16,-2 0-11-16,-1-1 8 0,-8 1-12 0,0 0-2 15,-1 1-6-15,-5 0-4 0,3 0 0 0,-3-1-5 0,-5 1-5 16,9 1-19-16,-9-1-11 0,0 0-19 15,0 0-19-15,0 0-28 0,0 0-28 0,0 0-31 16,-22 5-47-16,13-4-49 0,1-1-189 0,1 0-443 0,-1 0 196 0</inkml:trace>
  <inkml:trace contextRef="#ctx0" brushRef="#br0" timeOffset="56871.23">28647 3309 216 0,'-1'-5'425'15,"1"5"-5"-15,2-6-37 0,-2 6-39 0,0 0-35 16,2-4-27-16,-2 4-34 0,0 0-34 0,0 0-25 16,0 0-26-16,0 0-23 0,0 0-7 0,5 11-20 15,-5-3-12-15,1 2-25 0,-1 1 15 0,0 5-19 0,3 1-6 0,-3 0-2 16,0-1-8-16,0 6-3 0,1-2-8 0,0-6 1 15,2 3-4-15,-2-1-8 0,2-6-19 0,-2 1 16 16,3-1 2-16,-3-3-6 0,0-2-16 0,0 0 18 16,-1 0 5-16,2-2 30 0,-2-3 8 0,6 0-8 15,-6 0-7-15,14-8 0 0,-5 1-9 0,1 1-3 16,6-6-10-16,-2 0 1 16,-1 0-7-16,1-3-4 0,7-4-3 0,-4-1-20 15,-3 4 14-15,0 2-5 0,-5-1-1 16,1 3 4-16,-1-1-3 0,-5 6 2 0,4-1 6 15,-3 3-4-15,-1 2-1 0,-2-1-5 0,1 0-16 16,1 1-19-16,-3 0-29 0,-1 3-27 0,0 0 3 0,0 0 17 16,0 0 2-16,6 11 7 0,-6-6-8 0,2 1-5 15,3 2 2-15,1 2-9 0,0 1-3 0,2 0 0 0,0-1-8 16,3 4-7-16,3-2-22 0,0-3-19 0,2-1-12 16,2 1-12-16,-2-4 2 0,2-1-3 0,4 0 6 15,-9-3 12-15,-2-1 7 0,8-2 22 0,-2-2 7 16,-4-1 25-16,-4-3 27 0,3 1 31 0,-3-2 16 15,2-4 29-15,-3-4 14 0,0 4 24 0,-1-2 15 16,0 0 21-16,-2 2 16 0,-1 1 14 0,-1-1 2 0,1 3 17 0,-2 0-13 16,1 3 28-16,-1 2-4 0,0-1-13 0,0 2-14 15,-2 0-17-15,1 2-13 0,-1 2-14 0,3-8-18 16,-3 8-19-16,0 0-29 0,0 0-12 0,0 0-6 16,0 0-1-16,0 0 5 0,-4 18-20 0,4-7 16 15,-2 6 6-15,-2-3-6 0,1 5 3 0,-5-1-4 16,5 2 3-1,-6 6-2-15,2-2 0 0,2-5-1 0,1-1 3 16,0 0-4-16,1-5 2 0,-1-2-7 0,1 0 10 16,3-2-2-16,0-4 1 0,-1 2 0 0,0-3 18 15,1-1 24-15,0-3 31 0,-1 6 29 0,1-6 21 16,0 0-14-16,0 0-11 0,13-9-9 0,-4 1-12 16,4-2-11-16,3-1-6 0,0-3-12 0,2 3-11 15,-4-3-13-15,3 2-2 0,-3 2-6 0,-1 2-2 0,-4 0-2 0,1 2-3 16,-3 0 0-16,-1 4-6 0,-3-1-2 0,0 1-14 15,2-1-19-15,-1-1-20 0,-4 4-3 0,11 3-6 16,-6-1-11-16,2 2-17 0,3 1-30 0,0 1-35 16,-1 0-41-16,0 2-40 0,5 1-46 0,-5-2-71 15,5 1-353-15,-4-2-755 0,2-1 334 0</inkml:trace>
  <inkml:trace contextRef="#ctx0" brushRef="#br0" timeOffset="57820.2">29700 3366 292 0,'0'0'305'0,"0"0"-28"0,-1-6-17 16,1 6-27-16,0 0-25 0,1-3-20 0,-1 3-31 16,9-4-10-16,-3 3-20 0,6 1-14 0,1 0-17 15,-3 0-23-15,8 1-14 0,-5-1-12 0,4 0-4 16,0 0-12-16,2 2-4 0,-6-2-6 0,6-3-2 15,-6 1-6-15,1 1-4 0,-4-1 6 0,-1-2-8 16,1-1 5-16,-1-1-3 0,2 0 2 0,-4-1 0 0,0 0 6 0,-5 1 6 16,3-3 5-16,-2 1 16 0,-2 1-2 15,2 2 5-15,-3-2-1 0,0 0 0 0,-3 0-1 16,1 1-7-16,0 0-8 0,-3 3-9 0,0 0 3 0,-4 2-5 16,0-2-5-16,3 3-3 0,-6 3 1 0,-2 1-5 15,0 1-3-15,-2 5-1 0,3 0 2 0,-2 1-2 16,2 4 0-1,-1-1-1-15,3 3 1 0,4-1-1 0,-1 2 2 16,3 0 1-16,2 0-1 0,2-1 0 0,5 0-5 16,6-1 14-16,3 1-2 0,0-2 1 0,9 1-6 15,-5-7-5-15,10 5-2 0,-1-2-13 0,2-8-7 16,-1 0-1-16,-6-1-1 0,8-6-2 0,-3-1 8 16,-6 1-4-16,1-7 9 0,-3 0 1 0,-2-2 11 15,0-3 9-15,1-5 7 0,-1-5 12 0,0 0 9 0,-1-6-1 0,-2 0 7 16,1-2 4-16,1-15 15 0,2 3 25 0,-6 11 9 15,3 6 27-15,-5-2 18 0,0 1 21 16,-4 12 1-16,2 2 3 0,-3 3 3 0,-1 2-8 16,-3 1-14-16,4 3-22 0,-4 0-16 0,2 1-29 15,-2 5-35-15,2-5-51 0,-2 5-36 0,0 0-14 0,0 0 11 16,0 0 5 0,-8 27 0-16,3-3 0 0,-5 3-8 0,1 1 22 15,-2 5 4-15,5-3 10 0,-4 6-7 0,3-2 9 16,-2 0-4-16,2-3 10 0,2-1-3 0,0-3 1 15,0 0 5-15,4-9 1 0,-2-1-3 0,1-5 1 16,0-1-5-16,2-5-13 0,-1 2 5 0,0-1 2 16,1-2 7-16,-3 0 9 0,3-5 17 0,0 0 25 15,-2 6 3-15,2-6-7 0,0 0-1 0,0 0-10 0,-22-11 2 0,9 5-9 16,4 0-4-16,-4-3-2 0,-3 1-2 0,0-2-4 16,-3 0 1-16,0 1-4 0,2 0 0 0,0 1 6 15,5 3-4-15,2-3-2 0,2 4 2 16,3 3-4-16,0-2-15 0,0-1-3 0,5 4 2 15,-4-6-44-15,4 6-4 0,8-5 2 0,3 3-1 0,8-6-3 16,4 5 1 0,9 0-3-16,0-1 6 0,5-1 2 0,2 1-11 15,10-1 15-15,-11 1 5 0,14-2 6 0,-19 5 13 16,3-3-6-16,-3-1 3 0,-7-1 8 0,-5 2 8 16,-8 0 23-16,6 1 6 0,-8-1 56 0,0 0 18 15,-2 0 17-15,-4 4 8 0,0-2 2 0,0-1-3 16,-1 2-5-16,-4 1-12 0,9-3-21 0,-9 3-4 15,0 0-5-15,0 0-15 0,9-1-13 0,-9 1-14 0,0 0-14 0,0 0-15 16,0 0-10-16,5 5 5 0,-2 0 2 0,-3 2-3 16,-3 1-4-16,2 0 6 0,0 3-5 0,1 2 3 15,-3-2 2-15,3 1 4 0,-1 1 3 0,1-1-2 16,-3-1-1-16,3 2 4 0,3-1-33 16,-6-3-11-16,3 0-17 0,0-1-20 0,3-3-22 15,-3 2-14-15,1-3-1 0,-1-4 7 0,0 9 10 0,0-9 6 0,0 0-32 16,0 0-58-16,0 0-64 0,0 0-76 0,-15-20-287 15,7 6-663-15,3-5 293 0</inkml:trace>
  <inkml:trace contextRef="#ctx0" brushRef="#br0" timeOffset="57951.75">30557 3094 269 0,'0'-6'348'0,"3"-1"-14"0,-3 2-13 0,0 5-28 15,0-6-22-15,0 6-34 0,0-7-27 16,0 7-35-16,0 0-55 0,5-4-43 0,-5 4-29 0,0 0-35 15,0 0-33-15,19 13-52 0,-11-5-56 0,0 1-53 16,3 2-206-16,-1-1-417 0,1 1 185 0</inkml:trace>
  <inkml:trace contextRef="#ctx0" brushRef="#br0" timeOffset="58315.9">30947 3244 321 0,'5'-3'346'0,"-5"3"-17"0,0 0-36 16,0-4-34 0,0 4-28-16,0 0-29 0,0 0-24 0,0 0-21 0,0 0-13 15,0 0-17-15,-14 14-14 0,7-5-9 0,-5 3-12 16,1 1-6-16,-1 1-11 0,1 2-4 16,0 1-11-16,-1-1-5 0,0 2-9 0,3-3 0 15,4 2-1-15,-1 1-12 0,-2-2 0 0,4-2-4 16,3-1-4-16,1-4 2 0,1 3-1 0,2-4 5 15,1-2 0-15,1 0 3 0,1-3-8 0,2 1 5 0,1-1 23 0,3-3-3 16,1-1-2-16,0-3-3 0,-1-1-5 0,-1-1-6 16,6-4-1-16,-4-1-7 0,-1-3-2 0,-2-2 5 15,0-2-13-15,-2 1-19 0,-3-2 0 0,-1 0-9 16,-4-1-11-16,0 3-5 0,-4 0-4 0,-1 2-18 16,-5 1-9-16,-1 2-12 0,-5 0 0 0,0 3-8 15,-3 1-14-15,1 1-13 16,0 2-23-16,5 3-24 0,-2 1-39 0,2 1-38 0,0 1-238 0,13-1-505 15,-14 5 223-15</inkml:trace>
  <inkml:trace contextRef="#ctx0" brushRef="#br0" timeOffset="58670.34">31145 3288 372 0,'2'-4'499'0,"-2"4"-16"0,2-3-18 0,-1 2-36 16,-1 1-39-16,4-3-42 0,-4 3-38 0,0 0-37 0,0 0-27 16,0 0-28-16,4-2-29 0,-4 2-40 15,0 0-43-15,0 0-28 0,0 0-10 0,0 9-7 16,0-1-6-16,-2 2-18 0,0 2-9 0,-2 0-10 16,1 0-13-16,-1 0-14 0,2-1 4 0,-1-2-13 15,1-2-6-15,1-2-3 0,0 1 9 0,1-1 14 16,0-2 13-16,0-3 29 0,4 2-17 0,-4-2 15 15,23-3-3-15,-7-4 2 0,5 0 7 0,4-2 6 16,-4 0 8-16,6 1-5 16,-8 0-4-16,-1-2 1 0,-2 4 0 0,-3 1 0 15,1 2-12-15,-4-1 4 0,-1 1-8 0,-2 3-8 16,0-1-8-16,6 2-21 0,-3 3-28 0,3 2-44 16,-3 2-58-16,-1 2-63 0,0 5-85 0,-4-2-134 15,-2-1-297-15,-2-1-773 0,-1-3 342 0</inkml:trace>
  <inkml:trace contextRef="#ctx0" brushRef="#br0" timeOffset="60542.49">2982 5784 145 0,'0'-5'266'0,"0"5"-9"16,-3-3-19-16,3 3-32 0,-1-4-17 15,1 4-17-15,-4-2-21 16,4 2-18-16,-5-3-15 0,5 3-17 0,0 0-10 15,-16 7-12-15,7-2-7 0,-2 2-5 0,-4 4-12 16,2 5-6-16,-2-4-6 0,0 8-4 0,-3 0-9 16,6-3 3-16,-3 4-7 0,6-4-2 0,0 1-6 15,0-3 1-15,4 2-3 0,1-5-3 0,3 1-3 16,1-1-1-16,1 0 1 0,2-2 3 0,2 2 0 0,4-4 16 16,1-3 1-16,3-1 3 0,6-3 3 0,10-2-6 0,1-4 3 15,2-5-7-15,-3 1 0 0,-1-4-5 0,0-1-1 16,-2 0 1-16,-6-1 5 0,1-3 12 0,-2 0 15 15,-6 2 1-15,0-7 6 0,-5 6 13 0,0-10 5 16,-4 10-2-16,-3-1 1 0,-3-2 2 0,-2 2 2 16,-1-1-5-16,-5 5-7 0,1 2-14 0,-3-3 7 15,-2 4-20-15,0 3-18 16,-5 3-3-16,2 2-12 0,-2 1-9 0,1 0-12 16,4 4-21-16,2-2-33 0,1 2-36 15,-1 2-43-15,3 0-41 0,2 1-19 0,4 0-23 16,2 2-46-16,2-2-195 0,5-2-508 0,6-1 225 0</inkml:trace>
  <inkml:trace contextRef="#ctx0" brushRef="#br0" timeOffset="61344.67">3579 5326 12 0,'2'-6'313'0,"0"0"-22"0,-1 0-30 0,1 3-25 15,0 1-31-15,-2 2-25 0,1-5-18 0,-1 5-33 16,0 0-15-16,5 10-10 0,-5 0-11 16,1 6-11-16,-2 13-9 0,1 0-4 0,-4 8-9 0,-2 13-3 0,-1 4-6 15,-2 1-7-15,-1-1 0 0,1-1-6 0,3-5-3 16,-2-2-3-16,6-11-1 0,2 0-3 0,-1-2-4 16,2-4 1-16,1-1-2 0,1 0 7 0,-1-10-16 15,1-9 9-15,-1 3-2 0,4-2 2 0,-1-2 1 16,-1-1 8-16,1-3 16 0,2 0 8 0,1-3 7 15,0-2-3-15,3-3 7 16,1 0 0-16,-2-5-11 0,0 1 2 0,3-5-8 16,-4-1-9-16,1 0-1 0,-5-1-6 0,3-4-6 15,-4 4-6-15,-3-4-10 0,-2 3 3 0,-3-1-15 16,-4 0 2-16,-6 0-9 0,1 4 5 0,-7-8 0 16,-1 6-1-16,2 7 2 0,-5-4 0 0,7 7 2 15,-3-2-2-15,5 0 4 0,4 5 5 0,1-3 0 16,0 5 9-16,5-3-6 0,0 3-12 0,-2-2 1 0,7 2-4 0,0 0-2 15,0 0 3-15,12-5 0 0,7 3-11 0,13-5-25 16,18-1-39-16,6-1-39 0,-1-1-45 16,6 1-56-16,2-6-66 0,-2 3-184 0,31-3-506 15,-29 2 224-15</inkml:trace>
  <inkml:trace contextRef="#ctx0" brushRef="#br0" timeOffset="62030.81">4616 5496 201 0,'2'-4'296'16,"0"-1"-25"-16,2 2-21 0,2-2-22 0,1 3-22 16,-1 0-19-16,3-3-18 0,4 3-22 0,0 1-16 0,-2 2-14 15,8-1-13-15,-1 7-11 0,0-1-13 0,-1 2-8 0,-2 2-4 16,2 4-8-16,-4-2-6 0,-1 5-5 0,1 4-4 16,-7-3-6-16,-2 1-3 0,1 8-4 0,-5-3 0 15,-5-4-1-15,-2 4 0 0,-1 1-6 16,-1-7-2-16,-6 4 2 0,0-1 1 0,-1-6 2 15,3-1 3-15,-1-3 9 16,5-1 6-16,1-1 6 0,2-4 9 0,-2 2 5 16,6-5 10-16,-5 3 33 0,6-5 35 0,-3 3 22 15,4-3 21-15,0 0 12 0,0 0-24 0,0 0-14 16,0-12-18-16,8 4-13 0,6-7-18 0,4-4-8 16,1-7-13-16,2 4-8 0,3-4-12 0,8-10-12 15,-9 7-5-15,0 1-7 0,-3 4-5 0,2 0-4 16,-8 9-7-16,-4 2 4 0,-2 2-5 0,2 5 3 0,-5-1-7 0,-1 2-2 15,0 2-3-15,0 0-3 0,-3-2-6 0,-1 5-12 16,4-1-20-16,-4 1-7 0,0 0-7 0,0 0 8 16,-10 16 1-16,-2-2 4 0,-1 3 0 0,-2 4 1 15,-3 4 4-15,4-1 1 0,1-1-1 0,3 0-2 16,2-3 5-16,1-3 0 0,3 0-4 0,3 0 9 16,3 0-13-16,1-6 12 0,7 2 11 0,-1-2 3 0,6-3 4 15,4-1 5-15,13-1-2 0,3-2 2 0,7-3-3 0,11-5-3 16,0 0 2-16,-16 3-3 0,4-3 0 0,-6-1 1 15,-5 0-3-15,0 2 1 0,-14-1 1 0,2 2-1 16,-5 0 5-16,-3 1 7 0,-4-1 8 0,1 0 10 16,-2 1-4-16,-5 1 5 0,9 0-8 0,-9 0-8 15,5 0-27-15,-5 0-12 16,0 0-26-16,0 0-23 0,0 0-37 0,0 0-35 16,0 0-38-16,4 3-40 0,-4-3-51 15,-8 7-52-15,8-7-57 0,-10 4-313 0,9-3-747 16,1-1 331-16</inkml:trace>
  <inkml:trace contextRef="#ctx0" brushRef="#br0" timeOffset="63750.68">7158 5617 90 0,'-4'-7'266'0,"-2"4"-20"0,1-1-22 15,-3-1-23-15,0 2-20 0,-3-1-18 0,-1 4-20 16,1 0-13-16,-2 0-13 0,0 1-13 0,-5 4-10 16,0 3-12-16,-1 2-8 0,-5 4-5 0,5 3-12 0,-7 0-6 0,7 1-3 15,0 0-6-15,1 2-3 0,5-5-7 16,0 1-2-16,6 1-2 0,-1-2 0 0,-1-1-2 16,5 0-1-16,2-3 4 0,1 0 1 0,2-1 3 0,0-3 5 15,6 1 12-15,1-3 4 0,3-1 3 0,0-1 1 16,8-3 1-16,3-2-5 0,-3-1-3 0,8-4 3 15,2-2 7 1,-4-2 5-16,-6 2 12 0,-3-1 9 0,4-2 2 16,0-3 5-16,-5 1-4 0,-2-1 8 0,1 3 7 15,-1 0 0-15,-8 0 16 0,4 5-7 0,-4-1 5 16,-1 1-1-16,0 3-6 0,-3-1-13 0,3 2-9 16,-1 1-15-16,-1-1-10 0,-2 3-17 0,4-5-29 15,-4 5-20-15,0 0-32 0,0 0-8 0,0 0 5 16,0 0 2-16,0 0 5 0,0 16-2 0,0-7-19 0,0 0-4 0,1 0-4 15,-1 2-7-15,4-1 5 0,2 2-9 0,0-3 1 16,3 3 4-16,1 1 1 0,3-3 4 0,2-1 5 16,0-2 4-16,6-2 5 0,0-1 3 0,-3-3 2 15,5 1 8-15,0-2-1 0,-5-2 0 0,3-2 7 16,-2-2 14-16,-3 1 28 0,2-5 29 0,-8 3 22 16,3-5 30-16,-1 5 15 15,-3-3 19-15,-3 1 19 0,2 1 24 0,-2 3 22 16,-1-2 8-16,-1 3 5 0,-4-1-8 0,4 2-11 15,-1 1-24-15,-1-1-16 0,-2 3-13 0,1-4-20 16,-1 4-14-16,5-2-16 0,-5 2-18 0,0 0-20 16,0 0-22-16,0 0-19 0,0 0-23 0,0 0 1 15,5 9-7-15,-5-5 11 0,0 4 1 0,0 1 0 16,-1 3 4-16,1-2-1 0,-1 2 1 0,-2 3 2 0,3-3 0 16,-1 0 0-16,1 0-13 0,0-2-13 0,0-2-7 0,0-2-3 15,0-1 4-15,0 1-2 0,0-2 8 0,0 1 6 16,0-5 18-16,0 4 21 0,1-1 26 15,-1-3 18-15,0 0-4 0,0 0-6 0,14-10-5 16,-6 4-3-16,2-2-6 0,3-4-6 0,-4-2-3 16,5-1-6-16,-1 1-3 0,9-7-20 0,-5 2-10 0,-6 5 5 0,-2 0-3 15,1 5 3-15,-3 1 1 0,-1 3 0 0,-1 0-4 16,-1 1-3-16,-2 0-10 0,2 0-12 0,-3 1-20 16,-1 3-20-16,5-2-35 0,-5 2-16 0,0 0 11 15,0 0 9-15,9 7 9 0,-5-1 12 0,0 0-8 16,6 2 1-16,-1 4-11 0,4 0-5 0,5 0-4 15,5 2 1-15,3-2 4 16,8 1 8-16,3-4-5 0,15 0 2 0,2-1-16 16,-2-3-7-16,-1 0-3 0,2-5 1 0,-12 0 12 15,-3 0 10-15,-2-1 13 0,2-5 10 0,-1 3 11 16,-5-2 18-16,0-4 27 0,-14 2 18 0,0 3 36 16,0-3 37-16,-7 0 38 0,0 3 8 0,-3-4 1 15,-2 3 0-15,-3 0-8 0,-1-2-1 0,-1 0-22 16,-4 0-5-16,0 3-13 0,-7-3-13 0,-2 3-8 0,-8-1-5 15,-10 3-12-15,1 2-1 0,-7 1-2 0,1 3-9 0,0-2 16 16,0 6-15-16,2 1-2 0,1-2-18 0,5 1 14 16,0 2-1-16,8-2-13 0,5 0-20 0,1-1-20 15,4 0-26-15,0-1-17 0,2 1 7 0,0 0 4 16,5-4 8-16,3 4 9 0,2-2 10 16,2-2 10-16,5 2 8 15,2-1 1-15,10-3 9 0,0-1 2 0,0-3-1 0,7-2 5 16,2 0 18-16,-4-4 7 0,-2 1 17 0,1-2 13 0,-8 0 7 0,2-5 38 15,1-3-2-15,-1-4 12 0,-6-2-3 0,1 0 8 16,-2-3 1-16,0-5 1 0,0-1 1 0,-3-1 7 16,4-10 13-16,-8 10 18 0,1 4 24 0,-1-3 18 0,-3 4 15 15,4 3 2-15,-4 6-1 16,-2 1-8-16,2 2-9 0,-3 5-14 0,1 5-8 16,-1-3-10-16,1 3-12 0,-1 4-12 0,0-5-21 15,2 4-11-15,-2 4-17 0,0-5-19 0,0 5-5 16,-2-4-33-16,2 4-34 0,0 0-42 0,0 0-31 15,0 0 6-15,0 0 9 0,-2 14 7 0,2-2 7 16,-3 7 5-16,1 6 6 0,-1 3 5 0,0-2 7 16,0 3 1-16,3-1 7 15,-1 1 1-15,-1 1 6 0,-1-1 0 0,6-3 3 16,-4 3 4-16,2-3 0 0,1 0 1 0,-1-6 5 16,-1-2-2-16,3 0 3 0,0 0-2 0,-2-1 2 15,1-5 2-15,2 0 2 0,-2-3 1 0,1 1 0 16,-2-3 0-16,0 1-2 0,1-4 4 0,-1 1 4 15,-1 2-2-15,2-4 7 0,-2-1-3 0,3 3-5 16,-3-2 15-16,0-3-14 0,3 5 22 0,-1-3 7 0,3 0-2 0,2-1 0 16,2-1-2-16,8 2 7 0,3-2-5 0,13-2-32 15,5-1-51-15,-1-2-86 0,22-8-118 16,-3-3-166-16,-3-3-611 0,3-3-1121 0,-5-5 496 16</inkml:trace>
  <inkml:trace contextRef="#ctx0" brushRef="#br0" timeOffset="67074.3">10917 5309 109 0,'0'-2'256'0,"-1"-2"-10"0,1 4-15 16,1-7-10-16,-1 7-21 0,0 0-17 0,0-5-21 16,0 5-20-16,0 0-15 0,-1-3-17 0,1 3-10 15,0 0-16-15,0 0-12 0,1 12-6 0,-1-2-8 0,-2 4-4 16,-1 2-6-16,1 2-7 0,3 7 2 0,-5 1-9 0,3 3-5 16,-2-2-2-16,-1 1-7 0,6 0 6 0,-6 0-6 15,-1-1-2-15,2 1 0 0,2-8-4 0,-3-1 0 16,2-1-3-16,-1-1-2 0,2-3 5 15,-2-2-5-15,4-1 0 0,-3-1 1 0,-2-2-7 0,4-3 6 16,-1 0 0-16,1 0 1 0,-3 0 26 0,3-1 24 0,-1-2 26 16,-3 1 33-16,4-3 22 0,0 0 28 0,0 0 20 15,0 0 11-15,0 0 18 0,0 0-6 0,0 0-28 16,0 0-16-16,5-20-25 0,-1 8-20 0,2-4-17 0,6-7-22 16,-1-2-15-16,2-5-19 0,5 2-11 0,1-1-3 15,-1 2-7-15,-1-2-5 0,-2 2-3 16,4 5 4-16,-1-2-9 15,-5 12 1-15,-3-5-2 0,3 5-1 0,-4 3-1 16,-4 1 2-16,1 3-1 0,-2-2-3 0,1 2-7 16,-1 3-2-16,-3 0-2 0,2 0-14 0,-3 2-17 15,6-1-6-15,-6 1-5 0,7 5-3 0,-1-3 2 16,-1 8 3-16,-1 1 0 0,2 4 8 0,-2 0-7 16,2 4 12-16,-4 0-1 0,2 1 4 0,-3 6-1 15,0-1 10-15,1-6-3 0,-2 5 3 0,0-4-2 0,0-3 3 0,-2 3 2 16,2-3 12-16,0 0-5 0,-1-4 2 0,0-3-3 15,1 2 0-15,0-5-2 0,0 1 3 0,0-3 0 16,0 0 2-16,0 0 3 0,1-1-2 0,-2-1 5 16,1-3-1-16,0 5 4 0,0-5 1 0,0 0 4 15,0 4 24-15,0-4 11 0,1 4 44 0,-1-4 2 16,0 0 9-16,0 0 3 16,0 0 3-16,0 4-1 0,0-4 2 0,0 0-1 15,0 0 1-15,0 0-1 0,0 0-9 0,0 0-11 16,15-10-31-16,5 3-47 0,10-6-58 0,16-6-57 15,11 1-91-15,-4 0-108 0,-2 2-112 0,-14 5-456 16,16-6-944-16,-19 5 417 0</inkml:trace>
  <inkml:trace contextRef="#ctx0" brushRef="#br0" timeOffset="68145.75">12738 5446 47 0,'0'-5'233'0,"0"5"5"15,-2-7-8-15,2 4-1 0,0 3-1 0,0 0 0 0,0 0-9 0,-3-5-10 16,3 5-12-16,0 0-25 0,0 0-12 0,0 0-16 15,0 0-16-15,0-5-16 0,0 5-16 0,0 0-16 16,0 0-18-16,0 0-4 0,0 0-8 16,-2 20-8-16,-1-11-3 0,0 4-6 0,2 1-3 0,-4 5-6 15,2-2 4-15,0 0-7 0,-1 2-5 0,1 1 27 16,-2-1 0 0,3 1-8-16,-3-1-5 0,3 0-1 0,0-2-2 15,-2-2-7-15,2-2 5 0,1-2-5 0,0-2-1 16,1 1-1-16,-1-5 3 0,1 2-1 0,-3-2-6 0,3-2 1 15,0 1 2-15,0-4 7 0,0 5-3 16,0-5 39-16,0 4 19 0,0-4 25 0,0 0 9 16,-1 4 9-16,1-4-2 0,0 0-6 0,0 0-17 15,0 0-44-15,0 0-48 0,1-16-40 0,0 10-46 0,-2-5-49 0,1 0-53 16,0-3-54-16,1-4-56 0,-2 0-58 0,1-7-208 16,1-1-605-16,-1-1 268 0</inkml:trace>
  <inkml:trace contextRef="#ctx0" brushRef="#br0" timeOffset="68292.87">12675 5259 110 0,'0'-5'250'0,"-3"3"-8"0,3-4-11 0,-1 2-19 16,1 4-21-16,0-4-21 0,0 4-16 0,0 0-17 16,2-5-18-16,-2 5-20 0,5-2-24 0,-5 2-33 15,0 0-33-15,12 2-48 0,-6 1-49 0,1-1-40 16,-3 1-170-16,4 1-322 0,-1-4 142 0</inkml:trace>
  <inkml:trace contextRef="#ctx0" brushRef="#br0" timeOffset="68800.64">13406 5336 257 0,'3'-2'326'0,"-3"2"-23"0,0 0-14 16,0 0-36-16,0 0-21 0,1-7-27 0,-1 7-23 15,0 0-21-15,0 0-16 0,0 0-9 0,0 0-24 16,0 0-10-16,-15 13-11 16,6-7-8-16,0 0-12 0,0 1-9 0,0 0-7 15,0 1-3-15,-2 0-7 0,2 2 3 0,0 0-9 16,1-3-10-16,-1 4 0 0,2-1-5 0,0 1 1 15,2-2-5-15,-2 0-1 0,1 2-3 0,4-2 2 16,-1 2-3-16,2 1-3 0,1-1-1 0,1 0 3 16,3 2 1-16,0-2-4 0,6 3-4 0,2-2 2 15,3 2-1-15,-2 1 3 0,7 3-4 0,-4-4-2 0,0-3 1 0,-2 3-2 16,0-1 2-16,-1 0 1 0,0-1-3 0,-6-3-1 16,1-1 0-16,0-2-3 0,-3 2-6 15,1-1-8-15,-3-2 3 0,-2-1 6 0,-1 1 5 16,-4-1 9-16,1 0-2 0,-4 0 4 0,1 1 5 0,-5-1-2 15,0 0 6-15,-2-2 10 0,-1-2 26 0,0 4-6 16,1-3 15 0,1-1 9-16,1 2 0 0,0-2 11 0,3 2-11 15,2-2-4-15,1 2-5 0,-2-2-6 0,7 0-5 16,-7 1 0-16,7-1 9 0,0 0 0 0,-8 0 2 16,8 0-17-16,0 0-18 0,0 0-18 0,0 0-37 15,0 0-45-15,0 0-52 0,0 0-47 0,20-10-53 16,-9 8-76-16,8 0-338 0,-1-3-688 0,-1-3 304 15</inkml:trace>
  <inkml:trace contextRef="#ctx0" brushRef="#br0" timeOffset="72040.03">15221 5069 218 0,'0'-8'263'0,"0"3"-3"0,1 0-10 16,-1 0-17-16,3 1-23 0,-2 1-21 0,-1 3-24 16,0-5-20-16,0 5-26 0,0 0-17 0,0 0-14 15,0 0-9-15,3 22-4 0,-6-3-6 0,-2 8-9 16,0 2-3-16,-1 7-4 0,-1 15-6 0,1 2 0 0,-2-7-6 0,2 3 1 15,-2-1-8-15,4 2-1 0,-1-4-1 0,0-11-5 16,1 11-2-16,-1-16 2 0,5-2-4 0,-3 0-1 16,3-10-2-16,0 1 0 0,-1-4-1 15,1-3-1-15,-4 0 0 0,4-1 0 0,3 0 0 0,-3-7-3 16,0 3-1-16,0-1 2 0,0-2-2 0,0 1-1 16,0-2-1-16,0-3-12 0,-4 6-10 0,4-6-50 0,0 0-58 15,-9-1-47-15,2-5-49 0,0-1-234 0,-2 0-484 16,5-5 214-16</inkml:trace>
  <inkml:trace contextRef="#ctx0" brushRef="#br0" timeOffset="72340.72">15162 5257 130 0,'0'-3'227'0,"4"-1"-30"0,-3 1-19 0,2 1-21 16,-3 2-17-16,6-3-6 0,2 3-9 0,5 0-11 15,-2 4-2-15,2 0-9 0,6 3-6 0,2 2-8 16,3 1-9-16,0 5-5 0,1 1-3 0,-8-6-9 16,0 2-7-16,2 7-7 0,-1-1-5 0,-4-3-7 0,-5 0-2 0,1 1-7 15,-3 0-1-15,-6-1-1 0,-1-3-6 0,-4 1 0 16,-1 3-3-16,-8-4-4 0,-1 0 3 0,-10 3-2 16,3-7-2-16,-7 3 1 0,0-3-1 0,-1-1-2 15,1-2-1-15,2-1-2 0,3-1 2 16,-5-2 0-16,5-1-1 0,5 1 5 0,-5-2-20 0,4 0-5 15,5-1 6-15,0 0-11 16,2-1-27-16,3 0-26 0,3-2-37 16,5 0-34-16,1-2-51 0,2 2-142 0,8-4-362 15,3-1 161-15</inkml:trace>
  <inkml:trace contextRef="#ctx0" brushRef="#br0" timeOffset="72741.67">15792 5296 223 0,'0'0'320'0,"-1"-5"-30"16,1 5-25-16,0 0-24 0,0-3-17 0,0 3-22 16,-3-5-27-16,3 5-15 15,0 0-19-15,0 0-17 0,-12 5-14 0,4-2-9 16,-2 4-12-16,-1 0-10 0,-2 2-8 0,-3 3-9 15,1-2-10-15,2 3 2 0,-1 1-7 16,2 1-3-16,0-1-7 0,-1 1-6 0,3-1-1 0,-2 1-3 16,6-1-5-16,-2 1-3 0,4-3-2 0,0 0 3 15,4-2-3-15,0 1 3 0,3-2 0 0,2 0 2 16,0 0-5-16,3-1 4 0,6-3-3 0,-1-2 5 0,6-2-9 16,2 2 6-16,-1-6-5 0,0 1 0 0,-1-1-1 15,-2-4-2-15,2 3-1 0,-9-3 3 0,3 1-3 16,-4-3-2-16,0 1-2 0,0-4 0 0,0 0-5 15,-4-4-9-15,-1 2-9 0,-5 1-7 0,-2-3-7 16,2 0-8-16,-6 3-6 0,0 5-6 0,-5-5-9 16,2 1-5-16,-3 6-10 0,3 1-16 0,-4 2-15 0,2 0-23 0,2-2-31 15,-2 5-22-15,5-2-41 0,-3 4-161 0,10-2-415 16,-12 0 184-16</inkml:trace>
  <inkml:trace contextRef="#ctx0" brushRef="#br0" timeOffset="73189.64">16252 5235 120 0,'0'0'200'0,"0"0"-18"15,0 0-25-15,0 0-11 0,0 0-16 0,0 0-14 16,0 0-11-16,0 0-16 0,-10 7-5 0,5-4-8 16,-3-1-6-16,-2 4-8 0,-2-2-11 0,2 2 0 15,-2 2-5-15,-4 0 3 0,1 4-3 0,3-7-8 16,-3 6-4-16,2-1-3 0,-1 0-5 0,0 0 2 16,5 1-7-16,-1-2-2 15,0 4-2-15,3-3-1 0,2 0-1 0,0-1-3 16,1 1-1-16,3 0 2 0,6-1 7 0,0 1-9 15,0-2 2-15,2 3-1 0,7-4-2 0,-1 1-2 16,2 1-1-16,1-1 2 0,0 1-3 0,-1-3 3 16,-3 0-2-16,-1 0-2 0,-2-2-1 0,0 0 1 15,-4 0-2-15,1-1-1 0,-2-1-1 0,-2 2 1 16,0-1 7-16,-4 2 1 0,-4-3 0 0,-5 3 2 0,-2-3-4 16,-3 3 1-16,-4-1 1 0,-1-1-1 0,-1 1-3 0,-10 0 1 15,5 2-3-15,-1-2 1 0,0-2-8 0,2 0-21 16,5 1-22-16,-1-3-25 0,4-3-10 0,4 1-34 15,4 0-37-15,1 1-149 0,0-4-325 0,5-2 144 16</inkml:trace>
  <inkml:trace contextRef="#ctx0" brushRef="#br0" timeOffset="73512.37">16518 5325 28 0,'0'-5'428'0,"0"5"-11"0,0-3-21 15,3-1-25-15,-3 4-31 0,0 0-31 0,0 0-29 16,4-4-47-16,-4 4-14 0,0 0-37 0,0 0-23 16,0 0-11-16,0 0-12 0,0 0-19 0,0 0-16 15,0 0-5-15,-2 16-13 0,1-10-8 0,1 2-18 16,0 2-17-16,0 2 22 0,-1 0-2 15,1 3-9-15,0 1-12 0,-3-3 2 0,3-1 0 16,0 5-4-16,0-5-2 0,-3 4-24 0,3-5-13 16,0 0-41-16,-1-4-13 0,0 1-22 15,1-1-18-15,-1-2-11 0,-2 0-11 0,3-1-1 0,0-4 3 0,-4 6-15 16,-1-6-38-16,5 0-54 0,-11-6-45 16,3 2-243-16,0-5-555 0,2-2 246 0</inkml:trace>
  <inkml:trace contextRef="#ctx0" brushRef="#br0" timeOffset="73643.85">16525 5107 76 0,'2'-8'284'0,"-1"1"-17"0,2 3-20 15,-2-1-19-15,0 1-27 0,2 0-24 0,-3 4-23 16,2-4-31-16,-2 4-22 0,0 0-28 0,0 0-30 0,12 7-34 0,-7-3-43 16,3 1-52-16,-1 0-44 0,-1 5-160 0,0-3-312 15,0-2 139-15</inkml:trace>
  <inkml:trace contextRef="#ctx0" brushRef="#br0" timeOffset="74292.22">16933 5040 2114 0,'4'-9'192'0,"-1"-2"-6"15,-2 6 24-15,-2-3-13 0,3 4 1 0,-3-2-21 16,1 1-11-16,1 1-22 0,-1 1-29 15,0 3-16-15,0-6-15 0,0 6-16 0,-1-5-11 16,1 5-15-16,0 0-3 0,0 0-6 0,0 0-6 0,-1 23 0 0,-2-11-5 16,3 6 1-16,-4 5 3 0,3 5-9 0,-3-2 0 15,3 0-1-15,-4 1 5 0,5 2-8 0,-4-2 14 16,4 1-23-16,0 0-9 0,-4-2-20 0,4-7-13 16,-1-1-14-16,1 1-5 0,-4-7-11 0,3 0-11 0,-2 0-14 15,-1-4 2-15,3-3 1 0,1 2 13 16,0-2 10-16,-3-1 4 0,3-4-6 0,0 0-4 0,0 0 0 0,-13-7 0 15,10 2 6-15,-5-4 2 0,4-3 8 0,-1 4 4 16,-5-4 6-16,4 0 7 0,-3-2 3 0,1 4 10 16,0 1 6-16,1 0 27 0,-1 2 9 0,-1-3 14 15,3 6 6-15,-1-1 5 0,3 0 10 0,1 1 1 16,-1 1-3-16,0 1-2 0,4 2-2 0,-2-6 6 16,2 6-2-16,-4-4-14 15,4 4-3-15,0 0-5 0,0 0-1 16,20-2 0-16,-2 2-5 0,4-3 1 0,7 1-3 15,7 2 1-15,2-5-1 0,13 0-8 0,2 3-1 0,-15-1-3 16,16 1 3-16,-17-2-5 0,2 2 0 0,-3 2 2 16,-1-1-1-16,-5-2-1 0,-7 1 1 0,-5 0 3 15,-4 1 0-15,-2 0 19 0,-2 0 32 16,-2 1 0-16,-2-2 16 0,0 2 27 0,0 0 4 0,0-2 2 0,-6 2-7 0,0 0-4 16,9 0-12-16,-9 0-7 0,0 0-13 15,0 0-7-15,6 2-16 0,-6-2 2 0,0 0-14 16,0 0-14-16,5 2 0 0,-5 1-4 0,0-3-9 15,0 8 7-15,2-1-8 0,-5-1 7 0,3 5-7 16,-1-2 4-16,0 3-5 0,-2-1-9 0,2 0 16 0,-1 1 5 16,2 0-6-1,-1-1 3-15,1-1-1 0,0 0-3 0,1 0 4 16,-1-1-28-16,0-4-16 0,0 2-21 0,0-3-17 16,2 0-16-16,-2-2-9 0,0-2 3 0,0 7-3 15,0-7-4-15,0 0-8 0,0 4 0 0,0-4-63 16,0 0-86-16,0 0-43 0,-11-12-248 0,5 4-595 15,2-5 263-15</inkml:trace>
  <inkml:trace contextRef="#ctx0" brushRef="#br0" timeOffset="74461.48">17448 5056 1 0,'2'-6'317'0,"-2"0"0"0,1 1-1 0,-1 0-20 16,1 0-20-16,0 1-23 0,-1 4-29 0,2-3-22 15,-2 3-28-15,0-5-18 0,0 5-22 0,0 0-37 16,0 0-33-16,2-2-19 0,-2 2-27 0,0 0-24 0,0 0-34 15,7 9-31-15,-5-6-35 0,-2 4-32 0,3-2-32 16,0 0-33-16,-4 1-157 0,1 0-389 0,0-1 172 0</inkml:trace>
  <inkml:trace contextRef="#ctx0" brushRef="#br0" timeOffset="74831.25">17590 5118 53 0,'0'0'338'0,"5"-2"-6"16,-5 2-9-16,0 0-15 0,0 0-16 0,5-2-21 16,-5 2-24-16,0 0-12 0,0 0-33 0,0 0-30 15,0 0-19-15,8 2-22 0,-8-2-16 0,5 5-15 16,-4-5-3-16,2 7-9 0,1-1-7 0,0 1-4 0,1 2-12 16,-3 0-2-16,3 4-6 0,-2-1-8 0,0 0-10 0,0 0 1 15,1 3 2-15,1-3-12 0,-4-1 6 0,3 5-7 16,-1-7-6-16,-1 1-1 0,1 0-1 0,0-6-2 15,-2 3 8-15,-1-4 2 0,1 1-6 16,-1-4 13-16,2 5 54 0,-1-2 42 0,-1-3 31 16,2 1 30-16,-2-1 23 15,0 0 20-15,0 0 0 0,0 0-29 0,7-8-23 16,-4 2-19-16,1-5-17 0,3-2-34 0,3-1-24 16,0-5-27-16,0 3-21 0,2-1-31 0,-2 1-21 15,-1-1-23-15,1 3-15 0,-1-1-19 0,0 4-36 16,-2 4-22-16,-1-3-53 0,4 4-42 0,-1 0-31 15,0 1-32-15,2 2-24 0,1 2-25 0,1 1-30 16,1 1-42-16,-2 2-235 0,1-1-692 0,-1 2 306 0</inkml:trace>
  <inkml:trace contextRef="#ctx0" brushRef="#br0" timeOffset="75279.2">18013 5280 112 0,'0'3'209'0,"0"2"10"0,0-5 4 16,-1 3 10-16,1-3 9 15,0 0-2-15,0 0-4 0,0 0-11 0,1 2-9 16,-1-2-14-16,0 0-14 0,9 0-24 16,-9 0-16-16,14-2-11 0,-1-4-12 0,-2 0-13 15,7-2-12-15,-1 0-19 0,3 2-5 0,0-1-7 0,-1-2-3 16,6-3-4-16,-7 3-12 0,5-4-8 0,-4 4 3 16,-1-3-8-16,0 2-8 0,-3 1 2 0,-4 0-3 15,-2 1-6-15,-3 0 10 0,3 2 7 0,-5-1 8 0,0 2 5 16,-2 2 0-16,-1-4-6 0,1 2-12 0,-4 0 3 15,0 3-7-15,-5-1-4 0,-3 0-8 0,-1 2-11 16,-8 1 5-16,-1 1-7 0,-1 3 1 0,-6 3-1 16,5-2-5-16,0 4-1 0,-5-1 0 0,5 5-3 15,6-1 0-15,-2 1 1 0,5-1-3 0,1 1 4 16,3 1-1-16,1 1-5 0,4-3 7 0,7 5 6 0,1 0-5 0,3-1 20 16,6-2-8-16,9 1-3 0,3-1 12 0,6-5-1 15,2 0-1-15,6-4-1 0,0 2-3 0,12-4 8 16,-10-1 10-16,-8 0 7 0,2-2 2 0,-4 0 15 15,-10 0-3-15,-1-2 19 0,-6 2 12 0,-3-3 4 16,-3 3 9-16,1 0 5 0,-3 0 0 0,-1 1-7 16,-5-1-5-1,9 0-12-15,-9 0-6 0,5-2-8 0,-5 2-19 0,8-1-25 16,-8 1-36-16,0 0-54 0,0 0-52 0,0 0-71 16,6-2-54-16,-6 2-50 0,0 0-68 0,0 0-385 15,0 0-811-15,0 0 359 0</inkml:trace>
  <inkml:trace contextRef="#ctx0" brushRef="#br0" timeOffset="77715.69">20575 5121 9 0,'0'0'274'0,"0"-8"-8"0,0 4-2 16,0 4-2-16,0-6-1 0,0 3-9 0,1-1-6 16,-1 4 1-16,4-4 0 0,-4 4-8 0,-1-5-10 15,1 5-14-15,0 0-17 0,0-4-17 0,0 4-15 0,0 0-23 16,0 0-14-16,0 0-24 0,0 0-23 0,0 0-28 15,0 0-7-15,0 0-8 0,0 16-5 0,-3-6-1 16,3 2-12-16,-1-2 5 0,-2 4-5 0,3 1-3 16,0 4 1-16,-1-2 0 0,1 0-4 0,-1 2-1 15,-2-2 2 1,3 0-4-16,-2-2 2 0,2 2-3 0,0-5 2 0,2 0-3 16,-2 0 2-16,-2-6 6 0,4 3-5 0,-2-2-4 15,-2 0 7-15,2-7 4 0,2 5-6 0,-2 0 0 16,0 0 19-16,0-5-18 0,3 4 4 0,-3-4-8 15,0 0 15-15,0 0-42 0,0 0-77 0,0 0-50 16,-11-18-46-16,5 8-49 0,1-7-55 0,0 0-324 16,1-7-668-16,2-1 296 0</inkml:trace>
  <inkml:trace contextRef="#ctx0" brushRef="#br0" timeOffset="77853.72">20652 4753 197 0,'-1'-3'298'15,"1"-2"-28"-15,0 5-26 0,0-6-28 0,0 6-25 0,0-4-41 16,0 4-17 0,0 0-19-16,0 0-27 0,-4 11-31 0,4-5-33 15,1 3-43-15,0 1-46 0,1 1-54 0,0 4-176 16,-1-3-320-16,3 0 142 0</inkml:trace>
  <inkml:trace contextRef="#ctx0" brushRef="#br0" timeOffset="78771.7">20903 5116 11 0,'0'0'377'0,"-1"-4"-8"16,1 4-20-16,0 0-31 0,0 0-31 0,0 0-31 16,-1-5-26-16,1 5-28 0,0 0-29 0,0 0-20 15,0 0-15-15,0 0-8 0,0 0-26 0,0 0-6 0,-4 18-10 0,3-9-1 16,-2 0-18-16,1 5-6 0,-2-1-11 0,-1 4 3 16,-3 0-7-16,3 2-9 0,-1-1-2 0,-2 5 3 15,2-2-5-15,-1-6-5 0,1-3-2 0,2 0-4 16,0-4-1-16,3-1 0 0,-2 0 1 0,2-4-1 15,0 0 31-15,-2-1 41 0,3-2 34 0,-1 5 45 16,1-5 10-16,0 0-20 16,0 0-18-16,5-16-13 0,0 5-17 0,4-3-13 15,1-1-10-15,-1-2-10 0,8-7-12 16,-6 8-7-16,1-1-9 0,1 2-7 0,-1 0-4 16,0 3-5-16,-4 4-6 0,-1 1-7 0,0 0-1 0,0 1-7 15,-2 2-17-15,-1 2-17 0,1 1-15 0,3-1-16 16,0 4 7-16,-1 1-3 0,2 1 2 0,0 2 1 15,8 2-6-15,-4 3-14 0,1-1 15 0,-3 2-2 0,3 0-2 16,0-1-15-16,2 2-11 0,0-1-10 0,1 0 0 16,-2 0 3-16,4-2-7 0,-4-2-1 0,4-2-13 15,-3 0 2-15,-2-4 5 0,-1 1 11 0,0-4 6 16,0-3 9-16,-2 0 7 0,1-2 7 0,-5-1 5 16,6-6 14-16,-7 2 11 0,2-2 15 0,-3-4 18 15,4-7 16-15,-4 5-1 0,2-5 12 0,-2-5 10 0,-3 1 9 0,4-3 4 16,0 0 4-16,-2-3 11 0,1 1 6 0,-1-2 12 15,-1 4 9-15,1 2 10 0,2 4 14 0,-3 7 3 16,-2 2-2-16,-1 5 4 0,4-1-9 0,-4 6-12 16,2 0-14-16,-2 1-15 0,0 1-21 0,-2 0-30 15,2 4-40-15,2-4-43 0,-2 4-9 0,0 0 5 16,0 0 8-16,-2 23 2 16,2-5 10-16,-2 8 0 0,-1 2 4 0,-4 2 3 15,3 0 0-15,1 4 6 0,-1-1 7 0,2-1-1 16,-1 2-6-16,3-5 13 0,0 0 6 0,0-3-2 15,1 1 3-15,-2-8 1 0,1-1 3 0,0-1 3 16,1-6 9-16,1 1-30 0,0 0 28 0,-2-4-19 16,0-1 6-16,2 0-1 0,-4-4 0 0,2-3 5 15,-2 9 0-15,4-5 7 0,-2-4 3 0,0 4 0 0,0-4-5 16,0 0-44-16,0 0-99 0,0 0-87 0,0 0-66 0,-4-20-59 16,3 8-326-16,-3 0-735 0,-1-3 325 0</inkml:trace>
  <inkml:trace contextRef="#ctx0" brushRef="#br0" timeOffset="78987.84">21242 5045 251 0,'-4'3'268'16,"4"-3"-19"-16,-10 1-20 0,5 0-16 0,5-1-9 15,-6 1-8-15,6-1-17 0,-6 1-18 0,6-1-12 0,0 0-9 0,0 0-16 16,21 2-5-16,-2-4-20 0,9 0-20 0,5-2-33 16,3 0-44-16,15 2-53 0,-10-1-71 0,12-2-102 15,-19 0-162-15,1-2-417 0,-1 2 185 0</inkml:trace>
  <inkml:trace contextRef="#ctx0" brushRef="#br0" timeOffset="80090.39">21683 5233 89 0,'-4'3'255'16,"4"-3"-12"-16,-1 4-6 0,1-4-8 0,-4 2-9 15,4-2-15-15,0 0-12 0,0 0-12 0,0 0-25 0,0 0-12 0,0 0-16 16,0 0-11-16,22-6-12 0,-11 2-10 0,3 0-12 16,3-4-8-16,3 1-15 0,0-2 13 0,8 1-4 15,-3-4-10-15,2 1-4 0,1-3-3 0,-5 2-11 16,1 0-7-16,-7-2 1 0,1 5-4 0,-1-1-4 15,-2-1-4-15,-6 2 3 0,0 1 7 0,1 2 6 16,-5 1 15-16,0 0 10 16,0 0 12-16,-1 2-5 0,-4-1-13 0,0 4-6 15,0-5-7-15,0 5-11 0,-9-2-2 0,-2 2-6 16,-3 1-2-16,-3 3-5 0,-3 2-5 0,-1 0 2 16,-4 2-3-16,7 2-10 0,-4-4 7 0,5 6 1 15,-2-1-2-15,3-2-3 0,3 3-2 0,1 2-26 16,2-2-3-16,4-2-3 0,3 3-5 0,2-2 1 15,3 1-1-15,6-2 2 0,9 0-1 0,8 2 0 0,7-3-17 16,3-1-20-16,3-3-17 0,13-1-18 0,5-1-6 0,-2-6-3 16,4 3 1-16,-3-5 1 0,-1-2 8 0,0 1 4 15,-4-5 9-15,-13 2 8 0,-4-3 8 0,-2-2 11 16,-2 0 19-16,-7-3 15 0,0-1 23 0,-7 2 18 16,-5 0 26-16,-2 2 22 0,-3-2 18 0,-1 0 9 15,-4 4 16 1,0 0 0-16,0 2-1 0,-4-2-13 0,0 2-4 15,-1 1-8-15,-4 2-6 0,-1 1-13 0,0-1-10 16,-2 4-7-16,-2 3-4 0,-3 0 0 0,2 1-1 16,1 4-8-16,-2 0-6 0,0 0-3 0,4 2-22 15,1 1-12-15,-3 3-13 0,5-3-11 0,2 3-1 16,1-1-5-16,3 1-5 0,1 0-5 0,2-1 2 16,3 2-2-16,1-3 1 0,1-1-7 0,1-1-1 0,5 0-11 0,-1-3-5 15,1-1-3-15,2-1-4 0,-2-1 1 0,2-3 8 16,1 1 14-16,-3-3 5 0,1 1 4 0,-1-6 15 15,-1 1 14-15,-3-1 12 0,1 0 11 16,-3 1 14-16,4-4 13 0,-5 2 12 0,2-1 12 0,-2 0 11 16,1 1 10-16,-2 0 1 0,1 0-2 0,-3 3-2 15,2 1 6-15,-2 3-9 0,0-1-9 0,0-1-12 0,1 1-15 16,-2 4-16-16,0 0-5 0,0 0 2 0,0 0-4 16,-4 16-2-16,1-5 8 0,-2 4 0 0,0 3-7 15,-3 8-2-15,1 1-2 0,-1 5 1 0,0 1 1 0,3 0-1 16,1 4 1-16,2-1 3 0,-2-2-2 15,4 2 3-15,0-1-3 0,0 1 4 0,0-2-4 16,-1-3 0-16,1 2 1 16,-3-7 0-16,3-1 8 0,0-5-19 0,-1-3-5 15,-3-6 3-15,0 1-1 0,0-1 3 0,0-2 0 16,-3-3 4-16,-3 0-3 0,-1-4 11 0,-1-2 0 16,-2-1 4-16,-4-4 9 0,1-1 12 0,-2-1 3 15,-7-7 8-15,10 4 11 0,-5-2 7 0,1-5 11 16,5 3 26-16,1-1 8 0,3-2 1 0,-2-5 8 15,2-2 2-15,7 2-7 0,4-4-11 0,2 2-10 0,5-2-21 0,7-1-9 16,0 4-5-16,9 0-14 0,0 0 1 0,9 0 4 16,0 3-20-16,3 2-1 0,12-3-2 0,0 2-4 15,-12 5-1-15,2 4-4 0,-7 0-5 0,-4 1 0 16,3 3 2-16,-7 0-1 0,-12 2-1 0,4 3-2 16,-1-2 2-16,-8 2 0 0,3-1 0 0,-3-2-6 15,-4 3-1-15,-1 1-2 16,8-2-14-16,-8 2-17 0,5-2-18 0,-5 2-18 15,0 0-24-15,0 0-10 0,0 0-13 16,0 0-13-16,0 0-23 0,0 0-24 0,0 0-27 16,-14 11-33-16,9-10-40 0,1-1-259 0,-1 3-578 15,5-3 256-15</inkml:trace>
  <inkml:trace contextRef="#ctx0" brushRef="#br0" timeOffset="80460.23">22900 5145 270 0,'0'0'273'15,"0"0"-10"-15,0 0-5 16,0 0-12-16,0 0-19 0,0 0-18 0,0 0-22 16,0 0-20-16,0 0-16 0,0 0-15 0,21-7-15 15,-12 4-11-15,3-1-15 0,4-1-7 0,-2 0-7 16,4 0-9-16,-4-2-9 0,6 0-3 0,-4-3-9 15,1 3-5-15,-3-3-3 0,-5 3-5 0,5-3 1 16,-4 1-5-16,-2 0-8 0,0 3 2 0,0-3 9 16,-3 4 5-16,-1 0 6 0,0 0-1 0,2 2-5 0,-6 0-12 15,0-1-9-15,0 4-9 0,-6-3-5 0,-4 3 4 16,-1 1-8-16,-2 3 3 0,-3 0-3 0,-3 4-1 0,-1 0-4 16,3 2-4-16,-6 3 5 0,0 3-3 15,1-2 4-15,6 2-3 0,-3 2 1 0,2 3-1 16,6-5 3-16,3 2 2 0,1-1-10 0,6-2 9 15,1-2-22-15,1 3-1 0,6 0-17 0,3-3-25 0,3 0-42 0,4-2-59 16,9-3-72-16,-4-3-266 0,7-3-544 0,-2 0 241 16</inkml:trace>
  <inkml:trace contextRef="#ctx0" brushRef="#br0" timeOffset="80829.98">23331 4988 204 0,'7'-3'240'0,"0"1"-12"0,1-2-22 0,0 4-17 16,3 0-12-16,0 4-18 0,0-1-14 16,-1 2-8-16,7 2-8 0,-7 0-8 0,3 5-15 0,0 0-6 0,-3-1-6 15,-1 3-7-15,1 5-10 0,-4-4-5 0,0 1-6 16,-4 1-10-16,-1 0 3 0,-1 0-6 0,0 0-2 15,-2-3-6-15,-1-2-4 0,1-2-4 0,-3 0 2 16,1-4 5-16,0-1-1 0,0 1 10 0,2-1 19 0,-1 0 24 16,2-4 33-16,-2 2 38 0,3-3-9 15,0 0-20-15,0 0 8 16,-5-9-3-16,5 1-13 0,4-1-16 0,-2-3-9 16,1 0-11-16,3-6-15 0,3-1-3 0,3-2-8 15,2-4-25-15,3 4-14 0,-2-3-17 0,-2 7-31 16,-1 0-12-16,1 3-33 0,1-2-22 0,0 6-39 15,-2 1-48-15,-2 0-50 0,-1 1-66 0,5 0-58 16,-4 4-237-16,-1-1-631 0,-1 2 279 0</inkml:trace>
  <inkml:trace contextRef="#ctx0" brushRef="#br0" timeOffset="81177.61">23827 5184 129 0,'0'0'419'0,"-1"2"-16"0,1-2-25 0,0 0-38 0,0 0-30 15,0 0-26-15,-3 4-37 0,3-4-52 0,0 0-84 16,0 0-105-16,0 0-133 0,0 0-323 0,13-9-486 15,-9 4 215-15</inkml:trace>
  <inkml:trace contextRef="#ctx0" brushRef="#br0" timeOffset="84918.03">3594 8324 66 0,'0'0'162'0,"0"0"-5"15,0-6-4-15,0 6 14 0,-2-3 2 0,2 3 5 16,0 0 4-16,2-5 1 0,-2 5-3 0,0 0 15 16,0-4-6-16,0 4 9 15,0-5-7-15,0 5-1 0,0 0-1 0,-2-5 3 16,2 5-22-16,2-4 7 0,-2 4-15 0,0-3-14 15,0 3-11-15,0 0-14 0,0 0-13 0,-2-7-15 16,2 7-15-16,0 0-23 0,0 0-17 0,0 0-30 16,0 0-5-16,0 0-2 0,-3 16 9 0,2-6-15 15,-2 0-3-15,1 4 4 0,-4 3-3 0,1 9 1 16,-1-1 4-16,1 1-3 0,1-6 7 0,0-2-4 0,3 0 0 16,-3 1 0-16,3-4-2 0,-1-2 3 0,0 0 1 15,2-3 3-15,-1-1 8 0,1-2-9 0,0-1 0 0,-2-1 0 16,2 0 0-16,-1-3 5 0,1 3 3 0,0-5-2 15,0 6 3-15,0-6 10 0,0 0-9 0,0 4 17 16,0-4-1-16,0 0 11 0,0 0-3 0,0 0 5 16,0 0-10-1,0 0 12-15,0 0-8 0,0 0-25 0,0 0-23 0,0 0-11 16,0 0-31-16,0 0-25 0,3-19-27 16,-1 11-23-16,1-2-38 0,-1 0-40 0,2-4-51 15,-3 2-61-15,2-8-187 0,0 2-550 0,-1-2 244 16</inkml:trace>
  <inkml:trace contextRef="#ctx0" brushRef="#br0" timeOffset="85102.92">3618 8101 318 0,'-1'-4'314'0,"1"4"-19"0,-2-5-16 0,2 1-18 16,0 4-22-16,-2-5-27 0,2 5-18 0,0 0-22 0,-1-5-32 0,1 5-39 15,0 0-35-15,-1-3-42 0,1 3-45 0,0 0-35 16,0 0-38-16,0 0-45 0,10 0-76 0,-10 0-134 16,0 0-377-16,11 0 167 0</inkml:trace>
  <inkml:trace contextRef="#ctx0" brushRef="#br0" timeOffset="85657.23">3542 7889 133 0,'-14'3'162'0,"-3"2"-10"0,0 2-9 0,2 0-13 16,-3 6-3-16,-1-1-5 0,-2 4-21 15,1 2-6-15,-2 3-2 0,2 3-8 0,1 2-4 16,0-1-3-16,-1 4-6 0,0 0-3 0,5 3-3 16,-10 9-5-16,10-9-4 0,2 1-9 0,-2 11 0 15,3-10-2-15,5 1-5 0,-1 0-5 0,6-2-4 16,2 2-3-16,1 0 3 0,5-3-2 0,-3-2 2 15,4 1 25-15,5-1 6 0,2-2 7 0,4-2 6 16,1-2 7-16,4 0 6 0,5-4 5 0,0-2 2 0,3 0 1 16,3-3-5-16,5-4-8 0,12 4 6 0,-2-8 0 0,-9-3-1 0,14 2-8 15,0-6 16-15,-3-3-5 0,0-1-26 16,-13 1 3-16,-5-4 1 0,3-3 13 0,0 0 11 16,-4-3 13-16,-1-2 14 0,-3-2-3 0,-1 0 6 15,-2-7 2-15,2-2-5 0,1-13-5 0,-2-3-9 16,-3-4-7-16,-3-2-13 15,0-3-2-15,-7-1-16 0,-1 1-4 16,-6 0 0-16,-3 0-8 0,-6 2-7 0,-2 3-7 16,-4 9 1-16,-1 4-4 0,-4 1-9 0,-7 2-6 15,-3 0-11-15,-8 8-12 0,-9-4-16 0,-9 4-10 16,-1 5-8-16,-6 7-6 0,-6 6-21 0,1 5-21 16,-1 3-51-16,3 5-38 0,0 8-45 0,4 5-52 15,6 1-63-15,-1 7-94 0,7-6-238 0,12-4-714 0,7-2 316 0</inkml:trace>
  <inkml:trace contextRef="#ctx0" brushRef="#br0" timeOffset="86390.47">5962 8335 101 0,'1'-7'256'15,"-1"-3"-3"-15,3 3 1 0,-3-1 3 0,0 1-2 0,0 1 1 0,1 2-8 16,-1-2-11-16,0 2-16 0,1 2-27 0,-1-3-23 15,0 5-21-15,0-5-21 0,0 5-28 0,0 0-30 16,0 0-2-16,0 0-13 0,-7 19-4 0,3-1-12 16,-1 6-4-16,-1 7 2 0,0 0-9 0,-3 4-1 15,4-1 0-15,-4 11-5 0,4-10-4 0,0-3 0 16,-1 1-4-16,0-2 2 0,0 2-3 0,3-3-2 0,1-3-1 0,-2-1-1 16,4-6-5-16,-1-3 7 0,1-3-4 0,0 2 2 15,0-3-4-15,0-5 13 0,0 0-10 0,0-2-1 16,0-1-1-16,-3 0 6 0,3-1-2 0,0 1 2 15,0-5-3-15,0 0 5 0,0 5 3 0,0-5 0 16,0 0-3-16,0 3 3 0,0-3 13 0,0 0-17 16,0 0 4-16,0 0 10 15,0 0-61-15,0 0-50 0,0 0-38 0,-6-15-30 16,5 6-37-16,-2-2-22 0,3-5-42 0,-1-1-238 16,-3-10-530-16,7-2 234 0</inkml:trace>
  <inkml:trace contextRef="#ctx0" brushRef="#br0" timeOffset="86691.25">5893 8243 66 0,'1'-11'263'0,"-2"2"-5"0,1 0-1 0,0 2-10 15,-1 2-4-15,1 0-12 0,0 2-14 0,1-2-23 0,-1 1-19 16,0 4-23-16,1-6-17 0,4 5-17 0,3 1-9 16,2 0-13-16,2 1-11 0,7 2-10 0,1 6-6 15,5 1-11-15,4 2-8 0,-5 0 4 0,3 3-10 16,-4 2-5-1,-1 0-6-15,-3-1-1 0,-1 7-4 0,-8-6-6 0,3 7 1 16,-4 1-6-16,-7-7 2 0,2 2-7 16,-9-2 5-16,1 0-3 0,-6 1 0 0,-4 3 3 15,0-5-7-15,-5 0 4 0,-3-3-2 0,-1 1-1 16,0 0 2-16,-4-5-6 0,8-2 2 0,-1 0-1 0,2 0-2 16,0-5 0-16,2 3-1 0,5-3 2 0,-2 1 1 15,4-2 5-15,-2 2-9 0,3-2-13 0,4-1-20 0,-1 0-24 16,5-1-27-16,-7 0-34 0,7 0-58 0,0 0-65 0,0 0-250 15,0 0-529-15,24-8 234 0</inkml:trace>
  <inkml:trace contextRef="#ctx0" brushRef="#br0" timeOffset="86860.53">6141 8702 45 0,'-3'2'302'15,"2"1"-2"-15,1-3 4 0,-3 3-2 0,3-3-1 16,-1 3-8-16,1-3-20 0,0 0-17 0,-4 2-17 16,4-2-25-16,0 0-25 0,0 0-44 0,0 0-45 15,0 0-70-15,0 0-86 0,0 0-89 0,8-11-82 0,-4 5-251 0,0 1-518 16,3-3 230-16</inkml:trace>
  <inkml:trace contextRef="#ctx0" brushRef="#br0" timeOffset="87208.14">6639 8289 60 0,'3'-10'377'15,"-1"5"-18"-15,2-2-11 0,-4 1-9 0,1-1-16 16,1 3-32-16,-1 1-29 15,2 1-34-15,-3 2-22 0,2-5-26 16,-2 5-36-16,0 0-41 0,0 0-10 0,0 0-13 16,1 11-5-16,2 0-11 0,-3 4-6 0,0 5-10 0,0 6 0 15,-3 4-3-15,2 0-15 0,-3 1 4 0,0 2-1 16,3-2-4-16,-5 2-4 0,0-1 4 0,2-1 4 16,0-4-17-16,1 2-1 0,-1-5 8 15,3-2-1-15,-3-5-9 0,3-2-10 0,-2-2-16 0,-1-3-15 0,3-1-19 0,0-2-10 16,-1-3 0-16,-1 1 2 0,2 0 0 15,1-5-8-15,-7 3-44 0,7-3-48 0,-9-6-32 16,3-1-32-16,-2-2-14 0,3-2-227 0,-1-3-499 16,-1-6 221-16</inkml:trace>
  <inkml:trace contextRef="#ctx0" brushRef="#br0" timeOffset="87393.11">6477 8290 79 0,'-3'-10'276'0,"2"0"0"0,1 3-2 15,-1 1 5-15,-2-3-10 0,3 6-19 0,0-4-24 16,0 1-20-16,0 2-23 0,4 0-17 0,0 0-23 16,2 0-12-16,-1 2-17 0,8-1-7 0,5 3-10 15,0-3-7-15,5 6-36 0,0-1-26 0,4 4-37 0,-7 1-26 0,7 4-31 16,-9-1-24-16,2 8-31 0,-3 3-34 0,-4-4-35 16,-1 8-66-16,-6 0-132 0,-2 3-420 0,-7 1 186 15</inkml:trace>
  <inkml:trace contextRef="#ctx0" brushRef="#br0" timeOffset="87541.45">6504 8820 67 0,'-8'11'181'0,"-1"-2"4"0,4-4 7 0,-3 0 13 31,6-1 12-31,-1 0 20 0,-1-2-5 0,4 2 1 16,0-4-10-16,0 0-10 0,0 0-25 0,12 3-17 16,2-5-18-16,9 0-12 0,6-3-20 0,3 1-51 15,3-1-50-15,0-1-71 0,5 1-82 0,14-5-100 16,-17 1-206-16,-1 1-475 0,-2-1 209 0</inkml:trace>
  <inkml:trace contextRef="#ctx0" brushRef="#br0" timeOffset="88579.98">7590 8463 45 0,'0'0'259'0,"0"0"1"16,0 0-4-16,-4-4-1 0,4 4-4 0,0 0-9 16,0 0-8-16,0-3 1 0,0 3-13 0,0 0-7 15,0 0-7-15,0 0-14 0,0 0-18 0,0 0-17 16,0 0-7-16,0 0-24 0,0 0-19 0,8-3-42 15,3 1-32-15,2 0-38 0,6 1-38 0,0 2-58 0,8 1-61 0,1 0-58 16,-1-2-77-16,-4 3-186 0,-5-3-522 0,-3 0 231 16</inkml:trace>
  <inkml:trace contextRef="#ctx0" brushRef="#br0" timeOffset="88726.97">7666 8603 70 0,'-7'3'225'16,"2"0"-22"-16,0-1-9 0,1 1-4 0,0-2 0 0,0 2-7 15,4-3-2-15,0 0-11 0,6 5-13 0,5-4-8 16,9 3-23-16,9-4-45 0,6 0-65 0,2 0-98 16,15-4-261-16,-12 2-370 0,10-5 164 15</inkml:trace>
  <inkml:trace contextRef="#ctx0" brushRef="#br0" timeOffset="89546.97">9477 7807 121 0,'0'-5'318'16,"0"-2"-10"-16,0 2-13 0,0 0-16 0,-1 1-18 16,1 4-19-16,0-6-22 0,0 6-27 0,-1-6-21 15,1 6-22-15,0 0-15 0,0-3-33 0,0 3-29 16,0 0-3-16,0 0-14 0,-2 20-8 0,1-3-5 15,-3 9 2-15,0 3-9 0,0 3-5 0,1-1-8 16,-1 1 4-16,0 1-3 16,2 1-5-16,2-3 1 0,-2-1 0 0,2-3-4 15,0-7-2-15,2-1-1 0,0-1-6 0,-2-2 7 0,0 0 0 16,0-5-2-16,1-1-1 0,1 0 3 0,-2-1 1 16,0-1-23-16,1-3-34 0,-1 2-24 0,0-3-18 15,1 2-38-15,-2-1-24 0,0-1-43 0,-1 0-29 16,1-1-213-16,-5 0-468 0,6-3 208 0</inkml:trace>
  <inkml:trace contextRef="#ctx0" brushRef="#br0" timeOffset="89945.46">8668 8533 213 0,'-7'2'229'0,"-1"-2"-10"0,3 0-8 16,-2 1-8-16,7-1-11 0,-6 1-7 0,6-1-6 16,-8 0-8-16,8 0-10 0,0 0-10 0,-5 3-7 0,5-3-16 15,0 0-7-15,0 0-11 0,0 0-14 0,22-5-7 0,6-2-11 16,8 3 1-16,21-5-19 0,7 1-4 0,36-2-4 15,1-5-10-15,9 3-6 0,2 2 0 0,10-1-3 16,3 3-3-16,-1 0-7 0,1-1 0 0,4 2 8 16,-10 2 10-16,-3 0 5 0,-3-2 7 0,-11 4-2 15,0 1-5-15,-42 0 5 0,-1 1 7 0,-4-1-1 0,-13 2-4 0,-5 0-4 16,-2 0 2-16,-5-2-7 0,-11 1 3 16,-6 2 11-16,1-1-19 0,-5 0-3 0,-1-1-5 0,-2 0 0 15,2 1-8-15,-8 0-32 0,9 1-39 0,-9-1-47 16,0 0-49-16,0 0-58 0,0 0-85 0,0 0-291 15,-27 3-624-15,9-3 277 0</inkml:trace>
  <inkml:trace contextRef="#ctx0" brushRef="#br0" timeOffset="90753.98">8929 9157 176 0,'0'-8'279'0,"0"1"-5"0,3-3-1 0,-3 3-17 15,0 0-5-15,0 4-14 0,1-3-17 0,-1 0-14 16,1 2-16-16,0 2-26 16,-1 2-16-16,0-7-15 0,0 7-18 0,0-4-16 15,0 4-27-15,0 0-20 0,0 0-9 0,0 0-10 16,3 15-5-16,-3-2-3 0,4-3-2 0,-4 9-4 16,-3-2-4-16,3 4-4 0,0 4 3 0,-2 1-3 15,-1-1 0-15,2 1 2 0,-3-6-7 0,4 4 4 16,0-4-3-16,-1-3 0 0,1 1 4 0,0-6-5 15,-2 1 0-15,1-4 3 0,1-1-4 0,0 1 5 0,-1-5 4 0,1 2-3 16,0 0 30-16,0-2 31 0,0-4 38 0,0 4 45 16,0-4 44-16,0 0 21 0,0 0-16 0,0 0-16 15,-8-9-16-15,8 1-9 0,-5-4-12 0,4-5-7 16,-4-7-14-16,5-3-12 0,-4-1-13 0,4-5-11 16,3-2-20-16,-1-14 0 0,6 3-21 0,-2-2-9 15,-1 13-8-15,2 0-3 16,-1 3-6-16,2 1 0 0,-2 7-2 0,-2 3-3 15,1 3-10-15,0 2 5 0,1 0-3 0,-2 5-2 16,3 3-5-16,-1-3-3 0,3 2-7 0,1-1-17 16,3 1-14-16,0 2-18 0,3 0-21 0,3 2-23 15,2 4-32-15,1 0-30 0,6 2-30 0,-1 2-28 16,1 4-31-16,-1 3-41 0,-2 0-40 0,0 2-45 16,-9-2-300-16,-3-1-729 0,-2 1 323 0</inkml:trace>
  <inkml:trace contextRef="#ctx0" brushRef="#br0" timeOffset="91001.36">8919 9230 202 0,'-4'1'216'0,"0"0"-11"15,-1 2-4-15,5-3-9 0,-1 3-9 0,1-3-15 16,0 0-8-16,0 0-9 0,9 4-19 0,2-7-10 16,7 2-9-16,10-2-13 0,4 0-22 0,3-2-32 0,16-2-37 15,-1 1-46-15,4-2-48 0,5-1-46 0,-1 4-67 0,-2-4-107 16,-6 0-330-16,2 1 146 0</inkml:trace>
  <inkml:trace contextRef="#ctx0" brushRef="#br0" timeOffset="91286.49">9895 9047 177 0,'-1'-5'387'0,"2"1"-15"0,-2-2-13 16,-1 3-22-16,2 3-13 0,-1-5-19 0,1 5-35 15,0-5-20-15,0 5-30 16,0 0-25-16,-2-6-31 0,2 6-22 0,0 0-30 15,0 0-36-15,0 0-40 0,0 0-13 0,0 0-8 16,0 0 4-16,-2 14-3 0,2-3 2 0,-1-1-15 16,-2 3 1-16,0 3 1 0,-1 1-4 0,3 3 5 15,-3-1-2-15,0 5-2 0,1-7-12 0,1 0-7 16,-1 0-7-16,1-3-10 0,-2-4-11 0,2 1-17 16,-1-3-19-16,2 0-17 0,-2-2-19 0,2-2-8 0,-1 1-5 0,0-3-25 15,2-2-63-15,0 0-237 0,0 0-492 0,-10-11 218 16</inkml:trace>
  <inkml:trace contextRef="#ctx0" brushRef="#br0" timeOffset="91618.27">9845 8919 247 0,'-1'-4'278'0,"1"0"-9"0,0 4-13 15,0-5-24-15,0 5-19 0,0-5-21 0,0 5-24 0,0 0-22 16,1-4-17-16,-1 4-10 0,0 0-17 0,0 0-12 15,0 0-11-15,0 0-5 0,0 0-12 0,9 9-5 16,-5-1 0-16,0-3-9 0,2 6-2 0,1-2-4 16,4 5-4-16,-2 2-4 0,0 0 0 0,1-1-1 0,-1 2-4 0,0-2 0 15,0 4-1-15,0-2-4 0,-4 1-5 0,3 7 2 16,-3-5-1-16,0-4-2 0,-1-1-3 0,-3-3 2 16,-1 0-2-16,0 0 1 0,-1-1-1 0,-2 0-2 15,-2-1-1-15,4-1 3 0,-4 1-2 0,-2-2 3 16,2 0-1-16,0-2-2 0,-5 4-2 0,6-6 11 15,-4-2-10-15,5 1 3 0,-3 2-3 0,1-2-2 0,2-1-9 16,3-2-2-16,-7 3-3 0,7-3-19 0,0 0-31 16,-8-1-39-16,8 1-54 0,-1-10-57 0,1 4-35 15,3-2-216-15,-2-2-492 0,4-1 218 0</inkml:trace>
  <inkml:trace contextRef="#ctx0" brushRef="#br0" timeOffset="91872.12">10185 8844 78 0,'4'-1'289'16,"-4"1"-29"-16,4-5-29 0,-4 5-24 0,2-2-26 16,-2 2-19-16,0 0-20 0,13 8-9 0,-3-2-4 0,-1 2-7 0,4 6-10 15,0 0-4-15,1 6-10 0,1 4-7 0,-3-1-4 16,2 2-7-16,-5 4-9 0,-3-5-6 0,-2 5-5 15,-3 4-5-15,-2-2-3 0,-3 0 0 0,-6 0-5 16,-2-3-4-16,0-2-5 0,-6 0-8 0,0-2-8 16,-3-4-18-16,-3 2-24 0,-4-4-40 0,-4-3-40 15,-2 0-70-15,0-7-79 16,0-3-160-16,-2-5-442 0,0-3 196 0</inkml:trace>
  <inkml:trace contextRef="#ctx0" brushRef="#br0" timeOffset="92188.51">9857 8711 290 0,'0'0'287'0,"-2"-4"-23"0,2 4-30 0,-2-3-25 16,2 3-30-16,0 0-20 0,-13 9-17 0,7 2-20 15,-7 3-11-15,-5 9-14 0,-1 7-11 0,-3 11-10 16,-5 1-6-16,3 2-7 0,1 3-8 0,1-2-7 0,8 1-1 16,3 1 0-16,3-12-6 0,6 1-2 15,5-2 0-15,6 0-1 0,3 0 6 0,8-3 2 16,13 4 3-16,7-6-14 0,-8-10-29 0,18 2-63 0,3-8-111 0,0-4-282 15,3-6-487-15,-16-4 215 0</inkml:trace>
  <inkml:trace contextRef="#ctx0" brushRef="#br0" timeOffset="93275.74">11363 8157 62 0,'3'-6'255'0,"2"2"-28"0,-1 0-14 0,1 1-19 0,3-2-21 16,4 1-15-16,-3 2-16 0,4 1-17 0,-2 1-16 15,2 1-16-15,4 0-3 0,-2 4-10 0,3 3-5 16,-2 0-3-16,0 4-6 0,-4 0-6 16,-1 4-2-16,-1-1-6 0,-1 4-5 0,-4-1 1 0,2 2-6 0,-5-1-4 15,-3 7 1-15,-3 6-3 0,0-7-5 0,-3 5-1 16,-6-3-1-16,0-2-3 0,-1-2-3 0,0 1-3 16,1-3-2-16,3-7 1 0,-4-1 4 0,2-1-1 15,2-3 4-15,4-1 4 0,-1-3 7 0,2 0 3 0,0 0 18 16,0-1 18-16,3-1 27 0,-1 0 26 15,3-3 24-15,-4 2 6 16,4-2-11-16,0 0-17 0,4-14-12 0,1 4-15 16,5-6-15-16,3 1-8 0,2-8-9 0,2-2-7 15,6-5-6-15,6-10-11 0,-7 10-1 0,6-9-21 16,-6 8-1-16,1 2 0 0,-4 1 2 0,-1 3-13 16,0 1 3-16,-8 8 13 0,0 0-2 0,-2 6 17 15,-3-2 3-15,4 5-2 0,-5 0-7 0,4 2-3 0,-6-1-8 16,-1 2-12-16,2 1-17 0,-3 3-28 0,0-2-8 0,0 2 1 15,0 0 4-15,-5 20-1 0,0-7 4 0,-4 5 12 16,1 1-13-16,-1 5 9 0,2 2-12 0,-1 2 16 16,4 1 3-16,0 2 0 0,3 0 3 0,1-3 5 15,1 0-2-15,7-3-21 0,2 2-28 0,-1-10-29 16,7-1-35-16,4-1-62 0,7-1-81 0,2-7-114 16,3-4-212-16,1-3-637 15,2-3 283-15</inkml:trace>
  <inkml:trace contextRef="#ctx0" brushRef="#br0" timeOffset="93623.23">12359 7980 173 0,'1'-6'313'0,"-1"1"-10"0,4 0-14 0,-3 3-16 16,-1 2-22-16,3-6-19 0,-2 3-24 0,-1 3-28 15,0-3-18-15,0 3-26 0,0 0-14 0,0 0-21 0,0 0-12 16,0 12-9-16,-1-2-18 0,1 1-2 15,-3 6-2-15,-2 3-11 0,4 5 1 0,-3 0-4 16,-1 2 4-16,1-2-13 0,0 2-4 0,-2 2-1 0,7-3 4 16,-5-1-5-16,-1 0-1 0,5-5-1 0,-4 4-25 0,3-7-22 15,-3 0-22-15,4 2-24 0,-4-2-43 0,2-6-21 16,2 0-56-16,0-5-56 0,-2 0-208 16,1-3-488-16,1-3 216 0</inkml:trace>
  <inkml:trace contextRef="#ctx0" brushRef="#br0" timeOffset="93908.43">12591 7979 54 0,'4'-9'375'16,"-1"2"-5"-16,-2 1-18 0,0 0-22 0,2 1-26 16,-3 2-30-16,1 0-36 15,-1-2-32-15,0 5-19 0,3-3-25 0,-3 3-29 16,0 0-24-16,0 0 4 0,4 19-22 0,-6-8-9 15,2 5-15-15,2 2-6 0,-4 1-4 0,1 2-1 16,1 7-9-16,3-2 13 0,-5-1-21 0,1 1-2 16,1 1-1-16,-4-1-3 0,4 0-2 0,0-1-5 0,-1-6 2 15,0 0-2-15,-1-1-1 0,2-1-8 16,-1-5-31-16,-3 2-17 0,4-2-11 0,0-3-18 0,-4 2-20 0,4-2-18 16,-5-1-16-16,0-3-28 0,0-2-26 0,0 1-52 15,-3-2-66-15,-1-7-177 0,-1 1-499 0,1-1 221 16</inkml:trace>
  <inkml:trace contextRef="#ctx0" brushRef="#br0" timeOffset="94062.05">12383 8189 173 0,'-4'-3'267'0,"4"3"-11"0,0 0-14 0,-5-4-18 16,5 4-16-16,0 0-23 0,0 0-18 0,0 0-19 15,0 0-11-15,12-1-14 0,3 1-14 0,4-2-14 16,10 2-39-16,1-1-54 0,3 1-80 0,0 0-71 15,-2-3-213-15,2 0-390 16,-1-1 173-16</inkml:trace>
  <inkml:trace contextRef="#ctx0" brushRef="#br0" timeOffset="94510.09">12948 8092 53 0,'0'0'259'0,"0"0"-28"16,0 0-23-16,6-6-21 0,-6 6-15 0,9 0-22 15,0 2-17-15,0 0-10 0,0 1-15 0,1 0-9 0,0 2-15 16,3 1-8-16,-4 1-5 0,3 1-11 0,-3 0-5 16,-3 2-7-1,0 1-1-15,1-1-2 0,-4 3-8 0,0-1 1 16,-3-1-6-16,0 0 6 0,-3 2-2 0,0-2-2 15,-4 0-1-15,1-1-3 0,2 1 0 0,-2-1-2 0,-1-2 3 16,0-1 0-16,3 0 5 0,-1-4 4 0,2-1 8 16,1 3 9-16,-1-3 19 0,-1 1 18 15,4-3 34-15,-1 4 28 0,1-4 13 0,0 0-24 16,0 0-16-16,0 0-16 0,5-16-8 0,3 7-16 0,-2-1-1 0,7-3-15 16,0-1-16-16,2 1 1 0,-1-2-7 0,1 1-7 15,-1 0 2-15,-2 4-11 0,-3 1-4 0,1 1-4 16,-1 1-3-16,-4 2 3 0,1 0-8 0,0 1-2 15,0 1-11-15,-5 0 2 0,3 0-18 0,-4 3-14 16,9 0-1-16,-9 0-3 0,5 4 0 0,-4 0-1 16,2 1-4-16,-2 0-1 15,2 2 6-15,-2 5-16 0,-1-2-24 0,3 4-25 16,-6-4-29-16,3 3-33 0,0 0-35 0,-4-2-45 16,4 1-43-16,-4-3-253 0,3-3-573 0,0 1 254 15</inkml:trace>
  <inkml:trace contextRef="#ctx0" brushRef="#br0" timeOffset="94757.47">13313 8053 66 0,'1'-2'311'0,"2"-2"-30"0,-3 4-24 0,1-5-26 15,-1 5-28-15,3-2-23 0,-3 2-21 0,0 0-15 16,0 0-19-16,14 9-4 0,-9-1-14 0,1 0-11 0,0 5-4 0,-3-1-6 15,3 2-9-15,-1 4-3 0,2 0-7 16,-6 2-5-16,3-1-4 0,0 8-3 0,-6-8-6 16,-1 1-4-16,-1 3-17 0,-6-1-14 0,0 2-23 0,-1-1-28 15,-4-2-31-15,2-9-44 0,-2 1-57 0,-6 1-264 16,4-4-467-16,-1-4 207 0</inkml:trace>
  <inkml:trace contextRef="#ctx0" brushRef="#br0" timeOffset="95111.73">13087 7829 209 0,'-3'-5'220'0,"3"5"-22"0,-5-2-21 16,5 2-19-16,-9 2-23 0,2 1-9 0,-3 5-14 15,-7 1-8-15,4 7-11 0,-10 6-5 0,1 2-3 16,-1 3-8-16,0 2-1 0,-7 11 1 0,3 0 1 15,3 1-4-15,6-10-8 0,2 1-6 0,5-1-4 16,3 3-3-16,2-5-8 0,6 1 5 0,0 1-5 0,9-4 10 0,1 3 1 16,7-5-3-16,4-1-1 0,9-5-39 0,17 3-77 15,5-5-132-15,0-12-210 0,1-3-438 0,-16-4 194 16</inkml:trace>
  <inkml:trace contextRef="#ctx0" brushRef="#br0" timeOffset="97032.05">11193 7768 118 0,'0'-3'211'0,"0"3"-4"0,0-7-11 0,0 7-8 16,0-4-16-16,0 4-13 15,0 0-15-15,0-5-13 0,0 5-19 0,0 0-12 16,0 0-17-16,0 0-24 0,0 0-5 0,0 0-12 16,0 19-3-16,0-1-7 0,-2 11-6 0,-5 9 7 15,0 12-5-15,-2 3-3 0,-6 2-4 0,2 0 0 16,-3 3-1-16,4 0-2 0,-4 0-2 0,0 26-2 16,4-29 6-16,-2-1-2 0,4 3-3 0,-3-5 1 15,8-1 4-15,-1-3 6 0,0-13 0 0,5-1 2 0,-3-3 3 0,0-2 1 16,-1 0 7-16,4-9 0 0,-1 1-6 0,-1-4 3 15,0 1-7-15,2-2 0 0,-1-3-1 0,0-2-3 16,0 0 0-16,0-2 0 0,2 0-4 0,-1-2-2 16,1 0-2-16,0 0-2 0,0-2 1 0,-2 1-1 15,2-1-3-15,-2-1 0 0,2-4 0 0,0 7-3 16,0-4 0 0,-2 0-1-16,2-3 9 0,0 0 0 0,-3 5 4 0,3-5 2 15,0 0-1-15,0 0 4 0,0 0 1 0,0 0 5 16,0 4 5-16,0-4 2 0,0 0 6 0,0 0 4 15,0 0 11-15,5 1-3 0,-5-1 4 0,0 0-1 16,0 0-1-16,0 0 1 0,0 0-4 0,0 0-5 16,0 0 0-16,0 0-10 0,0 0-1 0,0 0-4 15,0 0 4-15,0 0-4 0,0 0-2 0,0 0 1 0,0 0 1 16,0 0-20-16,11-5-27 0,1 1-39 0,8-2-47 16,10-2-74-16,2 1-81 0,5-6-345 0,13-5-645 0,-4-2 285 15</inkml:trace>
  <inkml:trace contextRef="#ctx0" brushRef="#br0" timeOffset="97517.42">11234 7667 30 0,'0'0'265'0,"-5"-3"-11"16,5 3-9-16,-4-2-19 0,4 2-16 0,0 0-24 15,0 0-13-15,0 0-20 0,0 0-15 0,0 0-17 0,0 0-21 0,27-1-27 16,1-3-37-16,8 4-59 0,18-1-61 0,6 1-73 16,-5-4-168-16,4-1-351 0,-1-2 156 0</inkml:trace>
  <inkml:trace contextRef="#ctx0" brushRef="#br0" timeOffset="98550.81">13445 7616 30 0,'0'0'195'0,"-3"-3"-10"16,3 3-13-16,-4-5-13 0,4 5-13 0,0 0-14 15,0 0-17-15,0 0-10 0,0-2-15 0,0 2-7 16,0 0-12-16,0 0-8 0,0 0-4 0,0 0-6 15,0 0-2-15,0 0-9 0,0 0 3 0,17 8-8 16,-10-6-6-16,4 0-2 16,-2 1-1-16,0-1-5 0,4 0-5 0,-2 1-1 15,2-2-8-15,-2 2 0 0,1-3 0 0,1 0 1 16,-2 0-2-16,1 0-2 0,-1 0-1 0,-2-4 1 16,-4 4 9-16,4-3 9 0,-1 0 13 0,-3 1 5 15,0-2 12-15,-1 1-1 0,2-2 3 0,-2 1 6 16,1 0 4-16,-2 0 12 0,-2 0 1 0,3 1-3 15,-3-3 3-15,3 2-3 0,-4 4-7 0,3-4-3 0,-1 2-1 0,-2 2-12 16,0 0-5-16,5-3-8 0,-5 3-5 0,0 0-5 16,0 0-5-16,0 0-26 0,0 0-15 0,0 0-18 15,0 0-4-15,0 0 3 0,0 9 3 0,0 1 5 16,0 7 3-16,-1 2-3 0,-3 7 4 0,-1 9 4 16,-1 14 5-16,-2 0 1 0,0 6 2 0,-1 1 3 15,0 2 0-15,4 0 3 0,-2 1 1 0,4-1 0 0,-5-1 2 0,7 0-1 16,1-1 10-16,4 2 5 0,1 0 2 0,-4-7 0 15,3-1-1-15,0 0-2 0,0-1 5 0,-3-16 1 16,-1 2-1-16,4 0 3 0,-7-4 1 0,6 1-3 16,-3-6 2-16,0 0-4 0,-3-1-1 0,2-7-1 15,1-1 7-15,0-1-8 0,0-1 0 0,-1-3-2 16,-2 0 2 0,3-1-2-16,-1-1 0 0,1 0-5 0,0-2 6 15,-3 1-5-15,2-2 0 0,1-2 1 0,0 0-1 0,-2 2-2 16,0-2 3-16,2-3-3 0,0 2 1 0,0-4 0 15,-1 8-3-15,1-8 4 0,0 4-3 16,0-4 4-16,1 4-4 0,-1-4 2 0,0 0 1 0,0 0 4 0,0 0 4 16,-5 7 7-16,5-7 3 0,0 0 8 0,0 0 3 15,0 0 4-15,5 1-2 0,-5-1 8 0,0 0 4 16,0 0 18-16,0 0 1 0,0 0 10 0,0 0 3 16,0 0 0-16,0 0-5 0,0 0-4 0,0 0-39 15,-32-7-46-15,4 3-59 0,-23-1-63 0,-4-4-84 16,-5-1-141-16,0-2-208 0,0-3-615 0,1-8 272 15</inkml:trace>
  <inkml:trace contextRef="#ctx0" brushRef="#br0" timeOffset="101311.06">14932 8165 47 0,'0'0'124'0,"0"0"1"16,0 0 0-16,0 0 5 0,0 0 4 0,0 0-6 16,0 0-1-16,0 0-6 0,0 0-12 0,-1-4-7 15,1 4-9-15,0 0-7 0,-7-1-11 0,7 1-3 16,0 0 0-16,0 0-2 0,0 0-1 0,-10 0 0 15,10 0-1-15,0 0 0 0,0 0-4 0,0 0 6 0,0 0 0 0,0 0 2 16,-5-2-2-16,5 2 3 0,0 0 2 0,0 0-5 16,0 0 1-16,0 0 5 0,0 0-5 0,0 0-3 15,0 0-2-15,0 0-6 0,0 0-3 0,0 0-2 16,23 2-5-16,-4-4-6 0,10 1-4 0,6-3-5 16,15 0-5-16,3 1-12 0,0 0-18 0,2 0-32 15,-4 3-46-15,-15 0-44 16,2 0-44-16,-2 0-36 0,-4 1-58 0,0-1-151 15,-10 2-443-15,-4-2 196 0</inkml:trace>
  <inkml:trace contextRef="#ctx0" brushRef="#br0" timeOffset="101511.38">15162 8358 13 0,'-5'3'275'16,"0"0"-13"-16,1-2-18 0,-1 2-15 0,5-3-14 16,-4 3-14-16,4-3-13 0,-2 3-14 0,2-3-16 0,0 0-14 15,15 1-12 1,7-3-10-16,7 2-16 0,11-4-15 0,17 0-50 16,6 0-63-16,0-1-81 0,30-2-78 0,-37 4-201 15,0-3-414-15,-2-2 184 0</inkml:trace>
  <inkml:trace contextRef="#ctx0" brushRef="#br0" timeOffset="102676.74">17250 7972 126 0,'0'0'223'15,"0"-8"-11"-15,-2 6-12 0,2 2-7 0,0-8-15 16,0 8-7-16,-2-4-14 0,4 0-15 0,0 3-9 16,2-2-20-16,1 1-10 0,3-2-11 0,2 2-12 15,3 1-6-15,3 0-9 0,6 2-8 0,1 1-8 16,-2 3-6-16,7 1-5 0,-1 4-5 0,-3 1 0 0,1 1-3 0,0 3-2 15,-5 1-7-15,-2-1 0 0,-3 5-4 0,-2-4-4 16,-4 7-1-16,-1-5 0 0,-3 2-3 0,-1 4 2 16,-7-5-2-16,1 7 1 0,-5-6 0 0,-6 3 0 15,-1 0-2-15,4-6-2 0,-9 5 0 0,6-5 6 16,-3-3-5-16,-5 1-1 0,5-1-1 0,-1-1 1 16,0-4 10-16,0 3 6 0,1-4 6 0,7-2 8 0,-2 0-1 0,2-3 13 15,2 1 18-15,2-2 16 0,-4 1 13 0,4 0 25 16,1-2 21-16,4-1-16 0,-5-7-14 0,5 2-18 15,1-2-12-15,6-5-6 0,-2-2-4 0,6-2-19 16,6-5 1-16,2-3-11 0,-1 2-10 0,4-2-7 16,-2-2 0-16,3 4-7 0,-2-2 0 0,0 1-4 15,2 2 2-15,-5-1-6 16,4 3 0-16,-3 0-5 0,-6 5 8 0,-1 3 0 16,2-4-13-16,-5 8 13 0,-3-3 8 0,1 4 5 15,1-1-12-15,-4 3 8 0,1 0-15 0,-1-1 5 16,-1 4-8-16,2-2 2 0,-5 3-7 0,3-3-31 15,-3 3-12-15,0 0 4 0,0 0 5 0,-3 17 3 16,-4-6 2-16,2 5 9 0,-3 2-3 0,-3 4 3 16,-3 0 2-16,2 4 4 0,-2-3 0 0,3 1-5 0,2 0 2 0,0-7 7 15,3 1 3-15,2 1-3 0,0-3 0 0,4-3 3 16,0-1 6-16,1 0 1 0,6-2 5 0,-1 2 2 16,7-3 7-16,3 0-2 0,13-2-19 0,3 1-32 15,3-3-49-15,6-1-70 0,-4-3-91 0,17 1-94 16,-20-2-194-16,1-4-583 0,-1-2 259 0</inkml:trace>
  <inkml:trace contextRef="#ctx0" brushRef="#br0" timeOffset="103485.36">18494 8170 184 0,'-17'2'207'0,"4"-1"-9"0,2-1-8 0,4 0-19 16,-3 1-9-16,5 0-16 0,5-1-16 0,-8 2-14 16,8-2-10-16,-6 1-3 0,6-1-2 0,0 0-1 0,-9 0-5 0,9 0 2 15,0 0-2-15,0 0 1 0,-5 1 3 0,5-1 5 16,0 0 3-16,0 0 0 0,0 0-3 16,0 0-2-16,0 0 1 0,0 0-11 0,0 0-9 0,0 0 1 15,0 0-10-15,0 0-4 0,0 0-10 0,0 0-9 16,0 0-4-16,0 0-5 0,0 0-2 0,0 0-5 15,0 0-4 1,0 0 2-16,0 0-6 0,0 0-4 0,0 0 0 16,0 0-4-16,0 0-5 0,0 0 2 0,0 0-9 0,0 0 3 15,0 0 2-15,0 0-1 0,0 0-2 0,0 0 2 16,0 0-3-16,0 0-2 0,0 0-4 16,0 0 3-16,0 0 10 0,0 0-2 0,0 0 3 15,0 0 5-15,0 0 0 0,0 0 3 0,0 0-3 0,0 0 1 16,0 0-3-16,0 0 4 0,0 0-2 0,0 0-8 0,0 0 4 15,0 0 1-15,0 0-4 0,0 0 0 0,0 0-6 16,0 0 6-16,0 0-3 0,0 0-8 0,0 0 11 0,0 0-4 16,0 0 5-16,0 0-11 0,25-1 3 0,-7-2-5 15,4 1 4-15,11-3-4 0,4 2 4 16,14-4-1-16,7 5 0 0,-3-3-1 0,2 1-2 16,6-2-2-16,0 5 0 15,1-6-1-15,-2 5 2 0,-6 0-6 0,-2 2 10 16,-17-1-2-16,-4 1-2 0,-1 1 2 0,-14-2 13 15,0-1-22-15,-3 2 10 0,-3 0-17 0,-5 0 2 16,1-1-9-16,0 1-16 0,-8 0-4 0,10 0-25 0,-10 0-21 0,4-1-33 0,-4 1-39 16,0 0-51-16,0 0-60 0,-30 0-294 0,19-2-609 15,-1 2 270-15</inkml:trace>
  <inkml:trace contextRef="#ctx0" brushRef="#br0" timeOffset="105691.15">20409 7665 201 0,'0'-9'275'16,"3"2"-2"-16,-2 1 2 0,-1-2-7 0,4 2 1 15,-3 0-16-15,0 1-10 0,2 1-18 0,-3-2-24 16,1 4-12-16,0-2-23 0,-1 4-19 0,0-6-18 16,0 6-26-16,0 0-26 15,0 0-25-15,0 0-8 0,0 0-16 0,3 15 2 16,-3-1-7-16,1 6 4 0,-1 5-4 0,-1 0-15 15,0 4-4-15,-2 1 1 0,2-1 2 0,-3 2-2 16,3-2-1-16,-4 1-1 0,2 0 1 0,3-2 0 16,0-10-2-16,-1 2 1 0,-2-3 10 0,3 0-11 15,0-5 3-15,0 0-3 0,-1-3 1 0,1-1 4 0,-1-3 3 16,1 0 26-16,-3-1 33 0,3-1 65 0,0 1 37 0,0-4 47 16,0 4 35-16,0-4 6 0,0 0-28 0,0 0-17 15,-4-16-29-15,3 4-18 0,-2-5-18 0,2-1-11 16,1-10-14-16,0-1-11 0,0-5-14 0,5-3-22 15,2-9-19-15,-1-2-9 0,3-1-6 0,1 3-8 16,2-3-5-16,-2 16-4 0,-2 1-6 0,3 2 3 16,0 5-7-16,0-3 1 15,-1 4-7-15,-1 8 2 0,1 0-3 0,0 0-7 16,3 3-10-16,1-1-11 0,9-2-15 0,3 5-18 16,-1-1-17-16,2 3-19 0,6 3-19 15,-1 2-31-15,2 2-28 0,0 1-30 0,2 5-29 0,-5 0-24 16,1 7-33-16,-4-2-39 0,0 3-45 0,-3 5-348 15,-12-7-772-15,2-1 341 0</inkml:trace>
  <inkml:trace contextRef="#ctx0" brushRef="#br0" timeOffset="106070.04">20449 7785 91 0,'-8'1'220'0,"8"-1"-5"16,-5 2-7-16,5-2-8 0,0 0-8 0,-4 2-8 15,4-2-11-15,0 0-4 0,0 0 0 0,0 0-7 16,-4 3-11-16,4-3-2 0,0 0-14 0,0 0-1 0,0 0-5 0,0 0-11 16,0 0-11-16,0 0-4 0,0 0-12 0,0 0-9 15,13 2-11-15,2-2-1 0,6 0-12 0,11-2-4 16,5-1-21-16,16-1-48 0,0 0-69 0,-2 4-84 15,3-4-105-15,-19 0-215 0,1-3-529 0,0-2 233 16</inkml:trace>
  <inkml:trace contextRef="#ctx0" brushRef="#br0" timeOffset="106624.4">21380 7069 73 0,'-2'-4'304'15,"2"4"-11"-15,0 0-20 0,-3-6-20 0,3 6-22 0,0 0-27 16,0 0-21-16,0 0-12 0,0 0-30 0,0 0-20 15,0 0-14-15,0 0-9 0,-8 12-16 16,2-4-3-16,-2 3-12 0,-2 5-2 0,-4 3-7 16,-3 2-5-16,2 0-4 15,0 1-27-15,-4 4-34 0,-2-2-34 0,2 2-52 16,-3-1-66-16,4-4-271 0,-3 0-470 0,5-7 207 16</inkml:trace>
  <inkml:trace contextRef="#ctx0" brushRef="#br0" timeOffset="107395.24">21527 7513 276 0,'1'-6'298'0,"1"2"-11"0,-2 0-10 0,1 0-21 15,-1 4-23-15,0-6-23 0,0 6-27 0,1-4-19 16,-1 4-20-16,0 0-26 0,0 0-19 0,0 0-12 16,0 0-16-16,-4 17-4 0,3-9-6 0,-5 6-10 15,2 2-3-15,-1 2-5 0,1 2-1 0,-2-2-4 16,-1 7-3-16,2 0-6 15,1-4-5-15,0-2-1 0,-2 1 2 0,2-2-5 16,0-1 1-16,3 0-3 0,0-1-1 0,-2-5 1 16,2-1 0-16,-2 1-2 0,2-2-1 0,1-3-2 15,-1 0-19-15,1-1-13 0,-3-1-12 0,3 0-14 16,0-4-11-16,-4 4-11 0,4-4-8 0,-1 4-7 16,1-4-27-16,0 0-102 0,0 0-230 0,-5-9-478 15,4 1 212-15</inkml:trace>
  <inkml:trace contextRef="#ctx0" brushRef="#br0" timeOffset="107742.87">21508 7475 210 0,'0'0'268'15,"0"-4"-19"-15,0 4-30 0,-2-4-22 0,2 4-23 16,0 0-20-16,0 0-22 0,0 0-4 0,0 0-18 0,0 0-11 15,10 11-10-15,-7-6-10 0,4 2-8 0,-2 5-9 16,4-3-8-16,1 7-5 0,2 0-4 0,-1-1 1 16,-2 5 2-16,3 4-6 0,-2-6 1 0,-3 5-4 15,-1-5-4-15,1 1-1 0,-5-1-2 0,0 2-6 0,0-3 6 0,-4 0-6 16,0-3 1-16,0 2 0 0,-3-5-3 16,-1 0 0-16,-1-1 3 0,-3 0-3 0,2-1-4 15,1 1 2-15,-2-1-5 0,-1-4 4 0,-1 1-4 16,2 1 1-16,-1-3 0 0,1 0-2 0,3 0-2 0,-2-1 2 15,2-3-1-15,2 2-3 0,-1 0 7 0,2 0-16 16,-2-1-11-16,5-1-16 0,0 0-18 0,0 0-34 0,0 0-50 16,-6-5-57-16,6 5-59 0,6-8-170 0,-2 3-447 15,1-1 198-15</inkml:trace>
  <inkml:trace contextRef="#ctx0" brushRef="#br0" timeOffset="108012.39">21818 7465 181 0,'0'0'207'0,"0"0"-27"15,0 0-13-15,0 0-17 0,13 7-6 0,-9 0-9 0,1 2-8 0,1 3-7 16,2 6-12-16,1 0-6 0,-5 2-5 0,4 6-5 15,-1 3-8-15,-4 0-8 0,-3 1-5 0,1 0-4 16,-5-1-7-16,-1 0-4 0,-7 3-1 0,1-3-5 16,-8-1-3-16,1 3-15 0,-4-5-22 0,-4-2-33 15,-5-1-44-15,-2-4-48 0,-2 0-67 0,1-9-157 16,-2-1-366-16,-1-5 161 16</inkml:trace>
  <inkml:trace contextRef="#ctx0" brushRef="#br0" timeOffset="108413.6">21530 7374 223 0,'-7'0'215'0,"7"0"-17"0,-14 0-18 15,3 3-17-15,-2 2-16 0,-5 2-12 0,1 4-12 16,-7 4-13-16,-1 3-13 0,-1 2-5 0,-1 5-10 16,2 1-6-16,-6 11-8 0,9-5 1 0,-6 6-8 15,9-9-8-15,2 5-1 0,5-2-6 0,1-3-1 16,7 1-3-16,3-2 9 0,6 0-4 0,3-2 1 16,7 1 1-16,7-2-19 0,6-3-15 0,4-1-57 15,15 0-84-15,-11-7-266 0,15-2-424 0,-11-7 188 16</inkml:trace>
  <inkml:trace contextRef="#ctx0" brushRef="#br0" timeOffset="109250.74">20200 8280 168 0,'-8'0'169'16,"8"0"-5"-16,-8-3-15 0,8 3-2 0,0 0-10 15,-9-2-2-15,9 2-24 0,0 0-3 0,-5-1-10 16,5 1-15-16,0 0-1 0,0 0-10 0,0 0-5 16,0 0-3-16,0 0-5 0,-4 0 1 0,4 0 5 15,0 0-7-15,0 0 3 0,0 0-3 0,0 0 1 16,0 0-2-16,0 0-6 0,0 0-4 0,0 0 0 15,0 0-9-15,0 0 0 0,0 0-4 0,0 0 0 0,0 0-3 16,0 0-4-16,0 0-2 0,0 0-1 0,0 0-7 16,0 0 2-16,0 0-2 0,0 0 8 0,0 0 6 15,23 1 4-15,-1-2-1 0,14-4-3 16,19-1-6-16,7 0-3 0,41-1-2 0,5 0 2 16,8 1-7-16,7-3 1 0,7 5 3 0,2-1 4 15,7 0 3-15,2 4-1 0,2-4 4 0,-9 8-3 16,-11-6-2-16,-6 2 0 0,-14 1-2 0,-41 1-1 15,1-1-4-15,-11 3 0 0,-15-3-2 0,-3 3 0 0,-8-2-8 16,-8 0 0-16,-8-1-4 0,2 0 6 0,-4-1 0 16,-1 1 2-16,-7 0-2 0,8-1-8 0,-8 1-16 0,1-3-26 15,-1 3-26-15,0 0-31 0,-21-3-45 0,10 3-50 16,-2 0-267-16,0 0-498 0,-9 0 221 0</inkml:trace>
  <inkml:trace contextRef="#ctx0" brushRef="#br0" timeOffset="110036.98">20711 8819 25 0,'0'-5'222'0,"-2"-1"-5"0,2-1-6 0,-1 3 1 0,1-2-5 0,0 2-11 15,0 4-16-15,0-5-13 0,0 5-16 0,0-4-16 16,0 4-14-16,0-5-15 0,0 5-15 0,0 0-12 16,0 0-10-16,0 0-12 0,0 0-7 0,0 0-5 15,-3 14-4-15,2-2-5 0,1 0-3 16,-2 8-3-16,0-2-6 0,-2 7-4 0,2 0 3 0,-2 2-1 15,-1-2-4-15,-1 0 1 0,1 2 1 0,3-3-5 0,-2-7-4 16,3 0 2-16,-2 0-1 0,2-1-4 0,0-3 0 16,-3-4-1-16,4 0-3 0,-2-1 4 0,0-3 4 0,2 1 21 15,0-1 31-15,-1-1 39 0,1-4 30 0,0 4 58 16,0-4 19-16,0 0 29 0,0 0 4 0,0 0-23 16,0 0-22-16,-5-15-20 0,4 4-18 15,-3-2-19-15,1-6-18 16,1-4-16-16,-1-2-17 0,2-4-16 0,1-5-18 15,1-1-14-15,2-10-11 0,2-3-8 0,-1 14-4 16,0-3-1-16,3 4-6 0,-1 2 3 0,0 4-3 16,-1 4 0-16,-1 6-3 0,2 0-4 0,-2 6 1 15,1 1-4-15,-3 1-5 0,4 1-17 0,0 2-20 0,2-2-26 16,3 3-25-16,3 2-11 0,4-1-22 16,0 4-22-16,3 2-10 0,0 1-22 0,1 4-21 0,-3 0-25 0,7 6-27 15,-9-2-37-15,5 1-33 0,-6 3-261 0,-2-4-629 16,-2-3 280-16</inkml:trace>
  <inkml:trace contextRef="#ctx0" brushRef="#br0" timeOffset="110284.43">20612 8942 267 0,'-4'1'253'0,"-1"0"-17"15,5-1-23-15,-4 3-17 0,4-3-21 0,0 0-19 16,0 0-16-16,22 0-14 0,-3-3-9 0,9-1-14 16,3 0-20-16,2 0-33 0,4 2-31 0,4-5-33 15,9-1-45-15,5 2-55 0,-17 1-211 0,1-2-352 16,-1-1 157-16</inkml:trace>
  <inkml:trace contextRef="#ctx0" brushRef="#br0" timeOffset="110638.6">21528 8735 36 0,'-1'-4'320'0,"-1"2"-16"0,2 2-10 0,-3-5-15 0,2 1-21 16,1 4-24-16,-2-5-26 0,2 5-22 0,0 0-23 15,-1-3-19-15,1 3-22 0,0 0-11 16,0 0-14-16,0 0-10 0,0 0-11 0,1 12-8 16,1-5-9-16,-2 2-5 0,-2 2-6 0,4 1 5 0,-2 3-18 0,-2 1-2 15,1 1-4-15,1 0-2 0,-2-2-3 0,-1 2 0 16,3-5-5-16,0 0 2 0,0 0-4 0,0-2-2 15,-1 2 2-15,1-2-2 0,-3-2-2 0,3 3 2 0,0-6-12 16,0 1-9-16,0 0-5 0,0-4 0 16,0 2-2-16,0 1 2 0,0-5 1 0,0 0-1 15,-3 3 3-15,3-3-18 16,0 0-63-16,0 0-59 0,-7-10-40 0,7 6-21 16,-1-9-16-16,-2 2-199 0,1-6-459 0,-1 0 203 15</inkml:trace>
  <inkml:trace contextRef="#ctx0" brushRef="#br0" timeOffset="110955.01">21481 8664 95 0,'0'-10'217'0,"1"3"-2"0,-2 1 7 16,0 0 4-16,2 2-6 0,-1 0-12 0,1-3-14 0,-1 7-18 0,-2-5-21 15,2 5-17-15,0-4-17 0,0 4-13 0,-4-2-13 16,4 2-13-16,0 0-10 0,0 0-9 0,0 0-4 16,10 11-7-16,-6-4-3 0,1 1 0 0,3 4-8 15,3-1 2-15,-2 2-7 0,4 11-5 0,-1-11 3 16,-1 3-8-16,4 4 3 0,-6-3-5 0,4 7-2 15,-3-8-4-15,-1 1 1 16,0 0-3-16,-5-3-2 0,-2-3-3 0,4 5 3 16,-4-3-2-16,-2-3-1 0,-2 2-2 0,0-3 0 15,1 3 2-15,-6-2-2 0,0-3 8 0,3 2-6 16,-3-2 0-16,0-1-2 0,-2 4 2 0,2-6 6 16,0-1-10-16,2 2 0 0,-1-3 1 0,1 2 0 15,1-1 1-15,-1-2-2 0,2 1 3 0,3-2 2 16,-5 2-4-16,5-2-6 0,0 0-21 0,-7 1-29 0,7-1-39 0,0 0-63 15,0 0-61-15,8-10-76 0,-4 4-148 0,3-3-470 16,-1 2 207-16</inkml:trace>
  <inkml:trace contextRef="#ctx0" brushRef="#br0" timeOffset="111224.55">21900 8526 230 0,'0'0'248'0,"0"0"-28"0,8-1-25 0,-8 1-21 0,0 0-19 15,10 8-15 1,-2-1-10-16,3 3-5 0,1 3-8 0,-2 5-3 16,5 4-8-16,0 3-2 0,-3 0-11 0,-4 3-4 15,1-1-7-15,-3 3-6 0,2-3-2 0,-7 5-10 16,-3-3-2-16,-4 2-2 0,-4 0-7 0,-1-1-3 0,-6-1-4 15,-1-5-1-15,-1 3 1 0,-6-3-25 16,-2 1-16-16,-4-4-29 0,-1-2-43 0,-2-2-41 16,-2-3-60-16,-10 4-259 0,10-10-461 0,2-5 204 0</inkml:trace>
  <inkml:trace contextRef="#ctx0" brushRef="#br0" timeOffset="111556.34">21466 8412 78 0,'-3'-5'248'0,"3"5"-17"0,-1-5-24 0,1 5-30 16,-5-1-15-16,5 1-15 0,-17 13-16 0,4-1-11 16,-2 10-7-16,-3 4-11 0,-2 6-6 0,-6 10-8 15,-3 8-4-15,0 1-8 0,2 4-3 0,-3-6-5 16,12 2-7-16,1 0-3 0,6-5-3 0,7-10-9 0,9 12 4 16,1-12 13-1,15 8 1-15,6 1 7 0,10-8-5 16,8-5 0-16,11-5-22 0,0-7-59 0,10-2-106 15,-1-13-143-15,1-1-144 0,-6-3-441 0,-5-6 195 16</inkml:trace>
  <inkml:trace contextRef="#ctx0" brushRef="#br0" timeOffset="114579.9">16872 7253 109 0,'0'0'140'0,"0"0"5"0,0 0-7 0,0 0 0 16,0 0-5-16,0-5-7 0,0 5 0 0,0 0-5 0,1-4-2 16,-1 4-4-16,4-4-8 0,-4 4 1 0,1-2-5 15,-1 2-8-15,0 0-8 0,3-3-6 0,-3 3-1 0,0 0-3 16,1-4-5-16,-1 4-6 0,0 0-1 15,0 0-3-15,0-4-2 0,0 4-5 0,0 0-4 16,0 0-9-16,0 0-1 0,0 0-6 0,2-5-4 16,-2 5-4-16,0 0-3 15,0 0-7-15,0 0-9 0,0 0-22 0,0 0-31 16,0 0 1-16,0 0 0 0,-2 18 4 0,1-1 1 16,-3 8 10-16,-4 6-1 0,-2 16 2 0,-1 5 5 15,-8 3 0-15,-6 31 10 0,-4-4 1 0,-2-2-1 16,-3 0 7-16,13-22-2 0,-11 20 2 0,8-26 5 15,0 4-1-15,0-5 5 0,0-1 1 0,1-1 9 16,2-5-2-16,4-12 3 0,-5 11 0 0,7-16 1 0,5 3 2 0,-3-7 3 16,4-4-4-16,0-4-2 0,3-5-3 0,3 0 6 15,-1-3 7-15,-1-3 16 0,3 3 24 0,2-3 4 16,0-4-8-16,0 0-9 0,11-11-6 0,-2 2 0 16,5-6-9-16,9-4-2 0,0 1-5 0,3 0-4 15,-3 1-5-15,-8 4 2 0,3 1-6 0,-4 3-4 16,-1 1 4-16,-3 4-8 15,0 1-5-15,-2 3-2 0,5 2 2 0,-3 3-5 16,1 8 5-16,1 5-8 0,-6 7-3 0,2 6 3 16,-3 6 3-16,-5 14-4 0,-5 2 1 0,-4 2 1 15,-8 26 0-15,6-25 3 0,-6 0-4 0,-1 2 5 16,3-1-1-16,-4 1 2 0,6-3 1 0,0 1 1 16,7-6-2-16,1-1 2 0,2-14-1 0,5-1 2 15,3-4 3-15,5-1-1 0,5-5 1 0,5 1 3 0,6-8-2 0,10 0-4 16,15 0-16-16,0-4-31 0,3-2-40 0,1-2-42 15,9-8-71-15,-3-2-260 0,30-8-492 0,-31-1 219 16</inkml:trace>
  <inkml:trace contextRef="#ctx0" brushRef="#br0" timeOffset="115798.67">22728 7113 36 0,'0'0'191'0,"0"-5"-8"0,0 5-13 0,0 0-13 16,0-2-11-16,0 2-16 15,0 0-12-15,0 0-16 0,1-6-14 0,-1 6-18 16,0 0-19-16,0 0-16 0,0 0-6 0,0 0-1 16,-3 21-9-16,1-8-1 0,2 5-4 0,-6 5 0 15,2 5 5-15,2 4 2 0,-1-2-8 0,3 1-3 16,0 1-3-16,0 6-1 0,1-4-1 0,5 1 3 0,1 12 1 16,2-11 2-16,4 11 1 0,-2-13-1 15,2 0-2-15,4-3 3 0,-4-1 0 0,3-2-3 0,0-1 4 0,-3-7-8 16,3 0 10-16,-1-6-3 0,-3 0 3 15,2-2-1-15,0-2 8 0,-4-4 9 0,1 1 0 0,1-3 10 16,-3-2 8-16,1-2 10 0,-2 2 2 0,-2-1 0 16,1-2 7-16,-1-1 0 0,-6 2 17 0,10 0-2 15,-6-1-5-15,-4 1-5 0,7-1-6 0,-7 1-8 16,0 0-10 0,9-3-9-16,-9 3-11 0,0 0-12 0,0 0-5 0,0 0-8 15,-3 7 1-15,3-7-5 0,-13 15 0 0,4 2-2 16,-9 6 1-16,-5 7-1 0,-5 14 0 15,0 2 0-15,1 2 1 0,-2 4 1 0,-8 24-1 16,14-22-1-16,-4 28 4 0,5-3-2 0,13-23 3 0,0 5 2 16,13 24-1-16,-3-25 6 0,4-2-5 0,7-1-1 15,3 2 3-15,2-2 0 0,6 2 1 0,0-5-1 0,-4 3 2 16,2-3-3-16,-4-5 1 0,-5-2 0 0,-7-1 1 0,-5-10-1 16,-4-3 3-16,-9 2 3 0,-13 4-1 15,-15 4 2-15,-12-8-2 0,-34 11-1 0,-3-8-14 16,-12-6-38-16,2-1-60 0,-6-7-81 0,-8-8-282 15,9-4-500-15,8-6 221 0</inkml:trace>
  <inkml:trace contextRef="#ctx0" brushRef="#br0" timeOffset="119322.87">24575 7536 23 0,'0'0'78'0,"2"-7"8"0,-2 7-1 0,3-5 3 0,-1 3 1 15,-2-1-6-15,0 3 7 0,0-9 3 0,2 6-2 16,-1-2 4-16,-1 0 9 0,3-2 2 0,-2 2 2 16,1-1 2-16,0 0-3 0,-1 0 0 0,0 0-3 0,2-1 3 0,-2 2-7 15,-1 0 1-15,1 1 2 0,1-3 0 0,-2 3-3 16,0 4-3-16,2-6-14 0,1 3-11 0,-3 3-12 15,0 0-7-15,0-3-14 0,0 3-18 0,0 0-3 16,0 0-6-16,-5 11-6 0,0 0 5 0,-2 4-7 16,2 5 1-16,-3 3 0 0,-1 4-2 0,2 2 1 15,0 0-2 1,1 0 2-16,-2-1 0 0,3 0 0 0,1 1 4 16,2-1-1-16,-2-8-3 0,4-3 2 0,-3 1 0 15,1-1 2-15,-1-3-3 0,3-3 2 0,-1 0 0 0,1 0-21 16,-3-1-14-16,3-5-18 0,-2 5-26 0,-1-4-18 15,2 2-23-15,1-3-27 0,-1 0-32 0,-2 2-187 16,2-6-388-16,-3 2 172 0</inkml:trace>
  <inkml:trace contextRef="#ctx0" brushRef="#br0" timeOffset="119792.78">23981 8139 63 0,'-6'1'175'0,"6"-1"-2"16,-6 0-7-16,6 0-6 0,0 0-16 0,-9 0-3 0,9 0-12 15,0 0-13-15,-5 0-11 0,5 0-10 0,0 0-10 16,0 0-12-16,0 0-4 0,0 0-16 0,0 0 10 16,0 0-8-16,-8 1-7 0,8-1 3 0,0 0-4 15,0 0-3-15,0 0 4 0,0 0-3 0,0 0 3 16,0 0-3-16,0 0 0 0,0 0-5 0,0 0-1 16,0 0 0-16,0 0-5 0,21-1-6 0,-1 0-9 0,16-3 6 0,20-1-3 15,4 0-3-15,36-3-3 0,4-1 6 0,-1 3 5 16,8 1 6-16,2 1 10 0,5-3 10 0,4 5 2 15,0 2 5-15,-5-3 0 0,-2 1-4 0,-14 2-5 16,-5 2 1-16,-33-1-10 0,-3 0-3 0,-1 2-5 16,-18-3-3-16,-1 2-6 0,-7 0-11 0,-7-2-12 15,-5 2-17-15,-3-2-14 16,-3 0-6-16,-2-2-17 0,-4 4-9 0,-5-2-22 16,4-2-34-16,-4 2-21 0,0 0-26 0,-21-2-46 15,4 2-184-15,-6-3-426 0,4 2 188 16</inkml:trace>
  <inkml:trace contextRef="#ctx0" brushRef="#br0" timeOffset="120409.93">24413 8553 137 0,'0'-7'324'0,"0"3"-17"0,0-2-19 0,0 1-19 0,0 5-31 16,0-6-23-16,0 2-26 0,0 4-22 0,0-6-19 15,0 6-29-15,0 0-22 0,0 0-13 0,0 0-11 16,0 0-3-16,-2 23-20 0,1-4-10 16,-2 4-1-16,-2 5-2 0,3 5-6 0,-4 0-4 0,0 0-2 0,0 2-5 15,-1 1 1-15,4 0-2 0,-3-2-1 0,2-2-4 16,0-2 0-16,1-1-2 0,-1-2-2 0,2 0 2 15,0-8-4-15,1-1 1 0,-2-1 0 0,2-1 0 16,-1-7-2-16,2 1 1 0,-2-5 0 0,4 2 8 0,-2-2 27 16,0 0 26-16,-2-2 40 0,2-3 38 15,0 0 39-15,0 7 35 16,0-7 6-16,0 0-27 0,0 0-17 0,-5-17-20 16,5 5-13-16,-5-4-11 0,0-9-20 0,4 0-15 15,1-7-13-15,0-1-9 0,1-15-12 0,3-3-12 16,2 0-4-16,-2 3-6 0,1 2-3 0,0 0-11 15,-1 14 4-15,1 1 0 0,1 2-4 0,0 0-3 16,-1 2 0-16,-3 10-1 0,1 0-2 0,0 3-5 0,0-1-3 16,0 3-8-16,2 1 4 0,-1 5-11 0,0-3-17 0,3 2-21 15,2 0-14-15,5 1-23 0,4 1-23 0,10 1-29 16,2-1-39-16,-1 5-30 0,1 2-30 0,-4 3-39 16,2-1-35-16,-1 5-51 0,-8 1-58 0,-2-2-227 15,-2 0-682-15,-6-2 302 0</inkml:trace>
  <inkml:trace contextRef="#ctx0" brushRef="#br0" timeOffset="120632.69">24333 8778 19 0,'-5'3'256'0,"3"-2"-15"0,-2 2-16 16,4-3-13-16,-4 1-13 0,4-1-19 16,-4 3-15-16,4-3-19 0,0 0-14 0,0 0-15 0,22 0-9 15,-9-3-19-15,7 2-24 0,11-2-36 0,2 2-36 16,4-4-52-16,14-3-53 0,-13 3-66 0,0-5-127 16,1 5-330-16,-2-2 146 0</inkml:trace>
  <inkml:trace contextRef="#ctx0" brushRef="#br0" timeOffset="121011.63">25143 8552 189 0,'-1'-6'285'16,"0"3"-23"-16,1 3-17 0,-4-5-21 0,4 5-24 16,-3-3-21-16,3 3-20 0,-1-4-20 0,1 4-12 0,0 0-19 0,0 0-11 15,0 0-9-15,0 0-11 0,0 0-10 0,0 15-8 16,4-6-4-16,-7 1-6 0,3 4-6 0,-1 0-4 16,1 4-5-16,-2 1-4 0,0 0-1 0,-2-2-6 15,3 4-1-15,1-1 2 0,-4-3-5 0,-1 0-2 16,4 1 0-16,-2-2-3 0,2-4 1 0,-1 0-1 15,2-2-1-15,-2-1-2 16,2-2 2-16,-1-1-2 0,-2-1 2 0,3 1-4 16,-1-3 3-16,1 1 0 0,0-4 0 0,0 6 0 15,0-6-3-15,0 0 0 0,-2 2-16 0,2-2-33 16,0 0-44-16,0 0-38 0,-7-13-58 0,2 4-36 16,1-2-190-16,1-5-441 0,1-3 195 0</inkml:trace>
  <inkml:trace contextRef="#ctx0" brushRef="#br0" timeOffset="121350.06">25128 8429 225 0,'0'0'230'16,"-3"-4"-18"-16,3 4-23 0,-1-3-17 0,1 3-24 16,0 0-15-16,0 0-14 0,0 0-13 0,0 0-16 0,0 0-4 0,4 10-19 15,-1 0 3-15,3-1-14 0,0 5 6 0,6 1-11 16,-3 0-9-16,0 3 3 0,6 4-11 0,-3 0-2 15,0 1-2-15,-1 0-2 0,-1 2-2 0,0-4-1 16,-2 5-5-16,-3-6-2 0,0-2-1 0,-2 1-2 16,-2 0-5-16,-2 0 9 0,-1-4-1 0,0 1 2 15,-2-2 1 1,-4 2 6-16,-2-3 0 0,2-2-2 0,-1-2 2 0,-6 1 4 16,6-3-3-16,-4 1 0 0,2-3 1 0,-1 0-5 15,3 0-3-15,-1-1 2 16,1-1-3-16,4 0 0 0,-1-2-2 0,1 2 0 15,5-3-2-15,-7 1 1 0,3 0 0 0,4-1-2 16,-5 3-3-16,5-3-10 0,0 0-33 0,0 0-41 16,0 0-26-16,7-10-46 0,-1 5-24 0,2-2-54 0,-2-1-136 0,-1-1-387 0,4-4 170 15</inkml:trace>
  <inkml:trace contextRef="#ctx0" brushRef="#br0" timeOffset="121628.49">25400 8417 65 0,'3'-4'284'16,"-3"2"-26"-16,0 2-29 0,2-4-29 0,-2 4-20 16,0 0-20-16,0 0-19 0,16 7-14 0,-5 3-14 15,3 2-12-15,3 8-7 0,0 6-1 0,0 3-8 16,1 2-8-16,-4 1-6 0,0 14-8 0,-5-1-6 0,-4 2-5 15,-2-12-2-15,-6 0-5 0,-2 14-8 0,-5-17 8 16,-7 11-11-16,-2-13-7 0,0 0-10 0,-10 9-14 16,3-14-19-16,-1-2-30 0,-5-5-27 0,0 4-42 15,-1-6-43-15,-1-6-226 0,-2-4-415 0,-1 0 184 16</inkml:trace>
  <inkml:trace contextRef="#ctx0" brushRef="#br0" timeOffset="121966.97">25048 8328 79 0,'0'0'252'0,"-9"0"-24"0,9 0-30 0,-12 7-18 16,3 2-14-16,-6 5-12 0,-6 10-20 0,-8 13-3 16,-2 4-14-16,-1 3-7 0,-1 4-14 0,4 1-3 15,1 1-7-15,5 3-9 0,2-4 10 0,2-1 0 16,6-1-1-16,12-11-1 0,1-2-3 0,6-1-3 15,6 1-8-15,6-2-6 16,5-3-21-16,14 7-41 0,6-4-73 16,10-11-108-16,-5-7-246 0,-8-8-459 0,10 1 203 15</inkml:trace>
  <inkml:trace contextRef="#ctx0" brushRef="#br0" timeOffset="124874.46">26702 7193 134 0,'0'-3'119'0,"3"0"9"16,-3 3-11-16,1-6-6 0,-1 2-2 0,0 4-2 0,4-5-9 16,-4 5 0-16,1-5-4 0,-1 5-7 0,2-4 0 0,-2 4-4 15,0 0-5-15,1-2 2 0,-1 2 0 16,1-5 2-16,-1 5-2 0,0 0-5 0,0-3-2 16,0 3-5-16,0 0-7 0,4-3-4 0,-4 3-1 15,0 0-10-15,0 0 0 0,0 0-7 0,0 0-3 0,0 0-12 16,0 0-7-1,0 0-17-15,0 0-11 0,0 0-5 0,0 0 12 16,-5 16-7-16,1-1 0 0,-4 4 4 0,-6 5-4 16,1 8 3-16,-6 8-1 0,-5 7-1 0,2 0 4 15,-5 0 4-15,-1 0-3 0,2 4 1 0,-1 0 4 16,1-4-2-16,2-2 0 0,2 1 3 0,-5-3 8 16,13-13-1-16,-1 0-1 0,0-1 6 0,0-3 1 15,0-2 3-15,8-7-5 0,-1-4-2 0,1-2-1 0,1-2-4 0,2-2 4 16,2-2 10-16,-1-1 24 0,3 1 10 0,0-5-8 15,0 0 0-15,0 0-9 0,15-13-2 0,0 2-4 16,1 1-6-16,0-1-1 0,3-2-4 0,-1 2-3 16,-1 2-4-16,2 0-6 0,-2 1-3 0,1 3-4 15,-4 1-1-15,0 1-1 0,-1 3 0 0,2 0-1 16,-3 5 1-16,-1 2-1 0,3 5-4 0,-3 2 4 0,-1 11-1 0,1 3-2 16,-7 1 3-16,-5 6 1 0,-2 11-2 0,-6 1 2 15,-5 5 2-15,-5 2-4 0,0 2 0 0,-12 25 3 16,7-30 4-16,0 0-2 0,0 0 1 0,4-3 4 15,1-2 3-15,6-12 0 0,-2-1 3 0,6-3 2 16,4-4 1-16,2-1-1 0,2-6-2 0,4-3-4 16,4 1 7-1,8-5-11-15,11 0-23 0,8-4-29 0,6-6-56 0,20-2-69 16,-1-7-237-16,5-2-444 0,-4-6 196 0</inkml:trace>
  <inkml:trace contextRef="#ctx0" brushRef="#br0" timeOffset="126046.18">27502 7398 135 0,'0'-5'257'0,"0"2"-9"0,0 3-12 15,0-5-13-15,0 5-25 0,0 0-20 0,0-7-23 0,0 7-9 0,0 0-30 16,0 0-21-16,0 0-9 0,0 0-12 16,-4 20-9-16,4-6-7 0,-5 11-5 0,1-1-8 0,-4 7-1 15,1 1-3-15,-3 14 1 0,-1-1-6 0,1 1 0 16,1-12-5-16,-1 13-1 0,3-14-3 0,-2-1 3 15,3 0-10-15,1-1 0 0,-2-6-2 0,4 1-5 16,-1-7 0-16,2-3 3 0,1-4-4 0,-2 0 1 0,-1-2-2 0,4-2-1 16,-1 0-1-16,0-4 3 0,-1 0 2 15,2 2-2-15,-1-3 3 0,1-3 2 0,0 5 1 16,0-5 6-16,-1 7 3 0,1-7-2 0,0 0 0 16,-3 2-3-16,3-2-30 0,0 0-48 0,0 0-53 0,5-12-39 15,-1 2-31-15,1 1-72 0,-1-6-133 0,3 1-415 16,1-5 184-1</inkml:trace>
  <inkml:trace contextRef="#ctx0" brushRef="#br0" timeOffset="126346.97">27695 7429 304 0,'0'-4'292'0,"0"1"-19"0,0 3-23 0,2-7-29 15,-2 7-27-15,0 0-24 0,0 0-20 0,0 0-15 16,0 0-13-16,-6 17-16 0,4-3-6 0,-5 8-13 16,2 5-10-16,1-1-7 0,-3 6-6 0,2 0-7 15,1 3-4-15,-1-2-4 0,1 3-8 0,1-5-2 16,2 5-1-16,-2-6-6 16,2 1-3-16,1-3 0 0,-2 1-5 0,1-4-1 15,-1-8-4-15,2 0 0 0,0-1 0 0,-1-5-2 16,1-1 2-16,0-2-2 0,-1-3 0 0,-1 1-3 15,1-1-1-15,0-1-1 0,1 0 0 0,0 0-7 16,0-4 1-16,-3 4-6 0,3-4-6 0,0 0-18 16,-8 0-28-16,8 0-35 0,-11-7-55 0,5 0-47 15,2-3-68-15,-4-4-154 0,6-2-444 0,0 0 197 0</inkml:trace>
  <inkml:trace contextRef="#ctx0" brushRef="#br0" timeOffset="126525.32">27515 7708 89 0,'-4'-2'215'0,"4"2"-13"0,0 0-15 15,-5 0-25-15,5 0-7 0,0 0-17 0,0 0-14 0,0 0-13 16,0 0-2-16,0 0-8 0,0 0-7 0,0 0-4 16,28 5-11-16,-5-5-4 0,9 0-14 0,5-1-30 15,14-1-41-15,-10 2-58 0,10-2-56 0,-14-2-180 16,-1-3-329-16,1 2 146 0</inkml:trace>
  <inkml:trace contextRef="#ctx0" brushRef="#br0" timeOffset="127048.76">28231 7496 103 0,'5'-1'173'0,"-5"1"-18"0,11 0-17 0,-11 0-15 16,12 4-10 0,-5-1-15-16,1 2-10 0,0 2-1 0,-1 1-13 15,-1 5-3-15,0-4-8 0,-1 8-4 0,1 1-2 0,-3-1-7 16,-3 1-7-16,0 0 1 0,-4 1-7 15,-1 0 7-15,-3 0-9 0,1-1-3 0,-2 0-1 16,-3-1 5-16,2-1 0 0,-3 1 6 0,-1-4 0 16,1 0-1-16,2-3 4 0,2-3 4 0,1-1 0 0,3 0 6 15,0-1 8-15,0 0 12 0,1-4 18 0,-1 3 16 0,1-1 20 16,2 1 22-16,2-4 17 0,0 0-14 0,0 0-12 16,0 0-20-16,2-13-9 0,5 1-17 0,0 2-14 15,7-6-10-15,0-6 1 0,4 0-16 0,0-2-5 16,1 3-19-16,2-1 8 0,-3 0-10 0,-1 1-8 15,-4 8 0-15,-3 1 2 0,-2 4-2 0,-3 0-5 16,0 1-3-16,-1 3 0 16,0-1-11-16,2 1 0 0,-4 1-17 0,0 2-18 15,-2 1-15-15,0 0-3 0,0 0 10 0,5 7 0 16,-2-1 3-16,-2 5 3 0,-1-1 1 0,0 2 4 16,0 5 2-16,0 0 2 0,2 1-13 0,-2-2-9 15,2 3-21-15,-2-2-26 0,0 0-26 0,1-5-41 16,2 0-47-16,-3-2-34 0,-3-1-219 0,2-5-496 15,1 0 220-15</inkml:trace>
  <inkml:trace contextRef="#ctx0" brushRef="#br0" timeOffset="127304.86">28624 7429 36 0,'1'-4'292'15,"2"2"-32"-15,-2-1-32 0,-1 3-27 0,0 0-26 16,0 0-17-16,0 0-17 0,0 0-15 0,13 12-10 16,-12 0-14-16,3-1-5 0,-1 7-12 15,-1 4-7-15,5 4-5 0,-5 3-3 0,-2-1-8 0,2 2-6 16,-1 2-4-16,-1-1 0 16,-1 1-6-16,-2-2-5 0,-1 0-4 15,0-1-3-15,-5-3-20 0,-1-3-23 0,0 4-20 0,-8-5-29 0,0-4-36 0,-5-1-52 16,-2-2-237-16,-3-5-415 0,-2-6 184 0</inkml:trace>
  <inkml:trace contextRef="#ctx0" brushRef="#br0" timeOffset="127643.28">28272 7333 94 0,'-4'-2'204'16,"4"2"-23"-16,0 0-18 0,-11 4-17 0,5 3-17 15,-3 3-19-15,-4 6-4 0,-3 5-5 0,-1 5-7 0,-2 5-3 16,-8 11-5-16,5-1-9 0,-3 5-4 0,3 0-6 16,8-3-7-16,1-9-6 0,8 0 0 0,3-1-8 15,4-1 2-15,5 1-8 0,5-3 8 0,6 0-1 16,5-2-7-16,16 3-34 0,-6-11-63 0,15 1-100 16,-11-8-169-16,16-5-352 0,-5-4 156 0</inkml:trace>
  <inkml:trace contextRef="#ctx0" brushRef="#br0" timeOffset="128414.06">29075 7037 95 0,'0'0'183'0,"0"0"-16"0,0-4-18 16,0 4-11-16,0 0-17 0,0 0-16 0,0 0-16 15,0 0-7-15,0 0-17 0,0 0-2 0,0 0-8 0,4 18-5 0,-4-8-5 16,1 1-5-16,1 7-4 0,-2 2 4 0,2-1-12 16,3 5 2-16,-1 1-4 0,4 0-2 0,-2 4-3 15,2-3 2-15,2 1-9 0,2-4 3 0,-2 2 3 16,4-5-1-16,-4-2-5 0,0-4 0 0,2 0 0 16,-3-6-5-16,0 2 5 0,0-4 5 0,-2 0 0 15,2 0 8 1,-1-1 18-16,-2-1 16 0,2-3 13 0,-2-1 13 0,1-1-2 15,-1-2 4-15,3-1-4 0,-1-1-10 0,1-3-3 16,-2 1-3-16,1-2 0 0,-3 3 8 0,0-2 4 16,-1 3-2-16,-1-1 2 0,2 0-3 0,-3 0-6 15,1 3-2-15,-2-3-15 0,0 4-9 0,-1 2-5 16,2-4-16-16,-2 4-13 0,0 0-8 0,0 0 1 16,-12 0-10-16,5 4-1 0,-1 5 0 0,-1-1 2 0,-4 5-3 15,-1 12-2-15,-4-1 2 0,0 5-1 0,-3 16 2 0,-2 3-1 16,1 4 2-16,0 3 5 0,0 0 0 0,3 0 2 15,4 3-1-15,2-2 1 0,4 2-1 0,4-5 1 16,1 1-1-16,7-4 0 0,1-1 0 16,1-1 3-16,1-1-2 0,3-1-2 0,-1 2 5 0,-3-12 2 15,0 0-5-15,-2 0 4 0,-1-2 7 0,-4 4 3 0,-5-5-1 16,-8 12 2-16,-12-3 0 0,-8-4-6 0,-12-1-4 16,-4-6-18-16,-27 12-43 0,-11-11-75 0,-6-6-118 15,-15-11-259-15,1-10-548 0,2-6 242 0</inkml:trace>
  <inkml:trace contextRef="#ctx0" brushRef="#br0" timeOffset="141596.37">2578 11514 8 0,'0'-7'224'0,"0"3"-3"16,-1-2-13-16,1 2-4 0,0 4-12 0,1-8-12 0,-1 6-10 0,0-2-11 16,0 4-5-16,0-6-13 0,0 6-7 0,0-5-14 15,0 5-9-15,0-3-6 0,0 3-18 0,0 0-15 16,0-4-7-16,0 4-13 0,0 0-22 0,0 0-24 15,0 0 5-15,0 0-6 0,0 0-4 0,-4 19 5 16,3-6-5-16,-3 5-2 0,3 0-2 0,-4 1 2 16,-3 6 18-16,4 0-6 15,0 0 2-15,2-7-5 0,2 3 2 0,-4 4-4 16,4-7 5-16,-4 2-6 0,4-2 1 0,0 0-3 16,-3-6 3-16,1 2-3 0,1-1 0 0,1-4-2 15,0 1 3-15,0-4 0 0,0 0 0 0,0-1 3 16,0-1 1-16,1-1-1 0,1 1 1 0,-2-4 1 15,0 5-1-15,0-5 1 0,0 0 1 0,0 3 2 16,0-3-5-16,0 0-9 0,0 0-11 0,0 0-14 0,0 0-24 0,0 0-83 16,0 0-88-16,0 0-181 0,3-19-435 0,-2 8 193 15</inkml:trace>
  <inkml:trace contextRef="#ctx0" brushRef="#br0" timeOffset="141928.37">2861 11436 278 0,'1'-4'261'16,"-1"4"-29"-16,4-2-21 0,-4 2-27 0,0 0-22 16,0 0-19-16,0 0-17 15,0 0-15-15,5 9-11 0,-5-4-8 0,1 5-13 16,0 7-7-16,1-1-11 0,-2 0-3 0,0 3-2 15,1 2-8-15,-1 3-8 0,1-6-3 0,-1 1-2 16,1 0-3-16,-1-2-3 0,2 2-4 0,-1-3 0 16,-1-1-4-16,1-2-3 0,1-1-2 0,-2 0-1 15,2-2 2-15,-2 0 0 0,1-3-5 0,-1-2 0 16,2 1 2-16,-2-2 2 0,0 1-2 0,-2-1 1 0,2-4 0 0,2 5 0 16,-2-5 2-16,-2 3 1 0,2-3 0 15,0 0 5-15,0 0-3 0,0 0-10 0,0 0-29 16,0 0-45-16,-6-10-62 0,3 2-63 0,-2-5-215 0,-1-3-438 15,1-4 195-15</inkml:trace>
  <inkml:trace contextRef="#ctx0" brushRef="#br0" timeOffset="142128.87">2803 11304 192 0,'0'0'334'0,"-1"-6"-10"0,1 3-20 0,0 3-21 0,0-5-23 0,0 5-26 16,0 0-31-16,0-5-9 0,0 5-28 0,0 0-51 15,0-4-47-15,0 4-55 0,0 0-66 0,0 0-76 16,0 0-92-16,0 0-161 0,0 0-412 0,0 0 182 16</inkml:trace>
  <inkml:trace contextRef="#ctx0" brushRef="#br0" timeOffset="142467.37">2558 11265 58 0,'0'0'288'16,"-7"-3"-15"-16,7 3-22 0,0 0-24 0,-4-2-22 15,4 2-24-15,0 0-29 0,0 0-39 0,0 0-42 16,0 0-54-16,0 0-71 0,0 0-74 0,8-7-148 16,-3 6-299-16,3 0 132 15</inkml:trace>
  <inkml:trace contextRef="#ctx0" brushRef="#br0" timeOffset="143100.31">2496 11073 17 0,'-10'2'92'16,"-5"-1"-3"-16,2-1-12 0,-6 5-6 0,1 0-5 16,-2 2-4-16,-1 1-8 0,-2 4-4 0,-5 2-6 0,2 2-5 15,0 3 1-15,0 1-1 0,2 6-5 0,-1 0-3 0,0 2 4 16,-7 11-5-16,3-3 5 0,3 6-1 0,7-13-8 15,-4 14 2-15,5-2-3 0,5-4 3 0,0 7 1 16,4-9-4-16,3 1-5 0,1 10 6 0,4-10-4 16,2 10-1-16,0-11 15 0,6-2-2 0,-1-1 3 15,6 1 4-15,-2-3 4 0,5 0 11 0,0-2 5 16,3 0 9-16,4-5 2 0,1-2 1 0,0 0 6 0,4-3 1 0,5-2 1 16,1 1-7-16,3-3-3 0,0-7-2 0,-1 7 0 15,5-6 0-15,12 1-2 0,1-7-2 0,-2-1 2 16,0-1-5-16,0 0 0 0,0-6 0 0,-11 2-1 15,11-6 7-15,-14 5 4 0,13-7 3 0,-9-2 2 16,6-2 7-16,-1-4 2 0,-13 2 0 0,15-5-3 16,-5-9 5-16,-3 3-9 15,-2-5-3-15,-5-2-8 0,2-3-4 0,-2-3-5 16,-4-3-5-16,-4-4-6 0,-4 1 4 0,-2-2 0 16,-7 1 4-16,-3 0 20 0,-7 1 6 0,-2 2-3 15,-6 10 1-15,-2 1-14 0,-7-11-6 16,-8 6-18-16,-8 4-25 0,-7 1-18 0,-12 6-8 0,-6 4-6 15,-31-5-15-15,-2 13-22 0,-10 5-26 0,-3 7-38 16,-7 11-48-16,3 2-67 0,4 4-72 0,-4 8-294 0,13-1-647 16,6 2 286-16</inkml:trace>
  <inkml:trace contextRef="#ctx0" brushRef="#br0" timeOffset="147310.87">4478 12172 18 0,'0'-4'210'0,"0"0"-6"0,0 4-8 16,0-6 1-16,0 2 0 0,0 4-6 0,0-8-9 0,-3 5-17 0,3 3-14 15,0 0-18-15,0 0-14 0,0-5-15 0,0 5-17 16,0 0-24-16,0 0-20 0,0 0-20 0,0 0-6 16,-3 13-6-16,0-4-2 0,0 11-2 0,-3 6 0 15,3 3 1-15,-4 2-4 0,-2 4 2 0,2 1-3 16,-4 9 12-16,4-1-2 0,-1-10-3 0,2 2 10 15,0 0-13-15,3-4-1 0,-3 0 1 0,3-6-3 0,-1 3 0 16,1-9 1-16,1-3-2 0,2-1 2 0,-1-4 0 0,1 0 2 16,0-3-1-16,-3-2-2 0,3 0 0 0,0 0 2 15,0-3 2-15,0 1 1 0,0 0 0 0,0-2 3 16,0-3 3-16,0 4-3 0,0-4 7 0,0 0 6 16,0 4 4-16,0-4-1 0,0 0 4 15,0 0-9-15,0 0-32 0,0 0-44 16,-3-11-27-16,2-1-25 0,0 1-35 15,1-8-44-15,0-7-172 0,1-2-386 0,2-6 170 16</inkml:trace>
  <inkml:trace contextRef="#ctx0" brushRef="#br0" timeOffset="147627.06">4371 12132 2 0,'0'-6'207'0,"-1"-1"-6"0,-1 2-10 15,1 0-16-15,0 1-17 0,0 0-22 0,1 4-13 16,0-4-16-16,0 4-19 0,0 0-12 0,0 0-7 15,9 0-7-15,-9 0-6 0,17 10-7 0,0-2-1 16,2 2-6-16,12 4-1 0,-4 2-7 0,2 0-4 16,-1 0-2-16,0 2-1 0,-2 0-2 0,-3 0-3 0,-3 0-3 15,-6-2-3 1,-2-2-5-16,-4 1 3 0,-1 1-5 0,-5-7 0 16,-2 4 5-16,-4-2 10 0,-3 2-3 15,-5 1-1-15,-4-1 1 0,-7 2 0 0,-2-2-4 16,-2 0 5-16,1-1 5 0,-1-3-9 0,3 0-2 0,2-1 0 15,2-3-4-15,-1 3 1 0,2-4-3 0,3 0 6 16,2 1-6-16,3-2-3 0,1 0-1 0,3-2 0 16,0 2-21-16,2-1-19 0,1 1-5 0,4-3 1 0,-4 3 7 15,4-3-17-15,0 0-18 0,13 3-34 0,-3-3-36 16,4 0-179-16,-2 0-340 0,2 0 151 0</inkml:trace>
  <inkml:trace contextRef="#ctx0" brushRef="#br0" timeOffset="147927.81">4687 12693 239 0,'0'0'341'0,"0"0"-12"0,0 0-15 0,0 0-23 16,0 0-7-16,0 0-24 0,0 0-31 0,0 0-21 16,0 0-22-16,0 0-21 0,0 0-15 0,0 0-35 0,0 0-34 0,0 0-45 15,0 0-62-15,0 0-72 0,11-9-64 0,-6 5-78 16,-1-3-211-16,2 2-488 0,3-3 217 0</inkml:trace>
  <inkml:trace contextRef="#ctx0" brushRef="#br0" timeOffset="148244.16">5139 12218 280 0,'0'0'326'0,"-3"-5"-25"0,3 1-27 0,0 4-22 0,3-6-33 15,-3 4-22-15,0 2-26 0,0 0-22 0,0 0-37 16,0-5-31-16,0 5-12 0,0 0-8 0,3 12-5 16,-3-2-8-16,0 7-6 0,2 0-5 0,-2 1-4 0,0 8-5 15,2 0-2-15,-2 0-2 0,3 1-4 0,-6 0-1 16,6 0-1-16,-6-2 1 0,6 0-4 15,-8-3-1-15,5-4 1 16,-2 8-3-16,0-10-1 0,1 1-1 0,-3-6-20 16,0-1-7-16,0 0-12 0,-1 2-17 0,0-4-19 15,-4 2-26-15,2-5-30 0,-2 2-35 0,-1-3-65 16,-1-3-144-16,0-2-393 0,-1 0 175 0</inkml:trace>
  <inkml:trace contextRef="#ctx0" brushRef="#br0" timeOffset="148413.37">5023 12172 225 0,'2'-7'291'0,"-1"2"-18"0,2-1-21 0,-3 0-24 16,4 1-25-16,0 0-24 0,1 1-19 0,1 0-15 16,6 0-21-16,-2 3-34 0,8-1-34 0,-3 5-32 0,4 0-37 0,-1 4-45 15,1 0-52-15,7 5-56 0,-13-2-152 0,2 1-343 16,-3 4 152-16</inkml:trace>
  <inkml:trace contextRef="#ctx0" brushRef="#br0" timeOffset="148598.26">5032 12728 35 0,'-3'3'286'16,"0"-1"-22"-16,0 1-20 0,-1-1-20 0,4-2-16 15,-1 3-22-15,1-3-14 0,11 3-20 0,2-4-14 16,7-1-12-16,12 2-31 0,3-3-59 0,3-1-65 16,12-4-103-16,-16 2-203 0,0 0-362 0,0-3 161 0</inkml:trace>
  <inkml:trace contextRef="#ctx0" brushRef="#br0" timeOffset="149515.81">6013 12358 45 0,'0'0'281'0,"0"0"-13"0,0 0-13 0,0 0-15 15,0 0-17-15,0 0-21 0,0 0-23 0,0 0-21 0,0 0-21 16,20-7-35-16,-8 3-33 0,7-1-47 0,-1 4-50 0,5-1-61 16,6 0-54-16,-8-1-178 0,-1 0-346 0,-1-1 153 15</inkml:trace>
  <inkml:trace contextRef="#ctx0" brushRef="#br0" timeOffset="149662.93">6029 12510 48 0,'-2'4'176'0,"-3"-2"-10"0,5-2-5 16,0 0 4-16,10 2-8 0,0-2-17 0,20 0-13 16,0 0-29-16,8-3-52 0,15-3-79 0,-1 2-176 15,0-5-226-15,-13 2 100 0</inkml:trace>
  <inkml:trace contextRef="#ctx0" brushRef="#br0" timeOffset="150433.69">7637 11742 194 0,'0'-6'239'0,"4"0"-11"0,-3 1-13 16,-1-1-13-16,1 4-24 0,1-2-18 0,-2 4-20 0,0 0-20 15,1-5-25-15,-1 5-16 0,0 0-9 0,0 0-9 16,-3 22-10-16,1-4-8 0,-2 10-5 0,0 3-5 0,1 0 1 16,-1 3-4-16,2 1-7 0,0-1-2 15,-2-2-3-15,3 0-1 0,-2-2-3 0,2-4 3 16,-2-1-3-16,3-6-3 0,0 1 5 0,-1-4-7 16,0-2 3-16,-2 3-3 15,6-4 2-15,-6-1 3 0,3-3-11 0,0 1-19 16,-2-3-22-16,-1 0-30 0,3 0-28 0,-1 0-26 15,-3-3-59-15,0 0-136 0,0-2-342 0,-1-2 151 16</inkml:trace>
  <inkml:trace contextRef="#ctx0" brushRef="#br0" timeOffset="150866.06">7108 12505 104 0,'-5'0'144'0,"1"1"-7"0,4-1-10 0,-9 2-12 15,9-2-20-15,-7 1-7 0,7-1-5 0,0 0-12 16,-7 2-11-16,7-2-1 0,0 0-8 0,0 0-8 15,-6 2-4-15,6-2 1 16,0 0 0-16,0 0-10 0,0 0 2 0,0 0-2 16,0 0 8-16,-5 1-3 0,5-1-1 0,0 0 3 15,0 0-4-15,0 0-4 0,34-5 5 0,-6 1-1 16,11-2 10-16,17-1-4 0,8-3 8 0,33 0 6 16,4-2 4-16,2 5 5 0,6-3 6 0,6 3 5 15,2 0 7-15,-3 2 0 0,-1 0 10 0,-11-3-7 16,-8 1-7-16,-30 6-4 0,2-1-8 0,-4 2-7 0,-2-1-3 0,-2-1-5 15,-19 2-4-15,-3-1-2 0,-4 1-11 16,-4 0-7-16,-12 0-9 0,-4 0-9 0,-2 0-1 16,-2 0-27-16,-3 0-18 0,-5 0-31 0,0 0-53 15,0 0-54-15,0 0-249 0,-37 3-461 0,9-2 204 0</inkml:trace>
  <inkml:trace contextRef="#ctx0" brushRef="#br0" timeOffset="151705.56">7277 13031 154 0,'0'0'227'16,"1"-5"-18"-16,-1 5-21 0,0 0-16 0,0 0-21 16,-1-6-15-16,1 6-18 15,0 0-9-15,0 0-19 0,0 0-23 16,0 0-15-16,0 0-9 0,0 0-7 0,0 0-4 15,0 18-2-15,-2-2-5 0,2 2-4 0,-2 2 0 0,-3 9-5 16,1-3 1-16,-1 3-1 0,2 0 1 0,-1 0-2 16,1 1-4-16,0-1-1 0,-1-3 1 0,3-5 1 15,-3-3-1-15,2 1-4 0,-1-7 1 0,2 0 5 16,0-1-6-16,-1-5 2 0,1 2-1 0,-2-4 23 0,3 0 50 16,0 2 38-16,0-6 43 0,2 5 43 0,-2-5 26 15,0 0-12-15,0 0-23 0,0 0-23 0,-8-15-16 16,7 3-20-16,-2-2-12 0,0-6-11 0,-1-4-22 15,2-4-12-15,1 0-8 0,0-5-13 0,-1-4-9 0,2-8-13 16,2 8-3-16,0 1-4 0,2 2-4 16,1 0-3-16,-2 3 2 15,0 4-3-15,1 2 7 0,-1 6 0 0,0 2-4 16,-1 5-1-16,2 0-3 0,2 1-5 0,-3 1-2 16,2 2-3-16,0-2-1 0,0 3-11 0,3 1-23 15,3 0-21-15,2 2-27 0,6-1-21 0,3 1-20 16,-3 3-19-16,13 2-25 0,-5 0-27 0,4 4-32 15,-10 2-35-15,9-4-45 0,-12 4-232 0,-1-2-571 16,-4-1 253-16</inkml:trace>
  <inkml:trace contextRef="#ctx0" brushRef="#br0" timeOffset="151906.16">7214 13211 116 0,'0'0'235'0,"-5"4"-6"0,5-4-14 0,0 0-15 15,0 0-18-15,0 0-17 0,14 0-20 0,-1-4-13 0,9 1-20 16,10-1-27-16,3-2-39 0,15 1-38 0,2-6-60 16,-2 3-70-1,-9 0-161-15,8-2-306 0,-11 1 135 0</inkml:trace>
  <inkml:trace contextRef="#ctx0" brushRef="#br0" timeOffset="152206.84">8045 12997 257 0,'-3'-2'269'0,"3"2"-19"0,0 0-21 0,0 0-25 16,0 0-23-16,0 0-19 0,0 0-17 0,0 0-23 16,0 0-16-16,0 0-12 15,0 0-10-15,0 0-11 0,-1 10-12 0,1-3-5 16,0 0-7-16,0 3-7 0,0 7-3 0,0-2-4 16,0 2-3-16,-1-1-5 0,-2 1-2 0,3 2-2 15,0-2-1-15,0-3-1 0,-1 1 0 0,-2-1-4 16,3-4 3-16,-2 0-21 0,-2 1-8 0,4-2-15 15,-4 0-11-15,3-2-14 0,-3-2-13 0,3 2-12 16,-2-4-19-16,-1-1-42 0,-1-1-53 0,5-1-145 0,-14-4-361 16,9-2 160-16</inkml:trace>
  <inkml:trace contextRef="#ctx0" brushRef="#br0" timeOffset="152523.26">7957 12905 68 0,'-2'-4'161'0,"2"4"-18"0,0 0-17 0,0 0-11 15,0 0-8-15,0 0-17 0,11 8 6 0,-7-2-14 16,3 1 1-16,2 4-3 0,0-2-4 0,2 5-8 16,1 2-2-16,6 4-9 0,-3 0-5 0,-2-3-5 0,2 4-5 15,-2 1 0-15,-3 2-5 0,-2-6-3 0,1 8-3 0,-3-7-5 16,-3-2 2-16,-1 1-3 0,-2 0-2 0,-2-1-5 15,-1-1 1-15,-3-1-1 0,-3 0 1 0,1-2 2 16,-1-4 9-16,-3 3-7 0,-3-4-5 0,1 3 0 16,-1-5 3-16,4 3-4 0,-2-6-4 0,1 2-1 15,1 1 5-15,-1-3-3 0,3 0 7 0,3 0-17 16,-2-2-6-16,3 2-15 0,5-3-59 0,-6-2-57 0,6 2-181 0,1-7-339 16,0 1 150-16</inkml:trace>
  <inkml:trace contextRef="#ctx0" brushRef="#br0" timeOffset="152792.76">8266 12930 211 0,'2'-3'193'0,"-2"3"-22"0,0 0-17 0,0 0-15 0,14 5-11 16,-6 2-11-16,0-4-6 0,2 6-6 0,1 4-18 0,0 3-4 16,3 8-1-16,-3 0-14 0,1 2-1 0,-3 0-7 15,-3 4-5-15,-3-1-3 0,-5 5-1 0,-1-2-8 16,-3 0 1-16,-3-1-4 0,-5 1-2 0,-2 0-5 16,-6-3-6-16,0-3-11 0,-3 3-19 0,-2-2-38 15,-4-3-36-15,-1-7-52 0,-1-1-193 0,-16 1-347 16,10-6 154-16</inkml:trace>
  <inkml:trace contextRef="#ctx0" brushRef="#br0" timeOffset="153109.12">7835 12834 152 0,'-9'8'143'0,"-3"5"-14"0,-1 2-10 0,-8 8-15 15,3 6-1-15,-6 12-11 0,-1 8-2 0,2-1-12 16,3 1-10-16,2 4-8 0,6-3-7 0,-1-1 6 15,9-1-13-15,3-13 1 0,6 0-6 0,5-2 18 16,4-2 1-16,9-3-3 0,14 4 4 16,9-6-27-16,4-5-51 0,9-7-95 15,-2-6-143-15,3 0-276 0,2-11 124 16</inkml:trace>
  <inkml:trace contextRef="#ctx0" brushRef="#br0" timeOffset="154290.01">9537 12068 142 0,'7'0'145'0,"0"-3"-12"0,5 2-17 0,-2 1-8 0,1 0-10 16,2 4-11-16,1-1 3 0,4 2-12 0,0 4-3 0,0 0-1 15,1 4-6-15,-5-1-9 0,8 8-10 0,-7 1 0 16,-3 5-2-16,-2-1-2 0,-2 0-7 0,-6 3 1 16,1-1-8-16,-6 2-3 0,1-2-3 0,-7-1-4 15,-4 2 3-15,0 0-4 0,-1-2-5 0,-5-2-4 16,0 1 8-16,0-6-7 16,2 1 1-16,-3-2 2 0,7-4-2 0,-3-2 10 15,4-1-3-15,-1-4-1 0,7 0 11 16,-5-2-11-16,5 0 11 0,2-2 13 0,-1 1 26 15,1-2 29-15,-1 1 25 0,5-3 20 0,-4 3 0 0,4-3-13 16,0 0-14-16,5-15-14 0,4 1-12 0,5-1-6 16,3-6-13-16,5-1-8 0,1-3-6 0,1-6-18 15,10-5-7-15,-10 9-6 0,1-1-6 0,-1 1-1 0,-1-1-2 16,-1 5-1-16,-3-1 0 0,0 3 1 0,-3 0-5 16,-4 9 4-16,-3-2 8 0,-1 3 1 0,-1 3-3 15,-1 3-2-15,-2 0-1 0,-2-1-5 0,2 2-6 16,-1 2-12-16,-1-1-19 0,-2 3-13 0,0 0 6 15,0 0 0-15,0 0 0 0,-14 17 1 0,4-4 1 0,-2 5 2 16,-1 4 5-16,-2 2 7 0,4 1-8 0,-2 2 4 0,4-1 1 16,3-1 2-16,3 1 4 0,2-7-4 0,2 3 8 15,4 1-3-15,3-5 3 0,6 4 7 0,0-6-23 16,10 0-32-16,3 0-52 0,5-5-65 0,5-4-85 16,0-6-180-16,18-1-471 0,-3-3 209 0</inkml:trace>
  <inkml:trace contextRef="#ctx0" brushRef="#br0" timeOffset="154860.29">10038 11864 51 0,'3'-2'219'16,"-3"2"-25"-16,3-4-22 0,-3 4-14 0,0 0-25 15,0 0-12-15,0 0-17 0,0 0-13 0,6 11-7 16,-8-5-12-16,2 4-5 0,2-1-7 0,-6 1-9 15,1 2-5-15,-1 0-2 0,-3 2-3 0,2 2-12 16,2-4-1-16,2-1-2 16,-3-1 1-16,4-3-7 0,-3 0 1 0,3-2-7 15,0-1 2-15,-1 1-1 0,1-5 1 0,0 3 35 16,0-3 30-16,-2 7 40 0,2-7 20 0,0 0-3 16,6 1-6-16,-6-1-10 0,10-8-4 0,0 4-13 15,-2-4-8-15,2 2-10 0,3-5-12 0,0 4-7 16,-2-3-10-16,-3 3-1 0,1 0-7 0,-3 0-8 15,0 3-4-15,1 0-9 0,-2 1-7 0,-3 1 0 0,1 0-25 0,-3 2-16 16,9 0 0-16,-1 2-8 0,-3 3-3 0,0-1-13 16,4 4-2-16,0 2-18 0,0 5-33 0,0 2-50 15,4 0-57-15,-7 0-277 0,4-1-520 0,-2 1 230 16</inkml:trace>
  <inkml:trace contextRef="#ctx0" brushRef="#br0" timeOffset="155361.64">10824 11964 178 0,'1'-5'254'0,"-1"0"-10"16,3 1-11-16,-2 1-13 0,-1-3-12 0,1 2-14 15,2 2-14-15,-3 2-18 0,1-5-19 0,-1 5-14 16,3-5-17 0,-3 5-16-16,0 0-31 0,0 0-17 0,0 0-5 0,0 0-7 15,1 17-6-15,2-4 1 0,-6 5-8 0,2 10-5 16,-2 2-4-16,2 0 2 0,-3 2-7 0,0 1 1 16,-1 1-1-16,4 2 3 0,1 0 0 0,1-2-6 15,-1-1-1-15,0-3 2 0,4-3 0 0,0-3-2 16,-3-6 3-16,3-1-5 0,-3-1 6 0,3-6-5 15,-1 4 3-15,-2-6-1 0,0 1 1 0,3-5 5 0,-1 4-5 16,-2-3 3-16,-1-2-1 0,4-1 10 0,-3 2-14 0,0-1-6 16,-1-3-6-16,0 4-14 0,0-4-44 0,0 0-60 15,0 0-81-15,0 0-201 0,8-14-441 0,-7 3 196 16</inkml:trace>
  <inkml:trace contextRef="#ctx0" brushRef="#br0" timeOffset="155662.31">11113 11965 25 0,'0'-3'286'16,"0"3"-29"-16,0-5-18 0,0 5-33 0,0 0-21 0,0-5-25 15,0 5-14-15,0 0-21 0,0 0-14 0,2 13-13 16,-3-2-11-16,0 6-11 0,0 2-8 0,-1 8-6 15,1 0-6-15,0 0 1 0,-1 3-6 0,1 2-7 16,0 4 2-16,-1-4-9 0,0-1-3 0,3 1-3 16,-6-5-6-16,3 2 2 0,0-3-4 0,2-7-2 15,-2-2 0-15,2 0-3 0,-4-1 1 0,4-4-2 0,0-3 1 0,-1 1-3 16,-2-3-1-16,3-2-20 0,0 0-24 0,0-1-16 16,-1 0-15-16,1-4-18 0,-4 6-10 0,0-4-59 15,4-2-227-15,-14-7-406 0,9 4 181 0</inkml:trace>
  <inkml:trace contextRef="#ctx0" brushRef="#br0" timeOffset="155862.84">10842 12213 196 0,'-5'1'209'0,"5"-1"-6"15,-8 1-12-15,4 0-10 0,4-1-10 0,0 0-10 0,0 0-13 0,0 0-3 16,0 0-5-16,0 0-15 0,31 3-9 0,-2-4-11 16,3 2-5-16,8-2-39 0,16-1-47 0,-1-1-58 15,5-4-84-15,-5-1-221 0,-2 1-379 16,-4-2 168-16</inkml:trace>
  <inkml:trace contextRef="#ctx0" brushRef="#br0" timeOffset="156718.46">11652 12022 109 0,'0'0'138'0,"13"0"-7"0,-8 3-15 15,5-3-14-15,-1 6-13 0,0 0-3 0,1 1-8 16,-2 0 0-16,0 2-9 0,-2 2-7 16,3 3 0-16,-4-1-7 0,-2 3-4 0,-1-1 0 15,-2-3-5-15,-1 5-7 0,0 1 1 0,-5 0-8 0,0-2 4 16,-1 2 0-16,-4-2-6 0,2-2 5 0,-1-1-2 16,-3-1 1-16,3 1 1 0,0-4 9 0,2-2-4 0,0 2-7 15,3-5 3-15,-1 0 0 0,2 1 6 0,2-2 19 16,-1-1 24-16,0 1 26 0,3-3 22 0,-5 1 20 15,3 3 15-15,2-4-8 0,0 0-20 0,0 0-15 16,9-18-12-16,-1 10-16 0,4-8-4 0,5-3-16 16,3 0-3-16,-4-1-10 0,7-1 0 0,-4 1-13 15,-1 3-8-15,-4 3-7 0,-1 1 2 0,-1 2-1 0,-3 3-6 0,-1 1-7 16,-3 1-4-16,1 2 1 0,-1 0-5 0,-1 1-7 16,0-1-14-16,-3 3-10 0,3-1-23 0,-4 2-10 15,0 0 2-15,9 4 11 0,-6 0-4 0,-1 2 1 16,2 4 0-16,0 2 2 0,-3-2-7 0,3 7-12 15,0 0-11-15,1 0-20 0,0 1-20 0,-1 0-26 16,-2-3-32-16,5 1-39 16,-6-3-51-16,3-5-164 0,-4 0-451 0,4-1 200 15</inkml:trace>
  <inkml:trace contextRef="#ctx0" brushRef="#br0" timeOffset="156981.41">12064 12005 119 0,'0'-2'196'15,"3"-1"-23"-15,-3 3-11 0,0 0-24 0,0 0-12 16,0 0-8-16,9 5-13 0,-5 2-4 0,0 2-2 16,1 1-12-16,2 5-5 0,0 0-1 0,-2 2-4 15,3 8-4-15,-3-2-8 16,4 6-5-16,-8 1-2 0,-1-1-5 15,-1 2-2-15,-4-3-5 0,0 4-2 0,-6-3-6 0,1-2-21 16,-5-1-16-16,-2-2-24 0,-6-1-19 0,0-2-28 16,-1 0-38-16,0-5-33 0,-2 1-157 0,-2-8-322 15,6-4 142-15</inkml:trace>
  <inkml:trace contextRef="#ctx0" brushRef="#br0" timeOffset="157304.2">11658 11892 42 0,'0'0'150'0,"-16"6"-9"0,4 1-12 16,-1 6-16-16,-6 4-7 0,-1 6-6 0,-1 5-5 0,-8 11-1 15,0 2-8-15,3 1-4 0,2 0-15 0,2 0-4 16,9-7-4-16,4-2-6 0,4 0 3 0,0 3-6 16,5-2-8-16,8-4 1 0,2 1-1 0,7-5 2 15,3 0-4-15,4-4 0 16,7-4-26-16,2-1-45 0,4-6-60 0,3-5-181 15,11-2-294-15,0-1 130 0</inkml:trace>
  <inkml:trace contextRef="#ctx0" brushRef="#br0" timeOffset="158106.22">12167 11705 167 0,'0'-4'218'0,"0"4"-16"0,-1-4-21 0,1 4-15 16,0 0-19-16,0 0-18 0,0 0-13 0,0 0-13 15,0 0-12-15,0 0-11 0,0 0-7 16,0 0-4-16,19 6-10 0,-9-1-5 0,0 0-5 0,4 0-8 16,-2-1-4-16,3 1-2 0,-2 0-7 0,1-1-4 0,-3-1-3 15,1-2 1-15,2 3-6 0,-4-2-3 0,3-2 2 16,0-2-1-16,-3 1 1 0,-1-2-3 0,1 0 6 16,-2 0 12-16,-3-1-1 0,5-1 3 0,-6-1 7 0,5-1 10 15,-4 0 4-15,0-2 7 0,-1 2 5 0,-1 3 18 16,-1-2-8-16,3-2-1 0,-2 4 1 15,-2-1-4-15,3 0 3 0,-3 1-3 0,2 1-7 0,-2-1 4 0,-1 4-20 16,3-5-6-16,-3 5-1 0,1-4-9 0,-1 4-4 16,0 0-8-16,3-4-17 0,-3 4-18 0,0 0-20 15,0 0-17-15,0 0 1 0,0 0 8 0,2 14 3 16,-2-2 3-16,-1 8-1 0,-3 6 7 0,0 6 1 16,-6 14 8-16,-1 4 2 0,3 2 7 0,0-1 1 15,-1 4 2-15,-1 0 2 16,6-1 1-16,-1 1 0 0,1 0 4 0,3-5 0 15,1 0 2-15,1 1-1 0,2-5 1 0,-1-12 2 16,0 0-6-16,0 4 2 0,-2-4-1 0,3-2 2 16,-2-2 0-16,2 0-2 0,-3-3-5 0,1-8 9 15,-1 0-4-15,1-1 0 0,-1-3 1 0,0-2 2 16,0-3 0-16,0 2 1 0,0-4-2 0,0 1 3 16,0-4 2-16,0 5-1 0,0-6 1 0,0-1 6 0,0 1 6 0,-1 2 2 15,2-4 3-15,-1-2-2 0,0 5 9 0,0-5 1 16,0 4 6-16,0-4 0 0,1 2 9 0,-1-2 9 15,0 0 13-15,0 0-13 0,0 0 0 0,-14 0-10 16,4-4-10-16,-12 4-34 0,-10-7-39 0,-5-1-57 16,-14 2-80-16,-5-6-347 0,1 4-568 0,1-6 251 15</inkml:trace>
  <inkml:trace contextRef="#ctx0" brushRef="#br0" timeOffset="159309.25">9780 11746 118 0,'0'0'129'16,"0"-6"-12"-16,0 6-14 0,-9-1-19 0,0 1-2 15,-2 0-8-15,-6 1-7 0,-2 1-5 0,-8 3-12 16,-1-4-2-16,-1 2-7 0,-1 1-2 0,0-1 0 16,0 2-8-16,2-3-9 0,6-2 0 0,0 0 0 15,2 0 2-15,1 0-7 0,1 3-1 0,5-6 1 16,1 3 6-16,0 0-1 0,4-1 13 0,1 1 4 0,-1 0 11 0,8 0 10 15,-9-3-1-15,5 0-6 0,4 3 6 0,-4-4 5 16,1 1-2-16,3 3 4 0,-3-4 4 0,3 4-12 16,-1-5 11-16,1 5-5 0,-3-3-7 0,3 3-4 15,0-3-1-15,0 3-2 0,0 0-5 0,0 0-5 16,-1-5-7-16,1 5 1 0,0 0-6 0,0 0-5 16,0 0-7-16,0 0-5 0,0 0-11 0,0 0-25 0,0 0 7 0,0 0-2 15,0 15 3-15,-3-4 0 0,2 17 2 0,0 1-2 16,-3 8 3-16,-4 13-2 0,-1 3 1 15,-1 6 4-15,-6 22-2 0,0 5 0 0,2-28 7 0,-5 26 4 16,11-26-6-16,-8 25 2 0,4-28-6 0,-1-1 5 16,8-1-4-16,-4-1 3 0,0-5-10 0,3 1 12 15,0-2 4 1,3-14 9-16,-1-1 3 0,-1 1 3 0,4-1 2 0,-2 0-2 16,-2-2 1-16,5-4-5 0,-2-1 0 0,-1-5 0 15,2-2 1-15,-2 0-2 0,3-1-2 0,-1-3 2 16,1-1-7-16,-1-2 1 0,-2-1 4 15,3 1-1-15,-1 0 1 0,-2-3 0 0,6-2-3 0,-6 1 1 16,3-2 0-16,0 1 1 0,0-1 2 0,0 0-1 16,0-4 0-16,-1 6-2 0,1-6-1 0,0 6 2 0,0-6-2 15,0 4 2-15,0-4-2 0,0 0 1 0,0 0 1 16,0 5 2-16,0-5 0 0,0 0 5 0,0 0 14 0,1 3 5 16,-1-3 9-16,0 0 9 0,0 0 2 0,0 0 2 15,0 0-2-15,8-2-4 0,2 1-7 16,20-4-11-16,4 1-53 0,22-7-79 0,12 0-148 15,29-10-168-15,-5-5-453 16,-6-8 201-16</inkml:trace>
  <inkml:trace contextRef="#ctx0" brushRef="#br0" timeOffset="167607.96">13291 12185 72 0,'0'0'175'0,"0"0"-5"0,-1-3-16 0,1 3-11 0,0 0-11 0,0 0-9 16,0 0-14-16,0 0-11 0,0 0-1 0,0 0-17 16,0 0-3-16,0-6-8 0,0 6-7 0,0 0-7 15,0 0-5-15,0 0-4 0,0 0-4 0,0 0 1 0,0 0 1 16,0 0-5-16,0 0-4 0,0 0 9 16,0 0-5-16,0 0 4 0,0 0 0 0,0 0 1 15,0 0 3-15,0 0-4 16,0 0 2-16,0 0 3 0,0 0-3 0,0 0 1 15,0 0-7-15,8-1-5 0,1 1-1 0,5-3-3 16,3 3-5-16,11-4 3 0,1 0-6 0,3 2-6 16,0 0-13-16,-1 0-14 0,1 2-31 0,-2-3-20 15,-3 3-47-15,-4 0-36 0,-3 0-47 0,-8 0-154 16,3-1-373-16,-2-2 165 0</inkml:trace>
  <inkml:trace contextRef="#ctx0" brushRef="#br0" timeOffset="167924.34">13300 12364 2 0,'-2'1'237'0,"2"-1"-8"16,0 0-10-16,0 0-24 0,0 0-22 0,0 0-18 16,28-5-15-16,-8 3-17 0,12-3-8 0,4 0-30 15,4 3-36-15,-2-3-45 0,0 3-53 0,-2-3-49 16,-4 0-166-16,-1 2-285 0,-3-1 127 0</inkml:trace>
  <inkml:trace contextRef="#ctx0" brushRef="#br0" timeOffset="170668.79">14428 12001 36 0,'0'0'186'0,"-2"-5"-13"0,2 5-13 0,0-5-15 0,0 5-18 16,4-5-6-16,1 3-19 0,0-3-3 0,0 2-17 15,6 2-4-15,-1-2-8 0,3 2-13 0,4 0-3 16,4 1-11-16,1 1 0 0,6 4-7 0,-1 2-9 15,-7-2 1-15,-1 4 2 0,7 4-7 0,-9-1-1 16,4 3-6-16,-6-1 3 0,2 6-2 0,-7-6-3 16,-1 3 5-16,-1 1-8 0,-4 1 3 0,-7 9-6 0,1-3 2 0,-5-1-6 15,-8 1 3-15,2 0-4 0,-6 0 1 0,2-3 0 16,-6 2-4-16,4-5 0 0,-1 0 5 0,-1-1 4 16,4-7-8-16,1 0 3 0,-2 0-1 0,4-1 0 15,-4-3 6-15,9 0-1 0,0-2 2 0,-1 0 5 16,2-2 17-16,3 0 25 0,0 2 22 0,1-4 16 15,-1-1 25 1,5 0 4-16,0 0-8 0,0 0-9 0,-1-9-12 16,7 1-13-16,3-6-12 0,4-1-7 0,9-7-7 0,1 1-5 15,1-2-4-15,5 0-10 0,7-10-7 0,-8 5-3 16,0 5-6-16,3 0-2 0,-5 1-3 0,-2 0-6 16,-2 3 2-16,-2-2 1 0,-6 9-4 15,0-1 3-15,-6 4-4 0,1 1 4 0,-1 2-1 0,-2 1 1 16,-2 0-2-16,0 2-4 0,-2-2-12 0,1 3-15 0,-3 2-5 15,0 0 1-15,0 0 1 0,0 0 5 0,-23 14-2 16,9-3 1-16,-8 6 0 0,2 2 2 0,0 2 4 16,1 1 1-16,1 1-1 0,3 2 4 0,-1-2-3 0,6 0 2 15,1 2-1-15,6-5 12 0,5 2-10 0,-1-2-3 16,7-1 2-16,10 1-3 0,6-3-10 16,2-2-23-16,9-3-40 15,3-3-46-15,19-4-45 0,-1-2-53 0,-3-2-167 16,2-2-430-16,4-4 191 0</inkml:trace>
  <inkml:trace contextRef="#ctx0" brushRef="#br0" timeOffset="171085.48">15401 12236 113 0,'-6'1'160'0,"-1"2"-17"0,7-3-10 16,-5 0-12-16,5 0-16 0,0 0-9 0,-5 3 4 15,5-3 0-15,0 0 0 0,0 0 3 0,0 0 11 16,13 2-8-16,0-3-9 0,7 1-6 0,11-4-10 16,2 1-7-16,4 1-9 0,14-3-8 0,3 0-2 15,-3-2-6-15,-14 2-3 0,1 1-9 0,-2 1-1 16,-1 0-3-16,-7 3-4 0,-8-2-18 0,-1 2-17 0,-2-3-18 0,-7 3-29 15,-1 0-24-15,-2 0-27 0,-7 0-24 0,6 3-46 16,-6-3-108-16,0 0-305 0,0 0 136 0</inkml:trace>
  <inkml:trace contextRef="#ctx0" brushRef="#br0" timeOffset="171934.59">16845 11892 50 0,'0'-3'250'0,"0"-1"-16"0,0 4-17 0,0-6-22 16,0 6-19-16,0 0-19 0,-2-7-22 0,2 7-15 16,-2-3-18-16,2 3-14 15,0 0-11-15,0 0-14 0,4 15-7 0,-4-7-4 16,1 4-9-16,-2 3-3 0,1 2-5 0,0 2-1 15,3 5-7-15,-1-2 0 0,-2 2-3 0,0-1-2 16,0-2-2-16,0 4 1 0,-2 0-4 0,4-6-1 16,-2-2-2-16,0 3 0 0,-2-3 0 0,2-4-1 15,-2-3 0-15,2 1-3 0,0-4 2 0,0-2 2 16,0 2-3-16,-1-1 17 0,1-3 14 0,0-3 25 0,0 5 27 0,0 0 36 16,0-5 24-16,0 0 0 0,0 0-19 0,0 0-10 15,-8-12-19-15,5 3 8 0,-2-2-27 0,2-3-6 16,2-3-6-16,-3-9 0 0,3-1-16 0,-2-2-3 15,6-4-6-15,-2 1-11 0,1-14 15 0,2 10-29 16,4-10 1-16,0 13-7 0,-3 0 7 0,1 3 2 16,4 3-4-16,-2 2 0 15,-3 6 3-15,2 2-7 0,5 1-7 0,-4 2-1 16,2-1-2-16,4 3-7 0,0 2-4 0,3 2 3 16,0-2 1-16,3 4-38 0,0-1-23 0,1 5-27 15,6 3-23-15,2 6-24 0,-9-2-21 0,7 4-18 16,-5 6-37-16,2-4-31 0,-3 9-62 0,-10-8-185 15,1 1-525-15,-6-1 234 0</inkml:trace>
  <inkml:trace contextRef="#ctx0" brushRef="#br0" timeOffset="172204.06">16858 12065 90 0,'-4'3'221'0,"4"-3"-12"0,-6 1-6 0,6-1-14 0,0 0-16 0,-3 3-12 16,3-3-20-16,0 0-11 0,23-3-12 0,-5 2-11 15,10-2-9-15,4 1-13 0,8-2-17 0,11-4-36 16,5 3-33-16,0-2-52 0,4-1-68 0,-5-1-188 16,-18 2-334-16,2-3 148 0</inkml:trace>
  <inkml:trace contextRef="#ctx0" brushRef="#br0" timeOffset="172743.11">17620 11340 172 0,'1'-4'239'0,"-1"4"-14"0,4-1-25 0,-4 1-20 0,0 0-14 16,0 0-25-16,0 0-19 0,0 0-15 0,0 0-16 0,0 0-12 15,0 0-9-15,-8 9-5 0,2-3-6 0,-1 4-7 16,-2-1-2-16,-1 7-7 0,-3 0-9 0,-1 0-19 16,1 7-27-16,-2 1-31 0,-2-1-27 0,2-1-33 15,1 2-51-15,4-7-134 0,0-2-312 0,3-4 138 16</inkml:trace>
  <inkml:trace contextRef="#ctx0" brushRef="#br0" timeOffset="173175.37">17862 11705 33 0,'0'0'264'0,"0"0"-15"0,4-3-15 16,-4 3-19-16,0 0-15 0,0 0-23 0,0 0-18 16,3-2-15-16,-3 2-19 0,0 0-16 0,0 0-17 0,0 0-22 15,0 0-10-15,0 0-7 0,0 0-8 0,2 12-4 16,-1-5-4-1,-2 4-10-15,0 1-1 0,1 3 0 0,0 3-2 16,0 0-4-16,-3 3 2 0,1-1-5 0,-2 1-3 16,2-4 0-16,0 4-3 0,1 0-1 0,1-5 0 15,1 1 3-15,-1-5-2 0,2 0-2 0,-2 0-1 16,0-4-1-16,1 2-3 0,-1-3 6 0,0-1-2 16,1-1 1-16,-2-2 4 0,2 0-2 0,-1 2-10 15,0-5-4-15,-1 5 2 0,1-5-10 0,0 0-58 0,0 0-69 0,0 0-40 16,0 0-194-16,0-16-403 0,-1 5 178 0</inkml:trace>
  <inkml:trace contextRef="#ctx0" brushRef="#br0" timeOffset="173494.17">17872 11640 61 0,'0'-5'193'0,"0"5"-20"0,-2-3-19 15,2 3-19-15,0 0-11 0,0 0-14 0,0 0-12 16,0 0-10-16,0 0-11 0,13 8 1 0,-9-4-4 16,1 6-3-16,5 0-2 0,3 2 0 0,1 1-6 15,1 3-11-15,4 1 4 0,2 3 5 0,-2 2-7 0,-1-1-4 16,0-2-6-16,-2 2 2 0,-4-5-8 0,0 1-2 0,-1 0-2 16,-2-3-5-16,-4 2-8 0,-3-3 6 0,2-1-8 15,-5-2-2-15,-2 2 1 0,0-2-5 16,-4 0 3-16,-1 1 1 0,-2-3 1 0,-2-1-6 15,-4 0-2-15,-2 2 3 0,3-2-9 0,-2-3 2 0,-2 1 4 16,5 0-13-16,0-1-13 0,-3-1-12 0,5-1-21 0,0 0-20 16,2-1-23-1,0 0-27-15,3-1-29 0,7 0-158 0,-9-1-331 16,7-2 146-16</inkml:trace>
  <inkml:trace contextRef="#ctx0" brushRef="#br0" timeOffset="173776.68">18224 11623 56 0,'0'0'167'0,"0"0"-11"0,14 6-15 15,-6 0-11-15,1 1-4 0,3 6-7 0,0 0-7 16,2 4-2-16,1 6-9 0,-1 1-6 0,0 2-3 16,-1 2-13-16,-3 2-4 0,-2 1-7 0,-3-1-6 15,-7-1-1-15,-2 1-4 0,-3-1-8 0,-3-3-5 16,-3 1-10-16,-2-2-18 16,-5 0-13-16,-5-3-28 0,-1-2-26 15,-5-1-45-15,-1-2-68 0,-4-5-106 0,0 1-292 16,0-4 130-16</inkml:trace>
  <inkml:trace contextRef="#ctx0" brushRef="#br0" timeOffset="174224.51">17838 11514 105 0,'-8'3'118'0,"2"2"-6"16,-3 3-8-16,-6 5-8 0,-3 6-7 0,-4 3-3 15,3 2-7-15,2 5-3 0,-4 4-4 0,4 0-13 0,-1 10 0 0,5-9-10 16,-1-2-3-16,4 4-3 0,6-2-2 0,2-2-1 15,2-3-8-15,2 1 4 0,6 0-2 0,2-4-8 16,5-2 0-16,8-1-1 0,0-5-28 0,6-2-59 16,-3-1-170-16,5-4-250 0,1-6 110 0</inkml:trace>
  <inkml:trace contextRef="#ctx0" brushRef="#br0" timeOffset="175126.92">16558 12554 101 0,'0'0'149'0,"0"0"-5"0,0 0-5 0,-8 0-16 0,8 0-5 0,0 0-1 16,0 0-10-16,0 0-10 0,0 0-8 0,0 0-11 16,0 0-9-16,0 0-10 0,0 0 1 0,0 0-9 15,-8-1-4-15,8 1-7 0,0 0 0 0,0 0-9 16,0 0 1-16,0 0-6 0,0 0-3 0,0 0-3 15,0 0 0-15,0 0 7 0,0 0-10 0,0 0-3 16,0 0-3 0,0 0 1-16,0 0-3 0,0 0 1 0,0 0-1 0,0 0 7 15,35-1-2-15,-8-4-2 0,7 5 2 0,21-7-5 16,6 0 10-16,35-5 5 0,7 1 2 0,6-1 6 16,11-1 5-16,3 3-1 0,1-3 4 15,1 4-1-15,-6-3-6 0,-4 4 1 0,-10 0-6 0,-3 3-4 16,-10-3 1-16,-31 4-3 0,1 0-2 0,-7 2-1 15,-17-2-3-15,-5 1-5 0,-5 1-3 0,-8 1 0 0,-5 1-4 16,-6-4 9-16,1 2-1 0,-5 1-2 0,0-2-4 16,-5 3-4-16,0-4-10 0,0 4-13 0,-10-2-13 0,-3 1-18 15,3 2-26-15,-9 1-24 0,1 0-38 0,-2 3-205 16,-7-2-373-16,8 2 165 0</inkml:trace>
  <inkml:trace contextRef="#ctx0" brushRef="#br0" timeOffset="175750.49">16921 12896 105 0,'0'-3'266'0,"0"3"-24"15,0 0-18-15,0 0-27 0,0 0-20 0,0-4-20 16,0 4-19-16,0 0-17 16,0 0-24-16,0 0-11 0,0 0-11 0,0 0-14 15,0 12-3-15,0-5-5 0,-3 2-6 0,3 3-9 16,0 3-1-16,3 4-5 0,-3 6-7 0,-3-4-2 16,2 4 1-16,-6 3-2 0,5-3-1 0,-1 1-3 15,-1 0 0-15,3-1-5 0,1-8-1 0,-4-2-2 0,3 1 0 16,-3-3-2-16,4-4 2 0,-1-1-4 15,-2-1 4-15,2-2-3 0,1 1 14 0,0-2 21 0,0-4 13 0,0 8 25 16,-2-5 22-16,2-3 21 0,-2 3 41 16,2-3 9-16,0 0-15 0,0 0-6 0,-5-10-16 0,2 1-17 15,1-1-8-15,-2-2-11 0,0-7-8 0,-2-6-18 16,2-4-20-16,2-2-3 0,2 2-6 0,-2-3-3 16,2 3 2-16,2-3-21 0,-2 3 0 0,2 3 3 15,2 0-7 1,-3 7-8-16,5 2 8 0,-3 2-4 0,2 0-4 0,-1 4-7 15,5 1 2-15,-4 1-16 0,8 0 13 0,0-3-7 16,-2 7-12-16,7-5-9 0,4 4-14 16,-2 5-21-16,8-3-21 0,-2 0-24 0,-2 8-22 15,-3-4-29-15,0 5-39 0,5 1-31 0,-4 2-42 0,-5 0-271 16,-2 1-585-16,-4-2 259 0</inkml:trace>
  <inkml:trace contextRef="#ctx0" brushRef="#br0" timeOffset="175944.5">16913 13084 188 0,'0'0'211'0,"0"0"-18"0,0 0-20 0,0 0-14 15,0 0-15-15,24-1-17 0,-5 0-19 0,3-3-37 16,6 1-29-16,4 3-45 0,1-7-50 0,4 1-40 15,-5-1-119-15,4 2-229 0,1-1 102 0</inkml:trace>
  <inkml:trace contextRef="#ctx0" brushRef="#br0" timeOffset="176229.67">17797 12850 274 0,'-2'-3'253'16,"-1"1"-26"-16,3 2-23 0,0 0-25 0,0 0-18 0,3-5-21 15,-3 5-15-15,0 0-15 0,0 0-12 0,0 0-11 16,0 0-11-16,0 0-6 0,2 13-13 0,-2-7-4 16,3 1-10-16,-3 3-1 0,0-2-6 15,1 4-1-15,-1 0-3 16,0 0-3-16,0 0-4 0,0 3-3 0,0 2 2 0,0-5-1 15,0 5 0-15,0-6-4 0,0-1 0 16,0 2-2-16,-1-2-2 0,2 0-8 0,-1-5-21 16,0-1-11-16,0 4-21 0,-1-4-13 0,1 1-20 15,-3-2-19-15,3-3-26 0,0 4-50 0,0-4-144 0,0 0-344 16,0 0 152-16</inkml:trace>
  <inkml:trace contextRef="#ctx0" brushRef="#br0" timeOffset="176530.49">17741 12780 163 0,'0'0'215'0,"-3"-5"-22"0,3 5-20 15,0 0-14-15,-1-3-24 0,1 3-16 0,0 0-12 0,0 0-13 0,0 0-8 16,0 0-4-16,10 11-6 0,-9-5-9 0,7 1-2 16,0 3-10-16,-2-1-3 0,7 6-4 0,0-1-2 15,-2 1-2-15,1 0-5 0,-1 2-2 0,1-3-3 16,-2 3-5-16,0 0 3 0,2 0-4 0,-6 0-2 15,1 0-1-15,-5-1-3 0,0 0-2 0,-1-5-1 16,-2 5 1-16,-3-5-5 16,0 0-1-16,-3 0-2 0,0-2 1 0,-5-1-2 15,2 1-4-15,0-3 4 0,-3 1-8 0,-2 0-9 16,1-3-4-16,1 1-16 0,-1-3-8 16,1 1-17-16,0-1-13 0,4-3-24 0,0 0-16 0,4-1-30 15,-2 0-29-15,4-3-123 0,0 2-311 0,5-2 138 16</inkml:trace>
  <inkml:trace contextRef="#ctx0" brushRef="#br0" timeOffset="176800.15">18075 12744 110 0,'0'0'165'0,"0"0"-8"0,13 6-3 0,-5-1-10 15,0 2-8-15,6 3-10 0,-4 5-10 0,4-2-2 16,2 8-11-16,-4-3-8 0,1 4-6 0,-4 1-2 16,0 2-11-16,-4 3-7 0,-4 0-5 0,-2 1-5 0,-4 1-4 0,-7 1-8 15,0-2-2-15,-5 3-14 0,-2-3-19 0,-3 0-28 16,-6-4-29-16,0-2-18 0,-1-3-51 0,-5 1-189 15,-13-1-328-15,15-9 145 0</inkml:trace>
  <inkml:trace contextRef="#ctx0" brushRef="#br0" timeOffset="177147.73">17656 12668 180 0,'0'0'171'0,"-15"9"-18"0,5-2-15 15,-4 7-16-15,-1 7-11 0,-2 1-9 0,0 7-14 0,2 2-13 0,-8 12-8 16,9-9 2-16,-4 13-9 0,9 0-8 0,1-2-2 16,7-9-5-16,5-2-2 0,2 4 0 15,8-4 4-15,4-3-6 0,13 6 2 0,-4-13-12 16,5 0-28-16,12-2-50 0,8-8-107 0,-2-8-102 0,3-6-277 16,-14-2 123-16</inkml:trace>
  <inkml:trace contextRef="#ctx0" brushRef="#br0" timeOffset="179738.94">14227 11640 18 0,'0'0'211'0,"0"0"-10"0,0-5-12 0,0 5-16 0,0 0-21 15,0-5-14-15,0 5-17 0,0 0-13 0,0 0-17 16,0 0-26-16,0 0-6 0,0 0-13 0,6 20-5 0,-4-3-7 16,-2 12-5-16,0 4-12 0,-2 18 6 0,-2 2-1 0,-1 3-4 15,-4 2-1-15,-3 26-5 0,5-28 0 16,-11 27-1-16,8-25 1 0,-1 0-2 0,2 2 7 15,0-3-10-15,2 0 2 0,-3 2 4 0,8-4 4 16,-2-2-5-16,1 0-2 0,-2-7 3 0,5 0 4 0,-4-10-4 16,4-2 0-16,-5 0-5 0,5-2 2 0,-1 1 1 0,-3-3-1 15,3-4-2 1,-2 0 1-16,-1-1-3 0,3-6-1 0,-3 1-1 16,-1-2 3-16,1 2-2 0,-1-2-1 0,0-2-4 15,1 1 6-15,-1 0-5 0,1-2 6 0,-1-1-4 16,0 1 3-16,0-5 2 0,-1 4-3 0,0-2-7 15,1-2 6-15,1 0 1 0,-2-3-2 0,2 2 0 16,0-4 2-16,3 0 1 0,-3 2 1 0,3-5 6 0,-2 2 20 16,2-2 0-16,1-2-1 0,-1 6 1 0,1-6 3 15,-3 3-3-15,3-3-3 0,0 0 3 0,0 0-2 16,-1 3 0-16,1-3-4 0,0 0-3 0,-1 4 4 16,1-4-7-16,0 0-6 0,0 0-1 0,0 0 1 15,0 0-2-15,0 0-2 0,0 0-1 0,0 0 2 16,0 0-2-16,0 0 1 0,0 0 6 0,0 0 4 0,0 0 3 0,-2 4 6 15,2-4 5-15,0 0 3 0,0 0 6 0,0 0-1 16,0 0 4-16,0 0-5 0,9 0-4 0,-9 0-3 16,27-6-7-16,0 1-22 0,5-6-40 15,18-4-52-15,9 0-64 0,2-4-84 0,-2-3-203 0,0-2-472 16,-7-3 209-16</inkml:trace>
  <inkml:trace contextRef="#ctx0" brushRef="#br0" timeOffset="180293.6">14225 11567 53 0,'0'0'237'0,"0"0"-21"15,-4-4-4-15,4 4-24 0,0 0-19 0,0 0-18 16,0 0-17-16,0 0-11 0,0 0-11 0,30-1-15 16,-2-1-21-16,9 2-37 15,16-2-30-15,7 2-40 0,5-5-54 0,3 4-199 16,-3-3-306-16,-3 2 135 0</inkml:trace>
  <inkml:trace contextRef="#ctx0" brushRef="#br0" timeOffset="181813.2">18552 11453 135 0,'-2'-2'141'15,"2"2"-15"-15,0 0-13 0,0 0-12 0,0 0-12 16,0 0-2-16,0 0-16 0,0 0-8 0,0 0-9 0,0 0-4 0,0 0-8 16,0 0-8-16,0 0 0 0,0 0 2 0,14 7-5 15,-5-3-1-15,2-1-2 0,7 1 5 0,0 0-8 16,1-1-4-16,4 4-8 0,-3-5 3 0,8 2-1 16,-2-2-4-16,-4-2-3 0,0 1 3 0,-3 0 4 15,1-1-9-15,-2 3 3 0,-5-3-2 0,0 0 2 16,-2-3 17-16,1 1 15 0,-7 1 21 0,4 1 17 0,-4-1 14 0,-5 1 8 15,9-3 6-15,-5 2-5 0,-4 1-1 0,6 0-4 16,-6 0-4-16,6-5-15 0,-6 5-9 0,0 0-5 16,6 0-12-16,-6 0-5 0,0 0-4 15,0 0-9-15,0 0-1 0,0 0-4 0,7 0-13 0,-7 0-17 16,0 0-11-16,0 0-13 0,0 0-18 0,0 0-18 16,0 0-17-1,4 5 2-15,-4-1 1 0,0 3 13 0,-1 2 6 16,0 3 4-16,-2 7 5 0,-1 9 8 0,-1 2 0 0,0 4-1 15,-3 14 14-15,-2 1-6 0,5 1 13 0,-2 1 1 16,-1-1 5-16,1 0-1 0,1 0 1 0,-2 1 5 16,3-1 3-16,-1-1-8 0,3 5 3 15,-5-2 5-15,6-3 4 0,-2 2-5 0,-3-1 4 0,4-2 2 16,-3-1-6-16,3 2 5 0,-1-14 1 0,0 0-8 0,0 2 12 16,3-2 9-16,-2 0 0 0,1-2 1 0,-3 1 2 15,2 0 2-15,0-5-3 0,1 2-1 0,-2-2 2 0,2-2 5 16,1 2-8-16,-1-3 5 0,2 3 1 0,-5-4-3 15,5 1 1-15,-3-1 3 0,0 0 0 16,3-4-3-16,-3-2 2 0,3 0 2 16,-1 1-4-16,0-3 0 0,-2 2-1 15,2-2-2-15,-2 1 1 0,1 3-4 0,-1-3 19 16,2-1-6-16,1-2 3 0,-1 2-6 0,-2-2-2 16,3 2-1-16,-3-3-3 0,1 2-3 0,2-3-1 15,-1-1 1-15,-2 0 0 0,2-3 1 0,1 2-5 16,-3 0 1-16,2-2 5 0,0 0-5 0,1 0-3 0,-1-1-2 15,1-3 0-15,0 3 0 0,-2-4 0 16,4 1-1-16,-2-1 3 0,0 1-3 0,1 0 0 0,0 0-4 0,-1-3 3 16,0 2 0-16,0 3 0 0,0-7 1 0,0 4 0 15,0 1-2-15,0-5 0 0,-2 8 1 0,3-7 1 16,-1-1-3-16,-1 5 0 0,1-5-1 0,0 7 2 16,0-7 0-16,0 3 1 0,0-3 2 0,0 0-4 15,0 0 4-15,0 5 3 0,0-5-4 0,0 0 4 16,0 0-6-16,0 0 1 15,0 0 0-15,-2 2 3 0,2-2-2 0,0 0 1 16,0 0 3-16,0 0 16 0,0 0 10 0,0 0 11 16,0 0 9-16,0 0 9 0,0 0 10 0,0 0 12 15,0 0 9-15,0 0 9 0,0 0 5 0,0 0-3 16,0 0 3-16,0 0 0 0,0 0-7 0,0 0-11 16,0 0-13-16,0 0-7 0,0 0 14 0,0 0-16 15,0 0-5-15,0 0-15 0,0 0-8 0,0 0-12 0,-15-5-29 0,-3 3-27 16,-11-1-33-16,-6-1-54 0,-1 0-60 0,-16 0-92 15,-3-4-349-15,0-1-667 0,5-5 296 16</inkml:trace>
  <inkml:trace contextRef="#ctx0" brushRef="#br0" timeOffset="183248.26">19377 11243 3 0,'0'0'225'15,"0"-5"-6"-15,0 5-16 0,1-5-13 0,-1 5-8 0,1-4-18 0,-1 4-16 16,0 0-18-16,1-3-11 0,-1 3-15 0,0 0-15 15,0 0-13-15,0 0-14 0,0 0-8 0,0 0-6 16,4 12-9-16,-3-4-1 0,-1 1-3 0,2 1-9 16,-2 4 0-16,0-3-5 0,-2 2 2 0,4 3-3 0,-2 2-3 15,0-1-4-15,-2-2 2 0,2 1-2 16,0 1-6-16,-1-5 1 16,1 0 2-16,0 1-2 0,-4-4 1 0,4 0-4 15,-1-2 2-15,1 1-4 0,-1-4 5 0,1 0 2 16,0 3 2-16,0-3 29 0,-1 1 26 0,1-5 20 15,-3 1 30-15,3-1 25 0,0 0 31 0,0 0-27 16,0 0-14-16,0 0-10 0,11-12 5 0,-5 3-33 16,0-2-6-16,2-3-6 0,3-1-14 0,3-2-15 15,0-4-3-15,2-1-12 0,4 3-5 0,-7 3 0 0,-3 1-10 0,3 2 3 16,-4 4-6-16,1 2 1 0,-2-1-5 0,-2 0-8 16,2 0-1-16,-4 4 2 0,2 0-8 0,-4 2 3 15,2-1-6-15,0 0-32 0,-4 3-17 0,0 0 4 16,0 0 3-16,10 7 0 0,-7-2 6 0,1 5 2 15,1 1 5-15,-4 5 4 0,2-4 0 0,-2 5 10 16,1-1-7-16,1 12 6 0,0-11-2 0,-1-3 0 0,-2 5 6 0,2-2 2 16,-1-6-2-16,0 1 5 0,2-1 1 15,-3 0 2-15,1-5 1 0,0 4-3 0,-1-3 2 0,3-1 12 16,-3 0-7-16,1-2 1 0,-1-1-1 0,0-3 4 16,1 3 1-16,0 3 8 0,-1-6 11 0,0 4 7 15,0-4 6-15,0 0 1 0,0 0-6 0,0 0 0 16,0 0 1-16,0 0-2 15,0 0-5-15,0 0 6 0,0 0-4 0,0 0-1 16,2 4-2-16,-2-4-5 0,0 0 3 0,0 0-5 16,0 0 0-16,0 0-14 0,0 0-7 15,0 0-18-15,0 0-17 0,0 0-25 0,2 2-30 0,-2-2-47 16,0 0-85-16,0 0-85 0,0 0-229 0,0 0-585 16,0 0 259-16</inkml:trace>
  <inkml:trace contextRef="#ctx0" brushRef="#br0" timeOffset="184650.89">20768 11783 25 0,'0'-11'217'0,"0"0"-9"0,1-2-1 0,2 4-2 15,-2-5 8-15,-1 3-14 0,2 0-6 0,0-2-7 0,-1 6-9 0,3-1-15 16,-3 1-9-16,-1 3-5 0,3-3-13 0,-2 2-11 16,-1 0-14-16,1 1-19 0,2 2-9 0,-3 2-19 15,0 0-17-15,0 0-8 0,0 0-7 0,0 0-3 16,-3 21-3-16,2-3-3 0,1 3-3 0,-4 5-1 15,-1 5-7-15,4-3 0 0,1 2 10 0,0-3-13 16,1-1-2-16,3 2 2 16,-4-7 1-16,1-4-2 0,-1 1-1 0,3-1 2 15,-2 0 0-15,-1 0-1 0,0-7-20 0,4-2-16 16,-4 4-23-16,0-5-29 0,0-1-22 0,1-2-21 16,-2 1-20-16,5-1-30 0,-4-4-246 15,-4 3-454-15,4-3 202 0</inkml:trace>
  <inkml:trace contextRef="#ctx0" brushRef="#br0" timeOffset="185035.93">20086 12247 171 0,'-12'0'164'0,"3"1"-14"0,2 1-13 16,0-1-11-16,0 0-9 0,3 0-13 0,4-1-16 15,0 0 2-15,0 0 1 0,14 2-16 0,4-3-9 16,11 1-4-16,13-2-8 16,13-3-3-16,7 3-4 0,27-8-2 0,4 5-10 15,2 1-1-15,6-3-1 0,2 6 4 0,7-4 8 16,-8-4-6-16,-1 6 3 0,-5-4 5 0,-29 4-4 15,-2-3-4-15,-6 3-2 0,-1 1-3 0,-4-2 0 16,-21 3-1-16,-1-2 4 0,-4 3 7 0,-10 0 5 16,-4 0 2-16,-2-1 1 0,-2-2 3 0,-2 2 3 15,-3-1 0-15,1 1-8 0,-3-3-10 0,-3 4-14 0,0 0-25 0,0 0-22 16,0 0-28-16,0 0-28 0,-22 0-46 0,10 2-54 16,-2 0-197-16,2-1-406 0,0 2 180 0</inkml:trace>
  <inkml:trace contextRef="#ctx0" brushRef="#br0" timeOffset="185690.5">20444 12671 177 0,'-3'-5'234'0,"3"5"-21"16,-3-5-28-16,3 5-17 16,0 0-20-16,0 0-17 0,0 0-15 0,0 0-15 15,0 0-12-15,0 0-12 0,-1 11-7 0,1-1-8 16,1 2-6-16,-2 6-1 0,2 1-6 0,-1 5 2 15,0 4-5-15,-1-1-12 0,1 1 1 0,-1 0-6 16,0 2-2-16,1-1-2 0,-3-3-7 0,3 0 1 16,0-3 1-16,0 3-5 0,0-8 0 0,0-1 0 15,0-2-2-15,0-2 0 0,0-3 1 0,0 0-2 0,-1-3-5 0,-1-1 7 16,4-1 16-16,-2 0 26 0,0-2 28 0,0 1 25 16,0-4 30-16,0 6 25 0,0-6 7 15,0 0-26-15,0 0-11 0,-5-15-10 0,1 6-17 16,-1-7-2-16,0-2-16 0,1-1-4 0,0-8-3 0,0-2-8 15,0-3-6-15,3 1-11 0,-2-5-10 0,2 2-1 16,5 0-6 0,-3-2-5-16,-1 2 1 0,4 0-12 0,0 2 0 15,0 3 13-15,-3 3-14 0,3 5-6 0,0 5 2 0,-2 0-8 16,2 4 11-16,1 3-18 0,2-1 5 0,-1 1-2 16,3 1-17-16,1 2-19 0,3 1-13 15,5 0-17-15,0 3-19 0,2 2-21 0,1 2-14 16,8 4-23-16,-9-1-24 0,6 7-34 0,2-1-25 0,-2 0-34 15,-2 0-49-15,-8-1-179 0,-1-3-521 0,-4 0 232 0</inkml:trace>
  <inkml:trace contextRef="#ctx0" brushRef="#br0" timeOffset="185891.02">20419 12865 36 0,'-2'1'180'15,"2"-1"-5"-15,-5 3-3 0,5-3-6 0,0 0-10 16,10 3-17-16,0-3-11 0,9-1-14 0,0 2-13 16,12 1-14-16,5-4-37 0,2 2-34 0,12-2-39 0,5 1-60 0,-3-3-153 15,-16 3-256-15,4-4 114 0</inkml:trace>
  <inkml:trace contextRef="#ctx0" brushRef="#br0" timeOffset="186238.61">21306 12646 43 0,'0'-4'266'0,"0"1"-21"0,0 3-15 16,0-8-26 0,0 8-18-16,0-5-21 0,0 5-15 0,0 0-21 15,0 0-19-15,0 0-16 0,0 0-16 0,0 0-9 16,0 0-9-16,0 15-6 0,-1-5-9 0,1 0-3 16,0 2-5-16,0-1-3 0,1 5-3 0,-1-1-3 15,0 2-4-15,-1-1 0 0,2-4-4 0,0 3-1 16,-1-3-2-16,0-1-3 0,3 2 1 0,-2-2 0 0,-1-1-3 15,1-2 0-15,1-1-2 0,-1-1 2 0,-1 0 0 0,0-1 1 16,0-2-2-16,0 1-9 0,0-4-14 0,1 5-10 16,-1-5-16-16,-2 3-30 0,2-3-41 0,0 0-33 15,0 0-57-15,-16-13-125 0,14 8-351 0,-2-4 155 16</inkml:trace>
  <inkml:trace contextRef="#ctx0" brushRef="#br0" timeOffset="186539.37">21277 12571 126 0,'-3'-2'210'0,"3"2"-11"15,-1-5-21-15,1 5-20 0,-3-3-17 0,3 3-16 16,0 0-12-16,0 0-15 0,0 0-12 0,13 5 2 16,-4 0 0-16,5 2-3 0,0 3-8 0,3 1 0 0,6 3-3 0,-3 3-7 15,3 0 1-15,0 1 11 0,-4 0-6 0,-1 1-9 16,1-1-3-16,-6-2-6 0,0 1-6 0,-5 0-4 15,-2 2-6-15,-1-4-3 0,-2-1-4 16,-2 0-3-16,-4-2-5 0,1 0-1 0,-2-2-4 0,-1 2 1 16,-3-3 0-16,-2 0-1 0,1-1-2 0,0-3-1 15,-5 3-2-15,4-3 3 0,-3 0-8 0,0 0-6 0,4-3-9 16,-3 3-14-16,1-3-13 0,2-1-15 0,1 1-10 16,1 0-32-16,7-2-40 0,0 0-39 0,-8-4-45 0,8 1-129 15,0 3-370-15,6-10 164 0</inkml:trace>
  <inkml:trace contextRef="#ctx0" brushRef="#br0" timeOffset="186808.84">21674 12547 95 0,'4'0'211'0,"-4"0"-18"0,10 0-9 0,0 3-8 16,3 0-11-16,-1 3-15 0,2 1-7 0,2 6-10 16,0 1-9-16,1 8-9 0,0 0-10 0,-2 2-7 15,-2 5-8-15,-4-2-7 0,-3 2-9 0,-3 0-3 16,-6 0-7-16,-3 2 1 0,-5-2-13 0,-2 3-3 16,-6-3-6-16,-4 0-4 0,0-1-14 0,-3-1-19 15,-6-5-19-15,-6 7-28 16,3-9-35-16,2-3-43 0,0-4-44 0,-2-1-195 15,-2-6-386-15,0-4 171 0</inkml:trace>
  <inkml:trace contextRef="#ctx0" brushRef="#br0" timeOffset="187109.61">21242 12430 132 0,'-14'4'176'0,"6"3"-17"0,-2 7-8 16,-8 6-12-16,0 6-7 0,-2 3-16 0,-6 16-7 15,2 2-9-15,5-1-8 0,0 1-8 0,1-3-9 16,5 3-7-16,8-10-8 0,1 8-5 0,8-8-4 16,6 9 10-16,4-13 6 0,11 9-2 0,7-6-1 0,10-4-13 0,3-3-40 15,4-8-78-15,5-3-259 0,-3-9-352 0,1-6 156 16</inkml:trace>
  <inkml:trace contextRef="#ctx0" brushRef="#br0" timeOffset="189515.67">22635 11422 114 0,'0'0'136'0,"1"-4"-4"0,-1 4-7 0,0 0-11 15,0 0-4-15,1-4-5 0,-1 4-3 0,0 0 4 0,2-4-11 16,-2 4-4-16,0 0-7 0,0 0-6 0,0-5-8 0,0 5-8 15,0 0-3-15,0 0-9 0,0 0 1 0,0 0-11 16,0 0-3-16,0 0-3 0,0 0-4 0,0 0-3 0,0 0 2 16,0 0 0-16,2-2 1 0,-2 2-2 15,0 0 5-15,0 0 0 0,0 0-2 0,0 0-3 16,0 0-3-16,0 0-1 0,0 0-4 0,0 0-3 16,0 0-1-16,0 0-2 0,0 0-5 0,0 0 1 0,0 0 4 0,0 0 2 15,0 0-2-15,0 0 5 0,0 0-1 0,0 0-2 16,0 0-2-16,0 0 3 0,0 0-3 0,0 0 0 15,0 0-2-15,0 0-2 0,0 0-2 0,0 0 0 0,0 0-1 16,0 0-2-16,0 0-2 0,0 0-1 16,0 0-2-16,0 0 2 0,0 0 2 0,0 0-3 15,0 0 1-15,0 0 2 16,0 0-2-16,0 0 0 0,0 0 0 0,0 0-2 16,0 0 2-16,0 0 0 0,0 0 3 0,0 0 3 15,0 0 0-15,0 0 0 0,0 0 1 0,0 0 0 16,0 0-9-16,0-5 2 0,0 5 1 0,0 0-6 15,0 0 5-15,0 0 2 0,0 0-3 0,0 0 3 0,0 0 2 16,0 0-1-16,0 0-4 0,0 0 5 16,0 0 6-16,0 0-2 0,0 0 0 0,0 0-2 0,0 0 0 0,0 0 1 15,0 0 4-15,0 0-3 0,0 0-4 0,0 0 0 16,0 0 1-16,0 0 0 0,0 0-3 0,0 0 0 16,0 0-5-16,0 0 2 0,0 0-4 0,0 0-15 15,0 0-17-15,0 0 4 0,0 0-3 0,-6 15 1 16,3-5 8-16,-4 6 1 0,-2 9-3 0,-1 0 4 15,-3 3 8-15,-1 6-1 16,-9 11 1-16,0-4-2 0,-3 5 10 0,1-3-4 16,0 0 2-16,1-2 1 0,4-10 1 0,2 0 0 15,-1 0-2-15,-2-4 3 0,7 0-1 0,-4-1 3 16,4-4-1-16,-2-2 5 0,7-6-3 0,-2-5 0 16,1 2 1-16,1-5 4 0,3 1 0 0,2-2 2 15,1 0 5-15,-1-2 21 0,0 0 16 0,0 0 19 16,4-3-1-16,0 0-11 0,0 0-2 0,0 0-9 0,0 0-5 0,1-11-3 15,6 4-6-15,-1 2-3 0,1 0-6 0,4-2-2 16,1 2-2-16,-3 1-5 0,2 0-2 0,1 2-4 16,1 0-1-16,1 2-4 0,0 2 0 0,0 1-4 15,2 6 1-15,0 2-2 0,2 7 3 0,1 2-5 16,-5 4 3-16,0 4 0 0,-3 4 1 0,-5 3-1 16,0 14 1-16,-4 3-3 0,-9 1 1 0,2-2-1 0,-5 5 4 0,0-3 1 31,-4-4-3-31,-1 1 19 0,-1-4-4 0,6-14 0 0,0-1-2 0,-1-2-5 0,1 3 0 0,1-4 1 31,3-4 0-31,-1-4 0 0,5-5-8 0,-1-3-4 16,3-2 3-16,3 2 0 0,-1-3 3 0,6-1 3 15,5 0-8-15,3-3-16 0,6-2-32 0,11-3-34 16,3-7-67-16,4 0-87 0,12-8-125 0,-1-2-396 0,3-4 175 0</inkml:trace>
  <inkml:trace contextRef="#ctx0" brushRef="#br0" timeOffset="190032.51">23264 11739 62 0,'0'-3'202'0,"0"-1"-10"0,0 4-15 16,0-5-21-16,0 5-18 15,0-5-18-15,0 5-11 0,0 0-14 16,0 0-8-16,0 0-16 0,-3 18-4 0,1-4-6 15,-1 3-6-15,-3 9-5 0,2 3-5 0,-3 0-4 0,1 5-4 16,1-2-2-16,1 0-2 0,0 1-4 0,-1 0 0 16,1-4-7-16,-1 0-2 0,3 1 3 0,-1-5-6 15,-1 1 3-15,4 1-5 0,-1-11-3 0,-2 1-8 16,3 0-15-16,3-7-12 0,-3 0-25 0,0-1-26 0,1-2-24 16,-1-2-22-16,4 1-155 0,-1-5-299 0,-1 2 133 15</inkml:trace>
  <inkml:trace contextRef="#ctx0" brushRef="#br0" timeOffset="190333.11">23628 11684 22 0,'0'-5'256'0,"0"1"-24"0,0 4-26 0,1-5-25 16,-1 5-23-16,0 0-18 0,0 0-21 0,0 0-6 15,-5 19-12-15,4-3-9 16,-3 6-11-16,0 6-5 0,0 2-7 0,0 1-6 16,0 3-5-16,2 0-3 0,0-3-4 0,0 1-5 15,1 2-3-15,-2-3-6 0,6-2-2 0,-3-1-2 16,-3 0-3-16,3-4-3 0,0-6-3 0,-1 1-5 16,1-2 4-16,0 0-2 0,0-5 4 0,0-1-6 15,1 0 3-15,-1-2-8 0,-1-3-17 0,1 0-8 0,0-2-7 0,0-1-3 16,0 2-5-16,0-5-19 0,-4 3-28 0,4-3-44 15,0 0-33-15,-15-9-51 0,7 3-104 0,2-5-329 16,3 1 145-16</inkml:trace>
  <inkml:trace contextRef="#ctx0" brushRef="#br0" timeOffset="190486.76">23333 12036 128 0,'0'0'198'0,"-9"-2"-15"15,9 2-16-15,-7 0-12 0,7 0-18 0,0 0-11 16,0 0-8-16,0 0-16 0,0 0 1 0,0 0-14 16,23 0-5-16,0 1-7 0,11 0-8 0,1-3-23 15,4 3-36-15,13-1-45 0,-1-3-65 0,-14 1-177 16,0-1-298-16,3-2 132 0</inkml:trace>
  <inkml:trace contextRef="#ctx0" brushRef="#br0" timeOffset="190981.45">24120 11792 2 0,'4'-2'164'0,"2"1"-21"15,2 1-12-15,1 0-11 16,2 0-17-16,-2 2-12 0,1 1-7 0,3 4-24 16,-3-1 6-16,2 3-2 0,-1 1-8 0,-3 3-6 15,2 2-4-15,-3 0 2 0,-4 3-7 0,0 0-1 16,-6 2-4-16,0-1-1 0,-4 6 0 0,-2-1-3 16,0 1-7-16,-7-1 4 0,2-2-5 0,1-6-3 15,-1 1-1-15,2-2-5 0,0-1 2 0,-1-2 10 16,5-2 9-16,-2-3 4 0,2-2 7 0,3 3 7 0,0-4 13 0,0-1 22 15,1-3 19-15,0 5 24 0,4-5 26 0,-5 2 11 16,5-2-6-16,0 0-21 0,0 0-19 0,8-15-14 16,1 6-3-16,2-3-10 0,2-2-13 0,7-4-13 15,1-3-14-15,-1 2-7 0,1 0-17 0,-1 0-6 16,-2 1 16-16,-3 4-20 0,1-1 0 0,-5 2-6 16,-3 6 4-16,0 0-2 15,-3 2-5-15,0 1-2 0,-3-1 4 0,2 1-27 16,0 2-19-16,0 1-20 0,-4 1-19 0,0 0 5 15,0 0 9-15,8 7 5 0,-7-1 6 0,0 4 9 16,2-1-8-16,-2 4-14 0,0-1-9 0,-1 4-15 16,0 0-30-16,0 0-24 0,0-1-33 0,4-3-35 15,-3 0-208-15,2-4-446 0,-1-1 198 0</inkml:trace>
  <inkml:trace contextRef="#ctx0" brushRef="#br0" timeOffset="191219.72">24593 11727 168 0,'0'0'145'0,"0"0"-13"15,9 9-8-15,-4-1-3 0,-2 4-11 0,3 5-7 16,-4 1-8-16,5 9-13 0,-2 2 3 0,-3 0-13 15,-3 2 3-15,-3 0-12 0,0 2-4 0,-2 1-7 16,-3-3 2-16,-2 1-11 0,-2-2 1 0,-3-2-7 0,1 1-24 0,-7 0-18 16,2-5-23-16,-2-4-32 0,-1 0-39 0,-4-4-149 15,1-4-268-15,-1-2 119 0</inkml:trace>
  <inkml:trace contextRef="#ctx0" brushRef="#br0" timeOffset="191520.18">24116 11652 3 0,'-14'15'136'0,"-8"3"-14"16,4 7-10-16,-5 5-3 0,-5 12-7 0,5 2-11 16,0 2-6-16,5 0 2 0,2-2-13 15,5 2 0-15,6-12-9 0,7 11-11 0,1-11 3 0,5 0-15 0,9 12 31 16,7-3-8-16,-3-15-2 0,14 5-8 0,6 1 0 16,4-8-33-16,1-5-62 0,5-4-83 0,-2-5-108 15,3-3-249-15,-15-7 110 0</inkml:trace>
  <inkml:trace contextRef="#ctx0" brushRef="#br0" timeOffset="192253.24">24892 11332 2 0,'0'0'159'0,"0"0"-23"16,0 0-16-16,0 0-14 15,0 0-6-15,0 0-13 0,0 0-17 0,2 15 0 16,-2-2-27-16,0 2 10 0,-4 3-8 0,4 3 0 15,-1 7-6-15,1 1-10 0,-4 3 4 16,4 0-2-16,0 15-6 0,4-11 3 0,1-2-4 0,-1-1 0 16,6 1-1-16,0-2-6 0,2-1-6 0,3-4 1 15,-2 0 7-15,4-8-2 0,-6-2-3 0,0-4-2 16,4 0 14-16,-2-4 6 0,3 0 5 0,-4-4 1 0,2-2 9 16,4-2 7-16,-6-1-2 0,1-1 0 0,1-1 0 0,-4-4 1 15,3 0-1-15,-3 0-4 0,2-2 2 16,-2-4 6-16,0 0 4 0,-3 3-2 0,-2 0-4 15,0-2-5-15,-1 4-1 0,1-4 4 0,-4 5-9 16,0 1-12-16,-1 0-2 0,-1 0-5 0,1 5-4 0,-7-3-3 16,0 4-6-1,-2 4-3-15,-1 4-2 0,-5 4-3 0,-6 6-4 16,3 5-1-16,-1 5-3 0,1 3 3 0,-7 11 1 16,4 3-2-16,0 4 0 0,1 0 1 0,4 3-1 15,0 0-4-15,4 0 14 0,0 3-7 0,4-5 2 16,7 2 1-16,0-2 0 0,2-1 16 0,7-5 2 15,-2-10-5-15,3 1 4 0,5 6 0 0,-2-8-1 16,-1-2 1-16,-1 0 6 0,1 2-4 0,-5-4-2 0,0-3-1 0,-6 2-2 16,-6-1 0-16,-2 1 0 0,-4-2 3 0,-9 0-2 15,-4-1-16-15,-19 8-19 0,-8-7-56 0,-31 9-87 16,-17-9-275-16,2-10-470 0,-1-8 209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4-26T03:36:34.657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2983 1751 89 0,'0'0'98'0,"0"0"7"0,0 0 2 16,0 0 10-16,0 0-2 0,0 0-11 0,0 0 0 16,0 0-5-16,0 0-8 0,0 0 11 0,0 0 2 0,0 0 5 15,0 0 6-15,0 0-2 0,0 0 0 0,0 0 4 16,0 0-2-16,0 0-1 0,0 0 5 0,0 0-6 16,0 0-1-16,-5-7 1 0,5 7-8 0,0 0 10 15,0-8 6-15,0 8-2 0,0 0-1 0,0-6-8 16,0 6-7-16,-2-6 5 0,2 6-18 0,0 0-3 15,0 0-11 1,0-5-1-16,0 5-21 0,0 0-5 0,0 0-11 16,0 0-22-16,0 0-36 0,0 0-20 0,0 0 0 15,-2 19 1-15,1-2 4 0,-3 9 5 0,2 2 5 16,-1 8 4-16,-4 10 0 0,1-10 1 0,1 10 3 16,0 0 7-16,2-10 0 0,3 10 2 0,-1-12 4 15,1-2-15-15,0-3 18 0,1-1 0 0,-2-10 2 16,1 1-8-16,1-4 7 0,-1-1 5 0,0-2-1 0,0-2-3 0,0-5 3 15,2 0 7-15,-2 2 19 0,0-7 5 0,1 6 26 16,-1-6 10-16,0 0 5 0,0 0-2 0,-1 8-7 16,1-8-5-16,0 0-24 0,0 0-24 15,0 0-38-15,0 0-36 0,0-22-43 0,1 13-46 16,-2-3-52-16,3-8-72 0,-3 4-269 0,1-6-586 16,1 3 259-16</inkml:trace>
  <inkml:trace contextRef="#ctx0" brushRef="#br0" timeOffset="316.37">2921 1705 84 0,'0'0'300'0,"0"0"-17"0,0 0-21 15,-9 0-16-15,9 0-26 0,0 0-11 0,0 0-14 16,0 0-22-16,0 0-19 0,0 0-20 0,0 0-6 16,0 0-10-16,0 0-11 0,34-4-7 0,-6-1-15 0,4 1-3 15,7 0-22-15,-1-5 10 0,0 3-9 0,1 0-9 16,-4 1 1-16,0 1-11 0,-3-2-3 0,-1 3-2 16,-10 0-4-16,-3 1-7 0,-5 2 1 0,0-2-9 15,-4 1-3-15,-2-1-11 0,-2 0-17 0,-5 2-20 16,9 0-13-16,-8 5 6 0,-1-5-11 0,-8 11-22 15,-3-3-34-15,-1 4-36 16,-5 3-57-16,3-3-59 0,-1 0-150 0,-2 0-443 16,6 3 196-16</inkml:trace>
  <inkml:trace contextRef="#ctx0" brushRef="#br0" timeOffset="701.82">2996 2384 161 0,'-4'1'244'0,"0"3"-2"0,4-4-12 15,-1 3-7-15,1-3-5 0,0 0-9 16,0 0-8-16,-1 4-12 0,1-4-7 0,0 0-10 16,0 0-11-16,20-5-13 0,-7 3-14 0,5-2-12 15,4 0-8-15,10-1 0 0,2-4-4 0,1 2-9 16,3 3-10-16,0-4-17 0,-6 4-2 0,-1-1-5 0,-11 1-6 0,2 3-6 16,-3-2-8-16,-1 3 0 0,-4-2-8 0,-5 2-7 15,0 0 2-15,-9 0-6 0,11-2 1 0,-4 1-7 16,-7 1-11-16,0 0-14 0,9-1-14 15,-9 1-18-15,0 0-20 0,0 0-29 0,0 0-27 16,0 0-39-16,-29 6-32 0,22-6-44 0,-5-1-85 0,1-2-158 16,2-2-507-16,-4 0 225 0</inkml:trace>
  <inkml:trace contextRef="#ctx0" brushRef="#br0" timeOffset="1080.58">3009 2063 275 0,'-7'0'289'0,"7"0"-28"0,0 0-26 0,-2 2-18 15,2-2-25-15,0 0-17 0,0 0-19 0,0 0-18 16,0 0-14-16,0 0-12 0,0 0-6 0,0 0 4 0,0 0-2 16,14 7-3-16,-1-6 0 0,5 0-5 0,2-1-3 15,11 0-4-15,-1-2 6 0,4 2-13 0,-4-4-12 16,-2 3 1-16,-6-1-9 0,9 0-11 16,-13 2-6-16,-4 0-5 15,-3-3 2-15,2 6-13 0,-5-3 0 0,-1 0-3 16,-2 0-5-16,-5 0-3 0,12 0 2 0,-12 0-10 15,8-3-20-15,-8 3-17 0,3 3-19 0,-3-3-5 16,0 2-10-16,0-2-21 0,0 0-33 0,-5 8-36 16,5-8-46-16,-4 8-52 0,2-4-226 0,2-4-510 15,-1 4 226-15</inkml:trace>
  <inkml:trace contextRef="#ctx0" brushRef="#br0" timeOffset="1466.07">4034 2014 176 0,'0'0'358'16,"6"-6"-10"-16,-5 3-22 0,-1 3 6 0,4-5-16 15,-4 5-7-15,4-4-14 16,-4 4-19-16,0 0-21 0,5-6-25 0,-5 6-25 16,0 0-17-16,0 0-24 0,0 0-29 0,0 0-33 15,0 0-16-15,0 0-15 0,0 0-4 16,-13 17-15-16,8-7 1 0,-4 4-8 0,-3 3-3 16,-3 3-4-16,-1 1 0 0,-1-1-3 0,1 2-4 0,0 2 0 15,1-3-2-15,5-4-4 0,-3-1 4 0,4-1-11 16,0-2 4-16,-1-1 4 0,2-5-6 0,3 5-33 0,1-9-17 15,-1 2-27-15,1 4-35 0,2-6-6 0,-2 2-14 16,4-1-17-16,-4-1-24 0,4-3-57 0,0 0-68 16,0 0-79-16,-4-13-184 0,4 6-586 0,4-2 260 15</inkml:trace>
  <inkml:trace contextRef="#ctx0" brushRef="#br0" timeOffset="1782.52">3784 2034 175 0,'-2'-8'382'16,"-2"1"13"-16,2 0 0 0,0 0-1 0,1 2-13 16,-2 0-28-16,2 0-40 0,1 5-31 0,-2-5-30 15,2 5-35-15,0 0-30 0,0 0-23 0,0 0-20 16,0 0-20-16,0 0-12 0,24 16-5 0,-10-4-15 0,6 6-2 0,2 2-13 16,-3 2 3-16,4 3-7 0,1-2-4 0,1 3-10 15,-5-1-4-15,-2-1-4 0,4-2-5 0,-3-3-5 16,4 1 0-16,-9-6-3 0,0 3-4 0,-5-5-1 15,0-5-3-15,0 0 0 0,-4-1-7 16,-1-1 1-16,1 0 2 0,0-1-3 0,-5-4 5 16,0 0 8-16,8 4 15 15,-8-4 12-15,0 0 10 0,0 0 3 0,5 4-1 16,-5-4-7-16,0 0-9 0,0 0-5 0,0 0-5 16,0 0-7-16,5 4-18 0,-5-4-37 0,0 0-44 15,0 0-58-15,0 0-57 0,0 0-72 0,0 0-65 16,0 0-90-16,0 0-402 0,-1-17-866 0,1 17 383 15</inkml:trace>
  <inkml:trace contextRef="#ctx0" brushRef="#br0" timeOffset="2622.34">4637 2014 171 0,'-3'-2'264'0,"-1"-2"-21"0,-1 1-12 16,1-1-24-16,-1 1-19 0,-2 2-16 0,0 1-13 0,7 0-17 16,-16 1-17-16,7 3-11 0,-5-1-16 0,2 2-7 15,-7 4-13-15,2 3-8 0,2 1-5 0,-7 1-8 16,1 5-4-16,3 2-10 0,1-1-3 0,1 0-2 16,3 6-1-16,-3-2-5 0,5 2 0 0,2-3-3 15,4-4 7-15,1-1 3 0,0-1 1 0,4-1 4 16,0-4 8-16,0-5 4 0,4 1 15 0,0-4 7 0,5 1 8 15,1-4 7-15,0-1 0 0,2-2 4 0,3-6-7 16,2-1-5-16,1 1 8 0,-1-4 1 0,5-6-5 16,-9 2-3-16,6-3 8 0,-1-6-12 0,-3 4-9 0,-2 4-1 15,0 0 8-15,-4 2 7 0,0-2 14 16,0 3-5-16,-4 6 9 0,-1-1 5 0,1 1-11 16,-4 1-11-16,2 4-12 15,-1-2-10-15,-2 5-10 0,5-5-23 0,-5 5-21 16,3-4-23-16,-3 4-7 0,0 0 5 0,7 9 0 15,-3-4 1-15,3 5 6 0,0-2 3 0,6 4 1 16,-3 5 7-16,9 0-4 0,-3-1-9 0,3 2-22 16,-2-6-34-16,7 5-46 0,3-5-46 0,1 0-49 15,-9-3-74-15,10-7-106 0,-8-3-302 0,1 0-745 16,-2-8 329-16</inkml:trace>
  <inkml:trace contextRef="#ctx0" brushRef="#br0" timeOffset="3702.99">5019 2051 95 0,'0'0'347'0,"0"0"7"15,0-8 0-15,0 8-4 0,-1-5-11 0,1 5-13 16,0 0-17-1,0 0-39-15,1-4-25 0,-1 4-34 0,0 0-19 16,0 0-23-16,0 0-20 0,0 0-22 0,0 0-12 16,0 0-13-16,0 0-12 0,4 14-9 0,-1-4-10 15,0 0-6-15,-3 2-5 0,3 2-5 0,0 4-4 16,-1-1-2-16,-1 1-4 0,2 2 1 0,0-3-9 16,0 2-7-16,0-3 2 0,-3-4-1 0,3-1-2 15,-3-1-7-15,4-3 4 0,-3-1 1 0,1-1 4 0,-1-1 34 0,-1-4 34 16,0 0 11-16,0 0-7 0,0 0-15 0,15-9-8 15,-8 0 1-15,2-6 3 0,-3 4-5 0,2-6-4 16,3 0-3-16,-1-7-12 0,3 3-7 16,-3 3-3-16,-1 3-6 0,-1-1-3 0,0 5 6 15,-2 1-1-15,-2 2-3 0,0 2-8 0,-3 2-9 16,3-1-5-16,-3 3-5 0,3-1-28 0,-1 1-20 0,-3 2 3 0,0 0 3 16,0 0-1-16,11 12 3 0,-7-6 1 0,1 5 1 15,0 0 3-15,-1 1-1 0,0 6 3 0,3-1 10 16,-4 3 2-16,2-2-3 0,0 0 0 0,0-2 4 15,-1 1-1-15,0-7-1 0,-3-3 3 0,2 2-5 16,-2-5 9-16,0 3 4 0,-1-7 9 0,2 5 31 16,-2-5 5-1,0 0-5-15,0 0-7 0,0 0-2 0,14-20-4 16,-10 8-3-16,2 0-3 0,2-3-1 0,-2-2-2 0,8-7-7 16,-4 0 7-16,-1 5-12 0,5-4-5 0,-6 6 3 15,1 1-2-15,-4 6 1 0,-1 1-2 0,2-1-3 16,-2 0-4-16,-3 6-3 0,3-1-5 15,-1 2-16-15,-2 1-23 0,-1 2-9 0,5-3 2 16,-5 3 4-16,14 5 0 0,-10 1-3 0,5-1-2 0,0 1-2 0,4 4-4 16,-4-3-9-16,5 8-17 0,-2-3-21 0,4-1-22 15,-2 0-10-15,2 0-9 0,-4-4-8 0,3 3-16 16,-1-5-13-16,3 0-12 0,-6-2-6 0,1-1-5 16,-2-4-6-16,-10 2 4 0,18-5 23 0,-10 0 13 15,-2-5 22-15,-1 2 23 0,-2-4 27 0,-2 0 34 16,2-6 24-16,-6 1 29 15,3-3 26-15,-1 1 25 0,-2-8 25 16,1 1 30-16,-1 6 38 0,-1-6 21 0,3 9 26 16,-1-3 14-16,2 3 10 0,-3 5 16 0,3 0 6 0,0 2-2 15,0 0-2-15,0 3-10 0,-1 2-16 0,2-2-23 16,-1 7-16-16,-1-9-20 0,1 6-20 0,0 3-24 16,0-4-33-16,0 4-35 0,0 0-21 15,0 0 2-15,0 0-5 0,1 24-3 0,-1-5-1 0,3 8 5 0,-1 2 5 16,2 1 3-16,-3 4-1 0,3 2-2 0,-2 10 5 15,0-1 0-15,2 1-4 0,-3-12 4 0,4 0 1 16,-2 0-1-16,2-1 4 0,1-1 0 0,-1-6-2 16,-1-6 2-16,0-3 2 0,-2-1-1 0,1-3-3 15,-3-6 5-15,0 2-1 0,1-4 4 0,1 0 3 16,-2 0 2-16,0-5 3 0,0 0 4 0,1 9 13 0,-1-9 1 0,0 0-6 16,0 0-10-16,0 0-26 0,0 0-31 0,0 0-31 15,0 0-50-15,0 0-43 0,-1-24-41 16,1 17-37-16,0-2-37 0,0-4-45 0,0 2-39 15,3-4-54-15,0-1-271 0,-1 0-734 0,4 0 325 16</inkml:trace>
  <inkml:trace contextRef="#ctx0" brushRef="#br0" timeOffset="4273.32">5778 2009 184 0,'0'0'281'0,"-1"-6"-10"0,1 6-18 0,1-6-27 15,-1 6-27-15,3-5-11 0,-3 5-27 0,8-2-15 16,0 3-15-16,1-1-12 0,5 2-12 0,4 2-6 0,1 1-9 16,-1 0-6-16,0 2-4 0,-2-2-10 0,0 5-2 15,-2-8-10-15,-1 9-7 0,-4-7-2 0,-1 3-11 16,0 0-9-16,-5 0-3 0,-2 1 3 0,-2-1-6 16,-4 3 1-16,-3 1-1 0,-3-2 4 0,-5 2-7 15,-3 1-3-15,0-5-1 0,-4 4 1 0,-5 0-2 16,-3-3-3-16,0-1 0 15,10-2 1-15,-1-1-5 0,3 2 5 0,0-2-6 16,1 0 4-16,7 0 3 0,1-2-4 0,4-1-5 16,6-1-2-16,-10 1 2 0,10-1-28 0,0 0-19 15,0 0-2-15,24-16-7 0,-1 10-13 0,4-2-17 16,2-3-15-16,3 0-9 0,-3-1-2 16,6-3 6-16,-4 4 10 0,2-6 9 0,-1 3 12 15,-3-5 9-15,-1 2 16 0,-4-2 21 0,-3-1 29 0,-3-1 25 0,-4-2 33 16,-5 6 31-16,-4-2 20 0,0-1 17 0,-2-5 18 15,-2 5 30-15,-2-4 30 0,1 5 25 0,-2 2 16 16,0 0 5-16,-2 2-9 0,3 2-7 0,-2 2-8 16,2 2-8-16,0 1-15 0,-2 2-23 0,3-1-17 15,0 3-22-15,-2 2-19 0,-1-2-14 0,3 4-23 16,0-5-17-16,0 5-35 16,0 0-48-16,0 0-41 0,0 0 2 15,-5 11 11-15,5 1 0 0,0 8-4 0,0 3 11 0,0 6 0 16,-1 3 9-16,1 0 0 0,1 2 3 0,-1-3 7 15,5 5 1-15,-2-3 2 0,3 0 1 0,-5-7 2 16,3 3 6-16,-1-11-3 0,0 1 0 0,-1 0 1 16,-1-7 4-16,2-2 1 0,-1 2 0 15,-2-3-4-15,3-5 1 0,-3-2 1 0,0-2 1 0,1 8-4 0,0-5-9 16,-1-3-18-16,0 0-31 0,0 0-62 0,4 5-85 16,-4-5-62-16,0 0-56 0,8-12-69 0,-6 6-351 15,2-1-802-15,-1 1 354 0</inkml:trace>
  <inkml:trace contextRef="#ctx0" brushRef="#br0" timeOffset="4727.39">6243 2138 117 0,'0'0'260'16,"-3"7"-4"-16,3-7-11 0,0 0-15 0,0 0-14 15,0 0-13-15,0 0-17 0,0 0-15 0,0 0-17 0,0 0-12 16,25-7-12-1,-14 4-14-15,-2-2-13 0,4 3-10 0,5-6-9 16,-2 1-4-16,0 0-13 0,0 0-5 0,-3-3-9 16,2 2-3-16,-2-1 3 0,0-3 4 0,-2 5 5 15,-1-2 3-15,-4 0 11 0,4 0 8 0,-5 0 13 16,-1 0 3-16,0 3 7 0,-3-1 9 0,-1 0-4 16,3 0-2-16,-3 2-14 0,-3 0-14 0,-1 2-4 15,0-3-16-15,-2 1-6 0,-8 4-6 16,2-2-5-16,-7 4-9 0,0 1-1 0,-8 4-3 0,-2 1-7 15,0 0-3-15,2 1-11 0,1 4 7 0,2 1-13 16,2 3 3-16,3 0-4 0,0 1 5 0,7-1-2 16,0 8 5-16,5-7-8 0,3 3 1 0,7 4 2 15,5 1 10-15,6 0 7 0,6-4 1 0,7 0 3 16,6-4-6-16,16 2 6 0,10-3-5 16,-6-5 1-16,3 0 12 0,-2-5 5 0,6-3 1 15,-5 1 5-15,-13 0 5 0,-6-5 5 0,0-1 11 16,-8 1 16-16,-8-1 21 0,-7 1 20 0,-1 0 21 15,-2 1 20-15,-10 0-2 0,13-5-2 0,-13 5-7 16,9-2-16-16,-9 2-19 0,0 0-25 0,10-2-46 16,-10 2-58-16,0 0-65 0,0 0-70 0,0 0-84 15,0 0-79-15,-30 4-66 0,30-4-85 0,-21 0-412 0,9-2-942 16,1 1 417-16</inkml:trace>
  <inkml:trace contextRef="#ctx0" brushRef="#br0" timeOffset="5629.85">2840 2874 4 0,'0'0'208'0,"0"0"-18"16,0 0-10-16,0 0-16 0,0 0-9 0,0 0-13 16,0 0-11-16,0 0-11 0,0 0-15 0,0 0-7 15,0 0-9-15,0 0-5 0,0 0-6 0,0 0-8 16,0 0-5-16,0 0 2 0,0 0-7 0,0 0-4 15,0 0-2-15,0 0 3 0,0 0-3 0,0 0 1 16,0 0 0-16,17 2-3 16,-17-2-4-16,15 1-4 0,-5-2-2 0,8 1-2 15,-1-2-4-15,3 2-1 0,12 0 1 0,1 0-5 16,7-3 1-16,21 1-1 0,30-3 8 16,0-3 3-16,11 4 4 0,2-2 4 0,0-1-7 15,8 3 3-15,8-4-7 0,9 1 2 0,5-3-8 16,1 4 4-16,8 0 1 0,3 1 6 0,-1-2-4 0,8-3 4 15,0 5-2-15,2 0 4 0,-2-3-6 0,-1 2-4 0,-10 4-5 16,0-6 2-16,-4 8 7 0,-8-4-12 0,-15-3-6 16,3 1 1-16,-10 2-3 0,-8 1 13 0,1-4 7 15,-35 5 8-15,1-1 3 0,-2 0-3 0,-4 1-3 16,2-1 11-16,-11 1 6 0,-13 2-5 0,-6 0 11 16,-5-2 4-16,-7 0 12 0,-9-1 8 0,0 3 9 15,-1-2 10-15,-4 4 12 0,0-4-1 0,-2 1 5 0,-5 1-1 16,12-1-7-16,-12 1-8 0,5 0-8 0,-5 0-9 0,0 0-9 15,6-1-14-15,-6 1-9 0,0 0-2 0,0 0-9 16,8 0-5-16,-8 0-14 0,0 0-17 16,0 0-7-16,0 0-14 0,0 0-11 0,0 0-10 15,0 0-16-15,0 0-22 0,0 0-22 0,0 0-32 16,0 0-29-16,7-2-75 16,-7 2-66-16,0 0-64 0,-3-9-67 0,3 9-287 15,-9-10-765-15,5 1 339 0</inkml:trace>
  <inkml:trace contextRef="#ctx0" brushRef="#br0" timeOffset="6061.73">7379 1903 306 0,'0'-2'463'0,"-1"-3"-10"0,1 0-26 16,0 5-32-16,0-6-29 0,0 6-36 0,-3-4-33 15,3 4-29-15,0-4-29 0,0 4-37 0,0 0-52 0,0 0-63 0,0-5-77 16,0 5-76-16,0 0-51 0,0 0-58 0,9 12-73 15,-5-6-78-15,1 2-185 0,-3 2-552 0,1 1 244 16</inkml:trace>
  <inkml:trace contextRef="#ctx0" brushRef="#br0" timeOffset="6215.38">7425 2339 22 0,'-1'7'304'0,"1"-5"-2"0,0-2-9 0,-3 7-16 15,3-7-21-15,0 0-27 0,0 0-21 0,6 5-30 16,-6-5-26-16,0 0-42 0,12-2-52 0,-12 2-61 16,12-6-76-16,-1 2-89 0,-1-3-189 0,2 0-386 15,3-3 170-15</inkml:trace>
  <inkml:trace contextRef="#ctx0" brushRef="#br0" timeOffset="6378.17">7776 2230 310 0,'0'0'309'0,"0"0"-27"0,0 0-33 0,12 1-24 16,-2-1-43-16,-1 0-66 0,8-1-85 0,1-6-112 16,1 1-190-16,2 2-293 0,4-8 130 0</inkml:trace>
  <inkml:trace contextRef="#ctx0" brushRef="#br0" timeOffset="10393.94">11652 1830 177 0,'0'0'194'0,"0"0"-9"0,0 0-20 15,0 0-14-15,0 0-12 0,0 0-10 0,0 0-18 0,0 0-7 0,0 0-6 16,0 0-14-16,0 0-5 0,0 0-12 0,0 0-7 16,-8 12-2-16,-2-8-9 0,-5 2-2 0,-6 2-4 15,-4 1-4-15,-3 3-5 0,0 1-3 0,-3 1-8 16,-1-2-2-16,-4 2-2 0,-10 4-1 0,14-2 3 16,-1-1-4-16,1-1 5 0,0 2-1 15,4-2-3-15,4 0 2 16,-1-2-1-16,8-2-9 0,2 1 2 0,2-1-5 15,4-2 4-15,1-1-7 0,-2 0 4 0,7 0-2 16,2 1 1-16,1-1-1 0,2 3 1 0,6-2 7 16,6 4 4-16,4-1 1 0,7 0 2 0,6 3-2 15,1 0 3-15,1 1-8 0,2-2 4 0,-1 3-7 16,0-2 1-16,-2 2-2 0,-2-3-1 0,-6 1-1 16,-6-2-2-16,-1 1 3 0,-2-3-4 0,-6-2-2 0,-1 3-1 0,-4-4 5 15,-3 3 15-15,-3-1 3 0,-5 0 0 16,-7 0-1-16,-9 5 5 0,-6-2-2 0,-1-4 8 15,-2 4 7-15,-2-8-6 0,0 3 1 0,-5-1-1 16,5-2-4-16,-2-1-8 0,-1 1 1 0,7-1-2 0,2-3-3 16,8 0 1-16,7 0-3 0,-2 0 1 15,4 0 0-15,5 0-1 16,6 0-6-16,-14 0-24 0,14 0-28 0,0 0-35 16,0 0-13-16,19-14-25 0,-1 8-34 0,1-1-46 15,9-4-44-15,-1 2-135 0,1-2-403 0,2 3 178 16</inkml:trace>
  <inkml:trace contextRef="#ctx0" brushRef="#br0" timeOffset="10826.05">11928 2239 228 0,'0'0'276'0,"0"0"-19"0,0 0-25 16,0 0-20-16,0 0-21 0,0 0-11 0,0 0-24 15,0 0-15-15,0 0-13 0,0 0-13 0,0 0-13 16,-19 15-12-16,11-10-5 0,-2 5-12 16,1-5-9-16,0 6-7 0,-2-5-5 0,4 5-6 15,-4-1-3-15,8-1-6 0,-5 1 5 0,1 1-13 16,1-1-3-16,0 1 1 0,1-1-4 0,3-1-2 0,0 3 1 0,2-2-1 15,0 0 4-15,4-3 0 0,3 4 1 0,0-5-2 16,5-1 5-16,1 1-4 0,4 0 1 0,1-4-1 16,4-1-4-16,0 1 0 0,-2-2-4 0,-1-2 2 15,1 1-3-15,-2-4 2 0,-2-1-1 0,-4 0 19 16,3-2 22-16,-5-1 2 0,0-1 6 0,-5-1-4 16,-1-2-5-16,0-1 7 0,-4-2-7 0,0 0 4 0,-2 4 7 15,-2-5-12-15,-6 3-12 0,1-1 0 0,-2 1-16 16,-3 0-16-16,1 6-11 0,0-2-25 0,-4 2-23 15,3 4-36-15,-3 2-36 0,5 1-35 0,-4 1-49 16,2 0-57-16,1 1-273 0,13-1-576 0,-14 2 255 16</inkml:trace>
  <inkml:trace contextRef="#ctx0" brushRef="#br0" timeOffset="11264.4">12277 2421 195 0,'0'0'238'0,"0"0"-14"0,0 0-14 15,0 0-12-15,0 0-20 0,0 0-17 0,0 0-18 16,0 0-13-16,19-5-13 0,-10-2-14 0,1 0-6 15,-1-1-10-15,3 0-9 16,-1-3-9-16,1-4-3 0,-2 3-5 16,3-5-1-16,0-7-3 0,2 2 0 0,-4-7-10 15,2 4-5-15,-3-1-5 0,-2 0-1 0,0-2-2 16,0 0 9-16,0 3 4 0,-6 4 12 0,1-4 6 16,-4 8 7-16,2-1 2 0,-2 1 18 0,0 1 7 15,-2 5 17-15,1-1-10 0,-1 2-2 0,0 1-5 16,2 2-16-16,-3 3-11 0,-2-3-9 0,0 3-20 0,-1 3-10 0,1 1-6 15,-5 4-6-15,-1 0-3 0,-2 5-7 0,0 6-6 16,-8 3 6-16,4 5 0 0,-1 4-8 0,-4 14 14 16,10-9-9-16,-1 2-2 0,5 2-17 0,4 11-9 15,5-14-6-15,3-1-10 0,3 1-8 0,7-4-8 16,2-2-21-16,8-1-35 0,0-9-54 0,5-2-78 16,2-1-321-16,-1-11-606 0,2-1 268 0</inkml:trace>
  <inkml:trace contextRef="#ctx0" brushRef="#br0" timeOffset="11665.65">12760 2172 2433 0,'-4'-2'264'0,"4"2"-118"0,-5-3-27 0,5 3-22 16,-3-3-5-16,3 3-11 0,-1-4 3 0,1 4-17 0,0 0-7 15,0 0-6-15,0 0-7 0,-8-1-7 0,8 1-9 16,0 0-4-16,0 0-5 0,0 0-12 0,0 0 18 16,0 0-19-16,9 16-4 0,-2-7 4 0,-2-1-1 0,1 2 1 15,-2 3 0-15,1 3 1 0,0 4 0 0,-1-3-3 16,0 2-1-16,0-4 3 0,2 3 2 0,-3-7-6 16,2 6 4-16,-4-5-4 0,3-3 2 0,-1-1-5 15,-1 0 3-15,-1-2 5 0,1-1 29 0,-2-3 46 16,1 1 48-16,2-1 43 0,-3-2 44 0,0 0 35 15,3 3 32-15,-3-3-21 16,0 0-24-16,7-12-28 0,-1 4-20 0,-2-2-22 16,5-7-18-16,1-1-10 0,0-9-21 0,2 3-17 15,-1 3-5-15,-2 3-19 0,2 1-9 0,-4 2-15 16,2-1-21-16,-4 6-26 0,0 1-36 16,2 2-43-16,-1-1-48 0,-1 2-57 0,3 1-43 15,1 0-56-15,2 2-31 0,2 1-58 0,5 1-59 0,-1 2-65 16,-2 1-279-16,4 0-826 0,2 1 365 0</inkml:trace>
  <inkml:trace contextRef="#ctx0" brushRef="#br0" timeOffset="12129.12">13243 2313 144 0,'0'0'303'0,"-4"1"-2"0,4-1-10 15,0 0-1-15,0 0-5 0,-4 3-20 0,4-3-14 0,0 0-23 16,0 0-22-16,0 0-22 0,0 0-10 0,0 0-22 15,23-7-12-15,-12 4-17 0,5-4-13 0,1 0-4 16,3 1-19-16,6-8-6 0,-1 5-14 0,1-3-8 16,-2 1-3-16,-5 0-3 0,-2 0-5 15,6-6-6-15,0 3-1 16,-9 2-9-16,1 0 5 0,-2 3-8 0,-4 1-1 16,-1-1 13-16,-1 1 18 0,-1 1 12 0,-4 2 5 15,4-4 17-15,-6 6-11 0,0-2-4 0,0 1-13 16,-5-1-11-16,2 2-7 0,-7 0-4 0,-2 3-8 15,-6 1-4-15,-3 1-5 0,-7 10-1 0,-1-6-12 16,-2 7 1-16,3 2 0 0,1-2-8 0,2 3-4 16,3 1 0-16,3 4 5 0,1 0-5 0,4-3 3 0,6-2-10 15,2 3-3-15,2 1 3 0,4 1 6 0,5-7 0 16,5 6 7-16,11-4 1 0,3-1 12 0,4-3-9 0,1-3-1 16,10-1 3-16,12-1 1 0,1-5 28 0,1-1 7 15,-1-2-1-15,-16 1 9 0,0 0-5 0,-3-2 1 16,-13 2 10-16,-2-2 6 0,-4-1 7 0,-3 1 2 15,1 2 5 1,-7 0 1-16,3 0 1 0,-8 0 2 0,9 0 0 16,-9 0-14-16,9-2-9 0,-9 2-19 0,0 0-31 15,5 0-44-15,-5 0-54 0,0 0-58 0,0 0-78 16,0 0-90-16,0 0-75 0,-19 5-112 0,19-5-296 16,-15 0-856-16,15 0 380 0</inkml:trace>
  <inkml:trace contextRef="#ctx0" brushRef="#br0" timeOffset="14820.43">15452 1932 77 0,'0'-5'258'15,"0"5"-8"-15,0-5-10 0,0 1-13 0,0 4-11 16,-1-5-17-16,1 5-15 0,1-6-15 0,-1 6-16 16,0-5-18-16,0 5-13 0,0 0-18 0,0 0-12 15,0 0-17-15,0 0-10 0,0 0-5 0,0 0-9 16,-2 21-3-16,3-9-5 15,-2 6-7-15,1-1-3 0,0 4-1 0,-3 5-2 16,2-5-6-16,1 8 1 0,0-4-7 0,0 3 1 16,1-1-2-16,0 0 2 0,-1-9-5 15,2 0-1-15,-4-1 1 0,2-5-2 0,3 1 0 0,-3-1-1 16,0-5 0-16,0 4 0 0,0-6-4 0,1-1 1 16,1 2 6-16,-2-6-2 0,0 5-1 0,0-5 4 15,0 0 1-15,-2 7 0 0,2-7 1 0,0 0-1 0,0 0-26 16,0 0-38-16,0 0-37 0,0 0-39 0,-10-14-45 15,7 7-42-15,1-5-48 0,-3 1-133 0,1-5-422 16,0-2 186-16</inkml:trace>
  <inkml:trace contextRef="#ctx0" brushRef="#br0" timeOffset="15190.25">15401 1852 160 0,'0'0'206'16,"-2"-5"-20"-16,2 5-19 0,0 0-22 0,0 0-17 16,0 0-11-16,0 0-12 15,0 0-10-15,15 15-6 0,-6-8-14 0,7 5 6 16,1 0-4-16,7 3 1 0,2 2-4 0,2 3-5 16,4-2-6-16,-4 4-6 0,3-2-4 0,-4 4-4 15,-2-2-1-15,1 1-11 0,-5 1 2 0,-1-1-5 16,-8 3 0-16,1-2-6 0,-6-4-1 0,-4-1-3 15,-3 1 4-15,-1 1 13 0,-5-2 5 16,-4-1 1-16,-7 4 2 0,-2-2-1 0,-3-2 0 0,0-1 8 0,-1-2-2 16,-2-1 0-16,6-6 3 0,2 1 0 0,-1 0 6 15,4-5-12-15,0 3 3 0,4-3-4 0,1-1-8 16,1-1 1-16,2 0-9 0,1 2 13 0,5-4 20 16,0 0 7-16,-11 3 7 0,11-3-5 0,-7 1-4 15,7-1-5-15,0 0-3 0,0 0-5 0,0 0-13 16,0 0-29-16,0 0-19 15,18-10-36-15,-12 8-39 0,3-1-35 0,-3-4-45 16,5 2-49-16,1 1-53 0,-4-6-256 16,1 3-557-16,-3-3 246 0</inkml:trace>
  <inkml:trace contextRef="#ctx0" brushRef="#br0" timeOffset="15954.59">15736 1591 187 0,'0'0'243'0,"4"-2"-12"0,-4 2-20 0,0 0-19 15,0 0-23-15,0 0-14 0,7-3-19 0,-7 3-16 16,9 2-9-1,-9-2-18-15,9 3-7 0,-2-1-10 0,-1 1-8 16,-1 3-9-16,3 2-7 0,-2 0-3 0,3 4-2 16,-4-1-7-16,2 2-6 0,-2 6-2 0,-4-1-1 15,-1-1-3-15,0 6 2 0,-4-3-4 0,2-2-1 16,-2 2-2-16,-4-1 0 0,-1-4 2 0,3 0 0 16,-3-1 3-16,1-3-3 0,-1-2 0 0,2 0 1 15,2 0-3-15,-1-1-2 0,1-3-4 0,3 2 2 0,-2-4 3 0,3-1 16 16,-2 2 13-16,3-4 11 0,-2 4 9 0,2-4 6 15,-3 2 3-15,3-2-4 0,0 0-8 0,0 0-5 16,24-7 3-16,-11 4-14 0,6-2-14 0,8 1 0 16,-5 0-1-16,0 0-8 0,6-1 3 0,0 2 0 15,-7-1-10-15,1 2 0 0,-4-1-3 16,1 3-5-16,-8-2 4 16,0 0-8-16,-1 2 0 0,-1-1-1 0,-9 1 0 15,9-2 3-15,-9 2-1 0,0 0-11 0,13 1-14 16,-13-1-29-16,0 0-14 0,0 0-8 0,1 5-20 15,-1-5-33-15,0 0-35 0,-14 10-56 0,9-7-59 16,-4 2-214-16,1-2-521 0,0-1 231 0</inkml:trace>
  <inkml:trace contextRef="#ctx0" brushRef="#br0" timeOffset="16662.72">16174 2223 79 0,'0'0'225'0,"0"0"-6"0,-4 4-11 0,4-4-12 16,0 0-8-16,0 0 0 0,0 0-5 0,0 0-9 16,-8 0-13-16,8 0-10 0,0 0-6 0,0 0-12 15,0 0-4-15,0 0-8 0,0 0-6 0,0 0-3 16,0 0-10-16,0 0-3 0,0 0-8 0,0 0-2 16,0 0-14-16,0 0 5 0,0 0-14 0,0 0-8 15,0 0-5-15,0 0-8 0,0 0-1 0,0 0-3 0,0 0 0 0,0 0-5 16,0 0 10-16,0 0-11 0,0 0-6 0,0 0 6 15,0 0 0-15,0 0-2 0,0 0 3 0,0 0-7 16,0 0 9-16,0 0-4 0,0 0-3 0,0 0 5 16,0 0 0-16,0 0 3 0,0 0 3 15,0 0-6-15,0 0 8 0,0 0-6 0,0 0-6 16,0 0-5-16,0 0 2 16,0 0-1-16,0 0 6 0,0 0-4 0,0 0-4 15,0 0-7-15,0 0-8 0,0 0 9 0,0 0 0 16,0 0-4-16,0 0-3 0,0 0-2 0,0 0 3 15,0 0 0-15,0 0-7 0,0 0-9 0,0 0 8 16,0 0 5-16,0 0-2 0,0 0 1 0,0 0-3 16,0 0-5-16,0 0 6 0,0 0-4 0,0 0 7 15,0 0 8-15,0 0-16 0,0 0 6 0,0 0 3 0,0 0 2 16,0 0-3-16,0 0-3 0,0 0 1 0,0 0 2 16,0 0-2-16,0 0-5 0,0 0 1 0,0 0 4 0,0 0-8 15,0 0-3-15,35-10 9 16,-17 6 3-16,1 1-6 0,12-4 3 0,0 5-4 15,1-3-4-15,5-2 0 0,-3 2-4 0,2 2 5 16,-4-3 6-16,1 2-5 0,-2 0 4 0,-4 1-5 0,-8 2 0 0,-4 0-3 0,-3-1 4 16,-3 1-4-16,-1 1-7 0,0-2 2 0,-8 2 0 15,13-2-6-15,-13 2-15 0,5 0-20 0,-5 0-20 16,9-2-7-16,-9 2-41 0,0 0-38 0,0 0-30 16,0 0-34-16,0 0-29 0,-23-3-32 0,23 3-36 15,-18-3-199-15,8-1-557 0,1 1 246 0</inkml:trace>
  <inkml:trace contextRef="#ctx0" brushRef="#br0" timeOffset="16978.98">16473 2005 56 0,'-4'-2'355'0,"4"2"-8"0,-6-5-8 15,6 5-20-15,0 0-17 0,-4-3-32 0,4 3-30 16,0 0-24-16,0 0-22 0,0 0-32 0,0 0-19 16,-4-4-20-16,4 4-13 0,0 0-16 0,0 0-7 15,-1 17-9-15,1-8-2 0,0 3-20 0,-1 3-5 16,1 1-3-16,1 4 7 16,-1-1-15-16,0 1-7 0,1 6 5 0,2-1-7 15,1 1-2-15,-3-9 0 0,-1 1-6 16,3-2 2-16,-2 2-2 0,1-1 0 0,-2-8-7 15,3 3-9-15,-2-1-5 0,-1-1-10 0,3-3-21 16,-3 1-15-16,0-3-15 0,1 2-16 0,-2-3-18 16,-2 1-5-16,3-5-15 0,-1 7-27 0,1-7-56 15,-9 0-76-15,9 0-214 0,0 0-526 0,-14-9 233 0</inkml:trace>
  <inkml:trace contextRef="#ctx0" brushRef="#br0" timeOffset="17395.7">16941 1915 200 0,'0'0'345'0,"3"-5"-12"0,-3 5-28 0,0 0-16 16,2-5-26-16,-2 5-24 0,0 0-29 0,0 0-25 16,0 0-26-16,0 0-7 0,0 0-27 0,0 0-19 0,0 0-16 15,0 0-10-15,4 15-8 0,-4-4-10 0,0 0 0 16,-1 1-8-16,-3 5-7 0,0 2-2 16,-1-1-2-16,0 8-6 0,-4-2-7 0,0 2 4 15,0-4-5-15,1 5-1 0,-1-5 7 0,4-3-12 0,0-2-1 0,0-3-5 16,1-1-1-16,1-1-2 0,2-5 0 0,-4 3-1 15,5-5-2-15,-1 0-2 0,1-5 9 0,0 11 8 16,0-11 7-16,-3 3 4 0,3-3 13 0,0 0 1 16,13 8 2-16,-13-8-3 0,19-5-6 15,-6 4 0-15,9-1-10 0,-3-1-4 0,9-6-27 0,-6 6-33 16,-4-2-30 0,3-2-39-16,0 2-39 0,-2-4-42 0,0-1-62 15,0 3-43-15,-6-3-255 0,-1 3-584 0,-5-3 258 16</inkml:trace>
  <inkml:trace contextRef="#ctx0" brushRef="#br0" timeOffset="17727.68">17134 2102 87 0,'-5'-4'366'0,"5"4"-4"16,0 0-15-16,-4-6-15 0,4 6-28 0,0 0-32 15,0 0-22-15,0 0-34 0,0 0-28 0,0 0-27 16,0 0-16-16,0 0-21 0,0 0-8 0,1 17-13 15,-2-7-11-15,0 0-4 0,-2 6-12 0,2 3-6 16,-3 5-10 0,0 2 9-16,3 1-15 0,-3 1-9 0,4-2-5 15,-4-7-2-15,3 1 0 0,1-1-7 0,0 0-3 16,0-2-3-16,0-4-2 0,0 1-5 0,0-4 3 16,1 1 3-16,3-6-5 0,-4 3-4 0,1-3 3 15,-2 0 2-15,1-5 0 0,1 7 2 0,-1-7 18 16,0 4 10-16,0-4 13 0,0 0 3 0,0 6-1 15,0-6 0-15,0 0-7 0,0 0-8 0,0 0 3 0,0 0-5 0,0 0-4 16,0 0-3-16,0 0-22 0,0 0-48 0,0 0-44 16,0 0-46-16,0 0-47 0,0 0-52 15,4-20-72-15,-3 12-76 0,2-3-256 0,-6-3-673 16,6-1 298-16</inkml:trace>
  <inkml:trace contextRef="#ctx0" brushRef="#br0" timeOffset="18128.82">17350 1767 167 0,'0'0'215'0,"0"0"-18"16,6 10-9-16,-2-3-12 0,1 10-8 0,2 2-10 16,3 7-6-16,-1 4-8 0,-3 1-9 0,5 18-2 15,-4-13-10-15,1 13-5 0,-1 2-11 0,-3 3-8 0,-1-4-6 0,-4-2-5 16,-1-2-4-16,1-10-6 0,-3-2-4 0,-4-2-1 16,2-1 4-16,-3 1 3 0,-1-6 2 0,0 3 0 15,0-7-2-15,-1-3-5 0,5-2 3 0,-2-4-10 16,-2-1 5-16,6 0-2 0,-4-3 6 15,6-3-16-15,-2 0 2 0,0-1-3 0,4-2 12 16,0-3 2-16,-9 7 17 16,8-5 3-16,1-2 3 0,0 0-4 0,-3 5-7 15,3-5-13-15,0 0 3 0,0 0-3 0,0 0-8 16,-1 5-40-16,1-5-68 0,0 0-66 0,-4-11-43 16,4 11-77-16,-1-13-80 0,-2 4-337 0,2-4-699 15,-3 1 308-15</inkml:trace>
  <inkml:trace contextRef="#ctx0" brushRef="#br0" timeOffset="18868.14">15156 1664 163 0,'0'0'249'16,"0"0"-24"-16,0 0-29 0,0 0-24 0,0 0-22 16,-3 15-13-16,2-3-15 0,-8 11-4 0,1 7-11 15,-7 13-6-15,0 7-14 0,-1 1 5 0,1 5-11 16,-2 2 2-16,-3 24-1 0,10-26-1 0,5 0 0 15,2-1 2-15,2-1 9 0,5-7 2 0,2 2 4 0,3-15 8 16,5 0 1-16,3-2 4 0,3-2 7 0,13 3 3 0,-6-10-8 16,4-3 2-16,0-3-8 0,0-2-8 0,0-1-9 15,-1-4-12-15,-4-1-6 0,-8-4-5 0,-5 0 5 16,-3-1-19-16,-1-1-1 0,-1 0-3 0,-2-1 10 16,1 1 17-16,-5-1 11 0,-2-2 17 0,9 2 14 15,-5 0 9 1,-4-2 7-16,0 0-2 0,0 0-7 0,5 2-6 15,-5-2-13-15,0 0-10 0,8 1-9 0,-8-1-7 16,0 0-12-16,0 0-20 0,0 0-28 0,0 0-27 16,0 0-24-16,0 0-30 0,10-5-60 15,-10 5-55-15,9-5-50 0,-3 1-59 0,3-1-78 0,3-1-394 16,-3 0-820-16,0-5 363 0</inkml:trace>
  <inkml:trace contextRef="#ctx0" brushRef="#br0" timeOffset="22006.8">17807 1995 149 0,'-1'-5'299'0,"1"-1"-5"0,0 1-9 0,0 2-10 16,0-3-20-16,0 6-7 0,0-4-40 0,0 4-15 15,0-5-27-15,0 5-18 0,0-5-16 0,0 5-14 16,0 0-19-16,0 0-9 0,0 0-8 0,4 14-5 16,0-8-14-16,1 5-15 0,0-2 7 0,3 5-8 15,-1-3-2 1,2 6-3-16,0-2-8 0,3 0-1 0,-1 1-2 16,0-1 0-16,-1-2 0 0,1-4-6 0,-1 7-2 15,3-8 1-15,-4-2 0 0,-2 1-1 0,0-3-3 0,-2-2-7 16,-1 1 5-16,1-1 0 0,-5-2 10 0,12-2-2 15,-6-2 6-15,-1-1 10 0,0-2 6 0,3-4 1 16,-3 2 5-16,3-2 0 0,-3-2 2 16,0 4-3-16,-2-5 5 0,-1 2-3 0,2 3 2 0,1-1 15 0,-4 5-23 15,3-2 17-15,-4 0-2 0,4 3-8 0,-3-1-11 16,0 1-8-16,1 2 1 0,-2 2-12 0,4-5-22 16,-4 5-25-16,0 0-13 0,0 0 5 0,0 0 2 15,5 11-1-15,-1-2-3 0,-2 3-4 0,3 9 18 16,-1 4-15-16,0 3 4 0,1 7-1 0,-1-1 13 15,1 1 1-15,0 12 4 16,0-11-3-16,0 10 3 0,0 2-19 16,-1-14 26-16,0 1-4 0,-1 1 15 0,-1-3-11 15,2-1 3-15,-4 0 3 0,5-4 1 0,-5-1-5 16,0-3 11-16,-1-5-9 0,-3 0 1 0,2-4 0 16,0-3 7-16,-5 1-7 0,1-2-8 0,0 0 9 0,-3-2-3 15,1-2 5-15,-3 1 13 0,-3 1-10 0,4-2 9 16,-8-2 2-16,5-1 4 0,0 0 2 0,-6-4 3 0,4 1 3 15,-2-2 5-15,3-2 2 0,-3 2 2 0,3-3 12 16,3 0 6-16,-1-4 5 0,-3-2-3 0,2-2 19 16,3-1 4-16,-1-3 2 0,0-10-5 0,2 1-5 15,4-6-5-15,5 0-7 0,-1-6-9 0,6-7-10 16,9-4-6-16,0 3-3 0,4 1-12 0,5 0 4 16,-4 15-4-16,9-10-4 0,3 0-6 0,-4 13 4 0,-3 4-2 0,-1 1-4 15,0 0-3-15,-2 5 3 0,-5 4-4 16,-2 1-1-16,-5 4-3 0,0-1 2 0,0 3-1 15,-4 1 0-15,-1-2-2 0,1 4-1 0,-3-1-1 16,2 0-8-16,-4 3-18 0,4-6-19 0,0 6-27 0,-4 0-28 16,4-3-24-16,-4 3-7 0,0 0 14 0,0 0-13 15,0 13-15 1,-3-11-20-16,2 7-21 0,-3-4-32 0,3 2-30 16,-3 1-47-16,1-3-35 0,1 4-246 0,0-4-624 15,2 0 277-15</inkml:trace>
  <inkml:trace contextRef="#ctx0" brushRef="#br0" timeOffset="22354.5">18652 2198 168 0,'0'0'305'16,"-1"4"-3"-16,1-4-8 0,0 0 4 0,0 0-15 0,0 0-16 0,-4 3-26 15,4-3-21-15,0 0-18 0,0 0-20 0,0 0-16 16,0 0-32-16,23-7-27 0,-11 5-59 0,5-1-30 16,2 2-57-16,-1-5-61 0,1 5-59 0,2-3-67 15,-2 3-227-15,0 0-489 0,-8-2 218 0</inkml:trace>
  <inkml:trace contextRef="#ctx0" brushRef="#br0" timeOffset="22534.21">18698 2331 106 0,'-9'7'186'16,"2"-1"-11"-16,0-2 0 0,3-1-2 0,2-1 0 15,-1 0-3-15,-1 1 11 0,4-3 5 0,0 0-8 16,9 2-14-16,5-2-16 0,0 0-15 0,8-2-16 0,5-5-38 0,5 2-45 16,2 0-44-16,-1-1-61 0,6 1-70 0,-1-1-219 15,-3-4-389-15,-1 1 172 16</inkml:trace>
  <inkml:trace contextRef="#ctx0" brushRef="#br0" timeOffset="23156.24">19306 2031 44 0,'0'0'260'0,"4"-5"-22"16,0 3-24-16,1-1-20 0,4 1-13 0,2 0-22 16,0-1-17-16,3 6-14 0,2-3-13 0,-2 2-11 15,-1 1-14-15,5 5-6 0,-1 0-7 0,1 0-5 16,-2 3-9-16,-2 2-6 0,-2 1-5 0,-1 1-3 16,-2 2-5-16,-2 2-2 0,-1-2-7 0,-6 2 2 15,-4 6-4-15,2-1-2 0,-5 0-2 16,-2-3-2-16,-1 2 1 0,-3 1 2 0,4-7 0 0,-5 0-2 0,3-3 8 15,-1 1 0-15,1-4 4 0,2-3 2 0,2-1 2 16,0-2 2-16,0 0 7 0,4 0 16 0,-1-1 18 16,1-3 31-16,3-1 48 0,-4 5 33 0,4-5 18 15,0 0-9-15,0 0-23 0,0 0-19 0,5-17-16 16,2 9-17-16,4-9-11 0,5-4-15 0,1-1-11 16,0-2-9-1,4-5-11-15,-1 5-3 0,3-5-8 0,0 3-9 0,0 1-10 16,-4 4-4-16,-1-4-4 0,-8 11-1 0,4 2-2 15,-3 1 4-15,-5 1 6 0,2 3-2 16,-5 0-4-16,3 3-6 0,-4-1-4 0,1 2-8 16,-1 1-11-16,-2 2-16 0,4-3-36 0,-4 3-14 15,0 0-1-15,0 0 5 0,0 15 10 0,-6-6-4 16,3 8 6-16,-3 1 3 0,1 8 10 0,-2 1 4 0,2-1 6 0,0 3-3 16,2 0 6-16,3 0-2 0,2-2 7 0,-1-9 0 15,3 0 5-15,2-3 2 0,3-1 12 0,0 0 4 16,4-3 1-16,2-2 5 0,2 0 6 0,2-3 3 15,0 3 0-15,0-6 2 0,-2 0 9 0,-4 2 7 16,-1-4 6-16,0 1 10 0,-4-1 5 0,-1 0-2 16,-2-1 1-16,-1 1 4 0,-4-1-10 0,8 0-2 0,-3 1-6 0,-5-1-6 15,5 2-4-15,-5-2-5 0,0 0-2 0,0 0-6 16,0 0-9-16,9 0-21 0,-9 0-29 0,0 0-38 16,0 0-43-16,0 0-43 0,0 0-46 0,0 0-63 15,7-3-74-15,-4 1-88 0,-3 2-375 16,4-8-864-16,-4 4 382 0</inkml:trace>
  <inkml:trace contextRef="#ctx0" brushRef="#br0" timeOffset="25920.62">20656 1756 96 0,'0'0'184'0,"0"0"-14"0,5-1-5 16,-5 1-4-16,0 0-9 15,0 0-11-15,0 0-11 0,0 0-7 0,0 0-11 16,0 0-9-16,0 0-5 0,0 0-13 0,0 0-5 16,0 0-5-16,0 0-10 0,0 0 1 0,-21 8-14 15,12-4-2-15,-3 2-7 0,0 1 1 0,-6 0-3 16,0 1-5-16,-1-1-2 0,1 2-4 0,0 0 1 15,-1 1-10-15,1 2 1 0,-5 1-4 0,5-1-2 16,3 0-2-16,-3-3 2 0,4 4-1 0,0-4-7 0,6 1 3 16,2 1-5-16,-4-3 0 0,2 4 1 0,4-4-2 15,-1 3 6-15,1 0-1 0,6 0 1 0,0 2-1 16,3-1 8-16,-1 0-8 0,6 3 3 0,3-1 0 16,6 3 2-16,2 0-1 0,0 0-5 0,0 3 3 0,-2-3-6 15,2 1 2-15,-1 2-2 0,-7-8 2 0,1 2 0 16,-3 1-2-1,-2-5-1-15,-1 1-1 0,-3-1-1 0,-3 2 0 16,1-4 0-16,-7 3 8 0,4-2 7 0,-9 0-2 16,-1-1 2-16,-5 1-4 0,-4 0 1 0,-2 1 1 15,1-3-3-15,-10-2 0 0,1 2-1 0,2-3 1 16,4 0 1-16,0-2 3 0,-4 0-5 0,9-2-2 16,1 0 1-16,4-2-5 0,1 0-7 0,5 1-29 15,0-2-29-15,3-1-38 0,4 4-26 0,0-8-31 0,5 2-18 0,10-2-40 16,4-1-142-16,6-3-382 0,1 2 169 0</inkml:trace>
  <inkml:trace contextRef="#ctx0" brushRef="#br0" timeOffset="26233.02">20887 2181 136 0,'0'0'355'16,"0"0"3"-16,0-7-24 0,0 7-20 0,0 0-24 16,1-4-25-16,-1 4-35 0,0 0-15 0,0 0-21 15,0 0-25-15,0 0-19 0,0 0-22 0,0 0-13 0,0 0-25 0,0 0-7 16,0 0-8-16,0 0-8 0,0 0-14 0,2 21 1 16,-1-11-5-16,0 2-4 0,0-2-6 0,2 1-2 15,0 2 1-15,-1 4-6 0,-2-7-2 0,1 4 1 16,0-1-5-16,1-2-1 0,-2-2-18 0,0 1-23 15,0 0-15-15,1-5-23 0,-1 2-27 0,1 0-19 16,-2-2-17-16,2 0-6 0,-2-2 5 0,1-3-15 0,0 0-40 16,0 0-44-16,0 0-47 0,-16-15-171 0,10 5-470 15,-1-7 207-15</inkml:trace>
  <inkml:trace contextRef="#ctx0" brushRef="#br0" timeOffset="26364.5">20841 2019 175 0,'0'-10'287'15,"0"4"-4"-15,-4-1-15 0,8 1-14 0,-4 1-25 16,0 0-20-16,0 1-24 0,1-1-17 0,-1 5-16 16,0-5-21-16,0 5-18 0,5-3-29 0,-5 3-23 15,8 0-42-15,-8 0-33 0,12 3-37 0,-6 1-47 16,-1-3-44-16,1 4-50 0,0 0-162 0,-1 1-383 16,1-2 170-16</inkml:trace>
  <inkml:trace contextRef="#ctx0" brushRef="#br0" timeOffset="26752.43">21155 2174 96 0,'0'0'224'0,"0"0"-25"0,-1 10-22 0,1-3-18 16,-1 0-15-16,-1 0-15 0,2 2-6 0,-1 2-9 15,0 1-5-15,-1 0-11 0,2-2-7 0,0 0-8 16,3-3-8-16,-4 4-3 0,2-2-6 0,-1-3 2 16,1 1 0-16,-1-2 2 0,0-5 3 0,2 6 9 15,-2-6 19-15,0 5 21 0,0-5 28 0,0 0 42 0,2 4 15 0,-2-4 1 16,0 0-20-16,0 0-14 0,11-15-19 0,-3 6-13 16,-3 0-17-16,3-2-12 0,1-3-11 0,1 8-10 15,-2-8-6-15,-3 4-11 0,0 5-10 0,-1 1-6 16,0-1-6-16,2 1 0 0,-6 4-10 0,0 0-14 15,8-5-11-15,-8 5-4 0,5-5-5 0,-5 5-10 16,0 0 0-16,15 9 4 0,-11-4-11 0,4 0 2 0,0 2-18 0,-2 3-27 31,3-3-33-31,0 5-34 0,0-1-28 0,0-2-38 16,-4 1-40-16,3-3-54 0,-2 0-63 0,-2-5-231 16,2 1-620-16,-6-3 274 0</inkml:trace>
  <inkml:trace contextRef="#ctx0" brushRef="#br0" timeOffset="27235.1">21384 1741 145 0,'0'-5'286'0,"0"5"-25"0,0 0-31 16,4-2-24-16,-4 2-20 0,0 0-22 0,0 0-12 16,13 0-15-16,-7 2-16 0,5 2-10 0,-2 2-13 15,3-1-9-15,-2 2-13 0,3 5-5 0,-7-1 3 16,6-3-11 0,-1 7-1-16,-4 1-7 0,-1-1-1 0,-1 2-2 15,-2-2-8-15,-3 2-1 0,0 1-2 0,-6-1-4 16,-1 1-2-16,2-3 0 0,-3 2-1 0,3-6-1 15,-4 0-2-15,4-4-4 0,1 2 1 0,-1-3-4 16,1 0-1-16,3-3-3 0,-3 2 3 0,0-1 0 16,3-1 10-16,0-2 21 0,1-1 14 0,0 0 20 15,0 0 11-15,0 0 6 0,0 0-6 0,0 0-20 0,20 0-3 0,-3-1-8 16,2-3-8-16,3 0-8 0,6-3-7 0,2 5-4 16,-1-2-3-16,1 1-5 0,-8 1-2 0,-4 1-3 15,0-1 0-15,-3 2-13 0,-2 0 10 16,-5-2-5-16,-8 2-4 0,12-1 9 0,-12 1-13 15,12-1 4-15,-12 1-10 0,0 0-1 0,9-1-27 0,-7 2-11 16,-2-1-21 0,0 0-22-16,0 0-15 0,0 0-25 0,0 0-47 15,-10 7-51-15,5-5-65 0,-3 0-54 0,-2-1-180 16,10-1-556-16,-13 0 246 0</inkml:trace>
  <inkml:trace contextRef="#ctx0" brushRef="#br0" timeOffset="28005.6">21968 2012 111 0,'2'-4'264'15,"4"1"-17"-15,-1 0-25 0,1 2-19 0,7-2-20 16,-5 2-13-16,4 1-18 0,2 0-12 0,3 3-14 16,2 0-10-16,-1 2-13 0,-3 0-15 0,-2 3-9 15,1 2-6-15,-5 0-2 0,3 2-7 0,-6-1-7 0,1 6-3 0,-5-1-4 16,2 0-1-16,-8 1-8 0,0 3 3 16,-2-3-1-16,-3 1-4 0,-4-1-1 0,0 6-4 15,2-9-1-15,-1 0-2 0,3-6 3 0,-5 4-1 0,5-2 4 16,0-5 0-16,3 3 0 0,2-3 4 0,-1-1 11 15,1-2 29-15,-1 1 30 0,5-3 45 0,-4 4 36 16,2-4 28 0,2 0 0-16,0 0-26 0,0 0-23 0,5-16-19 15,3 6-16-15,3-7-14 0,0 2-5 0,8-4-19 16,1-1-13-16,0-3-12 0,2 0-10 0,-1 2-8 16,-4 1-1-16,-3 8-8 0,0-4-2 0,-1 3-6 15,-1 1 2-15,-2 4 3 0,0 2 11 0,-5-2 2 16,1 1-5-16,-2 5-6 0,2-2-6 0,-4 0-7 15,-2 1-9-15,5 2-10 0,-5 1-20 0,0 0-26 0,2-3-14 0,-2 3-4 16,0 0 11-16,-4 15 2 0,2-8 1 0,-3 3 7 16,0 4-2-16,-4 1 9 0,4 2 2 15,0 2-2-15,1 0 0 0,3-3 8 0,1 2 1 0,1-1 3 16,2 0 5-16,3-2 0 0,3-1 7 0,-1-2 4 16,7 0 1-16,0-4-1 0,12 4 4 0,0-3-1 15,3-3-2-15,4-2 2 0,-2-2 1 0,1 1 7 0,-5-1 8 16,3-2 3-16,-12 0 4 0,2 0 6 0,-10-1 5 15,3 1 12-15,-5 0 3 0,-2 0 7 0,1-1 4 16,-3 1 2-16,-5 0-3 0,8 0-1 0,-8 0-4 16,5-2-8-16,-5 2-5 0,6-1-12 0,-6 1-20 15,0 0-31-15,0 0-45 0,0 0-51 0,0 0-56 16,0 0-65-16,8 1-48 16,-8-1-51-16,0 0-64 0,-11 7-420 0,11-7-880 15,0 0 389-15</inkml:trace>
  <inkml:trace contextRef="#ctx0" brushRef="#br0" timeOffset="30489.82">3249 4013 108 0,'0'0'227'0,"-8"0"-19"16,8 0-14-16,0 0-17 0,0 0-19 0,-5 0-20 16,5 0-14-16,0 0-12 0,0 0-13 0,-6-3-8 15,6 3-9-15,0 0-11 16,0 0-5-16,0 0-10 0,0 0-4 0,0 0-5 16,0 0-3-16,0 0-4 0,0 0 0 0,0 0-4 15,18-2-7-15,-13 1 2 0,9-2-7 16,-1 0 0-16,2 2-2 0,2 0-4 0,2-3 1 15,-3 0-5-15,6 0 0 0,-4-1 0 0,0 0 1 16,-2 0-10-16,1 0 4 0,-3 1 0 0,-1-2-5 0,-4 1 10 16,1-1-6-16,0 2 10 0,-4 0 14 0,-1 0 9 0,1 0 9 15,-2 0 8-15,0 1 1 0,-3-3-7 0,-1 2-3 16,0 4-12-16,-7-7-10 0,-3 7 1 0,-2 0-5 16,-9 3-8-16,-7 1 0 0,-4 1-1 0,0 7-8 15,-17 3 3-15,1 3-4 0,3 1 3 0,-1 4-3 16,3 2 1-16,-4 4-5 0,16-7 30 0,-9 8-2 15,3 1-7-15,10-5 1 0,-1 1-1 0,8-1-2 0,1-2 0 0,6 1 11 16,5-6-4-16,2-1 7 0,2-1-6 0,4 0 8 16,6-1 4-16,1-5 5 0,6 2 2 0,7-3-1 15,7 1 2-15,6-5 0 0,-1 0-9 16,9-3-5-16,-2-2-12 0,13-2 3 0,-13 1-1 16,1-4 9-16,-7 2-9 0,3-3-3 0,-9 2-1 15,-7 3 11-15,-7-3 17 16,1 3 7-16,-4 0 14 0,-3 0 6 0,-7 0 16 15,12-2-6-15,-12 2 6 0,8 0-8 0,-8 0-9 16,0 0-13-16,9-1-13 0,-9 1-11 0,0 0-18 16,3-2-41-16,-3 2-40 0,0 0-41 0,0 0-40 15,0 0-32-15,0 0-36 0,0 0-40 0,0 0-55 16,0 0-267-16,0 0-620 0,-19-4 275 0</inkml:trace>
  <inkml:trace contextRef="#ctx0" brushRef="#br0" timeOffset="30696.8">3824 4338 3542 0,'0'0'344'0,"0"0"-179"15,0 3-63-15,0-3-28 0,0 0-4 0,0 0-17 16,0 0-6-16,0 0-10 0,0 0-8 0,0 0-13 15,0 0-39-15,0 0-41 0,0 0-47 0,13-6-50 16,-13 6-55-16,11-2-72 0,-6 2-315 0,4-3-653 16,-2-2 289-16</inkml:trace>
  <inkml:trace contextRef="#ctx0" brushRef="#br0" timeOffset="31175.74">4241 4094 287 0,'0'0'425'0,"0"-6"-11"0,0 6-23 0,-2-4-30 15,2 4-32-15,0-5-33 0,0 5-34 0,0 0-25 16,0 0-30-16,0 0-18 0,0 0-28 0,0 0-23 16,0 0-16-16,0 0-20 0,4 12-12 0,-4-7-9 15,0 6-3-15,1-2-13 16,-1 7-13-16,2-2 2 0,-2 3-13 0,1 3 3 0,-1-2-2 0,0 2-7 15,0-2 1-15,0-1-3 0,-1 1-10 0,1-2 5 16,0 1-3-16,0-1 1 0,-3-4-21 0,3-2 21 16,0-4-8-16,-2 2 3 0,0-1 1 0,2-2-6 15,0-1 5-15,-1 0 14 0,1-4 9 0,0 5 19 16,0-5 31-16,0 0 2 0,0 0-6 16,0 0-8-16,-14-9-10 0,9 1-4 0,0-4 3 15,1 2 3-15,-4-10-3 0,-2-6-2 0,4 0-7 0,-2-4-8 16,3-4-8-16,-4-12-2 0,8 11-5 15,-2 0 1-15,-2 1-4 0,4 3 6 0,-1-1 3 16,1 6 3-16,2 0 6 0,1 8 14 0,-2 2 4 16,0 6 2-16,1-1-3 0,-1 4-6 0,0-2-10 15,4 2-7-15,-3 3-8 16,3-3-8-16,2 1-18 0,7 2-19 0,0-1-18 16,7 2-23-16,7 3-19 0,2 0-26 0,2 1-27 15,1 6-38-15,-1-3-38 0,-2 2-39 0,1 2-52 16,-4 0-45-16,1 3-59 0,-10-4-86 0,2 1-254 15,-6-1-789-15,-3-2 349 0</inkml:trace>
  <inkml:trace contextRef="#ctx0" brushRef="#br0" timeOffset="31376.32">4219 4197 298 0,'-4'3'333'16,"1"-2"-16"-16,3-1-14 0,-2 4-25 0,2-4-25 15,0 0-28-15,11 2-24 0,1-2-19 0,7-2-18 16,4 2-29-16,8-3-43 0,-2 3-54 0,2-1-66 16,-2 0-81-16,2-2-95 0,-4 1-209 0,2-4-448 15,-1 4 198-15</inkml:trace>
  <inkml:trace contextRef="#ctx0" brushRef="#br0" timeOffset="31576.8">4716 4233 3572 0,'-5'1'425'0,"5"-1"-162"0,0 0-96 0,-7 1 33 15,7-1-40-15,0 0-25 0,0 0-28 0,0 0-25 16,-6 0-15-16,6 0-12 0,0 0-46 0,0 0-49 15,0 0-80-15,0 0-64 0,13-7-84 0,-8 6-113 16,4-1-328-16,-4-2-766 0,0 1 339 0</inkml:trace>
  <inkml:trace contextRef="#ctx0" brushRef="#br0" timeOffset="32200.55">2581 4746 61 0,'0'0'212'0,"0"0"-10"0,-8 4-8 0,8-4-16 0,-3 1-9 15,3-1-11-15,0 0-15 0,0 0-12 0,0 0-11 16,0 0-13-16,-7 1-8 0,7-1 6 0,0 0-14 16,0 0-9-16,0 0-5 0,0 4-9 15,0-4-6-15,0 0-5 0,0 0-7 0,0 0-2 16,0 0-4-16,0 0-5 0,0 0 3 0,0 0 6 0,15 3-2 16,-2-4 3-16,6 0-1 0,13 1-6 0,6-3-2 0,20-1 5 15,34-4 3-15,1 3 4 0,8 0 6 0,5-2 5 16,12 3 13-16,4 0-4 0,10-2-2 0,3 2 7 15,1 0-4-15,1-1 18 0,-6 3-30 0,-4-1 4 16,-10 1 0-16,-6-1-15 0,-16 3-4 0,-31 0 7 16,1-2-11-16,-6 0 13 0,-2 1-3 0,0-3 6 15,-22 3 4-15,-3-2 9 16,-4 1 16-16,-10 0 26 0,-5 2 25 0,-5-3 32 16,-1 3 20-16,1-1 7 0,-3-2-2 0,0 0-11 15,-5 3-9-15,8-2-18 0,-8 2-21 0,0 0-10 16,10-2-25-16,-10 2-28 0,0 0-37 0,0 0-44 15,0 0-51-15,0 0-59 0,8 4-72 0,-8-4-79 16,0 0-75-16,0 0-126 0,0 0-337 0,0 0-873 16,0 0 387-16</inkml:trace>
  <inkml:trace contextRef="#ctx0" brushRef="#br0" timeOffset="33550.68">9807 4174 295 0,'0'-4'283'0,"0"4"-21"15,1-4-24-15,-1 4-22 0,0 0-23 0,0-3-24 16,0 3-13-16,0 0-31 0,0 0-16 0,0 0-17 16,0 0-8-16,-8 20-8 0,2-3-7 0,-1 6-7 15,-4 4-2-15,1 0-11 0,-4 3-3 0,5-2-4 16,-4 4-5-16,3-1 0 0,1 1-5 0,-4 1 1 0,6-4-2 0,0 0-3 15,1 0-5-15,-1-11 1 0,2 0-2 0,2 0 3 16,-1-6-9-16,2 0 0 0,-1-3-3 0,1-1 4 16,2-2 1-16,-2 0-1 0,0-4 1 0,1 3 18 15,0-2 15-15,1-3 12 0,-3 4-2 0,3-4 8 16,0 0 3-16,0 0-2 0,0 0-7 0,0 0-33 16,0 0-36-1,0 0-32-15,3-21-37 0,-2 11-34 0,2-6-41 16,1-2-33-16,1-2-25 0,0-6-15 0,2 0-11 15,2-3-153-15,-1 2-420 0,-1-2 186 0</inkml:trace>
  <inkml:trace contextRef="#ctx0" brushRef="#br0" timeOffset="33804.57">9744 4306 347 0,'7'-20'55'0,"-2"2"22"0,-4 2 22 15,4-1 10-15,-1 0 27 0,-3 6 6 0,3 1 12 16,-4-2 2-16,4 5 9 0,-3-1 1 0,0 1 0 0,1 3-10 0,-1-2-12 16,-1 2-12-16,3 1-19 0,-3 3-17 0,1-4-12 15,-1 4-11-15,0 0-9 0,9 7-7 0,-8 0-6 16,5 3 10-16,1 7-18 0,-1 1 0 0,6 7 2 15,-5 1 8-15,2 1-2 0,-1 1-9 0,2 2-4 16,-3 0-3-16,3-3-3 0,-3 2 0 0,1-3-5 16,-4-7 0-1,2 8 0-15,0-9-3 0,-4 0-2 0,3-6 7 16,-5 0-8-16,4 0-7 0,-4-4 4 0,0 1-1 0,0-3 3 16,1 0-4-16,1-1 3 0,-2 1 0 0,0-6 1 15,0 6-9-15,0-6-1 0,0 4-12 0,0-4-4 16,0 3-25-16,0-3-28 0,0 0-42 0,0 0-44 15,-17-7-43-15,13 2-45 0,-5-1-233 16,1 0-505-16,1-3 225 0</inkml:trace>
  <inkml:trace contextRef="#ctx0" brushRef="#br0" timeOffset="34067.67">9656 4517 140 0,'-4'1'237'0,"-5"2"-4"0,2-1-5 0,2-2-10 0,-1 3-14 0,3 0-15 15,-1-1-14-15,4-2-4 0,0 0-21 16,0 0-12-16,0 0-14 0,-7 2-9 0,7-2-10 0,0 0-9 16,21 2-8-16,-3-3-8 0,3 0-9 0,5-3-9 15,2-2-6-15,-1 4-3 0,1-1-7 0,1-1-2 16,-8 4-7-16,-3-1-6 0,0-3-2 0,-7 6-4 16,1-4 0-1,-3 2-2-15,-2-2-2 0,2 1-6 0,-9 1-12 16,9-1-9-16,-5 1-13 0,-4 0-19 0,0 0-15 15,0 0-22-15,0 0-10 0,0 0-14 0,0 0-22 16,0 0-48-16,0 0-28 0,0 0-198 0,0 0-429 16,0 0 190-16</inkml:trace>
  <inkml:trace contextRef="#ctx0" brushRef="#br0" timeOffset="34283.78">10280 4492 22 0,'0'0'414'15,"0"0"-18"-15,0 0-5 0,0 0-19 0,0 0-18 16,0 0-27-16,6 4-38 0,-6-4-25 0,0 0-29 16,0 0-27-16,0 0-42 0,0 0-54 0,0 0-53 0,6 0-52 15,-6 0-50-15,0 0-56 0,13-4-55 16,-13 4-68-16,12-1-86 0,-6-2-157 0,-2 0-504 15,-4 3 223-15</inkml:trace>
  <inkml:trace contextRef="#ctx0" brushRef="#br0" timeOffset="34784.91">10614 4292 312 0,'-1'-3'386'15,"1"-1"-6"-15,0 4-5 0,0-6-18 0,0 6-22 16,0-5-26-16,0 5-29 0,0 0-34 0,0 0-24 0,0-4-26 16,0 4-28-16,0 0-17 0,0 0-24 0,0 0-27 15,0 0-12-15,0 0-17 0,0 0-1 0,5 14-10 16,-5-7-8-16,4 2-10 0,-4 2-8 16,4 2-1-16,-4 4-7 15,4-1 5-15,-3 3 4 0,2 0-10 0,-2-1-3 16,2 1-11-16,-2-1 6 0,-1 2 1 0,0-1-7 15,2-2 2-15,-2-2 3 0,0-3-3 0,0-3 3 16,0 1-4-16,0-5 2 0,0 2-3 0,0-3 3 16,0 1-1-16,0-5 14 0,-2 7 19 0,1-3 24 15,1-4 30-15,0 0 22 0,0 0 26 0,0 0 6 16,0 0-14-16,0 0-17 0,-12-14-10 0,8 1-12 0,-1-2-8 16,-4-4-8-16,4-4-10 0,-3-6-8 0,3 3-5 0,1-5-10 15,-1 1-8-15,0-3 1 0,4 3-7 0,-2 1 0 16,-1 3-3-16,3-1 3 0,1 9 0 0,0 2 0 15,0 0 7-15,1 7-3 0,2-3-2 0,-3 7 2 16,0-4-4-16,1 4 1 0,3-3-13 0,1-1-24 16,4 2-16-1,4 2-19-15,5-2-25 0,2 1-25 0,1 4-22 16,6 2-24-16,-4 0-17 0,3 4-40 0,1 1-25 16,1 3-26-16,-2 2-26 0,-2 3-25 0,-6-1-44 15,5 3-58-15,-9-3-345 0,-2 3-794 0,-2-1 351 16</inkml:trace>
  <inkml:trace contextRef="#ctx0" brushRef="#br0" timeOffset="34985.39">10736 4671 261 0,'-3'4'262'16,"2"1"0"-1,-1-2-8-15,2-3-7 0,-3 3-21 0,3-3-18 16,0 0-22-16,0 0-17 0,5 3-14 0,1-3-12 16,7 4-19-16,1-6-6 0,4 0-10 0,5 1-37 15,5 1-40-15,3-3-49 0,1-3-54 0,0 0-66 16,0 0-71-16,-3-4-189 0,-1 3-432 0,-6 2 192 16</inkml:trace>
  <inkml:trace contextRef="#ctx0" brushRef="#br0" timeOffset="35239.35">10708 4463 75 0,'0'0'320'15,"-7"0"-16"-15,7 0-17 0,0 0-27 0,0 0-25 16,0 0-25-16,0 0-18 0,0 0-21 0,26-5-20 16,-7 0-28-16,1 4-36 15,1-2-54-15,8 0-56 0,1 0-82 0,0 0-79 16,0-2-172-16,-2 0-386 0,-1 2 170 0</inkml:trace>
  <inkml:trace contextRef="#ctx0" brushRef="#br0" timeOffset="35840.85">11252 4521 190 0,'0'0'264'15,"0"0"-24"-15,0 0-22 0,0 0-23 0,0 0-31 16,0 0-42-16,0 0-50 0,0 0-51 0,17 0-73 0,-17 0-85 16,6-4-80-16,-1 0-233 0,-2 2 103 0</inkml:trace>
  <inkml:trace contextRef="#ctx0" brushRef="#br0" timeOffset="36574.01">12609 4091 74 0,'-1'-12'298'0,"0"4"0"0,-2 1-8 16,3 2-14-16,0-2-17 15,-2 5-22-15,2-2-18 0,0 4-27 0,0-4-24 16,0 4-18-16,-3-4-19 0,3 4-21 0,0 0-8 16,0 0-13-16,3 19-12 0,-3-8-5 15,2 9-7-15,-2-3-10 0,0 8 0 0,0 3-6 0,0-3-2 16,0 1-6-16,0-5-6 0,0 5-1 0,0-7-8 16,0 6 4-16,0-7-4 0,0-2-1 0,3 1-5 15,-3-5 7-15,0 1-7 0,0-3-22 0,0-3-14 0,1 0-17 16,-1-1-18-16,-1-1-15 0,1-2-18 0,-3 3-6 15,2-3-19-15,-3 1-42 0,4-4-55 0,0 0-55 16,-13-5-161-16,4 0-456 0,4-5 202 0</inkml:trace>
  <inkml:trace contextRef="#ctx0" brushRef="#br0" timeOffset="36890.18">12508 4016 98 0,'1'-4'273'0,"-2"-3"-11"15,1 3-23-15,0 4-27 0,0-5-20 0,0 5-22 16,1-4-21-16,-1 4-17 0,8 0-15 0,-8 0-11 16,15 4-10-16,-3 4-9 0,3 4-3 0,2 0 3 15,9 6-4-15,-5 0-1 0,2 3-8 0,-1 1-4 0,1 1-6 16,1 1 4-16,-6 2-12 0,4-4-5 0,-7 6-3 0,-1-2-3 16,-1-2-3-16,-4 2-3 0,-4-2-1 0,-1 1-6 15,-5-6 0-15,-2 0 1 0,-2 0 4 16,-3-3-3-16,-2 2 4 0,-3 3 2 0,-1-5 4 15,0-2-2-15,-8 2-6 0,7-5 3 0,0 3 1 16,-2-5 3-16,1-1-2 0,0-1 2 0,2-2 3 0,4-1-7 0,-1-1-7 16,3 0 0-16,3-1 3 0,-2 1-6 0,2-1 2 15,5-2-3-15,-9 1-2 0,9-1-7 0,-5 0-30 16,5 0-45-16,0 0-51 0,0 0-42 0,9-20-56 16,1 10-48-16,1-2-276 0,-1-3-574 0,1-1 254 15</inkml:trace>
  <inkml:trace contextRef="#ctx0" brushRef="#br0" timeOffset="37429.18">12865 3713 94 0,'2'-4'328'0,"0"-2"-18"15,-1 2-23-15,-1 4-25 0,2-4-19 0,1 0-26 16,0 1-27-16,0 2-20 16,4-2-16-16,-2 3-18 0,-5 0-16 0,14 0-11 15,-8 0-18-15,3 4-12 0,-2 1-6 0,2 1-8 16,1 3-4-16,-3-1-3 0,1 8-5 0,1 1-8 15,-5 1 0-15,3 6-7 0,-4-5 3 0,-3 0-4 16,0 6-2-16,-4-4-6 0,-2 5 2 0,2-9-6 16,-1 3-2-16,1-3 11 0,0-1-15 15,-1-3-3-15,1-2-1 0,-2-2 2 0,2 0-5 0,2-4 9 0,-1 2-5 16,2-2-4-16,-1-1-1 0,1 0 4 0,-1 0 20 16,0-1 26-16,2-3 12 0,-1 6 17 0,1-6 8 15,-1 1 6-15,1-1 4 0,0 0 1 0,0 0-4 16,0 7 2-16,0-7-7 0,0 0-6 0,11-2-12 15,3-1-9-15,4 0-10 0,13-3-3 0,2 3-2 16,4-5-13-16,-1 4-3 16,1-1-6-16,0 0-1 0,0 2-5 0,0-1-5 15,-6 4 0-15,-2-1-4 0,-8-3-5 0,-2 3 2 16,-2 1-2-16,-5 0-3 0,-2 0-3 0,-2-2 4 16,-2 2 3-16,-6 0-3 0,9-1-3 0,-9 1-2 15,8 0-6-15,-8 0-11 0,0 0-16 0,10 1-29 16,-10-1-32-16,0 0-37 0,0 0-26 0,3 2-26 15,-3-2-35-15,0 0-42 0,-10 6-44 0,7-2-57 0,-5 0-271 0,7 0-675 16,1-4 299-16</inkml:trace>
  <inkml:trace contextRef="#ctx0" brushRef="#br0" timeOffset="38616.58">13188 3718 2 0,'1'-5'246'16,"-1"5"-9"-16,4-4-10 0,-4 4-18 0,1-5-24 16,-1 5-19-16,0 0-22 0,3-5-23 0,-3 5-15 15,0 0-15-15,-13 17-6 0,0 0-6 0,-6 10-6 16,-9 18 0-16,-6 0-11 0,-20 26 1 0,4-1 0 15,-1 6 2-15,-3-5-8 0,2-5 2 0,14-18 3 0,-1-1 11 0,2 1 11 16,1 2 3-16,2-1 6 0,3-6-5 0,3 1-4 16,5-16-5-16,4 1 8 0,2-6-10 0,2 1-11 15,3-7-3-15,5-3-4 0,-3-3-7 0,5-2 0 16,1-4-3-16,-2 2-1 0,4-2 16 16,-2-3 7-16,0 2 24 0,3 0 22 0,1-4-5 15,-4 2 8-15,3 1 5 16,1-3 0-16,-4 4 1 0,4-4-1 0,-1 3-1 15,1-3-5-15,0 0-5 0,0 0-18 0,0 0-5 16,0 0-8-16,-4 2-9 0,4-2-8 0,0 0-5 16,0 0-12-16,0 0-24 0,0 0-29 0,0 0-34 15,0 0-31-15,0 0-56 0,0 0-73 0,0 0-74 16,0 0-70-16,10-15-83 0,-1 7-263 0,-1 0-745 16,1-2 330-16</inkml:trace>
  <inkml:trace contextRef="#ctx0" brushRef="#br0" timeOffset="39781.78">14260 4157 39 0,'3'-7'260'16,"-3"7"-10"-16,0-4-8 0,0 0-9 0,0 4-7 16,0 0-13-16,0 0-17 0,0 0-17 0,0-4-22 15,0 4-18-15,0 0-15 0,0 0-15 0,0 0-15 0,0 0-10 16,0 0-11-16,0 0-8 0,2 12-9 15,-2 0-4-15,0-2 2 0,0 5-10 0,0 2-5 16,-2 2-2-16,2 4-5 16,-3-3-5-16,0-2-4 0,2 1 10 0,-1 1-13 15,-2-1-2-15,1 1-1 0,2-2-2 0,-1-3 0 16,0-3 2-16,0-2-8 0,2 0 2 0,-2-3 2 16,4-1 1-16,-4-1 5 0,2-1 33 0,0-4 41 15,0 8 52-15,0-8 40 0,0 0 38 0,0 0-8 16,0 0-26-16,0 0-22 0,11-17-16 0,-3 7-17 15,1-3-16-15,3-4-12 0,3-4-11 0,2-2-7 0,-2 2-11 16,2 2-14-16,-4 3-2 0,-2 4-5 0,-2 2-2 0,-1 0-11 16,-1 2-4-16,0 1-6 0,-3-1-3 0,1 5-8 15,-1-1-8-15,-2 1-5 0,1 1-20 16,-3 2-19-16,6-2-2 0,-6 2-4 0,5 4-2 16,-2 0-1-16,3 2-1 0,-1 4 4 0,0-2-5 15,-1 4 7-15,1 1 5 16,1 3 4-16,0 1 8 0,-2 0-3 0,2 0 2 15,-3-1 3-15,0 1 0 0,0-5 4 0,2-1-1 16,-1-1 1-16,-4-4 8 0,5-1 0 0,-5 2 6 16,1-3 2-16,2-1 13 0,-2 0 21 0,-1-3 32 15,0 5 33-15,0-5 30 0,0 0-8 0,0 0-14 16,13-9-10-16,-3 0-11 0,-2 0-11 0,2-5-10 0,3 1-8 16,3-7-3-16,4-3-10 0,-5 1-5 0,4 0-4 0,-5 8-7 15,-2 0-2-15,-5 3-5 0,1 3-2 0,-3 0-4 16,0 3-5-16,0 0-2 0,-1 1-21 0,0 2-23 15,-1 1-27-15,-3 1-5 0,0 0 4 0,11 3 0 16,-6 3-2-16,0 0 8 0,3 2 1 0,-3 3 5 16,0 2 4-16,4-1 9 0,0 4 6 0,-1-7-2 15,-2 8 9-15,2-7-12 16,-2 6-24-16,2-6-25 0,-3-2-28 0,1 0-28 16,-2-2-16-16,1-1-12 0,-2-2-12 15,1 0-5-15,-2 0 0 0,0 0-4 0,-2-3-52 16,0 0-59-16,0 0-41 0,0 0-257 0,0-12-645 15,-3 4 286-15</inkml:trace>
  <inkml:trace contextRef="#ctx0" brushRef="#br0" timeOffset="40283.08">14973 3738 67 0,'0'-6'371'0,"0"-1"-9"0,0 3-28 15,3-1-18-15,-3 2-26 0,1 0-17 16,-1 3-40-16,0 0-29 0,3-7-19 0,-3 7-28 16,6 0-16-16,-6 0-17 0,10 6-2 0,-6-2-28 0,5 0-5 15,1 6-9 1,-1 5-3-16,-1 2-12 0,1-1 8 0,-4 2-17 15,0 2-8-15,-1 4-4 0,0 2-5 0,-4 0 1 16,-3-6-8-16,-5 6-4 0,4-2 1 0,1-6-1 16,-2 1-3-16,-2-2 1 0,1 0 0 0,1-5-2 15,1-3-11-15,1 2 4 0,-3-5-1 0,5 1 3 16,-2-3-6-16,2 2 6 0,-3-3 11 0,4 1 38 16,0-4 22-16,-1 4 19 0,1-4 16 0,-3 4-2 0,3-4 4 0,0 0-12 15,12-1-12-15,-12 1-11 0,20-5-10 0,0 0-6 16,1 1-11-16,7 0-7 0,4 0-5 0,-1 0-8 15,-2-1-5-15,1 4-6 0,0 0-3 0,-8 1-5 16,0-2 0-16,-4 2-7 0,-5 0-2 0,-1 0 0 16,-2 0 2-16,-1 0 1 0,-1 0 2 0,-8 0-5 15,9-1-1 1,-9 1-1-16,7 0 0 0,-7 0 1 0,0 0-9 16,8 0-16-16,-8 0-21 0,0 0-28 0,0 0-43 15,0 0-38-15,0 0-47 0,5 1-37 0,-5-1-37 16,0 0-40-16,-4 7-68 0,4-7-340 0,-2 4-766 0,2-4 340 15</inkml:trace>
  <inkml:trace contextRef="#ctx0" brushRef="#br0" timeOffset="40668.51">15603 4290 192 0,'0'0'244'0,"-5"1"-6"0,5-1-9 0,-7 1-12 16,7-1-11-16,0 0-8 0,-6 3-11 0,6-3-11 0,0 0-8 16,-4 1-13-16,4-1-12 0,0 0-7 0,0 0-7 15,0 0-3 1,0 0 6-16,0 0-1 0,0 0 4 0,0 0-2 15,0 0-1-15,0 0-19 0,0 0-2 0,31-5-9 16,-12 2-11-16,3 0-13 0,7 0-4 0,2 0-4 16,2-2-6-16,0 3 6 0,3-2-21 0,-1-2-7 15,-6 4-4-15,-1-1-6 0,-9 1-2 0,-2 0-6 16,-2 1 4-16,-4-1-2 0,0 2 7 0,-3 0-13 16,-8 0-12-16,11-2-10 0,-6 0-14 0,-5 2-24 0,8 0-26 0,-3-1-27 15,-5 1-33-15,0 0-29 0,0 0-26 0,0 0-35 16,-18-2-32-16,9 1-40 0,-3 1-226 15,3-3-555-15,-2 2 246 0</inkml:trace>
  <inkml:trace contextRef="#ctx0" brushRef="#br0" timeOffset="40938.15">15768 4127 385 0,'-3'-4'400'15,"2"1"-2"-15,1 3 1 0,0-6-9 0,-2 3-22 16,2 3-35-16,0 0-39 0,-2-5-29 0,2 5-30 16,0 0-32-16,0 0-28 0,0 0-22 0,0 0-12 0,0 0-23 0,-4 14-12 15,4-5-10-15,0 1-8 0,-1 2-12 0,-1 4-5 16,-1 2-8-16,2 2-11 0,-1 6 1 0,0-1-10 16,2-6 2-16,-1-1-2 0,1 2-8 0,1 0 2 15,-1-2 1-15,1-1-28 0,0-1-39 0,-1-6-21 16,2 1-13-16,0 1-32 0,0-4-31 0,0 1-20 15,1-2-34 1,-2-2-32-16,2 1-38 0,0-4-55 0,0 2-305 16,-3-4-661-16,0 0 294 0</inkml:trace>
  <inkml:trace contextRef="#ctx0" brushRef="#br0" timeOffset="41339.18">16257 4016 2514 0,'4'-3'288'0,"-4"-2"-120"16,0 1-42-16,3 0 6 0,-2 0-22 0,-1 4-22 16,1-5-8-16,-1 5-15 0,0-2-10 0,0 2-10 0,0 0-5 0,3-5-6 15,-3 5-12-15,0 0 2 0,0 0-7 16,0 0-3-16,0 15-1 0,0-9-5 0,-3 5 1 0,2 3 4 15,-3 3-4-15,-2 2-1 0,1 0 2 0,-2 6 0 16,2-1-4-16,-4 0-2 0,4-4 3 0,1-2-1 16,-1 2 2-16,0-2 1 0,1-2-5 0,0 0-3 15,0-5 6 1,3 0-2-16,-2 0 4 0,0-4-6 0,3-2 1 16,-1 1 3-16,1 0 0 0,-2-4 10 0,2 3 6 15,0-5 19-15,0 5 21 0,4-2 6 0,1 0 12 16,0-2-10-16,3 2 0 0,-1-3-14 0,5 0 0 15,1-4-9-15,-3 1-14 0,4 2-31 0,-1-2-39 16,5-1-37-16,-5-1-40 0,1 3-24 0,2-5-44 16,-3 4-38-16,-3-1-42 0,2-1-39 0,-2 0-252 0,-2-1-596 0,-2 1 265 15</inkml:trace>
  <inkml:trace contextRef="#ctx0" brushRef="#br0" timeOffset="41639.98">16406 4224 159 0,'0'0'284'0,"-4"-3"17"0,4 3 4 0,-1-3 19 15,1 3-19-15,0-5 4 16,0 5 1-16,0 0-14 0,0 0-20 0,0 0-18 16,0 0-27-16,0 0-30 0,0 0-27 0,0 0-19 15,-4-2-29-15,4 2-10 0,0 0-12 0,0 0-7 16,-4 15-14-16,3-3-9 0,-1 0-4 16,0 2-9-16,-1 4-11 0,-1 0-1 0,2 2-5 0,-6 6-4 15,4-6-2-15,3 0 3 0,-2-1-9 0,1 1 2 16,2-2-7-16,0 6-6 0,0-7 1 0,1 0 3 0,-1-6-5 15,1-2-2-15,1 1 3 0,-2-3 2 0,1 1-5 16,0-4 4-16,-1 1-1 0,0-3 0 0,2 2 1 16,-2-4 1-16,2 6 3 0,-2-6-1 0,0 3 1 0,0-3-4 15,0 0-1-15,0 0-9 0,0 0-24 16,0 0-63-16,0 0-66 0,10-9-41 0,-6 0-52 16,1 0-58-16,0-5-79 0,1 2-309 0,-1-1-735 0,2-3 325 0</inkml:trace>
  <inkml:trace contextRef="#ctx0" brushRef="#br0" timeOffset="41887.33">16839 4207 53 0,'0'0'370'0,"0"0"-12"16,0 0-15-16,0 0-23 0,0 0-18 16,0 0-17-16,0 0-16 0,0 0-30 0,0 0-20 0,0 0-32 0,0 0-15 15,25-2-20-15,-12 1-34 0,5-2-48 0,1 2-42 16,2 0-55-16,0-1-66 0,5 0-68 0,-3-1-79 16,-3 0-254-16,1 1-536 0,-5-2 238 0</inkml:trace>
  <inkml:trace contextRef="#ctx0" brushRef="#br0" timeOffset="42056.6">16937 4346 90 0,'-4'3'227'0,"-1"-1"0"16,4 1-3-16,-5-2-1 0,6-1-1 0,0 0-9 15,7 6-18-15,1-4-20 0,5 1-17 16,8-2-20-16,9-2-31 0,2 1-48 0,2-2-52 0,2-1-67 0,19-3-71 15,-17 2-215-15,17-2-374 0,-5-5 165 0</inkml:trace>
  <inkml:trace contextRef="#ctx0" brushRef="#br0" timeOffset="42373.04">17855 4125 161 0,'-4'-2'269'15,"0"1"-16"-15,4 1-21 0,-14-1-24 0,9 3-20 16,-7 2-16-16,2-1-15 0,-4 4-10 0,1 1-9 16,-1 4-10-16,0-2-8 0,-2 6-8 0,3-2-10 15,1 3-3-15,1 0-5 0,0 0-5 0,1-1-5 16,4 0 5-16,-2 3 2 0,4-5 4 0,2 3 4 0,0-2 9 16,2-4 4-16,4 1 15 0,4-1 8 0,7-1 17 0,1 3 5 15,9-3-5-15,-1-4-2 0,7-2-5 0,-10-2 1 16,7-1-5-16,-1-5-5 0,-7 1-4 15,2-3-6-15,-4-1-3 0,2-1-8 0,-6-4-10 16,0-2-11-16,-1 0-7 0,-4 2-20 0,1-8-12 16,-5 4-17-16,-2-2-18 0,-6 0-21 0,2 2-27 0,-7 1-39 0,-3-1-60 15,-11 1-51-15,-5 1-47 0,-2 2-43 0,-3 5-61 16,-5-1-84-16,5 4-273 0,-1 0-743 0,2-2 328 16</inkml:trace>
  <inkml:trace contextRef="#ctx0" brushRef="#br0" timeOffset="43121.84">19198 4204 288 0,'0'0'302'0,"0"0"-27"0,0 0-31 0,-5-4-27 16,5 4-23-16,16-5-18 0,-2 2-19 0,5-1-34 15,13 0-45-15,-1 3-53 0,1-2-61 16,4 1-79-16,-2-1-207 0,-2-2-348 0,-9 2 155 16</inkml:trace>
  <inkml:trace contextRef="#ctx0" brushRef="#br0" timeOffset="43291.08">19265 4403 50 0,'-10'7'206'0,"1"-3"-16"0,4 2-14 0,1-4-10 0,0 1 6 16,4 1 5-16,0-4 0 0,5 5-12 0,3-4-14 0,3 3-17 15,9-4-12-15,0 1-43 0,11-1-57 0,-2 0-63 16,1-1-78-16,-2-3-186 0,-8-1-330 0,1 0 146 15</inkml:trace>
  <inkml:trace contextRef="#ctx0" brushRef="#br0" timeOffset="43607.32">19561 4051 106 0,'-3'-4'341'0,"0"2"-17"0,2-1-34 16,1 3-29-16,-5-5-31 0,5 5-26 0,0 0-18 0,0 0-26 0,0 0-16 16,0 0-15-16,0 0-13 0,13 12-13 0,-4-4-11 15,0 2-8-15,4 2-8 0,6 7-5 0,2 0-11 16,-4 2-7-16,3 3-4 0,2-3-7 0,-4 5-3 16,0 0-5-16,-4 0-3 0,1 1-1 0,-4-2-4 15,-1 1-1-15,-4 1-1 0,-2 0-3 0,-5-2 4 0,-2-6 7 16,-3 5 7-16,-3-1 6 0,-4-1 10 0,-1 1 16 15,1-10-15-15,-2 2 0 0,2 0-5 0,-3-3-7 0,1 0-1 16,1-1-6-16,-4-1 5 0,3 1-5 16,5-5-10-16,0 1-29 0,0-1-43 0,3-2-49 15,2-3-58-15,0 2-64 0,5-3-100 0,0 0-215 16,0 0-576-16,0 0 255 0</inkml:trace>
  <inkml:trace contextRef="#ctx0" brushRef="#br0" timeOffset="44594.27">20910 4003 5 0,'1'-3'352'0,"-1"-1"-11"0,-1-1-13 15,1 5-11-15,1-7-19 0,-1 4-32 0,0 3-25 0,0-3-27 16,0 3-31-16,0 0-16 0,0 0-24 16,0 0-17-16,0 0-7 15,0 0-7-15,4 11-22 0,-4-1-12 0,1 3-12 16,2 3-4-16,-2 2-9 0,-1 7 1 0,0-5 0 15,-1 5-15-15,0 0-9 0,-1 0 2 0,0-7-6 16,-1 3 3-16,-1 4-2 0,0-7-9 0,2 0 8 16,-2-4-11-16,2-2 4 0,2-4 8 0,-2 3-10 15,2-5 1-15,-1 0 5 0,0-4 45 0,1 3 41 16,0-5 41-16,-3 4 45 0,3-4 37 0,0 0 9 0,0 0-25 0,0 0-30 16,11-17-19-16,-3 8-16 0,3-4-14 15,0-2-17-15,4-5-7 0,3-2-15 0,0 2-14 0,-3-1-3 16,-3 4-13-16,1 3-2 0,-2-1-17 0,-3 7 1 15,-3 2-7-15,4-3-6 0,-5 4-1 0,-3 0-16 16,4 0 0-16,-1 3-12 0,-1 0-22 0,-3 2-23 16,4-2-7-1,-4 2-1-15,6 6 5 0,-1-1 1 0,-1 5 1 16,0 0 2-16,-1 1 5 0,1 3 2 0,3 3 4 0,-3-1 2 16,1 1 3-16,-3 1 8 0,2-1-1 15,-1-1 5-15,-2 0-2 0,3 0 2 0,-3-6 1 16,2 0 0-16,-2-5 1 0,0 2-1 0,0-2 7 15,3-1 18-15,-4-4 24 0,0 0 40 16,0 8 18-16,0-8-20 0,0 0 0 0,16-12-10 0,-9 4-10 0,8-4-6 0,6-5-2 16,-2-4-8-16,0 1-7 0,3-1-6 0,1 0-3 15,-3-3-4-15,0 3 1 0,-6 7-8 0,-1 1 0 16,-5 4 1-16,0 0-6 0,0 3 0 0,-2 1-2 16,-4 0-10-16,1 3-12 0,2-1-21 0,-5 3-26 15,5 0-7-15,-5 0-2 0,8 5 2 0,-4 1 4 16,1 3-4-16,3 1 1 15,-2 3-12-15,1 4-35 0,-1-4-38 0,4 1-45 16,-2-2-42-16,-2 3-38 0,-1-5-55 0,3 2-64 16,2-4-94-16,-2-1-249 0,1-4-798 0,2-1 353 15</inkml:trace>
  <inkml:trace contextRef="#ctx0" brushRef="#br0" timeOffset="45011.01">22111 4045 162 0,'0'0'216'0,"0"0"-9"0,0 0-8 0,0 0-9 16,0 0-16-16,0 0-16 0,0 0-12 0,-4 1-9 15,4-1-12-15,0 0-5 0,0 0-7 0,0 0-3 16,0 0-5-16,0 0 3 0,0 0-1 16,0 0-1-16,0 0 9 0,0 0 9 15,0 0-9-15,0 0-3 0,0 0-1 16,-4 3-4-16,4-3-7 0,0 0-6 0,0 0-6 16,0 0 0-16,0 0-6 0,0 0 5 0,0 0 4 15,0 0-8-15,0 0-2 0,22-4-8 0,-5 1-8 16,3 0-3-16,8-1 4 0,4 2-25 0,3-1 6 15,3 1-7-15,3-1-2 0,-3-1-8 0,-2 1-3 16,-1 3-3-16,-6-1-4 0,-5 1 1 0,-6 0-1 0,-5 0-19 0,-2-1 3 16,1 1-22-16,-7 0-17 0,0 0-15 0,4 0-27 15,-9 0-14-15,5 0-6 0,-5 0-11 0,0 0-16 16,0 0-23-16,-27 5-31 0,12-4-24 0,2 2-34 16,-1 0-34-16,-2 1-215 0,-2-3-525 0,5-1 233 15</inkml:trace>
  <inkml:trace contextRef="#ctx0" brushRef="#br0" timeOffset="45311.78">22157 4274 233 0,'-6'3'315'0,"-2"-1"-5"0,4 1 3 15,4-3-8-15,-9 2-19 0,9-2-16 0,-5 1-2 16,5-1-20-16,0 0-17 0,0 0-19 0,18 0-19 16,0-1-24-16,10-3-17 0,3 2-14 0,3-1-11 15,2 0-4-15,0 1-24 0,2-2-11 0,-1 1-11 16,0 1-4-16,-2 1-7 0,-2-2-9 0,-6 1-4 0,-7 2-6 0,-8 0 4 16,-1-3-8-16,-3 1 0 0,-2 4-2 0,1-2-7 15,-7 0-15-15,9-2-30 0,-9 2-27 0,6 0-33 16,-6 0-39-16,0 0-36 0,0 0-54 15,0 0-70-15,-19 6-86 0,11-6-225 0,3 0-628 0,5 0 278 16</inkml:trace>
  <inkml:trace contextRef="#ctx0" brushRef="#br0" timeOffset="46214.02">23167 4037 45 0,'-3'-2'262'15,"3"2"-23"-15,-6-1-20 0,6 1-19 0,0 0-23 0,0 0-17 0,0 0-16 16,-7-1-14-16,7 1-17 0,0 0-14 16,0 0-6-16,0 0-11 0,0 0-9 0,0 0-3 0,0 0-10 15,0 0-5-15,0 0-1 0,0 0 5 0,0 0 4 16,-10 0 6-16,10 0 4 0,0 0 6 0,0 0-1 15,0 0 0-15,0 0-2 0,0 0-4 0,0 0-1 0,0 0-9 16,0 0-3-16,0 0-3 0,0 0 0 0,0 0-7 0,0 0-5 16,0 0-9-16,0 0 0 0,0 0-6 0,0 0 1 15,0 0-7-15,0 0 1 0,0 0-3 16,0 0-1-16,0 0-3 0,0 0-3 0,0 0 0 16,0 0-4-16,0 0-2 0,0 0 2 0,0 0-4 15,0 0 13-15,0 0-3 0,0 0-10 0,0 0-3 16,0 0 0-16,0 0 6 15,0 0-3-15,0 0 4 0,0 0 4 0,0 0 3 16,0 0 8-16,0 0 2 0,0 0 9 0,0 0 5 16,0 0 1-16,0 0 0 0,0 0-2 0,28-1 0 15,-9-1 0-15,12-3-11 0,1 0-5 0,5 2 0 16,15-1-2-16,-1-1 2 0,2-2-3 0,-12 2-5 16,7 0 1-16,-12 3-8 0,-2-3-3 0,-3 3 2 15,-9 1 1-15,-8 1-6 0,-2-2 10 0,-2 0-10 0,-1-1-1 0,-4 3-11 16,3-1-15-16,-8 1-23 0,10-1-19 0,-10 1-22 15,0 0-32-15,0 0-13 0,0 0-15 0,-25-2-20 16,13-1-12-16,0 6-27 0,-2-2-23 16,1-1-21-16,-1 1-184 0,0-1-472 0,1-1 209 0</inkml:trace>
  <inkml:trace contextRef="#ctx0" brushRef="#br0" timeOffset="46583.75">23481 3828 276 0,'-4'-6'351'0,"2"0"-2"0,-2 1 6 0,2 0-4 0,1-1-15 16,0 2-15-16,-2 1-19 0,3 3-25 0,-1-4-20 16,1 4-28-16,-4-4-27 0,4 4-21 0,0 0-25 15,0 0-22-15,0 0-26 0,0 0-14 0,0 0-6 16,-4 10-15-16,3 2-7 0,1 5-7 0,-5 2 1 15,4 5-13-15,-2 4 5 0,3 1-15 0,-1 0 0 16,1 2-4-16,1-2-3 0,-1 0-6 0,3 0 0 0,-2-2-3 16,4-3 2-16,-2-6-6 0,-2-1-1 0,0-2 4 15,2-3-4-15,-2-1-1 0,0-2 1 0,1 1-10 0,-2-6 8 16,1 2-4-16,-1-2-1 0,0 1 3 0,1 0 0 16,-1-5-2-16,0 4 2 0,0-4 4 0,1 4-9 15,-1-4 1-15,0 4 2 0,0-4 3 16,0 0-3-16,2 5-8 15,-2-5-22-15,0 0-33 0,0 0-28 0,0 0-34 16,0 2-23-16,0-2-31 0,0 0-39 0,0 0-11 16,0 0-23-16,0 0-45 0,-2 6-52 0,2-6-217 15,-3 1-602-15,3-1 266 0</inkml:trace>
  <inkml:trace contextRef="#ctx0" brushRef="#br0" timeOffset="46953.15">23243 4467 124 0,'-5'3'275'16,"-1"-2"-13"0,2 3-5-16,-1-4-13 0,1 3-12 0,4-3-17 15,-8 4-7-15,8-4-3 0,-1 1-12 0,1-1-5 16,0 0-12-16,-6 1-5 0,6-1-5 0,0 0-25 15,0 0-8-15,0 0 4 0,-3 3-7 0,3-3-18 16,0 0-13-16,23-3-6 0,-4-1-11 0,12-1-1 16,5 1-13-16,1-1-23 0,15 0 5 0,4-3 1 15,2 4-8-15,2-2 10 0,0-1 4 0,-2 5 21 0,-1 0-13 0,-5 0 2 16,-12 1-2-16,-4 2-15 0,-6 1-6 0,-9-4-5 16,-3 4-4-16,-5-2-3 0,-2 0-7 0,-3-2 8 15,-3 2-8-15,-5 0 2 0,10 0 1 0,-4-1-15 16,-6 1-3-16,0 0-18 0,9 0-18 0,-9 0-17 15,0 0-31-15,0 0-48 0,0 0-46 0,0 0-36 16,0 0-41-16,0 0-60 0,-25-5-317 0,20 3-675 0,0-2 299 0</inkml:trace>
  <inkml:trace contextRef="#ctx0" brushRef="#br0" timeOffset="47802.11">24260 3829 204 0,'0'0'273'0,"0"0"-16"0,-3-4-21 15,3 4-23-15,0 0-21 0,0 0-23 0,7-2-16 16,2-1-17-16,-1 3-13 0,2 0-3 0,8 0-20 16,0 2-12-16,2-2-8 0,2 5-10 0,7-1-9 15,-3 5-2-15,-6-3-5 0,7 6-4 0,-8-4-6 16,-2 4-5-16,-2-1-2 0,1 5-2 0,-5-3-4 15,-3 4-6-15,-3 3 3 0,-2-1-5 0,-6 2 0 0,-2 4-4 0,-4 1-1 16,-5-1 9-16,-4-2 0 0,-5 0-8 16,-4 0 3-16,0 0 0 0,-3-4 5 0,-2 0 6 15,1-3 7-15,0-2 1 0,2-3 7 0,-2 2-1 16,4-5 0-16,6 1 0 0,4-2-5 0,4-2-3 0,2-1-5 16,3-1-4-16,2 1-3 0,-2-3 17 0,3 2 3 15,0-3 2-15,5 0 5 0,-5 2 0 0,5-2 20 0,0 0 6 16,0 0 2-16,27 0-13 0,-9 0 0 0,5-1-16 15,7 0-1-15,2-2 0 0,3 3 8 0,2-1 3 16,-2 1-5-16,0 1-12 0,-2-1 0 0,-1 0-4 16,-12 0-5-16,10 0-3 0,-12 0-5 0,-4 0-11 15,-3 3 11-15,0-3-9 0,-3 0-6 0,-2 1-2 16,-6-1-2-16,9-1-4 16,-9 1-13-16,9 0-11 0,-9 0-11 0,0 0 0 15,6 1-30-15,-6-1-25 0,0 0-28 0,0 0-26 16,1-4-29-16,-1 4-31 0,0 0-33 0,0 0-45 15,-4-8-48-15,3 4-211 0,1 4-581 0,4-10 257 16</inkml:trace>
  <inkml:trace contextRef="#ctx0" brushRef="#br0" timeOffset="48156.28">25050 3963 251 0,'3'-8'444'0,"-2"-3"-10"0,0 5 2 15,-1-1-5-15,0 1-27 0,0 2-25 0,0 0-33 16,0 0-42-16,0 4-35 0,0-7-25 0,0 7-30 16,0 0-31-16,2-2-23 0,-2 2-42 0,0 0-13 15,0 0-14-15,0 0-13 0,0 17-13 0,0-8-8 16,-2 3-3-16,0 3-1 0,0 1-12 0,1 3-4 15,-1 2-2-15,2-2-2 0,0 6-4 0,-2-7-4 0,2 0-3 0,-1-1 8 16,1 0-7-16,1-2-1 0,-1-4-5 0,0-1 10 16,0 1-6-16,2-3-5 0,-2-2 1 0,0 1-7 15,1-3 4-15,-1-1-9 0,0 2-8 0,0-5 6 16,0 5-10-16,0-5-12 0,1 5-6 16,-1-5-27-16,0 0-51 0,0 0-81 0,0 0-82 0,-10-13-72 15,3 5-69-15,-3-6-284 0,4-5-748 0,-1-6 331 0</inkml:trace>
  <inkml:trace contextRef="#ctx0" brushRef="#br0" timeOffset="48319.01">25128 3717 3043 0,'-3'-4'344'0,"2"-5"-81"16,-1 4 13-16,2-1 32 16,-2 0 7-16,-1 1-27 0,3 1-46 0,0 4-50 15,-3-5-38-15,3 5-16 0,-3-3-18 0,3 3-27 16,0 0-44-16,-1-3-52 0,1 3-63 0,0 0-59 15,0 0-45-15,0 0-56 0,10 11-67 0,-6-8-107 16,0 3-357-16,-3 2-821 0,1-4 363 0</inkml:trace>
  <inkml:trace contextRef="#ctx0" brushRef="#br0" timeOffset="51426.42">9716 6260 33 0,'0'0'185'0,"0"0"-10"0,0 0-15 0,0 0-13 16,0 0-13-16,-4-2-17 0,4 2-10 0,0 0-11 15,0 0-9-15,0 0-5 0,0 0-9 0,0 0-2 16,0 0-5-16,0 0-9 0,0 0 1 0,0 0-5 15,0 0 2-15,0 0-7 16,19-4-3-16,-11 3-8 0,4-1-7 0,-1-2 2 16,3 3-4-16,-2 1-5 0,0-4-4 0,1 0 4 15,1 0-3-15,-2 1-2 0,6-3 0 0,-8 1-3 16,-1 2-2-16,1-2 2 0,-1 2 13 0,0-3 8 16,-4-1 11-16,1 2 15 0,2 0 9 0,-4 0 0 15,-3-1 8-15,3 2 14 0,-3 0-8 0,2 1-8 16,-3 3-9-16,-4-7-11 0,-1 4-7 0,-4-1-7 0,-4 3-4 0,-1 1-7 15,-9 4-2-15,-5 0-5 0,-4 4-3 0,-5 1-3 16,1 1 5-16,-19 9-7 0,-1-2-3 0,0 7 0 16,0 0 2-16,-3 3-1 0,6-1 2 0,4 1 5 15,5-1-2-15,12-5-5 0,4 2-1 0,3 1 2 16,3-2-3-16,4 0 9 0,4 0-7 0,6-4 2 16,4 0 4-16,3-1 0 0,6 0-1 0,4 0-1 0,6-3 7 15,10 1 12-15,8-3-14 0,1-2 3 0,15 1-7 0,-7-5 1 16,12 1-1-16,0-5-6 0,-2 0 7 0,-15-1-8 15,0 0-3-15,-4 1 0 0,-3-4 0 0,-1 2 0 16,-11 0-5-16,-5 0 3 0,-3 0 4 16,-4-1 18-16,2 1 14 0,-3 0 23 0,-5 0 17 0,12-1 12 15,-12 1 5 1,6 0 1-16,-6 0-18 0,0 0-10 0,3-3-11 16,-3 3-19-16,0 0-19 0,0 0-11 0,0 0-14 15,0 0-24-15,-12-6-17 0,12 6-22 0,-6 0-29 16,6 0-29-16,-5-2-29 0,5 2-27 0,0 0-35 0,-12-1-43 15,12 1-41-15,-5-4-240 0,5 4-579 16,-3-4 256-16</inkml:trace>
  <inkml:trace contextRef="#ctx0" brushRef="#br0" timeOffset="51611.31">10080 6602 362 0,'0'0'398'0,"0"0"-29"0,0 0-17 0,0 0-47 16,0 0-26-16,0 0-36 0,4 0-22 0,-4 0-33 15,0 0-40-15,0 0-53 0,0 0-54 0,0 0-58 16,10 0-62-16,-10 0-65 0,13-3-87 0,-4 1-191 16,1 0-457-16,-1-4 202 0</inkml:trace>
  <inkml:trace contextRef="#ctx0" brushRef="#br0" timeOffset="52096.92">10496 6327 140 0,'0'-3'378'0,"0"3"-20"15,-3-5-27-15,3 5-21 0,-1-3-40 0,1 3-41 16,0 0-20-16,0 0-31 0,0 0-16 15,0 0-18-15,0 0-15 0,-7 12-17 0,7-6-9 16,0 2-11-16,0 4-11 0,0 4-6 0,-1 1-9 16,1 1-6-16,-1 2-6 0,0-4-3 0,-1 3-8 0,1 0 0 15,-2 1-4 1,2-2-4-16,-1-1-1 0,2 0-5 0,-2-4-1 16,1 0-6-16,0-2 3 0,-1-1-9 0,1-4 4 15,1 1 0-15,-2-1 3 0,2-1 26 0,0-1 21 16,0-4 35-16,-3 6 32 0,3-4 33 0,0-2 40 15,0 0 8-15,0 0-20 0,0 0-19 0,0 0 7 16,-6-15-19-16,2 3-16 0,3 0-13 0,-2-5-11 16,-2-8-13-16,5-3-14 0,-1-3-7 0,2-2-14 0,0-3-14 0,1 0 4 15,-1-9-12-15,3 15 11 0,-3-1 5 0,2 2 15 16,-3 2 5-16,1 10 3 0,0 2 10 0,0 3 1 16,2 0-3-16,-3 5-7 0,1 0-15 0,-1 2-8 15,0-2-14-15,3 4-10 0,-2-1-20 0,3-1-11 16,1 3-25-16,1-1-14 0,7 0-30 0,0 3-31 15,7 0-35-15,-2 3-33 16,3 1-28-16,-1 1-46 0,8 3-26 0,-2 1-51 16,-2 4-42-16,-4-3-52 0,5 1-71 0,-12 0-396 15,3-3-933-15,0-2 412 0</inkml:trace>
  <inkml:trace contextRef="#ctx0" brushRef="#br0" timeOffset="52350.81">10435 6504 118 0,'-2'4'320'0,"-2"-1"-5"0,3 1-3 15,1-4-12-15,-5 2-15 0,5-2-21 0,0 0-26 16,0 0-22-16,0 0-13 0,12 3-26 0,0-3-20 16,6-5-16-16,2 5-30 0,12-7-56 0,-1 3-62 15,2 0-78-15,-2 2-104 0,-2-6-300 0,2 1-529 16,-4 0 234-16</inkml:trace>
  <inkml:trace contextRef="#ctx0" brushRef="#br0" timeOffset="52651.66">10944 6588 430 0,'-4'2'436'0,"4"-2"0"0,0 0-5 16,0 0-13-16,0 0-31 0,-3 3-34 0,3-3-33 16,0 0-34-16,0 0-36 0,0 0-52 0,0 0-56 0,0 0-56 15,0 0-77-15,13-6-85 0,-7 4-104 0,3-1-124 16,-2-1-300-16,2-4-654 0,0 1 290 0</inkml:trace>
  <inkml:trace contextRef="#ctx0" brushRef="#br0" timeOffset="53230.8">11712 6425 22 0,'-9'0'284'0,"4"2"-10"16,5-2-7-16,0 0-11 0,0 0-18 0,-8 0-14 0,8 0-13 0,0 0-14 15,0 0-9-15,-5 1-20 0,5-1-16 0,0 0-12 16,0 0-18-16,0 0-10 0,0 0-11 0,19-3-31 16,-6 3-22-16,8-5-34 0,-3 1-40 0,3 4-48 15,1-3-48-15,9 0-65 0,-3-3-63 0,-3 1-156 0,-3 1-438 16,-4 0 194-16</inkml:trace>
  <inkml:trace contextRef="#ctx0" brushRef="#br0" timeOffset="53400.13">11730 6556 257 0,'-6'7'271'0,"-2"-5"-15"0,3 1-11 0,-2 1-16 16,4-2-15-16,0 2-14 0,3-4-17 0,0 0-14 0,17 3-14 0,-4-4-11 16,17 1-18-16,3-2-24 0,6-3-54 0,11 2-67 15,6-3-92-15,1-2-108 0,-7-2-156 0,0-2-407 16,-17 4 180-16</inkml:trace>
  <inkml:trace contextRef="#ctx0" brushRef="#br0" timeOffset="54133.2">13073 6285 23 0,'-10'-2'276'0,"6"2"-7"15,4 0-14-15,-4-2 9 0,4 2-24 0,0 0-25 16,0 0-20-16,-6-1-20 0,6 1-19 0,0 0-17 0,0 0-8 16,0 0-16-16,0 0-12 0,0 0-6 0,0 0-14 0,0 0-9 15,0 0-5-15,18-3-6 0,-6 1-8 0,1 0-6 16,6-5-6-16,2 5 1 0,-2-1-9 0,3-3-1 15,-1 2-3-15,1-1-7 0,-3 1 2 0,3-2-6 16,-4-1 0-16,1 0-1 0,-3 2-3 16,-5-2-1-16,-1 2 17 0,-3 3 9 15,3-3 21-15,-5-1 17 0,1 2 9 16,-2 0 12-16,-3 1 2 0,3 0-1 0,1-1-4 16,-5 1-22-16,0 3-11 0,-5-6-18 0,5 6-4 15,-13 0-12-15,2 1-5 0,-8 3 6 0,-8 3-14 16,-1 2 16-16,-3 4-21 0,-5 1-2 0,-11 7-3 0,2 3 0 15,3 0 4-15,9-3-12 0,-8 8-1 16,13-7 2-16,1 3 0 0,2 2 0 0,5 0 3 0,1 2 10 0,4-1-7 16,1-3 11-16,6 1-3 0,3-3 1 0,5-4 3 15,6 0 17-15,5-2-11 0,10-2 0 0,6 0-4 16,5-4-10-16,19-1-29 0,-2-2-48 0,3-4-49 16,-12-2-61-16,12-2-72 0,2 0-100 0,-21-5-269 15,0 4-669-15,-1-5 296 0</inkml:trace>
  <inkml:trace contextRef="#ctx0" brushRef="#br0" timeOffset="54556.42">13376 6610 118 0,'-3'-3'367'0,"3"3"-2"0,0 0-1 0,1-5-7 16,-1 5-14-16,0 0-8 0,0-4-17 16,0 4-14-16,0 0-22 0,0 0-23 0,0 0-14 0,2-5-18 15,-2 5-14-15,0 0-17 0,0 0-16 0,0 0-18 16,0-4-13-16,0 4-12 0,0 0-18 0,0 0-9 0,0 0-11 16,0 0-8-16,0 0-14 0,0 0-7 0,0 0-17 15,0 0-6-15,0 0-6 0,0 0-14 0,0 0 0 0,0 0-9 16,-8 13-2-16,8-5-5 0,-1 4 1 15,1-1-5-15,-3 6 2 0,2 3 0 0,1 4 1 16,-2 2-1-16,0 1-3 0,2-3 2 0,0 5 3 16,0-2-1-16,2-2-1 15,0-6-2-15,-2-1 0 0,3-3 5 0,-2-3-9 16,5-1 4-16,-6-2 0 0,0-1-1 0,0-2 6 16,1-2 1-16,-1 0 3 0,3 0 8 0,-3-1-3 15,0-3 7-15,1 5 1 0,-1-5-2 0,0 0-14 16,0 0-50-16,0 0-55 0,0 0-88 0,5-10-93 15,-5 10-101-15,-1-12-477 0,1 4-921 0,-4-3 408 16</inkml:trace>
  <inkml:trace contextRef="#ctx0" brushRef="#br0" timeOffset="56862.01">14429 6191 58 0,'0'0'254'0,"0"0"-9"0,-5-5-10 15,5 5-8-15,-2-3-20 0,2 3-15 0,0 0-22 0,-1-4-17 16,1 4-14-16,0 0-15 0,0 0-11 0,0 0-11 16,0 0-4-16,0 0-10 0,-2-4-15 15,2 4-5-15,0 0-10 0,0 0-8 0,0 0-3 0,0 0-3 0,0 0-6 16,0 0-2-16,0 0 3 0,0 0-10 0,0 0-4 15,0 0-1-15,9-4-1 0,-7 3 1 0,4 0-6 16,2-2-2-16,1-1-2 0,0 2-1 0,1-4-2 16,-1 4 0-16,0-2-1 0,4-3-2 0,-7 2-1 15,3 1-1-15,0-1 4 0,-1 3 12 0,-3-3 3 16,0-1 11-16,0 3 10 16,-1 2 6-16,1-1 9 0,-1-1 5 0,-3-3 2 15,2 4 15-15,-3 2-22 0,1-4-3 0,-1 4-14 16,-1-6-7-16,1 6-10 0,-13-3-7 0,13 3-7 15,-18 7-1-15,0-2 2 0,3-4-3 0,-7 10-3 16,-5-3 1-16,-3 4 6 0,0 2-12 0,-2 1 0 16,-1 2-1-16,4 1 1 0,-1 3-1 0,2 0 4 15,3 3-9-15,3-1-3 0,-1 3 36 0,3-1 1 0,4 2-5 0,2 0-11 16,5-2 1-16,5-1-5 0,4 2 2 0,3-8-3 16,5 1 0-16,7 0 0 0,5 0-2 0,6-6 0 15,8 2-5-15,2-6 1 0,19 0-5 0,4-4-2 16,5-2-11-16,28-4-7 0,-29-3-8 0,27 0-11 15,-30 0-14-15,-1-6-7 0,-3 2-4 0,-1-2-1 16,-19-1 6-16,0 0 4 0,-4-1 9 0,-4 1 4 0,-4 0 16 0,-6 0 16 16,-8 3 19-16,-1-2 18 0,-1 2 17 0,-2-1 3 15,-6 2 12-15,0-1-7 0,-3 3-8 16,-4-2-5-16,-1 1-1 0,-1 2-5 0,-6 0 4 0,-4 2-7 16,-2 2-2-16,-5 2-2 0,-4 3 6 0,-2 4-13 15,4-1-6-15,-3-1 6 0,1 6-12 0,3-2-2 16,9-1 5-1,0 0-2-15,3 1 0 0,2 2-2 0,4-4-1 16,1-1-7-16,1 4 11 0,3-3 0 0,8-1-2 0,2 1 5 16,3-3 3-16,10 1-3 0,7 0 7 0,5-3-8 15,4-3 12-15,0-2-17 0,-1-1 3 0,2-4-1 16,-1 2-3-16,-1-3 1 0,-5-1 12 0,2-2-14 16,-5 1 5-16,-9 0-2 0,-1-1-3 0,-2-2 3 15,-4 1 0-15,-2 0-1 0,-2-1-10 0,-1 0 0 0,-5 0 10 16,0-2-19-16,-5 6-2 0,0-4-11 0,-4 2-1 15,0 1 3-15,-5 2-6 0,-3-1-7 0,2 3-9 16,-5 1-3-16,1 1-14 0,-1 3-5 0,0 0-18 16,2 0-20-16,4 0-32 0,0 3-37 0,5-2-44 15,1 3-28-15,1-3-239 0,2 0-527 0,5-1 233 16</inkml:trace>
  <inkml:trace contextRef="#ctx0" brushRef="#br0" timeOffset="57278.78">15607 6208 174 0,'0'0'291'0,"-4"-5"-20"0,0 1-21 16,3 1-23-16,1 3-21 0,-8-3-18 0,8 3-16 15,-11 0-22-15,3 3-14 0,-1 0-18 16,-1 1-9-16,-3-2-8 0,3 3-15 0,-5 5-9 0,4-3-6 0,-5 3-9 16,3 0-5-16,-1 3-6 0,1 0-7 0,3-1-2 15,0 2-3-15,2 1-7 0,3-5 6 0,0 2-3 16,1 1 3-16,3-2 0 0,2 1-6 0,-1 0 3 16,9 3-3-16,-4 0-1 0,4-4-1 0,2 2-2 15,1-1-5-15,0-1-1 0,3-1 2 0,-5 0-8 16,1-3 1-16,-3 1-3 15,1-1-3-15,0-1-3 0,-4 0 1 0,0-1 3 16,-1 0-4-16,-3-1-1 0,1 1 2 0,-2 0 3 16,-2 0 2-16,-1 0-7 0,-5 0 3 0,-2 0 1 15,1 0 3-15,-3-2-11 0,0 2-12 0,0-3-21 16,-2 2-24-16,-4-1-32 0,4-1-33 0,1-2-41 16,3 0-57-16,0 0-64 0,-2-2-150 0,7-1-468 15,-4 2 208-15</inkml:trace>
  <inkml:trace contextRef="#ctx0" brushRef="#br0" timeOffset="57811.38">15855 6132 222 0,'0'0'312'16,"0"0"-27"-16,0 0-25 0,0 0-24 0,0 0-26 15,11-2-19-15,-11 2-21 0,11 1-18 0,-5-1-17 16,8 2-11-16,-2 1-16 0,0 1-8 0,6 3-9 15,1-1-12-15,-2 2-10 0,2 2-5 0,-5 0-8 16,0 0-6-16,-1 2-5 16,1 0-6-16,-5 0-1 0,0 3 2 0,-4 1-2 15,0-1-4-15,-5 2 2 0,-1 0 0 0,-8 2 1 16,0-1-1-16,-4 4 1 0,-5-2 2 0,3 2 6 16,-3-3 3-16,-2-1-1 0,0-2 4 0,3-3-5 15,-6 1 11-15,6-3 10 0,0-3-5 0,6-2-3 16,-2 1-5-16,3-3-3 0,2-1-1 0,2 2 7 15,-2-3 10-15,4 0 3 0,2 1 4 0,-1-1-1 0,3-2 5 16,0 0 1-16,0 0 2 0,9 2-9 0,5-2-3 0,4-2-8 16,4-1-15-16,5 1 2 0,3 0 3 0,0 0-13 15,-1-1-4-15,-1-1 1 0,-5 3-3 0,-5-2-4 16,3 2-8-16,-10 1 1 0,2 0-5 16,-3-3-6-16,-4 3-12 0,0-2-8 0,-6 2-21 0,10 0-22 15,-10 0-43-15,6-2-30 0,-6 2-34 0,0 0-40 0,0 0-48 16,0 0-56-16,-22-4-44 0,11 3-250 0,-2-3-649 15,3 0 287-15</inkml:trace>
  <inkml:trace contextRef="#ctx0" brushRef="#br0" timeOffset="58259.25">16287 6199 172 0,'2'-3'349'0,"2"0"-29"16,0 1-29-16,-4 2-27 0,5-3-33 0,0 1-21 15,-5 2-25-15,13 2-19 0,-3 1-15 0,-1-1-18 0,3 5-15 0,-2-2-9 16,0 6-14-16,1-3-9 0,-3 2-7 0,1 2-9 16,1 3 0-16,-6-1-11 0,-1 2-3 0,-1 0 0 15,-4 1-5-15,-3 0-1 0,-5 0-3 0,1 0-2 16,-1-3-5-16,-2 2 5 0,0-1-2 0,-2-3 2 15,5-3 10-15,0-1 3 0,2 0 7 0,-1-4 6 16,4 1 14-16,-1-1 13 16,1-3 13-16,2 4 32 0,-1-4 23 0,3-1-3 15,0 0-15-15,0 0-16 0,0 0-21 0,8-18-6 16,2 6-11-16,4-3-8 0,-1-1-12 16,7-5-6-16,1 2-7 0,-1-2-8 0,-1 4-7 0,-5 3-5 15,3 2 1-15,-8 0-3 0,0 5-4 0,0 1 0 16,-3 2-4-16,-2 1-4 0,0 0-6 0,-3-1-11 15,3 0-10-15,-4 4-16 0,0 0-15 0,0 0 8 0,0 0 3 16,0 12 0-16,-1-2 4 0,-3 6 4 0,0-3 6 0,0 3-15 16,0 5 15-16,2-2 0 0,-1 0 6 15,3 0-18-15,3 0-11 0,2 0-27 0,4-4-22 16,5 0-47-16,3-3-62 0,3-3-82 0,11 0-124 16,-1-4-370-16,6-5-828 0,-3-2 367 0</inkml:trace>
  <inkml:trace contextRef="#ctx0" brushRef="#br0" timeOffset="58845.05">17108 6329 24 0,'-6'2'200'15,"6"-2"7"-15,-5 1-7 0,1 0-9 0,4-1-5 0,-8 1-9 0,8-1-4 16,0 0-5-16,-5 2-7 0,5-2-6 0,0 0-4 16,0 0-8-16,0 0 5 0,-6 0-17 0,6 0-1 15,0 0-7-15,0 0-4 0,0 0-6 0,24-3 1 16,-2-2-14-16,10 1-18 0,5-1-7 0,17-3-3 16,4-1 2-16,4 2-17 0,-1-1-9 0,2-1-4 15,-5 2-2-15,1 0 6 16,-20 4-23-16,-7 1-15 0,-1-2-15 15,-8 3-21-15,-5-2-19 0,-5 1-21 0,-4 2-17 16,1-2-17-16,-6 2-17 0,-4 0-24 0,0 0-26 16,0 0-24-16,-25 2-27 0,5 0-34 0,-6-4-128 0,-3 2-412 15,2 0 182-15</inkml:trace>
  <inkml:trace contextRef="#ctx0" brushRef="#br0" timeOffset="59061.23">17389 6203 135 0,'2'-8'311'0,"2"1"9"0,-3 2-8 0,-1-3-3 16,1 4 16-16,0-2 8 0,1 0 2 0,-1 1-5 15,-2 1-16-15,1 4-17 0,0-5-30 0,0 5-29 0,1-5-30 0,-1 5-27 16,0 0-37-16,0 0-34 0,0 0-11 0,0 0-13 16,1 17-9-16,-2 0-10 0,0 7-6 0,-1 3-1 15,2 2-5-15,3 2-1 0,-2 3-2 0,3 0-39 16,2-3-51-16,1 1-53 0,1-1-63 0,-1-4-71 15,2-1-98-15,-1-9-388 0,-3-2-770 0,0-6 342 16</inkml:trace>
  <inkml:trace contextRef="#ctx0" brushRef="#br0" timeOffset="59932.28">18408 6105 217 0,'0'0'208'16,"-8"-2"-16"-16,8 2-18 0,0 0-22 0,0 0-13 16,0 0-15-16,0 0-12 0,0 0-11 0,0 0-11 15,0 0-6-15,0 0-8 0,18-4-3 0,-5 2-11 16,-2 1-5-16,5 1-6 0,2-3-4 0,-6 1-11 16,8-5-1-16,-4 2 0 0,2 3-6 0,-4-4 2 15,-2 2 0-15,-1-3 8 16,-2 0-1-16,1 3 11 0,-5-2 12 0,1 1 9 15,0 0 2-15,-5 0 10 0,2 1-3 0,-2 1-5 16,4 1-5-16,-5 2-12 0,-5-8-7 0,1 7-7 16,-5 0-7-16,-2 2-4 0,-6 4-4 0,-3 1-6 15,-5 4-1-15,-3 2-6 0,1 2 1 0,-2 1 0 16,1 4-3-16,1 0-3 0,0 1 1 0,4 0-3 16,1 1-1-16,3 3 0 0,3 1-1 0,4-2 0 0,6-5 22 0,1 4-1 15,3-3-1-15,6-2 1 0,3-2 0 0,6 1-8 16,10 1-21-16,1-5-42 0,5 0-57 0,3-6-79 15,1 1-92-15,1-6-186 0,-1-1-497 0,0-2 220 16</inkml:trace>
  <inkml:trace contextRef="#ctx0" brushRef="#br0" timeOffset="60348.89">18678 6273 98 0,'0'0'290'0,"-7"0"-27"0,7 0-30 15,0 0-24-15,0 0-21 0,0 0-19 0,0 0-16 16,14 8-14-16,-6-6-13 0,1 4-10 0,1 0-22 16,0 2-8-16,-2-1-6 0,0 3-10 0,0 1-8 15,-2-1-7-15,-1 2-6 0,-3 0-2 0,-2 2-6 16,-4 2-3-16,-1 3-4 0,-5-3-3 0,1 1-1 15,-9 2 1-15,4-4 7 0,-2-2 4 0,-6 2 5 0,4-3 5 0,0-1 2 16,4-1 5-16,1-3-4 0,1-2-3 0,1 2-4 16,4-4-5-16,3 0-2 0,-4 0 1 0,3-1 0 15,1 0 0-15,2 2 1 0,2-4-4 0,0 0 2 16,0 0 0-16,11 0-4 0,3-1-3 0,-1-2 0 16,10 2-9-16,-3 0-1 0,10-3-4 0,-4 0-2 15,2 4-7-15,-7-1 9 16,9-1-5-16,-2 2-4 0,1 0 0 0,-10 0-3 15,-2 0 3-15,-3 0-2 0,-4 0-5 0,2 0 3 16,-4-2-4-16,-1 4 2 0,-2-4-2 0,-5 2-4 16,9 0-16-16,-5 2-29 0,-4-2-23 0,0 0-39 15,0 0-46-15,0 0-63 0,0-10-67 0,0 10-211 16,-5-7-535-16,2 1 236 0</inkml:trace>
  <inkml:trace contextRef="#ctx0" brushRef="#br0" timeOffset="61019.18">19581 5854 6 0,'0'0'261'0,"0"0"-19"16,0 0-19-16,0 0-26 0,0 0-17 0,0 0-20 31,0 0-20-31,0 0-18 0,0 0-9 0,0 0-19 16,0 0-11-16,0 0-10 0,0 0-10 0,0 0-6 16,0 0-2-16,-12 12-4 0,6-7-2 0,-2 6-4 15,-6 0-1-15,-1 4 1 0,-8 2-6 0,-3 0-4 16,2 1 1-16,-3 0-4 0,1 1-1 0,-1 0-1 0,-1 3-1 15,-2-2-2-15,7-1 0 0,-4-2-1 0,4 0-5 16,0-1-4-16,9-6 2 0,-1 1 0 0,7-2 1 0,-1-1-11 16,2 1 3-16,2-1-1 0,1-2-1 15,1 4 4-15,3-4-2 0,3 0 6 0,3 4 4 16,2-3 2-16,6 3-3 0,-1-1 2 0,5 0-2 16,7 2-4-16,1 1 1 0,3 0-2 0,-1-2-2 0,-2 1-3 0,1-1-1 15,-7 1 0-15,-1-2 1 0,-2 0-4 0,-1-1 2 16,-7-1-2-16,-1-1-7 0,-2 2 3 0,2-3 11 15,-7 0-6 1,1 1 4-16,-4-1 1 0,-3 5 3 0,-5-6-3 16,-7 4 2-16,0 0-6 0,-3-5 3 0,0 5-1 0,-8-1 0 15,5-3 18-15,1-2-7 0,0 1-16 16,-1-3-20-16,2 0-21 0,3 0-20 0,-1-3-20 0,6 1-25 16,0 0-42-16,4-1-37 0,4-1-26 0,4-1-200 15,2-1-438-15,5-1 193 0</inkml:trace>
  <inkml:trace contextRef="#ctx0" brushRef="#br0" timeOffset="61288.77">19725 6221 60 0,'0'0'387'0,"0"-8"1"0,0 8-9 15,0 0 0-15,0-8-26 0,0 8-31 0,0 0-35 16,0 0-31-16,-4-2-32 0,4 2-24 15,0 0-24-15,0 0-16 16,0 0-38-16,0 0-4 0,0 0-18 0,0 0-5 16,0 0-5-16,3 17-14 0,-6-10-11 0,3 0-3 15,-1 5 1-15,1-3-16 0,0 0 12 0,0 4-20 16,0-3-2-16,-1 1 0 0,1 0-5 0,0 0-11 16,0 0 1-16,0-1-30 0,-4-5-35 0,4 2-9 15,-1-1-36-15,1 1-14 0,-4-2-28 0,4-1-23 16,-4 0-37-16,4-4-57 0,-9-2-63 0,9 2-246 0,-14-6-602 0,9-2 266 15</inkml:trace>
  <inkml:trace contextRef="#ctx0" brushRef="#br0" timeOffset="61435.88">19646 6053 143 0,'0'-4'371'0,"1"-3"-14"16,1 1-15-16,-1 1-26 0,-1 5-29 0,3-7-25 0,0 3-37 0,-3 4-22 15,3-4-22-15,-1 2-25 0,2 0-33 0,-4 2-39 16,13 3-37-16,-8-1-44 0,4 2-43 15,-4 0-33-15,3 2-69 0,1-1-64 0,-3 2-235 16,2 0-476-16,-3 0 212 0</inkml:trace>
  <inkml:trace contextRef="#ctx0" brushRef="#br0" timeOffset="61774.1">20000 6210 280 0,'0'0'331'0,"4"3"-35"16,-4-3-29-16,4 4-28 0,-3-1-28 16,-1-3-18-16,0 0-19 0,0 0-22 0,1 7-17 15,-1-2-13-15,0 2-12 0,-1 1-11 0,-1 5-7 16,-1-4-9-16,-1 3-8 0,3-1-9 0,-2-1-3 16,1 0-4-16,-2-2-7 0,0-2-6 0,4 0-2 15,-1-2-7-15,0 1 3 0,-1-1-1 0,1-1 11 16,1-3 39-16,0 0 33 0,0 5 15 0,0-5-28 15,0 0 6 1,0 0-16-16,14-11-2 0,-9 7-9 0,3 2-9 16,-2-2-11-16,4-1-6 0,-1-1-8 0,0 5 2 0,3-3-19 15,-5 2-2-15,4-1-3 0,0 2-6 0,1 0-1 16,-1-1 0-16,1 4-19 0,0-2-23 16,5 2-41-16,-4-1-45 0,5 1-39 0,-7 1-50 15,3 0-64-15,-1-2-75 0,-5 2-273 0,4-3-652 16,0 0 289-16</inkml:trace>
  <inkml:trace contextRef="#ctx0" brushRef="#br0" timeOffset="62275.48">20409 5997 228 0,'0'0'298'0,"0"0"-20"0,0 0-23 0,0 0-23 15,-1-4-26-15,1 4-17 16,0 0-23-16,0 0-18 0,0 0-11 16,10 2-17-16,-10-2-12 0,9 3-10 0,-4-1-9 15,1 2-12-15,3 3-6 0,-1 3-9 0,0-3-3 16,1 7-7-16,-2-3-4 0,1 3-7 0,-2 1-5 15,1 2-1-15,-3 2-5 0,1 0-1 0,-4 1 1 0,0-2-2 16,-2 2-2-16,-2-2-7 0,-3 0-1 16,0 0 5-16,-2-1-4 0,-2 0 1 0,-2-3 2 0,-1 0 5 0,1-1 1 15,3-5 5-15,0 1 2 0,-1-1-1 0,3-3 6 16,-2 0 2-16,4 1-9 0,1-1 2 0,-1-3 1 16,0 2 15-16,5-4 11 0,-4 3 14 0,4-3-2 15,0 0-2-15,0 0-16 0,0 0 24 0,0 0-2 16,18 3-13-16,-5-3-6 0,5-3-16 0,1 1 9 15,3 1-6-15,-1 0-7 16,7-2-2-16,3 2-8 0,-3 0 3 0,0 1-6 16,-7 0-19-16,-2-3 15 0,-6 6 3 0,-2-3-8 15,-3 0 0-15,-2 0 0 0,1 0 2 0,-7 0-8 16,10 0-15-16,-10 0-25 0,8 0-28 0,-8 0-21 16,5 0-24-16,-5 0-36 0,0 0-39 0,0 0-43 15,0 0-41-15,-21-5-38 0,14 3-266 0,-1-3-612 16,0 2 272-16</inkml:trace>
  <inkml:trace contextRef="#ctx0" brushRef="#br0" timeOffset="63008.53">20938 6019 46 0,'0'0'349'0,"0"-5"-23"15,1 2-22-15,-1 3-28 0,0 0-26 0,7-4-28 16,-3 4-27-16,-4 0-18 0,12-3-23 0,-12 3-16 16,18 5-14-16,-10 0-13 0,-1-2-13 0,2 4-14 0,0 2-9 0,3 6 0 15,-6-1-11-15,1 1-1 0,-2-4-10 0,-4 4-6 16,2 2-1-16,-6-1-6 0,3 2-1 0,-4-1-4 16,-1 0-3-16,0 0-1 0,-8 0-5 0,3-1-3 15,1 0 3-15,-5-2 4 0,1-1-6 0,-1-2 8 16,5-3 1-16,2-1-7 0,-1 0 8 0,0-2 5 15,3-3 20-15,3 1 30 16,-2 1 33-16,4-4 19 0,-4 4 37 16,3-3 26-16,1-1-7 0,0 0-19 0,0 0-25 15,3-14-10-15,3 5-14 0,0-2-11 0,7-3-14 0,3-5-10 16,-2 2-8-16,7-5-8 0,-2-2-9 0,0 2-5 16,2-2-10-16,-2 3 1 0,1 1 9 0,-10 9 7 15,0 2 8-15,-4 0 5 0,0 1-9 0,-1 5-13 16,-1-3-6-16,0 3-11 0,-3-1-23 0,3 3-16 0,-4 1-30 15,4-3-17-15,-4 3 1 0,0 0-1 0,1 11 9 16,-2-2 3-16,0 8 4 0,1 1 4 0,-2 1 0 16,0 1 1-16,7-2 3 0,-1 2 3 0,-2-2 4 15,3 0 5-15,2-1-2 0,1-1 9 0,4-3 13 0,-2-1 7 16,8 1 6-16,-1-4 12 0,7 3 3 16,-6-5 6-16,0-1 6 15,2-2 6-15,-3-2 21 0,-2 1 5 0,-4-2 17 16,0 1 21-16,-3-2 22 0,-2 0 1 0,-1 0 9 15,-5 0 4-15,12 0-6 0,-12 0-26 0,6 0-5 16,-6 0-8-16,7 1-54 0,-7-1-62 0,0 0 0 16,0 0 0-16,0 0 0 0,7-1 0 0,-7 1 0 15,0 0 0-15,0 0-24 0,0 0-206 0,6 1-59 16,-6-1-101-16,0 0-128 0,8-3-140 0,-4 2-356 0,1-2-1098 0,0-2 486 16</inkml:trace>
  <inkml:trace contextRef="#ctx0" brushRef="#br0" timeOffset="73704.84">3080 9114 61 0,'5'-4'137'0,"-3"1"-7"16,-2 3 6-16,4-5-4 0,-3 2 2 0,-1 3 3 15,4-5 8-15,-3 4 4 0,-1 1 8 0,3-4-2 16,-3 4-3-16,2-7-3 0,-1 6-2 0,2-4 7 15,-3 1 5-15,1 0-1 0,1 1 6 0,-1-1 0 16,-1 4-7 0,2-7-7-16,-1 6 0 0,-1 1-13 0,2-6-3 0,-2 6-9 15,1-5-12-15,-1 5-18 0,0 0-6 0,0-3-11 16,0 3-10-16,0 0-14 0,0 0-25 0,1-3-20 16,-1 3-18-16,0 0 5 0,0 0 11 15,-1 17-18-15,1-5 3 0,0 5 5 0,-1 10-6 0,-2 1 3 16,1 1 6-16,2-1-3 0,-4 4-5 0,7-2 3 15,-3 0-1-15,0 0 3 0,4-4-2 0,-5 0 3 0,4-1-4 16,-2-4 5-16,-1-3 11 0,1-1-11 0,1-5-5 16,-2-1 3-16,1 1 2 0,0-3 1 0,2-2-4 0,-5-1 5 15,2-2-2-15,-1 3 2 0,1-4 0 0,1 0 1 16,-1 1 2-16,0-4 14 0,0 0-14 16,2 5-1-16,-2-5 3 0,0 5-1 0,0-5 4 15,0 0 1-15,0 3-4 16,0-3-4-16,0 0 5 0,0 0 4 0,0 0 2 15,0 0-1-15,0 0-5 0,0 0-5 0,0 0-38 16,0 0-55-16,0 0-37 0,-7-17-50 0,3 8-47 16,3-2-39-16,-4-4-273 0,3-4-582 0,-1 0 257 15</inkml:trace>
  <inkml:trace contextRef="#ctx0" brushRef="#br0" timeOffset="74058.92">3100 8919 250 0,'0'-4'301'0,"-2"0"-10"0,2 1-20 16,0 3-29-16,0-7-28 0,0 7-23 0,0 0-20 15,7-2-19-15,-7 2-14 0,19 2-13 0,0 1-13 0,-1 2-17 16,10 1-4-16,-1 4-11 0,1 0-7 0,0 2-8 16,0 2-8-16,-1-2-3 0,-3 3-7 0,1 0-6 15,-8 4-3-15,-2-3-3 0,-3-1-5 0,-3-3-1 16,-1 4-7-16,-7-4-6 0,2 5-1 0,-7-2 5 15,-5 0 0-15,-3-1 2 0,-3 3 1 0,-8-2 5 16,-4-3-3 0,2 1 3-16,-4-2 1 0,-2-1 1 0,0-3 4 0,0 1 3 15,4-2 0-15,8-2-3 0,-2 0 1 16,6-1 1-16,3-2 1 0,2 0-4 0,2-1-2 16,1 3-4-16,0-2 7 0,2 0 11 0,5-1-11 15,-8 3 12-15,8-3-14 0,-5 0-9 0,5 0-14 0,0 0-18 16,0 0-32-16,0 0-41 0,0 0-46 0,20-4-60 15,-8 2-63-15,-4-1-305 0,2 2-603 0,1-2 267 0</inkml:trace>
  <inkml:trace contextRef="#ctx0" brushRef="#br0" timeOffset="74259.42">3448 9399 261 0,'3'6'406'0,"-3"-4"0"0,0-2-10 16,1 4 9-16,-1-4-4 0,3 4-13 0,-3-4-25 16,0 0-36-16,1 3-32 0,-1-3-30 0,0 0-34 15,0 0-38-15,0 0-45 0,0 0-53 0,0 0-65 16,0 0-68-16,12-4-77 0,-10 0-63 0,2 1-78 16,5-1-85-16,-5 0-273 0,1-1-665 0,0-2 294 0</inkml:trace>
  <inkml:trace contextRef="#ctx0" brushRef="#br0" timeOffset="74607.11">3900 8981 109 0,'2'-8'419'0,"-2"4"-6"0,0 0-9 0,0 4-17 15,0-4-34-15,0 0-26 0,0 4-35 0,1-4-29 16,-1 4-32-16,0 0-29 16,0 0-27-16,0 0-36 0,0 0-24 0,0 0-18 15,0 0-7-15,4 16-10 0,-4-4-12 0,3 0-1 16,-2 5-16-16,-1 0-3 0,2 3-8 0,0 6 5 16,-1 0-10-16,-1 3-1 0,0-3-4 0,0 1 3 15,0-2-6-15,0-5-1 0,0 1-1 0,0-3-7 0,0-1 6 16,0-1-8-16,0-4-42 0,3 0-2 15,-6-2-3-15,3-3-25 0,0-2-23 0,0 4-11 0,-1-6-7 0,-1 1-8 16,0 0-1-16,-2-3-29 0,4-1-47 0,-10 0-66 16,2-2-69-16,2-3-214 0,-3-3-574 0,0-3 253 15</inkml:trace>
  <inkml:trace contextRef="#ctx0" brushRef="#br0" timeOffset="74776.17">3752 8953 44 0,'0'-6'382'0,"0"2"-8"16,-1-2-20-16,1 4-19 0,0-3-20 0,1 1-44 15,1 0-16-15,2 0-39 0,-1 0-9 0,4 0-27 16,3 0-17-16,7-1-13 0,3 2-27 0,2 1-40 16,3 2-38-16,0 0-42 0,4 3-44 0,3 1-53 0,-4 2-62 0,1 0-84 15,-13 1-256-15,4 2-535 0,-2-3 237 16</inkml:trace>
  <inkml:trace contextRef="#ctx0" brushRef="#br0" timeOffset="74945.45">3833 9457 88 0,'-5'5'301'15,"1"2"3"-15,0-5 14 0,2-1-3 0,2-1-12 16,-4 5-33-16,4-5-14 0,0 0-26 0,7 2-22 15,-7-2-26-15,17-3-20 0,1-1-43 0,5 3-53 16,-5-4-64-16,5 1-66 0,5-3-88 0,0 2-103 16,-1-5-188-16,-2 5-479 0,-4-2 213 0</inkml:trace>
  <inkml:trace contextRef="#ctx0" brushRef="#br0" timeOffset="75123.8">4348 9377 287 0,'0'0'464'0,"0"4"-30"16,0-4-31-16,0 0-22 0,0 0-56 0,0 0-17 16,0 0-38-16,0 0-51 0,0 0-63 0,0 0-83 15,0 0-80-15,4 1-84 0,-4-1-97 16,6 0-98-16,-6 0-172 0,0 0-497 0,0 0 220 16</inkml:trace>
  <inkml:trace contextRef="#ctx0" brushRef="#br0" timeOffset="75647.19">2880 9726 100 0,'-5'0'228'0,"5"0"-1"15,-9 0-2-15,9 0-4 0,0 0-16 0,-11-2-12 16,11 2-7-16,-6-1-12 0,6 1-11 0,0 0-7 15,0 0-10-15,0 0-9 0,0 0-7 0,-6 0-7 16,6 0-9-16,0 0 1 0,0 0-11 0,0 0-9 16,0 0-9-16,0 0-7 0,0 0-8 0,0 0-6 0,0 0-11 15,0 0-5-15,-8 1-7 0,8-1 0 0,0 0-4 16,0 0-3-16,0 0 1 0,0 0-7 0,0 0-9 0,0 0 3 16,27 4 1-16,-4-4 0 0,11 3 2 0,21-3-2 15,12-3 2-15,33 1 10 0,4-3 9 0,12 0-4 16,2 3-8-16,6-1 22 0,-4-1-4 15,0 3 7-15,-6-1-1 0,-11-3-8 0,-2 3 1 0,-9 2-8 0,-29 0 4 16,0-3 6-16,-5 3 1 0,0-1 3 0,-21 0 5 16,-1 1 0-16,-4-2 10 0,-11 2-6 0,-1-1-1 15,-9 1-2-15,0-1-1 0,-3 1 3 0,0 0 4 16,-3-1-9-16,-5 1-14 0,11 0-23 0,-11 0-36 0,0 0-61 16,8 0-84-16,-8 0-89 0,0 0-128 0,0 0-356 15,-30 0-793 1,18-2 351-16</inkml:trace>
  <inkml:trace contextRef="#ctx0" brushRef="#br0" timeOffset="77567.59">9191 8992 165 0,'-1'-7'268'0,"1"3"-6"0,0 4-4 16,-2-8-1-16,4 4-3 0,-2 4-9 0,0-4-14 0,0 4-13 0,1-7 3 16,-1 7-16-16,1-4-5 0,-1 4-15 0,0-3-15 15,0 3-15-15,0 0-24 0,0 0-9 16,0 0-12-16,0 0-13 0,0 0-19 0,0 0-28 0,0 0-21 15,0 0-20-15,0 0-11 0,0 0-2 0,-4 14-3 16,3-1-1-16,-2 2 3 0,1 2-5 0,0 4 2 16,-1 4 5-16,0 4-4 0,2-4 5 0,-1-4-5 0,0-2 4 0,-3 0 1 15,5-2-1-15,-3 0 0 0,3-5 2 0,0 1-2 16,-1-3 1-16,0-1-1 0,1-2 2 0,0 0 2 16,1-3-1-16,-2 2 2 0,1-1 0 0,1 0 0 15,-2-1 1-15,1-4 4 0,0 5-2 0,0-5-21 16,0 5-20-16,0-5-33 0,1 4-35 0,0-1-39 15,-1-3-45 1,0 0-55-16,0 0-268 0,0 0-551 0,-3 3 244 0</inkml:trace>
  <inkml:trace contextRef="#ctx0" brushRef="#br0" timeOffset="78253.78">8161 9676 95 0,'0'0'149'0,"-4"-1"-2"15,4 1-7-15,0 0-2 0,0 0-8 0,0 0-4 0,-9 0-8 16,9 0-1-16,0 0-10 0,0 0-9 0,0 0-8 15,0 0-5-15,-5-2-7 0,5 2-3 0,0 0-11 16,0 0 3-16,0 0-12 0,0 0-5 0,0 0-3 16,0 0-7-16,0 0-1 0,0 0-3 0,0 0-5 0,0 0-2 0,0 0-4 15,0 0-2-15,0 0-7 0,0 0-1 16,-8 3-2-16,8-3 0 0,0 0 1 0,0 0-7 16,0 0 2-16,0 0 2 0,0 0 2 0,0 0 2 15,0 0-2-15,0 0 1 0,0 0-1 0,0 0 0 0,0 0-1 16,0 0 1-16,0 0-2 0,0 0 2 0,23-3 1 15,-11 3 7 1,8-1-3-16,12-1 5 0,24 0 8 0,6-5 2 16,35 0 6-16,7 2 4 0,9-3 4 0,6 1 2 0,8-2 3 15,8 6-3-15,6-5 4 0,8 4-1 16,5-2 1-16,-2-3 0 0,0 7 1 0,-7-1-2 16,-7-2-3-16,-5 2-4 0,-5-1-9 0,-8 2 2 15,-9-2-5-15,-15 1-3 0,-29 2-2 0,22-3-2 0,-33 1 1 16,-2 3-5-16,-16-2 6 0,-5-1-10 0,-2 1 14 0,-12 0 7 15,-6 1 12-15,0-1 16 0,-3 4 17 0,-2-4 27 16,-2 2 0-16,-1-2 1 0,1 2 1 0,0-3-7 16,-6 3-11-16,0 0-11 0,9 0-23 0,-9 0-25 15,0 0-50-15,6 0-50 0,-6 0-49 0,0 0-59 16,0 0-116-16,0 0-378 0,0 0-721 0,-23 0 319 16</inkml:trace>
  <inkml:trace contextRef="#ctx0" brushRef="#br0" timeOffset="81998.13">8744 10125 161 0,'-2'-5'202'16,"1"0"-16"-16,1 0-3 0,-1-2-7 0,1 0-13 15,0 2-15-15,0 0-10 0,0 1-10 0,0-2-6 16,1 2-6-16,-1 1-4 0,1-2-5 0,-1 1-2 15,0 4-14-15,0-5-14 0,0 0-8 0,0 5-11 0,0 0-7 16,0-5-14-16,0 5-17 0,0 0-10 16,0 0-3-16,0 0-4 0,0 0-2 0,2 17-3 15,-2-5-1-15,-2 0 2 0,2 3-1 0,-2 2 2 0,2 2 1 0,-1 0-2 16,-1 1-2-16,1 4 2 0,0-2-1 0,1-4 4 16,-2 0-1-16,1 1-1 0,0-3-1 0,0-4-3 15,1 1-1-15,-4-1 6 0,8-2 0 0,-8 1 4 16,4-5 3-16,0-1 2 0,0 2 0 0,0-2 2 15,-1-1-2-15,1 1 5 0,0-5-3 0,1 6-1 16,-1-6 3-16,-1 4 3 0,1-4 0 0,0 0-3 0,1 3 1 0,-1-3 1 16,0 0 1-16,0 0 0 0,0 0 0 0,0 0 0 15,0 0-32 1,0 0-53-16,0 0-44 0,-5-12-43 0,5 2-37 16,0 0-169-16,-2-2-391 0,2-5 173 0</inkml:trace>
  <inkml:trace contextRef="#ctx0" brushRef="#br0" timeOffset="82437.97">8668 9988 18 0,'-2'-3'269'0,"-1"0"-1"0,3 3-11 0,-1-5-11 0,1 5-23 0,0-4-21 16,0 4-12-16,0 0-22 0,0-5-26 0,0 5-16 15,6-3-14-15,-6 3-16 0,9 0-9 0,3 3-9 16,0 0-9-16,4 2-9 0,2 2-5 0,1 4-6 16,7 1-5-16,-2 5 3 0,0 3-10 0,0 3-3 15,-2 2-3-15,-3-1-3 0,-1 3 0 0,-4 0-2 16,-1 2-3-16,-3 0-4 16,-3 0 2-16,-5 0-3 0,-2 0 2 0,-2-4-2 15,-6 0 1-15,-4 1 4 0,2-8 4 0,-4 3-1 16,-5 1 6-16,0-1-2 0,-2-4 4 15,3-4 3-15,1-1 3 0,-1-2 3 0,1-1 6 0,0 0 1 16,2-2 2-16,4 0 6 0,-2-1-1 0,5-3-2 16,2 2 17-16,1-3 4 0,-2 1 13 0,1-3 1 15,2 3 17-15,4-3 12 0,-5 1 12 0,5-1 1 0,-5 0 7 16,5 0-14-16,-4 1-8 0,4-1-5 0,0 0-10 0,0 0-8 16,0 0-10-16,0 0-11 0,-8 0-6 0,8 0-20 15,0 0-20-15,0 0-24 0,0 0-32 16,0 0-30-16,0 0-59 0,0 0-57 0,0 0-32 0,7-10-45 15,-5 5-40-15,2 1-58 0,0 1-328 0,4-5-734 16,-1 0 325-16</inkml:trace>
  <inkml:trace contextRef="#ctx0" brushRef="#br0" timeOffset="83286.59">9009 9860 117 0,'0'-5'296'0,"0"5"-12"16,0-5-16-16,0 5-17 0,0-3-24 0,0 3-15 15,0 0-20-15,3-4-19 0,-3 4-19 0,0 0-20 16,5-3-17-16,-5 3-11 16,0 0-17-16,9 0-11 0,-9 0-6 0,0 0-7 15,10 4-9-15,-6 2-5 0,1-1-12 16,-1 1-8-16,0 2-2 0,1 1-1 0,0 3-4 16,-1 1-3-16,-2-2-3 0,1 7 6 0,-3-2-13 0,0-5 4 15,0 1-5-15,0 0-2 0,-4-1 1 0,3-1-1 16,-2 0 3-16,2-2-4 0,-3-2 2 0,3 1-2 15,-1-2 1-15,0-1 5 0,1 0-7 0,1 3 0 0,0-5-2 16,0-2 0-16,-3 7 2 0,3-7 1 0,-1 5-1 16,1-5 8-16,0 3 9 0,0-3 3 0,0 4 7 15,0-4 3-15,0 0 8 0,0 0 4 0,0 0 2 16,0 0-6-16,0 0 10 0,0 0 7 0,-2 3-6 16,2-3 17-16,0 0 10 0,0 0 5 0,0 0 0 0,0 0-3 15,0 0-1-15,0 0-2 0,0 0-10 0,0 0-7 0,0 0-7 16,25-8-7-16,-7 1-2 0,13 0-4 0,3-2-5 15,3 4-5-15,13-6-2 0,1 1-3 0,-1 2-7 16,0-1-3-16,-12 1-1 0,-1 1 0 0,-1 4-4 16,-5-2 0-16,-4 0-11 0,-11 3 10 0,-1 2-11 15,-4-3 8-15,-1 2 0 0,-2 1-1 0,-2 0 2 16,-1-3-1-16,-1 2-5 16,-4 1 2-16,9-2-1 0,-9 2-22 0,6-2-38 15,-6 2-39-15,0 0-26 0,0 0-35 0,0 0-39 16,0 0-40-16,0 0-51 0,0 0-95 0,-15 9-207 15,9-8-633-15,-1 2 281 0</inkml:trace>
  <inkml:trace contextRef="#ctx0" brushRef="#br0" timeOffset="86246.56">9967 10349 8 0,'-13'4'113'16,"0"-2"-6"-16,4 0 5 0,0 1-8 0,1-3-3 16,2 2-5-16,1 0-3 0,5-2 3 0,-10 0-2 15,7 1-1 1,3-1 10-16,0 0-4 0,-9 1 1 0,9-1-3 0,0 0 1 16,0 0-1-16,0 0 3 0,-9 0-4 0,9 0-3 15,0 0-2-15,0 0-6 0,-5 1 4 0,5-1-8 16,0 0-2-16,0 0 1 0,0 0-10 0,0 0-6 15,0 0-5-15,0 0-3 0,0 0-9 0,0 0 1 16,0 0-7-16,0 0-1 0,0 0-2 0,0 0 0 16,0 0-5-16,0 0-2 0,0 0 0 0,0 0 1 0,-6 0-5 0,6 0 5 15,0 0-2-15,0 0-1 0,0 0 0 0,0 0 0 0,0 0-7 16,0 0 4-16,0 0-1 0,0 0-5 0,0 0-1 16,0 0-4-16,0 0 0 0,0 0 1 0,0 0-2 15,0 0-3-15,0 0 1 0,0 0-4 0,0 0 1 16,0 0 2-16,0 0-2 0,0 0 2 0,0 0-3 15,0 0 3-15,0 0-2 0,0 0 0 0,0 0 17 16,0 0-18-16,0 0 0 0,0 0-3 0,0 0-1 16,0 0 2-16,29-5-3 0,-13 3 1 0,5-1-2 15,7-3 0-15,8 0 0 0,0 1 0 0,16-1 10 16,-1-2-12-16,3 1 1 0,-17 2-4 0,19-2 3 16,-17 4-4-16,-1-1 4 0,-2 0 0 0,-3-2 1 15,-6 3 6-15,-4 1-5 16,-5 2-6-16,-5-3 1 0,-3 2 6 0,1-1-3 15,-6 2 0-15,2 0-5 0,-2-1-1 0,-5 1-12 16,10-1-7-16,-10 1-3 0,5-2-9 0,-5 2-9 16,0 0-11-16,0 0-11 0,0 0-8 0,-20 3-25 15,11-2-17-15,-3 1-22 0,2-1-20 0,0 2-29 16,2-3-12-16,-3 2-182 0,-1-1-416 0,1-1 185 16</inkml:trace>
  <inkml:trace contextRef="#ctx0" brushRef="#br0" timeOffset="86563.08">10218 10232 161 0,'-1'-4'269'0,"-4"0"5"0,5 2-4 15,0-4-6-15,0 6-7 0,-1-6-13 0,1 6-13 16,0-5-17-16,-3 2-19 0,3 3-17 0,0 0-15 15,0-4-24-15,0 4-17 0,0 0-12 0,0 0-16 16,0 0-16-16,0 0-10 0,0 0-26 0,0 0-6 16,0 0-5-16,-6 12-5 0,3-6-2 0,-1 2-4 0,3 4-2 0,-3 0-6 15,-1 5 3-15,0 0 4 0,1-2-6 0,-1 2 2 16,4-5-4-16,-3 2-1 0,0-1 4 0,1-1-2 16,1-1-1-16,2 2 1 0,-5-7 3 0,5 2-5 15,-3-1 9-15,2-2-18 0,1 2-11 0,-2 0-12 16,0-1-17-16,1-3-14 0,1 3-21 0,-3-3-19 15,3 1-29 1,-1 0-28-16,1-4-26 0,-2 5-33 0,2-5-253 0,0 0-500 16,0 0 222-16</inkml:trace>
  <inkml:trace contextRef="#ctx0" brushRef="#br0" timeOffset="87285.78">10807 9994 200 0,'3'-2'215'0,"-3"2"-15"0,0-4-13 0,0 4-14 15,0 0-13-15,4-3-13 0,-4 3-16 0,0 0-14 16,0 0-15-16,0 0-11 0,0 0-6 0,0 0-12 16,0 0-14-16,0 0-3 0,0 0-11 0,0 0-1 15,-4 12-1-15,4-2-4 0,-4 2-2 0,-1 4-4 0,1 4-3 16,-5-1-3-16,4 8-2 0,-8 2-2 15,2 1-3-15,1-1 0 16,-1-1-4-16,0 0 1 0,2 2-2 0,0-5-1 16,1 1 0-16,1-9-1 0,2 0-3 0,1-5 3 15,-1 0 5-15,2-1 9 0,0-1-1 0,1-3 0 16,1-1 11-16,-2-1-2 0,2 1 4 0,0-3 7 16,1-3 8-16,-3 6 6 0,3-4 11 0,0-2 13 15,0 0-8-15,0 6 3 0,0-6-4 0,0 3 1 16,0-3-4-16,0 0 0 0,0 0-4 0,0 3-4 0,0-3-9 0,0 0 3 15,0 0-4-15,0 0 1 0,0 0-1 0,0 0-12 16,0 0 11-16,0 0 3 0,0 0 3 0,0 0 0 16,0 0-12-16,10 0-4 0,-10 0 0 0,13-5-3 15,-1 2-14-15,5-1 1 0,1-1-4 0,2-1-21 16,1 2-17-16,-1-1-24 0,1-2-22 0,2 4-21 16,-1-3-22-16,-3 0-23 0,1-1-24 0,-7 5-28 0,5-4-17 0,-6 2-21 31,-1 1-28-31,-2-1-36 0,-4 1-169 0,-1-2-487 0,0 1 215 15</inkml:trace>
  <inkml:trace contextRef="#ctx0" brushRef="#br0" timeOffset="87596.62">10959 10300 194 0,'-1'-6'243'0,"1"6"7"16,0-4 0-16,0 4 2 0,-1-3-6 0,1 3-3 15,0 0-3-15,0 0-10 0,0 0-20 16,1-5-13-16,-1 5-23 0,0 0-18 0,0 0-21 0,0 0-17 15,0 0-17-15,0 0-20 0,0 0-12 0,-8 11-6 16,6-3-11-16,-2 5-6 0,-2 3-9 0,-1 3-3 16,0 6 0-16,-2 2-4 0,-1 1-5 0,2-2-1 0,1 3-5 0,-1-3-1 15,5-1 2-15,-3 0-7 0,2-7-3 0,1 0 8 16,-2 0-4-16,4-6-4 0,-2-2 0 16,2 1-1-16,2-1-1 0,-2-3 3 0,1 3-3 15,0-5 4-15,1 1 5 0,-2-5-7 0,1-1 9 0,-1 7 14 16,1-7 5-16,0 3 14 0,0-3 7 0,0 0 0 15,-4 4 0 1,4-4-6-16,0 0-2 0,0 0-7 0,0 0-15 16,0 0-43-16,0 0-88 0,0 0-94 0,5-11-112 15,-5 4-329-15,1-1-688 0,3-1 304 0</inkml:trace>
  <inkml:trace contextRef="#ctx0" brushRef="#br0" timeOffset="91074.26">11944 9214 78 0,'0'-5'247'16,"2"0"-15"-1,-1 0-24-15,3 0-17 0,1 2-20 0,-1-2-17 0,2 2-10 16,1-1-19-16,4 0-14 0,0 4-16 0,-1 0-9 16,2 1-8-16,0 3-3 0,2 2-15 0,-2-3-7 15,4 6-2-15,-2 3-6 0,0 1-15 0,-5 3-3 16,3 1 1-16,-1 8-1 0,-3-3-6 0,-3 4 0 16,-2-2-3-16,-1 3 1 0,-7-1-4 0,0 1 2 15,-3-3 0-15,-3 3-3 0,-2-2-2 0,-4-2 1 0,3 0-5 16,-4-2 2-16,6-7 1 0,-6 6-4 0,5-8 6 0,-2 2 5 15,1-2 3-15,0-4 1 0,5-1 4 0,0 0 5 16,1-2 5-16,-1-2 14 0,4 1 21 16,1-1 13-16,-1-1 28 0,1 0 22 0,4-2 21 15,0 0 3-15,0 0-18 0,0 0-11 0,-5-11-17 0,10 3-7 16,3-3-12-16,2-4-10 0,7-7-8 0,-2-1-14 0,4-3-1 16,0 2-6-16,2-2-2 0,2 3-11 0,0-3-3 15,-1 4-4-15,2-2-9 0,-1 2 1 0,-3 1-2 0,-4 7-5 16,0 1-3-16,-3-1-2 0,-2 6 9 0,-3 1-4 15,0 0-2-15,-3 2 4 0,-1 0-5 16,0 0-13-16,1 2 8 0,-3 2-17 0,2 0-13 16,-4 1-15-16,0 0-10 15,0 0 5-15,4 8 6 0,-7 3 0 0,-2 1 4 16,-2 6 4-16,-4 4-3 0,0 2 11 0,1 0-2 16,1 0-6-16,2-4 9 0,3-2 6 0,0 0-5 15,2-1 7-15,2 0-6 0,1-3 6 0,2 1 7 0,3-5 11 16,2 1-5-16,8-2-1 0,1 1-6 0,15 0-24 15,0-3-46-15,5-6-64 0,0 2-94 16,18-4-88-16,-4-2-278 0,4-4-645 0,-18-3 286 0</inkml:trace>
  <inkml:trace contextRef="#ctx0" brushRef="#br0" timeOffset="92925.38">13359 8978 24 0,'4'-2'173'0,"-4"-1"-3"16,4-1 5-16,2 3 3 0,-6 1-3 0,1-4-5 15,-1 4-11-15,0 0-2 0,2-7-15 0,-2 7-10 0,0 0-4 16,1-3-11-16,-1 3-9 0,0 0-12 0,0 0-7 16,0 0-10-16,0 0-12 0,0 0-7 0,0 0-7 15,0 0-5-15,-18 4-3 0,9-1-6 16,-5 2-5-16,-2 0-3 0,-1 5-5 15,-7 1-4-15,4-3 2 0,0-1-2 16,-8 5-3-16,3-1-5 0,0 2-1 0,2 0-1 16,5-1-4-16,3 1-2 0,-2-2 1 0,6 0-2 15,-1-3-2-15,3 1 1 0,2 2-1 0,0-2 1 0,1 0-3 16,2 0 6-16,4-1-4 0,0 2 2 0,4 0 3 16,4-2 0-16,1 2-1 0,2 1 1 0,6 1 7 15,2-1-7-15,4 3 3 0,2-1-4 0,-2 3 0 0,-1-9-1 16,-4 4-3-16,5 2 0 0,-4-3 1 0,-5 0-3 15,-3-3 1-15,2 5-1 0,-4-3 0 0,-2-1-5 16,0 0 1-16,-4 1 1 0,0-1 0 0,-5-2 4 16,1 4 0-16,-4-1 4 0,-5-1-1 0,-3 2 1 15,-5-1-4-15,0-1 10 0,-1 0-6 0,-5 2-3 16,2-5 1-16,1 1 0 16,1-2 2-16,-3-1-2 0,5-1 0 0,3 0-12 15,2 1-20-15,2-1-12 0,0-2-16 0,5 0-31 16,1-4-35-16,5 4-41 0,1-5-42 0,-1 5-180 15,13-10-415-15,3 2 184 0</inkml:trace>
  <inkml:trace contextRef="#ctx0" brushRef="#br0" timeOffset="93241.76">13629 9274 273 0,'-3'-4'344'0,"2"0"-13"0,1 4-4 16,-4-2-22-16,4 2-18 16,-2-3-27-16,2 3-34 0,0 0-21 0,0 0-32 15,0 0-14-15,0 0-25 0,0 0-12 0,0 0-14 16,0 0-14-16,0 0-13 0,0 0 0 0,2 15-16 16,-2-6-2-16,0-4-9 0,0 4-3 0,0 2-7 15,4 1-3-15,-4-1-10 0,0-1 4 0,0 3-4 16,1-4-1-16,-1 2-10 0,0 0 7 0,0-4-7 15,0 1 3-15,0 0-6 0,-1-2-14 0,1 1-13 0,0-2-9 0,0 0-5 16,-3-2-13-16,3-3-8 0,-1 7 3 0,1-5-17 16,0-2-5-16,0 0-9 0,-4 3-10 0,4-3-54 15,0 0-55-15,-10-11-39 0,5 2-32 16,1-1-202-16,-2-7-503 0,3-2 223 0</inkml:trace>
  <inkml:trace contextRef="#ctx0" brushRef="#br0" timeOffset="93379.83">13585 9119 177 0,'2'-9'236'0,"0"1"-5"15,-2 0-3-15,1 3-4 0,2 1-14 0,-2-3-12 16,3 4-16-16,-3-3-19 0,2 2-17 16,0 2-15-16,0-1-11 0,1 1-18 0,-4 2-27 15,9-2-32-15,-9 2-31 0,9 3-40 0,-5-1-45 0,1 2-38 16,-1 0-44 0,1-1-198-16,-4 1-380 0,4 5 169 0</inkml:trace>
  <inkml:trace contextRef="#ctx0" brushRef="#br0" timeOffset="93780.86">13927 9256 208 0,'0'0'279'0,"0"0"-33"0,0 0-25 0,0 5-27 16,0-1-14-16,0-4-24 0,-2 6-16 0,2 1-19 15,-2 2-9-15,-1 2-8 0,-1-1-15 0,1 3-8 16,-1-1-8-16,-1-1-4 16,-2 6-8-16,3-5-5 0,-3 3-6 0,2-4-9 15,1-1-2-15,-3-1-3 0,5 1-4 0,-2-3-5 16,1-2 3-16,2 0 2 0,-3-1 20 0,3 0 17 16,0 0 30-16,1-4 36 0,-3 4 34 0,3-4 38 15,0 0 23-15,0 0 16 0,0 0-16 0,0 0-22 16,0 0-21-16,9-18-22 0,0 10-16 0,-4-1-16 15,4-2-15-15,5 1-10 0,-5 2-15 0,1 1-8 0,1-1-7 0,-5 1-16 16,0 3-7-16,0-2-10 0,0 5-9 0,-2-2-13 16,2 3 3-16,-6 0-6 0,10 0-12 0,-4 2-11 15,1 0-6-15,-1 1-11 0,2 4-5 0,1 0-11 16,-3 0-21-16,2 1-11 0,-3 1-35 0,3 0-26 16,-3-1-15-16,1 2-22 0,-2 0-23 0,-4 0-28 15,1-6-34-15,2 8-19 0,-3-9-21 0,0 4-56 0,0-4-218 0,0-3-612 16,-4 2 271-16</inkml:trace>
  <inkml:trace contextRef="#ctx0" brushRef="#br0" timeOffset="94282.13">14125 8935 165 0,'1'-4'305'0,"2"0"-12"0,-2 0-19 0,2 0-16 15,0 3-20-15,1-3-23 0,1 1-19 0,0 2-19 0,2-1-21 16,0 0-15-16,1 2-16 0,3 0-12 0,1 0-13 16,-1 0-4-16,1 3-6 0,7 1-8 0,-7 1-4 0,0-1-10 15,5 4-2-15,-6-2-9 0,0 5-8 16,-1-1-7-16,3 2-5 0,-11 1-4 0,2 0-5 15,1 2 1-15,-5-3-3 0,-5 4-2 0,1 0 7 16,-5-2-15-16,2 0-1 16,-2 3-3-16,-3-2 2 0,0-1-2 0,1-2 4 15,2-3-8-15,-5 2 5 0,5-2-4 0,3-3 2 16,0-1-1-16,0 1-3 0,1-3 1 0,1 1 4 16,2 0 25-16,-1-2 27 0,3-2 24 0,-4 4 7 15,2-3 8-15,2-1 2 0,0 0-3 0,0 0-8 16,0 0-7-16,24-5-18 0,-5 2-1 0,8-2-11 15,4 0-3-15,1-2-8 0,2 0 4 0,1 0-15 0,-1 0-4 0,1 2-1 16,-2 2-3-16,-5 1-12 0,-10 1 3 0,-1-2 5 16,-5 1-10-16,1 0 5 0,-5 2-3 0,-2-3 2 15,1 2 5-15,-7 1 6 0,10 0-4 0,-5-1-1 16,-5 1-3-16,5 0-7 0,-5 0-35 0,0 0-34 16,7-2-42-16,-7 2-41 0,0 0-39 0,0 0-30 15,0 0-27-15,0 0-42 16,-11 10-74-16,2-9-263 0,2 0-665 0,0 1 294 15</inkml:trace>
  <inkml:trace contextRef="#ctx0" brushRef="#br0" timeOffset="95115.35">14845 9150 87 0,'3'-3'277'15,"0"0"-11"-15,0 1-22 0,1-2-12 0,1 1-23 16,0 3-16-16,3-2-26 0,-2 2-15 0,4 3-17 15,-2-1-9-15,1 2-22 0,0 1-9 0,1 0-4 0,-2 3-11 16,1 3-7-16,0-3-7 0,-4 4-3 0,3 3-6 0,-3 0-1 16,-4 3-9-16,-1 0-1 0,-5 1-9 0,1 0-2 15,-5 5-3-15,-1-1 0 0,-3-1-1 0,2-5-4 16,-2-1-2-16,0-2-3 0,-1 1-4 0,4-1 2 16,0-4-3-16,1-3 3 0,1 1 6 0,3-2 1 15,1-3 17 1,-1 2 10-16,1-1 23 0,2-1 18 0,2-3 44 15,-3 3 26-15,3-3 15 0,-2 2 12 0,2-2-15 16,0 0-17-16,7-10-16 0,1 0-23 0,5-4-7 16,1 0-11-16,6-5-15 0,4-4-5 0,3 3-12 15,-4-5-9-15,4 3-8 0,-3-2-7 0,2 0-6 16,-2 3-1-16,-2 0-5 0,-7-1-1 0,-1 8 0 16,-3 5-6-16,-4 1-2 0,-2 1 0 0,2 0 1 0,-1 4-1 0,-1-2-6 15,-1 2-9-15,-3 2-7 0,-1 1-21 0,4-5-21 16,-4 5-11-16,0 0-1 0,0 0 3 0,-8 15 4 15,3-1 8-15,-2 3-3 0,-3-1 9 0,-1 6 4 16,2 3 1-16,-5-2 3 0,7 2 1 0,-1-6-1 16,3 5 6-16,1-6 5 0,4 1 1 0,0-2 14 15,5 0 0-15,-1-5 5 0,4 2 17 0,3-2-3 0,6 1 7 0,3-6 10 16,-2 3-4-16,10-3 8 0,7 0 4 0,-2-2 1 16,4-1 3-16,-3-3 1 0,2 1-2 0,-4 0 1 15,-4-1-2-15,-5-2 4 0,-6 2 6 0,-3-1 6 16,-4-1 1-16,-1 0 2 0,-1 1-2 0,-2 0-3 15,-1-1-7-15,-5 1 1 0,9 0-5 0,-9 0-6 16,0 0-11-16,7 0-15 16,-7 0-22-16,0 0-27 0,7 0-36 0,-7 0-49 15,0 0-50-15,5 1-54 0,-5-1-26 0,0 0-13 16,0 6-28-16,0-6-55 0,-5 6-89 0,3-4-317 16,-5 0-805-16,7-2 356 0</inkml:trace>
  <inkml:trace contextRef="#ctx0" brushRef="#br0" timeOffset="96549.9">6794 12269 115 0,'0'0'167'16,"0"0"-13"-16,0 0-4 0,0 0-7 0,0 0-16 0,0 0-3 15,0 0-5 1,-2-4-3-16,2 4-5 0,0 0-6 0,0 0-3 16,0 0-19-16,0 0 3 0,0 0-9 0,9-3-7 15,-9 3-7-15,13-2-5 0,-1 0-10 0,1-1-3 0,6 3-4 16,2-1-8-16,7-1-18 0,2 1-28 15,-3 2-35-15,0-3-43 0,3 0-47 0,-8 1-173 16,-2-1-336-16,0 2 149 0</inkml:trace>
  <inkml:trace contextRef="#ctx0" brushRef="#br0" timeOffset="96904.04">6784 12455 104 0,'0'0'213'0,"0"0"5"16,-7 0-12-16,7 0-10 0,0 0-12 0,-5 3-15 15,5-3-1-15,0 0-15 0,0 0-5 0,0 0-6 16,0 0-11-16,0 0 0 0,0 0-19 0,0 0-9 16,26-3-9-16,-4 2-10 0,9-7-9 0,5 3-6 0,1 1-10 0,15-3-36 15,-13 3-50-15,-1 2-70 0,15-5-78 0,-19 4-240 16,-2-1-447-16,1-3 198 0</inkml:trace>
  <inkml:trace contextRef="#ctx0" brushRef="#br0" timeOffset="97636.88">8976 11821 70 0,'1'-7'226'0,"1"1"4"16,-1-2 4-16,0-1-2 0,1 0-2 16,0 2-6-16,1 0 1 0,-2-2 1 0,2 4-6 0,-2-1-10 15,0 1-14 1,2 1-25-16,-2 0-8 0,0 0-22 0,-1 4-18 16,3-4 2-16,-3 4-35 0,0 0-15 0,0 0-19 15,0 0-19-15,0 0-8 0,0 0-5 0,0 0-4 0,-4 16 9 0,3-6-13 0,0 2 1 16,1 3-10-16,-4 2 3 0,4 2 1 0,-2 1-1 15,1-2-5-15,1-3 7 0,-1 3-6 0,-1-2 6 16,4-4-1-16,-2-1-5 0,0 1 3 16,0-2-3-16,0 1-10 0,-2-1-38 0,4 0-24 15,-4-2-26-15,0-2-30 0,-1 5-36 0,2-5-42 16,-2 3-45-16,1-6-225 0,-2 4-508 0,-1-4 225 16</inkml:trace>
  <inkml:trace contextRef="#ctx0" brushRef="#br0" timeOffset="98122.52">8433 12266 48 0,'-10'1'115'15,"10"-1"-15"-15,0 0-9 0,-4 3-9 0,4-3 2 16,-4 1-2-16,4-1-4 0,0 0-1 0,0 0-4 16,-6 1 8-16,6-1-6 0,0 0 14 0,0 0-7 0,0 0 3 0,0 0 11 15,0 0-4-15,0 0-5 0,-4 3 6 0,4-3-6 16,0 0-6-16,0 0-6 0,0 0-6 0,0 0-7 15,0 0 2-15,0 0 2 0,0 0 6 0,0 0 3 16,27-5-8-16,-8 1-2 0,17-2-3 0,14-2-5 16,11-1-2-16,39-4 1 0,3-1 1 0,6 4 4 15,3-2 3-15,11-1 6 16,7 2 0-16,3-4 0 0,3 6 0 0,-4-1-6 16,-5-1 2-16,-6 1 1 0,-7 2-2 0,-8-2-7 15,-9 4 0-15,-6-3-6 0,-27 7-3 0,-6-2-9 16,-4 1-4-16,-3-2-2 0,-16 3 6 0,-4-1 2 15,-11 1 5-15,-6 1-1 0,0 1 10 0,-5-1 14 16,-1 0 21-16,-3-1-3 0,2 2-5 0,-7 0-3 16,7-1-24-16,-7 1-23 0,8-1-32 0,-8 1-68 0,0 0-72 0,0 0-55 15,-23 0-67-15,9 1-80 0,-6 0-227 0,1 1-615 16,0-1 272-16</inkml:trace>
  <inkml:trace contextRef="#ctx0" brushRef="#br0" timeOffset="98741.25">8675 12793 112 0,'1'-2'214'0,"0"-2"3"0,-1 4-3 0,3-5-14 16,-2 0-15-16,-1 5-24 0,0 0-15 0,0-5-17 16,0 5-14-16,0 0-18 0,0 0-16 0,0 0-14 0,0 0-13 0,0 0-10 15,0 0-2-15,3 15-7 0,-3-8-10 16,-3 8 0-16,-1-1 2 0,3 5 0 0,-4 0-3 16,0 6 1-16,-3 1-1 0,4 3-4 0,-1-4 0 0,-3 3-5 15,6-3 1-15,-2-6-1 0,-1-2 1 0,2 3 1 16,2-4-5-16,0-6-1 0,-2 2 1 0,2-2 0 15,1-1 3 1,-3-1-5-16,2-1-1 0,1-4 5 0,0 2-4 16,0-5 2-16,-4 6 2 0,4-3-1 0,0-3 1 15,-1 2-8-15,1-2-9 0,0 0-11 0,-4 3-52 0,4-3-59 16,0 0-52-16,-14-8-188 0,9-1-396 0,1 2 176 16</inkml:trace>
  <inkml:trace contextRef="#ctx0" brushRef="#br0" timeOffset="99125.26">8569 12765 146 0,'0'-5'217'0,"0"5"-23"0,0 0-21 0,0-5-17 16,0 5-23-16,0 0-11 15,0 0-13-15,0 0-10 0,0 0-12 0,16 10-7 16,-8-3-10-16,1-2-7 0,6 9-3 0,2-1 2 15,2 4-4-15,0 1-7 0,2 2 1 0,-1 2-1 16,0 0-5-16,-3 0-9 0,0 0 3 0,-4 7-5 16,-1-5-4-16,-3 4 4 0,-5-3-8 0,1 0 1 15,-7-4-1-15,-2 3 5 0,-1 0 4 0,-1-5 8 16,-5 5 7-16,1-9 19 0,-2 2 1 0,0 0 2 0,-3-5 4 0,-1 3-5 16,2-3-3-16,-1-1 3 0,-1-2-3 0,5-1-3 15,-1-2-5-15,-2-1-1 0,5 1-6 0,1-3-4 16,2 0-7-16,-1 0 0 0,1-2-1 0,3 2-8 15,-1-1 1-15,4-2 12 0,-4 2-2 0,4-2 2 16,0 0-5-16,-5 1-6 0,5-1-30 0,0 0-29 16,0 0-39-16,5-12-39 0,1 6-48 0,-1-3-72 0,4 0-65 15,0-4-197-15,0-1-523 0,4-1 233 0</inkml:trace>
  <inkml:trace contextRef="#ctx0" brushRef="#br0" timeOffset="99642.34">8846 12515 142 0,'5'-5'252'0,"-3"4"-13"16,1-2-21-16,2 1-19 0,-5 2-22 0,12-3-15 16,-7 6-18-16,4-3-19 15,-3 0-14-15,1 1-11 0,-1 2-9 0,4 2-16 16,-3 0-4-16,-1 2-5 0,2 3-8 0,-1 0-5 15,0 6-7-15,-2 1-4 0,-1 1-1 0,-3 1-4 16,-1 5-3-16,-3-3-1 0,0-1-1 0,-1-2-2 16,-3 0-1-16,0 0-2 0,-1-2 2 0,4-4-6 15,-1 1 5-15,0-4-8 0,1-1-5 0,-1 0 0 16,4-2-3-16,-3-1 5 0,4-1 10 0,-4 2 22 0,4-4 9 0,0-2 7 16,0 5 10-16,0-5 6 0,0 4 20 0,0-4-4 15,9 1-2-15,-1-1 6 0,3 0-10 0,1-1-6 16,6-1-11-16,1 2-3 0,0-2-8 0,0 0-16 15,-1-2 2-15,1 3-1 0,0 1-12 0,-5-3-3 16,0 3 2-16,-1 0-7 0,-5 0-4 0,-2-3-4 16,2 2 2-16,-8 1-3 15,10 0-13-15,-10 0-22 0,7-1-25 0,-7 1-39 16,0 0-39-16,0 0-46 0,7 2-14 0,-7-2-11 16,-1 6-50-16,1-6-50 0,-9 6-206 0,6-3-537 15,1-1 238-15</inkml:trace>
  <inkml:trace contextRef="#ctx0" brushRef="#br0" timeOffset="100043.36">9360 12977 106 0,'0'0'190'16,"0"0"-5"-16,-5 1-1 0,5-1-11 0,0 0-17 15,0 0-9-15,-7 2-9 0,7-2-8 0,0 0-8 0,0 0-6 16,-2 2-4-16,2-2-4 0,0 0-4 16,0 0-7-16,0 0-4 15,0 0-3-15,0 0-4 0,0 0 0 0,0 0-6 16,0 0-3-16,0 0 3 0,0 0-4 0,0 0 5 15,20-2 0-15,-7 2-7 0,5-2-1 0,2 1-8 16,12-3 0-16,0 2-6 0,1-5-2 0,4 3 4 16,-1 0-7-16,-1-1-3 0,-1 4-9 0,-2-6-1 15,-4 5-3-15,-9 0-5 0,-2 0-3 0,-2-1-2 16,-5 3-5-16,1-1 3 0,-5 0 0 0,2-2 8 0,-3 1 0 0,-5 2-6 16,9-1-3-1,-9 1-11-15,5-1-13 0,-5 1-18 0,0 0-17 0,6 0-18 0,-6 0-23 0,0 0-21 16,0 0-60-16,0 0-51 0,0 0-31 15,0 0-264-15,-18-4-542 0,12 3 240 0</inkml:trace>
  <inkml:trace contextRef="#ctx0" brushRef="#br0" timeOffset="100328.47">9639 12835 298 0,'-2'-3'333'0,"2"3"-3"0,-1-5-8 0,1 5-11 0,0 0-23 0,-2-6-23 16,2 6-25-16,0 0-23 0,0 0-28 0,0-3-22 15,0 3-20-15,0 0-25 0,0 0-24 16,0 0-10-16,0 0-14 0,0 0-9 0,-1 14-14 16,0-7-8-16,0 6 3 0,-1-1-7 0,0 5-2 0,-1 1-3 15,2 1-6-15,-2 2-1 0,1 4-1 0,-2 3-1 16,1-3-2-16,1 1 2 0,-3-8-37 0,2 1-33 0,1-2-37 15,-2-1-39-15,0-1-50 0,-1 1-42 0,2-4-62 16,-2-4-232-16,1-1-548 0,3-2 242 0</inkml:trace>
  <inkml:trace contextRef="#ctx0" brushRef="#br0" timeOffset="100882.92">10222 12665 31 0,'0'-4'270'0,"4"2"-19"16,-4 2-21-16,0 0-19 0,4-3-23 0,-4 3-24 15,0 0-23-15,0 0-9 0,0 0-15 0,0 0-13 16,0 0-8-16,1 9-3 0,-2-2-7 0,0 1-8 0,-1 2-6 0,0 4-7 16,-2 2-4-16,0 1-3 0,-2 1-5 0,-3 4-5 15,0 5-3-15,-4-5-4 0,4 2-2 0,-3 0-5 16,1 0-3-16,2-6-3 0,1-2-2 0,0-1 1 0,1-1-4 16,2-2-3-16,1-5 0 0,0 3 0 15,2-3 3-15,-1-4 15 0,2 2 5 0,0-1 10 16,-1 1 11-16,-1-4 7 15,3-1 11-15,-2 7-2 0,2-7 11 0,0 4-2 16,0-4 2-16,5 3 1 0,-5-3-8 0,11-1-9 16,-11 1-3-16,21-2-11 0,-4-4 4 0,3 1-11 15,3 4-10-15,8-6-29 0,-4 0-35 0,5 2-37 16,-4-1-38-16,0-3-39 0,-1 4-45 0,-8 1-45 16,4-3-45-16,-6 3-267 0,-1-2-579 0,-4 1 256 15</inkml:trace>
  <inkml:trace contextRef="#ctx0" brushRef="#br0" timeOffset="101076.82">10443 12889 334 0,'0'0'343'0,"0"0"-7"0,-2-3-7 0,2 3-15 0,0 0-19 0,0 0-24 0,0 0-36 16,0 0-27-16,0 0-28 0,0 0-27 0,0 0-18 15,0 0-17-15,-6 12-14 0,4-5-10 0,-2 5-6 16,3 3-19-16,-4 2 14 0,1 9-17 0,0 1-9 15,0 0-1-15,2 2-69 0,-5 0-63 0,1 2-82 16,-2-1-109-16,-2 1-292 0,-8-7-607 0,9-10 269 0</inkml:trace>
  <inkml:trace contextRef="#ctx0" brushRef="#br0" timeOffset="105641.65">11690 11214 78 0,'0'-4'144'0,"0"4"-5"0,0 0-9 0,0 0-6 15,0 0-2-15,0 0-6 0,0 0-2 0,0 0-6 0,0 0-9 0,0 0-4 16,0 0-1-16,0 0-1 0,0 0 2 0,-1-6-5 16,1 6-4-16,0 0 0 0,0 0-4 15,0 0-2-15,0 0-3 0,0 0-2 0,0 0-6 16,0 0-5-16,0 0-9 0,4-4-3 0,-4 4-6 0,0 0-4 15,0 0-1-15,0 0-3 0,0 0 4 0,0-3-1 16,0 3-3 0,0 0-4-16,0 0 7 0,1-5 2 0,-1 5-2 15,3-3 3-15,-3 3 1 0,0 0 1 0,0-6-2 0,0 6 1 16,0 0-4-16,0 0 2 0,0 0-1 0,0 0-6 16,0-4 3-16,0 4-9 0,0 0-8 15,0 0 3-15,0 0-7 0,0 0-5 0,0 0-6 16,0 0-16-16,0 0-27 0,0 0-24 0,0 0-2 0,0 0 0 15,-7 18 10-15,2-3 3 0,0 4 3 0,1 10 2 0,-6 1 4 16,-7 16 2-16,2 4 5 0,0 6 14 0,-6-1-4 16,-4 27-5-16,4-26 9 0,-8 19 1 0,5-20 1 15,-6 0 7-15,-7 19 1 0,9-25-2 0,3-4 2 16,-2 2 9-16,3-6 0 0,5-12 0 0,-1 3 1 16,2-2 2-16,3-5 0 0,1-1 4 0,1-4-3 15,-1-4 2-15,8-4-2 16,-1-4 2-16,2 0 1 0,1-1 6 0,-1-1 13 15,1-3 14-15,3 2 18 0,-3-1 8 0,3-4 10 16,1 0-8-16,0 0-11 0,9-8-12 0,-1 2 2 16,6-3-8-16,2 0-5 0,1 1-3 0,2 0-5 15,-1-1-4-15,-1 4-7 0,3 0 4 0,-2 2-9 16,1 0-2-16,-1 3-1 0,0 1 1 0,-2 3-6 16,1 3-3-16,0 2-1 0,-2 7 0 0,-1 6-2 0,-4 7 1 0,-1-1-3 15,-1 6 4-15,-7 13-5 0,-2 3 4 0,-8 4-4 16,1-1 3-16,-5 3 1 0,-2-1 1 0,-2-4-4 15,0-1-1-15,1-1 1 0,0-3-3 0,5-14 4 16,3 1 2-16,0-3-4 0,0-3 1 0,4-3 0 16,0-5 3-16,3-2 5 0,1 0 1 0,3-5 0 15,3-3 4-15,6 5 3 16,3-6 1-16,12 0 1 0,0-4-3 16,3-3 1-16,5-1-8 0,3-4-21 0,16-5-33 0,-5-3-52 15,5-3-69-15,3-1-87 0,-6-5-203 0,-1-1-501 16,2-3 222-16</inkml:trace>
  <inkml:trace contextRef="#ctx0" brushRef="#br0" timeOffset="106506.56">12656 11531 205 0,'3'-2'216'16,"-3"2"-15"-16,5-7-13 0,-1 3-18 0,-3 3-15 16,3-2-21-16,1 1-15 0,-1-1-12 0,1 2-15 0,-5 1-7 0,9 4-9 15,-4 1-11-15,1-4-7 0,0 7-11 0,0-3-4 16,-1 7-5-16,-1 3-5 0,-1 2-2 0,-3 2-2 16,2 5-9-16,-4 0-7 0,-1 2 1 0,-1-1 3 0,-2 1-3 15,3-1-6-15,-9 0 4 0,4-7-3 16,0 5 1-16,0-7-1 0,1 1 1 0,2-5-3 15,0-3 1-15,-1-1 0 0,3 0 4 0,0-2 21 0,-1-1 13 0,0-2 24 16,3 0 26-16,0 1 26 0,1-4 27 0,-4 4 33 16,4-4 27-16,0 0 28 0,0 0 6 0,0 0-23 15,0 0-22-15,9-16-24 0,-1 6-19 0,1-6-16 16,2-1-12-16,3-6-15 0,-1 2-11 0,3-1-16 16,-1 0-13-16,-3 10-3 0,-4-2-12 0,1 7-4 15,-3-3-6-15,-2 5-7 16,0 0-12-16,0 0-8 0,-3 1-15 0,3 1-21 15,-3 0-26-15,-1 3-30 0,4-2-23 0,-4 2-1 16,4 8 8-16,-4-2 11 0,1 4 9 0,4 3 8 16,-5 1-9-16,4 5 10 0,1 6 2 0,2 0-1 15,-1 1 3-15,4-2-19 0,3 2-33 0,3-3-47 16,0 2-60-16,3-6-82 0,-5-6-304 0,9 2-649 16,-9-3 288-16</inkml:trace>
  <inkml:trace contextRef="#ctx0" brushRef="#br0" timeOffset="107098.47">12378 12172 67 0,'-4'0'256'16,"4"0"-2"-16,-9 3-6 0,9-3-3 0,0 0-6 16,0 0-14-16,-9-3-21 0,9 3-12 0,0 0-19 0,0 0-13 0,0 0-10 15,0 0-9-15,-5 3-7 0,5-3-4 0,0 0-3 16,0 0 0-16,0 0-4 0,0 0 1 0,0 0-8 16,0 0-6-16,0 0-5 0,0 0-8 0,0 0-4 15,0 0-9-15,0 0-10 0,0 0 3 0,0 0-12 16,0 0-13-16,0 0 6 0,0 0-11 0,0 0-3 15,0 0-1 1,0 0-12-16,0 0-7 0,0 0 7 0,0 0-10 16,0 0 4-16,0 0-5 0,0 0-9 0,0 0 3 15,0 0 0-15,0 0 0 0,0 0-8 0,0 0 0 0,0 0-7 16,0 0 7-16,-8 0-1 0,8 0 1 16,0 0-7-16,0 0 8 0,0 0-9 0,0 0 8 15,0 0-5-15,0 0 1 0,0 0 0 0,0 0 1 0,0 0-2 16,0 0 3-16,0 0-6 0,0 0 6 0,0 0-1 0,0 0-3 15,0 0-4-15,0 0 2 0,0 0 2 0,0 0 4 16,0 0 7-16,0 0-11 0,0 0-1 0,0 0-2 16,0 0 3-16,32-3 2 0,-10 3 3 0,14-2-17 15,15-4 20-15,10 0-3 0,33 1-4 0,-2-2 4 16,6 0 6-16,4 2-5 0,-6 0 4 0,-4-1-5 16,-28 5 6-16,-1-2-14 0,-7 1 12 0,-1 1 2 0,-3 0-2 0,-16 0-1 15,-6 1 3-15,-1 0-2 0,-11 0-5 0,-4 0 6 16,-3-2-11-16,-3 0 5 0,-1 2 2 0,-2 0-12 15,1-1 0-15,-6 1-16 0,0 0-28 0,0 0-25 16,0 0-23-16,-27-2-19 0,9 2-26 0,-4 2-25 16,-6 3-29-16,1 0-45 0,4-1-48 0,-5 2-272 15,1 1-608-15,6-5 268 16</inkml:trace>
  <inkml:trace contextRef="#ctx0" brushRef="#br0" timeOffset="107731.4">12802 12376 159 0,'8'-5'249'0,"-2"2"-26"0,4-1-18 16,1 0-12-16,0 2-17 0,3-1-13 0,-1 2-17 0,5 0-12 16,0-1-14-16,2 2-12 0,-1 0-9 0,-8 3-16 15,1-1-10-15,1 2-11 0,-4 0-3 0,-1 1-5 16,-1 3-10-16,-3 1-5 0,-4 2-3 0,0 2-3 0,-6 3-5 0,-3 1-3 15,-4 10-3-15,-6-8 2 0,2 7 0 0,-7-3-7 16,4-1-2-16,-2 0-2 0,1-5-3 16,5-4 4-16,2 1 6 0,-2-1 2 0,4-5 5 15,-1-1-1-15,5 0 1 0,-1-2 3 0,4 0 7 16,-1-3 22-16,-1 2 25 0,5-3 23 0,-1 1 25 0,3-2 30 16,-5 3 26-16,5-3 10 0,0 0-14 0,0 0-20 0,4-11-16 15,1 4-18-15,0-2-9 0,4-3-14 0,0 5-14 16,0-4-11-16,1 5-6 0,-2-5-9 0,0 7-12 15,-2-3-3-15,4 0-11 0,-1 3-10 0,-2 0-4 16,0 3-2-16,6-1-5 0,-1 2-5 0,0 1-5 16,1 1-4-16,2 2 2 0,-1 2-2 0,-2 0-1 15,3 0 1-15,-2 2-4 16,2 1 0-16,-2-2 2 0,-3 1-1 0,3-2 4 16,-1 0-1-16,-1-1 1 0,-2 0-1 0,-1-3 4 15,-1 0 2-15,0 1 4 0,-1-3-1 0,5-1 2 16,1-3 2-16,1-1-4 0,4-4-4 0,-3 1 3 15,2-4-4-15,2 1-1 0,0 0-4 0,-4-1-4 16,3 1 13-16,-7 0-8 0,3 4 0 0,-4 0-5 16,-2 0-26-16,0 4-16 0,-1-1-49 0,-1-1-56 0,-1 3-67 0,-4 2-73 15,0 0-31-15,0 0-63 0,8 7-282 0,-10-3-716 16,2-4 317-16</inkml:trace>
  <inkml:trace contextRef="#ctx0" brushRef="#br0" timeOffset="109135.07">14278 11235 31 0,'1'-4'241'0,"-1"4"-10"0,0-5-14 0,0 5-14 15,0-7-12-15,0 7-20 0,5-2-16 0,-5 2-15 0,0 0-17 16,0 0-13-16,0 0-22 0,0 0-19 0,0 0-12 0,0 0-4 15,-15 13-6-15,-4 8-7 0,0 3-10 0,-11 15-4 16,-2 4-3-16,-1 5-4 0,-13 23 2 0,18-16-4 16,-13 20-3-16,14-23 3 0,6 5 1 0,1-1 1 15,4-2 10-15,6-3 0 0,3-2-3 0,6 1 11 16,5-13 2-16,5-3 3 0,1 0 6 0,6-4-1 16,1 1 2-16,5-2-2 15,2-7 2-15,4 1 0 0,-1-3 0 0,1-4-2 16,0-3-3-16,-2-1-5 0,1-2 6 0,-9-3-12 15,-3-1-4-15,-4-2-1 0,0 1 4 0,-5-5 0 16,2 2 7-16,-2 1 0 0,-1 1 2 0,0-1 1 16,-1-2-4-16,-4-1-1 0,5 1-5 0,-5-1-4 15,0 0-17-15,0 0-10 0,9 0-16 0,-9 0-38 16,0 0-108-16,0 0-75 0,-4-14-70 0,-1 5-158 0,4-1-500 0,-3 1 221 16</inkml:trace>
  <inkml:trace contextRef="#ctx0" brushRef="#br0" timeOffset="109504.78">14504 11644 116 0,'0'-9'322'0,"0"-1"-9"0,0 4-16 0,0 1-19 16,0-1-28-16,-1 4-27 0,1 2-26 0,0-5-21 15,0 5-22-15,-3-4-20 0,3 4-21 0,0 0-12 16,-1 10-15-16,-2 2-5 0,-3 5-15 0,2 11-8 0,-1 0-7 16,0 5-5-16,-1 0-4 0,-2 2-7 0,4 1-1 15,-2-1-6-15,3-2-5 0,1-2 8 16,0-1-12-16,2-2-2 0,0-9 1 0,0-2-2 0,0 2-1 0,2-4-2 15,-2-3-4-15,2-3 5 0,-2-1-3 0,0-3 8 16,0-1-2-16,0 2 0 0,0-3-3 0,0-3 0 16,0 5 5-16,0-5-1 0,0 4 14 0,0-4-16 15,1 3-13-15,-1-3-19 0,0 0-26 0,0 0-30 16,0 0-78-16,0 0-118 0,0 0-234 0,6-14-543 16,-2 6 241-16</inkml:trace>
  <inkml:trace contextRef="#ctx0" brushRef="#br0" timeOffset="110184.39">14986 11869 18 0,'-9'0'195'0,"3"3"-2"16,-1-3-4-16,3 0-1 0,-1 3-13 0,5-3-8 16,-6 1-13-16,6-1-10 0,-5 1-6 15,5-1-10-15,0 0-5 0,0 0-4 0,-8 0-2 16,8 0-3-16,0 0 4 0,0 0 6 0,0 0-3 0,0 0-6 15,0 0-7-15,0 0-4 0,0 0-6 0,0 0-4 16,0 0-15-16,0 0-11 0,0 0-7 0,0 0-2 0,0 0-8 16,0 0-9-16,0 0 11 0,0 0-19 0,0 0-3 15,0 0-3-15,0 0 3 0,0 0-8 0,0 0-2 0,0 0 1 16,0 0-3-16,0 0-1 0,0 0-4 16,0 0 0-16,0 0-4 0,-4 2 0 0,4-2 17 15,0 0-9-15,0 0 8 0,0 0 0 0,0 0 2 16,0 0 1-16,0 0 2 0,0 0-1 0,0 0 1 0,0 0-6 0,0 0 0 15,0 0-5-15,0 0-2 0,0 0 5 0,0 0-6 16,0 0-4-16,0 0-1 0,0 0-8 0,0 0 8 16,0 0 0-16,0 0-7 0,0 0 1 0,0 0 1 15,0 0-2-15,0 0 2 0,0 0-2 0,0 0 5 16,0 0 7-16,0 0-1 0,0 0-2 0,0 0 4 16,0 0-3-16,0 0 3 15,0 0-7-15,0 0 2 0,0 0 2 0,0 0-3 16,0 0 1-16,0 0-1 0,0 0-2 0,0 0 2 15,0 0-1-15,0 0-3 0,19-7 1 0,1 3-3 16,1 0 0-16,9-2-1 0,3 2-6 0,4-4 4 16,14-2-10-16,4 0 10 0,0 3 3 0,0-2-4 15,1 1-7-15,-1-1 8 0,-4 3-1 0,-15 4-3 16,-3-3 6-16,-1 0-3 0,-4 4-7 0,-11 0 4 0,2 0 3 16,-10 1-7-16,0-1 3 0,-1-1 2 0,-3 2-9 0,-5 0-16 15,7 0-23-15,-7 0-20 0,0 0-25 0,0 0-37 16,0 0-39-16,0 0-51 0,0 0-49 0,-31 5-301 15,20-3-616-15,2 0 272 0</inkml:trace>
  <inkml:trace contextRef="#ctx0" brushRef="#br0" timeOffset="113276.62">16233 11444 170 0,'0'0'201'0,"0"-5"-3"0,0 5-8 16,1-5-9-16,-1 5-12 0,0 0-11 0,0-4-11 15,0 4-15-15,0 0-12 0,0 0-9 0,0 0-10 16,0-4-12-16,0 4-7 0,0 0-9 0,0 0-10 16,0 0-7-16,0 0-3 0,0 0-8 0,0 0-5 15,0 0-6-15,0 0-6 0,0 0 3 0,0 0-7 0,0 0-6 0,0 0-1 16,0 0-4-16,0 0 2 0,0 0-1 0,0 0 1 16,0 0-4-16,0 0 0 0,0 0-2 0,0 0 0 15,0 0 1-15,0 0 1 0,13 1-1 0,-8-2-9 16,4 0 1-16,-1-2 0 0,-2 0 0 0,2 2 2 15,1 0-1-15,-3-2 2 0,2-1 12 0,-2 2 4 16,1-1 3-16,-2 1 16 16,0 0 4-16,-1-2 12 0,-2 3 3 0,-2 1 2 15,7-3-4-15,-7 3-2 0,4-3-2 0,-4 3-6 16,2-4-10-16,-2 4-9 0,0 0-8 0,0 0-5 16,0 0-6-16,-19 3-4 0,9-2 3 0,-3 2-4 15,-4 2-3-15,-2 4 2 0,0-1 0 0,-8 4-2 16,4 3-2-16,-1 3-1 0,-2 2 1 0,1 4-2 15,2 3 4-15,2-3-2 0,0 2 1 0,4 0-1 0,0 2-1 0,4 1-3 16,3-1-1-16,5-1 1 0,1 2-1 0,6-4-3 16,2 0 4-16,5-2 1 0,7-1 3 0,7-3 2 15,4-2-1-15,6-3 1 0,17-1-1 0,4-1 3 16,3-8 0-16,3-1-5 0,2-3 6 0,-4-1-4 16,1-2-3-16,-3-4-8 0,-6-1 0 0,-9 0 0 15,-5-1 2-15,-3-1-3 0,-2-2 6 0,-2-4-1 0,-6 2 5 0,-8 3 9 16,-3 3 8-16,-2-1 11 0,-5 1 0 0,3 0 6 15,-7 0-6-15,1 1 1 0,-4 2-7 16,1 0-4-16,-5 0-4 0,-1-1-3 0,-4 5-1 16,-2-1-3-16,-1 3-1 0,-4 1-1 0,-1 4-1 0,1 0-2 15,-3 3-3-15,2 0 2 0,1 4 1 0,3-3-1 16,2 1-7 0,0 2-8-16,2-1-2 0,3-3-8 0,3 0-1 15,5-1 3-15,-2 2 3 0,4-3 2 0,2 0 3 16,5-2 6-16,5-2-2 0,1 0 3 0,7-1 1 0,-3-2 2 15,3-3 0-15,7-2 3 0,-8 0-1 16,-1-2 0-16,-1-1 1 0,6-4 6 0,-9 1-3 16,-3-1-2-16,1-3 1 0,-1 0 3 0,-4-1-1 15,-4 1-6-15,1-2-4 0,-3 4-9 0,-3 1-3 0,-3 0-11 0,0 0-5 16,-5 3-10-16,0-1-9 0,-2 2-2 0,-1 1-6 16,0 2-12-16,-1 1-14 0,1 1-18 0,-2 1-23 15,5 2-33-15,1-1-19 0,-1 0-172 0,2 1-386 16,6 0 171-16</inkml:trace>
  <inkml:trace contextRef="#ctx0" brushRef="#br0" timeOffset="113662">17194 11560 131 0,'0'-2'263'0,"0"2"-16"0,1-5-21 0,-1 5-23 16,0 0-21-16,0 0-21 0,0 0-17 0,0-5-21 15,0 5-12-15,0 0-10 0,0 0-11 0,-10 10-9 16,5-3-10-16,-2 0-12 0,-1 2-1 0,-1 2-7 16,-3 1-6-16,2 2-5 0,1-2-4 15,1 2-6-15,-1 1 0 0,3 1-7 0,2-1 2 0,-1-2-5 0,2 3 2 0,3-4-5 16,0-1-3-16,4 0 4 0,4 4-5 15,-2-3 1-15,3 0-3 0,3 0 3 0,-2-2-2 16,3-1-4-16,-5 1-1 0,3-3 1 0,-2 1-4 16,-1-1 5-16,-3-4-5 0,1 2-3 0,-1-1 0 0,-1-2-3 15,0 1-6-15,-3 0-1 0,2 1-3 16,-3-4-1-16,1 5 7 16,-1-5-3-16,-8 7-4 0,4-4-9 0,-3 1-16 15,-3 1-23-15,-2 1-28 0,1-2-37 0,-1-2-40 16,-1 1-193-16,2-3-390 0,-1 0 173 0</inkml:trace>
  <inkml:trace contextRef="#ctx0" brushRef="#br0" timeOffset="114163.4">17484 11465 242 0,'-1'-3'239'0,"1"3"-19"0,0 0-26 0,0 0-16 0,6-4-22 16,-6 4-15-16,9 0-14 0,1-1-17 0,1 4-11 15,0-2-15-15,3 3 0 0,0-1-15 0,0 3-10 16,-1 0-4-16,4 6-7 0,-5-3-4 16,0 1-3-16,-2 2-10 0,-1 3 0 0,0 0-8 0,-4 1 2 15,-1 1-3 1,-5 1 3-16,-1 0-7 0,-3 0 0 0,-6 6 0 15,1-3-4-15,-3-3 2 0,0 1-1 0,0-5-4 16,-1 1 4-16,1-2-1 0,2-2 7 0,-1-1-2 16,3-4 0-16,2 1-3 0,3-1-4 0,-2-1 3 0,3-2-4 15,-1 1 3-15,0 0 10 0,2-3 8 16,2-1 4-16,-2 5 7 0,2-5 3 0,0 0 1 16,12 3-3-16,-2-6-5 0,4 3-1 0,0 0-7 0,7-4-23 0,-1 2-36 15,-1-2-45-15,1 0-61 0,8 0-65 0,-10 0-230 16,2-2-463-16,-3 0 206 0</inkml:trace>
  <inkml:trace contextRef="#ctx0" brushRef="#br0" timeOffset="114633.48">17850 11529 183 0,'5'-3'229'16,"0"-1"-19"-16,1 2-22 16,4 0-16-16,-1 1-17 0,3 2-19 0,-3 1-11 15,2 1-14-15,3 3-13 0,-3-1-3 16,0 7-8-16,3 0-10 0,-9-2-4 0,4 4-6 0,-5-2-7 16,-2 3-8-16,2 2 0 0,-5 3-7 0,-4 1-2 15,-4 1-3-15,1-1-5 0,-2 0 1 0,0-4-6 16,0 0-4-16,-1-2-2 0,0-2-1 0,3-3 5 15,1-1 1-15,-1-1 7 0,2-2 1 0,2 1 9 0,0-3 15 0,1-2 25 16,1 2 29-16,2-4 32 0,-3 3 21 0,3-3 23 16,0 0-12-16,0 0-18 0,5-10-15 15,2-3-16-15,2 2-14 0,5-5-11 0,2-4-11 16,6-2-12-16,-3 2-11 0,2 0-10 0,-1 3-4 0,-6 5-5 16,0 2-5-16,-3 3-5 0,-4-2-11 0,2 3 0 15,-4 3-10 1,-1-4-8-16,1 4-18 0,-2 0-11 0,0 2-16 15,1 0-18-15,-4 1-4 0,0 0-4 0,11 6-1 16,-9-1 2-16,2 4 6 0,0 0 4 0,2 2 2 0,-2 1 6 16,2 6 2-16,1-1 3 0,3 0 3 15,0 0-3-15,-3-1-17 0,0-2-30 0,3 1-35 16,-2-6-46-16,1 1-53 0,0-4-68 0,1 2-267 16,-2-6-595-16,-3-1 262 0</inkml:trace>
  <inkml:trace contextRef="#ctx0" brushRef="#br0" timeOffset="114965.34">18252 11119 135 0,'18'7'232'0,"0"3"-10"0,9 5-15 0,2 3-4 16,13 10-8-16,-1 4-14 0,0 1-4 0,-3 3-9 16,-1 5-9-16,-3 5-10 0,-4 4-8 0,-8 2-13 15,-7 4-1-15,-1 4-16 0,-11-3-12 16,-3 0-12-16,-9-5-5 0,-4 0-3 0,-6-4-15 0,-9-1-4 15,-6-4-6-15,-9 1-1 0,-5-6-11 0,-5-3-30 0,-26 5-42 16,-4 2-73-16,23-18-110 0,-31 2-258 0,30-12-509 16,-3-9 226-16</inkml:trace>
  <inkml:trace contextRef="#ctx0" brushRef="#br0" timeOffset="117819.48">25297 10558 132 0,'0'0'129'16,"0"0"-7"-16,0 0-8 0,0 0-17 0,0 0-10 0,0 0-11 0,0 0 4 0,0 0-19 15,0 0-10-15,0 0-6 0,0 0-3 16,0 0-4-16,-3 16-7 0,1-10-2 0,-4 8-3 16,3 1-5-16,-1 2-6 0,0 8 4 0,-4 5 2 0,5 1 1 15,-4 4-2-15,-1 14 8 0,1 0-1 0,-1 3 2 16,0-1 1-16,2 2 1 0,0-3 3 0,-2 2 6 15,3-2 0 1,-3-1-1-16,2 2-11 0,2-3 3 0,-1 1 11 16,-3-3 12-16,7 1-3 0,-3-1-6 0,0-9 5 15,3 9-4-15,-2 0 6 0,-2-12 0 0,4 12 1 16,-3-9-7-16,8-3-1 0,-4 2 2 0,1-1 1 16,2 2-3-16,-1-1 0 0,-2-5-4 0,3 1 0 0,-2 2-3 15,3-3-3-15,-1-4-1 0,-2 2-3 0,0-3-3 16,2-6-2-16,-2-1-2 0,-1 3-4 0,0-5-1 0,0 1-1 15,0-2-2-15,0-4 2 0,0 5 2 0,-1-6-2 16,-2 1 1-16,3-3 2 0,-1 3 3 0,1-2-3 16,-1-2-5-16,1 3 1 0,-3-5 2 0,6 2 1 15,-3-1-8-15,-3-1 2 0,3 1-2 0,0-1-3 16,0 0 1-16,0 1-1 0,0-2-2 0,-1 1 1 16,1-2-3-16,-3 3 2 15,3-3-2-15,0 2 1 0,0-2-1 0,0 1-2 16,0 1-3-16,3-2 3 0,-6 1-1 0,3-1 5 15,0 1-3-15,0-2-1 0,0-3 0 0,0 8 0 16,0-3-1-16,0-5 0 0,0 4 0 0,0-2 0 16,3 3 10-16,-3-5-9 0,-3 5-1 0,3-5-3 15,0 5 1-15,0-1 5 0,3-1-4 0,-3-3 1 16,-3 7 0-16,3-7-2 0,0 5 2 0,0-2-1 0,0-3 2 0,0 5-4 16,0-5 3-16,0 0 0 0,0 6 0 0,0-6 4 15,0 3-4-15,0-3 2 0,0 0 1 0,0 0 3 16,3 4-12-16,-3-4-4 0,0 0-17 0,0 0-21 15,0 0-39-15,0 0-91 0,0 0-292 0,-7-14-506 16,6 5 225-16</inkml:trace>
  <inkml:trace contextRef="#ctx0" brushRef="#br0" timeOffset="119429.89">25959 10901 79 0,'0'0'185'15,"0"0"-5"-15,0 0-12 0,0 0-9 0,0-4-10 16,0 4-11-16,0 0-13 0,0 0-8 0,0 0-8 15,0 0-12-15,0 0-16 0,0 0-5 0,2-1-8 16,-2 1-6-16,0 0-10 0,0 0-6 0,0 0-4 16,0 0-1-16,0 0-2 0,0 0-6 0,0 0-6 0,4-3-1 15,-4 3-2-15,10-2-5 0,-5 0 1 0,-1-2-5 16,1 2 0-16,3-1-1 0,-2 2 1 0,-2-3-2 0,1-3-2 16,0 4 2-16,3 0-6 0,-2-3 4 0,2 0-4 15,-3-1 4-15,-1 3 3 0,1-3 12 0,-2 2 2 16,1 2 2-16,-2-2 8 0,1 1 7 0,-1 0-2 15,-2 0-1-15,0 0-3 16,4 1 0-16,-4 3-2 0,0-7-6 16,0 7-4-16,-4-5-6 0,2 2-8 0,2 3-2 15,-12-2-5-15,3 2 0 0,0 1 0 0,-2 1 5 16,-2 2-8-16,-7-1-2 0,2 2 0 0,-3 2 4 0,0 0-9 16,-6 5 4-16,4 4-1 0,-7 2-2 0,6 1-1 15,-3 1 0-15,0 4-1 0,3 3 1 16,-1 1 1-16,-2 10-2 0,6-6-2 0,1-2 3 0,3 1-1 0,1 1 2 15,3 2 0-15,1-3 0 0,6 0 0 0,-1-1 1 16,6-1 3-16,2-1 0 0,7-3 1 0,-3 0 6 16,9 0 7-16,-2-3 2 0,8 1 4 0,3-5-1 15,2-2 2-15,5-1-3 0,2-3-3 0,0-1 2 0,5-8 0 16,3 0-2-16,-1-3-2 0,2-3 3 16,9-5-3-16,-12 0-3 15,1-2-4-15,-3-1 3 0,-4-1 4 0,-2-3-10 16,0-2 4-16,-4-2-2 0,-3-1-2 0,-3 2 2 15,-4-2 2-15,-3 3-2 0,-4 4 3 0,-5-1 15 16,-2 4 8-16,0-1-2 0,-4 1-1 0,1-1-6 16,-3 6-1-16,-2-3-2 0,-3 1-6 0,0 2-4 15,-5 3 0-15,-3 2-5 0,-2 0 1 0,1 1-4 0,-4 3 1 16,1 2-4-16,3 1 0 0,-1 2 0 0,1 3-1 0,4-2-3 16,-3 2 2-16,7 0 0 0,0 1 3 0,2-1-1 15,4-2 2-15,2 0-3 0,2 1-2 0,2-2 7 16,2 0 5-16,5-4 0 0,1 0 1 0,9 2 3 15,-1-4 1-15,4-2 0 0,7-3-2 0,-8 0 0 16,9-3-1-16,-13 2 2 0,5-2-4 0,-7-3 3 16,3 0-3-16,1-4 1 15,-6 3-2-15,-3-4 0 0,3 1-1 0,-4-1-14 16,-4 2-11-16,-1-2-7 0,-1 1-11 0,-5 1-5 16,1 0-10-16,-4 2-8 0,0 0-7 0,-4-2-11 15,-1 5-5-15,-2 0-5 0,2 0-16 0,-4 3-7 16,2 0-15-16,-2 2-18 0,5 0-27 0,3 1-35 15,-2 0-134-15,8 0-368 0,-10-1 163 0</inkml:trace>
  <inkml:trace contextRef="#ctx0" brushRef="#br0" timeOffset="119846.55">26688 11090 2 0,'0'0'244'0,"3"-4"-23"16,-3 4-19-16,0 0-18 0,0 0-24 0,0 0-15 0,0 0-22 16,0 0-16-16,0 0-11 15,0 0-11-15,0 0-4 0,-12 7-11 16,7-2-5-16,-4 2-10 0,3 1-1 0,-6-2-7 15,3 5-3-15,-5 1-4 0,3 1-1 0,-2 0-8 16,3-2 0-16,2 0-6 0,-2 0-6 0,4 2 1 0,2-1-2 16,0 0-1-16,-1-3 2 0,5 4-5 0,0-4 0 15,1 3 4-15,2-1-7 0,3-2 1 16,1 1 2-16,1-2 2 0,1 3 0 0,0-2 2 0,5 2-3 0,-5 0-1 16,0-3-1-16,1-1-4 0,-2 1 2 0,-3-2 2 15,0 0-2-15,-1-2 3 0,-2-1-5 0,0 2 4 16,-1 1 2-16,-1-1 0 0,-1 2-5 0,-1-1 7 15,-4 1-4-15,0 1 3 0,-4-4-3 0,0 2-7 16,1-1-12-16,-2 1-15 0,-1-1-20 0,1 1-32 16,0-2-28-16,1-2-36 15,2-2-39-15,-1 0-166 0,9 0-370 0,-11-5 164 16</inkml:trace>
  <inkml:trace contextRef="#ctx0" brushRef="#br0" timeOffset="120733.14">26976 11041 197 0,'2'-8'182'0,"1"5"-16"15,-1 1-11-15,4-1-13 0,-3 0-7 0,4-1-16 16,2 1-9-16,-3 1-9 0,3 0-7 0,2-2-11 15,0 3-5-15,0 1-2 0,3-1-12 0,-3 2-5 16,6 0-7-16,-4 0-1 0,1 3-5 0,2 1 3 16,-2 0 0-16,-2 1-5 15,-1-2-2-15,5 7-7 0,-4-3-2 0,-2 3-5 16,-2 3 0-16,-3 0-2 0,-1 3-4 0,-3 2-4 16,-2-2 1-16,-3 1-2 0,-8 6 1 0,-2 1-3 15,-4-1-1-15,-2 2-2 0,-2-4 1 0,-3 2-1 16,-1-1-1-16,0-2 0 0,0-2-2 0,-2 2-1 15,3-6 7-15,2-1 4 0,7-3 2 0,-1-2 6 16,9-4-1-16,-1-1 2 0,-1 1 18 0,5-2 30 0,1-1 34 0,0 1 35 16,4-3 27-16,-5 3 30 0,5-3-12 0,0 0-18 15,0 0-13-15,8-13-18 0,-3 5-17 0,10-5-8 16,-3 1-19-16,2 1-8 0,1 0-10 0,-2 0-3 16,-1 5-9-16,-2-4-10 0,0 5-6 0,2-2-7 15,-2 3-9-15,-1-2-3 0,2 6-6 0,-2-5-4 16,3 5-10-16,-1 2-1 15,-1 0-3-15,4-1-2 0,-2 5 6 16,3 2-9-16,1 0-5 0,-1 3-8 0,0 1-6 16,1-2 8-16,-2 2-1 0,0-1 5 0,-4-2-4 0,0-1-1 15,0 1 7-15,-1-3 0 0,0 1 6 0,-5-3-4 16,1 0-3-16,2-2 3 0,-4 2 12 0,-3-4-3 16,8 2 15-16,-8 1 20 0,0-3 9 0,0 0 1 15,9-3-7-15,-9 3-5 0,5-5-5 0,-1 1-4 0,-3-2-3 0,4 1-6 16,-2-1-2-16,2 0-3 0,-4 0-12 15,3 0-14-15,0 1-22 0,2-1-23 0,-2 0-18 16,1 2-28-16,-1-1-29 0,0 2-31 0,1-2-34 0,-2 1-35 16,4 2-33-16,-3-2-38 0,3 1-50 0,-2-1-233 15,-1 2-628-15,1-2 278 0</inkml:trace>
  <inkml:trace contextRef="#ctx0" brushRef="#br0" timeOffset="121250.1">27607 11068 182 0,'6'-1'266'0,"-2"-5"-19"0,1 4-24 16,-1 0-26-16,1 2-20 0,1-1-21 0,-6 1-18 15,11 2-15-15,-5 0-9 0,-1 2-9 0,3 4-6 16,0-1-12-16,-4 3-6 0,-1 2-10 0,-1 0-8 0,-2 5-8 0,-2-1-3 16,-1 2-5-16,-3 1 3 0,-4-1-11 0,-4 7-6 15,-1-1 2 1,-2-2-6-16,-1-1-4 0,4-6 3 0,0 0-5 16,0-1-2-16,-1 2-4 0,2-2 4 0,-1-2-2 15,5-6 4-15,1 5-7 0,1-7 1 0,0 1 6 16,2-2 21-16,1 1 28 0,1-2 27 0,1 3 23 15,2-5 27-15,-5 0 24 0,5 0 19 0,0 0-12 0,0 0-24 16,12-9-12-16,2-1-15 0,1-5-14 0,8-2-11 16,1-1-13-16,3-3-11 0,1-1-9 0,2 1-13 15,-2-1-14-15,-1 1-9 0,-2 3 0 16,-2 1-7-16,-9 5-6 0,0 1 2 0,2 0 0 0,-9 5-3 16,1 0 0-16,-3 1-10 0,-1 1 0 0,1 2-11 15,-2-1-13-15,-1 1-22 0,-2 2-26 0,5-1-23 0,-5 1 5 16,0 0 23-16,-6 12-1 0,1-1-5 0,-3 1 10 0,0 4 6 15,-2-1 5-15,1 0 3 0,4 5 6 0,-3-3 3 16,2 0 2-16,2 1-3 0,3-1 13 0,-2 0 0 16,6-2-1-16,-2 0-9 0,3-5-6 15,6 4-24-15,-2-3-16 0,5-1-42 0,3 0-42 0,2-5-53 16,0 2-64-16,1-5-296 0,-1-1-617 0,-5-2 274 0</inkml:trace>
  <inkml:trace contextRef="#ctx0" brushRef="#br0" timeOffset="121535.27">28108 11218 195 0,'0'0'345'0,"-3"-1"-24"0,3 1-31 0,0 0-28 16,3-7-29-16,3 5-25 0,0-2-25 0,6 1-25 16,1 2-34-16,0-2-35 0,6 2-51 0,1-1-57 15,1 0-65-15,-2 0-74 0,0-1-207 0,-2 1-394 16,-2 0 175-16</inkml:trace>
  <inkml:trace contextRef="#ctx0" brushRef="#br0" timeOffset="121682.4">28142 11335 161 0,'-3'1'211'0,"-1"2"17"15,1-1 5-15,3-2-2 0,0 5-12 0,0-5-24 0,18 1-16 0,1-1-28 16,3 0-62-16,6 0-103 0,4-1-128 0,0-5-149 15,-3 1-314-15,-1-5 140 0</inkml:trace>
  <inkml:trace contextRef="#ctx0" brushRef="#br0" timeOffset="122985.62">28881 10917 188 0,'0'0'268'0,"0"0"-18"0,0 0-24 15,0 0-15-15,0 0-20 0,0 0-22 0,0 0-16 16,0 0-16-16,0 0-16 0,0 0-12 0,0 0-13 0,0 0-9 0,0 0-9 16,0 0-11-16,0 0-5 0,26 0-6 0,-20 0-7 15,2 0-5-15,-1 0-5 0,4 0-5 0,0-3 4 16,-1 1-13-16,1 1 3 0,-1-1-5 0,-3-1-2 16,4 1-1-16,-4-2-3 0,0 1 0 0,0 2 0 15,-3-3-2-15,3 2 12 0,0-3 10 0,-6 2 1 16,3 1 5-1,-4 2 5-15,4-2-1 0,-4 2-10 0,4-4-5 0,-4 4-2 16,0-6-17-16,0 6-1 0,0 0-7 0,-9 0-5 16,9 0 1-16,-20 6-4 0,4-1 2 0,-6 1 1 15,-3 6-2-15,-3 5-2 0,-3-5 1 0,3 5 0 16,-3 4-5-16,3 0 4 0,2 1 1 0,-1 1-2 16,4 4 3-16,2-1 1 0,2 4 2 0,6-3-2 15,2 1 1-15,3 1-1 0,6 3 4 0,4-6 1 0,8 3-7 16,3-3 7-16,6-1-1 0,4-3 1 0,10 0-2 0,12-1-1 15,6-6-1-15,8-3-3 0,2-3-8 0,-1-6-4 16,7 0 2-16,-6-5-4 0,3-2-11 0,-8 0-3 16,-3-6 5-16,-16 3 0 0,-3-3 4 0,-2-2 5 15,-4-1 1-15,-11 1 10 0,-2-2 14 0,1 1 9 16,-5 1 17 0,-2-3 9-16,-4-1 17 0,-2 4-13 0,-3 1 0 15,-3 0 1-15,-2-1-9 0,0 2-5 0,-5 1-2 16,-4-2-9-16,-2 3-2 0,-2 0-4 0,-1 3 0 15,1 4-4-15,-5 1-3 0,4 1-2 0,-1 2 0 16,1 3-5-16,2 1 0 0,4-2-10 0,2-1-14 16,1 5 1-16,2-1 1 0,3 2-5 0,2 0 2 15,3-1 3-15,3 3 3 0,3-4 3 0,7 1 2 0,1-2 2 0,5-1 4 16,0-1 1-16,3-1-3 0,0-3 1 0,-2-1 3 16,3 0 3-16,-9-1 0 0,3-3 17 0,-3 0 6 15,-4 0 3-15,-1-2 0 0,1-1 1 0,-2-1-4 16,-3-1-1-16,3 0 7 0,-7-1-14 0,3-1-4 15,-7 2-3-15,3-3 8 0,-3 4-17 0,-4-2-5 16,5 0-8 0,-5 5-13-16,1-3-15 0,-3 2-21 0,0 2-21 0,-3-1-34 15,2 3-28-15,0-1-43 0,2 3-22 0,-2 2-230 16,4-2-476-16,-1 1 210 0</inkml:trace>
  <inkml:trace contextRef="#ctx0" brushRef="#br0" timeOffset="123386.67">29648 11318 13 0,'0'5'121'15,"0"-5"1"-15,0 0-1 0,0 0-24 0,0 0-2 16,0 0-6-16,0 0 7 0,0 0 7 0,0 0 18 16,0 0 4-16,2 1 20 0,-2-1 20 0,0 0 6 0,0 0 2 15,0 0-2-15,13-5-5 0,-6-1-11 0,3-1-17 16,2-2-11 0,2-2-15-16,2 2-10 0,-6-1-12 0,8-2-7 15,-8 4-9-15,5 0-6 0,-6 2-6 0,-1-1 3 16,0 3-16-16,-2-1-2 0,-2 5-6 0,1-3-7 15,-1 0-11-15,0 2 6 0,-4 1-13 0,0 0-3 16,14 4-1-16,-10-1-6 0,1-1 0 0,3 8-1 16,-2-4-4-16,1 2 12 0,-1 0-12 0,1 1-1 15,0 0-7-15,-1 1-12 0,-1 0-17 0,0-1-21 0,-1-1-21 0,-4-1-32 16,4-1-43-16,-3-1-27 0,-1 0-14 0,5-4-29 16,-5-1-179-16,0 0-435 0,0 0 193 0</inkml:trace>
  <inkml:trace contextRef="#ctx0" brushRef="#br0" timeOffset="123734.34">29974 10801 40 0,'1'-7'296'0,"-1"7"-19"0,0-4-26 16,0 4-29-16,4-5-20 0,1 5-20 0,0-1-15 16,3 1-25-16,-2 2-18 0,3 0-11 0,1 0-13 0,-1 2-12 15,0 2-4-15,0 1-7 0,0 3-14 0,-3-3-8 16,1 5-2-16,-2 0-8 0,-3 4-7 0,2 0-1 16,-6 1-7-16,-2 3-3 0,-3-3 0 15,0 1-3-15,0-1-4 0,-2 0 3 0,2-2-8 0,-1-1 3 0,2-2-3 16,2-6-3-16,-3 4-2 0,5-6 2 0,-1 1-2 15,0 2 2-15,1-4 5 0,1 2-3 0,1-5-2 16,3 6 5-16,2-3-2 0,2 0-3 0,5-1-14 16,2 1-32-16,4-1-55 0,2 0-60 0,3-1-74 15,-4 0-195-15,4-2-451 0,-1-2 200 0</inkml:trace>
  <inkml:trace contextRef="#ctx0" brushRef="#br0" timeOffset="124141.99">30345 11118 268 0,'0'0'362'0,"0"0"-31"0,0 0-34 15,0 0-35-15,0 0-14 0,0 0-38 0,0 0-26 16,0 0-23-16,0 0-21 0,9 1-13 0,-9 3-16 15,0 1-11-15,0 3-14 0,0 0-11 0,0 3 2 16,-1 2-5-16,-3 2-14 16,0 2-4-16,-4 0-7 0,2 1-4 0,1 2-6 15,-2-3-8-15,-1 0 4 0,0-3-4 0,3-5 1 16,1 1-7-16,2-6 0 0,-1 0 1 16,2 2 0-16,-2-2 11 0,3 0 34 0,-2-1 51 15,2-3 30-15,0 0 30 0,0 0-5 0,0 0-16 0,0 0-15 16,15-8-16-16,-6 1-15 0,1-1-11 0,1 2-11 15,6-5-11-15,-8 5-8 0,7-3-11 0,-5 3-3 0,2 0-5 16,-3 1-11-16,-1-1-5 0,0 4-15 0,-2-1-1 0,1 2-13 16,1 0-10-16,-1-1-11 0,1 4-12 15,-1-1-17-15,1 1-19 0,1 1-22 0,1 1-35 16,0 1-26-16,1 2-29 0,-3-1-35 0,0 2-45 16,-4 0-55-16,8-2-59 0,-8 0-248 0,-1-2-666 15,1-1 295-15</inkml:trace>
  <inkml:trace contextRef="#ctx0" brushRef="#br0" timeOffset="124442.78">30813 11204 115 0,'0'0'329'0,"0"0"-20"15,0 0-12-15,-4 4-2 0,4-4-13 0,0 0-6 16,0 0-27-16,0 0-18 0,0 0-21 0,0 0-17 16,0 0-22-16,22 1-14 0,-3-2-15 0,8 1-11 15,5-2-17-15,1-2-16 0,1 3-12 0,1 0-5 0,-2-2-12 16,-3 3-2-16,-5 0-2 0,-4 0-5 0,-6 0-22 0,-5-1 14 16,1 1-8-16,-3-2-7 0,-2 2-20 0,1 0-2 15,-7 0-20-15,9 0-31 0,-9 0-23 0,6 0-21 16,-6 0-14-16,0 0-27 0,0 0-36 0,0 0-43 15,0 0-34-15,-20 3-25 0,12-3-239 0,8 0-539 16,-12 0 239-16</inkml:trace>
  <inkml:trace contextRef="#ctx0" brushRef="#br0" timeOffset="125090.81">31630 10851 212 0,'0'0'214'0,"0"0"-23"0,0 0-23 0,0 0-19 15,0 0-11-15,0 0-17 0,-16 9-14 0,7-5-8 16,-5 4-9-16,-2 0-7 0,-1 2-8 0,-2 0-8 16,-5 4-9-16,7-2-3 0,-1-2-7 0,4 0-6 15,-1 1-7-15,3 1-4 0,-2-3-4 0,5 2-1 16,1 1 1-16,-2 0-3 0,7 0-5 0,-1-2 2 16,2 2-1-16,4 2-1 0,2 3 0 0,-1-5-1 0,6 3 3 0,0-1-10 15,2 3 4-15,2-2-1 0,0-2 2 16,4 2-1-16,-4-1-4 0,-3-3-4 0,3 2-3 15,-4-5 1-15,0 2-2 0,-4-2-3 0,0 0-3 0,-3-2 2 16,1 1 1-16,-3 1 4 0,-3-4 5 0,1 4 8 16,-3 0 3-16,-5-2-5 0,-5 1 2 0,4 0-2 15,-2-1 0-15,3-1-2 0,-7 2 0 0,3-2 0 0,0-3-2 16,5 2 0-16,0-1 7 0,0 0-2 0,4-3-1 0,-1 0 14 16,3 3 22-16,3-3 26 0,0 0 0 15,0 0-19-15,0 0-21 0,0-10-8 0,9 5-1 16,3-5-5-16,4 3-2 0,-2-5-4 0,7 3-3 15,3-4 8-15,3-2-2 0,-2 1 5 0,0 1 9 0,-7 4 8 16,-2 1 13 0,2 0 18-16,-8 2 26 0,1-1 24 0,-4 0 20 15,1 7-10-15,-2-5 18 0,-1 3-10 0,-1-1-8 16,0 1-15-16,0-1-9 0,-4 3-10 0,5-2-12 16,-5 2-15-16,5-1-14 0,-5 1-10 0,0 0-13 15,0 0-11-15,0 0-10 0,0 0-3 0,8 7-12 16,-8-1 1-16,1-1 2 0,-1-1 0 0,0 4-8 15,0 0-6-15,1 1-23 0,-2 0-1 0,1-1-22 0,1 4-25 0,-2-4-26 16,1-2-33-16,0 1-24 0,-1 1-29 0,-2-3-33 16,2 1-29-16,-2-3-21 0,2 2-21 0,-5-4-197 15,6-1-536-15,0 0 237 0</inkml:trace>
  <inkml:trace contextRef="#ctx0" brushRef="#br0" timeOffset="125244.46">31695 11021 230 0,'1'-7'337'0,"2"3"-21"0,-1-1-30 0,0 1-22 16,-1 0-30-16,-1 4-26 0,1-5-44 0,4 3-49 15,-5 2-44-15,0 0-43 0,0 0-58 0,14 6-47 16,-10 1-56-16,1 0-203 0,1 1-363 0,-3 2 160 16</inkml:trace>
  <inkml:trace contextRef="#ctx0" brushRef="#br0" timeOffset="125545.26">31853 11151 87 0,'0'0'244'0,"0"0"-27"0,0 0-28 16,-1 4-22-16,1-4-14 0,-3 5-19 0,2-1-11 15,-1 1-12-15,0 4-15 0,2-5-8 0,-5 6-8 16,3-2-10-16,0 0-10 0,-2-2-3 0,3-3-11 0,1 3 5 15,-3-3-3-15,3 1-4 0,0-4 11 0,-2 5 31 16,2-5 24-16,0 7 30 0,0-7 19 16,0 0 19-16,0 4 19 0,0-4-13 0,0 0-6 0,10-3-26 0,-10 3-13 0,9-1-13 15,0-1-16-15,-2 1-9 0,4-3-11 16,-3 4-15-16,1-1-9 0,2-2-11 0,-2 2 6 16,5 0-37-16,-5 1-25 0,4 0-23 0,0 0-34 15,-3 0-40-15,-1-3-43 0,0 3-56 0,-1 0-64 16,-1 0-90-16,-2-1-186 0,-1-2-582 0,0-2 258 0</inkml:trace>
  <inkml:trace contextRef="#ctx0" brushRef="#br0" timeOffset="125846.05">32062 10807 225 0,'2'-5'372'0,"-1"-1"-20"15,2 3-28-15,1-2-26 0,-2 3-35 0,-1-1-27 16,3 0-23-16,-4 3-25 0,12 1-21 0,-12-1-22 16,11 4-15-16,-4 0-16 0,-2 1-17 0,1 4-13 15,-2-2-16-15,3 2-15 0,-1 4-8 0,-5-1-4 16,2 5-10-16,-5 0 1 0,-3 1-8 0,-1 0-6 16,0-1-2-16,-2 0-3 0,0-1 2 0,-2-2-4 0,6-3 0 0,0-1 1 15,1-4-4-15,1 0-2 0,-2 0 5 0,3-1-5 16,-3 0 5-16,4-2-3 0,0-3-4 0,0 5 4 15,1 1 6-15,3-4-2 0,4 2-1 0,1-4-28 16,4 4-45-16,-2 1-49 0,2-3-68 0,1 1-94 16,-1-2-237-16,1 1-551 0,3-5 244 0</inkml:trace>
  <inkml:trace contextRef="#ctx0" brushRef="#br0" timeOffset="126247.13">32378 11110 235 0,'5'0'382'0,"-5"0"-28"0,0 0-42 16,0 0-27-16,4 0-32 0,-4 0-30 0,0 0-27 16,0 0-23-16,2 4-24 0,-2 1-19 0,-2-1-13 15,1 3-14-15,-3 2-12 0,-1-1-11 0,0 2-6 16,1 1-11-16,3-5-8 0,-3 0-10 0,2 1-2 16,0 2-3-16,1-5-2 0,0-2 2 0,1 4 1 15,0-6 29-15,1 3 1 16,4-2 13-16,-5-1 8 0,13-1 11 0,-3-2 2 15,0-1-6-15,3 0-20 0,1 1 6 0,1 0-3 16,-4-1-9-16,0 0-10 0,3 1-41 0,-3 0 9 16,1 3-20-16,-3-1 6 0,4 2-13 0,-2 1-5 15,1 3-32-15,-2 2-23 0,0 0-43 0,-1 6-61 16,-2-1-69-16,1 4-73 0,-4-3-321 0,-2 1-674 16,-4-2 299-16</inkml:trace>
  <inkml:trace contextRef="#ctx0" brushRef="#br0" timeOffset="127096.16">27953 12437 137 0,'0'0'273'0,"0"0"-11"16,-5-1-5-16,5 1-21 0,0 0-10 0,0 0-14 15,0 0-23-15,0 0-13 16,0 0-22-16,0 0-15 0,13-7-15 0,-3 3-12 16,0 0-31-16,3 2-29 0,8-2-39 0,-3 3-40 15,-1-3-42-15,4 1-53 0,-2 0-59 0,-4 1-193 16,1 0-406-16,-2-1 180 0</inkml:trace>
  <inkml:trace contextRef="#ctx0" brushRef="#br0" timeOffset="127265.47">28045 12516 73 0,'-1'3'143'16,"1"-3"1"-16,1 6 8 0,3-4 4 0,4 1-2 15,5 0-19-15,5-1-7 0,3 0-16 0,11 1-24 16,0-1-48-16,0 0-59 0,1-3-71 0,2-2-113 16,-4-1-220-16,-1 1 98 0</inkml:trace>
  <inkml:trace contextRef="#ctx0" brushRef="#br0" timeOffset="127550.64">28863 12326 154 0,'3'-4'392'15,"-2"2"-23"-15,-1 2-22 0,1-10-27 0,2 8-12 16,-3 2-49-16,1-5-25 0,-1 5-26 0,0 0-20 0,3-7-31 15,-3 7-22-15,2-3-28 0,-2 3-32 16,0 0-10-16,0 0-10 0,3 15-7 0,-4-5-6 16,2 1-3-16,-1 8-9 0,-1-1 2 0,-2 9-9 0,-1-1-1 0,4 1 1 15,-4 2 0-15,4-3-1 0,0 3-7 0,-1-6 2 16,2-4-1-16,-1-2-18 0,0-1-11 0,0-1-15 16,0-6-16-16,-1 1-21 0,2 0-22 0,-1-4-20 15,0 0-21-15,0 1-21 0,0-2-23 0,3-3-42 16,-3-2-239-16,0 0-491 0,0 0 217 0</inkml:trace>
  <inkml:trace contextRef="#ctx0" brushRef="#br0" timeOffset="128067.6">29511 12522 84 0,'-13'0'208'16,"-1"1"-21"-16,1 1-17 0,-1-1-11 0,2-1-7 15,-1 2-11-15,1 0-12 0,5-2-15 0,-1 3-10 16,0-3-9-16,2 0-9 0,1 2-11 0,5-2 5 16,-8 0-2-1,8 0 15-15,-6 2 0 0,6-2-4 0,-5 1 5 0,5-1-4 16,0 0 3-16,0 0 6 0,-7 0-2 0,7 0 4 15,0 0 3-15,0 0 5 0,0 0-9 16,0 0-1-16,0 0-10 0,0 0-7 0,0 0-10 16,0 0-5-16,0 0-9 0,0 0-2 0,0 0-4 0,0 0-10 15,-6 2-3-15,6-2-6 0,0 0 6 0,0 0-13 16,0 0-2-16,0 0-6 0,0 0 1 0,0 0 5 0,0 0 0 16,0 0 2-16,0 0 4 0,0 0 2 0,0 0-7 15,0 0-2-15,0 0 5 0,0 0-4 0,0 0 2 16,0 0 5-16,0 0 7 0,0 0-7 0,0 0 0 15,0 0-9-15,28-5-3 0,-1 5 2 0,7-3-5 16,17-3-1-16,3-1 9 0,12 3-12 0,0 0-3 16,28-1-4-16,1 0 6 0,-29 3-5 0,28-1 10 0,-28 3 9 0,-6-3 2 15,-1 4-6-15,-21-1-9 0,-2 0 2 0,-7-1 2 16,-11 1-1-16,-4 0 2 0,-1-1-7 0,-3 1 2 16,-1 0 9-16,-4 0-10 0,-5 0 2 0,11 0-4 15,-11 0-3-15,8 1-6 0,-4-1-22 0,-4 0-41 16,0 0-39-16,0 0-46 0,0 0-57 0,0 0-60 15,0 0-62-15,-23 0-258 16,23 0-632-16,-10-1 279 0</inkml:trace>
  <inkml:trace contextRef="#ctx0" brushRef="#br0" timeOffset="128969.68">30556 12187 80 0,'0'-3'221'0,"4"0"-12"0,-4 3-16 15,5-5-18-15,3 4-10 0,-2 1-20 0,3-3-10 16,3 3-15-16,4 0-17 0,4 0-7 0,-1 0-7 0,-1 3-5 0,5-2-7 15,-3 4-11-15,0 1-3 0,0 1-9 0,-3 0-2 16,0 3-1-16,-3 0-11 0,-5-1 0 0,3 2-5 16,-5 0-5-16,-2 4-2 0,-2 1-3 0,-2 5-2 15,-3-3-1-15,-6 3-5 0,-5 7 0 0,-1-4-2 16,-5 0 1-16,-3 0-1 0,2-1-2 0,-1 0 4 0,-4-3-6 16,2-3-1-1,2 0 6-15,5-6 24 0,-1 0-5 0,2-1 4 16,-1-2-3-16,5 0-3 0,-1-3-2 0,6 0-6 15,-3-1 2-15,5 0 2 0,-1 0 17 16,0-2 9-16,1 0 7 0,2 1 11 0,2-3 13 16,-4 2 1-16,4-2 5 0,0 0 7 0,11 0-3 0,1 0-6 15,7 0-8-15,1 0-13 0,10-2 5 0,-1 2-10 16,-1-4 4-16,-1 4-17 0,-6 0-8 0,0 0-4 0,-3-1-5 16,0 2-4-16,-8 0-5 0,4-1-4 0,-2 3 0 15,-4-3 1-15,-1 0-1 0,-2 0-3 0,-5 0-3 0,12 1-10 16,-9-1-7-16,-3 0-9 0,0 0-17 15,10-4-22-15,-10 4-24 0,0 0-25 0,5 4-27 16,-5-4-25-16,0 0-27 0,0 0-33 0,0 0-360 16,0-9-617-16,0 5 273 15</inkml:trace>
  <inkml:trace contextRef="#ctx0" brushRef="#br0" timeOffset="129448.82">31400 12094 120 0,'0'0'260'16,"0"0"-29"-16,-3-4-24 0,3 4-22 0,0 0-18 15,0 0-20-15,-19 7-13 0,7-2-17 0,0 0-11 16,-5 2-12-16,0 0-8 0,-2 1-11 0,-4 4 0 16,5 1-13-1,3-5-10-15,-2 2-4 0,2 3-7 0,2-2-2 0,-1-1-5 16,5 2-5-16,2-3-4 0,1 0 0 15,0 3-5-15,2-1 0 0,6 1 2 0,0 3-4 16,4-2 1-16,2 3-1 0,1-2-1 0,5-1-2 16,-1 1 1-16,2 1-4 0,7 0 0 0,-4-1-2 0,-3-2-4 15,2-4 0-15,-4 4 3 0,-5-3-5 0,5 4 0 16,-6-7-3-16,-2 5-2 0,-1-7 0 0,-2 3 1 0,-2 3 4 16,-6-1-1-16,0-2 1 0,-5 1-1 0,-7 2 1 15,-7 0 4-15,4-1-5 0,-4-1-10 0,-5 3-14 16,6-6-21-16,-3 1-36 0,7-2-29 0,1-2-28 15,6 0-38-15,0-1-169 0,4-2-371 0,4 0 164 16</inkml:trace>
  <inkml:trace contextRef="#ctx0" brushRef="#br0" timeOffset="129718.3">31524 12420 281 0,'5'-5'417'0,"-3"1"-3"15,2-2-5-15,-1 4-13 0,-1-1-19 0,-1 0-22 16,-1 3-34-16,3-4-28 0,-3 4-31 0,0 0-26 0,4-3-30 0,-4 3-18 16,1-3-27-16,-1 3-22 0,0 0-17 0,0 0-36 15,0 0-31-15,0 0-5 0,0 0-6 0,4 8-8 16,-4-3-2-16,-1 0-3 0,1 4-1 16,0-1-4-16,-3 2-3 0,3 1-1 0,0 1-3 0,2-3 2 15,-4 2-28-15,2 1-21 0,0-3-22 0,0 0-27 16,-1-1-25-16,1-2-16 0,-1 1-18 0,1-3-25 0,-2 1-14 15,1-2-6-15,1 2-1 0,0-5 4 0,-5 4-33 16,5-4-60-16,0 0-259 0,-15-12-574 0,8 3 254 16</inkml:trace>
  <inkml:trace contextRef="#ctx0" brushRef="#br0" timeOffset="129834.2">31502 12175 302 0,'1'-3'281'0,"2"-2"-25"15,-3-2-32-15,1 5-26 0,-1 2-29 0,3-4-45 16,0 3-28-16,-3 1-42 0,0 0-37 0,0 0-35 16,11 7-46-16,-8 0-63 0,0-2-125 0,1-1-273 15,0 4 120-15</inkml:trace>
  <inkml:trace contextRef="#ctx0" brushRef="#br0" timeOffset="130172.78">31747 12380 206 0,'0'0'306'0,"1"3"-38"0,-1-3-26 16,0 0-30-16,2 4-24 0,-2-4-16 0,0 8-18 16,0-2-18-16,-2 3-12 0,1 1-12 0,-1 2-13 0,-1 5-27 15,0-6-10-15,2 1-5 0,-4 5-3 0,4-7-4 16,0-1-7-16,-2 1 1 0,2-6-9 0,-2 2 1 15,3-1 3-15,-1-3 0 0,0 1 37 16,1-3 26-16,1 7 29 0,-1-7 14 0,0 0-7 0,0 0-11 0,13-8-16 0,-4 1 0 16,0 3-21-16,0-4-5 0,1 4-14 15,0-2-6-15,-2-1-4 0,2 2-2 0,-1 1-20 16,-3 1 6-16,1 1-13 0,1-3-5 0,-2 2-1 16,1 1-4-16,-2 1-9 0,3 0-8 0,1 1-16 0,-3 1-30 15,2-1-9-15,0 4-27 0,-1 0-41 0,1-1-48 16,-3 1-50-1,3-2-58-15,-2 1-289 0,-1 0-611 0,-2-1 271 16</inkml:trace>
  <inkml:trace contextRef="#ctx0" brushRef="#br0" timeOffset="130544.46">31936 12022 166 0,'0'0'279'15,"2"-4"-23"-15,-2 4-28 0,0 0-28 0,2-4-16 16,-2 4-26-16,0 0-15 0,0 0-18 0,0 0-13 0,0 0-14 0,0 0-10 16,14 8-8-16,-10-1-4 0,1-1-5 0,-1 0-8 15,1 4 2-15,0 0-13 0,0 1-5 0,-2 2-4 16,-1 2-1-16,-2-1-6 0,-1-2 0 15,-2 8-5-15,-1-4 0 0,0 1-5 0,0-5-3 0,0-2 1 16,0-1 0-16,0-1-4 0,0 0 0 0,2-4-2 16,2 1 0-1,-1-2-5-15,-1 4 5 0,-1-2 10 0,3-5 23 16,0 7 13-16,0-7 13 0,3 7 10 0,2-6-3 16,6 1-8-16,0-2-3 0,3-1-13 0,4 0-6 0,3 0-1 15,0 1-6-15,7-2-21 0,-10 0-35 0,3 1-44 0,-2 1-51 0,-6 0-54 16,2 0-75-16,-5 1-291 0,-2-2-565 15,-8 1 250-15</inkml:trace>
  <inkml:trace contextRef="#ctx0" brushRef="#br0" timeOffset="131121.78">32485 12283 145 0,'5'-3'325'0,"2"-1"-33"0,2 3-34 15,-1-2-26-15,-2 2-26 0,7 2-18 0,-3 2-25 16,-2-2-17-16,1 3-14 0,2 2-20 0,-2-1-34 0,1 5-13 0,2 1-9 16,-7-1-10-16,0 9-3 0,-1-2-7 0,-1 1-2 15,-6-1-7-15,-1 4-2 0,-1-4-2 0,-4 1-3 16,0 3 0-16,-5-2-3 0,4-2 1 0,-3 0-3 15,0-4-3-15,4-1 1 0,-1-1 1 0,4-4 1 16,-2-1 6-16,4-2 3 0,-1 1 12 0,0-2 18 16,1 2 25-16,3-3 32 15,1-2 51-15,-4 2 14 0,4-2 28 0,0 0 8 16,0 0-11-16,0 0-26 0,9-12-17 0,3 3-18 0,0-3-12 16,6-1-13-16,3-7-14 0,2 1-10 0,2 0-13 15,0 0-16-15,-2-2-6 0,-9 6-7 0,2 5-2 16,-6 2-7-16,-2 2 4 0,-1 0-9 0,0 2-8 15,-2 1-12-15,-1-1-18 0,-3 1-27 0,3 1-29 16,-4 2 6-16,0 0 1 0,5 9-10 0,-5-3 9 0,0 6 2 16,0 4 3-16,0 1-6 0,4 5-13 15,1 1-9-15,3 6-26 0,2-3-49 0,3 2-44 16,2-3-115-16,7-4-366 0,4-6-731 0,4-3 324 16</inkml:trace>
  <inkml:trace contextRef="#ctx0" brushRef="#br0" timeOffset="140408.46">19053 10651 140 0,'1'-4'142'0,"-1"4"1"15,3-3-5-15,-3 3 1 0,0 0 3 0,0 0-5 16,1-4-11-16,-1 4 3 0,3-2-1 0,-3 2-2 0,0 0 0 16,1-5-2-16,-1 5-4 0,0 0-7 15,0-4 0-15,0 4-9 0,0 0 2 0,4-3-5 16,-4 3-5-16,4-3 4 16,-4 3-5-16,1-4-6 0,-1 4-2 0,4-2-15 15,-4 2 7-15,1-5-11 0,4 3-12 0,-5 2-11 16,4-3-3-16,-4 3-2 0,3-3-4 0,-3 3-1 15,2-4-7-15,-2 4 14 0,0-3-19 0,0 3-3 16,4-3-1-16,-4 3-2 0,0 0-6 0,0 0 1 16,0 0-3-16,3-2-2 0,-3 2-2 0,0 0-21 15,0 0-11-15,0 0-22 0,0 0-17 0,0 0 5 0,0 0 6 0,-4 14 6 16,1-2 3-16,-2 8 2 0,-5 9 9 0,1 4 4 16,-3 14 4-16,-1 3-1 0,2 2 7 0,2 0-1 15,-1 4 5-15,6 0 0 0,2 2 2 0,4-4 4 16,0 1 1-16,3-2 2 0,6-2-1 0,-2-3 0 15,6 3 3-15,2-4 1 0,2 1 1 0,-5-15 0 16,11 8-5-16,-9-12 5 0,5-1 5 0,-2 0 0 0,4-1 2 16,-3-4-1-16,-2-2 1 0,1-3 0 0,-2-5 0 0,-7-4 4 15,4 1-3-15,-5-3 4 0,0-4 15 0,-1 1 39 16,-3-1 8-16,-1 0 12 0,1-3-4 0,-5 0-4 16,9-3-9-16,-6 0-9 0,1-1-4 0,-2 0 9 15,-1-1-19-15,-1 1-3 0,0 0-5 0,1 1-6 16,-1 3-3-16,0-9-2 15,0 7-3-15,0 2-15 0,-1-5-5 0,1 5-8 16,-1-5-8-16,1 5-10 0,-2-2 1 16,2 2-5-16,0 0-2 0,-11 0 6 0,11 0-2 15,-13 5 9-15,4 0-4 0,-2 0 3 0,-1 3-1 0,-2 2-3 16,4 3 4-16,-3-1 2 0,0 1 0 0,3 3 1 16,0 1-1-16,-4 6 2 0,3 1 2 15,0 1 0-15,2 4-6 0,1 0 2 0,1 3 1 0,-1-1 0 0,2 6 1 16,1-2 0-16,-2 12 3 0,2 3 5 0,0-14 2 0,1 10-2 15,2 3 1-15,-1 0 5 0,1-1 16 16,0-3 2-16,-3 4 0 0,1-1-2 0,-3-1 3 16,-1-13-5-16,-1 0-3 0,-6-1 7 0,-2-1-10 15,-1-1 5-15,0-5-3 0,-5 1 0 0,-5-4 4 16,-1 0-4-16,-3-1 1 16,-17-2 2-16,-5-3 1 0,-3-1 4 0,-3-2-7 15,-31-1-40-15,-6 1-89 0,0-4-166 0,-10-5-199 16,6-1-524-16,34-12 232 0</inkml:trace>
  <inkml:trace contextRef="#ctx0" brushRef="#br0" timeOffset="144603.76">4886 15360 22 0,'0'0'163'0,"0"0"-9"15,0 0-4-15,-9 1-6 0,9-1-10 0,0 0-10 16,0 0-7-16,0 0-8 0,0 0-2 0,0 0-2 16,0 0-4-16,0 0-10 0,0 0-5 0,0 0-8 15,0 0-8-15,0 0-4 16,0 0-6-16,0 0-4 0,0 0-6 0,0 0-3 16,0 0-1-16,0 0 3 0,0 0-7 0,0 0 4 15,0 0-3-15,0 0-1 0,0 0 3 0,0 0 1 16,0 0 5-16,0 0-4 0,0 0 2 0,0 0-11 15,0 0-3-15,0 0-2 0,23-4-8 0,-12 1-1 16,6 1-2-16,5 0-4 0,-2 1-1 0,12 1-2 16,1 1-3-16,-1-1-42 0,2 4-29 0,0-4-21 0,-2 3-41 0,3 2-40 15,-6-1-49-15,-6-1-143 0,0-3-383 0,-5 2 169 16</inkml:trace>
  <inkml:trace contextRef="#ctx0" brushRef="#br0" timeOffset="144835.5">4946 15577 18 0,'-4'2'167'0,"4"-2"-4"16,0 0-7-16,-5 1-13 0,5-1-3 0,0 0-12 0,0 0-1 15,15 4-12-15,6-5-8 0,7 0-17 0,5-1-10 16,17 1-10-16,5-3-38 0,5-2-47 0,5 2-48 16,30-3-58-16,-34-1-103 0,3-1-240 0,25-2 106 15</inkml:trace>
  <inkml:trace contextRef="#ctx0" brushRef="#br0" timeOffset="145474.81">7109 14809 55 0,'0'0'215'0,"3"-5"-20"0,-3 5-12 0,-3-4-23 15,3 4-11-15,0 0-23 0,3-3-13 0,-3 3-15 0,0 0-15 16,0 0-8-16,0 0-8 0,-4 15-10 16,2-5-2-16,-1 7-5 0,0 2-10 0,0 9-2 0,-3-2-4 0,5 3-8 15,-3-3-2-15,3 3-9 0,-1-2 3 0,2-1 1 16,-2-6 0-16,2-2-7 0,0 0 4 0,0 1 1 15,-1-5-5-15,1-1 1 0,0-2 0 0,0 2 3 16,0-8-2-16,0 5-15 0,-3-5-30 0,2 7-53 16,1-7-17-16,-2 2-45 0,-2-2-132 0,-1-1-300 15,1-3 133-15</inkml:trace>
  <inkml:trace contextRef="#ctx0" brushRef="#br0" timeOffset="146138.16">6146 15433 59 0,'0'0'124'16,"-6"-1"2"-16,6 1-11 0,0 0 1 0,0 0-5 15,0 0-2-15,-4-3-18 0,4 3 2 0,0 0-6 16,0 0-1-16,0 0-15 0,0 0-5 0,0 0 0 0,-4-3-8 15,4 3-7-15,0 0-9 0,0 0-5 0,0 0-2 0,0 0-2 16,0 0 3-16,0 0-6 0,0 0-3 16,0 0-1-16,0 0-1 0,0 0 3 0,0 0 0 15,0 0-3-15,0 0-2 0,0 0-2 0,0 0 1 0,0 0-4 16,0 0-4-16,0 0-6 0,0 0 7 0,0 0-3 16,0 0-3-16,0 0 3 0,0 0-2 0,0 0-11 0,0 0 6 15,0 0 5-15,0 0-6 0,0 0 3 0,0 0 0 16,0 0 0-16,0 0 2 0,0 0-5 0,0 0 4 15,0 0-3-15,0 0 2 0,0 0-2 0,0 0 6 16,0 0 2-16,16 0-10 0,-4 0 7 0,7 0-3 16,4-1-1-16,9-2 2 0,23 1-4 0,3-3-5 15,7 2 3-15,32-4 11 16,6 4 5-16,6 4 8 0,14-6 2 0,3 0-4 16,4 2 1-16,5 0-1 0,-5 2-2 0,-9-2-2 0,-2-4-7 15,0-3 0-15,-4-2-2 0,-6 7 3 0,-3-1-8 16,-14-5 2-16,-26 4-2 0,-8-3 0 15,1 3 1-15,-6-3-3 0,-17 3 4 0,2 2 4 0,-6-2 8 16,-4-1 24-16,-10 3 22 0,-4 1 20 0,-4 1 14 16,1 1 1-16,-5-1-5 0,4 1-10 0,-6 0-2 15,1-1-20-15,0 3-25 0,-5 0-29 0,9-2-43 16,-9 2-35-16,4-2-47 0,-4 2 0 0,0 0-5 16,0 0-40-16,-13 11-48 0,6-6-191 0,0 2-432 15,-4-2 193-15</inkml:trace>
  <inkml:trace contextRef="#ctx0" brushRef="#br0" timeOffset="151319.57">6704 15862 12 0,'0'0'112'0,"0"0"-9"0,0 0-12 15,-5 13-7-15,0-4-13 0,-3 7-7 0,2 1-10 16,-2 8 2-16,-2-1-14 0,3 8 8 0,-4-3-13 15,3 2 20-15,-3 4-13 0,0 0 13 0,3-1-8 16,-1-1 3-16,4 0-4 16,0-1-5-16,0-3-4 0,-1 1-1 0,5-4-5 15,-4-1 6-15,3-7 0 0,-2 0-2 0,2-5 33 16,0-1-16-16,2-4-6 0,-1 1-2 0,1-4 1 16,0 2 6-16,0-2 5 0,-2-3 7 0,1 1 1 15,1-3 16-15,1 7 5 0,-1-7 6 16,-1 2 0-16,1-2-1 0,0 0-10 0,-1 5-2 0,1-5-9 15,0 0-23-15,0 0-38 0,0 0-35 0,0 0-35 0,2-15-43 16,0 8-45-16,-1-3-55 0,-1 2-141 0,0-5-370 16,0 3 163-16</inkml:trace>
  <inkml:trace contextRef="#ctx0" brushRef="#br0" timeOffset="151751.64">6547 15954 6 0,'-1'-5'253'0,"1"5"-24"16,-2-4-23-16,2 4-22 0,-1-3-23 0,1 3-15 15,0 0-19-15,8-1-12 0,-8 1-12 0,11 4-12 0,2 0-9 0,4 2-9 0,3 1-9 16,6 7-1-16,3-4-8 0,-1 6 0 15,4 1-4-15,1 2-7 0,-2-1-3 0,0 4-3 16,-6 4-2-16,1-2-4 0,-3 0-7 0,-4 5 2 16,-2-2-2-16,-7 2-4 0,-5-2-1 0,-1 0-5 15,-5 1 1-15,-11-3 0 0,1 1-1 16,-9-6-4-16,0 2 4 0,-7-1 4 0,0-2 0 16,-1-2-1-16,1-2 1 0,2-1-2 0,-1-1 5 0,-2-1 1 15,0-2 0-15,8-3-2 0,1-1 1 0,2 0-3 16,6-2 2-16,0 0-3 0,2-2-1 0,3 0-3 15,-2 2 1-15,3-2 3 0,0-1 19 0,1 0 3 16,4-1 3 0,0 0-4-16,-6 2 0 0,6-2-5 0,0 0-3 15,0 0-4-15,0 0 2 0,0 0-8 0,0 0-8 16,0 0-30-16,24-4-26 0,-18 2-39 0,5 0-39 16,1-2-55-16,1 1-55 0,-1-1-181 0,4-2-446 15,-3 0 197-15</inkml:trace>
  <inkml:trace contextRef="#ctx0" brushRef="#br0" timeOffset="152506.79">7033 15724 47 0,'0'0'236'0,"1"-4"-18"0,-1 4-23 16,4-5-21-16,0 5-17 0,1-3-14 0,1 0-15 16,2 3-16-16,2 0-4 0,0 3-12 0,4 0-8 0,-1 1-8 15,5 3-5-15,-4-1-5 0,1 3-10 0,2 0-4 16,-3 3-7-16,-1 1-7 0,-4-1-5 15,0 0-3-15,-3 4-2 0,-2 0-4 0,-3 3-5 0,-1-3 0 0,-4 2-3 16,-2-2 8-16,-4 1-7 0,-3-2-4 0,0 1-1 16,-2-2 1-16,1 2 2 0,-3-4-1 0,4-2 6 15,2 1-6-15,3-5 8 0,1-1-11 0,0 2 0 16,0-3 1-16,4 0 4 0,-1-3 22 0,0 2 12 16,2 0 5-16,2-3 14 0,-3 2-2 0,3-2 2 15,0 0-5-15,13 0-3 0,0-2-7 0,6-1-8 0,0 0-1 0,4-1-1 16,4 1-9-16,0-2 0 0,2 1-8 15,-2-1 1-15,-5 3 1 0,1-2-2 0,-4 1-5 16,0-2-2-16,-9 5 0 0,3-3-2 0,-1 3-1 0,-6 0-5 16,1 0-5-16,0-2 10 0,-7 2-25 0,8 0-29 15,-8 0-35-15,6 0-32 0,-6 0-9 16,0 0-16-16,0 0-42 16,0 0-51-16,-14 14-259 0,9-11-515 0,-4 1 228 15</inkml:trace>
  <inkml:trace contextRef="#ctx0" brushRef="#br0" timeOffset="153023.57">7541 16252 5 0,'-6'2'206'0,"6"-2"-14"0,0 0-16 0,0 0-15 0,0 0-17 16,0 0-13-16,0 0-15 0,0 0-2 0,0 0-12 15,0 0-2-15,0 0 2 0,-7-4-1 0,7 4 1 16,0 0-2-16,0 0-4 0,0 0-5 16,0 0-3-16,0 0-3 0,0 0-2 0,0 0-3 15,0 0 3-15,17-3-10 16,-11 3-2-16,6-3-5 0,7 1-5 0,-1 0-6 15,4 0-1-15,7-2-8 0,1 0 1 0,-1 0-7 16,0 3-2-16,-7-1 4 0,0-1-13 0,-3 3 2 16,-1-4-6-16,-5 3 2 0,0-1-6 0,-3 1-1 15,0 1-5-15,-5 0 2 0,0-1-4 0,1-1 3 16,-6 2-4-16,9 0-9 0,-9 0-17 0,6-1-17 16,-6 1-9-16,0 0-20 0,0 0-23 0,0 0-24 0,-21 4-32 15,11-5-39-15,-3 1-42 0,2 1-182 0,-2 0-435 0,-1-1 193 16</inkml:trace>
  <inkml:trace contextRef="#ctx0" brushRef="#br0" timeOffset="153324.4">7730 16124 7 0,'-1'-3'338'0,"1"3"-19"0,0-5-21 0,0 5-29 15,-1-4-25-15,1 4-32 0,0 0-22 0,-3-3-21 16,3 3-17-16,0 0-23 16,0 0-13-16,0 0-14 0,0 0-10 0,0 0-12 15,3 15-12-15,-6-6-5 0,3 3-1 16,-1 5-13-16,1 2-5 0,-4 0-6 0,3 1 0 16,-3 4-7-16,2-4 1 0,-1 6-8 0,-1-1-7 0,3-4 7 15,-2-2-2-15,3 5-2 0,-2-8 4 0,0 0-5 16,2-4-30-16,0 1-23 0,-1-1-32 15,0-2-18-15,2-3-22 0,-1-1-22 0,0 2-40 0,1-3-20 0,1-2-27 16,-2-1-167-16,0-2-415 0,0 0 184 0</inkml:trace>
  <inkml:trace contextRef="#ctx0" brushRef="#br0" timeOffset="153794.41">8118 15995 29 0,'0'0'255'0,"0"0"-17"15,3-2-18-15,-3 2-22 0,0 0-23 0,2-6-18 0,-2 6-19 16,0 0-17-16,0 0-16 0,0 0-10 0,0 0-10 0,0 13-11 16,0-6-7-16,-2 1-6 0,-3 3-3 0,3 1-11 15,-3 6-1-15,-1 1-6 0,-1 5-2 16,-3 0-3-16,3-4-4 0,0 6-6 0,-3-4-4 15,3-2 2-15,1-4-5 0,-1 0-3 0,5 0 0 16,-2-4-1-16,1-2-6 16,1-1 4-16,-2-1-2 0,3-3 2 0,-2 3 0 15,3-4 14-15,0 0 7 0,0-1 12 0,3 4 19 16,-2-5 3-16,5 0 5 0,2-1-5 0,1 2 2 16,2-3-8-16,6 0-6 0,1-3-7 0,1 1-17 15,-1-1-40-15,1-1-40 0,-2-2-42 0,-3 3-40 16,2-6-59-16,-2 4-57 0,-2 1-157 0,-2-4-437 15,-1 1 194-15</inkml:trace>
  <inkml:trace contextRef="#ctx0" brushRef="#br0" timeOffset="154073.12">8243 16179 64 0,'0'0'352'0,"0"0"-27"0,1-7-25 16,-1 7-27-16,0 0-47 0,0 0-17 0,0 0-24 16,0 0-26-16,0 0-18 0,0 0-16 0,0 0-12 15,-1 26-10-15,-3-8-15 0,0 1-7 0,2 8-6 16,-5 1-8-16,1 2-5 0,-1 1-12 0,1 3 0 16,2-5-7-16,0 1-5 0,3-1-5 0,-3-2-1 0,3-7-3 0,-2-3-3 15,2 0-1-15,1-5 0 0,-4-1-2 16,4-2 1-16,0-1-7 0,0-2-21 0,0 0-8 15,-2-2-17-15,2 1-20 0,0-5-32 0,-4 4-41 16,4-4-64-16,0 0-294 0,0 0-520 0,0 0 230 16</inkml:trace>
  <inkml:trace contextRef="#ctx0" brushRef="#br0" timeOffset="157635.67">9581 14669 140 0,'3'-5'148'0,"0"3"2"0,0-2-11 0,0-2-1 16,0 1-3-16,1 0-10 0,0 3-9 16,1-1 0-16,0-1-19 0,-1 1-9 0,2 2-10 0,-1 1-9 15,3-1-7-15,-1-1-11 0,-7 2-6 0,13 4-3 16,-5-1-9-16,2 2-1 0,-3 2-6 0,-1 3-1 15,3 4-3 1,-1 3-5-16,-5 2 0 0,1 9-3 0,-1 0 0 16,-7 2 0-16,0 0-4 0,-1 1 1 0,-4-1-16 15,-4 1 4-15,-1-2 1 0,0 0-3 0,-1-3 0 16,0 0 3-16,-3-2 0 0,1-2-6 0,-2-4 9 16,6-3 2-16,-1-2-7 0,1-2 1 0,3 1-7 15,0-5 17-15,3-1 3 0,1-2 7 0,2 2 14 16,-2-2 13-16,3 0 27 0,0-1 25 0,0 0 27 0,3-3 13 0,-4 1 16 15,4-1-8-15,0 0-14 0,0 0-19 0,13-15-5 16,-3 7-12-16,3-4-15 0,6-7-5 0,5 0-8 16,-2-1-5-16,2-5-12 0,1-1-8 0,1 2-9 15,-1-2-10-15,-1-1 11 0,3 2-21 0,-4 2 1 16,0 3 1-16,-4-4 1 0,-5 9-5 0,0 0 1 16,-1 1 2-1,-5 4 9-15,-1 1 0 0,1 2 0 0,-4 1 2 0,3-1-3 16,-4 3-9-16,1 2 0 0,0-2-12 0,-3 2-16 15,2 0-25-15,-3 2 0 0,0 0 2 0,0 0 1 16,-8 20 2-16,3-6 4 0,-3 3 2 16,-3 7 4-16,3 5 4 0,-1 1-1 0,1-2 1 15,3-1 3-15,3 1 1 0,3 2 2 0,4-2 5 0,4 0 2 16,1-2-8-16,7-1-39 0,-1-1-54 0,5-3-83 0,3-3-116 16,1-3-178-16,0-4-523 0,-3-4 232 0</inkml:trace>
  <inkml:trace contextRef="#ctx0" brushRef="#br0" timeOffset="158221.53">9229 15375 27 0,'0'0'232'0,"-4"-2"-4"0,4 2-10 16,0 0-11-16,0 0-10 0,0 0-18 0,0 0-15 0,-6-2-13 0,6 2-16 15,0 0-10-15,0 0-12 0,0 0 11 0,0 0-11 16,0 0-11-16,0 0-9 0,0 0-10 0,0 0-6 16,0 0-10-16,0 0-4 0,0 0-8 0,0 0-7 15,0 0-3-15,0 0-5 0,0 0-5 0,0 0-3 16,0 0-4-16,0 0-2 0,0 0-4 0,0 0-2 16,0 0 0-16,0 0-5 15,0 0 3-15,0 0-6 0,0 0-4 0,0 0 3 16,0 0-3-16,0 0-1 0,0 0-2 0,0 0-1 15,0 0 0-15,0 0-1 0,0 0 3 16,0 0 0-16,0 0 5 0,0 0-1 0,0 0 0 0,0 0 8 16,28-2-9-16,-6 2-4 0,10-7 1 0,9 5-2 15,17-4 2-15,8-1 0 0,35 1 0 0,-5-4 11 16,-2 5 5-16,-3-1 1 0,-24 4 0 0,24-3 5 0,-27 1-5 16,-4 0 0-16,0 1-1 0,-7-2-6 0,-15 4 0 0,-1-1-4 15,-6-1 4-15,-10 0-2 0,-3 2-1 16,-4-2 2-16,-2 2 2 0,-3 0-3 0,-3-1 3 15,2 1-1-15,-4-2-18 0,-4 3-27 0,0 0-26 16,-7-6-40-16,-3 6-9 0,-3-1-21 0,-3 2-35 16,3-1-38-16,-9 0-33 15,4 5-206-15,-1-4-471 0,-4 3 209 0</inkml:trace>
  <inkml:trace contextRef="#ctx0" brushRef="#br0" timeOffset="158938.76">9721 15465 126 0,'0'0'209'0,"4"-4"-24"15,5 1-11-15,-4 0-21 0,4-1-15 0,5 1-12 16,-2 2-13-16,1 0-13 0,2 0-10 0,1 1-5 15,4 1-9-15,-1 1-13 0,-6 1-9 0,0 1-5 16,-1 0-2-16,-2 1-3 0,3 1-7 0,-7 0-13 16,2 2-1-16,-4 0-7 0,0 0 0 0,-4 4-3 15,-4 4 2-15,-5-1-1 0,0 1-4 0,-8 5 0 16,1 2 1-16,-6-3-5 0,0 0 5 0,-2-1-6 0,1 0-3 0,-1 0 2 16,1-2 2-16,-3-2-3 0,3-1 2 0,9-4-2 15,-1-3 4-15,3 0-2 0,3-2-3 0,0-2 5 16,3 1 3-16,1-2 11 0,0 2 20 0,2-2 26 15,-2 1 24-15,5-3 19 0,-5 0 20 0,5 0 4 16,0 0 4-16,0 0-15 0,0 0-13 0,8-15-13 16,-1 9-7-1,2-3-14-15,3 0-4 0,1-1-9 0,3-1-9 0,-7 5-4 16,2-1-6-16,-1 2-3 0,1-1-9 16,-1 4-7-16,2-2-6 0,-3 1-2 0,1 3 3 15,0 2-10-15,0 0-4 0,1 2 2 0,0 0-5 16,-1 3 0-16,2 0 2 0,-2 1-2 0,0 1 1 15,4 2-4-15,-6-2 0 0,1 0 0 0,1 0 3 16,-1 1 2-16,-2-3-6 0,-1 0 8 0,-1 0-8 0,1-3 10 0,0-1 7 16,0 4-9-16,-1-5 2 0,3-1-1 0,2-1 2 15,0-1 0-15,4-1 3 0,-1-4-3 0,-1 2 0 16,7-1-8-16,-3-2 2 0,0-2 1 0,-1 1 0 16,0-2 4-16,-1 5-10 0,-3-3 4 0,0 2 2 15,-1 1-5-15,-1-1-4 0,-4 3-24 0,3 0-18 16,-4 0-28-1,1 2-34-15,-5 1-47 0,0 0-73 0,9-4-68 0,-9 4-206 16,1-4-545-16,-1 4 241 0</inkml:trace>
  <inkml:trace contextRef="#ctx0" brushRef="#br0" timeOffset="159872.59">10630 14616 8 0,'1'-4'158'16,"-1"4"-9"-16,0 0-7 0,3-3-19 0,-3 3-16 16,0 0-5-16,0 0-13 0,1-2-22 0,-1 2 4 15,0 0-12-15,0 0-4 0,0 0-9 16,0 9-7-16,-1-2 4 15,-2 0-8-15,3 4-2 0,0-1-4 0,-1 6-3 0,-2 2 3 16,3 1-10-16,3 0 7 0,-3 8 1 16,1-1 1-16,-1 2-4 0,4 0-4 0,-1-1 0 15,0 1-2-15,5 0 0 0,0-5-3 0,-2-3 1 16,4-2 2-16,-1-1-5 0,-1-2 6 0,4-3-7 0,-4-2-1 16,3 0 4-16,0-4-2 0,-1-1 0 0,3-2-1 15,0 0-2-15,0-3 15 0,-1 0 5 0,1-5 2 0,0 0 0 16,1-1 0-16,0-4 2 0,0 1-1 0,-5 0-2 15,0 0 0-15,0-2 1 0,-5 1 2 0,1 1 2 16,0 0 1-16,-2 2-1 0,-1-4-5 0,-1 6 3 16,1-1-6-16,-1 0-3 0,-2 0-7 0,1 1-1 15,-2 1-2-15,1 0-1 0,-1 0 1 0,2 4-2 16,-6-5-9-16,0 4 0 0,6 1-2 0,-8-1-3 0,8 1-3 0,-15 2 3 16,9 0-1-16,-3 2-1 0,-3 1-1 0,3 2-1 15,0 1-1-15,-2 1-1 0,1 1-1 0,-1 2 7 16,-3 3-5-16,3-1 0 0,-2 2 4 0,4 0-19 15,-4 5 2-15,3-3 9 0,0 6-4 0,3-5 4 16,-1 4 5-16,0 2 3 0,3 0-6 0,-3 1 1 16,7-7 3-1,-2 8 0-15,1 1 4 0,-2 2 0 0,4-1-3 0,0 0 6 16,1 3-3-16,2-3 4 0,-1-2 0 0,1 2 0 16,2 2 0-16,-1-1-1 0,1-1 0 0,0 1 1 15,1-1 0-15,1 0-5 0,-1 0-3 16,1-1 7-16,0-2-4 0,2 3 3 0,-3-2-3 15,0 0 3-15,-4-1-2 0,-2 0 6 0,4-2-5 0,-4-6-2 16,-1 1 3-16,0-2 2 0,-6-2 4 0,3-3 2 0,-5 5 0 16,-5-5-2-16,-3-3 6 0,-8 5-5 0,-7-6-10 15,-5 0-20-15,-18-3-82 0,-6-6-275 0,-7-9-410 16,-23-11 181-16</inkml:trace>
  <inkml:trace contextRef="#ctx0" brushRef="#br0" timeOffset="161143.59">9096 14616 79 0,'4'-2'93'0,"-4"2"-2"0,0 0 13 0,0 0-12 15,0 0-12-15,0-5-4 0,0 5 4 0,0 0-8 16,0 0 4-16,0 0-8 0,0 0-5 0,0 0-5 16,0 0 0-16,0 0-17 0,0 0 0 0,0 0-3 15,3-2-1-15,-3 2-1 16,0 0-2-16,0 0-1 0,0 0-14 0,0 0 8 0,0 0-8 15,0 0-6-15,0 0 11 0,0 0-10 0,0 0-6 0,0 0 7 16,0 0-4-16,0 0-5 0,0 0 11 0,0 0-1 16,0 0-4-16,0 0 5 0,0 0-2 0,0 0-2 15,0 0 4-15,0 0-10 0,0 0 2 0,0 0-4 16,0 0 5-16,0 0 6 0,0 0 13 16,0 0-7-16,0 0 0 0,0 0 4 0,0 0 7 15,0 0 2-15,0 0 0 0,0 0-8 0,0 0 2 16,0 0-13-16,0 0 8 0,0 0 0 0,0 0-2 0,0 0 1 15,1-3-6-15,-1 3 0 0,0 0-4 16,0 0 2-16,0 0-4 0,0 0-1 0,0 0-1 16,4-4-2-16,-4 4 0 0,0 0-1 0,0 0 0 15,0 0-3-15,0 0 0 0,0 0 0 0,0 0 1 0,0 0-1 0,0 0-4 16,0 0 2-16,0 0-3 0,0 0-3 0,0 0-1 16,0 0 0-16,0 0 1 0,0 0-3 0,-5 12 4 15,2-5-4-15,2 3 1 0,-4 6 1 0,0 1 0 16,-3 10 0-16,0 3-1 0,-1 2 14 0,-5 14-1 15,4 0-4-15,-4 1 4 0,1 0-2 0,3-12-11 16,-5 12-5-16,3-14 4 0,-6 12 0 0,6-13-9 0,-2 0 10 0,-2 0 4 16,1 12-2-16,2-15 3 0,-1-2 0 0,0 3 1 15,0-8-4-15,2 2 4 0,0-2 1 0,2-5-2 16,2-4 5-16,1-4-1 0,1 2-5 0,0-4 5 16,1 0 1-16,1-3 3 0,1 0 16 0,1-1 6 15,-1-1-1-15,3-2-12 0,0 0-5 0,0 0-4 16,3-17-1-1,2 7-2-15,2-2 3 0,5-4 2 0,-1 3 3 16,2 0-8-16,1 1 0 0,-1 0-1 0,-3 6 1 0,0-2-5 16,2 3 2-16,-3 2 0 0,0-2-6 0,-1 5 0 15,-1 0 1-15,2 4 0 0,0-1-3 0,-1 8-1 16,2 4-1-16,-2 2 5 0,-1 6 0 16,-2 4-4-16,-3 1 3 0,-2 6-2 0,-5 1 4 0,-8 14 0 0,-1-1-3 15,-4 2 1-15,-5 2 2 0,1-3-2 0,0-2-1 16,3 0 10-16,-4-2 0 0,5-3 6 0,4-9-3 15,0-3 3-15,5-1 0 0,-1 0 3 0,5-3-2 16,0-6-3-16,2-1 8 0,2-2 1 0,2-3-2 16,2-2 4-16,2 0 9 0,3-4 5 0,3-1 8 15,1 0 2-15,8-2-3 0,8-2-2 0,-1-1-3 16,4-2-8 0,-2 0-7-16,2-3-35 0,-3-3-50 0,-1 0-78 0,-6 2-235 15,6-8-412-15,-9 3 183 0</inkml:trace>
  <inkml:trace contextRef="#ctx0" brushRef="#br0" timeOffset="163665.62">11883 15201 94 0,'0'0'213'16,"-6"0"-8"-16,6 0-13 0,0 0-15 0,-9-2-14 15,9 2-14-15,0 0-16 0,-6-1-10 0,6 1-12 16,0 0-8-16,-2-4-9 0,2 4-7 0,0 0-27 16,0 0-4-16,0 0 1 0,0 0-5 0,0 0-6 15,0-4-1-15,0 4 1 0,0 0-6 0,0 0 1 16,0 0-6-16,0 0-4 0,0 0 8 0,0 0-7 15,0 0 0-15,0 0-2 0,0 0-3 0,0 0-1 0,0 0-1 0,0 0 1 16,0 0-1-16,0 0-4 0,0 0-1 0,0 0-3 16,0 0 1-16,0 0-1 0,0 0-5 0,0 0-1 15,0 0 0-15,0 0-3 0,0 0 0 0,0 0 3 16,0 0-4-16,0 0-2 0,0 0 0 0,0 0 2 16,0 0-2-16,0 0 4 0,0 0-3 0,0 0 3 15,0 0-2-15,0 0-1 16,9 0-2-16,4-3 1 0,5-1 3 15,2 1-6-15,11-1 1 0,7 3 2 0,13-8-2 16,2 5 1-16,3 1-1 0,4-1-4 0,-4 1 2 16,2-1 1-16,-7 2-1 0,-13 0 1 0,2-1-2 0,-9 0-3 15,-1 3 1-15,-7 0 3 0,-1-1 3 0,-5 1-1 16,-6 0 1-16,-2-2 0 0,0 1-2 16,-2 0 2-16,-1 1-4 0,-6 0 2 0,7-1-4 0,-7 1-12 0,0 0-21 15,0 0-29-15,0 0-32 0,0 0-43 0,0 0-53 16,0 0-201-16,-26 2-425 0,14-1 188 0</inkml:trace>
  <inkml:trace contextRef="#ctx0" brushRef="#br0" timeOffset="164737">13757 14439 102 0,'1'-3'183'0,"-1"3"-3"0,0-8-2 16,0 3-8-16,1 2-2 0,1 0-7 0,-2 3-1 16,1-9-4-16,-1 8-12 0,1-2-12 0,-1 3-10 0,4-4-12 15,-4 4-8-15,0 0-16 0,1-3-8 0,-1 3-13 16,0 0-11-16,0 0-15 0,0 0-6 0,0 0-8 16,-1 14-5-16,-2-2 0 0,1 4-3 0,-2 3-2 0,0 7-6 15,-2 4 0-15,3-1 4 0,0 1-5 0,2 1-2 0,-1-5 0 16,0 3 2-16,0-2-3 0,4-2 1 15,-2-5 5-15,-2-2-8 0,4-1 5 0,1-4-3 16,-3 0 2-16,1-1 1 0,2-1 0 0,-2-1 0 16,0-3-10-16,-1-2-18 0,2 1-8 0,-1-1-12 0,0 0-20 15,-1-3-20 1,0-2-41-16,0 0-56 0,0 0-177 0,0 0-383 16,0 0 170-16</inkml:trace>
  <inkml:trace contextRef="#ctx0" brushRef="#br0" timeOffset="165485.75">13199 15146 101 0,'0'0'129'0,"0"0"-12"15,0 0-13-15,0 0-12 16,0 0-11-16,0 0-3 0,0 0-4 0,0 0-6 15,0 0-6-15,0 0 0 0,0 0 2 0,0 0-9 16,-2-2-2-16,2 2 6 0,0 0-8 0,0 0-2 16,0 0-8-16,0 0-5 0,0 0-2 0,0 0-3 15,0 0-5-15,0 0 7 0,0 0-10 0,0 0-2 16,0 0 0-16,0 0-5 0,0 0-3 0,0 0 2 16,0 0-1-16,0 0-3 0,0 0 5 0,0 0-14 0,0 0 1 15,0 0 4-15,0 0 3 0,0 0-8 0,0 0 0 16,0 0-2-16,0 0 0 0,0 0 5 0,0 0 0 0,0 0-6 15,0 0 8-15,0 0 1 0,0 0 9 0,0 0-8 16,0 0 5-16,0 0-6 0,0 0-2 0,0 0-4 16,0 0-2-16,0 0 4 0,0 0 1 15,0 0-5-15,0 0 6 16,0 0 1-16,0 0-10 0,0 0 4 0,0 0 10 16,0 0-11-16,0 0 0 0,0 0 4 0,0 0 0 15,0 0 4-15,0 0-7 0,0 0 6 0,0 0-2 16,0 0 3-16,19 2-1 0,-11-1-1 0,-2-1 2 15,-6 0-4-15,13 0 4 0,1 0-2 0,3-1-7 16,2 0 8-16,2 1-7 0,9-2 3 0,8 0 5 16,13-1-2-16,4-1-2 0,8 2 3 0,35-4-2 0,3-1-1 0,10 3 4 15,12-2 15-15,1-1 2 0,8-2 6 0,6 4 3 16,2 0 0-16,5 0-8 0,-6-2-2 0,-9 2-2 16,-8-2 1-16,-10 2-4 0,-10-5 0 0,-6 6-1 15,-3-5-6-15,-30 4-4 0,1 1 4 0,-4-2 1 16,-5-1-7-16,-17 2 4 0,-1-1-1 0,-5 2 1 15,-14-2 0-15,0 4 8 16,-3 0 15-16,-3-2 18 0,-3 3 8 0,-1-2 5 16,-1 2-7-16,-1 0-5 0,-2-1-2 0,-4 2-20 15,9-1-25-15,-9 1-26 0,6-3-36 16,-6 3-35-16,0 0-34 0,0 0-31 0,0 0-221 0,-19 6-410 16,9-5 181-16</inkml:trace>
  <inkml:trace contextRef="#ctx0" brushRef="#br0" timeOffset="169333.19">13490 15709 46 0,'0'0'134'0,"0"-5"-14"0,0 5-5 0,0 0 3 16,0 0-7-16,0 0-10 0,-2-4-5 0,2 4-5 0,0 0 4 16,0 0-8-16,0 0 1 0,0 0-8 0,0 0 3 15,0 0-10-15,0 0 1 0,0 0-2 0,0 0-6 16,0 0 7-16,0 0-9 0,0 0-1 0,0 0-2 0,0 0 3 16,0 0-5-16,0 0-2 0,0 0 3 15,0 0-4-15,0 0 3 0,2-5-11 0,-2 5-7 16,0 0-6-16,0 0 0 15,0 0 3-15,0 0-10 0,0 0-1 0,-2-4 1 16,2 4-3-16,0 0-3 0,0 0-1 0,0-5-2 16,0 5 0-16,0 0-3 0,2-6-1 0,-2 6-1 15,0 0 1-15,0 0 2 0,2-2 2 0,-2 2-6 16,3-5 6-16,-3 5 2 0,0 0-1 0,0-7-1 16,0 7 0-16,0 0 2 0,0 0-1 0,0 0-6 15,0-3-1-15,0 3-1 0,0 0-6 0,0 0 3 0,0 0-4 16,0 0-10-16,0 0-20 0,0 0-10 0,0 0-1 0,0 14 2 15,-4-4 4-15,3 3-1 0,-2 6 7 0,-1 7 0 16,-4-1 6-16,2 4 2 0,1 1 1 0,-4-1 0 16,5-1-1-16,-1 2 6 0,0-4 0 0,1 1 2 15,3-1-6-15,-2-9 6 0,1 0 3 16,2 0-2-16,0-5-1 0,-4 5 3 0,4-7 2 0,0-1 2 0,0-1 0 16,0-3 1-16,1 0 1 0,-1-2 2 0,-1 3-2 15,1-3 6-15,0-3 4 0,0 7 4 0,0-7 1 16,0 5 1-16,0-5 2 0,0 0-1 0,0 3 3 15,0-3-4-15,0 0-32 0,0 0-35 0,0 0-39 16,0 0-42-16,-5-18-27 0,2 12-40 0,2-4-146 16,-3 0-371-16,3-5 164 15</inkml:trace>
  <inkml:trace contextRef="#ctx0" brushRef="#br0" timeOffset="169696.26">13410 15640 30 0,'0'0'158'0,"-1"-6"-18"16,1 6-27-16,0 0 2 0,0 0-13 0,10 2-14 16,-3 2-12-16,4 1-1 0,2 4-13 0,2 2-3 15,5 4 1-15,1 5-5 16,-1 0-3-16,1 1-4 0,-1 2-2 0,0 1-2 15,-5 0-12-15,4 0 2 0,-6 5 1 0,-4-3-12 16,0 1-2-16,-4-3 0 0,-1 5 2 0,-4-2-9 16,-3-3 7-16,-2-5-7 0,0-1-8 0,-4-1 12 15,-1 0-1-15,-2 0 6 0,-6 4 0 0,8-8 6 16,-6-2-1-16,1 3-2 0,2-4 4 0,-2-1 3 16,4-2-6-16,1-2 1 0,1 3-6 0,1-5-5 15,1 1 6-15,0-2-9 0,4 1 3 0,0 0 0 0,0-1-1 16,3-2-1-16,-7 2-2 0,7-2-9 0,0 0-26 0,0 0-26 15,0 0-42-15,12-12-32 0,-4 5-41 16,0 2-98-16,2-4-282 0,-1-1 125 0</inkml:trace>
  <inkml:trace contextRef="#ctx0" brushRef="#br0" timeOffset="170297.8">13768 15388 92 0,'0'0'146'0,"8"-2"-7"0,-8 2-12 0,10-3-18 16,-3 0-8-16,1 3 0 15,-8 0-4-15,20 3-4 0,-8-3-6 0,-1 4-11 16,0-3-3-16,2 3-10 0,-3 2-6 16,-2 1-7-16,3 5-3 0,-3 0-6 0,0 2 0 15,-5 2-8-15,1 1-4 0,-4 0-3 0,0 2 7 0,-4 1-8 16,-2 0-5-16,0 4 2 0,-3-6-3 0,-3 4-1 16,2-5 4-16,-2-1-8 0,1-2 4 0,2 2-2 15,1-7-2-15,-1 1 6 0,3-3-5 0,2 0-4 0,0-3 13 16,2 0 22-16,-1 0 15 0,-1-1 16 0,2-1 11 15,2-2 14-15,0 0-2 0,6 3-8 0,3-4-7 16,5-3-13-16,5-1-3 0,11-1-10 0,-2-1-7 16,1 2-3-16,6-4-5 0,-2 4-6 0,2-4 8 15,0 4-2-15,0-2 1 0,-6 1-9 0,-1 4-1 16,-11 0-4-16,-3-1-2 16,-1-1-2-16,-6 4-5 0,2-2-4 0,-4 1-4 15,1 1-10-15,-6 0-16 0,9-1-18 0,-9 1-19 16,0 0-8-16,0 0-5 0,0 0-22 15,0 0-22-15,-15 12-36 0,10-10-25 0,-6 2-33 0,2 1-200 16,-1 0-432-16,2-2 191 0</inkml:trace>
  <inkml:trace contextRef="#ctx0" brushRef="#br0" timeOffset="170867.87">14553 15932 36 0,'0'0'160'0,"0"0"-14"16,-4 2-16-16,4-2-4 0,0 0-17 0,0 0-15 16,0 0-8-16,-4 3-6 0,4-3-2 0,0 0-5 15,0 0 4-15,0 0-3 0,0 0-3 0,0 0-1 16,0 0-3-16,0 0-1 0,0 0 0 0,0 0-3 16,0 0-1-16,0 0-3 0,0 0 0 0,0 0-9 15,0 0 5-15,0 0-2 0,0 0 0 0,0 0-2 0,0 0 3 0,0 0-2 16,0 0-3-16,0 0-6 0,0 0 1 0,0 0-6 15,0 0-3-15,0 0-4 0,0 0-4 0,0 0 3 16,0 0-5-16,0 0 0 0,0 0 1 0,0 0 8 16,0 0-5-16,0 0 7 0,0 0-1 0,0 0 6 15,0 0-1-15,0 0 1 0,0 0-6 0,0 0-2 16,0 0-4-16,26-6-2 16,-15 3-2-16,7 0-4 0,9-2-2 15,-6 1-1-15,10-1 29 0,-2-1-4 0,5 0-6 16,-5 1-3-16,0 2-3 0,-1-2-3 0,-8 2-2 15,-1 1-3-15,-2-2-3 0,-3 3-2 0,-4-1 0 16,-4 0-1-16,3 2-3 0,-5-1-3 0,2 0 1 16,-6 1-11-16,11-1-25 0,-11 1-29 0,5-2-15 15,-5 2-18-15,0 0-19 0,0 0-22 0,0 0-25 0,0 0-23 0,-22 4-33 16,9-3-17-16,3 2-145 0,1-2-399 0,-4 0 177 16</inkml:trace>
  <inkml:trace contextRef="#ctx0" brushRef="#br0" timeOffset="171115.25">14737 15819 42 0,'0'-6'307'16,"0"3"-9"-16,0-2-13 0,0 5-23 0,0-5-25 15,0 5-25-15,0 0-29 0,2-5-20 0,-2 5-20 16,0 0-17-16,0 0-17 15,0 0-12-15,0 0-13 0,4 17-8 0,-4-6-7 16,0 4-5-16,0-3-10 0,0 7-4 16,0-1-14-16,-4 6 7 0,4 2-6 0,-2-2 1 0,-2-4-7 15,4 4-36-15,-3-5-37 0,3 0-41 0,-1 0-57 16,0-3-60-16,-2 0-230 0,-1-4-465 0,3-6 206 16</inkml:trace>
  <inkml:trace contextRef="#ctx0" brushRef="#br0" timeOffset="171669.93">15290 15659 78 0,'0'-7'240'0,"0"7"-17"0,0-4-18 16,0 4-24-16,0 0-21 0,0 0-14 0,-1-5-18 0,1 5-11 16,0 0-19-16,0 0-10 0,0 0-9 0,0 0-14 15,0 0-4-15,1 15-7 0,-4-8-8 16,2 4-2-16,-4 0-6 0,-3 7-4 0,2 1-4 15,-3 4-8-15,2 0-3 0,-1 1 3 0,-3-2-5 0,1 5 0 0,3-9-2 16,-2 0-1-16,1-2-2 0,-1 0 0 0,4-4 0 16,1-1-4-16,0-1 1 0,-1 0 1 0,5-2-1 15,0-4-2-15,-1 3 7 0,1-1 9 0,0-4 10 16,1 3 15-16,3 2 2 0,1-6-6 0,3 0 0 16,3 2-4-16,2-3 0 0,6 0-6 0,-1 0-15 15,3-3-25-15,0 2-43 0,1 0-27 0,-3-1-40 0,4-3-48 16,-5 0-45-16,1 2-140 0,-1-2-376 0,-2 1 166 15</inkml:trace>
  <inkml:trace contextRef="#ctx0" brushRef="#br0" timeOffset="171917.39">15441 15888 282 0,'0'0'312'0,"-2"-4"-15"0,2 4-20 16,0-3-21-16,0 3-30 0,0 0-24 0,0 0-27 16,-1-4-24-16,1 4-16 0,0 0-16 0,0 0-14 15,-5 16-13-15,4-5-14 0,-3 5-9 0,-1 2-5 0,0 6-5 0,-3 5-5 16,3-1-8-16,-4 2-5 0,5 2-1 0,-2-1-4 16,-1 1-2-16,5-4 0 0,-3 1-25 15,1-3-7-15,0-6-42 0,0-1-55 0,3-2-59 16,-3 0-94-16,2-2-195 0,-4-9-481 0,2 0 213 0</inkml:trace>
  <inkml:trace contextRef="#ctx0" brushRef="#br0" timeOffset="180793.33">16826 14347 47 0,'0'0'109'15,"1"-2"-1"-15,3-1-6 0,-4 3-2 0,6-5-13 16,-2 2-7-16,0-1-1 0,-1 4-10 0,-3 0-3 16,10-2-15-16,-4-1-1 0,-2 2-2 0,-4 1-1 15,14 0-14-15,-5 0 0 0,1 1-3 0,2 0-2 16,-1 3-4-16,-2 3-2 0,2 1-6 0,1 3-3 16,-1 1 2-16,-1 4-9 0,-1 2-3 0,2 3 1 15,1 2 1-15,-3 2 3 0,-3 1 1 0,-2 3-2 0,-3 0 8 0,-1-1-6 16,-2 1-9-16,-2-1 3 0,-1 0 5 0,-3-1-4 15,-2-2-2-15,1-3 3 0,-3-2 1 0,3-4 5 16,-1-1-1-16,3-4 3 0,-5 0-2 0,-1 0 9 16,3-1 11-16,1-3-5 0,1 2-4 0,3-6 10 15,-1 1 0-15,2 0 13 0,0 0 6 0,0-2 22 16,3-1 15-16,-3 2 16 16,4-3 25-16,-4 2-2 0,4-2-13 0,0 0-11 15,-1-8-14-15,5 0-8 0,1-1-14 16,0-7-9-16,4-1-12 0,8-3-4 0,-3-3-13 15,5-1-9-15,0-3-7 0,3-1-2 0,1 0-1 0,0-1-3 16,2 2 4-16,-2-1 2 0,9-9-1 0,-10 14-6 16,0 2 3-16,-2 2 5 0,-7 4 4 0,2 1 3 15,-2-1 5-15,-3 3 4 0,1 4 1 0,-4-3 2 0,2 4 3 16,-5-3 0-16,1 5 0 0,0 2-5 0,-2-4-3 16,-1 4 4-16,2 1-7 0,-4-1-2 0,4 1-7 15,-4 2 0-15,5-7-4 0,-5 7-4 0,0-3-14 16,0 3-10-16,0 0-10 0,0 0-19 0,0 0 2 15,0 0 5-15,0 0-1 0,-13 16 4 0,8-5 4 16,-9 2 1-16,4 2 0 0,0 2 3 0,-6 6 11 0,4 1-7 0,-1 1 2 16,0 1 1-16,4 5 5 0,2-1-2 0,-1 1-3 15,0-2 7-15,4-4 1 0,3-6 1 0,0 7 0 16,-3-9 14-16,9 3 5 0,-4-4-1 0,2 0 12 16,1-5 0-16,2 4 9 0,3-3 8 0,2-4 2 15,4 1 1-15,2 0 2 0,0-2-1 0,2 0-3 16,4-1-5-16,-5-1 0 15,3 0-3-15,-8-2-4 0,3 1-1 0,-6-4 0 16,0 3-1-16,-2-3-4 0,-3 0 4 0,2 1 8 16,-1 0 3-16,-6-1 0 0,9 0 3 0,-9 0 4 15,5 0-7-15,-5 0 0 0,5 2-3 0,-5-2-4 16,0 0-5-16,0 0 0 0,7 0-3 0,-7 0-3 16,0 0-1-16,0 0-1 0,4 4-14 0,-4-4-23 15,0 0-25-15,0 0-33 0,0 0-37 0,0 0-57 0,0 0-73 16,11-6-270-16,-7 4-562 0,2-1 249 0</inkml:trace>
  <inkml:trace contextRef="#ctx0" brushRef="#br0" timeOffset="183947.84">18127 14423 112 0,'0'0'144'16,"0"0"-6"-16,0 0-14 0,0 0-9 0,0 0-7 16,0 0-5-16,0 0-6 0,0 0-7 0,0 0-7 15,0 0-3-15,0 0-7 0,0 0-6 16,0 0-5-16,0 0-6 0,0 0-6 0,0 0-4 0,0 0 0 16,0 0-7-16,0 0-1 0,0 0-7 0,0 0 1 0,0 0-9 15,2-3-1-15,-2 3-5 0,0 0 3 0,6 0-6 16,-6 0-3-16,12-2 4 0,-5 1-4 0,0 1-3 15,2-2-8-15,0 0 10 0,4 0-11 0,-3-1 17 0,2 2-10 16,-2-1-1-16,3 0 1 0,-3 0-5 0,-1-2 6 16,1 0-1-16,-1 2 0 0,-3-1-1 15,1 1 4-15,0 0 10 0,-1 0 8 0,-4-1 0 0,2 0-2 0,0 0 6 16,-2 1 2-16,-2 2-6 0,4-4-2 0,-4 1-3 16,0 3 1-16,0 0-4 0,-5-8-9 0,0 6 0 15,0-1-4-15,-5 2 0 0,-2-2-1 0,-1 3-1 16,-6 3-5-16,-1-2 1 0,-1 2-1 0,-7 2 3 15,-3 5-3-15,3 0-1 0,2 2-2 0,-2 2 2 16,-2 4 0-16,2 1-3 16,1 2-2-16,-1 3 4 0,4 3-6 0,3 2 9 15,0 1-5-15,3 4-2 0,1-4 5 0,7 1-4 16,-3 2 9-16,8-3 4 0,1 0 1 0,7-3 3 16,4 0 0-16,3-3-1 0,5-1 6 0,4-1-3 15,6-4 0-15,7-1 0 0,0-3 0 0,5-2 1 16,16 0-2-16,-1-7-3 0,4-2 5 0,-1-1-3 15,0-1-1-15,-1-6-2 0,-15 1-1 0,1-1-8 0,11-8-3 0,-14 1 2 16,-2-1-9-16,-3-3-3 0,-3-1 3 16,-1-2 1-16,-5 1 0 0,0 1-5 0,-10 2 14 15,0 2 13-15,-6 4 8 0,1-3 6 0,-3 5-4 16,-2-4 3-16,2 3-6 0,-8 2-2 0,2-2-1 16,-4 2-5-16,-1-3-4 0,-5 7-2 0,-4-1 1 0,-2 3-4 15,-6 3 3 1,-3 5-1-16,-1-2-1 0,1 6 6 0,1 0-12 15,2 1 4-15,1 3-2 0,4-5 0 0,4 3-1 16,0 0-9-16,5 0-4 0,1 0 2 0,4-1-1 16,3 0 4-16,2-4 6 0,6 3-1 0,-1-3 1 15,11 1-1-15,0-3 6 0,3-1-4 0,3-5 2 16,6 0 1-16,-1-3-2 0,-2-4 5 0,1 2 3 16,-7-3-3-16,-2-1 1 0,-1-3-1 0,-2 1 0 0,-2-5-1 0,-2 2-10 15,1-4-6-15,-6 1-10 0,-1 1-5 0,-1-2-9 16,-5 0-10-16,-2 7-8 0,-2-6-6 0,-3 1-7 15,-2 1 0-15,1 6-19 0,-1-1-22 16,-2 4-4-16,-1-3-5 0,-4 3-31 0,3 1-97 0,1 1-269 16,0 0 119-16</inkml:trace>
  <inkml:trace contextRef="#ctx0" brushRef="#br0" timeOffset="184487">19168 14492 121 0,'0'0'169'0,"0"0"-18"0,-5-2-20 0,5 2-11 16,0 0-12-16,-10 1-11 0,10-1-7 15,-12 4-10-15,4-4-13 16,-1 5-8-16,-2-1-2 0,1 0-8 0,0 0-5 15,-2 2-8-15,-2 1-1 0,5 1-8 0,-5-1 3 16,4 1-2-16,1 1-10 0,3 3-2 0,-2-3 2 16,2 5-4-16,2-2-3 0,3 0 3 0,1 0-3 15,1 0 1-15,3-1 2 0,2 5-3 0,4-3 3 16,-1 0-2-16,4 1-5 0,2-1 2 0,-2 1 1 16,1 0-3-16,2-3 2 0,-4 0-1 0,1-1-4 0,-3 0 4 0,0-3-10 15,-2 3 0-15,-4-3 4 0,0-2-3 0,-3 2 5 16,0 0-2-16,-1 1-7 0,-1-3 9 0,-3 1-4 15,-3-1 5-15,-2 2 0 0,-8 2 3 0,3-2-3 16,-4-1 1-16,-1 0 2 0,2 0-4 0,-2-2-16 16,1 2-26-16,0-1-11 0,6-2-44 0,-6 0-34 15,6 1-115 1,1-4-262-16,4 0 116 0</inkml:trace>
  <inkml:trace contextRef="#ctx0" brushRef="#br0" timeOffset="185251.14">19471 14447 8 0,'10'2'118'16,"-1"-2"-9"-16,3 2-11 0,2 1 3 0,-1 0-9 15,3 1-2-15,2 1-5 0,-1 2 3 0,0 0-20 16,-2 1-3-16,0 1-8 0,-2 1-6 16,-4-1 2-16,1 5-10 0,-4-1-9 0,1 2 4 0,-1 2 0 15,-6 3 0-15,-2-1-5 16,-2 0-4-16,-3-2-3 0,-2 0-6 16,-7 6-5-16,-1-2 4 0,-1-1-1 0,-3-2 2 15,3-1-2-15,-5 0-6 0,-2-3 0 0,2 1 1 16,9-3-10-16,-5-3 5 0,2 1 4 0,4-1-9 15,1-4 7-15,1 1-4 0,3 0-5 0,-1-2-2 0,4 0 12 16,1-1-5-16,-1 0-7 0,2 1 24 16,-1-4 14-16,4 0 9 0,-3 3 5 0,3-3 15 0,0 0 5 0,0 6 4 15,0-6-1-15,10 3-6 0,-4-3-4 0,3 0-6 16,1 0-3-16,9 0-7 0,1 0-6 0,4 0 0 16,4-1-7-16,7 3-2 0,-2-1-4 0,2-1-4 15,1 0-3-15,0 1 3 0,-3 1-4 0,-1 1-3 16,-1-2-3-16,-9 0-1 0,-6 1 0 0,2-1-6 15,-6-1 1-15,-1-1-1 16,-4 1 3-16,-2 1-2 0,1-1 2 0,-1-1 4 16,-5 1-1-16,9 1-6 0,-9-1-3 15,0 0-7-15,0 0-12 0,0 0-20 0,0 0-6 0,0 0-22 16,0 0-26-16,-25-1-29 0,18-1-18 0,0 1-37 16,-1 0-174-16,1-2-374 0,1 0 166 0</inkml:trace>
  <inkml:trace contextRef="#ctx0" brushRef="#br0" timeOffset="186206.73">20083 14437 14 0,'0'0'183'0,"0"0"-14"0,5-1-17 0,-1-1-24 16,-4 2 1-16,7 0-17 0,-7 0-14 0,9 0-10 0,-9 0-9 0,12 2-8 15,-7-1-7-15,3 2-14 0,-3 2-2 0,1-1 0 16,2 4-7-16,-3 1-9 0,3 1-3 0,-3 5 4 16,3 2-8-16,-6-2-2 0,2 5-1 0,-5 6 0 15,-2-8-2-15,1 9-7 0,-6 0 5 0,-1 0-3 16,0-2 3-16,0 1-8 0,-1-8 4 0,-3 3-5 16,1-4 1-16,1-2 0 0,0-1-3 0,-1-1 1 0,1-1 3 0,3-2 2 15,-2-2 0-15,3 0 0 0,2-2 5 0,0 0 7 16,1-3 2-16,-1 0 14 0,3-1 13 0,-1 3 19 15,1-2 16-15,2-3 14 0,-4 3 12 0,4-3 14 16,-3 1 11-16,3-1 8 0,0 0 16 0,0 0 6 16,0 0-15-16,0 0-22 0,0 0-17 0,7-12-6 15,0 5-14 1,2-6-27-16,3 1-13 0,3-2-15 0,6-6-20 0,0-1-14 16,3-1 1-16,-1 3-4 0,-1-5-2 15,5 5-2-15,-4-5-3 0,-1 3 3 0,-3 5 0 0,1-1 0 0,-7 5 4 16,1 0 0-16,-5 0 2 0,0 4 9 15,-1 1 1-15,-2 2-1 0,-1 2 12 0,-1-3-6 16,0 0 4-16,2 4-6 0,-2-3-3 0,0 2-6 0,-4 3 0 16,1-5-10-16,-1 5-14 0,0 0-15 0,4-4-18 15,-4 4 2-15,0 0 4 0,0 0 2 0,-19 19 1 16,11-5 6-16,-6 7 2 0,0 1 4 0,0 2 1 16,1-1 0-16,3 3 3 0,-2-4 2 0,6 3 5 15,1 0-2-15,5-6 8 0,3 0 9 0,5 0 2 16,7 3 11-16,8-3 1 0,7-1 3 0,5-1 3 15,15-3-51-15,0-2-84 16,4-8-144-16,-14-3-299 0,2-3-605 0,8-6 267 16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4-26T03:41:19.854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4689 1685 89 0,'0'0'153'0,"0"0"-1"0,0 0-6 0,0 0-11 16,0 0 0-1,0 0-6-15,0 0 0 0,0 0-4 0,0 0 0 0,0 0-5 16,0 0 4-16,0 0-1 0,0 0-1 0,0 0 3 15,0 0-3-15,0 0-3 0,0 0 8 0,3-5-5 16,-3 5-2-16,0 0 0 0,0 0-3 0,0 0 0 16,0 0-1-16,0 0-6 0,0 0-9 0,0 0-11 15,0 0-8-15,0-6-10 0,0 6-3 16,0 0-9-16,0 0-18 0,0 0 1 0,0 0-15 0,0 0-20 0,0 0-26 16,0 0-10-16,0 0-14 0,-3 24-9 0,2-8 5 15,0 10 8-15,-2 3 5 0,1 5 7 0,-6 13 2 16,3-16 5-16,1 6 3 0,1-3-1 0,-3-2 6 15,5 1 10-15,-2-4-7 0,2 0 13 0,-2-1 14 16,2-8-9-16,1-1 2 0,-1-1 0 16,-1-2-1-16,2-4 2 0,0-2 4 15,0-3-7-15,0 2 9 0,-1-3-2 16,1-6 6-16,1 10 5 0,-1-5 2 0,0-5 14 16,0 0-1-16,0 7 15 0,0-7-8 0,0 0 5 15,3 7-8-15,-3-7 0 0,0 0-14 0,0 0 3 16,0 0-5-16,0 0 2 0,0 0-21 0,0 0-24 15,0 0-27-15,0 0-42 0,0 0-60 0,0 0-77 16,0 0-86-16,0 0-240 0,0 0-588 0,0 0 260 0</inkml:trace>
  <inkml:trace contextRef="#ctx0" brushRef="#br0" timeOffset="1080.58">3428 2675 33 0,'0'0'156'0,"0"0"-5"0,0 0-1 0,0 0-13 0,0 0-6 16,-4 2-8-16,4-2-8 0,0 0-7 0,0 0-9 15,0 0-7-15,0 0-16 0,0 0-3 0,0 0-8 16,0 0-1-16,0 0-11 0,0 0 3 0,0 0-7 16,0 0-6-16,0 0-1 0,0 0 0 0,0 0-11 15,0 0 3-15,0 0-9 0,0 0-2 0,0 0 2 16,0 0-7-16,0 0 0 0,0 0-3 0,0 0-1 0,0 0-5 16,0 0 0-16,0 0-1 0,0 0 1 0,0 0-2 15,0 0-2-15,0 0 6 0,0 0-8 0,0 0 6 16,0 0-4-16,0 0 6 0,17 4 5 0,-7-4-6 15,7-1 4-15,6-2-5 0,11 1 5 0,17-6-7 16,8 1 6-16,33-7 0 0,-1-1 5 0,11 3 4 16,6-6 4-16,15 0 3 15,2 5-2-15,3-4-8 0,-1 1 1 0,-2-1-3 16,-2 7 6-16,-2-6 8 0,-2-2-3 0,1 6 8 16,-6-2 1-16,-6-1 0 0,-5 0 5 0,-5 1-11 0,-6 4 0 15,-26 0-6-15,-2 1 1 0,0-1 0 0,-4 3-1 16,-5-2 1-16,0 2-3 0,-18 2 5 0,0 0-1 15,-1 1 9-15,-7 0-6 0,-11 2 7 0,0-3 3 16,-8 3 5-16,-1 2 5 0,-1-3 1 0,1 3-3 16,-4-1-3-16,-5 1-3 0,10 0-4 0,-10 0-4 15,5 0-7-15,-5 0-13 0,0 0-25 0,8-1-23 16,-8 1-34-16,0 0-27 0,0 0-39 0,0 0-76 16,0 0-275-16,-17 9-526 0,7-8 234 0</inkml:trace>
  <inkml:trace contextRef="#ctx0" brushRef="#br0" timeOffset="2105.3">3928 3002 149 0,'0'0'261'0,"0"-6"-7"16,0 6-7-16,0 0-15 0,0-4-13 0,0 4-22 16,0 0-12-16,-3-3-23 0,3 3-13 0,0 0-22 15,-1-4-12-15,1 4-13 0,0 0-9 16,0 0-29-16,0 0-16 0,0 0-5 0,-4 14 27 15,4-3-5-15,-4 6-9 0,-1 0-6 0,1 2-1 0,-3 9-8 16,0-3-2-16,1 1-12 0,-1 1 11 0,2-2-10 0,-1 1 4 16,2-2-10-16,-1 0 2 0,1-8-4 0,1 1-1 15,2-5-2-15,-3 1 2 0,3-2-3 0,-2-1 0 16,2 0 0-16,-4-5-4 0,4 0 3 0,1 2-1 16,-3-3 1-16,2-1-2 0,1-3 8 0,-3 7-6 15,3-4-8-15,0-3-15 0,0 0-38 0,0 0-54 16,0 0-45-1,0 0-47-15,-5-12-47 0,4 7-211 0,-2-7-486 0,3 0 216 16</inkml:trace>
  <inkml:trace contextRef="#ctx0" brushRef="#br0" timeOffset="2521.98">3814 2999 4 0,'0'0'283'0,"0"0"-19"0,0 0-22 16,0-5-27-16,0 5-20 0,0 0-19 0,0 0-23 16,0 0-12-16,0 0-18 0,0 0-12 0,10 0-14 15,-1 4-9-15,5 0-7 0,0 3-5 0,4 2-9 16,0 0-5-16,1 2-4 16,7 1-8-16,-1 4-1 0,-3-1-1 0,1 8 3 15,1-5-6-15,-3-1-4 0,-2 7-3 16,-4-4-1-16,-2 4-2 0,-5-6-2 0,-1 7 0 15,-3-5-4-15,-4-1 6 0,-6 7-1 0,-7-2-2 16,-1-1 5-16,-7-1 6 0,-3 0 4 0,4-1 5 16,-3-3 6-16,-3-1 10 0,1-4 5 0,-1 0-1 15,1-1 2-15,0 0 4 0,6-4 12 0,0-1 9 0,6-6 12 0,0 3-5 16,1 1-5-16,3-1-16 0,2-2 17 0,1 0 5 16,1-1 0-16,1-1 2 0,-1 2-4 0,5-2-7 15,-5 1-9-15,5-1-12 0,0 0-2 0,-6 2-11 16,6-2-8-16,0 0-16 0,0 0-18 0,0 0-23 15,0 0-30-15,2-8-56 0,-2 8-17 0,6-6-41 16,-2 1-42-16,1 1-44 0,2-3-53 0,0-1-72 0,-2 2-286 0,2-3-694 16,-1-1 308-16</inkml:trace>
  <inkml:trace contextRef="#ctx0" brushRef="#br0" timeOffset="3292.94">4182 2805 216 0,'0'0'274'0,"0"0"-12"0,0 0-15 16,0 0-16-16,0 0-20 0,0 0-20 0,1-4-15 15,-1 4-20-15,0 0-17 0,0 0-12 0,0 0-15 16,0 0-24-16,0 0 1 0,0 0-15 0,0 0 0 15,0 0-13-15,13 9-10 0,-8-9-3 0,0 4-9 16,-1 2 0-16,2-1-3 16,2 2-1-16,-1 3-3 0,0 0-3 0,-1 0-1 15,0 1-2-15,-3 4-5 0,0-1-4 16,2 1 6-16,-5 2-3 0,0-1 3 0,-4-1 2 16,2 2 0-16,-3-1 1 0,-2-1 3 0,-4 0 3 15,3-5 1-15,-1 0-1 0,3-1 0 0,-3-2 7 16,4 0-11-16,0-2 6 0,1-1-3 0,0 0 2 0,1 3 2 15,-1-5-6-15,2-1 18 0,2-1 23 0,-4 6 11 0,4-6 2 16,0 0-8-16,0 0 5 0,0 0 1 0,0 0-8 16,0 0-8-16,0 0-8 0,24-6-4 0,-6 1-5 15,3 3-4-15,8-5-3 0,2 3-7 0,-3-2-7 16,0-1-2-16,4 3 3 0,-4 0-6 0,0-1-4 16,-7 2 3-16,0 0-5 0,-4 0 1 0,-2 3-10 15,-3-1 9-15,-3-1-8 0,-4 2 3 0,-5 0-5 0,14 0 5 0,-14 0-5 16,8 0-4-16,-8 0 7 0,0 0-9 0,6-3-19 15,-6 3-4-15,0 0-22 0,0 0-7 16,0 0-15-16,0 0-32 0,0 0-33 0,-14 14-43 16,6-8-44-16,-2-2-65 0,5 1-61 0,-3 0-219 15,4-2-610-15,4-3 270 0</inkml:trace>
  <inkml:trace contextRef="#ctx0" brushRef="#br0" timeOffset="3941.3">4904 3294 213 0,'-9'2'246'0,"0"-1"-7"0,2 0-8 16,2 0-12-16,-1 1-14 0,6-2-12 0,-8 1-8 15,8-1-18-15,-7 0-7 0,7 0-14 0,-4 2-4 0,4-2-10 16,0 0-14-16,0 0-6 0,-8 1-9 0,8-1-3 16,0 0-3-16,0 0-1 0,0 0-13 0,0 0 0 15,-5 1-7-15,5-1 2 0,0 0-7 0,0 0-1 16,0 0-14-16,0 0 0 0,0 0-8 0,0 0-9 16,0 0 1-16,0 0-4 0,0 0-8 0,0 0 0 15,0 0-2-15,0 0-1 0,0 0 2 0,0 0-5 0,0 0-1 16,0 0-16-16,0 0 16 0,0 0-2 0,0 0 4 0,0 0 0 15,-6 0 12-15,6 0-9 0,0 0 2 0,0 0-7 16,0 0-4-16,0 0 7 0,0 0 0 0,0 0 4 16,0 0 2-16,0 0 1 0,0 0-10 0,0 0 14 15,0 0 2-15,0 0-1 0,0 0-7 16,23-7-5-16,-10 2-19 16,7 0 17-16,11 1 0 0,3-4-2 0,2 2-6 15,3-2 3-15,11 0-2 0,-14 3 1 0,2 1-7 16,-3-1 5-16,-2 2-3 0,-2-3-5 0,-10 3-6 15,-1 0 8-15,-1 3-6 0,-6-1 2 0,-2 0 0 16,-1-2 3-16,-2 3-7 0,-3 0 1 0,-5 0-11 16,9-1-12-16,-9 1-15 0,0 0-8 0,0 0-11 15,0 0-20-15,0 0-7 0,-16 8-16 0,4-6-21 0,-1 0-12 0,0 3-23 16,-3-1-22-16,-1-1-26 0,3-1-41 0,1 0-48 16,-7 1-208-16,5-1-542 0,1-2 239 0</inkml:trace>
  <inkml:trace contextRef="#ctx0" brushRef="#br0" timeOffset="4195.22">5122 3139 45 0,'-2'-5'364'15,"0"1"-4"-15,2 4-7 0,0 0-20 0,-1-5-11 16,1 5-27-16,0 0-21 0,0 0-52 0,0 0-3 15,0 0-26-15,-3-7-23 0,3 7-20 0,0 0-23 0,0 0-15 0,0 0-14 16,-2 20-8-16,0-7-12 0,-2 4-3 0,-1 8-8 16,1-1-6-16,-1 3-7 0,3 0 2 0,-4-2-13 15,2 2 4-15,0-8-4 0,1 0-16 16,1-1-49-16,0-1-19 0,0 0-35 0,-2 0-51 16,3-5-59-16,0-2-80 0,0-3-328 0,-1-2-643 15,2-5 285-15</inkml:trace>
  <inkml:trace contextRef="#ctx0" brushRef="#br0" timeOffset="4712.22">5743 3001 268 0,'0'-5'291'0,"0"5"-13"0,0 0-20 0,0 0-21 15,2-4-20-15,-2 4-24 0,0 0-20 0,0 0-23 16,0 0-19-16,0 0-10 0,0 0-17 0,0 0-10 16,-2 17-3-16,0-7-6 0,-3 1-9 0,1 4-2 15,-1 4-9-15,-8 8-2 0,3-2 0 0,1 1 19 16,-1-2-1-16,-2 2-13 0,6-2-8 0,-2-9-8 15,3 4 3-15,-1-3-12 0,2-1-4 0,1-4-2 0,2-1 1 0,-2-3-7 16,2 3 16-16,1-6-2 0,0 3 15 16,0-2 9-16,5-1 9 0,-1 0-3 0,8 0 2 15,0-3-32-15,5-1 22 0,2-1-9 0,1-1-5 16,6-1-5-16,-3 0-29 0,-3-1-59 0,2 2-44 16,0-3-25-16,0 0-37 0,-3 2-37 0,-1-2-36 0,-4 0-56 15,-4 1-55 1,0 0-166-16,-1-2-537 0,-4 2 238 0</inkml:trace>
  <inkml:trace contextRef="#ctx0" brushRef="#br0" timeOffset="4897.08">5913 3231 22 0,'-1'-2'344'0,"1"2"-2"16,-3-3 8-16,3 3-1 0,0 0 0 0,0 0-12 0,0 0-16 15,0 0-27-15,0 0-34 0,0 0-24 0,0 0-33 0,0 0-25 16,-7 11-19-16,7-6-14 0,-3 7-8 0,2 6-15 15,-3 8-13-15,-1 1-10 0,2-2-6 16,0 6 2-16,-1-2-22 0,1 0-73 0,2-2-51 16,-5 0-79-16,3 0-94 0,2-1-145 0,-4-9-272 15,-2 0-694-15,5-9 307 0</inkml:trace>
  <inkml:trace contextRef="#ctx0" brushRef="#br0" timeOffset="7650.75">7491 1871 5 0,'2'-4'206'0,"-2"4"2"15,1-5-10-15,-1 5-8 0,1-3-8 0,-1 3-10 16,4-4-7-16,-3 1-14 0,2-1-12 0,0 2-15 16,0-1-11-16,2 0-13 0,-1 1-12 0,1 2-8 15,-5 0-12-15,12-1-2 0,-7-1-13 0,4 5-5 16,-4-3-8-16,4 5-1 0,1-1-8 0,2 4-2 16,-3-1-5-16,2 5 1 0,-2 0-7 0,-1 3-4 0,0 3 2 15,-2-1-1-15,-1 3-2 0,-3 0 7 0,-3 0-12 16,0 6 4-16,-3-6-3 0,-6 5 3 0,2-1-2 0,0-6 0 15,0 1-2-15,-1-2 1 0,1 1-1 16,-5-4 1-16,4 0 0 0,3-4-2 0,-2-3 4 16,-1 0 9-16,4-2 5 0,4 0 16 0,-3 0 14 15,4-5 18-15,-4 4 20 16,4-4 22-16,0 0 25 0,-9 2 23 0,9-2-5 16,0 0-19-16,0 0-10 0,0 0-8 0,10-26-19 15,-3 14-9-15,3-2-10 0,0-1-15 0,2-2-1 16,6-5-12-16,-3-1-7 0,-2 8-3 0,1 0-9 15,4-5-3-15,-5 5-4 0,3 0 2 0,2-3-8 16,-4 5-4-16,-2 1-4 0,-2 4 2 0,0-2 4 16,-5 1 2-16,0 4 2 0,-1 1 1 0,1-2 0 0,-1 3-1 15,-1 0-11-15,-3 3-5 0,7-5 4 0,-7 5-8 0,4-4-8 16,-4 4-24-16,0 0-23 0,0 0 5 0,0 0-11 16,0 0 9-16,-5 21 9 0,-1-8 0 0,-1 4-3 15,1 0 13-15,-2 2 5 0,4 1 1 0,3-2 2 16,-3 7 5-16,0-4 2 0,4 0 2 0,4-2 0 15,3 6 7 1,3-3 4-16,3-5-5 0,7 1-2 0,3-2-43 16,9-1-54-16,1-2-82 0,4-6-105 0,0-7-351 15,17 3-695-15,-18-3 307 0</inkml:trace>
  <inkml:trace contextRef="#ctx0" brushRef="#br0" timeOffset="8221.1">7334 2487 23 0,'-10'0'264'0,"10"0"-6"0,-9 0-4 15,9 0-10-15,0 0-12 0,0 0-15 0,-6 1-7 16,6-1-18-16,0 0-9 0,0 0-13 0,0 0-15 0,0 0-12 0,0 0-3 16,-7 0-29-16,7 0 7 0,0 0-8 0,0 0-14 15,0 0-13-15,0 0-12 0,0 0 3 16,0 0-9-16,0 0-4 0,0 0-3 0,0 0-2 15,0 0-1-15,0 0-4 0,0 0-6 0,0 0-4 16,0 0-6-16,0 0-1 0,-9-1-7 0,9 1 2 16,0 0-5-16,0 0 3 0,0 0-6 0,0 0-10 0,0 0 7 0,0 0 3 15,0 0-5-15,0 0-4 0,0 0 2 0,0 0 0 16,0 0 8-16,0 0-4 0,0 0 11 0,0 0-9 16,0 0 0-16,0 0-3 0,22-1-16 0,-9-1 19 15,6-1-7-15,16-2 7 0,0 1-4 0,20-1 0 16,4-2 1-16,0 2-5 0,3-1 3 0,-1-2-4 15,0 5-2 1,-6 0-1-16,-4 0 3 0,-13-1-5 0,-1 2 4 16,-1 0-19-16,-4-1 20 0,-9 2 3 0,0 1-11 15,-9 0 5-15,-1 0 1 0,-3-1-23 0,-2 1 23 0,-1 0 0 16,-3 1-1-16,-4-1-16 0,9-1-23 16,-9 1-16-16,0 0-14 0,0 0-25 0,0 0-31 15,0 0-38-15,-23 7-31 0,10-1-46 0,1-3-51 16,-5 0-257-16,-1 5-584 0,3-4 259 0</inkml:trace>
  <inkml:trace contextRef="#ctx0" brushRef="#br0" timeOffset="8853.94">7669 2590 126 0,'0'0'256'0,"0"0"-18"0,0 0-14 0,0 0-21 0,0 0-13 0,0 0-17 16,0 0-15-16,0 0-13 0,13-10-3 15,-4 6-20-15,3-1-10 0,1 4-12 0,0-4-9 0,5 4-6 16,1-2-13-16,-2 1-3 0,2 2-10 0,-6 0-5 15,6 0-6-15,-7 1-9 0,1 2-1 0,-4 2-1 16,4-3-10-16,-5 2-1 0,0 3-5 0,-3-1-2 16,2 2 0-16,-6 4 3 0,-1-2-3 0,-3 7 0 0,-2 0-1 15,-6 0 1-15,-5 4 0 0,-2 0-2 0,-4 0 1 16,1-2-3-16,-4 1 1 0,2-3-3 0,-4 0 2 16,4-4 4-16,5 0 7 0,1-6 4 0,0 2 4 15,3-2 6-15,4-1-1 0,-3-2 0 0,8-2 15 16,-3 2 23-16,4-3 26 0,4-1 36 0,-10 3 34 15,10-3 2-15,0 0-17 16,-5-5-17-16,5-3-17 0,5 1-12 0,4-2-13 16,-4-1-7-16,4 3-15 0,1-2-4 15,3-1-12-15,-4 2-15 0,2 0-4 0,0 2 1 16,0 1-7-16,2 0-8 0,0 4-7 0,1 1-2 16,2 0-1-16,4 1-8 0,-1 4 0 0,0 1-6 15,0 1 2-15,-1 2-1 0,4 1 10 0,2 2-10 0,-7 0 3 16,2-1-2-16,-1 0 4 0,0-1-4 0,-1 1 5 0,0-3 0 15,1-1-3-15,-8 0 4 0,4-2 0 0,-2-4 0 16,-2 1 2-16,4-2 0 0,-4-1 0 0,3-1-3 16,-3-2-1-16,2-1 5 0,3-5-3 0,-5 3-1 15,3-1-5-15,-4-1-1 0,0 0-3 0,0 1 2 16,1 0-1-16,-1-1-2 0,0 2 3 0,1-1-16 16,-5 2-9-16,2 1-17 15,-2-1-19-15,0 2-25 0,0 1-31 0,-1-2-38 16,1 3-48-16,-1-2-57 0,0 0-65 0,1-1-76 15,-1 1-249-15,-3-5-698 0,6 6 309 0</inkml:trace>
  <inkml:trace contextRef="#ctx0" brushRef="#br0" timeOffset="9740.62">8418 1784 15 0,'0'0'179'0,"0"0"-2"15,0-4-2-15,0 4-4 0,0 0-5 0,0 0-2 16,0 0-7-16,0 0-4 0,-3-5-9 0,3 5-8 16,0 0-9-16,0 0-10 0,0 0-12 0,0 0-11 15,0 0-11-15,0 0-8 0,0 0-7 0,0 0-7 16,0 0-10-16,0 0-10 0,0 0-5 0,0 0-6 16,0 0-5-1,0 0-10-15,0 0 2 0,4 14-2 0,-1-7-2 0,-2 6 1 16,4-2-8-16,-1 7 2 0,0-1-3 0,2 9 5 15,-1-2-5-15,4 2 8 0,3 2-7 16,-3 1 0-16,2 0 5 0,2 0-2 0,-1 0 4 16,1-1-9-16,-1 4 4 0,3-8 3 0,-2-2-6 15,-2-5 4-15,1-2-1 0,-2-3 1 0,3 0-2 16,-4-5-2-16,0 1 6 0,2-4-3 0,-2 1 5 0,-1-2-2 0,2-1-2 16,-3-3 14-16,-7 1 8 0,14-6 1 0,-9 3-1 15,2-1 1-15,0-4-3 0,-2 0 0 0,-1-1-4 16,-2 2 4-16,1 0 1 0,-2-1 3 0,-1 1-9 15,-1 1 2-15,1-2-6 0,-1 4-4 0,-2-2-5 16,1 2-3-16,-4-4-4 0,0 4 0 0,0 1-7 16,-2 0 4-1,3 1-2-15,-3 2-4 0,-1 0 0 0,-1 1 1 16,1 1-2-16,0 4 1 0,-5-2 1 0,5 4 0 16,-3 2-2-16,0 7 4 0,0-2-1 0,1 2 3 15,-1 4-1-15,1 1-3 0,1 5 2 0,3-8-2 16,0 8 3-16,0 2 2 0,1-1-2 0,6 4 0 15,-3-3 0-15,5 5 1 0,-1-5-1 0,3 4 3 16,2-2 0-16,0 3-3 0,0-3 1 0,3-1 2 0,2-1 2 0,-3-1-1 16,1 4 0-16,-1-3 1 0,0-2 0 0,-1 1 3 15,-1 1-1-15,-1 0 1 0,0 0 7 0,-5-3-11 16,-3-1 3-16,-1-4-6 0,1-5 8 16,-5 3 5-16,1-1-1 0,-5-1 3 0,-1-2-1 15,-2-1 2-15,-7 1-5 0,-1 1 7 0,-6-1 2 16,-2-5-26-16,-5 1-34 0,-2-4-66 0,-19-6-112 0,-6-2-288 0,5-6-547 15,2-4 242-15</inkml:trace>
  <inkml:trace contextRef="#ctx0" brushRef="#br0" timeOffset="10743.25">7035 1848 118 0,'0'0'121'0,"0"0"5"0,0 0-5 16,0 0 2-16,0 0 0 0,0 0-3 0,0 0-2 15,0 0-5-15,0 0 0 0,1-3-2 0,-1 3-9 0,0 0-1 16,0 0-7-16,0 0-1 0,0 0-10 0,0 0-3 15,0 0-4-15,0 0-3 0,0 0-3 0,0 0-6 0,0 0 2 16,0 0-9-16,0 0-4 0,0 0-4 16,0 0-6-16,0 0-3 0,0 0-11 0,0 0-3 15,0 0-6-15,0 0-6 0,0 0-20 0,0 0-17 16,0 0 10-16,0 0 0 0,-1 13-3 0,1-2 2 0,-1 5 4 0,0 4-3 16,-6 10 6-16,0 3-2 0,-5 11 3 0,-4 2-1 15,0 5 7-15,-3 4 3 0,0-1 1 0,-2-1 1 16,2 0 4-16,0-2-4 0,-4-5 2 15,5 0 1-15,-2-4 0 0,3-15-4 0,3 0 0 16,-3-2-1-16,5-5 3 0,-1-4-2 0,3-4 0 0,2-4 2 16,-1 1 4-1,4-4 9-15,1 0 26 0,0-3 22 0,0 1 2 16,4-3-6-16,0 0-7 0,0 0 4 0,-6-15-15 16,11 4-5-16,-1 0-4 0,1 0-6 0,4-6-5 15,5 2-1-15,-2 3-5 0,-3 4 0 0,1-3-6 16,0 5-3-16,-1-1 1 0,2 4-8 0,-2-1-2 15,2 4-2-15,0 2 0 0,-2 5-6 0,5 2 5 16,-2 6-3-16,-1 7 2 0,1 5 1 0,-3 0 0 0,-6 7 1 16,0-1-3-16,-7 16 6 0,-1 2-1 0,-8 1-1 15,3 0 3-15,-5 1 4 0,2-7-1 0,-1 1 2 0,4-14-2 16,2 1-2-16,0-5 1 0,-1-3 0 0,6-4 10 16,-1-5 5-16,0-2 4 0,3-4 1 0,1-1 6 15,5-2 5-15,4-3-6 0,7-1 0 0,12-4-3 16,9-2-37-1,13-3-46-15,6-5-85 0,4-4-123 0,-2-3-225 16,1-4-530-16,-5-3 234 0</inkml:trace>
  <inkml:trace contextRef="#ctx0" brushRef="#br0" timeOffset="17227.75">10048 2296 11 0,'0'0'186'0,"-5"-1"1"0,5 1-7 0,0 0-4 15,0 0-15-15,0 0-14 0,0 0-6 16,0 0-13-16,-9 1-11 0,9-1-11 0,0 0-11 16,0 0-5-16,0 0-11 0,0 0-5 0,0 0-8 15,0 0-6-15,0 0-9 16,0 0-4-16,0 0-5 0,0 0-1 0,0 0 1 16,0 0-5-16,0 0 5 0,0 0-3 0,0 0 0 15,-6 2 29-15,6-2 2 0,0 0-2 0,0 0-3 16,0 0-6-16,0 0-1 0,0 0-4 0,0 0 0 15,0 0-4-15,0 0-2 0,0 0-5 0,0 0-2 16,23 0-1-16,-5 0-5 0,2-1-3 0,11-1-6 16,6-2-1-16,-1 1-2 0,1 3 0 0,3-1-5 0,0 2 0 0,-7-1-1 15,2 0-2-15,-3 0-4 0,-1-1 1 0,-12-1-3 16,0 2 0-16,-1 0-15 0,-7 0-21 0,-2 0-27 16,0-2-22-16,-2 4-32 0,-7-2-16 0,0 0-7 15,4 3-29-15,-4-3-49 0,-11 5-205 16,-3-2-448-16,3 1 199 0</inkml:trace>
  <inkml:trace contextRef="#ctx0" brushRef="#br0" timeOffset="17590.91">10137 2548 77 0,'-7'1'233'0,"3"-1"-2"0,4 0-11 0,-10 0-9 16,10 0-14-16,-6 2-12 0,6-2-19 0,-5 2-6 16,5-2-15-16,0 0-8 0,0 0-9 0,-4 1-10 0,4-1-12 0,0 0-9 15,0 0-8-15,0 0-7 0,0 0-8 0,0 0-4 16,0 0-10-16,22-5 0 0,-5 0-12 0,6 3-3 15,8-3-5-15,0 3-5 0,8-3 0 0,12-2 5 16,8 3 3-16,-9-1-12 0,-8 4 7 0,-3-2-9 31,-2 3 3-31,-3-2-6 0,-3 2-1 0,-11 0-7 16,2-2-1-16,-9 2 2 0,-1 2-5 0,-3-2 1 0,-1 0-1 16,0 0-4-16,-2 0 2 0,-6 0-2 0,9 0-6 15,-9 0-16-15,5 0-24 0,-5 0-17 0,0 0-29 16,0 0-38-16,0 0-62 0,0 0-70 0,-20 1-200 15,20-1-489-15,-14-4 217 0</inkml:trace>
  <inkml:trace contextRef="#ctx0" brushRef="#br0" timeOffset="18863.08">12034 1894 74 0,'0'0'62'0,"0"0"1"15,0 0 0-15,0 0-2 0,0 0 1 0,-1-4-3 16,1 4 6-16,0 0-6 0,0 0 9 0,0 0-3 16,0 0 4-16,0 0 8 0,0 0 1 0,0-6-7 0,0 6 4 0,0 0 8 15,0 0-1-15,-1-3 9 0,1 3-1 0,-2-4 6 16,2 4 4-16,0 0 4 0,-1-6 3 0,0 4 3 16,1 2 6-16,0-6-3 0,0 6-11 0,0 0 3 15,-2-6-3-15,2 6 9 0,0 0-4 0,-1-5-6 16,1 5 0-16,0 0-9 0,3-2-13 0,-3 2-8 15,0 0-12 1,0 0-10-16,0 0-11 0,0 0-25 0,0 0-6 16,0 0 1-16,-2 13-7 0,2-2-2 0,0 4 1 15,0 3 0-15,-1 7-2 0,1-5-1 0,0 6 5 16,-1-2-3-16,1 1 5 0,-1-6-6 0,2 2 4 16,-1-3 0-16,0 0 3 0,0 0 7 0,1 3-9 15,0-5 2-15,-1-4 2 0,2-1 1 0,-1 1 2 16,0-2-31-16,-2 0-28 0,1-1-26 0,0-4-29 0,1 2-24 0,-1-7-25 15,-2 5-25-15,2-5-36 0,-2 5-193 0,2-5-440 16,0 0 195-16</inkml:trace>
  <inkml:trace contextRef="#ctx0" brushRef="#br0" timeOffset="19279.68">11698 2348 146 0,'-9'3'187'15,"9"-3"-16"-15,0 0-11 0,0 0-14 0,0 0-20 16,0 0-6-16,-8 0-18 0,8 0-5 0,0 0-9 15,0 0-7-15,0 0-7 0,0 0-1 0,0 0-8 16,0 0 2-16,0 0 4 0,0 0 3 0,0 0 0 16,36 0-2-16,-6-3-5 15,3 1-7-15,20-2-4 0,10 1 3 0,30-2 13 16,7-4 3-16,5 1 2 0,7-2 5 16,-1 8-1-16,-2-2 3 0,-8-4-6 0,0 6-6 0,-9-1-9 15,-29 3-4-15,-2 0-7 0,-2 0-6 0,-8 0-6 16,-14 0-2-16,-4 0-1 0,-3 0 2 0,-11 2-14 15,-3-2-2-15,-3 0-6 0,-4 0-2 0,-4 0-3 16,-5 0-1-16,14-2-13 0,-14 2-14 0,9 0-10 0,-9 0-24 16,0 0-19-16,0 0-39 0,-27 3-36 0,12 1-41 15,-7-2-44-15,-6-1-189 0,0 1-453 0,0 0 202 16</inkml:trace>
  <inkml:trace contextRef="#ctx0" brushRef="#br0" timeOffset="19996.53">11721 2531 112 0,'0'0'213'0,"0"0"-9"0,0 0-8 16,0 0-8-16,0 0-7 0,0 0-20 0,0 0-10 16,0 0-16-1,0 0-15-15,0 0-13 0,0 0-11 0,0 0-12 16,23-4-8-16,-8 4-7 0,5 0-6 0,0 0-7 0,-1 3-8 16,9-1-5-16,-1 2-7 0,1 1-4 0,2 2 0 15,-10 0-5-15,7 3-2 0,-8-2-3 0,5 6 1 16,-8-3-9-16,-1-2 3 0,-3 5-8 15,-4 1 1-15,-2 0-4 0,-3 1-3 0,-3 3 3 16,-5-2-4-16,-4 1-1 0,-10 2 0 0,-3 1 0 0,-2-1 0 0,-2-4 4 16,0 1 7-16,-5-2-10 0,-1-1 1 0,1-2-3 15,1 0 10-15,-1-6 6 0,3 2 2 0,1 0 6 16,8-3 1-16,5-1 3 0,0-3-2 0,6 2 4 16,1-1 1-16,-1 0 10 0,4-1 3 0,4-1-1 15,-9 6 0-15,9-6-2 0,0 0 2 0,0 0 1 16,0 0 1-16,41-2-6 0,-11-2-5 0,1 3 5 0,8 1-11 15,13 0 4-15,-1 0-4 0,-15 0-7 0,5 0-3 16,-4 1 10-16,0 0-6 0,-4-2-8 0,-1 3-2 16,-5-2-1-16,-5 2-3 0,-4 0-1 0,-6-2 1 15,-1 3 1-15,-4-6 7 0,-7 3-7 0,13 3-1 16,-13-3 2-16,10 0 0 0,-10 0-1 0,0 0 2 16,11 0 8-16,-11 0-7 15,0 0-1-15,0 0-1 0,0 0-4 0,8 0-5 16,-8 0-15-16,0 0-17 0,0 0-11 0,0 0-23 15,0 0-20-15,0 0-24 0,0 0-27 0,0 0-38 16,-20-8-40-16,20 8-35 0,-6-2-171 0,6 2-454 16,-7-7 201-16</inkml:trace>
  <inkml:trace contextRef="#ctx0" brushRef="#br0" timeOffset="20335.12">12500 2830 81 0,'0'0'338'0,"0"0"-22"16,0 0-27-16,0 0-28 0,0 0-22 0,0 0-25 16,0 0-30-16,0 0-25 0,0 0-35 0,0 0-37 0,0 0-57 15,0 0-57-15,0 0-57 0,4-16-74 0,-4 16-185 16,9-4-370-1,-5 0 164-15</inkml:trace>
  <inkml:trace contextRef="#ctx0" brushRef="#br0" timeOffset="20798.71">12824 2569 257 0,'0'0'279'15,"0"0"-16"-15,0 0-12 0,0 0-32 0,0 0-20 16,4-4-20-16,-4 4-22 0,0 0-21 0,0 0-13 15,0 0-14-15,0 0-19 0,0 0-12 0,0 0-9 16,0 0-8-16,-2 13-8 0,-1-4-3 16,-3 2-5-16,3-2-4 15,-4 6-3-15,1 2-3 0,-3 0-5 0,-3 2 0 16,7-5-4-16,-4 2-1 0,3 0-6 0,1 1 1 16,-3 0-5-16,4-6 2 0,3-1-3 0,-2 0 4 15,2 0-7-15,-1-5-1 0,2 2 5 0,0-2 7 16,0 0 11-16,2-1 11 0,2-1 2 0,1 2-2 15,5-3-6-15,8 2 8 0,0-3-13 0,0 1-4 16,5-2-9-16,-5 0-18 0,2-2-18 0,1 2-24 0,-2-1-28 0,1 0-19 16,2-2-28-16,-6 1-25 0,1-1-25 15,0 1-23-15,-3-2-17 0,-2 0-16 0,-1 0-128 16,-2 0-379-16,-3 0 168 0</inkml:trace>
  <inkml:trace contextRef="#ctx0" brushRef="#br0" timeOffset="20952.36">13070 2786 427 0,'2'-10'37'0,"-2"10"24"0,-2-5 20 0,2 5 22 0,-1-5 15 16,1 1 20-1,0 4 18-15,-4-4 9 0,4 4 1 0,-1-3 1 16,1 3-4-16,0 0-11 0,0 0-14 0,0 0-11 16,0 0-17-16,0 0-15 0,0 0-10 0,0 0-15 15,0 0-7-15,0 0-8 0,-5 15-3 0,2-5-4 16,2 2-10-16,0 5-1 0,0 1-1 0,-1-1-3 16,1 9 2-16,1-1-1 0,0 1-15 0,0 1-58 15,0-2-74-15,0-4-115 0,-1-6-211 0,-2-5-474 0,2-4 210 16</inkml:trace>
  <inkml:trace contextRef="#ctx0" brushRef="#br0" timeOffset="22286.79">14362 1914 66 0,'0'-4'266'0,"-2"-1"-6"0,2 1-10 16,0 4-8-16,-3-5-17 0,3 5-16 0,0-6-22 16,0 6-21-16,0 0-21 0,1-5-14 0,-1 5-17 15,0 0-19-15,0 0-14 0,0 0-10 0,0 0-7 0,-1 22-11 0,1-7-4 16,0 2-6-16,-1 5-4 0,1 4-2 0,0 0-5 16,-4 3-2-16,8-2-2 0,-4 2-2 0,1-3-2 15,2 2 0-15,1-3-4 0,-3-6-1 0,3-1-2 16,-3-5-3-16,3 2-3 0,-3-3 6 15,-1 0-3-15,1-5-1 0,-1 0-4 0,3 1 7 16,-3-3-10-16,0 2-8 0,0-2-5 0,0-5-8 0,0 0-8 0,1 4-11 16,-1-4-33-16,0 0-46 0,0 0-50 0,0 0-37 15,0 0-48-15,0 0-126 0,7-24-405 0,-5 13 180 16</inkml:trace>
  <inkml:trace contextRef="#ctx0" brushRef="#br0" timeOffset="22687.95">14787 2135 137 0,'0'0'140'0,"-7"-2"-5"0,7 2-9 0,0 0-22 15,0 0-5-15,0 0-19 0,0 0 0 0,-11 2-24 16,11-2 7 0,0 0-9-16,0 0-6 0,0 0 8 0,0 0-4 15,0 0 3-15,0 0 0 0,0 0 4 0,0 0 6 16,-4 0 4-16,4 0 11 0,0 0 2 0,0 0-1 15,24 0-10-15,-10 0-5 0,5-2-5 0,3 0-8 16,10 0-1-16,1-3-11 0,-1 4 1 0,4-2-7 16,0 2-2-16,-2 0-8 0,-3-2 4 0,2 0-7 15,-14 3-3-15,3-3-13 0,-8 3-15 0,-1-2-13 0,-3 1-34 0,0 1-13 16,-2-2-22-16,-3 1-36 0,-5 1-48 0,0 0-122 16,0-5-322-16,0 5 142 0</inkml:trace>
  <inkml:trace contextRef="#ctx0" brushRef="#br0" timeOffset="22941.91">14971 2022 208 0,'0'0'304'0,"0"0"-11"0,-3-3-12 15,3 3-22-15,0 0-20 0,0 0-24 0,-1-5-21 16,1 5-22-16,0 0-23 0,0 0-17 0,0 0-18 15,0 0-11-15,0 0-17 0,0 12-5 0,0-12-9 0,1 16-10 16,-1-7 5-16,0 4-18 0,0 4 2 0,0 1-10 16,3 2 2-16,-2-1-3 0,0 6-5 0,2-4-3 15,-2-2-2-15,4 1-4 0,-4-2-31 0,2-2-15 16,-2-3-27-16,-1 0-24 0,3-3-37 0,-2 0-40 16,-1-3-32-16,3 0-45 0,-2-3-204 0,0 0-465 15,-1-4 205-15</inkml:trace>
  <inkml:trace contextRef="#ctx0" brushRef="#br0" timeOffset="23320.84">15594 1867 146 0,'0'-4'281'0,"0"4"-20"0,-3-4-17 0,3 4-24 0,0 0-19 16,0 0-26-16,0 0-25 0,0 0-15 0,0 0-17 16,0 0-14-16,0 0-8 0,0 0-9 15,7 16-8-15,-3-7-10 0,-4 5-6 0,0-2-5 16,1 8-3-16,0-1-7 0,2 0-6 0,-2 0-1 15,3 4-3-15,-1-3-1 0,-2-2 2 0,4 1-11 16,-1-1 0-16,-3-2-6 16,-1 1 1-16,0-6 0 0,3 2-2 0,-2 0-1 15,0-1-2-15,-1-3-1 0,0 1-9 16,-1-3-12-16,1-2-12 0,-4 2-3 0,3-2-10 16,-2-1-8-16,3-4-24 0,-7 6-23 0,3-4-34 0,4-2-30 15,0 0-46-15,-21-7-188 0,11 2-412 0,2-3 183 16</inkml:trace>
  <inkml:trace contextRef="#ctx0" brushRef="#br0" timeOffset="23674.71">15542 1852 53 0,'0'0'274'0,"-3"-4"-21"0,3 4-23 0,0 0-22 16,0-3-24-16,0 3-20 0,0 0-15 0,0 0-20 15,0 0-11-15,13 2-9 0,-3 3-13 0,3 2-13 16,2 1-3-16,3 4-13 0,5 3-6 16,0 1-5-1,-2 4-9-15,0 1-1 0,0-2-1 0,-4 2-6 16,-1 2 0-16,-2-2-8 0,-9-1-2 0,4-1-2 16,-5-4 0-16,-3 5-1 0,-2 8-5 0,-3-10 2 0,-5 2-1 15,4-3 1-15,-6-1-3 0,0-2 2 0,-4-1 2 16,2-1-3-16,-1-2 2 0,-3-1-3 0,4-1 0 15,0-3-2-15,0 1 0 0,3-3-1 0,1 0 2 16,0 1-2-16,1-3 4 0,3 3-9 0,0-3 2 16,5-1-4-16,0 0-27 0,0 0-35 0,0 0-34 15,-13-8-59-15,13 8-28 0,10-17-56 0,-3 10-164 0,-1-6-424 16,1 1 187-16</inkml:trace>
  <inkml:trace contextRef="#ctx0" brushRef="#br0" timeOffset="24307.49">15874 1591 39 0,'0'0'284'0,"0"0"-13"16,1-5-14-16,-1 5-21 0,0 0-25 0,0 0-14 15,0 0-26-15,0 0-15 0,0 0-19 0,0 0-14 16,5-2-15 0,-5 2-6-16,0 0-15 0,12 4-13 0,-8-2-7 15,1 1-7-15,-1 0-11 0,1 2-3 0,-1 2-6 16,0-1-5-16,-1 7-3 0,4-5 1 0,-4 9-6 15,-1-5-1-15,-2 4-2 0,-2 0-3 0,1 0 0 16,-1-4-3-16,-2 4 0 0,0-5-8 0,-1 1 2 16,1-3-3-16,2-1 2 0,-1-3 0 0,0-1 0 15,2 3-5-15,-2-2 3 0,1-3 0 0,1 3 7 0,1-5 21 0,-2 5 18 16,2-5 12-16,0 0 14 0,0 0-1 0,0 0 3 16,17-1-8-16,-3 0-6 0,3-4-15 15,2 1 4-15,0-1-16 0,4 0 0 0,5-1-6 0,-5 2-1 16,4 0-7-16,-9 1 3 0,2 1-3 0,-1-1-6 15,-6 2-2-15,-2 1-5 0,-3-1-2 0,0 1-2 16,-8 0-1 0,10-1 0-16,-4 2-12 0,-6-1-6 0,8 0-25 15,-8 0-31-15,0 0-35 0,4 2-21 0,-4 2-9 16,0 2-24-16,0-6-42 0,-9 7-54 0,3-2-255 16,-2 0-546-16,-1 0 241 0</inkml:trace>
  <inkml:trace contextRef="#ctx0" brushRef="#br0" timeOffset="24846.58">15337 2364 143 0,'0'0'175'15,"0"0"-1"-15,0 0-11 0,0 0-5 0,0 0-4 16,0 0-5-16,0 0-4 0,-5 1-8 0,5-1-7 0,0 0-8 15,0 0-4-15,0 0-4 0,0 0-4 0,0 0-5 16,0 0-3-16,0 0-7 0,0 0 3 0,0 0-8 16,0 0-2-16,0 0-7 0,0 0-5 15,0 0-2-15,0 0-7 0,0 0-5 0,0 0-7 0,0 0-2 0,0 0-5 16,0 0 2-16,0 0-4 0,0 0 12 0,0 0-9 16,0 0-2-16,0 0 4 0,0 0-1 0,0 0 3 15,0 0 0-15,0 0-5 0,0 0 1 0,21-5-1 16,-9 3 0-16,15-4-11 0,8 2 2 0,3 0-7 15,22-2 6-15,6-2-15 0,1 0 2 0,24-7-1 16,2 9-1-16,-33 2-2 16,-2 0-5-16,-1-1-1 0,-7 2 12 15,2-3-13-15,-15 3-2 0,-3 1 4 0,0-1-9 16,-7 1 5-16,-5-1-7 0,-7 3 3 0,-4 0 4 16,0 0-9-16,-11 0 1 0,12 0 1 0,-6 0-3 15,-3-1-24-15,-3 1-19 0,9-4-22 0,-9 4-17 16,0 0-29-16,0 0-30 0,0 0-38 0,-20 9-39 15,9-8-47-15,0 4-245 0,-4-1-550 0,2-1 244 0</inkml:trace>
  <inkml:trace contextRef="#ctx0" brushRef="#br0" timeOffset="25494.97">15715 2477 85 0,'0'0'269'16,"0"0"-28"-16,0 0-25 0,0 0-23 0,0 0-21 16,13-7-15-16,-4 6-16 0,4 1-12 0,5 1-11 15,-1-1-17-15,4 0-9 0,1 0-10 0,6 6-9 0,-6-2-8 0,-2 0-6 16,-2 1-7-16,0 2-5 0,-4-1-5 0,-2 2 0 16,-1-1-10-16,-4 3-5 0,0 0-2 0,-4 0-1 15,-1 3 2-15,-2-2-7 0,-5 6 1 0,-6-4-1 16,2 3-1-16,-6-3 1 0,0 0-3 0,-6 4 0 15,-4-2 2-15,9-5 4 0,-7 3 3 0,5-6 3 16,1 2 7 0,-1-3-2-16,4-1 3 0,0 0 3 0,4 0-2 15,2-3-2-15,2-1 10 0,1-1-5 0,0 3 11 16,5-3 11-16,-8 2 7 0,5 0 4 0,3-2-4 16,0 0 7-16,0 0-4 0,0 0 1 0,0 0-11 0,20-7-4 15,-4 4-11-15,6-2-1 0,7-2-2 0,6 0-1 0,1 1-3 0,1 1 1 16,4 1-3-16,-4-3 0 0,0 5-5 15,-4-1 0-15,2 1-7 0,-5-1-4 0,-2 0-1 16,-9 2-1-16,0 1-2 0,-2-3-4 0,-8 3-4 16,4 0 15-16,-8-2-16 0,0 2 4 0,-5 0 4 15,10 2 2-15,-10-2 1 0,9-2 1 0,-9 2-1 16,0 0-7-16,8 0 9 0,-8 0-14 0,0 0-7 16,5 0-11-16,-5 0-7 0,0 0-12 0,0 0-17 15,0 0-18-15,0 0-22 16,8 0-19-16,-8 0-18 0,0 0-15 15,0 0-27-15,0 0-22 0,0 0-19 0,0 0-44 16,2-5-249-16,-2 5-540 0,3-7 239 0</inkml:trace>
  <inkml:trace contextRef="#ctx0" brushRef="#br0" timeOffset="26111.9">16579 1639 32 0,'0'0'255'0,"0"0"-20"0,0 0-22 0,0 0-24 16,0 0-18-16,0 0-22 0,0 0-16 0,0 0-15 16,14 10-18-16,-5-3-10 0,4 7-12 0,5 7-2 15,2 5-4-15,7 17 6 0,0 1-3 0,0 7 1 16,-8 2-4-16,3 5-3 0,-2 27-4 0,-6-1-4 16,-7-25 1-16,-2 1-11 0,5 21 1 0,-12-27-9 0,-4-2 2 0,0 0-5 15,-7-1-1-15,-2-4 4 0,-7-4-7 0,-2 0 1 16,-7-4-22-16,-2 0-26 0,-4-6-33 0,-5 0-56 15,-4-6-79-15,-5-2-244 0,-6-7-458 0,3-6 203 16</inkml:trace>
  <inkml:trace contextRef="#ctx0" brushRef="#br0" timeOffset="26998.55">14242 1634 103 0,'0'0'169'16,"0"0"-25"-16,0 0-14 0,0 0-12 0,-9 16-1 15,0 2-7-15,-3 7 1 0,-1 6-10 0,-6 19 7 16,-6 5-5-16,-4 26 1 0,10-27-2 0,-12 25 1 16,12-21-10-16,-1 25 9 0,13-28-1 0,1 2 2 15,8-2-2-15,3-2-2 0,11 0 5 0,3-4-3 16,8-3 3-16,5-3 2 0,10-4-16 0,4-6 1 0,6-1-5 15,6-4-26-15,26 4-48 0,-25-11-65 0,2-3-89 16,3-3-105-16,-5-7-176 0,2-4-458 0,-21-4 204 16</inkml:trace>
  <inkml:trace contextRef="#ctx0" brushRef="#br0" timeOffset="29119.35">16773 1480 121 0,'0'0'180'0,"-6"-2"-8"0,6 2-6 15,0 0-20-15,0 0-6 0,0 0-17 0,0 0-9 16,-5-1-14-16,5 1-3 0,0 0-15 0,0 0 2 16,0 0-7-16,0 0-4 0,0 0-4 0,0 0-2 15,0 0-8-15,0 0 2 0,0 0-2 0,0 0-4 16,0 0 0-16,0 0-6 0,0 0 1 0,0 0-5 15,0 0 0-15,0 0-6 16,0 0-2-16,0 0-3 0,0 0-1 0,0 0-5 16,0 0 3-16,0 0-5 0,0 0-1 15,0 0-6-15,0 0 3 0,0 0-7 0,0 0 2 0,0 0-4 16,0 0 2-16,0 0-3 0,0 0 0 0,0 0 1 16,0 0 1-16,0 0-3 0,0 0 3 0,0 0-4 15,0 0 4-15,0 0-1 0,0 0 0 0,0 0 2 16,0 0-5-16,0 0-1 0,0 0 0 0,0 0 1 0,0 0-2 15,0 0 3-15,0 0-3 0,0 0 9 0,17 0 0 16,-6-3 0-16,8 1-1 0,3-1-3 0,6 2 3 16,3-2-5-16,3 3 0 0,-1-2 1 0,-1 2-7 15,-1-1 0-15,-2 1 2 0,-8 0 1 0,2-2-30 16,-4 2 2-16,-6 0 1 0,1-3 2 0,-4 3 3 16,-3 3-1-16,-1-6 5 15,3 3-10-15,-4 3 0 0,-5-3-15 0,8 0-7 16,-8 0-17-16,5 0-4 0,-5 0-20 0,0 0-1 15,0 0-28-15,0 0-16 0,0 0-33 16,-19 3-17-16,11-3-139 0,3 0-344 0,5 0 152 16</inkml:trace>
  <inkml:trace contextRef="#ctx0" brushRef="#br0" timeOffset="29388.91">17384 1316 236 0,'0'0'319'16,"-1"-3"-21"-16,1 3-21 0,0 0-28 0,-5-3-27 15,5 3-12-15,0 0-37 0,0 0-25 0,0 0-19 16,0 0-15-16,0 0-12 0,-2 10-9 0,2 2-10 15,-2 6-5-15,2 11-10 0,0 2-1 0,0 0-8 16,0 5-16-16,0-1-22 0,0 10-29 0,2-11-44 0,-2 2-51 0,1-4-67 16,-1-1-86-16,1-4-144 0,-1-10-434 0,0-5 192 15</inkml:trace>
  <inkml:trace contextRef="#ctx0" brushRef="#br0" timeOffset="30560.65">18004 1840 69 0,'4'-2'210'0,"-1"-1"-14"0,-1-1-8 16,3 2-16-16,0-1-22 15,-1 0-4-15,1 0-15 0,3 3-16 0,-2-3-13 16,6 0-9-16,-2 3-10 0,0 0-11 0,0 5-10 15,2-4-4-15,2 5-11 0,-4 2 4 0,5 3-6 16,-3 2-4-16,0 0-5 0,-1 4 1 0,-5 0-6 16,2 8 3-16,-8-2-4 0,0 5-1 15,-5-4-2-15,-1 2-3 0,-4-2-2 0,-3 1-3 16,0-1 3-16,-4 0-6 0,3 0 7 0,-4-5-8 0,4 2 2 0,0-8-4 16,3 1 4-16,1-3 3 0,2-4 6 0,-1-2 6 15,4 4 13-15,-3-7 13 0,3 1 21 0,4 0 22 16,1-3 25-16,0 0 33 0,0 0-10 0,0 0-17 15,0 0-15-15,-9-10-10 0,11-2-7 0,6-2-16 16,5-1-9-16,2-8-6 0,3 0-16 0,3-1-6 16,3 1-14-1,1-3 0-15,-2 1-12 0,1 3 5 0,-2-3-2 16,1 3-1-16,-1 0-14 0,-3 3 6 0,-4 4-3 0,-2 3 5 16,1 0-6-16,-5 4 0 0,0-1 11 0,0 2 1 15,-2 0 11-15,-2 3 2 0,-1 0-1 0,-2 2-4 16,3-1 2-16,-2 1-10 0,-3 2-7 0,3-5-6 15,-3 5-1-15,3-2-14 0,-3 2-20 16,0 0-6-16,0 0 0 0,0 0-9 0,-9 17 8 0,2-7 7 0,-4 4 4 16,-1 3-4-16,-4 7 8 0,1 1-3 0,-2-1 4 15,3 0 1-15,3 1-2 0,3-7 6 0,-5 6 5 16,8-7 4-16,4 2-4 0,-2-2 10 0,6-1 9 16,-2-2 1-16,7 0 16 0,2-1 9 0,3 2 7 15,10-2-3-15,4-3 4 0,1 0-2 0,1-1-4 16,4-7 0-16,-5 2-4 15,3-2-2-15,-13 0-3 0,5-2-6 0,-5 3 1 16,-5-2 0-16,-4-1-5 0,2 0-4 16,-11 0 6-16,12 1-6 0,-12-1 7 0,0 0 6 15,15 0 9-15,-15 0-5 0,0 0 3 0,6 2-5 0,-6-2-8 16,0 0-12-16,0 0-18 0,0 0-42 0,0 0-40 16,0 0-49-16,0 0-47 0,7 1-55 0,-7-1-78 15,0 0-358-15,0 0-730 0,0 0 323 0</inkml:trace>
  <inkml:trace contextRef="#ctx0" brushRef="#br0" timeOffset="34238.68">10770 4761 48 0,'0'0'167'0,"-2"-3"-7"0,2 3-3 16,0 0-8-16,0 0-3 15,0 0-2-15,0 0-3 0,0 0-6 0,0 0-6 16,0 0-5-16,0 0 3 0,0 0-9 0,0 0-2 16,0 0-1-16,0 0-5 0,0 0-6 0,0 0 2 15,0 0-6-15,0 0-2 0,0 0-4 0,0 0 1 16,0 0-6-16,0 0-4 0,0 0-7 0,0 0-5 16,0 0-10-16,0 0-3 0,11-2-7 0,2-1-7 15,-4 1-4-15,9-3-6 0,5 1-3 0,9 1-10 0,2 0-26 0,2 1-33 16,-3-1-41-16,0 0-46 0,1 3-56 0,-2-1-49 15,-4-1-225-15,-9 2-491 0,0-1 217 0</inkml:trace>
  <inkml:trace contextRef="#ctx0" brushRef="#br0" timeOffset="34392.1">10870 4942 192 0,'-9'7'233'16,"5"-3"-16"-16,-3 0-17 0,0-2-20 0,5 0-16 15,-1 1-11-15,2 2 9 0,1-5 4 0,9 2-8 16,2-2-15-16,10 0-11 0,13-3-14 0,17-3-11 16,6 1-36-16,3-1-60 0,2 0-76 0,3 1-109 15,-3-3-188-15,-3-4-391 0,-6 3 173 0</inkml:trace>
  <inkml:trace contextRef="#ctx0" brushRef="#br0" timeOffset="34924.55">12636 4371 261 0,'0'-5'340'0,"-1"-2"-14"16,1 3-12-16,0 4-12 0,0-6-29 0,0 6-31 15,0-4-20-15,2 0-32 0,-2 4-26 0,0 0-19 16,0 0-29-16,0 0-15 0,0 0-12 0,0 0-9 15,-1 20-8-15,1-10-13 0,1 7-3 16,-2 0-1-16,1 1-5 0,1 8-5 0,2-2 0 0,-1 2-5 16,1-2-4-16,-3-5 1 0,4 0-13 0,-3-2-24 15,2-4-20-15,-2 2-25 0,0-2-36 0,-1-2-36 0,1 1-51 16,1-2-59-16,-4 1-278 0,1-3-546 0,-1-5 242 16</inkml:trace>
  <inkml:trace contextRef="#ctx0" brushRef="#br0" timeOffset="35356.85">12336 4873 104 0,'0'0'219'0,"-8"1"-11"0,5 0-9 16,3-1-13-16,0 0-15 0,-5 3-13 0,5-3-10 0,0 0-7 16,0 0-15-16,-4 3-6 0,4-3-17 0,0 0-11 15,0 0-9-15,-3 3-10 0,3-3-1 0,0 0-8 16,0 0 0-16,0 0 3 0,0 0 1 0,0 0 0 16,0 0 0-16,0 0 2 0,0 0-5 0,0 0-9 15,0 0-4-15,24-9-6 0,-5 4-3 0,12-2-3 0,3-1-9 16,21-2 0-16,5 0 3 0,31-4 1 0,0 2 8 15,5 4 10-15,3-2 8 0,2 3 2 0,-2 1-1 16,-5-1 3-16,-30 6-6 0,1-1-13 0,-6 2 3 16,-8-2 0-16,-15-1-12 0,-2 3 0 0,-7 0-5 0,-8 0-1 15,-6 0-2-15,-1-2-1 0,-3 2 0 0,-2 0-14 16,1 0 5 0,-8 0-7-16,10-2-19 0,-10 2-24 0,0 0-33 15,0 0-33-15,0 0-32 0,0 0-33 0,-43 2-46 16,26-2-37-16,-2 5-252 0,-8-3-538 0,7-1 238 15</inkml:trace>
  <inkml:trace contextRef="#ctx0" brushRef="#br0" timeOffset="35996.1">12834 5121 183 0,'-1'-3'270'15,"1"3"-30"-15,0 0-27 0,0 0-20 0,10-5-20 16,-1 5-15-16,2 0-16 0,1 1-22 0,4 1-9 16,3 2-7-16,2 0-13 0,-1 0-11 0,1 3-11 15,-2-1-8-15,0 3-6 16,-2 0-5-16,0 5-5 0,-6-1-4 0,-2 2-7 15,0 0-1-15,-4 4-2 0,-4 0-3 0,-5 1 0 16,-2 8 0-16,-10-3-2 0,-1 2-1 0,2 1-2 16,-6-1-4-16,-3 0 1 0,2-3-3 0,3 0 0 15,-4-2 0-15,4 0 8 0,0-3 4 0,6-5-4 16,0 0 2-16,2-1-8 0,3-3 4 0,-1 0-4 16,5-3-4-16,-2 2-1 0,3-4 3 0,3 1 16 0,0 0 17 15,4-1 10-15,2-3 3 0,6 1-2 0,5 0-2 0,4-1-10 16,6-2-1-16,4-3-4 0,2 1-5 0,-4-3-4 15,2 1-5-15,-3-3-2 0,0-1-1 0,-10 2 1 16,0-1-3-16,-4-2-2 0,-2 0-3 16,-5-1-12-16,-3-5-22 0,-4-2-10 0,-10-7-9 15,-8 0-4-15,-6-3 4 0,-13-10-2 0,-7 2 3 0,0-1 5 0,-1 0 3 16,-4 5 3-16,-1-2 17 0,8 7 34 0,9 2 42 16,4 4 43-16,2 3 17 0,5 0 17 0,5 5 4 15,3 2 12-15,9 3-6 0,-5-1-18 0,9 2-34 16,5-2-30-16,5 1-23 0,10-3-31 0,15 2-50 0,17-4-73 15,7 6-63-15,6 1-85 0,30-5-85 16,-39 9-319-16,9-3-706 16,-8 1 313-16</inkml:trace>
  <inkml:trace contextRef="#ctx0" brushRef="#br0" timeOffset="36797.99">14793 4584 96 0,'0'-6'221'0,"3"0"6"0,-3 1-4 0,3 0-4 0,-3-1-6 0,3 3 6 16,-2-2-9-16,-1 0-8 0,0 5-8 0,-1-5-5 16,2 2-9-16,-1 3-12 0,-1-5-14 0,1 5-19 15,0 0-16-15,0 0-14 0,0-6-16 0,0 6-13 16,0 0-24-16,0 0-9 0,0 0-6 0,1 22-2 16,-2-7-5-16,-1 10-6 0,-1 2-7 0,-1 2 3 15,4 2 0-15,-1 1-24 16,-2 2 1-16,2-3 1 0,1 3 0 0,2-4 3 15,0 0 1-15,2-5 0 0,-1-6-1 0,0-2 1 16,2 0 2-16,-4-5-3 0,2 2 2 0,-1-6 3 16,1 4-8-16,0-7-16 0,-2 2-9 0,1-2-20 15,0-1-5-15,-1 1-8 0,-1-2-31 16,0-3-47-16,0 0-77 0,0 0-265 0,0 0-520 0,0 0 230 16</inkml:trace>
  <inkml:trace contextRef="#ctx0" brushRef="#br0" timeOffset="37700.17">15499 4778 113 0,'-8'0'217'0,"0"0"-12"0,2 0-12 16,0 0-12-16,6 0-17 0,-8 0-13 0,8 0-15 15,-7 0-6-15,7 0-3 0,0 0-12 0,0 0-7 16,0 0-7-16,-8 0-7 0,8 0 2 0,0 0-4 0,0 0-12 15,0 0-7-15,0 0 0 0,0 0 6 16,0 0-10-16,-6 0-3 0,6 0-2 0,0 0-4 16,0 0-3-16,0 0-1 0,0 0-6 0,0 0-2 0,0 0-3 0,0 0-5 15,0 0-1-15,0 0-4 0,0 0 1 0,0 0-2 16,0 0-5-16,0 0-2 0,0 0 1 0,0 0-9 0,0 0 2 16,0 0 0-16,0 0-2 0,0 0 6 15,0 0 4-15,22 2 2 0,-3-4-8 0,10 2 1 16,5-4-2-16,4 0-3 0,3 2-5 0,11-3 1 15,5 3 1-15,-4-3-4 0,2 1-5 0,0 2 2 0,-18-2 1 16,1 3-5-16,0-1 3 0,-8 1 0 0,0 0-2 0,-11 0-3 16,-6 1 2-16,-1 0 2 0,-4 1-1 0,-2-2-2 15,2 1 2-15,-2 0 1 0,-6 0 3 0,0 0-6 16,9 0-10-16,-9 0-20 0,4-3-31 0,-4 3-41 16,0 0-43-16,0 0-56 0,0 0-58 15,-24-1-236-15,19-1-533 16,-3 0 236-16</inkml:trace>
  <inkml:trace contextRef="#ctx0" brushRef="#br0" timeOffset="41086.32">16996 4308 208 0,'1'-4'225'0,"-1"4"2"0,0 0-7 15,-2-4-6-15,2 4-10 0,0 0-18 0,1-4-10 16,-1 4-15-16,0 0-10 0,0 0-22 0,0 0-11 16,0 0-16-16,2-4-10 0,-2 4-16 0,0 0-6 15,0 0-11-15,0 0-12 0,0 0-5 0,0 15-6 16,0-5-4-16,0 3 0 0,0 4-4 0,-1 2-3 0,0 1-3 16,-2 4-1-16,2-5-5 0,0 6 1 0,1 3 1 15,-2-5-2-15,2-2-3 0,0-1-1 0,0-2-1 16,0 2 4-16,-1-5-4 0,2-1-2 0,-1-2-2 0,0-2 2 15,0 0-2-15,0-4 2 0,0 2-1 0,0-4 0 0,0 1 0 16,0-2 1-16,0-3 3 0,0 4 1 0,0-4-3 31,2 6 3-31,-2-6 1 0,-3 3-2 0,3-3-3 16,0 0 3-16,0 0 1 0,0 0-4 0,0 0 1 16,0 0-25-16,0 0-37 0,0 0-37 0,0 0-38 15,0 0-30-15,-5-13-39 0,4 8-39 0,0-2-159 16,-1-1-426-16,2-1 188 0</inkml:trace>
  <inkml:trace contextRef="#ctx0" brushRef="#br0" timeOffset="41540.51">16917 4289 243 0,'0'0'258'0,"0"0"-13"0,-7-4-20 0,7 4-23 16,0 0-21-16,0 0-19 0,0 0-20 0,0 0-15 15,0 0-10-15,0 0-14 0,0 0-11 0,18 8-6 16,-6-2-5-16,7 3-17 0,0 0-6 0,7 7-6 16,2 1-5-16,1 1-1 15,-1 2 2-15,0-1-4 0,-1 3-2 0,0 1-4 16,-4 0-3-16,-3 2-5 0,-2-2 0 0,-4 2-3 15,0-3-2-15,-6 1 2 0,-3-5 4 0,-3 1-3 16,-4 0 0-16,-3 0 1 0,-4-1-2 0,-6 2 4 16,-3 1 1-16,0-5 3 0,-2 2-1 0,-1-4 1 15,3-1 4-15,-1-1-5 0,1-3 3 0,0 1 1 16,2-4 2-16,-1 3-5 0,7-5 4 0,0 0-4 0,2 0-1 0,2 0-5 16,2-2 0-16,-1-1 0 0,0 1 6 0,5-2 7 15,-5 2 3-15,5-2-6 0,-6 0-1 0,6 0 2 16,0 0-2-16,0 0-5 0,-5 3-5 15,5-3-1-15,0 0-8 0,0 0-15 0,0 0-21 0,0 0-29 16,12-7-30-16,-6 6-34 0,-2-3-42 0,1 2-49 16,1-5-50-1,1 6-273-15,2-6-566 0,-3 0 250 0</inkml:trace>
  <inkml:trace contextRef="#ctx0" brushRef="#br0" timeOffset="45134.21">16183 2449 157 0,'-4'-3'203'0,"4"3"-15"15,-3-3-21-15,3 3-14 0,0 0-21 16,-8 0-12-16,8 0-12 16,-12 9-13-16,5-3-12 0,-7 6-6 0,-7 6-3 15,-2 3-7-15,-1 1 0 0,-3 3-5 0,-6 9 4 16,6-7-2-16,-9 7 7 0,12-8 0 0,-3 0 1 15,2-2-1-15,-2-1 1 0,4-3-1 0,1-1-3 16,5-5 0-16,2-2-8 0,2 0-7 0,2-2-4 16,-1-1-3-16,7-2 1 0,-3 0-17 0,5-3 9 15,-2 0 6-15,1-2 13 0,1 1 7 0,-2 0 8 0,3-1 4 0,2-2 7 16,0 0 5-16,-7 4 0 0,7-4 0 16,0 0 2-16,0 0 0 0,-3 5-11 0,3-5-3 15,0 0-7-15,0 0-6 0,0 0-2 0,0 0-9 0,0 0 1 16,0 0-15-16,-3 1-13 0,3-1 4 0,0 0-11 15,0 0-17-15,0 0-25 0,0 0-31 0,0 0-34 16,0 0-41 0,0 0-46-16,0 0-46 0,0 0-57 0,0 0-261 15,0 0-583-15,0 0 258 0</inkml:trace>
  <inkml:trace contextRef="#ctx0" brushRef="#br0" timeOffset="46136.68">16077 2862 190 0,'0'0'212'15,"3"-3"-3"-15,-3 3-13 0,0 0-12 0,0 0-14 16,4-4-13-16,-4 4-14 0,0 0-19 0,0 0-14 16,0 0-14-16,0 0-10 0,0 0-13 0,0 0-7 0,0 0-10 0,0 0-3 15,0 0-5-15,-3 13-6 0,-1-5-2 0,-2 3-1 16,-2 1-2-16,-1 3-6 15,0 1-3-15,-5 8 3 0,5-6-8 0,-1-1-1 16,-1 0-4-16,4 0-2 0,-2-2-2 0,-2 2 2 16,6-6-2-16,-1-1-1 0,1 2 0 0,1-4-4 15,1 4-2-15,0-7 5 0,2 0-2 0,-2 2 0 0,2-5-2 0,1 5 17 0,0-7 3 16,-1 5 15-16,1-5 7 0,-2 5 7 0,2-5 5 16,3 2 3-16,-3-2 5 0,13 0-5 0,-4 0-6 15,2 0-7-15,8 0-5 0,3-4-5 0,-4 4-3 16,4 0-4-16,1-4-1 0,-3 3-26 0,2-2-23 15,-2-1-33-15,1 1-33 0,-1 1-34 0,-2-1-49 16,-4 1-47-16,0-2-40 16,-5 2-170-16,0 1-455 0,-4-2 202 0</inkml:trace>
  <inkml:trace contextRef="#ctx0" brushRef="#br0" timeOffset="46331.12">16283 3038 198 0,'0'0'307'0,"0"0"-17"16,0 0-19-16,4-6-24 0,-4 6-25 0,0 0-29 16,1-2-24-16,-1 2-22 0,0 0-16 0,0 0-16 15,0 17-10-15,0-7-14 0,0 7-6 0,-1 2-7 16,-3 1-5-16,3 9-5 0,-6-1-10 0,7 2-8 16,-2 0-38-16,-1 0-19 0,3-1-50 0,-4 2-73 15,4-3-94-15,-2-9-192 16,-1-4-449-16,3-2 198 0</inkml:trace>
  <inkml:trace contextRef="#ctx0" brushRef="#br0" timeOffset="51635.6">17292 3967 95 0,'0'-3'217'0,"0"3"-14"15,0 0-15-15,0 0-18 0,0 0-18 0,0 0-9 16,0 0-17-16,0 0-14 0,0 0-16 0,0 0-9 15,0 0-10-15,0 0-7 0,11 7-12 0,-5-5-3 16,-1 0-8-16,0 3-5 0,0-1-8 0,0 4 2 0,3-1 0 16,-4 6-11-16,1-7 0 0,0 4-5 0,0 0-1 15,-1 1-3-15,1-1 3 0,-2 2-2 0,-2-4-5 0,-1 4 1 16,0-3 2-16,-1 1 3 0,-2 0-2 16,3-1-2-16,-1-1 2 0,-3-2 0 0,0 0-2 15,3 2-2-15,-2-2-1 0,1-2-1 0,-2 1-1 16,0 1-2-16,2-2 1 0,-1-2 0 0,2 3-2 0,-2-2 0 0,2 0-2 15,1-3 1-15,-4 5 5 0,4-5-3 0,-1 1-2 16,1-1-3-16,0 0 3 0,-3 4 2 0,3-4-4 16,0 0 3-16,0 0 5 0,-1 4 14 0,1-4 3 15,0 0 6-15,0 0 8 0,0 0-2 0,0 0 1 16,0 0 2-16,0 0-4 0,0 0 1 0,0 0 3 16,0 0 0-1,0 0 6-15,0 0 4 0,0 0-2 0,0 0 6 16,0 0-1-16,0 0 5 0,0 0 6 0,0 0-2 0,0 0 4 15,0 0-4-15,0 0 5 0,0 0-14 0,0 0-5 16,19-7-6-16,-1 4-5 0,10-4-1 16,2 0-7-16,0 2-2 0,6-4-5 0,1 4 2 15,5 1-10-15,7-5 4 0,-12 5-4 0,1 0-4 0,-3 1 2 16,-5 0-7-16,-7 1 4 0,-2-1-4 0,-7 3 3 0,-1 0-6 16,-4-2 2-16,-1 2-2 0,0 0 3 0,-1 0-5 15,-7 0 6-15,7-2-6 0,-7 2-3 0,9-1-3 16,-9 1-14-16,5-1-28 0,-5 1-29 0,0 0-36 15,0 0-8-15,3 4-14 0,-3-4-26 0,-8 7-52 16,3-3-46-16,-4 2-232 0,4-4-529 0,0 4 235 16</inkml:trace>
  <inkml:trace contextRef="#ctx0" brushRef="#br0" timeOffset="52800.95">16837 4986 154 0,'0'0'181'0,"-11"0"-6"0,6-1-8 16,5 1-1-16,0 0-4 0,-8 0-4 0,8 0-3 16,-5-1-15-16,5 1-8 15,0 0-14-15,0 0-11 0,0 0-10 0,0 0-10 16,0 0-8-16,-10 0-7 0,10 0-10 0,0 0-5 16,0 0-6-16,0 0-6 0,-6 1-5 0,6-1-2 15,0 0 2-15,0 0 2 0,0 0 6 0,0 0 6 16,0 0 1-16,0 0-1 0,0 0 1 0,0 0-1 15,0 0-5-15,0 0-2 0,0 0-2 0,0 0-5 16,-7 1 5-16,7-1-4 0,0 0-3 0,0 0 1 0,0 0-6 16,0 0 3-16,0 0-4 0,0 0 2 0,0 0-3 15,0 0 3-15,0 0 2 0,0 0-7 0,0 0 0 0,0 0-4 16,0 0 4-16,0 0-6 0,0 0 4 16,0 0-2-16,0 0 1 0,0 0 4 0,0 0-1 15,0 0 4-15,0 0-3 0,0 0-4 0,0 0 8 16,0 0-1-16,0 0-4 15,0 0 11-15,0 0-11 0,0 0 7 0,0 0-13 16,0 0-1-16,0 0-4 0,0 0 0 0,0 0 7 16,0 0-14-16,0 0-1 0,0 0-8 0,0 0-5 15,0 0 3-15,0 0-1 0,0 0 8 0,0 0 4 16,0 0-5-16,0 0-4 0,0 0 3 0,0 0-4 16,0 0 11-16,0 0 0 0,0 0-16 0,0 0 15 15,0 0-12-15,0 0 5 0,0 0-4 0,0 0 3 0,0 0-1 0,0 0-3 16,0 0 6-16,0 0-2 0,0 0-4 0,0 0-1 15,0 0 2-15,0 0 5 0,0 0-5 0,0 0 2 16,0 0-4-16,0 0-1 0,0 0-4 0,0 0 3 16,0 0 4-16,0 0-4 0,0 0 3 0,0 0 3 15,0 0-4-15,0 0 1 0,0 0-1 0,0 0 1 16,0 0-2-16,0 0 2 0,0 0 5 0,0 0-5 0,0 0 2 16,0 0 1-16,0 0-1 0,0 0 2 0,0 0 3 15,0 0-10-15,0 0 13 0,0 0-1 0,0 0-11 16,0 0-1-16,0 0 0 0,0 0-1 0,0 0 3 0,16 2 7 15,-16-2-6-15,17-2-1 0,2 1 1 0,9-3 1 16,7 1 2-16,15-1 0 0,8 1-2 16,8-4 3-16,31 2-6 15,3-1 11-15,-3 2 5 0,-1 0 3 0,-2 0 3 16,3-1 2-16,-33 4 5 0,28-4 0 0,-29 3-5 16,1 2 11-16,2 0-16 0,-6 0-11 0,-5 0 5 15,-18 0 0-15,0 0-1 0,-6 2-10 0,-3-2-1 16,-8 0 18-16,-7 0-8 0,-1 0 8 0,-5 0-9 15,0 0 7-15,-1 0 3 0,0 0 6 0,-6 0 7 16,11 0 1-16,-11 0-5 0,0 0-9 0,6-2-6 0,-6 2-22 0,0 0-35 16,5 0-31-16,-5 0-32 0,0 0-48 0,0 0-30 15,0 0-21-15,-19 5-19 0,9-2-34 0,0-1-31 16,-2 1-217-16,-1 1-551 0,2-3 244 0</inkml:trace>
  <inkml:trace contextRef="#ctx0" brushRef="#br0" timeOffset="53471.53">17480 5099 137 0,'0'0'237'16,"0"0"-6"-16,0 0-6 0,0 0-10 0,0 0-11 15,0 0-11-15,0 0-18 0,0 0-13 0,0 0-18 16,0 0-15-16,0 0-13 0,0 0-18 0,0 0-13 0,0 0-8 0,0 0-8 16,0 0-11-16,0 0-7 0,0 0-6 0,-6 13-2 15,1-4-3-15,0-2-7 0,-4 7 1 0,-4 2-4 16,0-1-2-16,-2 8-2 0,-2 0-5 0,4-7 1 16,2 1-8-16,1-3 5 0,-1 3-2 0,4-3-2 15,2-3-2-15,-2-1-4 0,2-1 2 0,1-1-1 16,3-2 1-16,-2 2 12 15,2-4-6-15,1 1 7 0,-3-2 5 16,3 2 4-16,0-5 9 0,-2 3 10 0,2-3 5 16,10 4 3-16,-5-2-6 0,7-2-7 0,3 0-3 0,2-1-9 15,2 0 3-15,10 2-4 0,-8-5-3 0,5-2-10 16,-4 5-21-16,0-1-19 0,-2-1-26 0,1-1-22 16,2 3-27-16,-9-1-29 0,4 0-34 0,-6-1-31 15,5-3-37-15,-6 2-32 0,-1 3-163 0,-3 0-453 0,-1-4 202 16</inkml:trace>
  <inkml:trace contextRef="#ctx0" brushRef="#br0" timeOffset="53818.92">17663 5245 186 0,'1'-4'271'0,"-1"4"-5"15,4-3-7-15,-4 3-4 0,0 0-17 0,0-3-20 16,0 3-16-16,0 0-22 0,0 0-20 0,0 0-22 15,0 0-12-15,0 0-20 0,0 0-15 0,0 0-8 16,0 0-5-16,-3 17-13 0,3-7-6 0,-1 6-6 16,-3-1-5-16,3 5-2 0,-2 6-6 0,3 1-3 15,-1-1-7-15,1 2-1 0,1-3 1 0,-1-5-6 0,2 0 0 0,-1-1-2 16,0-2 0-16,1 2-4 0,-1-7-1 0,0-2-3 16,0 2 3-16,2-2-1 0,-2-2-3 15,1 0-3-15,-1-1-1 0,-1-4 11 0,1 2-10 16,2 0 2-16,-3-3 9 0,0-2 8 0,0 5 16 0,0-5 18 15,2 2-5-15,-2-2 5 0,0 5-6 0,0-5-3 16,0 0-10-16,0 0 4 0,0 0-3 0,0 3-6 0,0-3 0 16,0 0-4-16,0 0-9 0,0 0-6 0,0 0-20 15,0 0-35-15,0 0-46 0,0 0-40 0,7-10-43 16,-7 10-49-16,5-6-66 0,-3 2-278 0,1-1-601 16,1 0 267-16</inkml:trace>
  <inkml:trace contextRef="#ctx0" brushRef="#br0" timeOffset="54636.55">18859 4889 61 0,'-9'0'212'0,"9"0"-14"0,0 0-9 16,-8-2-10-16,8 2-14 0,0 0-11 0,0 0-9 15,0 0-5-15,-8 0-7 0,8 0-8 0,0 0-8 16,0 0-7-16,0 0-6 0,0 0-4 0,0 0-9 15,0 0 0-15,0 0-2 0,0 0-2 0,0 0-4 0,0 0 2 0,0 0-7 16,-7 2-5-16,7-2-8 0,0 0-2 0,0 0-6 16,0 0-4-16,0 0-6 0,0 0-6 0,0 0 5 15,0 0-7-15,0 0-3 0,0 0-9 0,0 0-3 16,0 0 0-16,0 0-5 0,0 0-2 0,0 0 0 16,0 0-1-16,0 0-5 0,0 0 4 0,0 0-1 15,0 0-6-15,0 0 0 0,0 0 3 0,0 0 7 0,0 0-1 0,0 0 1 16,0 0 0-16,0 0-2 0,0 0 2 0,0 0-2 15,0 0-2-15,0 0 0 0,0 0 4 16,0 0 7-16,0 0 6 0,0 0-8 0,0 0 12 16,0 0-12-16,0 0 5 0,19-5-7 0,-6 3-5 15,6 0 1-15,9-4-3 0,2 2 2 0,2-1-1 0,2 0-4 16,1 1-1 0,2 0 4-16,-8-1-2 0,6-1-4 0,-9 3-1 15,-5 1 2-15,-3 0-7 0,-5-1-12 0,-1 2-17 16,-3-1-13-16,-2 0-18 0,-1 1-17 0,-1 1-22 15,-1-1-27-15,-4 1-35 0,0 0-30 0,0 0-23 16,-13-3-17-16,2 0-29 0,-5 3-158 0,-2-2-450 16,1 0 199-16</inkml:trace>
  <inkml:trace contextRef="#ctx0" brushRef="#br0" timeOffset="54921.68">18977 4732 52 0,'0'-7'240'0,"1"2"0"0,-1-1 7 15,0 0 4-15,1 3-4 0,-1-2 2 0,0 2-10 16,0 3-8 0,0-8-23-16,1 7-18 0,-1 1-14 0,2-4-26 15,-2 4-15-15,0 0-20 0,0 0-15 0,0 0-19 16,0 0-25-16,0 0-4 0,0 0-7 0,-3 14-6 16,2-4-5-16,-2 6-9 0,2 1 1 0,-2 3-1 0,1 5-1 15,1 1-2-15,1 1 2 0,-2-1-2 16,4-1-3-16,-2-6 2 0,1 0-2 0,1-1-3 15,-2-2-1-15,4 0-1 0,-2-3 3 0,0-1-1 0,2-1-1 0,-1-1-18 16,-2 0-17-16,3-4-16 0,-4-1-12 0,2 1-16 16,-1-1-13-16,3 0-3 0,-4-2-18 0,2-1 3 15,-2-2-17-15,3 5-41 0,-3-5-51 0,0 0-248 16,0 0-489-16,13-8 217 0</inkml:trace>
  <inkml:trace contextRef="#ctx0" brushRef="#br0" timeOffset="55222.44">19715 4770 160 0,'0'0'282'0,"0"0"-23"0,0 0-25 0,0 0-20 0,0 0-19 0,0 0-18 16,0 0-8-16,0 0-23 0,0 0-13 0,0 0-18 16,0 0-9-16,0 0-10 0,6-1-12 0,-6 1-27 15,0 0-27-15,8 0-29 0,-8 0-38 0,9-1-43 16,-2 1-47-16,-1-2-38 0,-1-1-177 0,0 3-370 15,2-2 164-15</inkml:trace>
  <inkml:trace contextRef="#ctx0" brushRef="#br0" timeOffset="55422.95">20153 4778 73 0,'0'0'303'0,"4"-3"-25"0,-4 3-26 16,8-1-24-16,-8 1-24 0,4-4-25 0,1 3-14 16,0-2-18-16,0 3-16 0,0-3-28 0,3 3-32 15,1-2-37-15,-2-1-48 0,2 2-57 0,5 0-56 16,-2 1-58-16,-2-2-111 0,3 1-320 0,-3-1 142 16</inkml:trace>
  <inkml:trace contextRef="#ctx0" brushRef="#br0" timeOffset="55607.65">20612 4754 245 0,'8'-3'294'0,"-8"3"-28"0,0 0-25 0,0 0-23 15,9-5-27-15,-7 4-21 0,2-2-17 0,3 2-25 0,-2-1-28 16,2 0-39-16,5-1-43 0,-1 3-56 0,7-3-57 15,0 0-62-15,-4 2-143 0,5-2-324 16,1 2 144-16</inkml:trace>
  <inkml:trace contextRef="#ctx0" brushRef="#br0" timeOffset="55924.06">21444 4666 252 0,'0'0'307'0,"0"0"-26"0,0 0-29 0,0 0-19 15,0 0-27-15,-9-2-28 0,9 2-41 0,0 0-52 16,0 0-53-16,0 0-59 0,18-5-79 0,-13 5-199 16,-5 0-331-16,13-4 146 0</inkml:trace>
  <inkml:trace contextRef="#ctx0" brushRef="#br0" timeOffset="57211.84">22083 3924 30 0,'0'0'119'0,"0"0"-7"0,0 0-8 0,0 0-19 16,0 0-4-16,-4-6-7 0,4 6-15 0,0 0-14 0,0 0 1 0,0 0-8 15,0 0 0-15,0 0-5 0,0 0-5 0,-5 17-4 16,1-8 0-16,0 2-2 0,-3 6-3 0,-3 7 3 16,2 2 8-16,0 3-3 0,0 1-2 0,0 3 4 15,-1 2 5-15,2-1-4 0,-2 4 5 0,7 8 2 16,1-12-7-16,-1 15 4 0,5-15-3 15,-2 2-5-15,7-3 19 0,1 2 1 0,-2-5 9 0,6 2-6 0,-1-4 3 0,0-2-4 16,2-5 0-16,3 1 1 0,-3-6 1 16,-1-4 0-16,2 1-3 0,-1-1 5 0,0-5-7 15,-3 1-5-15,-1-3 7 0,1-1 6 0,-2-3 12 16,-1 1 12-16,-2-1 6 0,-1-2-9 0,2-2-2 16,-1 0 0-16,1-1-5 0,-1 1-7 0,-2-5 5 0,-1 2 1 15,3-3-1 1,-4 4-2-16,-2-1 3 0,2-3-3 0,-2 5-11 15,-2-4-6-15,2 3-4 0,-4 0-1 0,2-2-8 16,-2 3-5-16,1-1-4 0,-4 2-1 0,2 1-5 16,0-1-6-16,-1-2-1 0,0 2-4 0,-2 3-1 15,8 0-5-15,-15 3-2 0,5 1-1 0,1 2-3 16,0 1 4-16,1 3-4 0,-6 2 1 0,0 3 3 16,4 0 0-16,-7 10 1 0,2 0 1 0,2 2 1 0,4-1-7 0,-3 3 6 15,4 0 1-15,-2 1-5 0,6-1 11 0,-5 3-7 16,4-2-2-16,0 3 5 0,5-2-7 0,0 0 5 15,2 0 0-15,1 2 0 0,1 1 3 0,-2-2-3 16,4-3 2-16,-2 5 0 0,0-5 2 0,-3 0 2 16,3-3-5-16,-4-1 0 0,-2-7 3 0,0 0 3 15,-1 2-2 1,-4-3 5-16,-3 0-7 0,-2-1 6 0,-7 2 3 16,-1-3-1-16,-7 1-2 0,-1-2-2 0,-7-3-23 0,-14 3-21 15,11-7-49-15,-16-2-75 0,-4 0-124 0,-1-6-218 16,4-6-541-16,1-5 241 0</inkml:trace>
  <inkml:trace contextRef="#ctx0" brushRef="#br0" timeOffset="58853.68">14360 4113 126 0,'1'-2'134'0,"-1"2"2"0,0 0 6 0,0 0 1 16,1-5-5-16,-1 5-9 0,0 0-2 15,0 0-2-15,0 0-6 0,0 0-2 0,2-3 1 16,-2 3-6-16,0 0-2 0,0 0-3 0,0 0-3 0,0 0-8 15,0 0-6-15,0-4-5 0,0 4-4 0,0 0-7 16,0 0-6-16,0 0-4 0,0 0-8 0,0 0-5 16,0 0-5-16,0 0-2 0,0 0-1 0,0 0-4 0,0 0-6 15,0 0-4-15,0 0-1 0,0 0-5 0,0 0 0 16,0 0-4-16,0 0-1 0,0 0 0 0,0 0-3 16,0 0 0-16,0 0-4 0,0 0-1 0,0 0 0 15,0 0 2-15,0 0-5 16,0 0 3-16,0 0-1 0,0 0-4 0,0 0 7 15,0 0-3-15,0 0 7 0,0 0 3 0,0 0-1 16,0 0-1-16,0 0 3 0,0 0-5 0,0 0 0 16,0 0 2-16,0 0-6 0,0 0 1 15,0 0-4-15,0 0 6 0,0 0-1 0,0 0 1 0,0 0 2 16,0 0 3-16,0 0-1 0,0 0 2 0,0 0 1 16,0 0-2-16,0 0-1 0,0 0 4 0,0 0 4 15,0 0 5-15,0 0-12 0,0 0-5 0,0 0-1 16,0 0 0-16,0 0 1 0,0 0-1 0,0 0 1 0,0 0 1 15,0 0 0-15,0 0-5 0,0 0-1 0,0 0 0 0,0 0-2 16,0 0 0-16,0 0-7 0,0 0 2 16,0 0-5-16,0 0-9 0,0 0-18 0,0 0-24 15,0 0-24-15,0 0 2 0,0 0 5 0,-2 21 8 16,2-4 5-16,-4 8 8 0,-2 1 5 0,0 9 5 16,-8 13 3-16,-3 2 7 0,-2 5 4 0,-11 25 6 0,10-23 3 0,-2-2 5 15,-5 0 2-15,7-5-1 0,0-2 11 0,-1-6-5 16,6-10-1-16,-2-3-1 0,2 0 3 0,-2-5 1 15,-1-2 0-15,3-3 4 0,2-5 3 0,4-4 0 16,-1-1-5-16,4-1 4 0,1-4 2 0,1 1 18 16,0-2 22-16,1 0 13 0,-1-2 0 0,4-1-9 15,0 0-5-15,-6-6-8 16,8-1-5-16,1-1-8 0,1-1-2 0,2-1-8 16,1 0 3-16,1 1-4 0,2 1-10 0,1 1 2 15,-3 0-4-15,3 0-1 0,2 4 6 0,1 1-10 16,3 2-1-16,-3 2-2 0,3 5 1 15,-1 4-2-15,2 7 0 0,-1 7 3 0,-3 1 0 0,-2 7 0 16,-5 0 1-16,-3 17 2 0,-6 1 6 0,0 3-3 16,-5 6-1-16,-3-2 2 0,-3-5-1 0,6-3 3 0,-6 1-1 15,4-2 2-15,0-17-4 0,5 1 1 0,-2-3 8 16,9-2-8-16,-3-1 10 0,4-3 0 0,2-7 0 16,3-1 6-16,8-3-5 0,12-1 2 0,8-4-14 0,20-3-23 15,10-4-44-15,27-7-71 0,2-5-106 16,-3-6-252-16,2-4-537 0,-2-9 238 0</inkml:trace>
  <inkml:trace contextRef="#ctx0" brushRef="#br0" timeOffset="60034.32">22611 4366 157 0,'2'-4'209'0,"-2"4"-3"0,3-5-9 15,-1 3-18-15,-2 2-16 0,0 0-16 0,4-3-14 16,-4 3-15-16,5-1-14 0,-5 1-11 0,0 0-10 15,12 0-11-15,-8 3-8 0,1 2-7 0,0 0-4 16,0 2-3-16,0 2-1 0,-2 3-4 0,0 4-7 16,-3 8-3-16,-1-6-1 0,-3 2 0 0,-3 10-3 0,-2-4-3 15,-2 1-3-15,-1-2-2 0,-4 0 0 0,1-3-1 16,0 2-4-16,-2-5-2 0,7-1 0 0,-2-2 0 0,-3-3-2 16,10-1-3-16,-8-4 5 0,6 0-6 0,1-1-3 15,1-3 6-15,1 3 10 0,2-5 22 0,-1 1 19 16,0 1 30-16,1-1 22 0,0-1 24 15,2-2 21-15,0 0 16 16,0 0-14-16,0 0-25 0,10-12-4 0,0 5-17 16,4-7 1-16,9-5-24 0,0 1-13 0,0-4-11 15,4-4 6-15,-1 3-20 0,1 0-1 0,-1-1-5 16,-1 7-2-16,-4-3-13 0,-3 3-4 0,-4 5-1 16,-6 5-3-16,-2-1-1 0,3 3-6 0,0-1-3 15,-5 2-3-15,0 1-3 0,-3 0-8 0,-1 3-23 16,5-2-17-16,-5 2-25 0,0 0-5 0,0 0 0 0,2 12 9 0,-5-2 8 15,-1 6 18-15,3 1-10 0,0 7 7 0,-1 1 3 16,5 4 5-16,3 2 4 0,11-5 11 0,4 6-2 16,13 4-4-16,7-4-52 0,8-3-72 0,5 0-106 15,5-8-384-15,4-3-684 0,3-6 303 0</inkml:trace>
  <inkml:trace contextRef="#ctx0" brushRef="#br0" timeOffset="61137.24">24637 4562 140 0,'0'0'259'0,"-11"0"-17"0,11 0-13 16,-7 0-13-1,7 0-13-15,0 0-14 0,-3-2-10 0,3 2-17 16,0 0-17-16,0 0-15 0,14-5-14 0,-2 3-13 15,5-4-10-15,4 5-15 0,8 0-22 0,0-3-23 16,6 1-37-16,-2 0-35 0,-1 1-45 0,1-1-35 16,-2-1-43-16,-6 4-200 0,-3-5-390 0,-4 5 173 15</inkml:trace>
  <inkml:trace contextRef="#ctx0" brushRef="#br0" timeOffset="61306.48">24711 4766 219 0,'-1'3'334'16,"-3"1"-12"-1,3-3-23-15,1-1-26 0,0 0-29 0,13 1-24 16,5-2-23-16,10-2-36 0,4 1-61 0,6 1-84 0,13-1-115 16,-14-3-282-16,3 1-413 0,-3-1 182 0</inkml:trace>
  <inkml:trace contextRef="#ctx0" brushRef="#br0" timeOffset="65131.53">26389 3979 140 0,'4'-4'186'0,"-4"4"-14"0,8-3-15 0,-2 1-16 15,-1-1-13-15,0 2-17 0,8 1-7 0,-4 0-13 16,0 1-18-16,1 2-7 0,2 0-14 0,-2 1 10 16,7 3-8-16,-5 5 6 0,2 0-7 0,-2 5 0 15,-3-3-6-15,1 6 2 0,-2 4-5 0,-4 0-4 0,-3 1-2 16,-2 1-3-16,-3-1-1 0,-1 1-4 0,-3-1-3 16,-5-1-2-16,0 0-5 0,-2 1 5 0,-3-2-4 15,0-3-3-15,-1-2 2 0,1-3 0 0,-1 0-1 16,4-3-1-16,-2 0 7 0,4 0 0 0,1-6 3 15,3 0 3-15,0-3 1 0,3 1 7 0,2 0 5 16,-2-2 13-16,3 0 18 16,3-2 19-16,-6 2 17 0,5 1 8 0,1-3 0 15,0 0-10-15,0 0-12 0,0 0-13 0,16-17-11 16,-3 4-1-16,0-1 3 0,10-6-22 0,4-2-3 16,-4-1-10-16,4 0-6 0,-3-2-5 0,3 1-3 15,-1 1 5-15,-3-1-7 0,1 2-5 0,-4 1-1 16,3 1-4-16,-4 2-1 0,2-1 7 0,-10 6 5 15,2 1 7-15,-4 4 11 0,0-1 15 0,-2 2 12 0,-2 2-7 0,-1-1-4 16,-1 3 0-16,1-1-13 0,-1 1-6 0,-2 1-13 16,-1 2-1-16,4-3-39 0,-4 3-26 15,0 0 8-15,0 0 1 0,-7 14 4 0,-4 1 5 16,-2 2-3-16,-1 3 1 0,-3 2 1 0,2 7 6 0,2-7 6 16,-1 6 0-16,4-3-1 0,6 2 4 0,0-2 0 15,2-7 3-15,4 3-1 0,6 4 4 0,2-1 0 0,8-2 10 16,6-2-14-16,7-1-36 0,19 0-62 0,0-2-90 15,2-7-118-15,-2 2-275 0,1-5-636 0,-12-7 282 16</inkml:trace>
  <inkml:trace contextRef="#ctx0" brushRef="#br0" timeOffset="65933.45">25971 4718 197 0,'-6'2'273'16,"6"-2"-19"-16,-8 0-16 0,8 0-15 0,0 0-15 16,-7 1-18-16,7-1-14 0,-4 2-16 0,4-2-12 15,0 0-17-15,0 0-10 0,0 0-8 0,-5 1-7 16,5-1-6-16,0 0-3 0,0 0-3 0,0 0-8 15,0 0-3-15,0 0-1 0,0 0 1 0,0 0-3 0,0 0-1 0,0 0-14 16,0 0-6-16,0 0-5 0,0 0-6 0,0 0-6 16,0 0-3-16,0 0-2 0,0 0 0 0,0 0-2 15,0 0-2-15,0 0-1 0,0 0-6 0,0 0 1 16,0 0-1-16,0 0 0 0,0 0 2 0,0 0 12 16,0 0-4-16,0 0 15 0,0 0-35 0,0 0 15 15,0 0 3-15,0 0-3 16,0 0 0-16,0 0-7 0,0 0 3 0,0 0-2 15,0 0 0-15,0 0-13 0,0 0 14 16,0 0-13-16,0 0-2 0,0 0 0 0,0 0 10 0,0 0-13 16,0 0 0-16,0 0 9 0,0 0-14 0,0 0 0 15,0 0 2-15,0 0 1 0,0 0-2 0,0 0 12 16,0 0-14-16,0 0 16 0,0 0-17 0,0 0 15 16,0 0-16-16,0 0-2 0,0 0-11 0,0 0 11 0,0 0 0 15,0 0 13-15,0 0-13 0,0 0 6 0,0 0 5 16,0 0 5-16,0 0 2 0,0 0 1 0,0 0-3 15,0 0 0-15,0 0 0 0,0 0 0 0,0 0-3 16,0 0-16-16,0 0 12 0,0 0 5 0,0 0-2 16,0 0-1-16,0 0-2 0,20-4 1 0,-6 4 4 0,5-3-9 15,16-3 7-15,16 0-27 0,1 1 22 0,10 0-6 0,30-2 1 16,-2 0 7-16,10-1-4 0,5 2 10 0,2-2 4 16,6 6 4-16,-6-3 5 0,-10 3-3 0,-1-3-6 15,-35 2 5-15,-1 2-5 0,-10 0-4 0,-9-4-1 16,-8 3-1-16,1-1 1 0,-6 3 8 0,-12 0-12 15,-2 0 0-15,-3 0-12 0,-4 0 13 0,2 0 1 16,-4-2-2-16,-5 2-4 16,9 2-2-16,-9-2-7 0,7-2-17 0,-7 2-29 15,7 2-19-15,-7-2-35 0,0 0-31 0,0 0-36 16,0 0-36-16,-21 7-60 0,13-4-61 0,-6-1-271 16,2 1-650-16,0-1 288 0</inkml:trace>
  <inkml:trace contextRef="#ctx0" brushRef="#br0" timeOffset="67035.85">26476 4971 56 0,'-4'-2'200'16,"4"2"-9"-16,0 0 1 0,0 0-2 0,-1-5-8 0,1 5-9 15,0 0-11-15,-1-5-13 0,1 5-19 0,0 0-14 16,9-2-13-16,-4-1-10 0,4 3-14 0,1 0-5 16,2 0-9-16,3 0-9 0,4 5-4 0,0-2-5 0,2 3-6 15,0-3-5-15,-1 5 0 0,1 1-8 0,2 0-3 0,-5-1-5 16,1 1 1-16,-5 2-2 0,-4-1-4 15,-2 1 0-15,-1 4-1 0,-5 2 5 0,-2 0-5 16,-4 0-1-16,-6 7-1 0,-5-2-2 0,-2 1 1 16,-6-2 2-16,0 1-3 0,-5-1 4 0,1 1 0 15,0-1-2-15,2 0 0 16,2-3 3-16,-3 1 3 0,3-2-1 0,9-5-1 16,-4 1-1-16,4-1 0 0,0-1-4 0,5-1 0 15,0-3-2-15,2 1 1 0,0-1-2 0,5-2 4 16,0 4 13-16,2-3 14 0,4 1 10 0,0 0 9 15,6 0-1-15,1-2-3 0,6 2-2 0,1-2-6 16,12 2-1-16,-2-1-8 0,1-1 2 0,1-1-8 16,0-3-4-16,-3 0-1 0,-7 2-5 0,1-3-2 0,-7 0 3 0,-1 2-4 15,-2-4 6-15,-2 2 12 0,-1 0-1 0,-3-3-3 16,1-2 1-16,-4-1-17 0,-2-1-9 0,-8-2-10 16,-3-5-9-16,-10-7 4 0,-1 0-1 0,-5-1-1 15,-1-3 5-15,-9-9 0 0,0 0 3 0,11 10 3 16,-3-3 19-16,2 3 20 0,3-3 27 0,1 3 27 15,9 0 11-15,3 7 11 0,4 2-3 0,0 1-10 0,7-1-23 16,2 3-37-16,10-2-15 0,4 2-28 0,12 0-40 16,8-1-50-16,3 5-49 0,15 0-74 0,7 3-89 0,-8 0-317 15,3-2-670-15,-17 4 296 0</inkml:trace>
  <inkml:trace contextRef="#ctx0" brushRef="#br0" timeOffset="83058.59">3107 7860 48 0,'0'0'150'0,"0"0"-19"15,-1-3-2-15,1 3-5 0,0 0-6 0,0 0-2 16,0 0-6-16,0 0-3 0,0 0 0 0,0 0-2 15,0 0-6-15,0 0 4 16,0 0-5-16,0 0-1 0,0 0 5 0,0 0 1 16,0 0 0-16,0 0 7 0,0 0-2 0,0 0-1 15,0 0 1-15,0 0 0 0,0 0 6 0,0 0-1 16,0 0-9-16,1-4 5 0,-1 4 5 0,0 0-3 16,0 0 2-16,0 0-6 0,0 0-3 0,0-5-3 15,0 5 0-15,0 0-7 0,0 0-2 0,0-5-7 16,0 5 0-16,0 0-7 0,0 0-7 0,0 0-10 0,0-4 2 0,0 4-7 15,0 0-11-15,0 0-3 0,0 0-11 0,0 0-5 16,0 0-18-16,0 0-19 0,0 0-32 0,0 0-22 16,0 0-27-16,0 0 7 0,0 14 16 0,-1-5 25 15,1 4 5-15,0 4 3 0,0 4 2 0,0 4 2 16,0 0 2-16,-1 1 7 0,2-1 0 0,-2-4 2 16,1 2 1-16,-2-6 8 0,2 0-5 0,2-2 7 0,-2-4 3 0,1 1-2 15,-1-2 2-15,0-1 0 0,0-1-2 0,0-2 4 16,0-1-3-16,0 0 6 0,0 0 2 0,-1-2 1 15,2 1 1-15,-1-4 8 0,1 6 3 16,-1-6 14-16,0 0 7 0,-1 4 6 0,1-4 3 0,0 0-2 16,3 2 4-16,-3-2-6 0,0 0-2 0,0 0-1 15,0 0-9 1,0 0-6-16,0 0-22 0,0 0-29 0,0 4-31 16,0-4-41-16,0 0-50 0,0 0-56 0,0 0-57 15,0 0-295-15,0 0-605 0,0 0 267 0</inkml:trace>
  <inkml:trace contextRef="#ctx0" brushRef="#br0" timeOffset="84277.25">1946 8524 97 0,'0'0'118'0,"0"0"2"0,0 0-11 0,0 0-4 16,0 0-3-16,0 0-7 0,0 0-2 0,0 0 0 15,0 0-6-15,0 0-2 0,0 0-4 0,0 0-3 16,0 0-1-16,0 0-1 0,0 0-3 0,0 0-3 16,0 0-4-16,0 0-2 0,0 0-4 0,0 0-7 0,0 0-6 15,0 0 4-15,0 0-9 0,0 0-3 0,0 0-4 0,0 0-2 16,0 0-4-16,0 0-4 0,0 0 2 16,0 0-3-16,0 0-6 0,0 0 0 0,0 0 1 15,10-1-5-15,-5-2 2 0,0 1 1 0,1 0-1 16,6 0-3-16,1-1-1 0,0 0-2 0,7-1-2 0,0-1 2 15,7 5-3 1,4-2 4-16,-3-3-4 0,4-2-2 0,-1 4 1 16,4-1 0-16,1-2-2 0,1 2 0 0,0 1-2 15,4 1 5-15,10-2-2 0,-11 1-2 0,0 3 2 16,12-3-3-16,-15 1 3 0,1-1-4 0,15-1 4 16,-17 1-2-16,2 1 2 0,-1 2-5 0,2-3 1 15,0 0 1-15,1 2-1 0,0-1 0 0,-4 1-2 16,0-4 5-16,1 1-1 0,-1 2-1 0,-2-2-1 0,2 1-1 0,0 0 4 15,-3 2-2-15,2-1-1 0,-2-2-2 0,1 0 5 16,1 2-5-16,-1-1-1 0,2 1 1 0,2 0 1 16,-3 1 0-16,1-1 2 0,2-2 2 0,-5 2-3 15,4 1-2-15,-2-1 1 0,-3 2 0 0,0-2 0 16,-3 2 1-16,3-3 0 0,-4 1 1 0,3-2-2 16,-3 4-1-1,-1 0 3-15,1-1-3 0,1 0 4 0,-2 2-3 0,1-2 1 16,0-1 2-16,-1-1 0 0,0 3-1 0,2-2 0 15,-6 0-2-15,5-1-1 0,3 1 2 0,-4 0 0 16,1 1-3-16,3 0 3 0,-3-3-2 0,2-2 2 16,0 3 6-16,1 2-1 0,3-2-8 0,-2 0 1 15,0 1 0-15,3 2 1 0,-2-1 1 0,-3 1-1 16,1-2 1-16,1 0 0 0,5-1-1 0,-6 6 3 0,-2-6 0 16,6 3-4-16,-5 0 3 0,0-1-6 0,-1 0 6 15,0 1 2-15,1-3-2 0,-3 1-2 0,2 2 1 16,1-1 0-16,-4-3-2 0,5 4 2 0,-2-2-1 0,1 2 0 15,-1-2 0-15,-1 2 2 0,-6-1-2 0,7 0 1 16,-9 0-2-16,3 1 3 0,-3 0-4 16,0 0 6-16,1-2-6 0,-2 1 4 0,-1 0-3 0,1-1 3 0,0 2-1 15,-1-1 6-15,-4 1 6 0,-1 0-1 0,0 0 4 16,-3-3 3-16,-1 3 2 0,-3 0 3 0,3 0 8 16,-9 0 5-16,9 0 4 0,-9 0 1 0,8 0-1 15,-8 0 0-15,10 0-4 0,-10 0-4 0,5-1-2 16,-5 1-3-16,0 0-1 0,0 0-3 0,0 0-1 0,0 0-5 15,0 0-6 1,8 0-12-16,-8 0-17 0,0 0-24 0,0 0-29 16,0 0-41-16,0 0-25 0,0 0-27 0,0 0-51 15,0 0-173-15,0 0-420 0,0 0 186 0</inkml:trace>
  <inkml:trace contextRef="#ctx0" brushRef="#br0" timeOffset="86112.85">2942 8943 24 0,'0'-4'240'16,"0"4"0"-16,0-7-7 0,0 7-4 0,0-2-13 16,0 2-13-16,0-5-6 0,0 5-6 0,2-5-16 15,-2 5-9-15,0 0-17 0,0-5-14 0,0 5-13 0,0 0-17 16,0 0-11-16,1-2-12 0,-1 2-23 0,0 0-28 16,0 0-17-1,0 0-11-15,0 0-2 0,-1 13 3 0,1-4-3 16,-2 3 0-16,2 2-2 0,-2 3 6 0,-1 2-2 15,3-2-6-15,-4 8 2 0,2-5 2 0,-2 3-1 16,2-4 1-16,0-1-2 0,1 0 1 0,0-2 0 0,-1 0-1 0,0-4 0 16,2 0 5-16,-1 1-3 0,-1-5 4 15,1 4-4-15,1-6-1 0,-1 1 3 0,2-2 0 16,-1 0-1-16,-1 0 1 0,1 1 4 0,-2-2-5 0,2-4 2 16,0 5 3-16,0-5-3 0,0 4 2 0,0-4 2 15,0 0 1-15,-1 3 0 0,1-3-6 0,0 0-13 16,0 0-9-16,0 0-14 0,0 0-26 0,-3 5-70 15,3-5-63-15,0 0-56 0,-2-13-137 0,1 9-417 16,-1-4 185-16</inkml:trace>
  <inkml:trace contextRef="#ctx0" brushRef="#br0" timeOffset="86636.32">2830 8903 72 0,'0'0'215'0,"0"0"-10"15,0 0-17-15,0 0-15 0,0-4-16 0,0 4-15 16,0 0-13-16,0 0-15 0,0 0-16 0,0 0-9 16,0 0-10-16,0 0-6 0,0 0-7 0,18 0-11 15,-9 2-7-15,2 3-6 0,3-2-5 0,5 3 5 16,-1 4-3-16,4-3 3 0,4 5-3 0,3 2-5 16,-1-1-2-16,-6 3-4 0,2 2-2 0,-2 1-4 15,-1-2-1-15,-1 5 0 0,-2-3-4 0,-3 2 0 0,-2 4-1 0,-6 0-2 16,-7-6-1-16,3 6 3 0,-7 0-5 0,-5 0 4 15,-5-3 1-15,-4 3 0 0,-2-2 0 0,-2-1 0 16,-5-3 3-16,1 1-1 0,-4-4 5 0,3 4 2 16,-4-6-1-16,2 1 2 0,1-3 7 0,0 2-3 15,1-6 5-15,7 1 0 0,3-4-4 0,3 0-2 16,5-1-2-16,1-1 1 0,2 0 0 0,1-3 0 0,-2 3 16 16,5-2 17-16,-2 2 12 0,4-3 1 0,0 0 11 15,-6 2-7-15,6-2 6 0,0 0-3 0,0 0-4 16,0 0 3-16,0 0-11 0,-8 0-7 0,8 0-5 0,0 0-9 15,0 0-21-15,0 0-44 0,0 0-29 0,1-9-35 16,4 6-43-16,-1 0-51 0,1-1-56 0,3-3-66 16,1 0-200-1,1-3-538-15,-2 3 238 0</inkml:trace>
  <inkml:trace contextRef="#ctx0" brushRef="#br0" timeOffset="87685.9">3156 8702 120 0,'0'0'217'0,"0"-5"-17"0,1 3-8 0,-1 2-14 15,0 0-18-15,3-7-11 0,-3 7-8 0,2-1-14 16,-2 1-12-16,4-2-12 0,-4 2-12 0,0 0-11 15,5-2-10-15,-5 2-6 0,9 0-8 0,-9 0-7 16,9 0-5-16,-4 2-5 0,3-2-8 0,-2 5-1 0,-1-2-7 0,3 1 0 16,0 3-3-16,-1 0-2 0,1 3-1 0,-3-1-3 15,0 2-1-15,2-1-1 0,-2 3-4 0,-3 1 1 16,2 2-1-16,-4-4-1 0,0 0 1 0,0 1 2 16,-4 0 2-16,3-2-6 0,0-1 1 0,-4-1-1 15,2-1 6-15,2 0-9 0,-3-2 2 0,4-1 3 16,-1 0-4-16,-2-1 1 15,2 0 0-15,-2-3 1 0,3-1-3 0,0 0 8 16,0 7 1-16,0-7 19 0,0 0 11 16,-4 4 10-16,4-4 6 0,0 0 12 0,-1 5 1 15,1-5 2-15,0 0-1 0,0 0-6 0,0 0 1 0,0 0-10 16,0 0-1-16,0 4 0 0,0-4-2 0,0 0-6 16,0 0-5-16,0 0-6 0,0 0-2 0,0 0-6 15,0 0-2-15,0 0-4 0,0 0-2 0,0 0 1 0,0 0-1 16,0 0-1-16,0 0-8 0,0 0 4 0,0 0-7 15,0 0 2-15,0 0-1 0,0 0-3 0,0 0-1 16,0 0 1-16,0 0 0 0,0 0-1 0,0 0 2 16,0 0-5-16,0 0 2 0,0 0-4 0,0 0 0 0,0 0 3 15,0 0-1-15,0 0-1 0,0 0 3 0,0 0 2 16,0 0-6 0,0 0 9-16,0 0-4 0,0 0-3 0,13-3 4 15,-4 1-6-15,4-1 5 0,7-1-4 0,8-1 4 16,5 0 3-16,3 0 1 0,0 0 5 0,1-1 1 15,-1 0-2-15,-3 3 1 0,3-1 7 0,-6 0-11 16,-4 0 0-16,-7 2 0 0,-1 2-6 0,-5-3 4 16,-3 3-3-16,1-2 3 0,-4 2 0 0,-2 0 7 15,2 0-20-15,-1-2 9 0,-6 2-11 0,6-2-13 0,-6 2-19 0,0 0-23 16,0 0-27-16,0 0-27 0,8 0-38 0,-8 0-15 16,-3 7-23-16,3-7-54 0,-7 5-252 0,1-2-538 15,-1 1 238-15</inkml:trace>
  <inkml:trace contextRef="#ctx0" brushRef="#br0" timeOffset="88719.73">4031 9176 33 0,'0'0'228'16,"-4"3"-6"-16,4-3-7 0,-6 1-10 0,6-1-8 15,0 0-6-15,0 0-6 0,0 0-5 0,0 0-9 16,0 0-8-16,-4 4-5 16,4-4-12-16,0 0-5 0,0 0-14 0,0 0-7 15,0 0-9-15,0 0-10 0,0 0-8 0,0 0-8 16,0 0 0-16,0 0-11 0,0 0-8 0,0 0-5 15,0 0-2-15,0 0-8 0,0 0 1 0,0 0-7 16,0 0-3-16,0 0-5 0,0 0-1 0,0 0-3 16,0 0 2-16,0 0-1 0,0 0-2 0,0 0 3 15,0 0-3-15,0 0-2 0,0 0-2 0,0 0-4 0,0 0-3 0,0 0 1 16,0 0-3-16,0 0 12 0,0 0-13 16,0 0-13-16,0 0 7 0,0 0 2 0,0 0-8 15,0 0 4-15,0 0 1 0,0 0-1 0,0 0-7 0,0 0 5 16,0 0-3-16,0 0-2 0,0 0 1 0,0 0 0 15,0 0-2-15,0 0-1 0,0 0 3 0,0 0-2 16,0 0-2-16,0 0 1 0,0 0 1 0,0 0-4 0,0 0 12 16,0 0-4-16,0 0-18 0,0 0 14 0,0 0 2 15,0 0 6-15,0 0 0 0,0 0 1 0,0 0-2 16,0 0 5-16,0 0-6 0,0 0-1 0,0 0-1 16,0 0 6-16,0 0-8 0,0 0 4 0,0 0-1 15,0 0-4-15,0 0 5 0,0 0 9 0,0 0-9 16,0 0-4-16,0 0-9 15,0 0 11-15,0 0 7 0,0 0-4 0,0 0 0 16,0 0 5-16,0 0-9 0,0 0-5 0,0 0 8 16,0 0-7-16,0 0 7 0,0 0 4 0,0 0-1 15,0 0-5-15,0 0 7 0,0 0-6 0,0 0-3 16,0 0-4-16,0 0 1 0,0 0-1 0,0 0 4 16,0 0-3-16,0 0 3 0,0 0-2 0,0 0 3 15,0 0-2-15,0 0-3 0,0 0 3 0,0 0-3 0,0 0 5 0,0 0 0 16,0 0 1-16,0 0-16 0,0 0 16 0,0 0-4 15,0 0-4-15,0 0 3 0,0 0 4 0,0 0-3 16,0 0-4-16,0 0 3 0,0 0 1 0,0 0 1 16,0 0-6-16,0 0 4 0,0 0-3 0,0 0-2 15,0 0 2-15,0 0 3 0,0 0-2 0,0 0 1 16,0 0 3 0,0 0-3-16,0 0-4 0,0 0 3 0,0 0-4 15,0 0 3-15,0 0 17 0,0 0-21 0,0 0-6 0,15-8 17 16,-7 6-3-16,2 0-3 0,8-1 2 0,0-2 0 15,0-1-2-15,5 1-2 0,5 0 9 16,4-3-19-16,-1 3 9 0,1 1 1 0,-2-7-2 16,1 6 6-16,1 1-2 0,-4-1 0 0,-6 1 0 0,-2 1 2 15,-2-2-3-15,-5 3-1 0,0 0 3 0,-6 2-2 0,0-3-5 16,0 2-5-16,-2 0-12 0,0 1-9 0,-5 0-16 16,8-3-18-16,-8 3-21 0,5 0-11 0,-5 0-28 15,0 0-30-15,0 0-29 0,0 0-30 0,-23 3-31 0,13-1-27 16,-1 0-205-16,-3-2-519 0,3 1 230 15</inkml:trace>
  <inkml:trace contextRef="#ctx0" brushRef="#br0" timeOffset="89020.5">4282 9025 92 0,'-3'-6'317'16,"0"4"4"-16,3 2-6 0,-1-4-4 0,1 4-18 16,0 0-25-16,-3-5-19 0,3 5-28 0,0 0-24 15,0 0-19-15,0-3-11 0,0 3-34 0,0 0-19 16,0 0-24-16,0 0-27 0,0 0-14 0,0 0-9 16,0 0-6-16,0 17-7 0,0-9-7 0,0 4-6 15,-1 4 3-15,1-1-2 0,-1 4-2 0,0 0-1 0,-1 2-2 0,1 2 2 16,1 3 2-16,-4-8-2 0,3-2 3 15,1 4-3-15,0-6-2 0,0 1-19 0,0 2-28 16,0-8-38-16,-4 4-39 0,4 0-45 0,0-5-64 0,0 0-284 16,2-4-549-16,-2-1 244 0</inkml:trace>
  <inkml:trace contextRef="#ctx0" brushRef="#br0" timeOffset="89621.74">4863 8882 114 0,'0'0'235'0,"0"0"-14"15,3-2-17-15,-3 2-19 0,0 0-21 0,0 0-17 0,0 0-17 16,0 0-15-16,0 0-12 0,0 0-14 16,0 0-8-16,0 0-10 0,3 8-7 0,-3-8-8 15,-2 9-5-15,1-2-4 0,-5 4-4 0,3 1-7 0,-4 4-5 0,1-1 1 16,-3 5-8-16,1-3-2 0,-1 7 1 0,3-4-3 15,-7 2-6-15,7-3-1 0,0-2 0 0,-1 0 0 16,3-3-2-16,-1-2-3 0,1 0-3 0,0-4 4 31,3 1 1-31,0-2-4 0,-2 0 1 0,3-1 11 16,0-3 12-16,-1 2 13 0,-2-1 4 0,3-1 11 0,0-3 15 16,4 5 4-16,0-1 9 0,1-3 5 0,4 0-12 0,1-1-7 15,2 3-1-15,-1-3-4 0,7-3-13 0,1 3 13 16,-1-2-30-16,4-1-24 0,-2-1-30 0,0 2-34 15,1-1-36-15,1-2-41 0,-4 0-52 0,1 0-43 16,-6 0-230-16,0-1-490 0,-4 2 217 0</inkml:trace>
  <inkml:trace contextRef="#ctx0" brushRef="#br0" timeOffset="89859.9">5038 9082 70 0,'0'0'321'16,"-1"-2"2"-16,1 2 21 0,0 0-23 0,-3-5-22 0,3 5-21 16,0 0-30-16,0 0-28 0,0 0-27 0,-2-3-25 15,2 3-30-15,0 0-25 0,0 0-13 16,0 0-12-16,0 14-15 0,-3-3-6 0,3 1-5 16,0 4-9-16,-1 4 4 0,-2 4-13 0,1 1-6 15,4-1-4-15,-6 2-3 0,4-5 2 0,0 2-2 0,-2-3-38 16,2-1-44-16,-1 1-52 0,-2-2-74 0,2 2-102 15,-2-8-243-15,-2-3-565 0,4-4 250 0</inkml:trace>
  <inkml:trace contextRef="#ctx0" brushRef="#br0" timeOffset="92328.29">6896 7814 160 0,'1'-3'181'16,"3"-1"-8"-16,-4 0-8 0,4 2-8 0,-2-2-5 15,2 2-15-15,0-1-9 0,1-1-11 0,2 1-13 16,-2 0-7-16,4-1-13 0,-3 4-7 0,3-3-3 16,0 2-10-16,4 1-11 0,-4 1-3 0,2 2-11 15,1 0 1 1,-2 1-3-16,1 3-4 0,-2 2-2 0,2 3-9 15,-1 2 7-15,-3 0-12 0,1 3 5 0,-3 3-3 0,-1 6-1 16,-3-6-5-16,-1 6-5 0,-1 2 5 0,-4-4-1 16,-4 1-3-16,3-1 1 0,-4-1 1 0,0-7-5 15,1 1 3-15,-2-2 0 0,1 2-4 16,-1-5 1-16,3 0 2 0,-4-1 0 0,4-3 1 0,2 2-3 16,-4-5 5-16,6 1 4 0,0-2 5 0,2 0 10 0,-2-2 16 15,1 0 17-15,1 2 15 0,2-4 18 0,-8 2 20 16,8-2 13-16,0 0 16 0,-1 3 17 0,1-3-13 15,0 0-19-15,0 0-15 0,0 0-6 0,6-13-15 0,-3 8-12 16,-1-4-14-16,6-1 1 0,-3 0-6 0,3-2-4 16,3-2-9-16,-1-1-7 0,3-1-1 15,-3 0-8-15,1 0-8 16,1 1 7-16,0-2-5 0,0 1-9 0,0 0-4 16,1 0-2-16,-2 4 6 0,1-2-4 0,-3 1 8 15,-2 4 6-15,1-1 0 0,0 3-1 0,-4 0-4 16,2 0 0-16,-1 3-3 0,-1 0 1 0,-3 0-12 15,3 1 1-15,-1 0 4 0,-3 3-17 0,4-4-10 16,-4 4-5-16,2-3-24 0,-2 3-29 0,0 0 3 16,0 0 4-16,3 10 2 0,-3-1 4 0,-3 1 15 0,3 2-5 0,3 3 6 15,-2 2 0-15,2-1 6 0,-1 3-1 0,3 1 8 16,4-1 5-16,1 4 2 0,6-2 5 0,3-1-11 16,3-2-33-16,3 0-49 0,3-4-80 0,4-1-107 15,0-2-279-15,1-4-620 0,-1-6 274 0</inkml:trace>
  <inkml:trace contextRef="#ctx0" brushRef="#br0" timeOffset="93014.62">6583 8404 165 0,'0'0'242'0,"0"0"-10"15,-7-2-8-15,7 2-11 0,0 0-12 0,-2-2-16 16,2 2-15-16,0 0-13 0,0 0-16 0,0 0-14 16,0 0-11-16,0 0-10 0,0 0-6 0,0 0-6 15,0 0-8-15,0 0-1 16,0 0-8-16,0 0-5 0,0 0 1 0,0 0-11 16,0 0-2-16,0 0-7 0,0 0-1 0,0 0-7 15,0 0-2-15,0 0-2 0,0 0-8 0,0 0-4 16,0 0-1-16,0 0 0 0,0 0-4 0,0 0-4 0,0 0 2 15,-8-2-3-15,8 2-3 0,0 0-3 16,0 0 4-16,0 0 0 0,0 0-5 0,0 0-3 16,0 0 1-16,0 0-2 0,0 0 1 0,0 0-2 0,0 0-1 0,0 0-1 15,0 0-3-15,0 0 5 0,0 0-6 0,0 0 2 16,0 0-1-16,0 0 2 0,0 0-4 0,0 0 2 16,0 0 4-16,0 0-8 0,0 0 4 0,0 0-1 15,0 0 0-15,0 0-1 0,0 0-2 0,0 0 6 16,0 0 2-16,30 2-4 0,-11-5 0 0,2 1 1 15,10-3 1-15,9 0-4 16,16-2 4-16,9 2 10 0,30-3 1 0,-1 0 9 16,-3 4 0-16,-24 0 4 0,25-4 3 0,-26 4-5 15,-4-1 4-15,1 3-6 0,-3-1-6 0,-7 0 2 16,-13-1-3-16,-4 2-1 0,-2 2 1 0,-4-3 1 16,-2 3 0-16,-9 0-5 0,-6-1-5 0,0 2 2 0,-3-2 2 15,-2 0-1-15,-3-1 1 0,-5 2 0 16,9-1 10-16,-1 1-16 0,-8 0-2 0,6-2-17 0,-6 2-16 0,6 0-24 15,-6 0-18-15,0 0-20 0,0 0-22 0,0 0-39 16,-15 7-50-16,5-4-53 0,0 2-259 0,-3-1-555 16,0-3 246-16</inkml:trace>
  <inkml:trace contextRef="#ctx0" brushRef="#br0" timeOffset="93716.36">7055 8586 28 0,'0'0'266'0,"0"0"-26"0,0 0-23 16,0 0-21-16,1-7-23 0,-1 7-18 15,14-3-16-15,-4 1-14 0,3 0-10 0,6 2-15 0,-1 0-10 16,2-1-11-16,-2 4-11 0,3-2-1 0,-3 1-7 15,-1 3-13 1,-5-1 0-16,4 2-8 0,-5 0-6 0,1 2-1 16,-4 1-1-16,-3 0-8 0,0 3-3 0,-5 4-1 15,-1 0-1-15,-5 1-1 0,-1 1-2 0,-4-1-1 0,-5 3 2 16,1-7-4-16,-3 6 1 0,0-6-2 16,3-1-1-16,-3 0 1 0,4-3 3 0,-4 1 5 15,9-3-2-15,-2 0 0 0,1-3-6 0,3 2-1 16,2-3 0-16,1 0-2 0,-1-1 1 0,0 1 0 0,1-1 12 0,-1 0 5 15,4 0 7-15,1-2 0 0,-5 3 7 0,5-3-3 16,-3 3 3-16,3-3-10 0,-1 2 3 0,1-2-4 16,0 0 0-16,0 0-5 0,0 0-5 0,-5 3 0 0,5-3-5 15,0 0 0-15,0 0-2 0,0 0 1 0,0 0 1 16,0 0-5-16,0 0 1 0,0 0-1 0,0 0-3 16,0 0 8-16,0 0 5 0,0 0 3 0,0 0 6 0,0 0 2 15,0 0 9-15,0 0 1 0,0 0 1 0,0 0 2 16,30-6-6-16,-8 4-4 0,10-5 0 0,0 2-7 15,10 0-1-15,12-2 15 0,2-1 2 0,-2 3-2 16,-3 1-2-16,-13-1-4 0,-2 0-1 0,-3 5-4 16,-1-2 0-16,-10 2-8 0,-1-1-1 0,-2-1-4 15,-7 4 0-15,-2-2-7 16,-3-2 5-16,2 2-6 0,-3 2 0 0,-6-2 4 16,8-2-11-16,-8 2-1 0,8-1-19 0,-8 1-10 15,0 0-17-15,0 0-30 0,0 0-50 0,0 0-69 16,0 0-87-16,0 0-261 0,-13-7-586 0,6 2 259 15</inkml:trace>
  <inkml:trace contextRef="#ctx0" brushRef="#br0" timeOffset="96360.99">8804 7811 33 0,'0'0'133'16,"1"-4"-4"-16,-1 4 1 0,0 0-9 0,0-4 11 15,0 4-9-15,0 0-7 0,0 0-1 0,0 0-4 16,0-4-6-16,0 4 0 0,0 0-2 0,0 0-7 0,0 0-1 0,0 0-2 15,0 0-7-15,0 0-9 0,0 0-8 0,0 0-2 16,0 0-9-16,0 0-9 0,0 0 0 0,0 0-7 16,0 0-6-16,0 0-2 0,0 0-4 0,0 0-3 15,0 0-7-15,0 0 0 0,0 0 0 0,0 0-3 16,0 0-1-16,0 0-6 0,0 0 3 0,0 0-1 16,0 0-1-16,0 0-3 15,7-2 1-15,-7 2-2 0,10-2 0 0,-4 0-2 16,-1-1 0-16,3 1-1 0,-3-1 1 0,5 1-2 15,-1-2 0-15,0 0 3 0,4-2-4 0,-4 3 1 16,-1-2 2-16,-1 0 1 0,-2-1-2 0,2 2 2 16,-2 2 9-16,-1-2 6 0,-1-1 12 0,4 2 6 15,-5-1 9-15,1 1 2 0,-1 1 5 0,1-1-4 16,0 1 1-16,-3 2 4 0,2-7-7 0,-1 4-1 0,-1 3-6 0,-1-5-11 16,1 5-2-16,0 0-12 0,-9-1-4 15,9 1-4-15,-14 1-3 0,3-1-4 0,-2 3-2 16,-9 2 2-16,-6 4 0 0,1 3-2 0,-4 1-1 0,1 0 4 15,-2 7-5-15,0-2-2 0,1 5-1 0,2 1-1 16,-7 11-1-16,9-9-1 0,-2 12-1 0,8-11 3 16,0 4-2-1,4-2 1-15,2 3 3 0,5-3-1 0,2-4 1 16,0 0-2-16,8-5 8 0,3 1-1 0,2-3 1 0,5 4 4 16,4-6 4-16,11-1 3 0,4 0-1 15,8-7 2-15,19 0-1 0,3-2-14 0,7-6-15 16,2-3-27-16,-3 2-30 0,0-5-45 0,-2 1-45 15,1-6-54-15,-5 5-221 0,-8-4-474 0,1-2 210 0</inkml:trace>
  <inkml:trace contextRef="#ctx0" brushRef="#br0" timeOffset="96893.65">9460 8018 8 0,'0'-4'228'0,"0"4"-9"0,0 0-10 15,0-6-10-15,0 6-17 0,0 0-17 0,0 0-12 0,0 0-15 0,0 0-14 16,0-2-10-16,0 2-12 0,0 0-10 0,0 0-11 15,0 0-6-15,0 0-8 0,0 0-8 0,0 0-6 16,-3-4-6-16,3 4-6 0,0 0-5 0,0 0-4 16,0 0-5-16,0 0-5 0,-16 5-1 0,11-4-3 15,0 2-3-15,0 1-2 0,-1 1-5 0,-1 2 0 16,0 1 1-16,-1-3-7 0,0 4 0 0,1-1 7 0,-5 4-8 16,5-2-1-16,0 1 3 0,-2-1-4 0,4 1 1 15,-3 2 3-15,2-2-3 0,2 0 1 0,-1 1-1 0,4-2 2 16,-2 0-2-16,3-3 1 0,-1 0 1 0,1-2-1 15,1 2 4-15,2 0 2 0,-1-2 5 0,6 0 14 16,6 2 0-16,-1-6 0 0,7 1 0 16,1 0-2-16,8-6-2 15,-3 1 1-15,3-3-4 0,-10 1 1 0,8-3-2 16,-9 0-1-16,-1-2-5 0,-3-1 5 0,0-2-5 16,-4-1-2-16,-4-2-6 0,1 3-2 0,-5-2-4 15,-3 3 3-15,-2-1-2 0,-6 0 2 0,-1 0-8 16,-4 2-1-16,-1 2-7 0,-7 2 1 0,4 2-14 0,-10 1-6 15,5 2-11-15,0 2-17 0,2 2-25 16,0 0-33-16,3 1-27 0,4 0-41 0,0-2-173 0,5 6-391 0,4-3 174 16</inkml:trace>
  <inkml:trace contextRef="#ctx0" brushRef="#br0" timeOffset="97394.99">10059 7897 63 0,'0'0'175'0,"-12"-2"-13"0,12 2-18 16,0 0-8 0,-10 2-18-16,4 0-11 0,-1-1-10 0,-2 5-13 15,-1-1-10-15,0 1-5 0,-2 2 4 0,-3-1-18 16,-2 4 2-16,2-2-10 0,2 2-5 0,0-2 0 0,1 0-3 15,3 0-5-15,-1 0-2 0,2 0-8 0,0 1 1 16,3-1-7-16,0 0-2 0,1 1 2 16,3-2 2-16,0-1 5 0,1 1 3 0,2 1 7 15,3-1 9-15,1 1 4 0,2-2-3 0,3 2 2 0,5-1-5 0,3-1-6 16,-1 2-1-16,1-1 3 0,-2 0-9 0,11-1-1 16,-10 0-4-16,-1 3-4 0,-2-3-4 0,-4 0 3 15,1-1-2-15,-5 1-2 16,1-2-4-16,-5 1-5 0,-1 0 7 0,0 0 0 15,-2 1 2-15,-4 1-3 0,-5 2-1 0,-5 0 3 0,-4-1 1 16,-9 2-7-16,3-2-12 0,-4 0-17 0,-2-1-30 0,2 1-33 0,8-6-39 0,-2-1-37 16,2 0-180-16,2-4-368 0,5 0 163 0</inkml:trace>
  <inkml:trace contextRef="#ctx0" brushRef="#br0" timeOffset="98212.53">10388 7845 166 0,'0'0'201'16,"-1"-4"-12"-16,1 4-8 0,0 0-13 0,0 0-14 15,-1-2-16-15,1 2-12 0,0 0-12 0,0 0-13 16,0 0-11-16,0 0-9 0,15 0-8 0,-10 0-5 0,4 0-4 0,-1 0-10 16,2 1-4-16,2-1-3 0,-1 4-10 0,2 0-6 15,0 1 3-15,3-1-5 0,0 2-5 0,0 3-6 16,-2-3 2-16,-2 3-3 0,0 3-1 16,1 0-1-16,-4 1 1 0,0 3-4 0,-1-3-2 0,-3 4 2 15,-3 2-1-15,-3-2 0 0,0 1 1 0,-7 0-3 16,-1 1 1-1,-5 2 0-15,-4-2-5 0,-2 0 6 0,3-3 3 16,-4 1-3-16,-2-2 1 0,5-5 0 0,0 2 1 0,0-5 2 16,1 3-2-16,4-4-2 0,3-1 2 0,1 0 2 15,0 0-4-15,3-4 0 0,1 2 0 16,1-1 6-16,0 1 14 0,0-2 7 0,4-1 8 16,-4 4 10-16,4-4 2 0,0 0 4 0,0 0 0 15,0 0 11-15,0 0-13 0,31-7-10 0,-13 4-5 0,12-1-5 0,-1 0 6 16,4-1-14-16,0 1-1 0,2 0-3 0,-5-1-5 15,1 3-4-15,-9 1-1 0,0-1-7 0,-3 2 3 16,-5-2 1-16,-2 2-4 0,-1-2 2 0,-2 2-2 16,-3 0 1-16,2 0-6 0,-2 0 5 0,-6 0 1 15,0 0-4-15,9-1-11 0,-9 1-10 0,5 0-12 16,-5 0-10-16,0 0-13 16,0 0-21-16,0 0-35 0,0 0-31 0,-20 3-35 15,11-3-33-15,3 0-62 0,-5 0-150 0,3-2-449 16,2 1 199-16</inkml:trace>
  <inkml:trace contextRef="#ctx0" brushRef="#br0" timeOffset="98814.04">10950 7889 36 0,'6'-3'169'0,"0"2"-8"16,0 1-21-16,3-3-10 0,2 0-5 0,-4 3-22 15,5 3-12-15,-1-3-10 0,1 3-11 0,-2 1-11 16,-4-2 0-1,5 2-8-15,-5 0 4 0,3 1-11 0,-4-1 1 16,0 6-9-16,2 0-3 0,0 2 1 0,-4-1-2 0,-1 2-1 16,-1 3 0-16,-2 1-3 0,0 0-2 15,-3 1-1-15,-1-1 0 0,-1 1-2 0,-2 0 0 16,-1 0-3-16,-1-2 4 0,-3 1-4 0,4-2 7 16,-5-1-2-16,1-1 4 0,4-4 3 0,3 0 2 0,-3-2-4 15,5-2 3-15,-2 1 4 0,1-1 9 0,2-1 7 0,-3-2 19 16,3 1 17-16,2 0 26 0,1-3 27 0,-4 3 17 15,4-3 44-15,0 0 5 0,0 0-13 0,0 0-19 16,0 0-20-16,5-16-21 0,2 5-12 0,5-4-21 16,2-5-27-16,4-1-13 0,4-2-7 0,-3-1-21 15,4 3 4-15,0 1 1 0,-5 1-8 0,0 0-6 16,-4 5-1-16,-1 0-5 16,-2 3 1-16,-2 3-3 0,-1 2 3 0,-2-1-8 15,-2 3 5-15,0 0 6 0,1 0-13 0,-2 2-11 16,-3 2-11-16,6-4-20 0,-6 4-15 0,0 0 2 15,0 0 2-15,-4 15 4 0,2-5 5 0,-3 3 6 16,-2 2 2-16,-2 3 4 0,0 1-1 0,3 5 1 16,-1 0 2-16,4 1 1 0,1-6 6 0,5-1 9 15,1 0-2-15,5-1 3 0,11 2 0 0,4-2-33 0,12-4-68 0,13-1-112 16,7-8-154-16,5-3-198 0,2-3-614 0,0-6 271 16</inkml:trace>
  <inkml:trace contextRef="#ctx0" brushRef="#br0" timeOffset="100086.39">11584 7390 111 0,'0'0'154'0,"0"0"-22"15,0 0-5-15,0 0-15 0,0 0-15 0,0 0-15 32,1-4-8-32,-1 4-5 0,0 0-14 0,0 0-5 0,0 0-4 0,0 0-9 15,-2 20 1-15,1-11-14 0,1 4-2 0,0 5 3 16,1 1-3-16,-1 6-8 0,2 6-3 0,0 1 7 15,3 1-3-15,0-1 1 0,2 2-2 0,-1 3 4 0,7-3-6 16,-4-3-2-16,3 0 7 0,1-3-6 0,0-1 0 16,2-2-1-16,1 0-9 0,-5-9 32 15,2-3-5-15,1 1 1 0,0-2 4 0,-1-3 2 0,-3-1 2 0,-2-2 4 16,3-2 8-16,-3-2 15 0,-2 2 7 0,1-3 5 16,-1-2-3-16,-6 1 0 0,11-4-5 0,-5 2-8 15,-3-2-2-15,3-1-2 0,-3 0-2 0,1 0-3 16,-3 1 1-16,3-2-3 0,-4 3 2 0,0-3 2 15,0 3-11-15,0 3-3 0,2-6-4 0,0 4 1 16,-2 2-11-16,0 0 1 16,-2-7-9-16,2 7-3 0,0 0-7 0,0 0-6 15,-6-1-2-15,6 1 0 0,0 0-1 0,-12 8 0 16,9-3 0-16,-6 1 2 0,3 3-4 0,-4 0-1 16,2 2 0-16,-2 4 3 0,-2 1-2 0,2 2 1 15,-2 6 0-15,0 1-2 0,1-3 1 0,4 2-1 16,-1 0 1-16,-1 2 2 0,4-1 5 0,4 0-3 15,1 0 1-15,1 0-1 0,4 3 2 0,2 0 0 0,-1 3 3 0,8-1-1 16,1 1 2-16,2 0-1 0,-2 1 1 0,5-1 3 16,-1-1-1-16,-3-2-2 0,2 0 4 0,-5-2-3 15,-2-1 3-15,-2 0-1 0,-2-1 3 0,-7-5 2 16,-4 4-1-16,-4 1 2 0,-7 0-1 0,-6-2 0 16,-8 2 0-16,-18 5-6 0,-12 0-14 0,-28 6-20 15,-6-2-39-15,-7-2-83 16,3-7-102-16,-5-7-174 0,7-5-458 0,30-7 203 15</inkml:trace>
  <inkml:trace contextRef="#ctx0" brushRef="#br0" timeOffset="101690.14">6294 7535 132 0,'0'0'146'0,"0"0"1"0,0 0-8 16,0 0-7-16,0 0-2 0,0 0-5 0,0 0-9 15,0 0-7-15,0 0-10 0,0 0-4 0,0 0-7 16,3-7-6-16,-3 7-2 0,0 0-2 0,0 0-9 16,0 0-5-16,0 0-1 0,0 0-1 0,0 0 0 0,0 0-3 0,0 0-6 15,1-4-2-15,-1 4-3 0,0 0-5 0,0 0-6 16,0 0-1-16,0 0-5 0,0 0-4 0,0 0-1 15,0 0-6-15,0 0 1 0,0 0-4 0,0 0-1 16,0 0-1-16,0 0 1 0,0 0-3 0,0 0-7 16,0 0 3-16,0 0 0 0,0 0 2 0,0 0-5 15,0 0 0-15,0 0 1 16,0 0 5-16,0 0-2 0,0 0 7 16,0 0 1-16,0 0 1 0,0 0-4 0,0 0-1 0,0-4 0 15,0 4 5-15,0 0-3 0,0 0 1 0,0 0 0 16,0-4-1-16,0 4-2 0,0 0-1 0,4-3-4 15,-4 3-2-15,0 0 3 0,0 0-7 0,0 0-18 16,0 0-20-16,0 0-29 0,0 0 3 0,1 9 5 16,-1-3 2-16,0 6 6 0,0 6 3 0,0 13 8 0,-1 2 6 15,-4 16 0-15,-4 5 2 0,0 4 10 0,-12 21-2 16,7-18 6-16,-7 16 0 0,1-20-1 0,2-3 4 0,1-1 6 16,0-4-6-16,0-2 5 0,2-1-1 0,4-15 0 15,-1 0 2-15,1-4 9 0,-1-3-10 0,3-1 4 16,4-4 4-16,-4-3-4 0,1-6 2 15,6 0 0-15,-2-1 12 0,0-4 18 0,4-1 19 0,-3-1 16 0,2 2 14 0,1-5 4 16,-1 3 7-16,1-3 0 0,0 0-16 16,0 0-8-16,9-11-6 0,-3 4-9 0,5-2-5 0,-1 2 6 15,-1 0-17-15,0 0-6 0,2-1-3 0,-2 3-3 16,0 1-6-16,0 2-3 0,0 2-10 16,1 0-3-16,2 2 0 0,-3 7-3 0,2 3 0 0,1 5 2 15,-5 9-1 1,1 9-3-16,-2 13 4 0,-3 2-2 0,-3 0 1 15,-4 5 0-15,-1-4 6 0,1 4-8 0,-4-4 3 16,6-2-4-16,-1 6 3 0,-2-7 9 0,5-2 10 16,3-11-1-16,-1 0 1 0,2-3 2 0,5-3-3 15,4 0 14-15,2-2-4 0,9-3-1 0,7-2 2 16,23-3-3-16,8-2-24 0,38-7-46 0,1-8-61 16,17-8-109-16,-6-9-284 0,-2-4-542 0,-7-4 241 0</inkml:trace>
  <inkml:trace contextRef="#ctx0" brushRef="#br0" timeOffset="129739.69">12700 8177 64 0,'0'0'96'0,"0"0"1"16,0 0-6-16,-6 0-5 0,6 0-15 0,0 0 6 16,0 0-1-16,0 0 1 0,0 0-11 0,0 0 11 15,0 0-1-15,0 0 0 0,0 0-3 0,0 0-1 0,0 0-5 16,0 0-3 0,0 0-8-16,0 0 1 0,0 0-9 0,0 0-1 15,-8 0-4-15,8 0-1 0,0 0-3 0,0 0-6 16,0 0-5-16,0 0 4 0,0 0 1 0,0 0-3 15,0 0 3-15,0 0 1 0,0 0-4 0,0 0-4 16,0 0-1-16,0 0-2 0,25-5-1 0,-7 1 0 16,4 1 0-16,11-1-1 0,2 1-1 0,3 1 3 15,11-3 5-15,4 0-9 0,2 0 0 0,-15 4-1 0,-4 0 0 0,1-2-8 16,0 3 2-16,-4-1-4 0,-5-1 4 0,-7 4-2 16,-1-2-4-16,-2 1-14 0,-7-1-11 0,0 3-16 15,-4-2-23-15,-2-1 1 0,0 1-8 0,-5-1-6 16,3 5-10-16,-3-5-16 0,0 0-12 0,-13 10-17 15,3-9-130-15,-2 0-275 0,-1 1 122 0</inkml:trace>
  <inkml:trace contextRef="#ctx0" brushRef="#br0" timeOffset="130156.46">12766 8342 145 0,'-9'0'172'0,"9"0"-7"16,0 0-11-16,0 0-11 0,-9 0-4 0,9 0-7 15,0 0-12-15,0 0-7 0,0 0-17 0,0 0-6 16,0 0-10-16,0 0-5 16,36-3-10-16,-13 3-8 0,9-4-4 0,7-1-2 15,18 2-7-15,3 0 1 0,-1-1 0 0,-3 2-3 16,-4-2-10-16,-12 3 4 0,0-1-4 0,-4-1-4 15,-4 3-2-15,-2 0 4 0,0 0-12 0,-9 0-2 16,-3 0-10-16,-5 0-17 0,-2 2-19 0,-3-2-14 16,-3 1-14-16,0-1-2 0,-5 0-8 0,0 0-23 15,0 0-37-15,0 0-166 0,-18 3-318 0,7-4 141 0</inkml:trace>
  <inkml:trace contextRef="#ctx0" brushRef="#br0" timeOffset="131274.34">14577 7735 107 0,'0'0'233'0,"0"-7"-10"16,0 4-1-16,0 3-7 0,0-7-13 0,-1 4-7 15,1 3-10-15,0-7-13 0,0 7-14 0,0 0-7 16,-2-5-14-16,2 5-14 0,0 0-11 15,0-5-11-15,0 5-13 0,0 0-9 0,0 0-12 0,0 0-10 16,0 0-24-16,0 0-21 0,0 0-1 0,0 0-6 16,0 0-3-16,2 22-1 0,-4-5-1 0,2 3 10 15,-1 5-7-15,-1 3-2 0,2-2 0 0,0 1 1 0,0 1 0 0,0-3-2 16,1 1-2-16,-1-8 3 0,0-4-3 0,1 3 3 16,-1-2 5-16,1-3-7 0,1-2-1 15,-1 1 2-15,-1-1-2 0,0-3 8 0,3-2-2 16,-2 0-1-16,-1-1 3 0,0 0 3 0,0-4-3 15,1 5-1-15,-1-5 4 0,0 4-1 0,2-2 4 0,-2-2 0 16,0 0-21 0,0 0-23-16,0 7-31 0,0-7-38 0,0 0-50 15,0 0-41-15,0 0-216 0,0 0-440 0,0 0 196 16</inkml:trace>
  <inkml:trace contextRef="#ctx0" brushRef="#br0" timeOffset="131806.7">14186 8263 76 0,'0'0'121'0,"0"0"-3"16,0 0-7-16,0 0-7 0,-5 1-4 0,5-1-7 16,0 0-6-16,0 0-2 0,0 0-7 0,0 0-9 0,0 0 9 15,0 0-15-15,0 0-8 0,0 0-5 0,0 0-2 0,0 0-8 16,0 0-4-16,0 0-4 0,0 0-1 0,0 0 0 15,0 0-3-15,0 0-7 0,0 0-2 0,0 0 0 16,0 0-5-16,0 0 2 0,0 0 8 0,0 0 4 16,0 0 7-16,0 0 4 0,0 0 2 0,0 0 14 15,0 0-2-15,0 0 0 0,0 0-5 0,0 0-8 0,19-6 3 16,2 5-9-16,12-4 0 0,6-2 0 0,20 2 0 16,9-2 2-16,30-3 9 0,3 5 5 0,-4-2-1 15,-3 3-5-15,-29 3-2 0,24-4-4 0,-27 3-4 0,-4 2 0 16,1-2-6-16,-22 2-3 0,3 2-1 0,-1 0 0 15,-4-2-5-15,-1 1-1 0,-7 0-4 16,-5 0 3-16,-11 1-4 16,1-2-12-16,-2 0-9 0,-1 0 0 0,-4 0-14 15,-1 1-17-15,-4-1-15 0,9 1-14 0,-9-1-28 16,0 0-37-16,-18 3-42 0,4 0-187 0,1-3-392 16,-6 1 173-16</inkml:trace>
  <inkml:trace contextRef="#ctx0" brushRef="#br0" timeOffset="132778.01">14500 8491 146 0,'8'-4'127'16,"2"2"-5"-16,8-2-16 0,4 1-9 0,5 3-13 0,3-1-9 16,1 1-1-16,2 0-14 0,3 1 1 0,-3 1-14 15,-2 0-4-15,0 2-2 0,-3 2-6 0,-8 1-1 16,-2 0-6-16,1 1-7 0,-6 2-3 0,-4-3-1 16,1 7-6-16,-5 1-1 0,-5 0 0 0,0 1 1 15,-8 1-6-15,-3 2 3 16,-7 1-5-16,-6 2 3 0,-2 1-8 15,-2-3 4-15,-2-1 2 0,-1 1 9 0,0-1 4 16,-1-2 6-16,2-1-1 0,-2 0 12 0,1-2-4 0,4-1-1 16,-1-1 12-16,1-1-8 0,9-5 6 0,-1 0-8 15,6-1-1-15,3-2-11 0,-1 0 11 0,4-1 12 16,0 0 14-16,2-1 30 0,1 1 24 16,4-2 18-16,-7 0-1 0,7 0-13 0,0 0-11 0,5-9-11 0,2 1-7 15,4 0-10-15,-1-3-12 0,3 2-4 0,5-1-8 16,-5 1-3-16,2 0-6 0,-2 2-8 0,5 2-6 15,0 0 0-15,-2-1-5 0,5 2 1 0,-3 4-6 0,2 0-5 16,2 0-1-16,-3 2 0 0,2 1-7 0,0 4 1 16,-3 0 10-16,8 6-14 0,-8-4-2 0,1 1 2 15,-1 2 0-15,-2 0 1 0,6 3 7 0,-5-3-7 0,-3 0-2 16,2-2-1-16,-2 2 4 0,0-3-3 0,-2-2 2 16,-1-1 2-16,-2 1 2 0,3-6 0 0,-2 2 3 15,0-2-2-15,1-1 0 0,1-1 1 0,1-3-1 16,-1-2 1-16,4-3-4 0,-3 0 4 0,-2 1-6 15,1-5 4-15,3 3-1 0,-4-2-9 0,-4 3-9 0,3 0-6 16,-1-1-10 0,-1 1-19-16,1 2-19 0,0 0-29 0,-4 4-39 15,4 0-43-15,-4 3-67 0,4-4-174 0,-4 3-451 16,0 1 200-16</inkml:trace>
  <inkml:trace contextRef="#ctx0" brushRef="#br0" timeOffset="135453.57">16279 7402 14 0,'0'0'101'16,"3"-4"-9"-16,-3 4-22 0,0-5 18 0,0 5-13 0,0 0-3 16,0-4 1-16,0 4-19 0,-3-6 1 15,3 6 7-15,0-5-22 0,0 5 0 0,0 0-1 16,0-4 0-16,0 4-3 0,0-4-4 0,0 4-12 16,0 0-1-16,0 0 15 0,0-4 3 0,0 4-3 0,0 0-3 15,-1-6 1-15,1 6 7 0,0 0-2 0,0 0 5 16,-3-3-4-16,3 3 1 0,0 0-1 0,0 0 9 0,0 0-10 15,0-5 3-15,0 5-5 0,0 0 2 0,0 0-2 16,0 0 5-16,0 0-1 0,0 0-2 0,0 0-2 16,0 0-1-16,0 0-6 0,0 0-5 0,0-3 1 15,0 3-5-15,0 0-3 0,0 0-5 0,0 0-5 16,0 0 0-16,0 0-15 0,0 0-2 0,0 0-6 0,0 0 7 16,-5 18-3-16,1-11 5 0,2 9 9 0,-5 2-9 0,2 6-3 15,0 5 1-15,0 5 7 0,-3 11-4 0,-2 1 0 16,3 4 4-16,-3 0 0 0,0-1-1 0,1 0 5 15,-1-1-4-15,2 2-1 0,0-7-2 0,0-8 7 16,-1-2-6-16,1 1 6 0,1 0-2 0,-2-3 5 16,0-3 0-16,0 3 0 0,-1-4-6 0,-3-1 7 15,-4-2 0-15,7-2-1 16,-3-5 1-16,3-3-5 0,-3-1 3 0,-1 0 4 16,5-2-3-16,-4-2 4 0,7-1 0 0,-2-3 1 15,2 2 11-15,1-3 10 0,0-2 26 0,0-1 3 16,5-1-4-16,-8-1 0 0,8 1-6 0,-5-6 2 15,1 3-1-15,4-1-5 0,-1-4-2 0,2 4-7 16,0-1-2-16,2 0-3 0,1 2-8 0,1-1-1 16,0 1-4-16,2 1-6 0,4-1-3 0,-5 6-3 0,4-1-3 0,3 1 1 15,1 8-2-15,4 2-3 0,0 5 2 0,-4 10-2 16,0 4-1-16,4 15 0 0,-12 6 0 0,1 3 1 16,-4 26-8-16,-3-25 10 0,-7 24-4 0,2-24 4 15,1 0 2-15,-5 1-1 0,0 2-3 0,4-1 4 16,-4-4 2-16,1 2-3 0,-3-2 0 0,3-2 3 15,-1-6-1 1,4-12 0-16,-4 14 3 0,4-16 3 0,1-4-1 16,0 1 8-16,3-2-1 0,1-1-2 0,0-1 3 0,7 1 2 15,0-4 0-15,2-1 2 0,5-1 2 0,4 1-2 16,5-2 0-16,5-5-2 0,9 0 4 0,16 2-29 16,4-4-44-16,7-3-58 0,34-4-91 15,-31-4-221-15,23-4-454 0,-27-7 200 0</inkml:trace>
  <inkml:trace contextRef="#ctx0" brushRef="#br0" timeOffset="136672.15">16761 7928 84 0,'4'-4'153'16,"0"-3"3"-16,0 3-15 0,3-1-13 0,1-1-6 0,-2 1-7 16,4 0-13-16,-1 0-14 0,0 3-6 0,0-4-6 15,3 5-9-15,-1 1-7 0,0 0-9 16,1 4-5-16,-2-1-5 0,3 4-1 0,-4 3-2 15,3 3-9-15,-2 1 3 0,-4 6-8 16,3 5 0-16,-5 1-2 0,1 2-6 16,-4 2 2-16,-4-3-1 0,-1 2-5 0,-3 0 3 15,-2 1-10-15,-3-2 9 0,-4-1-5 0,6-3-3 16,-7 1 2-16,3-1-2 0,4-7-2 0,-3 0 3 0,3 1 3 16,-3-2 2-16,3-4 0 0,-1 2 5 0,6-7-3 15,-1-1 6-15,2-1 10 0,1 0 18 16,-1 1 22-16,0-3 24 0,2 1 27 0,-1-2 25 0,2 1 26 0,1-3-7 15,0 0-14-15,1-11-22 0,4 0-20 0,3-6-8 16,5-6-18-16,2-2-11 0,1-1-23 0,2-4-4 16,5 2-19-16,0 1-9 0,0-3-3 0,2 4 7 15,-5 2-7-15,-3 1-2 0,0 0-4 0,-5 6-4 16,0 3 5-16,-4 4-1 0,-1 0-1 0,-1 2-2 16,-1 2-1-16,-2 1-1 15,3 0-4-15,-2 3-11 0,-3-4-23 0,3 5-11 16,-4 1 2-16,0 0 4 0,-4 13 4 0,2-3 3 15,-1 6 2-15,-7 1 1 0,2 2 5 0,1 7 3 16,-1-2 0-16,-3 1 3 0,4 1 3 0,2-1 3 16,1 0 0-16,3-5 3 0,3-1 2 0,4-1 1 15,5 6 5-15,2-10-5 0,2 1-31 0,12 2-49 16,5-3-66-16,18-4-83 0,0-5-213 0,3-2-487 0,-3-3 215 0</inkml:trace>
  <inkml:trace contextRef="#ctx0" brushRef="#br0" timeOffset="137374.09">17567 8280 98 0,'0'0'163'0,"-9"1"-11"0,9-1-9 0,-5 1-12 16,5-1-19-16,0 0-5 0,0 0-10 0,0 0-5 15,0 0-4-15,0 0-4 0,0 0 5 0,0 0-2 16,0 0-1-16,0 0-3 0,0 0-5 0,0 0-5 16,0 0-3-16,0 0-6 0,0 0-2 0,0 0-5 0,0 0-6 15,0 0-5-15,0 0-3 0,0 0-5 16,0 0-1-16,0 0-7 0,0 0 1 0,0 0-5 0,0 0-2 0,0 0-1 16,0 0-1-16,0 0-1 0,0 0 0 0,0 0-6 15,0 0-1-15,0 0 0 0,0 0 0 0,0 0-5 16,0 0 2-16,0 0 1 0,0 0-4 0,0 0-2 15,0 0 3-15,0 0 4 0,0 0 1 0,0 0 6 16,0 0 3-16,23-2 0 0,-5-1-2 0,1 1-1 0,13 1 0 16,3-1-3-1,5-2 2-15,19 1-4 0,-5 1 2 0,6 1-3 16,-2 0 2-16,2 0-3 0,-5 1-3 0,-4 0 3 16,-16 0-7-16,1 1 0 0,-4 0 3 0,-2 0-2 15,-10 1-7-15,-3 0-10 0,-3-1-14 0,-4 0-11 16,-4-1-3-16,2 0-10 0,-2 1-10 0,-1-1-2 15,-5 0 5-15,0 0-4 0,0 0-27 0,0 0-24 16,-17 4-41-16,6-3-59 0,-2-2-110 0,-4 1-344 0,5 0 152 0</inkml:trace>
  <inkml:trace contextRef="#ctx0" brushRef="#br0" timeOffset="141299.67">19345 7565 59 0,'0'0'107'0,"0"0"-10"0,0 0-1 0,0 0 0 16,0 0-10-16,0 0-5 0,0 0-1 0,0 0-3 15,0 0-2-15,0 0-1 0,0 0-2 0,0 0 5 16,0 0-3-16,0 0-2 16,-4-2-3-16,4 2 2 0,0 0-1 0,0 0 0 15,0 0 1-15,0 0-4 0,0 0-5 0,0 0-3 16,0 0-5-16,0 0 1 0,0 0-2 0,0 0-1 16,0 0 4-16,0 0-6 0,0 0-1 0,0 0 2 0,0 0 0 15,0 0 2-15,0 0 1 0,0 0-7 16,0 0-6-16,0 0-5 0,0 0-14 0,12-3-2 15,-6 1-4-15,1 0 0 0,2 2-3 0,4-3-5 0,-1 2 3 0,3 1-1 16,0 1-6-16,4-1-4 0,-6 0 7 0,6 3-5 16,-2 1-1-16,-3 1-2 0,-4 0-8 0,4-1-6 15,-5 4-6-15,0-3-2 0,-2 7-2 0,0-3-1 16,-3 8-5-16,-1-2 5 0,-5 2 5 0,-3 3-5 16,-5 6 6-16,-4-1 4 0,-8-3 4 0,-1 3-5 15,4-4 4-15,-8 1 4 0,0-1 0 0,4-4-4 0,-1 0 13 0,1 0-6 16,-4-1 1-16,3-3 0 0,5-1 1 0,0-3 1 15,2 0-2-15,0-2 7 0,3-1-5 0,3 0-2 16,-1-2-4-16,5 1 9 0,0-2 0 0,2-1 18 16,0-1 4-16,0 2 6 0,1 0 7 0,4-3 1 15,-4 1 0-15,4-1-2 0,0 0-2 0,0 0-3 16,19-5 0-16,-6 1-1 16,10-3-6-16,7 1-2 0,4 0 0 0,2-3-1 15,3 2-1-15,-1 1-5 0,-3-2 0 0,1 4 0 16,-3 0-1-16,1 1-6 0,-5 1 2 0,2 1-1 15,-10 1-2-15,-2 0 0 0,-2 0-2 0,-3 0-5 16,-2 1-8-16,-2 1-3 0,0 0-8 0,-5-1-3 16,3-2-1-16,-3 2 0 0,-5-1 0 0,9-1-1 15,-9 1-3-15,0 0-3 0,6 2-7 0,-6-2-6 0,0 0-3 0,4 0-6 16,-4 0-16-16,0 0-42 0,0 0-31 16,0 0-188-16,0 0-360 0,0 0 160 0</inkml:trace>
  <inkml:trace contextRef="#ctx0" brushRef="#br0" timeOffset="141800.76">20198 7540 160 0,'0'0'238'15,"2"-4"-20"-15,-2 4-16 0,1-3-24 0,-1 3-16 16,0 0-20-16,0 0-18 0,0 0-12 0,0 0-14 16,0 0-20-16,0 0-6 0,0 0-8 0,0 0-9 15,-3 11-6-15,3-2-8 0,-2 8-4 0,-1-1 0 16,2 2-10-16,-2 1 2 16,2 7-7-16,-3-1-1 0,0 1-2 0,2-2-1 15,-1 1-3-15,2-7-1 16,-3 1 1-16,3 1-6 0,-2-4 1 0,2 1 3 15,-3-4-3-15,3-4 3 0,-2 2-4 0,3-1 1 16,-1-5-5-16,-2 2-3 0,2-2 9 0,1-1-1 16,0 0 2-16,0-4-2 0,-1 6 0 0,1-6 0 15,1 3 4-15,-1-3 4 0,0 0-6 0,0 0-3 0,-4 3-7 0,4-3-11 0,0 0-88 0,0 0-70 16,-5-11-196-16,2 3-392 0,1 0 174 0</inkml:trace>
  <inkml:trace contextRef="#ctx0" brushRef="#br0" timeOffset="142270.79">20110 7468 29 0,'0'0'179'0,"0"0"-21"15,-2-4-13-15,2 4-15 0,0 0-13 0,0 0-15 16,0 0-6-16,0 0-13 0,0 0-8 0,16 2-11 16,-10 0-3-16,4 2-5 0,2 2-7 0,5-1 5 0,2 2 2 15,5 5 0 1,4-1 5-16,2 3-5 0,0 2-8 0,-2 6-3 15,-1-4-5-15,-1 3-6 0,-4 0-3 0,-2 3-1 16,-6-1-1-16,0 0-8 0,-5 2-3 0,-4-8-1 16,-1 3-1-16,-4-2 2 0,0-1-6 0,-5-2-1 15,-3 2 8-15,-2-2-3 0,-7-1 4 0,1-2 6 16,-2 1 6-16,-5-1 1 0,-3 0 5 0,7-6 5 16,-1 1 7-16,-1 1 2 0,3-3-2 0,1 0-2 0,5-2-3 0,-1 1-5 15,3-2-2-15,2-1-2 0,3 1-5 0,-1-1-2 16,1-1 0-16,5 0-2 0,-8 3-5 0,8-3-5 15,-5 1-7-15,5-1-13 0,0 0-23 0,0 0-27 16,0 0-44-16,0 0-45 0,14 1-84 0,-14-1-142 16,14-2-396-16,-8 0 175 0</inkml:trace>
  <inkml:trace contextRef="#ctx0" brushRef="#br0" timeOffset="143320.37">19101 8346 25 0,'0'0'171'0,"0"0"-13"0,0 0-13 0,0 0-2 15,0 0-12-15,0 0-5 0,0 0-12 0,0 0-5 16,0 0-10-16,0 0-6 0,0 0-8 0,0 0-3 16,0 0-9-16,0 0-8 0,0 0-11 0,0 0 3 15,0 0-13-15,0 0-1 0,0 0 2 0,0 0-8 16,0 0-7-16,0 0 2 0,0 0-7 0,0 0-2 15,0 0-5-15,0 0 2 0,0 0-9 0,0 0 6 0,0 0-4 0,0 0-3 16,-7-1-1-16,7 1 1 0,0 0-4 0,0 0 6 16,0 0-6-16,0 0-6 0,0 0 5 0,0 0-1 15,0 0 0-15,0 0-7 0,0 0 2 0,0 0 2 16,0 0-2-16,0 0-1 0,0 0 0 0,0 0 2 16,0 0-4-16,0 0 10 0,0 0-6 0,0 0 1 15,0 0 1-15,0 0-1 16,0 0 3-16,0 0-5 0,0 0 1 0,0 0 2 15,0 0 0-15,0 0-2 0,0 0 6 0,0 0-6 16,0 0 0-16,0 0 2 0,0 0 4 0,0 0 5 16,26 1 6-16,-13-2 7 0,8-3-2 0,15 2-1 15,15-6 1-15,12 1 0 0,29-2-3 0,10 1 1 16,6-5 0-16,11 4 3 0,12-2-2 0,3 4 10 16,1-3-4-16,4-2 4 0,-7 5-4 0,1 0-3 0,-4 1-3 0,-18 2-2 15,-9 2-1-15,-11 1 0 0,-31-2-2 0,-6 1-4 16,0 0-5-16,-18-1-5 0,-2 2-4 0,-5 0 3 15,-7-1-3-15,-7 1 2 0,-2 0 9 16,-4 0 21-16,0 1 25 0,-3-2 29 0,1 2 12 0,-7 0 12 16,9 0 4-16,-9 0-9 0,7-2-9 0,-7 2-10 15,7 0-23 1,-7 0-15-16,0 0-29 0,5-2-34 0,-5 2-38 16,0 0-45-16,0 0-96 0,0 0-64 0,0 0-230 0,-22-1-530 15,9-1 235-15</inkml:trace>
  <inkml:trace contextRef="#ctx0" brushRef="#br0" timeOffset="145109.1">20472 7178 150 0,'0'0'156'0,"0"0"-18"0,0 0-22 0,0 0-8 16,0 0-12-16,0 0-8 0,0 0-8 0,-5 1-10 16,5-1-11-16,0 0-3 0,0 0-7 0,0 0-8 15,0 0 2-15,0 0-9 0,0 0 6 0,0 0-6 16,0 0-2-16,0 0 9 0,0 0-6 0,0 0 0 16,0 0 5-16,0 0-1 0,0 0 7 0,0 0-8 0,0 0 1 0,0 0-8 15,0 0 1-15,0 0-2 0,0 0 1 0,0 0-3 16,0 0 8-16,0 0-7 0,0 0-1 0,0 0-4 15,0 0-7-15,0 0 1 0,0 0 3 0,0 0-4 16,0 0-1-16,0 0-2 0,0 0-1 0,0 0-2 16,0 0-4-16,0 0-2 0,0 0 0 0,0 0-1 15,0 0 1-15,0 0 2 16,0 0 3-16,0 0-6 0,0 0 2 0,0 0-4 16,0 0 3-16,0 0 8 0,0 0 4 0,0 0-2 15,0 0 2-15,0 0 6 0,0 0 2 0,0 0-2 16,0 0 4-16,0 0 0 0,0 0-8 0,0 0 1 15,0 0-4-15,0 0-2 0,0 0 3 0,0 0-9 16,0 0 2-16,17-8 2 0,-9 5-2 0,1-2-5 16,2 3 1-16,6-6-1 0,2 1 1 0,8-2 0 0,6 0-3 0,4-4 0 15,20-3-3-15,0-1 3 0,7-1-3 0,27-6-1 16,-29 6-4-16,29-2 4 0,-28 5-4 0,26-5-6 16,-29 7-9-16,0 2 2 0,-4 0-8 0,-6 0-2 15,4 4-5-15,-19 3 4 0,0-3 0 0,-3 2 3 16,-5 2 1-16,-8 0 3 0,0 1-4 0,-7 1 5 15,-2 0 7 1,-1 0 14-16,-4-1 21 0,3 4 19 0,-3-4 13 16,-5 2 6-16,10-1 3 0,-10 1 0 0,7 1-1 15,-7-1-4-15,0 0-5 0,6-1-9 0,-6 1-2 0,0 0-4 16,0 0-5-16,0 0-4 0,6 1-1 0,-6-1-8 16,0 0-2-16,0 0-8 0,0 0-1 15,7-1-8-15,-7 1-4 0,0 0-8 0,0 0-6 16,0 0-12-16,0 0-15 0,0 0-12 0,0 0-17 0,0 0-19 0,0 0-25 15,3-4-22-15,-3 4-42 0,0 0-172 0,0 0-384 16,-6-8 170-16</inkml:trace>
  <inkml:trace contextRef="#ctx0" brushRef="#br0" timeOffset="145542.37">21634 6670 127 0,'0'0'198'15,"0"0"-15"-15,-1-5-19 0,1 5-20 0,0 0-16 16,0 0-14-16,0 0-15 0,0 0-11 0,0 0-7 16,14 2-6-16,-9 1-12 0,4-1 3 0,4 4-6 15,0-2 2-15,5 2 1 0,0 2 3 16,0 2-6-16,7 1-1 0,-7 0-7 0,0 1-3 16,6 2-2-16,-7 1-1 0,-2-5-5 0,0 6-7 15,-2 0-5-15,-4-2-8 0,-4 4-2 0,0-1-5 0,-5 1 0 16,-6 1 0-16,-3 0-5 0,-3-2 1 0,-7 4-1 15,0-3 4 1,-4 1-4-16,0-4-5 0,4-4 3 0,-2 5 0 16,4-6 2-16,-2-1-12 0,3-2-16 0,2 0-24 0,5-2-22 15,0 1-42-15,5-2-12 0,-1-3-21 0,5-1-171 16,0 0-336-16,0 0 149 0</inkml:trace>
  <inkml:trace contextRef="#ctx0" brushRef="#br0" timeOffset="146073.78">22408 6550 281 0,'-2'-5'285'0,"1"2"-15"16,0-2-18-16,1 2-20 0,0 3-24 0,-2-5-20 16,2 5-21-16,-1-4-19 0,1 4-17 0,0 0-18 15,0 0-15-15,0 0-11 0,0 0-11 0,0 0-8 16,0 0-7-16,7 13-12 0,-6-5-4 0,0 5-3 0,0-1-7 16,2 0-5-16,-2 5 1 0,-1 2-6 0,2 0-2 0,0-3 2 15,-4 2-7-15,4 1 2 0,-2-2-3 0,0 0 0 16,0 1-3-16,0-2-4 0,0-4 2 15,-4 0 1-15,4-1-2 0,-1-2-2 0,1-2-3 16,-1 0 5-16,1-3 9 0,-2 2-7 0,2-4 17 16,0 3 16-16,-1-2 21 0,1-3 25 0,0 0 23 0,-1 5 34 0,1-5 14 15,0 0-3-15,0 0-14 0,0 0-15 0,-8-13-18 16,4 4-5-16,-1-4-22 0,-1-4-20 0,-2-8-25 16,3-1-15-16,0-3-4 0,4 3-1 0,-2-1 1 15,2 1 1-15,-2 7-4 0,6-6 17 0,-6 8-5 16,6 1 0-16,-1 4 0 0,0-1-3 0,0 1-1 15,2 2-4-15,-1-1-4 16,3 1-8-16,0 1-3 0,7-3 2 0,0 3-1 16,2-2-7-16,6 4-18 0,3-3-24 0,-2 4-24 15,5 0-27-15,-6 3-22 0,1 1-24 0,-3 1-23 16,4 1-31-16,-5 1-19 0,1-1-32 0,-5 3-31 16,0-1-26-16,-3 2-241 0,1 1-584 0,-5-3 258 15</inkml:trace>
  <inkml:trace contextRef="#ctx0" brushRef="#br0" timeOffset="146311.25">22360 6688 235 0,'-1'1'231'0,"1"-1"-12"0,-6 4-15 16,6-4-16-16,0 0-17 0,0 0-14 0,0 0-15 0,24-5-12 15,-10 1-16-15,12-1-10 0,3-2-9 16,5 0-10-16,2 0-9 0,1-1-24 0,16-2-32 0,-16 2-49 0,-2 0-73 16,1-1-67-16,-4-2-152 0,-5 4-347 0,0-5 153 15</inkml:trace>
  <inkml:trace contextRef="#ctx0" brushRef="#br0" timeOffset="146881.47">23004 6041 33 0,'3'-3'177'0,"-3"3"-9"16,1-5-3-16,-1 1-1 0,0 4 2 0,0-4-3 15,0 4-7-15,0 0-6 0,0 0-9 0,0-4-9 16,0 4-16-16,0 0-13 0,0 0-14 0,0 0-11 16,0 0-18-16,0 0-12 0,0 0 4 0,0 0-14 15,-15 15-7-15,10-3-3 0,-6 3 0 0,1-1-7 16,-4 2 4-16,3 0-3 0,-1 0-3 0,1 1-2 0,0 1-3 0,1-3 2 16,1 1-7-16,0-4 4 0,3 0-5 0,-2-3 4 15,2-1-4-15,2-2 1 0,1 2-2 0,1-5 0 16,-1 3-1-16,1-1-2 0,-2-2 2 0,4 0-10 15,0-3-13-15,-4 7-18 0,4-7-20 0,-2 4-28 16,2-4-28-16,0 3-38 0,0-3-194 0,0 0-371 16,0 0 164-16</inkml:trace>
  <inkml:trace contextRef="#ctx0" brushRef="#br0" timeOffset="147298.19">23314 6281 232 0,'1'-3'235'0,"1"0"-15"0,-2 3-15 0,3-7-8 0,-2 5-11 15,-1 2-22-15,2-3-14 0,-2 3-15 16,2-3-17-16,-2 3-12 0,0 0-13 0,0 0-11 16,0 0-11-16,0 0-8 0,0 0-9 0,0 0-9 0,6 6-3 15,-4-1-2-15,0 2-7 0,1 4-1 0,-1-1-4 16,0 2-4-16,1 3-3 0,0 1 2 16,0 1-5-16,-1 0 0 15,0 2 2-15,0-3-6 0,-1 1 0 0,2-2 2 16,-3-2-6-16,2-2 1 0,0 0 0 0,-2-1-3 15,2 0 8-15,-1-5-3 0,3 1-3 0,-4 0 0 16,0-1 0-16,0-3-3 0,2 2-1 0,-2-4-4 16,2 6-4-16,-2-6-5 0,0 4 0 0,0-4-6 15,0 0-8-15,0 0-6 0,-2 3-35 0,2-3-44 0,0 0-52 16,0 0-31-16,-7-10-182 0,7 2-401 0,-2 2 178 0</inkml:trace>
  <inkml:trace contextRef="#ctx0" brushRef="#br0" timeOffset="147661.12">23315 6217 115 0,'-1'-4'265'0,"1"4"-20"0,-4-3-23 15,4 3-23-15,-3-3-24 0,3 3-17 0,0 0-17 0,0 0-12 16,0 0-18-16,0 0-14 0,0 0-11 0,0 0-10 15,13 9-5-15,-4-4-11 0,2 3-2 0,2 1-5 16,2 2 3-16,2 1-8 0,2 5-6 0,-2-4-4 0,1 6-3 16,-4-5-3-16,-3 3 0 0,3 7-2 0,0-3-6 0,-6-2 2 15,0-2-3-15,-2 2 7 0,-3-1-9 0,-1-1 0 16,-4-3-3-16,-1 3 1 0,-3-2-5 0,-2 1-3 16,0-5 4-16,-3 1 1 0,-3-2 2 0,4-1 1 15,-2-4-3-15,-2 5-1 0,0-5-2 0,5-2 2 16,0 3-1-16,1-3-3 0,2 0 2 0,1-1-2 0,1 0 1 15,0 0-1-15,0-1 1 0,4-1 3 0,-5 2 0 16,5-2 5-16,0 0-5 0,0 0-9 0,0 0-12 16,0 0-13-16,0 0-21 0,14-8-25 0,-8 6-30 15,-3-1-32-15,5-1-29 0,-2 0-31 0,2 0-208 16,-3-2-428-16,5 0 190 0</inkml:trace>
  <inkml:trace contextRef="#ctx0" brushRef="#br0" timeOffset="147961.54">23635 6217 74 0,'0'0'184'15,"4"-2"-18"-15,-4 2-14 0,9 1-16 0,-9-1-12 16,12 5-13-16,-2 1-11 0,-1 1-9 0,0 5 6 16,7 0-10-16,-5 3-7 15,3 5-4-15,-3 4-10 0,0 1 0 0,1 3-7 16,-5-2-9-16,-2 3 3 0,-1 0-9 0,-6-1-1 16,-1 1-1-16,-6-2-4 0,-2-1-8 0,-5 2-12 15,-5-3-15-15,-1-1-14 0,-4 0-28 0,-5-5-47 16,-6-1-42-16,-8 1-160 0,8-6-312 0,0-7 138 15</inkml:trace>
  <inkml:trace contextRef="#ctx0" brushRef="#br0" timeOffset="148431.57">23320 6127 107 0,'0'0'144'0,"-5"-2"-11"0,5 2-25 0,0 0-9 15,-11 3-9-15,6 1-9 0,-5 2-7 0,0 5 2 16,-4 2 5-16,-4 6 3 0,-5 3-6 0,0 6 9 15,-8 12 0-15,8 4-11 0,-6 0 5 0,2 5 0 16,4-5-15-16,3 0 5 0,8-11-14 0,3-1-2 16,4 0 0-16,4-3 6 15,1 2 0-15,9-5 0 0,8 3 0 0,7-3-2 16,5-6-7-16,18 4-51 0,7-4-71 0,2-13-290 16,3 1-389-16,-3-8 172 0</inkml:trace>
  <inkml:trace contextRef="#ctx0" brushRef="#br0" timeOffset="152310">19526 8826 87 0,'3'-2'157'0,"-3"2"-10"0,0 0-4 0,0-8-10 16,0 8-12-16,2-2-6 0,-2 2-16 0,0 0-9 16,0 0-12-16,0-3-14 0,0 3-15 0,0 0-2 15,0 0-1-15,-5 20-4 0,4-9-5 0,-6 4-2 16,2 3-8-16,-5 5-2 0,2 4-3 0,3 1 0 16,-2 1-1-16,4-1-7 0,-5-2 4 0,5-1 3 15,0 1 8-15,3 2-6 0,-3-1 5 0,2-9-2 0,1 2-6 0,0-6 1 16,1 0 4-16,-1-4 0 0,3 0-6 0,-3 1 5 15,0-3-4-15,0-3 4 0,0 2 3 0,0-5 2 16,0 3 8-16,0-5 7 0,0 7 2 0,0-7 3 16,0 3 2-16,0-3 2 0,0 5-10 0,0-5-2 15,0 0-1-15,0 0-37 0,0 0-42 0,0 0-39 16,1-13-33-16,-1 5-30 16,0 0-199-16,-1-1-368 0,1-2 163 0</inkml:trace>
  <inkml:trace contextRef="#ctx0" brushRef="#br0" timeOffset="152695.44">19445 8852 53 0,'-3'-4'198'0,"3"4"-16"15,0 0-22-15,3-6-14 0,-3 6-15 0,9-2-22 16,3 4-4-16,-2-1-14 16,8 5-8-16,0-1-10 0,0 1-4 0,6 8 4 15,-5-6-9-15,4 8-6 0,0 1-1 0,-1 0-5 16,-2 4-4-16,-2 1 0 0,0 1-11 0,-7-2 0 16,0 4-2-16,-5-1-5 0,-2 2-1 0,-4 1-1 15,0-1-7-15,-4-6 4 0,-1 4-2 0,-5-5 2 16,-3 3-1-16,-2-3 4 0,-4 0-1 0,0-1 8 15,3-3-3-15,-2-4-2 0,4-1 4 0,-4 0 0 0,3-1 0 16,1-1-1-16,1-3-5 0,2 0-3 0,2-1-2 0,1 2 2 16,2-4-6-16,2 1 1 0,0-1-1 0,0 0 0 15,-1 0-1-15,5-2 1 0,-4 3-3 16,4-3 4-16,0 0-11 0,0 0-15 0,0 0-26 16,2-10-24-16,4 6-25 0,-1 1-37 0,6-6-58 0,-3 3-190 15,1-5-396 1,0 0 176-16</inkml:trace>
  <inkml:trace contextRef="#ctx0" brushRef="#br0" timeOffset="153296.96">19822 8567 50 0,'0'0'211'0,"4"-5"-16"0,0 3-15 0,-1-1-17 16,1 0-25-16,2 2-16 0,2 1-10 0,-1 0-8 0,5 1-17 16,-1 3-5-16,0-1-10 0,1 0-4 0,-2 4-8 15,2-1 2-15,3 3-7 0,-7 2-6 0,5 1-4 16,-7 2-5-16,2 0-2 0,-3 2-1 0,-2 0-6 15,-3 3 3-15,-4-2-10 0,0 2 0 0,-4-2 0 0,-6 5 0 0,4-5 1 16,-2 0-2-16,-3-3 2 0,2 0-2 0,-1-4-1 16,3 3 0-16,2-4-4 0,0-3-3 15,2 0 0-15,4-1 2 0,-1-2-2 0,0 0 7 16,1-1 16-16,-2 0 8 0,5-2 8 0,-1 4 5 0,1-4 0 16,0 0-3-16,17 1-8 0,-5-2-2 0,10-1-5 15,6-2-4 1,4 1-3-16,0-1-3 0,-2 3-3 0,1-4-2 15,-2 3-2-15,1-1-3 0,-11 2-6 0,2-2 1 16,-6 3-3-16,-1 0-7 0,-2 0-15 0,-6 0-12 16,2 0-15-16,-3 0-16 0,-5 0-21 0,9 0-18 15,-9 0-2-15,1 4-17 0,-1-4-27 0,0 0-41 16,-14 8-201-16,8-6-410 0,-2-1 181 0</inkml:trace>
  <inkml:trace contextRef="#ctx0" brushRef="#br0" timeOffset="154386.69">20391 9092 77 0,'-4'1'188'0,"4"-1"-12"0,0 0-15 16,0 0-13-16,0 0-12 0,0 0-2 0,-10 0-10 16,10 0-15-16,0 0-4 0,0 0-7 0,0 0-9 15,0 0-10-15,0 0 0 0,0 0-9 0,0 0-3 0,0 0-3 16,0 0-4-16,0 0-8 0,0 0 0 16,0 0-3-16,0 0-6 0,0 0-2 0,0 0 0 0,0 0-6 0,0 0-3 15,0 0-4-15,0 0-1 0,0 0-3 0,0 0 0 16,0 0-4-16,0 0 3 0,0 0-2 0,0 0 1 15,0 0-3-15,0 0 0 0,0 0 4 0,0 0-3 16,0 0-1-16,0 0 1 0,0 0-4 0,0 0-4 16,0 0 0-16,0 0-1 0,0 0 0 0,0 0 4 0,0 0 5 15,0 0 3 1,0 0-2-16,0 0 5 0,0 0-4 0,0 0 3 16,0 0-2-16,0 0-1 0,0 0 4 0,0 0-3 15,0 0-3-15,0 0 2 0,0 0 0 0,0 0-4 16,0 0-2-16,0 0 2 0,0 0-1 0,0 0-2 15,0 0-3-15,0 0 1 0,0 0-4 0,0 0 0 16,0 0-1-16,0 0-1 0,0 0 0 0,0 0-1 16,0 0-3-16,13-8 2 0,-13 8 0 0,0 0-4 0,0 0 2 0,10 0-2 15,-10 0 3-15,5-3-4 0,2 3 1 0,-7 0 8 16,10 0-8-16,-5 0-2 0,-5 0 0 0,8 0 1 16,-8 0 4-16,7-1-6 0,-7 1 5 0,0 0-1 15,8-1-4-15,-8 1 2 0,0 0 2 0,0 0-1 16,8 0 8-16,-8 0-7 0,0 0-3 0,0 0 5 15,3-2-3-15,-3 2-2 0,0 0 4 0,0 0-1 0,0 0-3 0,0 0 0 16,0 0 2-16,0 0-2 0,0 0 1 0,0 0-2 16,0 0 9-16,0 0-8 0,0 0 2 0,0 0-2 15,0 0 1-15,0 0-1 0,0 0-2 0,0 0 0 16,0 0 6-16,0 0-3 0,0 0 0 0,0 0 0 16,0 0-1-16,0 0 2 0,0 0-1 0,0 0 0 15,0 0-4-15,0 0 5 16,0 0-6-16,0 0 2 0,0 0-6 0,0 0 1 15,0 0 0-15,0 0 7 0,0 0-2 0,0 0-1 16,0 0 0-16,0 0 4 0,0 0 0 0,0 0 0 16,0 0 0-16,0 0 0 0,0 0 1 0,0 0-2 15,0 0 4-15,0 0-2 0,0 0 4 0,0 0-5 16,11 0 0-16,-4-1 0 0,4-1 0 0,1 0-1 16,6 0 4-16,1-1-3 0,1 0 2 0,9-2-3 0,-1 3 3 15,-1-2-3-15,-4 3 0 16,-3-1 0-16,2-1 2 0,-4 2 0 0,-5 0-5 0,-1 1-15 15,-4-2-13-15,-1 1-17 0,-1 1-18 0,-6 0-30 16,6-1-17-16,-6 1-41 0,0 0-20 0,0 0-59 16,0 0-136-16,-28-1-402 0,13 1 178 0</inkml:trace>
  <inkml:trace contextRef="#ctx0" brushRef="#br0" timeOffset="154615.87">20584 8954 87 0,'0'-3'300'0,"0"3"-9"0,-1-4-18 15,1 4-31-15,-3-5-19 0,3 5-26 0,-1-5-23 16,1 5-21-16,0 0-20 0,0 0-18 0,0 0 0 16,0 0-22-16,-4 12-12 0,0 0-7 0,0 0-11 15,-2 7-6-15,1 3-3 0,-3 5-9 0,1 0-1 16,0 4-6-16,2 1-18 0,0-5-23 0,4 3-29 0,-1-3-28 15,1 0-39-15,2-4-45 0,3-3-67 0,0-7-177 0,-1-4-419 16,4-2 186-16</inkml:trace>
  <inkml:trace contextRef="#ctx0" brushRef="#br0" timeOffset="155749.79">21183 8744 176 0,'0'0'190'16,"2"-3"-7"-16,-2 3-15 0,0 0-15 0,2-2-8 0,-2 2-17 16,0 0-13-16,0 0-16 0,1-4-11 0,-1 4-10 0,0 0-11 15,0 0-2-15,0 0-9 0,0 0-3 0,-3 18-4 0,1-8-7 16,-2 0-5-16,1 7-4 0,-2-1-2 0,1 2-4 16,-1 1 0-16,0 0-2 0,-1 0-1 0,-1 6-3 15,-1 1-3-15,0-7-2 0,2 5 1 0,1-5-1 16,-3-1-6-16,1 0 2 0,0-1-2 0,1-1 1 15,1-2 2 1,0-4-2-16,1 0-4 0,1-5 2 0,2 2-6 16,0-2 6-16,-2-1 1 0,3-1-4 0,-4 1 11 15,4-1 24-15,0-3 9 0,0 0 12 0,-1 7 8 16,1-7 2-16,0 0 7 0,0 3-4 0,0-3-9 16,0 0 0-16,8 0-8 0,-2 0-2 0,5-1-6 15,2 0-6-15,5-2-10 0,-1 2-17 0,3-3-23 16,-1 1-26-16,-1 1-27 0,0-2-26 0,-1 1-30 0,-1 2-17 0,-3 0-28 15,1-4-16-15,-2 0-20 0,-2 0-163 0,-2 0-390 16,-2 1 173-16</inkml:trace>
  <inkml:trace contextRef="#ctx0" brushRef="#br0" timeOffset="155919.1">21310 9032 59 0,'0'-5'129'16,"-1"2"6"-16,-2-2 6 0,2-1 10 0,1 3-1 16,0 3 8-16,-3-7 6 0,3 3 1 0,0 4-2 0,0-5-7 0,0 5-15 15,-1-4-11-15,1 4-18 0,0 0-15 0,-3-3-12 16,3 3-14-16,0 0-9 0,0 0-7 0,0 0-5 15,-7 20-8-15,4-8-2 0,-2 5-7 0,1 1-3 16,-1 10-4-16,1 1 2 0,-1 2-1 0,-1 1-2 16,3-2-1-16,2 2-12 0,-3 1-38 0,3 1-54 15,2-4-80 1,-5-3-240-16,4-7-432 0,0-3 191 0</inkml:trace>
  <inkml:trace contextRef="#ctx0" brushRef="#br0" timeOffset="158008.91">20251 10164 48 0,'-6'12'61'0,"1"-2"-3"0,0 4-12 0,-1 3 1 16,3 2 1-1,1-1-13-15,0 0-1 0,4-2-1 0,0 3-4 16,5-2 24-16,2 2 16 0,1-2 11 0,8 0 13 15,4 0-11-15,3-1 14 0,7-4-2 0,6-1-5 16,11 3 1-16,2-5 2 0,-1-1-2 0,2-3-5 16,-16-1-9-16,5-3-10 0,-5 1-5 0,-3 0-5 15,-4-2-5-15,-7 0-3 0,-7 3-8 0,-1-1 0 16,-5-2-3-16,-1 0 0 0,-3 1-3 0,4-2-2 0,-4 2 1 0,-5-1 2 16,8 0-1-16,-8 0-1 0,0 0-2 0,8 0-3 15,-8 0-4-15,0 0-1 0,7 0-5 0,-7 0-6 16,5 1-11-16,-5-1-17 0,0 0-21 0,0 0-13 15,0 0-19-15,0 0-17 0,0 0-20 0,0 0-10 16,0 0-48-16,0 0-113 0,4-7-299 0,-4 7 133 16</inkml:trace>
  <inkml:trace contextRef="#ctx0" brushRef="#br0" timeOffset="158309.71">20801 10281 169 0,'0'0'182'0,"-1"-2"-17"16,1 2-18-16,-4-2-14 0,4 2-17 16,0 0-9-16,0 0-17 0,0 0-8 0,0 0-6 0,0 0-6 15,0 0-9-15,19 5-9 0,-11-2-4 0,1 0-4 16,1 2-7-16,4-1 1 0,-2 3-12 0,0-1 1 0,0 1-5 15,1 0 0-15,-3 0-7 0,-2 1 4 0,2-2-5 16,-2 4-6-16,-1-1 1 0,0-1 3 0,-3-1-13 0,-1 3-2 16,-2-4 5-16,-1 2 4 0,-1-1-8 0,1-2-2 15,-5 5-4-15,-2-2-18 0,1 1-29 16,0-1-22-16,1-2-37 0,0 0-138 0,0 0-272 16,2-1 120-16</inkml:trace>
  <inkml:trace contextRef="#ctx0" brushRef="#br0" timeOffset="159543.84">20851 10249 166 0,'0'0'188'0,"-1"-4"-12"0,1 4-17 16,0 0-17-16,-1-4-13 15,1 4-9-15,0 0-18 0,0 0-14 0,0 0-13 16,0 0-2-16,0 0-13 0,0 0-4 0,0 0-5 16,0 0-4-16,14 12-12 0,-6-5-2 0,-1 0 4 15,2 1-10-15,0 0-1 0,1 2 8 0,3 1-11 16,0-1-6-16,-3-1 1 0,0-2-3 0,1 1-1 16,-2-1 0-16,1 1 0 0,-4-4-5 0,0 1 5 0,-1-2-5 15,0 1-1-15,-1-1 1 0,0-1-1 0,0 1 5 0,-4-3 12 16,4 4 0-16,-4-4 5 0,6 2-2 0,-6-2 3 15,1 2-7-15,-1-2-6 0,3 4-2 0,-3-4-6 16,0 0-2-16,-5 9 0 0,-3-3-5 0,-2 1-6 16,-2 5 12-16,-3 3-4 0,-3 3-7 0,-6 2 3 15,1 1 1-15,0-3-2 0,-1 3-1 0,3 3 1 16,1-4-1-16,-2-3 5 0,8 0-4 0,0-2-1 0,1-1 2 0,4-2 1 16,-1-2-5-16,2-1 3 0,3-2 1 0,3-2 2 15,-2 1 7-15,0-3 5 0,1 1 15 0,0-2 11 16,2 3 11-16,-2-3 11 0,3-2 5 0,-3 3-1 15,3-3 3-15,0 0-4 0,0 0-5 0,0 0-6 16,0 0-9-16,0 0-25 0,0 0-21 0,0 0-19 31,14-11-33-31,-9 6-40 0,1 2-37 0,3-3-33 0,3-2-43 0,-3 2-172 16,4-4-407-16,-2 3 180 0</inkml:trace>
  <inkml:trace contextRef="#ctx0" brushRef="#br0" timeOffset="160013.91">21383 10345 4 0,'1'-2'283'0,"-1"2"-21"0,4-3-20 0,-4 3-17 0,0 0-28 16,2-5-17-1,-2 5-25-15,0 0-17 0,2-2-17 0,-2 2-17 16,0 0-16-16,0 0-13 0,2 7-7 0,-2 1-11 16,0-1-12-16,0 4-2 0,0 1-4 0,0 4-4 0,-2 1-6 15,2 0 2-15,-2 1-5 0,2-3-2 16,-2 2 0-16,2 0-4 0,-4-1-1 0,4-3-3 16,-2 5 1-16,0-9-2 0,2 2-4 0,-2 1 2 15,0-6-1-15,1 2 0 0,0-2-1 0,1 0 1 0,-1-1 3 0,1-1 6 16,0-4 13-16,0 5 14 0,0-5 28 0,-2 4 26 15,2-4 36-15,0 0 26 0,0 0-14 0,0 0-21 16,-5-11-5-16,2 1-16 0,0 1-18 0,-1-8-9 16,1-3-6-16,1-4-15 0,1-1-14 0,-1-4 3 15,2 2-1-15,0-4-16 0,3 5 6 0,-1-3-17 16,2 3 5-16,-1 6-3 16,0 3 1-16,1 1 0 0,0 3-4 0,-1 1 5 15,1 1-10-15,0 2-4 0,2-1-5 0,-2 1 4 16,3 2-6-16,0 0 3 0,4 1-8 0,-2-1-8 15,1 5-26-15,4-1-17 0,-1 0-30 0,4 3-15 16,-2 2-19-16,4 2-20 0,-2 1-30 0,1 1-19 16,-3 2-27-16,3 0-33 0,-4 1-41 0,-2-2-194 15,-3 1-519-15,-2-4 231 0</inkml:trace>
  <inkml:trace contextRef="#ctx0" brushRef="#br0" timeOffset="160214.4">21403 10429 121 0,'0'0'214'0,"-6"1"-12"0,4 2-15 0,2-3-16 16,0 0-21-16,0 0-13 0,0 0-10 0,19 2-13 16,-6-2-13-16,9 0-18 0,5 0-42 0,3-2-42 15,0-2-58-15,1 3-63 0,-4-6-123 0,3 4-264 16,-3-3 117-16</inkml:trace>
  <inkml:trace contextRef="#ctx0" brushRef="#br0" timeOffset="160515.41">21931 10296 205 0,'0'0'265'16,"0"0"-28"-16,0 0-25 0,0 0-22 0,0 0-24 15,0-4-20-15,0 4-19 0,0 0-22 0,0 0-13 16,0 0-7-16,0 0-12 0,-4 12-8 16,4-7-8-16,0 2-3 0,-1 1-8 0,0 3-7 15,1-1 1-15,-2 2-4 0,1 3-8 0,-3-4-3 16,4 1 2-16,-4 3-2 0,4-4-2 0,0 1-1 15,-1-1-5-15,-3 0 0 0,4-2-18 0,-1-2-13 0,-2 0-16 16,2-1-12-16,-3 0-22 0,3-2-17 16,0 2-11-16,1-6-13 0,-3 5-34 0,-1-5-171 15,4 0-335-15,0 0 149 0</inkml:trace>
  <inkml:trace contextRef="#ctx0" brushRef="#br0" timeOffset="160793.87">21944 10167 106 0,'0'0'223'0,"0"-6"-25"16,0 6-25-1,0-2-23-15,0 2-18 0,0 0-14 0,0 0-11 16,0 0-9-16,4 10-12 0,-2-1-7 0,5 2-9 16,0 0-6-16,-1 5-6 0,2 3-2 0,3 4-2 15,-4-4-13-15,2 4 4 0,-3-5-8 0,-2 2-2 16,1-3-6-16,2 2-1 0,-6-4-2 0,-1-3-1 15,1 0-4-15,-1 2 0 0,-4-4-1 0,3 0 2 16,-4-1-5-16,-1 2 3 0,-3-5-2 0,0 2 1 0,-1-1-2 16,-1-2-5-16,1-1 1 0,0 1 0 0,2-2 1 15,-1-1-14-15,3 1-14 0,1-3-14 0,0 1-27 16,-2-1-47-16,7 0-53 0,-6-4-164 0,6 2-345 16,0-3 153-16</inkml:trace>
  <inkml:trace contextRef="#ctx0" brushRef="#br0" timeOffset="161063.47">22121 10195 34 0,'0'0'177'16,"0"0"-31"-16,0 0-2 0,9 7-11 0,-5-2-9 15,1 3-5-15,5 1-8 0,1 7-5 0,-2 0-8 16,3 7-11-16,0 0-4 0,-2 3-3 0,-2-2-11 16,-3 3-1-16,-1 1-9 0,-2 0-5 0,-4-3-4 15,0 0-3-15,-3 0-4 0,-4-1-9 0,-2 0 3 0,-3-2-7 0,-5-1-15 16,-2-3-12-16,-7 1-27 0,0-2-27 0,0-4-54 16,-7 1-66-16,1-10-96 0,1-1-289 0,-6 0 128 15</inkml:trace>
  <inkml:trace contextRef="#ctx0" brushRef="#br0" timeOffset="161433.17">21958 10065 11 0,'-10'0'163'0,"10"0"-9"0,-13 6-13 0,0 0-14 0,-4 6-11 16,-2 7-15-16,-4 3-2 0,0 4-10 0,-7 11-6 0,3 5-12 15,1-2-4-15,1 2 1 0,0-2-7 0,11-7-5 16,0-3-5-16,5 2-3 0,5 0-4 0,4-5-3 16,4 2 5-16,9-1 18 0,2-2-8 15,11-3 5-15,12 7-13 0,-5-9-53 0,18-3-72 0,-15-5-221 16,19-5-322 0,-19-5 143-16</inkml:trace>
  <inkml:trace contextRef="#ctx0" brushRef="#br0" timeOffset="167715.34">21950 7417 23 0,'0'0'102'0,"0"-4"-15"0,0 4 8 0,0 0-7 16,0-5-2-16,0 5-5 0,0 0-10 0,0-5-4 0,0 5 6 15,0 0-10-15,3-1-7 0,-3 1 0 0,0 0-7 16,0 0-3-16,2-4-7 0,-2 4 2 16,0 0-11-16,0 0 1 0,0 0-3 0,0 0-4 15,0 0-11-15,0 0 1 0,0 0-2 0,0 0-6 0,0 0 2 16,0 0-5-16,0 0 2 0,-5 17 2 0,3-10 2 0,-1 3-10 16,-1 4 3-16,3 4 1 0,-3 6 0 0,3 6-2 15,1-5 7-15,0 7-6 0,2-1 1 0,1 2-7 16,1 2 8-16,2-1-3 0,9 12 10 0,-4-12-8 15,4-1-3-15,0 2 2 0,4-6 3 0,-2 0-4 16,6-1 2-16,1-2 2 0,-3-4 1 0,2-1-5 16,-3-3 8-16,1 0 0 15,-3-7 1-15,-1-2-4 0,0 2-1 0,0-6 3 16,-1 2 1-16,-2-4-1 0,-3-1-6 0,0-1 5 16,-5 0 7-16,2 0 13 0,-3-1 24 0,-5 0 11 15,9 0 1-15,-9 0-12 0,5-3-2 0,-5 0-6 0,0 3-3 16,0 0-5-16,-5-9-6 0,0 5-1 15,1 3-6-15,-3-3-2 0,0 1-2 0,-3 1-5 16,4-1 3-16,-5 1-3 0,1 1-5 0,1-1-1 0,-4 2-1 0,2 3 0 16,1-1 3-16,-3 3-7 0,-2 2-7 0,0 0 8 15,-1 4 1-15,2 3-7 0,-5 4 4 0,1 1 0 0,-1 2-4 16,2 6 8-16,4-2-9 0,1 5 3 16,3 0-5-16,0 4 8 0,0 13-1 0,4-12-3 15,1 12 4-15,4 4-2 0,4 0 4 0,-2-5-6 0,7 2 4 16,3 1 0-16,0-3 0 0,2-2 1 0,-1 3-1 0,-1-12 2 15,3 9-1-15,-4-11 5 0,1 1-2 0,-2 2 0 16,0-2-2-16,-3 0 3 0,-1 0-3 0,-2-3 4 16,-1 1-2-16,-6-1 3 0,3-4-3 0,-9 0-1 15,3-2 2-15,-6-7 5 0,-2 4 1 0,-4-2-5 16,-1-2 4-16,-7-2-2 0,2-2-2 0,-1-2 6 16,-2-3-4-16,-1 0-5 15,-3-3-19-15,2 0-41 0,-1-3-61 0,-2-3-231 16,4-4-373-16,8-3 165 0</inkml:trace>
  <inkml:trace contextRef="#ctx0" brushRef="#br0" timeOffset="174933.17">24227 7558 28 0,'0'-2'98'0,"0"2"-6"0,1-6 2 16,-1 6-11-16,-1-7 1 0,1 7 2 0,0-4-12 16,0 4 2-16,0-6-7 0,0 1 2 0,0 5-5 15,0-6-1-15,1 4-4 0,-1-2-3 0,0 4 2 16,0-6-4-16,2 0 1 0,-1 4-4 0,-1-1 1 0,0 3-2 15,1-7-3-15,-1 7 4 0,2-4-7 0,-2 4 1 0,2-6-5 16,-2 6 1-16,0-4-3 0,0 4-4 0,0-4-2 16,0 4-6-16,0 0 0 0,0 0-5 0,0 0-8 15,0 0-11-15,0 0-4 0,0 0-5 16,0 0-3-16,-5 16 6 0,1 0-3 0,0 9-1 0,-5 5 1 16,1 3-2-16,0 1 5 0,-1 12 7 0,0-10-14 0,-1 10 10 15,3-13-3-15,1 0 0 0,2 1 2 0,3-3-2 16,-5-2 2-16,4-2 5 0,1-8-11 0,0-1 4 15,-1-1 0-15,1-6 2 0,1 3 3 0,1-7 0 0,-1 1 1 16,2-1 0-16,-4-2 3 0,4-1-3 16,-4 1 9-16,2-2-2 0,2 1 9 0,-2 0-3 15,0-4-3-15,0 5-1 16,0-5-8-16,0 0-32 0,0 0-63 0,0 0-42 16,0 0-158-16,0 0-315 0,0 0 140 0</inkml:trace>
  <inkml:trace contextRef="#ctx0" brushRef="#br0" timeOffset="176051.64">23078 8267 137 0,'0'0'120'0,"0"0"-15"0,0 0-3 0,0 0-8 15,0 0-13-15,-7 0-6 0,7 0-32 0,0 0 16 16,0 0-8-16,0 0-10 0,0 0 2 0,0 0-10 0,0 0 5 31,0 0-5-31,0 0 2 0,0 0-9 0,0 0 1 16,0 0-14-16,0 0 3 0,0 0-1 0,0 0 0 15,0 0-6-15,0 0 2 0,0 0-3 0,0 0 7 16,0 0 1-16,-7 1-8 0,7-1-3 0,0 0 8 0,0 0-11 16,0 0-1-16,0 0 3 0,0 0 0 0,0 0-1 15,0 0-1-15,0 0-4 0,0 0 1 16,0 0-2-16,0 0-4 0,0 0 6 0,0 0 5 0,0 0-1 0,9 8-1 15,-9-8-4-15,0 0 5 0,3 3 16 0,-3-3-15 16,0 0 4-16,0 0-9 0,0 0 6 0,6 1-8 16,-6-1 1-16,0 0 4 0,5 1-8 0,-5-1 7 15,0 0-1-15,4 2 7 0,-4-2-6 0,0 0-1 0,5 2-3 16,-5-2 1-16,0 0 4 0,0 0-8 0,5 1 6 16,-5-1 3-1,6 0-1-15,-6 0-4 0,7 0 5 0,-7 0-1 16,8 3 1-16,-2-3 1 0,-1 0-1 0,3 0-1 15,3 1 1-15,2 1 6 0,10-2 2 0,7-2-1 16,3 4 0-16,5-5 7 0,20 0 5 0,2 2 1 16,6-4 4-16,36 0 10 0,3-1 6 0,2-2 5 0,12 0-1 15,10 0 3-15,6 3 1 0,4-2 0 0,0 3-4 16,3 1-1-16,-3 1-6 0,-1-2-2 0,-8 5-4 0,-7 1-7 16,-10-1-2-16,-12-2-7 0,-7 1-5 0,-32 2-9 15,-2 1-8-15,-8-3-5 0,3 0 0 0,-19 1-10 16,-3-1-4-16,-5 0 3 0,-6-1 3 0,-7 1 6 15,-5 0 16-15,2 0 22 0,-3 0 21 0,-3 0 19 16,-6 0 13-16,12 0 4 0,-7-2-8 0,-1 0-13 16,-4 2-17-16,2-4-26 0,-2 4-25 0,0 0-41 0,-10-6-41 0,5 3-38 15,-3 0-25-15,-1 3-199 0,-2-4-376 0,-1 2 167 16</inkml:trace>
  <inkml:trace contextRef="#ctx0" brushRef="#br0" timeOffset="179645.16">23813 8882 100 0,'0'-8'197'15,"-1"1"-5"-15,2 2-7 0,-2 0-3 0,1-2-7 16,0 2-10-16,0 2-14 0,0 3-16 0,0-7-14 15,0 7-15-15,-3-4-16 0,3 4-6 0,0-5-36 16,0 5-19-16,0 0-7 0,0 0-3 0,0 0-4 16,-1 17-4-16,1-6-1 0,-4 4 2 0,0 2-6 15,3-2 2-15,-3 3 0 0,-1-1 1 0,1 1 0 0,-5 9-3 0,9-14-1 16,-2 5-1-16,-1-1 2 0,-1-2 1 0,3-1-2 16,-3-4-4-16,3 3 1 0,0-4 1 0,-1-2 3 15,1 0 1-15,0 0 0 0,1-2-1 0,-1 0 2 16,-1-1-2-16,2 2 3 0,0-6 4 0,-3 4-2 15,3-4-1-15,-2 2-3 0,2-2 0 0,0 0-17 16,0 0-29-16,0 0-49 0,0 0-33 0,-9-12-26 0,9 2-157 16,-4 1-328-16,2-3 145 0</inkml:trace>
  <inkml:trace contextRef="#ctx0" brushRef="#br0" timeOffset="179961.53">23730 8770 185 0,'-1'-5'182'0,"1"1"-18"0,0 1-19 16,0 3-17-16,0-5-13 0,0 5-16 16,0 0-8-16,2-4-9 0,-2 4-9 0,0 0-8 0,12 4-1 15,-4 3-6-15,2-2-1 0,3 6 0 0,0 2-6 16,2 0-1-16,6 5 1 0,-4 2-6 0,-2 2-3 16,2-3-5-16,-7-1-2 0,-1 1-5 0,0 3-1 15,0-1 4-15,-5-1-11 0,0 4-2 0,-4-5 3 0,-2-1-7 0,-2 0 1 16,-1-2 1-16,-1 2-2 0,-4 2-4 15,-2-3 2-15,-2-3-3 0,5-1 6 0,-6-2-6 0,2 3-3 16,2-4 4-16,-1 0-1 0,3-4 1 0,0 0-3 16,-2 0 0-16,4-1 0 0,2 0 2 0,0-4-2 15,-1 2 1-15,3 1-3 0,-2-3 4 0,5-1 0 16,-4 3-1-16,0-2 2 16,4-1-9-16,0 0-35 0,0 0-29 0,-1-8-40 15,5 3-43-15,-1 0-187 0,0-6-357 0,4 2 158 16</inkml:trace>
  <inkml:trace contextRef="#ctx0" brushRef="#br0" timeOffset="180347.02">24012 8485 60 0,'4'-4'172'16,"2"1"-19"-16,6 2-18 0,-7-2-11 0,8-1-11 16,0 6-5-16,0-2-12 0,2 3-11 15,-1 2-3-15,5 0-10 0,-5 7-6 0,2-1-3 0,-5 4-4 16,-1-1-5-1,-1 4-7-15,-1 6-7 0,-4 0-8 0,-3 1 5 16,-3-4-5-16,-4 4-7 0,-1-2-2 0,-3-6-4 16,-1 1 4-16,1-1-1 0,0-3-2 0,2-4-3 0,0-1 0 15,3 0-4-15,-1-3-4 0,2 0 4 0,2 2 2 16,-2-4 3-16,1-3-2 0,2 3 9 16,1-4 0-16,1 5 0 0,-1-5 2 0,18 0-1 15,-1-4-21-15,11-2-32 0,5 2-23 0,4-6-39 0,0 3-79 0,-1-5-113 16,2 0-302-16,-4 0 134 0</inkml:trace>
  <inkml:trace contextRef="#ctx0" brushRef="#br0" timeOffset="180933.1">24595 8928 1 0,'0'0'151'16,"-5"2"-13"-16,5-2-12 0,0 0-14 0,-6 1-7 15,6-1-6-15,0 0-1 0,0 0-11 0,0 0 0 16,0 0 0-16,-7 1-4 0,7-1-4 0,0 0-6 16,0 0-4-16,0 0-3 0,0 0-1 0,0 0-3 15,0 0 0-15,0 0-6 0,0 0-1 0,0 0-11 16,0 0-2-16,0 0-2 0,0 0-6 0,0 0-11 15,0 0 6-15,0 0-6 0,0 0-3 0,0 0 0 0,0 0-1 0,0 0-1 16,0 0-4-16,0 0-6 0,0 0 2 0,0 0 2 16,0 0-3-16,-5 0-3 0,5 0 3 0,0 0 4 15,0 0-8-15,0 0 3 0,0 0 3 0,0 0 0 16,0 0 8-16,0 0 3 0,0 0 3 0,0 0 0 16,0 0 4-16,0 0 1 0,0 0-1 0,0 0-5 15,0 0 7-15,0 0-5 0,22-6 1 0,-9 3 3 0,6 0 0 0,4 1 0 16,6-2 2-16,2-2-1 0,-2-1 0 0,3 4-5 15,-1-2 2-15,-2 2-5 0,-1-1-5 0,-7 2-1 16,-4-1-12-16,0 2-6 0,-4-2-19 0,-4 2-22 16,0 1-17-16,-4-1-33 0,0 0-20 0,-5 1-26 15,0 0-29-15,0 0-42 0,0 0-115 0,0 0-349 16,-20-3 156 0</inkml:trace>
  <inkml:trace contextRef="#ctx0" brushRef="#br0" timeOffset="181180.42">24819 8770 105 0,'1'-5'314'0,"-1"5"-19"16,0-5-20-16,1 3-20 0,-1 2-26 0,0 0-13 0,0-7-35 15,0 7-18-15,0 0-16 0,0 0-27 0,0 0-31 16,0 0-29-16,0 0-13 0,0 0-3 0,-2 13-10 15,0-4-1-15,-1 3-5 0,-1 5-2 16,3 1 0-16,-2 2-5 16,2 3-1-16,1-2 0 0,-2-2-1 0,0 6-3 15,3 0-20-15,-2 3-22 0,1-11-29 0,0-1-28 16,-1 4-16-16,2-3-32 0,0-3-25 0,-1 1-216 16,-1-5-402-16,2-1 177 0</inkml:trace>
  <inkml:trace contextRef="#ctx0" brushRef="#br0" timeOffset="181612.45">25257 8664 15 0,'1'-3'241'0,"-1"3"-17"16,3-4-20-16,-3 4-16 0,0-5-24 0,0 5-18 15,0 0-18-15,0 0-17 0,0 0-9 0,0 0-21 16,0 0-12-16,0 0-6 0,-5 12-9 0,2-3-3 15,-2 3-6-15,1 3-4 0,-3 2-6 0,0 0-5 16,0 2-6-16,-2 3 1 0,0-3-4 0,2-2-3 16,1 3 2-16,-2-2-6 0,3-3-2 0,0 2-1 15,1-5 0-15,2 1-1 0,-1-4-5 0,2 2 5 0,-2-5 2 0,3 2-4 16,0-1 0-16,0-2 9 0,4 0 9 0,-4 2 5 16,5-3 0-16,-1 1 8 0,1-2-1 0,4 2-3 15,1-5 2-15,1 2-6 0,3 0-5 0,-2-1-17 16,2-1-31-16,1 0-33 0,2-1-35 0,-4-1-35 15,4-3-46-15,-6 0-172 0,-2-2-373 0,1 2 165 16</inkml:trace>
  <inkml:trace contextRef="#ctx0" brushRef="#br0" timeOffset="181819.45">25349 8840 194 0,'-2'-4'310'15,"2"4"-25"-15,0 0-28 0,0 0-23 0,0 0-24 0,0 0-26 0,0 0-23 16,0 0-18-16,0 0-19 0,0 0-27 0,0 0-11 16,0 0-12-16,0 18-6 0,-2-9-6 0,1 4-7 15,-2 3-5-15,2 2-9 0,1-1-7 0,0 0-7 16,-4 3-15-16,4-1-22 0,0 1-22 0,-5-2-28 16,5 0-32-16,0-1-24 0,0-1-27 0,0-3-54 15,0-4-146 1,-4 1-373-16,1 1 165 0</inkml:trace>
  <inkml:trace contextRef="#ctx0" brushRef="#br0" timeOffset="182120.28">25616 8560 183 0,'3'-3'222'0,"-3"3"-22"15,1-3-31-15,-1 3-14 0,0 0-17 0,0 0-17 0,12 17-7 0,-4-3-6 16,0 4-6-16,2 10-7 0,0 5-2 0,-1 1-8 16,2 12-2-16,-1 4-10 0,-5-4-6 0,-1 0 0 15,-4-10-5-15,-4 10-7 0,-2-11-3 0,-7 10-7 16,1-11-9-16,-5 12-15 0,1-14-21 0,-12 6-9 0,1-10-20 15,-10 6-27-15,-8-4-44 0,1-3-52 16,-6-5-182-16,-1-8-361 16,-2-3 160-16</inkml:trace>
  <inkml:trace contextRef="#ctx0" brushRef="#br0" timeOffset="182621.62">23687 8555 39 0,'-12'8'151'16,"-3"4"-15"-16,-7 11-7 0,-4 6-12 0,-7 13-17 16,1 8-2-16,-1 1-10 0,4 0 1 0,1 2-11 15,3 1-12-15,6-1-3 0,6-3-4 0,12 1 3 0,9 2 2 16,6-2 4-16,8-5-4 0,7-2-4 15,16-1-1-15,26 6-6 0,-12-20-4 0,32 2-55 16,-2-12-73-16,-25-9-190 16,27-3-289-16,-32-6 129 0</inkml:trace>
  <inkml:trace contextRef="#ctx0" brushRef="#br0" timeOffset="185845.4">26771 7680 112 0,'0'0'120'0,"0"0"-10"0,-5-2-10 0,5 2-2 16,0 0-1-16,0 0-16 0,0 0-10 15,0 0-7-15,0 0-1 0,0 0-6 0,0 0-8 16,0 0 5-16,0 0-13 0,0 0-6 0,0 0-4 16,0 0-4-16,0 0 7 0,0 0 1 0,0 0-14 0,0 0-4 15,0 0 0-15,0 0 4 0,0 0 4 0,0-4-6 16,0 4 3-16,5-3-5 0,-5 3 4 0,9-4-10 0,-4 0-5 15,3 1 5-15,1-4-1 0,1 0 2 0,0 1-3 0,-1 0-1 16,-1 0 1-16,1-1-1 0,-1 2-5 16,-1 0 7-16,1-3-5 0,-3 4 8 0,0-1-5 15,0 1 7-15,-2-3 4 0,-2 3 0 0,3 2 5 16,-3-2 0-16,-1-1-7 0,0 5 0 0,-1-5-8 0,-3 2 2 16,4 3-7-1,-12-2-2-15,5 2 0 0,-6 0-3 0,-1 3 6 16,-4 4-9-16,-7 3 2 0,-2 1 2 0,-1 3-8 15,0 0 13-15,-3 3-11 0,0 5 0 0,1-1 4 16,-6 13 2-16,0 1-5 0,5 2 1 0,7-7 4 16,-3 10-2-16,4-11 9 0,5 0-6 0,3 2 2 15,2-4 8-15,3 0-6 0,6-3 10 0,4-4-9 0,4-2 6 16,6-1 3-16,3 0 0 0,2-5-4 0,13 4 1 0,8-4 2 16,3-4 3-16,16-1-4 0,2-5-2 0,-1-4 0 15,4-2-10-15,0-3 6 0,-6-3-6 0,0-2 2 16,-4-1-3-16,-13 0-3 0,-3 0 4 0,-1-4-1 15,-6 1-1-15,-4 1 4 0,3-2 3 0,-13 3 2 16,-3 0 13-16,-1 4 12 0,-4 0 3 0,-4 0 1 16,-1 1 0-16,-2 2-7 0,-5-1-5 0,-3 3-4 0,0-2 1 0,-3 4-9 15,-6 1 1-15,-3-1-3 0,-6 6-6 0,1 1 4 16,0 0-4-16,-1 5 0 0,8-2 0 0,-6 4-3 16,7 0-5-16,4 0 9 0,-2 0-5 0,7 1-12 15,2-1-1-15,3-2 4 0,2 0 0 0,3 0 1 16,4 2 1-16,5-2 1 0,3-2 0 0,7 0 6 15,4-3 1-15,6-1-11 16,1-2-5-16,0-3 3 0,-2-2-1 0,0-3-4 16,-7 2-3-16,-2-1 5 0,3-1-12 0,-3-5 5 15,-1 2 7-15,-4-2-14 0,0-1 4 0,-6 3 1 16,-2-1 0-16,-2 1-2 0,2 0-6 0,-9 1-14 16,0-1-2-16,-5 2 1 0,2 1-14 0,-2 2 1 15,-2-1 4-15,0 1-17 0,0 2-5 0,-2 0-7 16,2 2-19-16,0 0-104 0,-2-2-224 0,3 2 101 0</inkml:trace>
  <inkml:trace contextRef="#ctx0" brushRef="#br0" timeOffset="186262.05">27570 7710 157 0,'0'0'163'16,"0"0"-26"-16,0 0 0 0,-9-2-22 0,9 2-9 15,-12 4-4-15,6-1-14 0,-3 2-11 0,0 0-13 16,-5-1 5-16,1 7-18 0,-2-2-5 0,2 0-1 15,-2 4-6-15,2-2-9 0,2 2-6 0,-1-1 1 16,3-2-2-16,1 4-1 0,3-4-4 0,-1 2-2 0,2-2-2 0,3 4 4 16,2-2-5-16,3-2 0 0,0 2-1 0,3-2 8 15,3 0-9-15,1 1 4 0,6-1-1 0,-2-1-7 16,0-1 6-16,4 1-3 0,-6-1-6 0,-2-3 7 16,1 1-1-16,-3-1-4 0,-4-1 0 0,2-2-8 15,-4 1-3-15,1 0 7 0,-1 1-5 0,-3 1 12 16,-4 0-4-16,-5 2-1 0,0-2 0 0,-1 1 2 15,-8 1-16-15,1 1-8 16,-4-3-11-16,2 3-27 0,2-3-27 0,-1 0-31 16,5-1-130-16,1-2-264 0,1 0 117 0</inkml:trace>
  <inkml:trace contextRef="#ctx0" brushRef="#br0" timeOffset="186747.66">27841 7722 109 0,'6'-2'162'16,"-6"2"-30"-16,9-2-6 0,-4 2-17 0,3 2-9 0,0 0-13 16,2 0-9-16,1 1-10 0,-2-1-8 0,3 5-10 15,-2-1-4-15,-1 2-2 0,1 3-6 0,-5-3-4 0,3 7-7 16,-3 1 2-16,-5-2 1 0,1 3-2 0,-2 1-4 15,-3 1-21-15,-5 4 15 0,-5 1 1 16,0-4-12-16,-4 2 11 0,0-2-11 0,2-7 2 16,-5 4 7-16,5-4 5 0,-2-4-5 0,4 2 4 0,2-4 2 0,1 0 0 15,2 0 1-15,2-4-5 0,1 0-2 0,1 1 4 16,1-1-7-16,0-2 12 0,4-1 0 0,0 4 12 16,0-4 11-16,12 3 4 0,-1-3 1 0,2-1-7 15,9-2-4-15,-1 0-4 0,8-1-3 0,0 0-11 0,-1 2-10 16,0-2-32-16,-5 0-34 0,-4 0-41 15,1 0-36-15,-4 1-174 16,-3-1-328-16,1-1 145 0</inkml:trace>
  <inkml:trace contextRef="#ctx0" brushRef="#br0" timeOffset="187248.95">28182 7795 179 0,'1'-5'212'0,"4"3"-26"16,-5 2-26-16,8-4-15 15,-8 4-12-15,10 0-14 0,-3 2-15 0,0 1-5 16,1 0-19-16,1 0-10 0,1 2-6 0,-2 1-4 15,0 2-10-15,-1 0-8 0,-2 2-9 0,4 3-6 16,-5 0 4-16,-1-1-10 0,-2 4-1 0,-1 2-3 16,-1-3-4-16,-3 2 2 0,-1-1-3 0,-4 0-3 15,1-1 6-15,-2 0-1 0,2-2-5 0,-1-1 3 16,2-6 2-16,-1 5-1 0,-1-5 4 0,4 0 7 0,1-2-2 0,0 1 8 16,0-2 11-16,2-1 24 0,-1 2 18 0,3-4 26 15,-4 4 24-15,4-4 14 0,-1 1-3 0,1-1-10 16,0 0-27-16,10-17-9 0,-1 4-11 0,4-3-14 15,1-5-8-15,7-4-13 0,-1 3-18 0,1-5-6 16,0 4-5-16,-3 3-2 0,-4 6 0 0,0-2 1 16,-2 4-5-1,-5 3 0-15,1 2-5 0,-3 3 1 0,0-3-11 16,0 4-15-16,-1-1-27 0,-1 2-24 0,-3 2-9 0,0 0 5 16,0 0 5-16,-3 11 8 0,2 0 4 0,-3 1 8 15,-2 4 2-15,3 3 6 0,-2-1 4 16,3 1 5-16,0 2 4 0,2 3-1 0,0-5-4 15,4 0-6-15,4-1-12 0,2-3-27 0,0-1-33 0,4-2-49 16,4-4-61-16,4-2-172 0,-1-3-419 0,1-3 185 0</inkml:trace>
  <inkml:trace contextRef="#ctx0" brushRef="#br0" timeOffset="187565.36">28795 7453 62 0,'5'11'125'0,"4"6"-10"15,4 9 2-15,1 7 0 0,4 14 2 0,0-1-2 16,-1 6-1-16,-5 0-19 0,2 3 4 0,-2-3-2 16,-7 4-6-16,-5-3-7 0,-2 0-6 0,-6-7-12 15,-6 0-9-15,-3 0-1 0,-6-1-2 0,-5-6-2 0,-4-3-13 16,-6-1-16-16,-7-2-23 0,-4 0-38 0,-3-2-60 0,-31 2-184 16,27-15-302-16,-3-4 134 0</inkml:trace>
  <inkml:trace contextRef="#ctx0" brushRef="#br0" timeOffset="189154.01">26458 7377 59 0,'-5'-5'140'0,"5"5"-13"0,0 0-18 0,0 0-9 0,0 0-15 0,0 0-3 0,-13 17-13 16,4-4-7-16,-6 8 0 0,-4 8-6 15,-3 11-2-15,-2 9-4 0,0 6 2 0,-7 23-2 16,9-20 3-16,-5 22 4 0,11-22-3 0,0 0-11 15,1-4-4-15,9-1-4 0,1-5-1 0,3 0-6 0,6-11 3 16,3 9-1-16,2-13-3 0,7-1 7 0,2-1 0 16,15 6 3-1,4-1-20-15,6-8-35 0,4-6-56 0,5-6-196 16,2-5-292-16,-1-7 129 0</inkml:trace>
  <inkml:trace contextRef="#ctx0" brushRef="#br0" timeOffset="192693.95">29370 6281 47 0,'0'0'116'16,"0"0"-11"-16,0 0-1 0,0 0-10 0,-2-3-14 15,2 3-1-15,0 0-11 0,0 0-4 0,0 0-7 16,0 0-5-16,0 0-12 16,0 0 2-16,0 0-11 0,0 0 1 0,0 0-12 15,0 0 0-15,0 0-1 0,0 0 0 0,0 0-13 16,0 0 5-16,0 0 3 0,0 15-5 0,-1-9-3 16,-2 2 3-16,-1 5-1 0,-1 1 5 0,1 2 0 15,-1 4-6-15,0-3-1 0,0 2 0 0,1 2-2 16,2-3-17-16,-2 8 21 0,0 1-8 0,3-1 6 15,-1 0 0-15,0 2 0 0,-2-4 1 0,4 3-2 0,-3-2-2 0,3-5 1 16,3 5-1-16,-2 1-3 0,-1-4 2 0,0 2 2 16,4 5-2-16,-1-4 3 0,-1 2-5 15,-2-1 4-15,4-1-5 0,-3 1 6 0,1-2 5 16,-1-3-6-16,1 4 2 0,-2-7-4 0,0 7 0 16,-1 1-1-16,0-3 6 0,0-2 7 0,-1-1-10 0,1-2-4 15,-3 2 2-15,4-2-2 0,-2-2 3 0,0 4-3 0,1 0-17 16,-3-3 31-16,4 0-9 0,-4-1-2 0,2-2-4 15,-1-1-1-15,2-1 11 0,-3 0-8 0,4 0-2 16,-1 0 2-16,-2-4 6 0,3 4-5 0,-2-3 3 16,-1 0-9-16,2-1 6 0,1 0 0 0,-3-2 2 15,6 5-1-15,-3-5 7 0,-3 3-3 0,3 1-6 16,0-1 4-16,0-1-4 16,0 0 5-16,0 2-1 0,0-3-2 0,0 6-1 15,0-5-2-15,-1 3 5 0,0-1-2 0,1-1 3 16,0 3-1-16,-3-4 1 0,3 3-7 0,0-1 5 15,-1-2-4-15,1 2 17 0,0-2 3 0,-4 1-7 16,4 2 2-16,0-3-4 0,0 2 1 0,-1-2 1 0,1 2-6 0,0-1 7 16,0 3-9-16,-4-6 1 0,4 4-1 0,0-3 4 15,0 4-1-15,-1-1-8 0,1 0 3 0,1-1 2 16,-2 1-2-16,-2-1-3 0,2 2 3 0,-2-3-4 16,3 3-7-16,0-3 7 0,-1 2 9 0,-1 1-10 15,2 2 4-15,-2-6 5 0,2 7-3 0,0-4-2 16,0 2 1-16,0 0 1 0,-1-2-5 0,-2 1-2 15,3 2 2-15,-4-4 3 0,4 2 1 0,0 2-4 16,-1-1 6 0,1 1-4-16,0-1 2 0,-3 1-4 0,6-1 2 15,-3 1-3-15,-3-2 9 0,3 0-11 0,0 2 5 0,0-1-3 16,0-1 4-16,0 0 4 0,0 0-4 0,0 0-3 16,-2 2 3-16,2-2 2 0,0 3-8 0,-1 3 5 15,-2-5 0-15,3 1 5 0,-1 3-4 16,-1-5-6-16,0 5 10 0,-2 0-9 0,3 2 2 15,-3-1 1-15,2 0 4 0,-1-1-8 0,-1 1 10 0,-1-2-9 0,3 3 6 16,-1 0 2-16,-1 2 4 0,0-6-8 0,2 3-1 16,-1 0 2-16,-1 3-5 0,2-2 1 0,-3-3 4 15,1 2-1-15,0 0-1 0,0-1-3 0,1 0 8 16,-1 1-4-16,1 1-2 0,0 0 6 0,0 1-8 0,0-2 7 16,2 1-7-16,0-1 10 0,-3 0-6 15,1 1 2-15,1-1-3 0,-1 2 3 0,1 0 1 0,-2 1-9 0,-1-2 0 16,0 6 2-16,2-5 2 0,-1 0 2 0,-1 8-1 15,1-5-1-15,0-3-5 0,-1 0 8 0,4 6-8 16,-5-6 12-16,2 5-5 0,-1-5-1 0,1 1-2 16,-3 2 4-1,6-3-2-15,-4 1 2 0,1-1 2 0,3 7-3 16,-3-7-4-16,3 1 6 0,-3-3 1 0,0 2-3 16,2 2 2-16,0-3 0 0,-2 1 1 0,3-1-5 0,-4 3 1 15,3-2 4-15,-1 5-7 0,-1-4-1 0,0 6 4 16,-1-7-6-16,1 4 11 0,-1-3-4 0,-4 3 2 15,4-3-15-15,-1-1 14 0,-1 0 2 0,-1 7-1 16,2-8-3-16,1 2 2 0,1-2 4 0,-3 0-8 16,0 1 2-16,1-1 7 0,2-1 1 0,-2 3-3 15,2-5-5-15,-1 0 4 0,-1 1 0 0,2 0 0 0,1 0-3 0,-1-4-9 16,4 2 12-16,-4-4 0 0,3 2 1 16,-3 1-1-16,4 0 1 0,-1-1-1 0,-2-1 3 0,1 1-6 15,-2 2 4-15,4-2-1 0,-2 3-3 0,0 2 3 16,0 0-7-16,-1-5 6 0,3 0 2 0,-5 4-10 15,1-1 8-15,0 2 1 0,-1-2 1 0,0 2 3 16,1 0-5 0,-2-1 1-16,3 1 3 0,-2-3-5 0,1 2 2 0,-2-4 1 15,2 4-5-15,3-3 6 0,-2-1-1 0,2 0-3 16,-3 1 3-16,4-1-3 0,-4 1 5 16,4 1 0-16,-4-1-7 0,3 2 4 0,-1-4-3 15,0 4-1-15,-1-1-1 0,0 3 8 0,-1-3-5 16,2-1 0-16,0 2 2 0,-1-2 1 0,1 4 1 0,-2-6 0 15,-1 5-2-15,3 1 1 0,0-4-2 0,-3 2 4 0,3-1-2 16,-1 1 3-16,1-3-3 0,0 1-5 0,2 3 9 16,-1-2-4-16,1-2-3 0,-1 3 4 0,0-2-3 15,1 2 5-15,-2 2-3 0,1-4-4 0,0 2-6 16,-1-1 13-16,2 1-2 0,-1 1-3 0,0-4-3 16,0 3 8-16,1-1-3 0,-3 1-2 0,3-1 2 15,-1-4-1-15,-2 3-2 16,3 3-3-16,-1-4 0 0,1 1 9 0,-1-1-10 15,1 1 0-15,1-1 5 0,0 4-2 0,-1-4 6 16,3 3-3-16,-2 2-6 0,0-5-1 0,-1 1 3 16,0 0 2-16,2 0 1 0,-1-1-3 0,0 1 6 15,-1 0-7-15,1-1 2 0,2-1 3 0,-3 2-5 16,1-1 3-16,2 1-4 0,-2-2 8 0,0 0 2 16,1 1 3-16,0-3 0 0,0 0 0 0,1 3-1 0,2-3 4 0,-3 3-3 15,1-3-2-15,1 2-1 0,0-2 4 0,-2 0-3 16,1 0 2-16,1 0 0 0,-2 0-3 0,1 1 0 15,2-3-4-15,-3 5 0 0,0-6 2 0,-1 5-1 16,3-4-2-16,-4 0 0 0,2 1 3 0,0-1-4 16,2 2-3-16,-3-3 5 0,2 2-3 0,-2 1 1 15,-1-2-2-15,5 2 1 0,0 1 3 0,-5-3-3 0,2 0-1 16,0 1 0-16,-2 4 0 0,0-8-3 0,1 4 4 0,2-2-2 16,-2 2 3-16,3-1 0 0,-4-2-2 0,1 3-1 15,-2-2 3-15,1 0 0 0,0 3 1 0,0-4 0 16,0-1-2-16,0-1 0 0,0 2-2 0,0-2 4 15,1 0 0-15,-1-3-3 0,-1 7 2 16,1-3 0-16,0-4-3 0,1 5 2 16,-1-2 0-16,0-3-5 0,3 4 6 15,-3-4-6-15,0 5 4 0,0-1 1 0,0-4-4 16,-3 5 2-16,6 1 5 0,-6-3-5 0,3-3-2 16,0 9 5-16,-1-4-2 0,1-2-1 0,0 3 3 15,-4-1-3-15,4-1 0 0,0 3-2 0,-1-1 4 0,1-1-3 16,-3 0 1-16,3 1 2 0,0-1-3 15,0 1 5-15,0-4-4 0,0 3 1 0,0-5 1 0,0 8-1 0,0-4 1 16,3 0 3-16,-3 2-3 0,0-2-4 0,0 3 0 16,-3-3 10-16,3 2-6 0,0-1 1 0,0 1-3 15,0 0 0-15,-1-1-1 0,1 1 1 0,0 3 2 16,0-2-1-16,0-1 0 0,-2 2 3 0,2-2-5 16,0 2 3-16,-2 0 0 0,4 1-2 0,-4-1 2 15,2-1-1-15,0 0 2 16,0 3 0-16,2-2 1 0,-2-1-8 0,0 0 3 15,0 0-1-15,0 1 2 0,0-3 5 0,0 1-2 16,0 2-2-16,0-2 2 0,-2-2-1 0,4 4-3 16,-2-2-1-16,0 2 4 0,-2-1 3 0,2 0-5 15,0 0 3-15,0 1 0 0,-1 0-2 0,1-2 1 16,0 1 1-16,1 2-6 0,-2 1 5 0,-3-4 3 16,4 0-7-16,4 1 6 0,-4 1 0 0,0-2-2 0,0 0 4 0,1 2-4 15,-2-3-10-15,1 4 11 0,0-4-2 0,0 5 0 16,0-3 2-16,0 0 0 0,0 1-1 0,0-1 1 15,0 5-3-15,-4-6-1 0,4 5 3 0,-1 0 1 16,1 0 1-16,-4 1-6 0,3-3 3 0,-2 1 3 16,2 1 4-16,-3 0-7 0,4-1 4 0,-4 1-4 15,3-1 3-15,-2 0-14 0,2 0-10 0,-1 2-11 0,0-5-17 0,2 0-25 16,4 0-37-16,-4-2-67 0,4-3-122 0,-4-2-323 16,0 0 144-16</inkml:trace>
  <inkml:trace contextRef="#ctx0" brushRef="#br0" timeOffset="203173.08">30026 6799 10 0,'0'0'55'0,"3"-3"-6"0,-3 3-5 16,2-5 0-16,-2 5 6 16,0 0 6-16,4-2 4 0,-4 2 0 0,1-3 2 15,-1 3 6-15,0 0-2 0,0 0 5 16,3-3-8-16,-3 3 1 0,0-5 3 0,0 5-8 16,0-7 22-16,0 5 5 0,0 2 4 0,-3-7 0 0,3 7 0 15,0-8 2-15,0 4 1 0,0 1-2 0,-1-4-2 16,1 5 6-16,0-2-3 0,0 4 1 0,0-11 0 15,0 8 3-15,-1-1-4 0,2-1 2 0,-1 0-10 0,0 2-5 0,0 3 3 16,0-7-6-16,0 7-2 0,0-3-8 0,0 3-5 16,0 0-16-16,4-5-5 0,-4 5-11 15,0 0-19-15,0 0-18 0,0 0-3 0,0 0-4 16,-5 12-1-16,2 1-3 0,-1 4 4 0,-1 7 1 16,-1 10 2-16,-2 2 1 0,-1 10 4 0,1 0 1 0,2-12-1 15,1 0 6 1,-1-1 0-16,2 2-4 0,0-5 6 0,1-2-2 15,1-4-4-15,-1-5 3 0,3-2 2 0,-1-2 6 16,0-1-7-16,-2-6 3 0,3 0-3 0,-1-2 2 16,1 0 3-16,0 0-2 0,0-3 3 0,-3 1 1 15,3-4 0-15,0 5-10 0,0-5-17 0,0 5-11 16,0-5-25-16,0 0-31 0,-5 3-51 0,0 0-23 16,5-3-36-16,-13-3-174 0,2 0-401 0,-1 1 179 0</inkml:trace>
  <inkml:trace contextRef="#ctx0" brushRef="#br0" timeOffset="203522.02">29559 7389 135 0,'-2'1'190'16,"2"-1"-18"-16,0 0-8 0,-4 3-14 0,4-3 2 0,0 0-15 15,0 0-19-15,0 0-14 0,26-2-7 0,3 0-10 0,9-2-8 16,15-4-9-16,10 2-6 0,-1-3-5 0,29 0-9 16,-29 3-12-16,0-1 1 0,-5 5-7 0,1-3-8 15,-21 4-6-15,-3-3-10 0,-4-1 1 16,-11 3-7-16,-5 1-7 0,-1 1-17 0,-1 1-12 0,-6-2-3 15,-1-1 2-15,-5 2-2 0,0 0 2 0,0 0-15 0,0 0-15 16,-28 6-9-16,9-5-5 0,0 3-19 0,-1 1-19 16,-3 0-102-16,4-4-237 0,-3 4 106 0</inkml:trace>
  <inkml:trace contextRef="#ctx0" brushRef="#br0" timeOffset="204037.45">29762 7749 2 0,'-2'-5'241'0,"4"0"-14"0,-2 5-18 0,0-6-26 16,0 6-9-16,1-4-22 0,-1 4-18 0,0 0-15 16,0 0-15-16,2-2-15 0,-2 2-19 0,0 0-12 15,0 0-2-15,0 12-10 16,0-5-7-16,0 4-3 0,4 5-2 0,-4 1-3 16,-1 7-4-16,1 2-2 0,-5 4-3 0,4-1-1 15,-2 0-6-15,-1 1 2 0,3 1 6 16,1-5-4-16,-3 1-2 0,1-6-3 0,0-2-2 0,0-3-4 15,-1 3 1-15,3-8 4 0,0-3-4 0,0 0-3 16,-1-1 4-16,0-1 29 0,-2-2 24 0,3 0 32 16,0-4 35-16,0 7 29 0,0-7 18 0,0 0-6 0,0 0-19 15,0 0-20-15,-5-21-13 0,5 10-13 0,0-7-10 0,0-1-9 16,-1-9-10-16,1 0-13 0,1-4-14 16,4-2-8-16,-2 0-1 0,-1 2-4 0,2-1-14 15,0 4 6-15,1 0-2 0,-1 2 3 0,0 3-10 16,1 4 3-16,-1 4 11 0,1 1-18 0,0 1-6 15,1 0 10-15,2 5-20 0,0-4 6 0,-1 5-5 0,4 0-21 0,1 1-28 16,0 3-27-16,2-1-26 0,-1 1-24 0,4 2-31 16,1 3-34-16,4 3-33 0,-3-3-37 0,-2 6-266 15,1-1-568-15,-3 1 252 0</inkml:trace>
  <inkml:trace contextRef="#ctx0" brushRef="#br0" timeOffset="204237.93">29759 7928 8 0,'-4'1'229'0,"3"3"-11"0,1-4-10 15,0 0-14-15,0 0-25 0,0 0-18 0,23-2-11 0,0-1-13 16,9 0-24-16,2-1-37 0,2-1-49 0,0 2-62 15,0-2-82-15,-2-3-116 0,-3 3-264 0,-4-1 117 16</inkml:trace>
  <inkml:trace contextRef="#ctx0" brushRef="#br0" timeOffset="204523.08">30237 7775 13 0,'0'0'300'0,"-3"-2"-28"15,3 2-26-15,-2-4-27 0,2 4-26 0,0 0-19 16,-3-3-20-16,3 3-17 0,0 0-15 0,0 0-18 16,0 0-11-16,0 0-9 0,0 0-7 0,1 12-13 15,-2-6-5-15,2 3-3 0,1 0-2 0,-2 3-9 16,0 1-3-16,0 1 15 0,0 1-8 0,1-3-2 15,-1 5-9-15,0-3-6 16,1 0-13-16,-1-3-16 0,0 0-15 0,0-1-21 16,0-2-32-16,-1 2-13 0,1-3-34 0,0 0-13 15,-1-3-18-15,-2 0-30 0,-1 0-163 0,4-4-363 16,0 0 161-16</inkml:trace>
  <inkml:trace contextRef="#ctx0" brushRef="#br0" timeOffset="204777.08">30223 7686 73 0,'-2'-5'214'0,"2"5"-23"0,0 0-19 15,3-4-23-15,-3 4-11 0,0 0-15 0,12 9-4 0,-3-5-20 16,1 6-7-16,2 0-3 0,2 2-4 0,8 5-2 16,-3 0-5-16,-4-5-7 0,5 8-3 0,-7-5-7 0,-2 3-6 15,2 0-5-15,-2-4-8 0,-4 1-10 0,-2 2-4 16,-2-6-1-16,-3 1-2 0,-2 1-5 0,-3 2-3 0,0-2-1 15,-6-1-8-15,-2-1-4 0,-4 0-9 16,-1-1-15-16,0-1-14 0,0-3-12 0,-1 0-17 16,0-2-31-16,1-2-29 0,0-2-49 0,6 0-107 15,1 0-302-15,4-5 134 16</inkml:trace>
  <inkml:trace contextRef="#ctx0" brushRef="#br0" timeOffset="205055.74">30519 7682 1 0,'0'0'197'0,"0"0"-27"0,0 0-11 0,10 8-19 16,-6-2-4-16,1 4-10 0,-1 2-11 0,1 2-10 15,4 3-8-15,-4 0-9 16,3 12-5-16,-3-3-5 0,-1 1-8 16,2 3-4-16,-6-1-5 0,0 0-9 0,-6-1-3 15,-3 1 1-15,0 0-6 0,-7-2-6 0,1-2-8 0,-4-4-20 16,-4-2-21-16,0 0-37 0,-6-1-49 0,1-5-205 16,-6-4-327-16,0-4 145 0</inkml:trace>
  <inkml:trace contextRef="#ctx0" brushRef="#br0" timeOffset="205349.77">30114 7629 115 0,'0'0'222'0,"-6"-4"-27"0,6 4-17 16,0 0-21-16,0 0-16 0,-12 8-14 0,5 2-12 15,-2 4-14-15,1 10-8 16,-3 2-11-16,0 3-9 0,1 3-6 0,0 1-7 16,3 1-7-16,0 3-6 0,5-1-2 0,2 9-3 15,2-9-4-15,5-5 9 0,6 0-9 0,4-4-2 0,6-2-2 0,4-3-32 16,3-4-58-16,5-4-99 0,-2-7-162 0,2-3-342 15,2-7 152-15</inkml:trace>
  <inkml:trace contextRef="#ctx0" brushRef="#br0" timeOffset="206226.93">30845 7117 129 0,'4'-2'186'0,"-4"2"-9"0,9 0-17 0,-5-2-18 16,-4 2-19-16,11-1-10 0,-4 2 0 0,1 1-6 16,1 0-8-16,2 4-1 0,-4 0-4 0,3 1-13 15,-3 3-6-15,3 5-6 0,-5-2-9 0,0 5-5 16,-1 1-3-16,-1 1-6 0,-6-1-4 0,1-2-2 15,-5 8-4-15,-5-2-5 16,2-5 0-16,-3 3-6 0,1-4 1 16,-2-2-1-16,1-1-7 0,-1-1 2 0,1-2 14 0,6-3-10 15,-1-1-2-15,-1 0-1 0,0-3 1 0,4-1 4 16,1 0 24-16,0 2 28 0,-1-3 35 0,4 0 24 16,1-2-9-16,0 0-16 0,0 0-8 0,6-16-10 15,2 6-11-15,2-2-11 0,3-3-5 0,6-7-9 16,3 2-4-16,-2-5-11 0,2 1-2 0,0 2-7 0,-2-2-1 0,-2 2-6 15,-3 7-4-15,-3-1-1 0,-6 5-2 16,6 3 0-16,-6 0-1 16,-1 2-5-16,-1 2-8 0,-1 0-11 0,-2 0-22 15,4 1-20-15,-5 3-1 0,0 0 7 0,0 0 2 16,-9 14 4-16,4-2 3 0,-4 2 5 0,0 1 1 16,0 2 1-16,0 2-8 0,2 4-11 0,5-5-12 15,-2 1-8-15,3-1-15 0,2-1-15 0,1-3-19 16,4 1-32-16,3-8-49 0,6 3-74 0,2-3-138 15,5-3-439-15,5-4 195 0</inkml:trace>
  <inkml:trace contextRef="#ctx0" brushRef="#br0" timeOffset="206527.61">31527 6936 236 0,'0'0'236'0,"0"0"-19"16,3-4-22-16,-3 4-23 0,1-3-16 0,-1 3-19 16,0 0-18-16,1-2-16 0,-1 2-12 0,0 0-10 15,3 9-9-15,-2-2-9 0,1 3-3 0,-1 2-11 0,0 1-4 16,-3 3-3-16,2 3 0 0,-2 2-9 0,0 2 3 15,0 4-6 1,2 0 1-16,2-1-2 0,-4 0-28 0,-1-8-20 16,4 2-24-16,0-2-35 0,0-2-26 0,-2-3-28 15,1-3-50-15,-1 2-105 0,1-5-310 0,0-2 137 0</inkml:trace>
  <inkml:trace contextRef="#ctx0" brushRef="#br0" timeOffset="206781.54">31756 6887 206 0,'1'-3'269'0,"-1"-3"-23"16,2 3-27-16,-2 3-25 0,4-3-23 0,-4 3-20 16,0 0-17-16,0 0-15 15,0 12-13-15,0-4-10 0,0 4-8 0,-3 5-13 16,3 5-10-16,-3 2-4 0,1 4-5 0,1-1-7 15,-2 3-6-15,2-3 1 0,2 2-7 0,-2-1-20 16,1-1 0-16,0 0 3 0,1-7-9 0,-1-2 4 16,-1-2-1-16,1-3-23 0,-2-3-16 0,1 2-22 15,1-1-18-15,-2-5-26 0,0 1-20 0,2-3-3 16,-2 0-26-16,-1-2-181 0,3-2-346 0,0 0 153 0</inkml:trace>
  <inkml:trace contextRef="#ctx0" brushRef="#br0" timeOffset="206959.91">31544 7142 36 0,'0'0'227'0,"0"0"-3"0,0 0-8 0,0 0-17 16,-6 2-23-16,6-2-12 0,0 0-18 0,0 0-11 0,0 0-14 16,26 0-17-16,-8 0-6 0,13 1-28 0,-4-1-55 15,-7-1-66-15,12-1-67 0,-11 4-176 0,-1-5-318 16,2-1 141-16</inkml:trace>
  <inkml:trace contextRef="#ctx0" brushRef="#br0" timeOffset="207360.92">31982 6996 123 0,'0'0'252'0,"5"-5"-25"16,-5 5-30-16,0 0-14 0,7-2-22 0,-7 2-21 16,0 0-10-16,9 7-15 0,-5-3-8 0,1 1-18 15,-2 3-9-15,3 0-6 0,-4 4-10 0,1-3-7 16,-1 3-3-16,-2 3-7 0,0-1-3 0,2 2-6 16,-6 0-6-16,0 1-2 15,1-3-4-15,-2-5-2 0,0 2-1 0,3-4-1 16,0 1-4-16,0-2 4 0,-1-3 3 15,2 2-5-15,0 1 32 0,-1-4 23 0,2-2 32 0,0 0 25 16,0 0-17-16,0 0-11 0,0 0-8 0,16-11-2 16,-7 3-21-16,0-2-7 0,5-1-4 0,-3-2-12 15,3 2-1-15,0 1-7 0,-5 1-2 0,5 1-3 16,-6 2-12-16,1-2 1 0,-4 3-4 0,0 2-5 0,-1-1-5 0,0 4-17 16,0-3-9-16,-4 3-5 0,9 0-9 0,-9 0-9 15,10 6-7-15,-5 0-14 0,-1-1-26 16,0 2-18-16,-2 3-13 0,2 0-33 0,-3-1-34 15,1 1-36-15,-2-1-227 0,0-3-481 0,-3 1 213 0</inkml:trace>
  <inkml:trace contextRef="#ctx0" brushRef="#br0" timeOffset="207583.34">32265 6945 4 0,'4'-2'238'0,"-2"-2"-28"0,-1 1-22 0,-1 3-20 0,6-2-19 0,-6 2-16 16,10 5-15-16,-7 0-7 0,4 4-9 0,-4 3-9 15,0 0-11-15,1 5-3 0,0 6-12 0,-4-3-5 0,1 7-3 16,-2 2-5-16,-3-2-18 0,-3-1-10 0,-3 0-34 16,-5-3-23-16,2 3-16 0,-4-6-26 15,4-3-21-15,-8 2-39 0,-2-5-133 0,3-6-288 16,-6-2 128-16</inkml:trace>
  <inkml:trace contextRef="#ctx0" brushRef="#br0" timeOffset="207899.84">32026 6821 82 0,'0'0'143'0,"0"0"-14"16,0 0-17-16,0 0-11 0,-12 13-9 0,6-1-8 15,-3 7-7-15,0 4-4 0,-2 4-5 0,-2 3-8 16,2-1 1-16,0 3-2 0,-2 1 10 0,4 12-15 15,3-12-7-15,3 0-7 0,5-1-2 0,3-4 3 16,1 2-6-16,4-3 3 0,2-2-15 0,1-1-29 16,2-5-35-16,2-5-87 15,-5-3-98-15,5-3-243 0,0-5 108 0</inkml:trace>
  <inkml:trace contextRef="#ctx0" brushRef="#br0" timeOffset="208679.81">32530 6658 26 0,'0'-5'123'0,"0"5"-7"0,0 0-17 0,0 0-11 16,0 0-11-16,0 0-12 0,0 0 1 0,-1 14-2 15,1-5-11-15,-1 2 3 0,-3 1-11 0,4 0 0 16,0 5-3-16,0 2-2 0,5 0-1 0,0 6-8 16,0 1-4-1,3 0 0-15,1-2 2 0,4-1 4 0,1 2 0 16,-4-9-10-16,0-1 3 0,2-1-5 0,-3-7 4 16,2 5 1-16,-2-4 6 0,1-1 7 0,-3-2 3 0,2 0 11 15,-3-1 20-15,0-3 12 0,2 1 2 0,-3-3 2 16,-5 1 1-16,9-2-4 0,-2 0-2 15,-4 0-4-15,1 0-4 0,-4-1 2 0,4-1-10 16,-4 4-3-16,0-7-15 0,0 3-8 0,-4 2-3 0,4 2-9 0,-7-4-7 16,0 3-2-16,2-1-5 0,5 2-4 0,-19 4 0 15,9 1-1-15,-2 0-5 0,-2 5-1 0,1 1-1 16,-2 3 6-16,0 7-9 0,2 4-2 0,-4 0 0 16,2 4 2-16,-3 2-1 0,8 2-1 0,-4 0 2 15,6-1-1-15,0 3-8 0,2-2 5 0,1 0 0 16,3-1-1-16,2-1 10 15,2 1-9-15,-1-6 4 0,5 1 0 0,-2 0 1 16,0 1 1-16,0-8 0 0,1-2-16 0,-5-6 4 16,0 4-2-16,0-5-6 0,0 1-1 0,-1-2-2 15,-3-1-7-15,-1 0-8 0,-6-1-12 0,0-1-27 16,-6-1-41-16,-1-3-49 0,-11 2-203 0,-3-5-397 16,-1-1 176-16</inkml:trace>
  <inkml:trace contextRef="#ctx0" brushRef="#br0" timeOffset="209604.19">30969 6662 167 0,'0'0'165'0,"0"0"-12"0,1-2-11 0,-1 2-15 0,0 0-9 16,0 0-16-16,0 0-12 0,0 0-18 0,0 0-9 16,0 0-9-16,0 0-7 0,0 0-4 0,-11 10-4 15,2-1-2-15,-3 3-6 0,-1 1-8 16,-3 1 1-16,-5 8 3 0,1 5-11 0,-3 4 1 0,5 0 0 0,-10 10-6 16,1-1-1-16,13-10 2 0,1 2-2 0,1 2 1 15,5 0-3-15,-3 3 3 0,3-4 0 0,6-2-6 16,-4-2 13-16,9 1-1 0,0-6 3 0,0 2-4 15,1-6 3-15,1-3-5 0,1 1-3 0,3-2 1 16,-4-1-3-16,-1-4 3 0,1 2-2 0,2-3-2 16,-4-2 10-16,1 3-9 15,-1-1 0-15,0-1-2 0,-3 0 0 0,2 2-3 16,-6 0-3-16,-1-1 5 0,-1 2-2 0,-4 2 10 16,-1 1 3-16,-1 1-2 0,-5-2-1 0,4 2 0 15,-1-3 1-15,-5 5-4 0,4-3 1 0,4-2 0 16,1 3-2-16,1-6-2 0,0 1 0 0,5-3-2 15,-1 5 9-15,2-2 6 0,2-1 1 0,3 2 4 16,3 2 5-16,1-4 5 0,0 0 1 0,2-2-3 0,3 4-2 0,2-3-5 16,-1 0-1-16,2 2-5 0,-2 1-2 0,-1 2-5 15,1-5 1-15,0 4-2 0,-3 0-1 0,3-2 2 16,-3 4-4-16,-5-6-2 0,3 3 0 0,-3 2 0 16,-1-2-1-16,4 0 3 0,-6 1-4 0,2-3-6 15,0 2-9-15,-3-2-25 0,-1 0-21 0,2 1-37 16,-2-2-53-16,1-2-220 15,-2-1-395-15,1-1 175 0</inkml:trace>
  <inkml:trace contextRef="#ctx0" brushRef="#br0" timeOffset="211825.24">29119 9787 154 0,'0'0'165'0,"-5"-1"-14"0,5 1-14 0,0 0-10 15,0 0-8-15,0 0-11 0,0 0-11 0,0 0-7 0,0 0-3 16,0 0-5-16,0 0 0 0,0 0-5 0,0 0-8 15,0 0 7-15,0 0-8 0,0 0-5 0,0 0-1 0,0 0-3 16,10-8 0-16,-4 7-8 0,-1-2 1 0,3 1-8 16,0 2-3-16,3-3-4 0,2 1-5 0,5 0-3 15,-2-3-4-15,4 5 0 0,1-3-7 16,-4 1-10-16,1 2-27 0,0 0-26 16,0 0-29-16,-6 2-30 0,4-2-27 15,-5 3-57-15,-3-3-102 0,-1 1-312 0,-3 0 139 16</inkml:trace>
  <inkml:trace contextRef="#ctx0" brushRef="#br0" timeOffset="212010.1">29135 9982 153 0,'0'0'197'0,"-2"3"-11"0,2-3-16 0,0 0-14 15,0 0-21-15,14 0-11 0,0 0-7 0,-1-3-13 16,6 2-15-16,1-3-32 16,1 3-42-16,9-4-57 0,-3 1-51 0,-4-1-135 15,-2-1-247-15,-1 1 109 0</inkml:trace>
  <inkml:trace contextRef="#ctx0" brushRef="#br0" timeOffset="213961.22">29930 9587 168 0,'0'0'157'16,"1"-4"-12"-16,-1 4-9 0,7-5-16 0,-6 3-2 15,-1 2-14-15,5-3-14 0,0 2-8 0,3-1-9 0,-2 1-10 16,1 0-2-16,3 1-16 0,-2 2-11 0,1 0 9 16,0 2-7-16,2-2-8 0,-2 5 2 0,0 1-11 15,1-1 3-15,0 3-6 0,-1 2-2 0,-1 3-3 16,-4 1-1-16,0-1-2 0,-2 2 1 0,-2 3-6 16,-6 3 6-16,-1-3-4 0,-1 4 3 0,-5 4 0 15,-1-7 8-15,0 1-11 16,-2 0 2-16,6-6-1 0,-3-2-6 0,-1 1 11 15,4-3-6-15,1-2 3 0,-1-1 4 0,1-1-3 16,2-3 2-16,0 0-5 0,3 1 11 0,0-3 18 16,0-1 22-16,-1 0 20 0,5-2 26 0,-4 1 13 15,4-1-11-15,0 0-7 0,0 0-8 0,5-14-11 16,1 6-11-16,1-4-5 0,7 0-11 0,-1-4-2 16,5-5-7-16,-1 0-3 0,3 1-8 0,0-3-9 0,0 3-2 0,-1 0-2 15,0 3-5-15,-6 1 3 0,-2 0-3 0,1 3-4 16,-5 3 0-16,1 2-1 0,2-1 1 0,-6 5-4 15,0-1 7-15,0 0-10 0,-2 2-9 0,2-1-10 16,-4 4-25-16,4-3-3 0,-4 3-3 0,0 0 3 16,0 0 4-16,-5 14 7 0,0-4-2 0,1 2 10 15,-3 3-1-15,5 1-1 16,-6 1 4-16,5 3 6 0,1 1-6 0,2-2 7 16,0-1 2-16,4 3-2 0,2-3-11 0,2 1-21 15,1-2-37-15,6-5-50 0,1 2-76 16,4-6-134-16,-2 1-373 0,3-6 165 0</inkml:trace>
  <inkml:trace contextRef="#ctx0" brushRef="#br0" timeOffset="214446.97">30393 9792 103 0,'0'0'161'16,"-9"0"-4"-16,9 0-15 0,-7 3-16 0,7-3-8 16,0 0-1-16,0 0-11 0,0 0-4 0,-7 0-6 0,7 0-6 0,0 0-6 15,0 0-4-15,0 0-3 0,0 0-4 0,28-3-8 16,-14 2-1-16,5 1-6 0,8-2-7 0,-4 0-7 15,6 1-4-15,1-2-4 0,0 1 0 0,-11 2-10 16,2-4 0-16,-3 4-1 0,-5-1-2 0,-2-1-4 16,-3 0-5-16,0 2 0 0,-2 0-10 0,-6 0 0 15,10 0-13-15,-6 0 0 16,-4 0-12-16,0 0-21 0,6 0-9 16,-6 0-17-16,0 0-25 0,0 0-33 0,0 0-43 0,0 0-97 15,0 0-288-15,0 0 128 0</inkml:trace>
  <inkml:trace contextRef="#ctx0" brushRef="#br0" timeOffset="-214379.19">31170 9544 2 0,'2'-5'281'16,"-2"1"-13"-16,0 4-14 0,0-5-18 0,0 5-19 16,1-5-19-16,-1 5-16 0,0-4-24 0,0 4-14 0,0 0-16 0,0 0-20 15,2-3-13-15,-2 3-22 0,0 0-24 0,0 0-7 16,0 0-10-16,0 0-8 0,4 14-2 0,-2-4-6 15,-2 0-5-15,1 3-2 0,1 4-4 16,-2 0 3-16,0 0-1 0,0 3-3 0,-3 3 5 0,3-2-7 16,-2-4 0-16,0 0 2 0,0 0-1 0,-1 0-3 15,3 1 3 1,-2-2-1-16,0-7 2 0,-2 1 4 0,4-1-4 16,-2-1-4-16,1-4 5 0,-2 0 7 0,3 2 7 15,0-3 20-15,0-3 18 0,0 5 32 0,0-5 35 16,-2 4 47-16,2-4 27 0,0 0-12 0,0 0-14 15,0 0-20-15,-4-12-15 0,2 1-11 0,1-1-10 16,2-5-17-16,1 1-15 0,-2-3-9 0,4-7-22 16,-2 0 13-16,4-2-21 0,-2 1-7 0,3-1 0 0,-1 1-5 0,-1 10 5 15,-1-1-17-15,2 1 1 0,-2 5-16 0,0-1 12 16,0 4-3-16,-1 0-16 0,0 1 14 0,0 2 0 16,-2 1 1-16,4-2 3 0,0 4-21 0,-1-1-27 15,1 1-24-15,2 0-35 0,-1 0-24 0,2 3-25 16,-2 0-16-16,6 0-17 0,-2 6-18 0,0-1-23 15,0-2-17-15,2 4-38 16,-2 0-37-16,0-2-188 0,0-2-535 0,-1 4 237 16</inkml:trace>
  <inkml:trace contextRef="#ctx0" brushRef="#br0" timeOffset="-214178.72">31164 9648 50 0,'-6'2'263'0,"6"-2"-8"0,0 0-24 0,0 0-21 15,0 0-20-15,0 0-23 0,0 0-19 0,28-6-23 16,-9 3-28-16,0 3-40 0,2-2-48 0,1-1-62 16,6-1-64-16,-9-3-155 0,2 4-295 0,-2-3 130 0</inkml:trace>
  <inkml:trace contextRef="#ctx0" brushRef="#br0" timeOffset="-213777.67">31617 9198 92 0,'0'0'219'0,"0"0"-24"16,0 0-21-16,0 0-23 0,0 0-25 0,0 0-14 16,0 0-15-16,0 0-7 0,-8 11-13 0,4-2-8 15,-1 3-10-15,1 2-31 0,-3 3-22 0,-1-2-34 16,2 4-38-16,1 0-51 0,-1-2-97 0,-4-2-233 0,4-1 103 0</inkml:trace>
  <inkml:trace contextRef="#ctx0" brushRef="#br0" timeOffset="-212242.5">31223 9515 62 0,'0'0'92'16,"0"0"-4"-16,0 0 1 0,0 0-2 0,0 0-3 15,0 0 8-15,0 0-4 0,0 0 9 0,0 0 0 16,0 0 4-16,0 0-3 0,0 0-2 0,0 0 2 15,0 0-2-15,0 0 7 16,0 0-11-16,0 0-5 0,0 0-4 0,0 0 2 16,0 0-8-16,0 0-7 0,0 0-4 0,0 0-7 15,0 0-8-15,9-5-7 0,-9 5-4 0,13-1-3 16,0-2-1-16,-3 3-7 0,3-3-2 0,1 1-8 16,0 1 1-16,-1 0-2 0,5 0-3 0,-4 1-3 15,-3 0 0-15,4-4-2 0,-6 3-1 0,-1 2 2 16,0-1 3-16,-1-1-11 0,-7 1-3 0,9 1-9 0,-5-2-16 0,-4 1-14 15,0 0-26-15,10 1-26 0,-10-1-29 0,0 0-33 16,0 0-38-16,0 0-110 0,0 0-324 0,0 0 143 16</inkml:trace>
  <inkml:trace contextRef="#ctx0" brushRef="#br0" timeOffset="-211355.79">31002 10095 184 0,'0'0'173'0,"0"0"-13"16,0 0-8-16,0 0-11 0,0 0-11 0,-7 0-7 0,7 0-8 15,0 0-2-15,0 0-8 0,0 0-5 0,0 0-6 16,0 0-3-16,0 0-10 0,0 0-5 0,0 0-5 0,0 0-4 16,0 0-9-16,0 0-6 0,0 0 0 0,0 0-3 15,0 0-2-15,0 0-6 0,0 0-2 0,0 0-1 0,0 0-4 16,0 0 0-16,0 0-5 0,0 0-3 15,0 0-1-15,0 0-4 0,0 0 6 0,0 0 1 16,0 0 5-16,0 0 0 0,0 0-3 0,0 0-4 16,21-4-2-16,-7 2-1 15,7-3-6-15,6-2 1 0,5 2-2 0,3-1-3 16,1-3-2-16,18 7-3 0,-16-6 0 0,16 4 0 16,-1-3-2-16,-15 2 3 0,0 5-5 0,-1-3 0 15,-4 1 3-15,-6-1-3 0,-5 4-1 0,-4-3 1 16,-6 1 0-16,0-2 1 0,-6 2-2 0,1 1-3 15,0-2-14-15,-7 2-22 0,10 0-27 0,-10 0-28 16,4-1-24-16,-4 1-22 0,0 0-43 0,0 0-198 0,-15 8-408 0,7-7 182 16</inkml:trace>
  <inkml:trace contextRef="#ctx0" brushRef="#br0" timeOffset="-210823.28">31236 10381 247 0,'0'0'231'15,"-5"1"-20"-15,5-1-25 0,0 0-14 0,0 0-23 16,0 0-11-16,-4 2-22 0,4-2-15 0,0 0-11 16,0 0-9-16,0 6-13 0,0-3-7 0,0-3-4 15,-3 10-7-15,2-3-7 0,1 3-6 0,-1 0-3 0,-4 7-8 16,1 3 1-16,0-3-1 0,0 2-6 0,-1 0 2 0,1 1-4 16,-2 5-1-16,2-5-1 0,-1 4-2 0,-1-5-1 15,1-1 0-15,3 2-3 0,-2-5 2 0,1 2 0 16,-2-5-2-16,3-1-1 0,0-4 2 0,0 2-4 15,1-4 10-15,1 0 0 0,-1 1 29 0,0-1 25 16,1-1 33-16,0-4 40 0,-2 4 42 0,2-4 36 16,0 0-20-16,0 0-22 15,-5-12-19-15,5 2-17 0,-2-7-12 0,2-1-12 16,0-1-15-16,-2-8-10 0,4 0-12 0,0-4-11 16,1 2 1-16,2-4-22 0,1 2-4 0,1 0-24 15,0-2 15-15,0-2-2 0,-1 9-1 0,3-3-3 16,1 5-4-16,-5 6 1 0,1 1 8 0,1 3-14 15,3 0-6-15,-3 4-4 0,-1 1-1 0,3 0-3 16,1 3 3-16,1-1-25 0,-1 3-34 0,5 0-33 0,4 2-35 0,-1 4-33 16,1 1-28-16,-1 1-26 0,1 4-29 0,-1-1-34 15,2 1-32-15,-4 1-270 0,1 3-613 0,-2-2 272 16</inkml:trace>
  <inkml:trace contextRef="#ctx0" brushRef="#br0" timeOffset="-210607.1">31264 10483 213 0,'0'0'288'15,"0"0"-25"-15,0 0-22 0,0 0-24 0,0 0-25 16,0 0-20-16,36-5-22 0,-16 3-38 0,15-2-38 16,3 1-53-16,-4-2-58 0,5 1-82 0,-6-1-180 15,-1-1-321-15,-1-1 142 0</inkml:trace>
  <inkml:trace contextRef="#ctx0" brushRef="#br0" timeOffset="-208887.49">31843 9356 146 0,'0'0'234'16,"0"0"-23"-16,0 0-22 0,0 0-18 0,0 0-22 15,0 0-16-15,0 0-18 0,0 0-14 0,10 9-13 16,-1 2-11-16,1 3-10 0,3 10-6 0,6 5-7 16,3 14-18-16,-3 3-2 0,3 7-1 0,-3 1-7 15,-5 0 2-15,1 5-1 0,4 21-3 0,-9-26 4 0,-3 3-4 0,-3 1 1 16,0-2 2-16,-4 2-9 0,-6-5 4 0,0 1-4 16,-4-8 3-16,1 0-3 0,0-12 4 0,-3 1-5 15,-4-3 0-15,-11 10-18 0,6-13-18 0,-5-1-31 16,-7 6-50-16,6-11-40 0,-3 0-186 0,0-5-352 15,2-2 156-15</inkml:trace>
  <inkml:trace contextRef="#ctx0" brushRef="#br0" timeOffset="-208117.04">29931 9399 164 0,'0'0'173'16,"0"0"-23"-16,-5-2-18 0,5 2-13 0,-14 9-7 16,5 0-21-16,0 11-3 0,-8 7-7 0,-4 14-12 15,-2 5-7-15,3 3-3 0,-1 1-5 0,7 1-6 0,-1 4 0 0,5-3-8 16,4 7 1-16,8-2-4 0,4-2-3 0,9-1-1 15,3-1 4-15,9-2-10 0,5-5 3 0,5 0-1 16,4-3-6-16,4-4-48 0,6-8-74 0,0-4-178 16,0-4-298-16,-4-9 132 0</inkml:trace>
  <inkml:trace contextRef="#ctx0" brushRef="#br0" timeOffset="-207277.29">32299 9496 233 0,'0'-3'234'0,"0"-1"-17"0,0 4-18 0,2-3-20 15,-2 3-11-15,2-4-22 0,-2 4-16 0,0 0-13 16,1-6-20-16,-1 6-26 0,0 0-11 0,0 0-8 16,0 0-5-16,0 22-7 0,0-11-9 0,3 7-3 15,-2-1-3-15,-1 3-1 0,0 4 2 0,0 4-9 16,0-5 0-16,0-3-2 0,0-1 3 0,0 0-1 16,0-2-2-16,0 0-2 0,3-1 4 0,-3-3-6 15,0-1-20-15,0 0-27 0,0 0-22 0,-3 0-33 16,3-2-36-16,0-1-31 0,0 1-140 0,-4-4-323 15,4-2 144-15</inkml:trace>
  <inkml:trace contextRef="#ctx0" brushRef="#br0" timeOffset="-206998.63">32164 9978 182 0,'0'0'189'0,"0"0"-9"0,0 0-19 0,11 3-22 16,2-2-11-16,8-1-12 0,9-1-12 0,3 0-12 0,7 1-9 0,14-2-9 15,-1 1-13-15,-14 0-14 0,14 0-18 0,-17 2-18 16,-1 0-9-16,-7 2-12 0,-9-3 7 0,-5 1-37 15,-3 3-30-15,-2-2 2 0,-3 0-12 0,-4 1 3 16,-2-3-3-16,0 0-12 0,-17 7-88 0,3-5-195 16,-4-1 86-16</inkml:trace>
  <inkml:trace contextRef="#ctx0" brushRef="#br0" timeOffset="-206412.78">32350 10288 80 0,'0'0'195'0,"0"0"-3"16,7-11-14-16,-7 11 1 0,2-5-9 0,-2 5-13 16,0 0-10-16,4-4-15 0,-4 4-8 0,0 0-20 15,0 0-8-15,0 0-10 0,4-1-10 0,-4 1-7 16,0 0-8-16,0 0-12 0,0 0-9 0,0 0-10 16,0 0-3-16,3 11-9 0,-2-6 1 0,-1 2-5 15,-1 4-2 1,1 4 6-16,-2 2-8 0,2 1-1 0,-5 0 2 15,5 2-1-15,-2-1-2 0,-2 6 2 0,1-6-7 0,-1 5 3 16,4-5 5-16,-1 0-9 0,-2-4 6 16,2 1-6-16,-1-4 3 0,-1-4-1 0,2 2-1 15,-2 0-2-15,3-6 5 0,-1 4 3 0,2-4 5 16,-2 0 17-16,1 1 20 0,0-5 28 0,-1 4 31 16,1-4 36-16,1 5 41 0,-1-5 28 0,0 0 13 0,0 0-25 0,0 0-21 15,-4-14-21-15,4 5-12 0,0-2-25 0,0-6-13 16,3-1-25-16,-3-3-5 0,2-3-8 0,2-3-8 15,-4 1-10-15,5 2-10 0,-1-1 0 0,-3 4-1 16,4 3-4-16,-2 1-6 0,0 4-8 0,-1 1 1 16,-2 0-3-16,3 2-2 0,1-1-2 0,-2 1-2 15,3 1-5-15,-2 0-3 0,0 4-14 0,1-5-31 0,3 3-22 0,1-1-37 16,3 1-30-16,2 5-31 0,3-4-29 0,2 4-30 16,-4 0-24-16,4 2-28 0,1 2-32 0,-1 1-276 15,-5-1-622-15,0 1 276 0</inkml:trace>
  <inkml:trace contextRef="#ctx0" brushRef="#br0" timeOffset="-206143.3">32372 10372 52 0,'-4'2'190'15,"4"-2"-11"-15,0 0-10 0,0 0-12 0,0 0-18 16,0 0-9-16,0 0-16 0,0 0-7 0,18-5-4 16,-10 5-8-16,1-2-14 0,5 0-8 0,0-1-6 15,4 1-12-15,3-3-14 16,1 5 8-16,6-4-18 0,3 0-50 0,-3 1-67 15,-6 2-87-15,-4-3-86 0,-2 0-282 0,-2-1 125 16</inkml:trace>
  <inkml:trace contextRef="#ctx0" brushRef="#br0" timeOffset="-204793.07">33158 9582 206 0,'0'0'210'15,"0"0"-13"1,0 0-9-16,1-26-6 0,-1 26-15 0,0 0-5 16,0 0-15-16,0 0-7 0,4-16-14 0,-4 16-17 15,0 0-12-15,0 0-14 0,0 0-19 0,0 0-22 16,0 0 0-16,0 0-10 0,0 0-8 0,0 0-1 0,0 0-6 15,0 0-1-15,-11 64-2 0,9-46-5 16,0 10 1-16,0-3 0 0,1-6-1 0,1 1-2 16,-2 1 2-16,2-4-3 0,0 0 2 0,0-17-5 0,0 29 1 0,3-18 0 15,-3-11 3-15,0 17-2 0,0-17-1 0,0 17 6 16,0-17-30-16,0 0-2 0,0 0-25 0,0 18-19 16,0-18-13-16,0 0-17 0,0 0-11 0,0 0-18 15,0 0-6-15,0 0-15 0,-3 17-113 0,3-17-282 16,0 0 125-16</inkml:trace>
  <inkml:trace contextRef="#ctx0" brushRef="#br0" timeOffset="-204492.25">33265 9616 163 0,'0'0'262'0,"0"0"-17"0,0 0-27 0,0 0-22 0,0 0-16 0,0 0-25 15,0 0-23-15,0 0-19 0,0 0-23 0,0 0-9 16,0 0-8-16,0 0-11 0,0 0-6 0,0 0-3 16,0 0-9-16,0 0-4 0,2 49-7 0,-4-32 1 15,1 0-3-15,0-1-7 0,1-16-5 0,0 35 2 16,0-19 0-16,0 0-2 0,0-16-4 0,0 24 1 16,0-24-1-16,1 22-3 0,-1-22 2 0,-1 16-5 0,1-16 1 0,-2 17-1 15,2-17-13-15,0 0-6 0,3 17-23 16,-3-17-12-16,0 0-17 0,0 0-13 0,0 16-8 15,0-16-14-15,0 0-3 0,0 0-19 0,0 0-1 16,0 0-4-16,0 0-31 0,0 0-85 0,0 0-260 0,0 0 115 16</inkml:trace>
  <inkml:trace contextRef="#ctx0" brushRef="#br0" timeOffset="-204338.64">33136 9772 228 0,'0'0'217'0,"0"0"-18"16,0 0-20-16,0 0-16 0,0 0-26 0,0 0-38 0,0 0-40 0,55-10-62 15,-25 9-68-15,-30 1-131 0,48-6-217 0,-28 5 96 16</inkml:trace>
  <inkml:trace contextRef="#ctx0" brushRef="#br0" timeOffset="-202988.52">33007 9376 74 0,'0'0'182'16,"0"0"-16"-16,0 0-20 0,0 0-13 0,0 0-16 16,0 0-19-16,0 0-10 0,0 0-17 0,0 0-15 15,0 0-8-15,0 0-3 0,0 0-5 16,0 0-2-16,-9 42-2 0,4-23-2 0,-5 8-16 15,-3-2 2-15,-1 3 2 16,0-1-2-16,1-1 0 0,-3 3 5 0,1-4-14 16,-1 2 1-16,4-3 2 0,-2-2 0 0,3 0-7 15,4-5-2-15,1-1 2 0,1-7-6 0,1 2 2 16,2 3 7-16,0-5-9 0,1 2 3 0,2-2-3 16,3 2 5-16,-4-11 2 0,0 0-3 0,14 24-1 15,-14-24-3-15,13 15 7 0,-13-15-8 0,9 13 0 16,-9-13-5-16,11 12-2 0,-11-12 3 0,7 13 4 0,-7-13-1 0,0 0 6 15,6 21 0-15,-6-21-3 0,-1 21 2 0,1-21-2 16,-8 23 5-16,4-11-3 0,-1-2 3 0,-2 1 2 16,-1 3-11-16,2 2 6 0,0-4 2 0,0-3-1 15,1 1-5-15,1 0-2 0,2-1 12 0,-1-1-11 16,2-1 0-16,-1 0 1 0,2 0 3 16,0 0 11-16,0-2-7 0,2 0-2 15,0 1 0-15,-2-6 6 0,0 0 7 16,0 0 0-16,21 21 2 0,-21-21 0 0,0 0-3 15,18 12 2-15,-18-12-9 0,21 7-25 0,-21-7-28 16,21 8-49-16,-21-8-34 0,23 4-134 0,-23-4-281 16,0 0 125-16</inkml:trace>
  <inkml:trace contextRef="#ctx0" brushRef="#br0" timeOffset="-202364.85">33476 9316 118 0,'0'0'212'0,"0"0"-24"0,0 0-16 0,0 0-19 0,0 0-19 15,0 0-22-15,0 0-13 0,0 0-13 0,0 0-11 16,0 0-1-16,0 0-12 0,0 0-6 0,28 32 18 16,-20-15-2-16,0 0-11 0,2 6-5 15,-1-4-7-15,-4 0-9 0,1 7 0 0,-2-3-6 16,2-4-5-16,-6 1-1 0,-3-2-3 0,0 1 0 0,-1-2-5 16,-2 0 2-1,-1-2-6-15,-3 0-2 0,-1-1 12 0,-2-1-11 16,-1-1 2-16,1 0 1 0,-1-1-2 0,14-11-2 15,-18 17-2-15,8-9-1 0,10-8-2 0,-17 18 0 16,11-10-1-16,6-8-1 0,-13 21 1 0,13-21-2 16,-4 20-3-16,4-20 0 0,0 23 0 0,0-23 1 15,9 26-1-15,-4-14-2 0,4 5 1 0,-1 0-5 16,2-1 4-16,2 8-1 0,-1-1 0 0,1-4 1 0,-3 5 1 0,0 0-2 16,-2 0 0-16,-2-4-1 0,-2-1 1 0,-1 0-5 15,-3 0 5-15,0 1-5 0,-3-2 3 0,-1-1 1 16,-1 1-2-16,-1-3 5 0,1 1 0 0,-1 0 0 15,-3-3 1-15,4 2 0 0,-3-3-29 16,9-12-31-16,-17 24-43 0,12-16-46 0,5-8-189 16,-8 15-363-16,8-15 161 0</inkml:trace>
  <inkml:trace contextRef="#ctx0" brushRef="#br0" timeOffset="-14458.06">844 13751 24 0,'0'0'93'0,"0"0"-13"0,4-1-5 0,-4 1 12 15,0 0-9-15,0 0-1 16,0 0-9-16,0 0-6 0,0 0-7 0,0 0 1 16,0 0-4-16,0 0-6 0,0 0-2 0,0 0-7 15,0 0 3-15,0 0 0 0,0 0-1 0,0 0-3 16,0 0-5-16,0 0 6 0,0 0-3 0,0 0-2 15,0 0 0-15,0 0 6 0,0 0-2 0,0 0 6 16,0 0-2-16,0 0 1 0,0 0-1 16,0 0 2-16,0 0-2 0,0 0 2 0,0 0-4 0,0 0-3 0,0 0-3 15,0 0-4-15,0 0 2 0,0 0-9 0,0 0 0 16,8-3-2-16,-8 3-4 0,11 0-6 0,1-1 5 16,2-2-3-16,4 3 3 0,2-3-1 0,7 3-4 15,1-2-3-15,2-1 2 0,-1 1 1 0,2-1 1 16,-3 2-6-16,-8 1-1 0,3-6 3 0,-4 4 2 15,-1 2-3-15,-6 0 0 16,2-3-5-16,-5 3 3 0,-2 0-4 0,-1 0-5 16,1 0-20-16,-7 0-24 0,0 0-5 0,9 3-5 15,-9-3-19-15,0 0-27 0,-12 8-28 0,2-7-113 16,0 3-265-16,-2 0 118 0</inkml:trace>
  <inkml:trace contextRef="#ctx0" brushRef="#br0" timeOffset="-14057.31">839 13935 155 0,'0'0'169'0,"-5"1"-4"15,5-1-16-15,0 0-10 0,0 0-13 0,0 0-8 0,0 0-19 0,26-2-9 16,-11 1-13-16,4 1 1 0,1-4-12 0,10 2-8 15,-3-2 4-15,-1 2-12 0,3 0-7 0,-3 0-3 16,-6 1-2-16,-1 1-6 0,-6-2-1 16,4 2-6-16,-5 0-2 0,1-2-4 0,-6 1 3 0,2 2-7 15,-3-2-1-15,-6 1-14 0,10 0-15 0,-10 0-16 16,0 0-24-16,7 0-13 0,-7 0-22 0,0 0-28 16,0 0-137-16,0 0-276 0,0 0 124 15</inkml:trace>
  <inkml:trace contextRef="#ctx0" brushRef="#br0" timeOffset="-13317.98">1128 13597 99 0,'0'0'239'0,"0"0"-6"0,0 0-33 0,0 0-18 15,0 0-23-15,0 0-16 16,0 0-16-16,0 0-14 0,0 0-10 0,0 0-19 16,0 0-9-16,0 0-10 0,0 0-6 0,0 0-6 15,0 0-7-15,0 0-4 0,15 12-5 0,-8-9-7 16,-1 3-5-16,3 2-1 0,2-2-6 0,1 2-4 15,1-2-7-15,1 3 0 0,2-4-6 0,-3 2 2 16,1-1-9-16,4 1 1 0,0-3-3 0,-8 1-1 16,3 0 1-16,1-2 0 0,-1 0 9 0,-3-2-9 0,-2-1 1 15,-2 3 5-15,1-3 8 0,-7 0-2 0,12 0 6 16,-8 1 12-16,-4-1 9 0,6 1 9 0,-2 1 5 0,-4-2 4 16,0 0 0-16,0 0-6 0,0 0 1 0,9 0-6 15,-9 0-5-15,0 0-5 0,5 3-3 0,-5-3-7 16,0 0-16-16,0 0-9 0,0 0-16 15,0 0-6-15,0 0-5 16,2 7 1-16,-5-2 7 0,-1 2 0 0,0 3 2 16,-2 6 1-16,-3 0 6 0,-4 8 0 0,-1 1-1 15,-2 1 0-15,-1 0 6 0,-2 3-4 0,2 0 1 16,1-2 4-16,0-2-3 0,1-2 0 0,2 0 0 16,-2-2 4-16,5-4 3 0,1-3-3 0,0 1-1 15,2-6 3-15,2 1 0 0,-1-3 4 0,3-1-3 16,0-1 8-16,-1-1 15 0,1-1 29 0,2-1 14 0,1-2 16 0,-3 4 17 15,3-4 7-15,-4 3 4 0,4-3 1 16,0 0-3-16,0 0-3 0,-2 2-9 0,2-2-8 16,0 0-12-16,0 0-3 0,0 0-10 0,-1 5-2 15,1-5-8-15,0 0-12 0,0 0-27 0,0 0-32 0,0 0-50 16,0 0-47-16,0 0-48 0,0 0-71 0,0 0-230 16,0 0-509-16,0 0 226 0</inkml:trace>
  <inkml:trace contextRef="#ctx0" brushRef="#br0" timeOffset="-11698.41">2550 13261 103 0,'0'0'185'0,"0"0"-6"0,0 0-12 0,0 0-6 15,4-3-8-15,-4 3-9 0,0 0-3 0,0 0-12 0,0-4-8 16,0 4-11-16,0 0-7 0,0 0-7 0,0-5-9 0,0 5-9 15,0 0-6-15,0 0-6 0,0 0-7 0,0-4-12 16,0 4-10-16,0 0-9 0,0 0-19 0,0 0-7 16,0 0 0-16,0 13-4 0,-3-7 0 0,2 6-4 15,1 5 4-15,0 2 1 0,-4 8-2 0,3-3 1 16,-2 2 0-16,2 3-5 0,1-2 6 0,0-3-1 16,-3 0 2-16,3-5-3 15,0 1 1-15,3-5-11 0,-3 0 10 0,0-6-3 16,1 0 3-16,-1 0 5 0,3-1-2 15,-6-1 0-15,3-2 0 0,0 0-5 0,0-1 8 16,3 1 2-16,-3-2-3 0,0-3 2 0,0 5-3 0,0-5 6 16,0 4-3-16,0-4 3 0,0 0-4 0,0 0 0 15,0 4-17-15,0-4-20 0,0 0-36 0,0 0-37 16,0 4-16-16,0-4-17 0,0 5-155 0,-4 0-319 0,0-1 141 16</inkml:trace>
  <inkml:trace contextRef="#ctx0" brushRef="#br0" timeOffset="-10818.17">1811 14021 89 0,'0'0'127'15,"0"0"-2"-15,0 0-4 0,0 0-9 0,0 0 1 16,0 0-9-16,0 0-11 0,0 0-6 0,0 0-3 16,0 0-8-16,0 0-10 15,0 0-2-15,0 0-7 0,0 0-10 0,0 0-2 16,0 0-10-16,0 0 4 0,0 0-7 16,0 0-2-16,0 0-4 0,0 0-3 0,0 0-7 15,0 0 1-15,0 0 1 0,0 0-2 0,0 0 0 16,0 0-5-16,0 0 2 0,0 0-3 0,0 0-4 15,0 0 2-15,0 0-4 0,0 0 1 0,0 0 0 0,0 0-2 16,0 0 13-16,0 0-13 0,0 0 1 0,0 0-2 0,0 0-1 16,16-3 3-16,-4 1 2 0,9 0-7 0,8 1-1 15,11-1 9-15,18-1 7 0,5-1 7 0,28-5 0 16,2 4 9-16,2-1 7 0,0 2-1 0,-1-1 0 16,2 0-2-16,-4-3-2 0,-27 4-3 0,-1 1-4 15,-3 0 2-15,2-3-4 0,-7 1-1 0,-3 2 0 16,-2-1-2-16,-16-1 2 0,-3 2-3 0,-1 0-1 0,-8 1-6 0,-5-1 4 15,1 2-4-15,-7-2 6 0,-1 3 6 0,-3-2 11 16,-2-1-1-16,-6 3 2 0,12 0-6 16,-12 0-6-16,6-3-5 0,-6 3-14 0,0 0-22 15,0 0-39-15,0 0-28 0,0 0-44 0,0 0-48 16,-20 11-171-16,8-9-373 0,-1 5 165 0</inkml:trace>
  <inkml:trace contextRef="#ctx0" brushRef="#br0" timeOffset="-10131.89">1756 14430 146 0,'0'0'253'0,"0"0"-9"16,0-5-12-16,0 5-15 0,0 0-20 0,0 0-19 16,0 0-16-16,0 0-17 0,-2-3-16 0,2 3-14 15,0 0-16-15,0 0-14 0,0 0-14 0,0 0-19 0,0 0-30 16,0 0-24-16,0 0 1 0,0 0-6 0,2 15 1 15,-4-5-1-15,1 1 3 0,-2 7-2 0,-3 1 0 16,2 0-2-16,0 7 0 0,2 2 4 0,-5-4-1 16,6-4-2-16,-3-2 3 0,4 2 1 0,-1-8 3 15,-2 5-3-15,3-6 0 0,-1 0 1 0,-3-5 0 16,4 4 3-16,0-7 0 0,-1 2 1 0,1 1 1 0,0-3 0 0,-3 0 4 16,3-3 5-16,0 5-2 0,0-5 3 0,0 7 5 15,0-7-5-15,0 0 1 0,0 0 0 16,0 3 0-16,0-3 1 0,0 0-8 0,0 0-40 15,0 0-68-15,0 0-68 0,-2-13-182 0,-2 8-379 0,4-2 167 16</inkml:trace>
  <inkml:trace contextRef="#ctx0" brushRef="#br0" timeOffset="-9746.55">1663 14420 115 0,'0'0'213'0,"-1"-2"-26"15,1 2-21-15,0 0-17 0,0 0-19 0,0 0-12 16,0 0-10-16,10 0-11 0,-2 2-18 0,3 3-11 16,5 4-1-16,0-2-12 0,1 3-1 0,6 5 0 15,2 2-13-15,-2 0-4 0,-3 1-4 0,-4-3-5 16,2 3-3-1,0 4-2-15,-8-5-3 0,4 5-4 0,-9-4-11 16,-1 2 10-16,-1-4-2 0,-3 0 3 0,-4-1 0 16,-4 3 3-16,1-3 2 0,-6-4 1 0,0 2 11 15,-3-1 4-15,1 0 6 0,-1-3 4 0,2-1 4 16,0-3-1-16,3-1 4 0,0 1-1 0,2-2-7 16,0 2-2-16,3-1-2 0,0-3-7 0,2 2-2 15,4-3 4-15,-7 1-10 0,5 2 0 0,2-3-3 0,-7 0 0 16,7 0 0-16,0 0-4 0,-5 3-8 0,5-3-16 15,-1 2-18-15,1-2-33 0,0 0-47 0,0 0-65 0,0 0-238 16,18-10-437-16,-10 3 195 0</inkml:trace>
  <inkml:trace contextRef="#ctx0" brushRef="#br0" timeOffset="-9144.89">1923 14263 261 0,'-3'-3'263'0,"3"3"-24"16,0 0-27-1,0 0-24-15,0 0-19 0,0 0-20 0,0 0-17 16,14 0-12-16,-14 0-17 0,12 1-8 0,-7 1-12 16,0 0-11-16,4 1-7 0,-2-1-9 0,-1 1-6 15,3 2-9-15,-2 1-1 0,0-1-13 0,-2 3-6 16,1 2-3-16,-2-1-4 0,0 3-4 0,-4-2 2 16,0 2-4-16,-5 0 2 0,1 0 0 0,-1 0-5 15,0 0-1-15,-2-3-1 0,2 2 2 0,-3-4-2 0,2 2 0 0,1-2-1 16,1-2 1-16,0 0-2 0,2-2-2 0,-2 1 3 15,4-1 0-15,-4 0 2 0,4-3 0 0,-1 4 3 16,1-4 1-16,0 0 4 0,0 0 18 16,5 3 13-16,1-3 12 0,6 2 2 0,-1-4-7 15,6 4 2-15,3-4-6 0,-2 1-9 0,0-1-1 0,0 0-5 16,1 0-3 0,-9 1-3-16,3 1-1 0,0 0-3 0,-8-1-5 15,1 1-2-15,-6 0-1 0,11 0-10 0,-11 0-21 16,6 0-17-16,-6 0-27 0,0 0-45 0,0 0-61 15,9 4-3-15,-9-4-16 0,-4 5-208 0,4-5-428 16,-10 7 190-16</inkml:trace>
  <inkml:trace contextRef="#ctx0" brushRef="#br0" timeOffset="-8605.75">2421 14568 65 0,'0'0'108'0,"0"0"-11"0,0 0-6 15,0 0 1-15,0 0-5 0,0 0 3 0,0 0-8 0,0 0 8 16,0 0-1-16,0 0-12 0,0 0 3 0,0 0-13 15,0 0 3-15,0 0-5 0,0 0-8 0,0 0 2 16,0 0 10-16,0 0-7 0,0 0 1 0,0 0 1 16,0 0 3-16,0 0 7 0,0 0 4 0,18-3 1 15,-7 3-2-15,1-1-6 0,7-5-2 0,2 6 2 16,0-1-1-16,2-2-3 16,-1 1-9-16,0 1-3 0,-2-4-7 0,2 4-3 15,-4-1-4-15,-3 0-7 0,-3 1 0 0,0-1-5 16,-1 2-1-16,-5-2-7 0,0 1 5 15,2 0-4-15,-8 1-5 0,8-4-19 0,-4 4-20 0,-4 0-28 16,0 0-27-16,0 0-29 0,0 0-29 0,6 3-28 16,-6-3-29-16,0 0-151 0,0 0-373 0,0 0 165 15</inkml:trace>
  <inkml:trace contextRef="#ctx0" brushRef="#br0" timeOffset="-8327.05">2610 14450 157 0,'0'0'335'0,"0"-4"-12"0,0 4-22 16,0 0-27-16,0 0-18 0,0 0-30 0,0 0-28 15,0 0-33-15,0 0-7 0,0 0-21 16,0 0-15-16,0 0-15 0,0 0-19 0,0 0-16 15,0 0-8-15,0 0-10 0,0 0-8 0,0 17-7 0,3-7-2 0,-3 1-8 16,1 5 1-16,-1 2-6 0,4 9 0 0,-4-7-2 16,1 1-2-16,-1-3-11 0,0 2-11 0,-1-1-14 15,2 0-24-15,-1-1-18 0,0 2-23 0,0-2-28 16,-1-3-38-16,1-6-50 0,0 6-248 0,0-8-482 16,-1-2 214-16</inkml:trace>
  <inkml:trace contextRef="#ctx0" brushRef="#br0" timeOffset="-7841.67">2961 14404 118 0,'0'0'315'0,"0"0"-19"16,0 0-15-16,0 0-24 0,0 0-21 0,0 0-20 0,0 0-26 15,0 0-24-15,3-2-21 0,-3 2-12 0,0 0-16 16,0 0-15-16,0 0-15 0,0 0-9 0,0 0-17 15,0 0-6-15,0 0-16 0,0 11 5 0,0-5-5 16,0-2-7 0,-3 7-1-16,1 0-7 0,2 1-2 0,-5 4-1 15,1 1-4-15,1 0-7 0,0 1 2 0,-1-3 0 0,1 3 0 16,-2-3-3-16,1-2-2 0,3-3 3 0,-1 1-5 16,-1-5 2-16,2 1-4 0,-1-1 4 0,2 1-3 15,-1-2 2-15,0-1 0 0,1 1 2 0,2-2-1 16,-2-1 2-16,0-2 4 0,-2 5-4 0,2-5-2 15,0 0 8-15,4 5-9 0,0-5 7 0,-4 0-2 0,16 2 0 16,-7 0-1-16,2-2-3 0,1-2-29 16,-2 2-32-16,3 0-38 0,1-2-41 0,0-1-55 15,3-1-60-15,-6 3-190 0,1-3-473 0,-2-3 211 0</inkml:trace>
  <inkml:trace contextRef="#ctx0" brushRef="#br0" timeOffset="-7487.4">3078 14529 8 0,'-1'-6'362'0,"1"6"-17"0,0 0-19 0,0 0-19 15,0-5-33-15,0 5-27 0,0 0-27 0,0 0-26 16,0 0-25-16,0 0-8 16,0 0-28-16,0 0-26 0,0 0-18 0,0 0-21 15,0 0 5-15,0 0-10 0,-3 17-8 0,2-9-6 16,-1 7-5-16,1 2-2 0,0 2-6 0,-3 1-7 15,4 4-1-15,-3-3-4 0,2-1 1 16,0-2-5-16,1 2-4 0,0-3-2 0,-1-1 1 16,1-5-1-16,1 1-10 0,-2-2 13 0,1-2-4 0,1-2 0 15,-1 1 0-15,0-2-4 0,0 0 1 0,-1-2-2 0,1 1 2 16,0-4 10-16,0 0-9 0,0 5 3 0,0-5 5 16,0 4-2-16,0-4 4 0,0 0 0 0,1 4 1 15,-1-4-2-15,0 0 1 0,0 0-4 0,0 0 3 16,0 0-3-16,0 0 16 0,0 0-27 0,0 0-12 15,0 0-51-15,0 0-39 0,0 0-43 0,0 0-47 16,1-15-63-16,-1 10-285 16,0-2-578-16,0-3 256 0</inkml:trace>
  <inkml:trace contextRef="#ctx0" brushRef="#br0" timeOffset="-7186.64">3239 14304 158 0,'0'0'224'0,"0"0"-24"0,0 0-27 15,0 0-16-15,9 8-19 0,-4 0-4 0,0 5-11 0,5 4-11 0,2 5 0 16,-2 4-13-16,0 3-6 0,-2 1-4 15,0 3-9-15,-2 0-7 0,3 16-3 0,-8-17-11 0,-1 4-2 16,-1-2-5-16,-2-1-4 0,-3 0-5 0,-2-2 0 16,-1-1-2-16,-1 1-1 0,-5-4-6 0,-3 0 0 15,-4-1-18-15,-1 0-31 0,-5-1-42 0,-13 7-75 16,-7-2-82 0,-7-5-134-16,-2-10-376 0,6-6 167 0</inkml:trace>
  <inkml:trace contextRef="#ctx0" brushRef="#br0" timeOffset="-6406.75">1574 14284 126 0,'0'-5'208'0,"0"5"-21"0,0 0-22 16,0 0-22-16,0 0-18 0,0 0-12 0,0 0-17 15,-7 11-10-15,0-1 2 0,0 6-24 0,-3 8-6 16,-5 4-8-16,1 4-1 16,-7 13-2-16,2 3-2 0,1 2-4 0,3 1-4 15,5-3-6-15,2 0-5 0,5-13 2 0,1 2-3 16,2-4-5-16,4 1 2 0,3-4-2 0,5-2-1 16,5 0 6-16,4-5 0 0,6 1 3 0,5-6-37 15,18 3-73-15,1-9-236 0,5-5-344 0,-2-5 152 16</inkml:trace>
  <inkml:trace contextRef="#ctx0" brushRef="#br0" timeOffset="-4996.67">4078 13387 184 0,'3'-3'197'0,"-3"3"-18"0,1-5-16 0,3 3-14 16,0 0-15-16,-4 2-11 0,5-4-18 0,-1 1-11 16,1 2-7-16,0 0-9 0,4 0-15 0,-9 1-4 0,13 2-5 15,-6 1-11-15,4 2-8 0,-5-1-2 16,4 4-6-16,2 5 1 0,-3 0-5 0,-2 2-6 16,0 1 5-16,0 2 1 0,-3-1-12 0,-1 9 2 15,-2-3-5-15,-1-5 1 16,-4 2 0-16,2-1-3 0,-6 0 0 0,2 6-1 15,1-10 1-15,-3 2-2 0,-1-3 0 0,3-2 2 16,0-3 0-16,0 0 0 0,1 0 2 0,1-1 3 16,-1-1 1-16,2-3 4 0,1-2 7 0,-2 2 8 15,3 0 12-15,-2-1 17 0,3-3 15 0,-1 4 20 16,1-4 23-16,-1 2 19 0,1-2 22 0,0 0 18 16,0 0-6-16,0 0-29 0,0 0-18 0,10-17-16 0,-5 11-1 0,4-7-17 15,1-2-7-15,0 1-23 0,2-3-6 0,5-5-10 16,-2 0-3-16,-4 7-9 0,2-2-2 0,-3 2-2 15,1-1-7-15,0 2 2 0,-2-2-3 0,0 3-1 16,-4 1 0-16,4 3 0 0,-4 1-6 0,-1 0-1 16,0 4 2-16,-3-2-2 0,3 2-4 0,0 0-1 15,-3 1-6 1,-1 3-19-16,5-3-29 0,-5 3-26 0,0 0-10 16,0 0 10-16,0 0 4 0,-1 14 8 0,1-4 8 0,0 3 3 15,-4 3 4-15,4 1 6 0,-1 3-1 0,1-3 7 16,1 2-9-16,3 3-3 0,2 3 5 0,3 0-5 15,1-4-11-15,6 2-30 0,-1-3-47 0,0-7-66 16,8 5-81-16,-5-8-164 0,3-3-480 16,0 0 213-16</inkml:trace>
  <inkml:trace contextRef="#ctx0" brushRef="#br0" timeOffset="-4501.83">3919 14047 231 0,'0'0'234'16,"0"0"-9"-16,-3 3-14 0,3-3-12 0,0 0-16 15,0 0-6-15,0 0-10 0,0 0-4 0,0 0-8 16,0 0-8-16,-6 0-9 0,6 0-14 16,0 0-6-16,0 0-11 0,0 0-9 0,0 0-8 0,0 0-14 15,0 0 0-15,0 0-12 0,0 0-5 0,0 0-7 16,0 0-3-16,0 0-5 0,0 0-4 0,0 0-10 16,0 0-5-16,0 0-2 0,0 0 3 0,0 0-5 0,0 0 0 15,0 0-3-15,0 0-4 0,0 0-1 0,0 0-2 16,0 0-2-16,0 0-1 0,0 0-2 0,18-3-2 0,-7-1 3 15,8 1-2-15,8-4-1 0,4 3 4 16,5-4-7-16,16 3 4 0,-1-3-1 0,3-1-2 16,-6 2-2-16,-7 2 5 0,0 0-3 0,-3-2-1 15,1 2 1-15,-2 0-1 16,-4-2 6-16,-4 4-5 0,-2-6 2 0,-9 6-3 16,-4 1-1-16,-1 0 6 0,-4 1-5 0,0-1 0 15,-2 1 2-15,-1 0-18 0,-6 1-18 0,7 0-33 16,-7 0-37-16,7-1-18 0,-7 1-31 0,0 0-34 15,0 0-38-15,-23 8-214 0,7-6-475 0,3 1 210 16</inkml:trace>
  <inkml:trace contextRef="#ctx0" brushRef="#br0" timeOffset="-3893.9">4279 14119 169 0,'-7'1'229'0,"7"-1"-19"0,0 0-5 0,0 0-26 0,0 0-18 0,0 0-18 15,0 0-15-15,16-7-12 0,-11 5-14 0,0 1-8 16,4-1-12-16,-1 2-8 0,1-3-10 0,2 3-7 16,-4 0-9-16,-1 3-4 0,7-3-4 0,-3 2-3 15,-4 1-13-15,1 2-6 0,0-3-9 0,-2 5-13 16,3 0-6-16,-4 1-3 0,-1 4 1 0,-1 0-3 16,0 2 6-16,-5 6 3 0,-2-4 1 0,-3 1-1 0,-6 4-2 0,4-5 0 15,-3 1 4-15,-1-3 1 0,-4 5 1 16,3-6 0-16,-1-1-1 0,2-1 1 0,4-3 6 15,-3-3 1-15,3 2 13 0,4-1 4 0,-2-3 10 16,2 1 13-16,-1-2 20 0,3-2 27 0,2 5 21 0,2-5 19 16,-5 1 7-16,5-1-8 0,0 0-13 15,-4-7-13-15,4 7-18 16,2-6-3-16,1 1-10 0,1 2-9 0,0-1-12 16,0 0-5-16,1 0-7 0,2-1-3 0,-2 4 4 15,3-2-19-15,-1 2 1 0,0 1-9 0,-7 0-6 16,18 0 6-16,-9 2-6 0,1 1 1 0,-1 2-5 15,4-1 0-15,0 1 3 0,-3 1-7 0,4 1 5 16,1-2-4-16,1 7 5 0,-1-7 0 0,-2 4-7 16,0-4 3-16,-3 0 4 0,3-2-2 0,-2 1 0 0,3-4 4 0,-1 2 5 15,-3-4-6-15,4 2 3 0,-2-2-3 0,-1-2 1 16,2 1 3-16,-4-2-4 0,1 0 0 0,2-2-1 16,-3 1 1-16,1-3-1 0,-3 4 0 0,1 0-4 15,-1-2-2-15,0 4-29 0,-2-2-36 0,0 3-40 16,-1-2-46-16,1 1-60 0,3 2-61 0,-3-2-252 15,2 2-565 1,-1-1 250-16</inkml:trace>
  <inkml:trace contextRef="#ctx0" brushRef="#br0" timeOffset="-2173.68">5366 13537 153 0,'0'-5'193'0,"0"5"-10"0,0 0-13 0,0 0-13 15,0 0-14-15,0 0-11 0,0 0-8 0,0 0-17 16,0 0-8-16,0 0-11 0,0 0-10 0,0 0-7 0,0 0-6 0,0 0-10 15,0 0-6-15,0 0-6 0,0 0-2 0,0 0-4 16,0 0-5-16,0 0 0 0,0 0-5 0,0 0-3 16,0 0-2-16,0 0-3 0,5-4 2 0,-2 3-4 15,-3 1 0-15,9-2-3 0,-3 0-3 0,2 0 4 16,0 1-3-16,-2-3 0 0,3 1-6 0,0-2 1 16,0 2 1-16,0-2 2 15,1 1 3-15,-1-1 3 0,-5 2 9 0,2-2 19 16,2 1 8-16,-3-1 15 0,0 2 8 0,-1-1 13 15,0-1 0-15,-2 2-5 0,0 0-3 0,0-2-3 16,1 4-7-16,-2-4-9 0,-1 5-10 0,-1-5-9 16,1 5-7-16,-5-7-4 0,2 4-7 0,-2 1 1 15,-1 1-9-15,-5 0 0 0,0 1-4 0,-3 2-2 16,-4 0-2-16,0 5-1 0,-9 6-2 0,0-1-6 0,3 2 1 0,-4 3-3 16,3 1 4-16,-2 3-5 0,0 1-1 15,1 4 0-15,2 1-1 0,-2 0 0 0,3 0-2 16,1 3 3-16,5 0-3 0,0-1 2 0,7 0 3 0,1 0-4 15,0-4 1-15,7-7 0 0,0 7 1 0,5-4 3 16,2-4 0-16,2-2 5 0,12 6 5 0,2-5-4 16,9-3 4-16,4-3-1 0,17 1-1 0,3-5-5 0,-4-4-7 15,2-1 0-15,-15-2-2 0,5-6-7 0,8-2 4 16,-12-1-3-16,-2-1 2 0,-3-2 2 0,1-1-2 16,-5 3 5-16,-3-5 3 0,-5 0 4 0,-5 2 21 15,-3 2 10-15,-1 0 16 0,-5 3 6 0,-1-3 3 16,-1 3-6-16,0 1-2 0,-5 1-3 0,0 1-21 15,-5 1 4-15,0-3-13 16,-3 5-7-16,-5-2-1 0,0 4-1 0,-3 1 1 16,-4 1-8-16,1 4 2 0,-2 2-4 0,-2 5 4 15,4-2-7-15,1-1-1 0,1 6-2 0,3-3-5 16,-1 0-6-16,3 2-6 0,2-1-5 0,4-2-1 16,1-1 0-16,2 0 2 0,1 0 2 0,2 0 8 15,2-1 6-15,1-3 3 0,5 0-1 0,4 0 7 16,5-2 2-16,2-2-3 0,0-2 3 0,3-2 6 0,1-2-5 0,-4-1 5 15,-1 0-4-15,1-5 7 0,-1 0-4 0,1 0-2 16,-2-2-3-16,-6-2-4 0,1 2 3 0,-2-4-2 16,-1 3-2-16,-4-4-11 0,-4 0-12 15,-1 5-8-15,-1 2-14 0,-3 0-7 0,-1-1-11 0,0 2-10 16,-5 1-9-16,0 2-8 0,1 1-23 0,-3 1-26 16,1 1-28-1,2-1-38-15,-3 3-151 0,5-2-393 0,-1 3 173 16</inkml:trace>
  <inkml:trace contextRef="#ctx0" brushRef="#br0" timeOffset="-1788.52">6119 13650 147 0,'0'-4'303'0,"0"4"-21"0,0 0-18 16,4-2-27-16,-4 2-24 0,0 0-26 0,0 0-18 16,0 0-20-1,0 0-13-15,0 0-19 0,0 0-16 0,0 0-13 16,0 0-9-16,-21 9-9 0,11-4-6 0,0-1-10 16,4 2-8-16,-3 1-7 0,1 1-11 0,-1 0-6 0,0 1-5 15,4 0-6-15,-3 3-6 0,2-3-2 0,2 0-1 16,2 2-3-16,0 0 3 0,4-1-3 0,0 4 1 15,-1-3 3-15,2 0-3 0,3-1 2 16,2 1-2-16,1 0 0 0,-1-1 3 0,-1-2-3 0,1 1 0 0,-3-3 2 16,3 2-2-16,-4-1-2 0,1-2-1 0,0 0 0 15,-1-2-9-15,-3 2-6 0,1-1 1 0,-2 1 2 16,-1-2-2-16,-1 1-1 0,-5 1-6 0,0 2-6 16,-2-2-19-16,-3 0-27 0,-3 2-33 0,-2 0-41 15,-2-4-58-15,-4 2-141 0,6-1-378 0,0-3 168 16</inkml:trace>
  <inkml:trace contextRef="#ctx0" brushRef="#br0" timeOffset="-1155.72">6384 13597 11 0,'0'0'168'16,"10"-2"-4"-16,-5 1-29 0,-5 1-16 0,15 0-4 0,-6 3-18 0,0-3-10 16,1 3-6-16,-2-3-10 0,2 6-8 0,2-1-5 15,-7 0-8-15,5 1-11 0,-5 1 0 0,4 2-7 16,-5 1-5-16,-1 0 4 0,-3 2-3 0,0 5-4 16,-7-3 2-16,2 6-1 0,-3-3-6 0,-7 7-8 15,2-3 5-15,-5-1-1 0,5-6-4 0,0 1 13 16,-2-2-8-16,1 0 6 0,2 0 6 0,1-4 0 0,1-4-4 15,3 3 0-15,0-1-1 0,2-5 0 0,0 3-4 0,0 0-2 16,1-3 5-16,3 1 14 0,1-3 8 0,-4 2 15 16,4-2 7-16,0 0 5 0,0 0 6 0,11 4-7 15,1-5-5-15,1 1-6 0,8 1-5 16,0-2-7-16,-1 1-3 0,8 0-1 0,-6 0-7 16,6-3-10-16,2 3-28 15,-9 0-35-15,-4-2-38 0,5 2-56 0,-3 0-46 16,-5-1-192-16,-1-1-398 0,-2-1 177 0</inkml:trace>
  <inkml:trace contextRef="#ctx0" brushRef="#br0" timeOffset="-507.21">6818 13607 139 0,'5'-1'183'0,"2"-1"-25"0,0 0-16 0,3 4-17 16,1-4-14-16,0 6-12 0,-1-1-9 0,1 0-12 16,-4 3-12-16,3-1-2 0,-2 1-7 0,1 4-8 0,-5-3-6 15,1 5-2-15,0 0-4 0,-2 1-1 0,-6 3-6 16,2 1-1-1,-7 2-4-15,2 0-1 0,-2-2 2 0,-6 5-3 16,3-5-3-16,-1-2-1 0,-2 0-1 0,2-1 4 16,-1-2 5-16,4-3 4 0,1-1 2 0,-2-2 0 0,3 1 0 15,3-3 3-15,-1-2 8 0,1 2 7 16,2-1 20-16,-1 0 20 0,0-1 22 0,3-2 24 16,0 0 25-16,0 0 17 0,0 0-15 0,0 0-21 15,0 0-14-15,8-17-15 0,4 3-9 0,-2-1-10 0,4 1-9 0,7-7-18 16,-3 0-11-16,2 5-5 0,-2-4-6 0,1 0-6 15,-5 4 0-15,0 5-4 0,-1-4-3 0,1 2-3 16,-5 4 3-16,-1 1 6 0,-1 1 4 0,-2 2 12 16,1-1-15-16,-3 1-2 0,0 2-9 0,0 0-11 15,0-1-19-15,-3 4-18 0,4-2-18 0,-4 2-2 16,0 0 2-16,0 0 0 0,-6 13 4 0,2-3 5 0,0 0 0 0,0 2-3 16,-1 5-1-16,1 2-8 0,2 1-1 0,0-2-6 15,2 3 3-15,3 3-6 0,2-4-13 0,4-2-21 16,8 3-34-16,3-1-56 0,7-6-75 0,-1-2-267 15,7-3-559-15,-4-5 247 0</inkml:trace>
  <inkml:trace contextRef="#ctx0" brushRef="#br0" timeOffset="310.33">7347 13176 47 0,'0'0'113'0,"0"0"-14"0,0 0-9 0,0 0-7 16,0 0-12-16,0 0-11 0,0 0-8 0,0 0-5 15,0 0-2-15,-1 15-1 0,1-10-4 0,0 4-10 16,-3 4-4-16,2 3 2 0,1 1-10 0,0 3-2 0,-3 4-11 0,6 0 5 16,-2 1 10-16,3 2-6 0,0-2 2 0,1-5 1 15,-1-2-3-15,5 7-3 0,-3-7 10 0,2-1-5 16,4-1-8-16,-1-1 4 0,-2-3 0 0,1-2 3 15,-1-2 6-15,1 1 3 0,0-2-1 0,-1 1 4 16,3-4 1-16,-1-3 2 0,-2 2 6 0,0-2 0 31,-1-1 10-31,-1-1 8 0,1-2 1 0,-4 2-5 0,1-2 7 0,0-1-5 16,-1-1-2-16,1 0-8 0,-4 1 0 0,2-4-2 16,-2 3-5-16,-1-2-2 0,0 2-4 15,-1 1-5-15,-2 0 1 0,2 0-4 0,-4 1-6 0,0 1 0 16,0 0-7-16,5 2 1 0,-13-1-2 0,5 2 2 15,2 2-5-15,-5-1 1 0,0 4-7 0,0-1 5 16,1 0-5-16,-2 2 3 0,2 1 0 0,0 4-2 0,-3 1-3 0,4 0 2 16,0 1-3-16,0 3 5 0,0 1 1 0,3-1 0 15,-2 2-9-15,4 5 3 0,0-4-2 0,-1 9-6 16,4-3 10-16,0 1 1 0,1 2-2 16,1-2 2-16,3-2-1 0,1 5-3 0,0-6 1 0,0 1 3 15,3 1 1-15,-3 1-8 0,4-3 13 0,-1 3-4 16,-2-3-1-1,3 0-1-15,-3 2 5 0,-1-8-2 0,-2 1-3 16,-1-2 5-16,0 2-2 0,-5 0-2 0,2-2 2 16,-6 0-1-16,0 0 2 0,-2-1 12 0,-1-3 3 0,-3 0-1 15,-4 2-1-15,2-2 2 0,-7 1-3 16,-1 2 3-16,-5-3-33 0,-3-2-35 0,-2 0-65 16,-18-2-203-16,0-1-344 0,1-7 152 0</inkml:trace>
  <inkml:trace contextRef="#ctx0" brushRef="#br0" timeOffset="1767.66">3906 13191 26 0,'0'0'103'0,"0"0"-3"0,0 0-6 0,0 0 5 0,-4-2-6 0,4 2 0 16,0 0-3-16,0 0-3 0,0 0-2 0,0 0-2 15,0 0-4-15,0-6 1 0,0 6-7 16,0 0-3-16,0 0-7 0,0 0-1 0,0 0-11 16,0 0-1-16,0 0-1 0,-2-4-3 0,2 4-3 0,0 0-4 15,0 0-4-15,0 0-8 0,0 0-5 0,0 0 0 16,0 0-9 0,0 0-22-16,0 0-6 0,0 0-7 0,0 0 3 15,0 0 6-15,3 14-8 0,-3-2 7 0,-3 0-4 0,0 8 4 16,-1 6 3-16,-1 6 4 0,-3 2 6 15,3 3-5-15,-8 10 1 0,3 2 9 0,-5-1-9 16,2 1 3-16,-5-1-2 0,3-5 5 0,4-9-1 16,-2 12 0-16,1-14 2 0,2-3 0 0,1 1 8 15,-4-2-11-15,6-6 2 0,0-5 2 0,2-3 6 0,1-2-1 0,-1-3-7 16,4-1-5-16,-2-3 4 0,-2 0 18 0,5 0 36 16,-1 0 26-16,0-1 19 0,-2-2-21 0,3-2-7 15,0 0-10-15,0 0-7 0,13-16-8 0,-7 8-8 16,2-2-6-16,1 1-1 0,0 0-2 0,-3 1-8 15,2 0-1-15,0 2-3 0,-2 1-3 0,0 0-5 16,-1 3-2-16,3-1-5 16,-3 3-2-16,-5 0 0 0,13 4-4 0,-7 4 1 15,1 2 1-15,1 5-2 0,0 6-2 0,-4 5 5 16,-4 5-7-16,0 4 0 0,-4 14 0 0,-2-3 0 16,-2 4-2-16,1-6-1 0,-6 3 9 15,1-2-3-15,2-11-1 0,2-1 2 0,-3-2-3 0,2-1 1 16,4 0-1-16,-3-4 2 0,7 0 1 0,-3-6 3 15,4-3-1-15,2 1 2 0,1-1 0 0,2-6 3 0,0 1 0 16,7 2 0-16,3-2 1 0,9 1 2 0,3-2-10 16,-1-1-27-16,6-2-46 0,5-5-62 0,-5 1-204 15,4-4-371-15,-2-3 165 0</inkml:trace>
  <inkml:trace contextRef="#ctx0" brushRef="#br0" timeOffset="4991.89">7983 13503 64 0,'0'0'137'0,"0"0"1"0,0 0-6 16,0 0-4-16,0 0-3 0,-3-3 0 0,3 3-8 16,0 0-2-16,0 0-17 0,0 0-9 0,0 0-8 15,0 0-3-15,0 0-5 16,0 0-9-16,0 0-4 0,0 0-2 15,0 0-5-15,0 0-3 0,0 0-2 0,0 0-3 0,0 0-4 16,0 0 8-16,0 0-10 0,0 0 2 0,0 0-6 16,0 0-2-16,0 0 0 0,0 0-4 0,0 0-5 15,0 0-2-15,0 0-1 0,15-1-2 0,-5 1-2 16,3 0-1-16,6-3-3 0,2 3 1 16,5 0-4-16,3 0 3 0,-8 0-4 0,9-2 2 0,-1 2-4 0,-10 0 1 15,3 0-3-15,-3 0-1 0,-1 0-10 0,-4 2-15 16,0 0-26-16,-1-2-35 0,-2 0-31 0,-4 0-47 15,-1 1-21-15,0 0-117 0,-6-1-321 0,0 3 143 16</inkml:trace>
  <inkml:trace contextRef="#ctx0" brushRef="#br0" timeOffset="5323.92">8027 13653 202 0,'0'0'206'0,"0"0"-15"15,0 0-16-15,0 0-17 0,0 0-14 0,0 0-10 16,25-3-10-16,-11 2-17 0,4-2-10 0,4 1-7 15,5 1-13 1,2-1-6-16,-1-1-5 0,3 0-12 0,-3-1-5 0,-6 2-4 16,0 2-3-16,-5-2-3 0,2 1-4 0,-7 1-5 15,-3 0-4-15,1 0 0 0,-1-2 1 0,-4 2-7 16,3-1-4-16,-8 1-15 0,7 0-20 16,0-1-24-16,-7 1-33 0,0 0-27 0,9 0-42 15,-9 0-40-15,0 0-96 0,0 0-303 0,5 1 135 0</inkml:trace>
  <inkml:trace contextRef="#ctx0" brushRef="#br0" timeOffset="5747.13">9053 13213 121 0,'1'-3'291'0,"-1"-2"-17"0,0 5-18 0,0-4-19 15,0 4-27-15,2-5-23 0,-2 5-24 0,0 0-19 16,0 0-20-16,2-3-16 0,-2 3-19 0,0 0-9 16,0 0-11-16,0 0-7 0,-2 17-3 0,2-6-14 0,-3 0-1 15,3 4-7-15,0 1-7 0,-4 1-1 0,2 0-3 16,2 1-4-16,0 0 2 0,-2 0-5 0,2-2-2 0,0 1 0 16,0-4-3-16,0-1 0 0,0-3 1 0,2 1-4 15,-2-4 2-15,-2 2-9 0,2-3-19 0,-1-1-12 16,1 2-16-16,0-1-22 0,-4-2-22 0,4 3-24 15,0-1-25 1,0-2-17-16,0-3-21 0,-2 9-167 0,-2-7-370 0,0-1 165 16</inkml:trace>
  <inkml:trace contextRef="#ctx0" brushRef="#br0" timeOffset="6094.69">8735 13644 33 0,'-4'2'189'0,"4"-2"-12"0,0 0-13 16,0 0-12-16,0 0-14 15,-9 0-11-15,9 0-9 0,0 0-6 0,0 0 3 16,0 0 1-16,0 0-5 0,24-2-8 0,-5 1-10 15,1-1-6-15,10 0-11 0,2-2-7 0,5 1-11 16,-1-2 0-16,5 4-9 0,0-2-5 0,-3-2-5 16,-1 3 3-16,-2-2-4 0,-3 3 2 0,-2-3-8 15,-9 3-2-15,-4-3 0 0,-2 4-3 0,-5-1 6 16,0 1 0-16,-1-1 2 0,-4 1-1 0,-5 0-1 0,11 0-4 0,-8 0-5 16,-3 0-10-16,0 0-20 0,9 0-19 0,-9 0-22 15,0 0-27-15,0 0-34 0,0 0-35 0,0 0-39 16,-19 7-172-16,8-5-382 0,-1 0 170 15</inkml:trace>
  <inkml:trace contextRef="#ctx0" brushRef="#br0" timeOffset="7034.69">8815 13872 7 0,'0'0'250'0,"0"0"-12"0,0 0-15 0,0 0-15 0,0 0-17 15,0 0-16-15,0 0-17 0,0 0-15 0,0 0-18 16,0 0-14-16,0 0-11 0,0 0-11 0,0 0-7 15,14-1-11 1,-14 1-3-16,13 0-13 0,-3 0-2 0,-1 2-11 16,3 1-6-16,-1 1-3 0,-2-4-5 0,3 4-1 0,-2 1-7 15,-1 3-2-15,0-1-5 0,0 1-3 16,-3-1-8-16,2 5-2 0,-3-2-6 0,-1 4-1 16,-2-3 2-16,-2 6 2 0,0 1-1 0,-6-1-2 15,0-1 3-15,-3 1 0 0,-2 0 2 0,0 0 4 0,-2-2-7 0,-6 4 2 16,5-6 2-16,0-1-1 0,1-2 2 0,0-2-2 15,3-2 3-15,6 0-1 0,-6 0-1 0,4-2 3 16,0 0-4-16,3-1-1 0,0-1 4 0,0 2 1 16,2-1 8-16,1-3 6 0,5 4 11 0,4-3-3 0,5 0-7 15,4 0 4-15,4 1-5 0,9-2 4 0,-3 0-5 16,2 0-2-16,2 0 3 0,-4 0 9 0,-7-2 4 16,2 2-2-1,5 0 2-15,-9 0 0 0,-6 0 6 0,4-1 3 16,-8 2 5-16,1-2 2 0,-3 1 11 0,-2 0 9 15,-5 0 0-15,8-1 1 0,-8 1-7 0,7 0-1 16,-7 0-5-16,8 0-18 0,-8 0-22 0,0 0-29 16,0 0-36-16,8-1-37 0,-8 1-49 0,0 0-54 15,0 0-58-15,0 0-219 0,-1-9-506 0,1 9 223 16</inkml:trace>
  <inkml:trace contextRef="#ctx0" brushRef="#br0" timeOffset="8115.35">9895 13379 5 0,'1'-4'175'16,"1"1"-11"-16,0-1-11 0,2 1-18 0,1-1-16 15,4 1-5-15,-4 0-17 0,5-1-8 0,3 3-11 16,-3 0-5-16,2 1-17 0,2 0-2 0,3 1-6 16,-3 0-4-16,2 5-12 0,-3-1 0 0,0 5-5 15,-2-3-2-15,2 5 0 0,-3 2-3 0,-1 2-4 16,-2 2 3-16,-2 0-11 0,-3 1 2 0,-2 1 4 0,-4-1-2 0,-1 5-6 15,-1-4 3-15,-4 4-1 0,-2-7 0 0,-2 5-3 16,-1-1 1-16,4-6 0 0,-2-3 7 0,5-3-2 16,-5 2 1-16,4-4 8 0,4 0-2 0,-4 1 7 15,5-4-3-15,-2-2 20 0,2 2 17 0,0 0 26 16,4-1 22-16,0-3 23 0,-4 1 19 0,4-1 0 16,0 0-2-1,0 0-25-15,8-14-13 0,1 3-9 0,4-2-16 16,6-6-10-16,3-1-9 0,1-2-20 0,3 0-7 15,-1-2-6-15,-3 3-2 0,1 2 0 0,-2-1-8 0,-5 6-5 16,-4 2 12-16,1 1-10 0,-3 2-2 0,-2 3-3 16,-3 0-3-16,-1 3 0 0,1 0-9 15,-1-1-12-15,0-1-14 0,-4 5-19 0,5-2 2 0,-5 2-2 16,0 0 10-16,-4 15-1 0,-2-4 3 0,1 1 0 0,-2 3 3 16,1 2 4-16,-2 0 1 0,-1 1-5 0,7 0 0 15,-2 3 1-15,1-3 2 0,3 1-1 0,7-1-4 16,3-1-4-16,1-1-27 0,5-3-28 0,8 4-41 15,7-7-55-15,3-2-70 0,3-3-150 0,3-2-436 0,-3-3 193 16</inkml:trace>
  <inkml:trace contextRef="#ctx0" brushRef="#br0" timeOffset="8554.17">10794 13554 61 0,'0'0'145'0,"-7"0"-8"0,7 0-9 0,-8 0-8 15,8 0-10-15,0 0-19 0,0 0-5 0,0 0-6 0,-9 0 5 16,9 0-8-16,0 0 8 0,0 0-15 0,0 0 7 16,0 0 2-1,0 0 2-15,22 2-7 0,-12-2-5 0,7 0-5 16,7-2-7-16,3 2-2 0,2-3-6 0,0 2 2 15,-7 0 0-15,7-2-6 0,-1 1 3 0,-9 0-1 0,0-1 2 16,-5 3 1-16,0 0-4 0,-2-2-2 16,-3 2-4-16,-1 0-7 0,-1 0-3 0,-2-3-4 15,-5 3-7-15,9 0-11 0,-9 0-28 0,6-1-38 16,-6 1-49-16,0 0-42 0,0 0-207 0,0 0-385 0,0 0 171 0</inkml:trace>
  <inkml:trace contextRef="#ctx0" brushRef="#br0" timeOffset="9657.17">11888 13024 77 0,'0'0'168'0,"-1"-2"-9"0,1 2-17 15,0 0-18-15,0 0-6 0,0 0-14 0,0 0-17 16,10-3-2-16,-3 1-9 15,-7 2-10-15,14 0-6 0,-8 0-12 0,3 0-4 16,4 2-5-16,-3 1-1 0,0-1-8 0,4 0-4 16,-2 4-3-16,0-2-9 0,0 3 9 0,0-1-8 15,2 5-2-15,-3 0-1 0,3 1-4 0,-5 2-8 16,-2 0 2-16,-1 2-3 0,-2 0 3 0,-4 0-7 16,0 1 8-16,-4-3-7 0,-2 4 8 0,-5-1-3 15,-1 0 1-15,-2 2 2 0,-7 0-6 0,7-2 7 0,-2-5 2 0,-3 0 3 16,2-2 1-16,-1 2-2 0,1-1-2 0,2-3 1 15,6 0 2-15,0-3-3 0,-2 2-1 0,4-5 0 16,3 1-3-16,0 1 2 0,-1-1 4 0,3 0 0 16,2-3 0-16,-2 3 13 0,2-3 20 0,0 0 2 15,12 4 5-15,-2-4-6 0,4 0-2 0,3-3-2 16,5 3-2-16,-2-2-2 0,2 0 1 0,7-1-2 0,-1 0-4 0,0 1-1 16,-6 0-2-16,-2 2-3 0,-3-3-1 0,1 1-1 15,-6 0-5-15,-2 2-1 0,-1-1-1 0,-3 2 2 16,-2-3-1-16,-4 2-2 0,9 0 0 0,-3-1-2 15,-6 1-4-15,0 0-12 0,9-2-11 0,-9 2-10 16,0 0-21-16,4 0-18 0,-4 0-18 0,0 0-17 16,0 0-35-16,0 0-26 15,0 0-141-15,3-5-326 0,-3 5 145 0</inkml:trace>
  <inkml:trace contextRef="#ctx0" brushRef="#br0" timeOffset="10205.19">12553 12997 59 0,'0'0'197'0,"0"0"-14"0,0-3-4 0,0 3-15 0,0 0-12 16,1-4-13-16,-1 4-13 0,0 0-14 0,0 0-16 15,0 0-7-15,0 0-14 0,0 0-12 0,0 0-5 16,0 0-5 0,0 0-15-16,0 0-5 0,5 10 0 0,-5-3-6 15,0 1-6-15,0 3-1 0,0 6-3 0,0-6 2 0,0 6-4 16,0 1-5-16,0 1-1 0,-4 0 2 0,4-1-2 15,3 1 0-15,-3-2 1 0,-3 0-2 16,6 0-4-16,-2-5 1 0,-1 0 1 0,3-1-3 16,-6-1 2-16,6-2 2 0,-3 0-2 0,0-4 4 0,0 1-4 15,1 0 1-15,-1 0-2 0,0-5 0 0,0 3 1 0,0 1 4 16,0-4-2-16,0 5 1 0,0-5 5 0,0 0 0 16,0 4 0-16,0-4-2 0,0 0-13 0,0 0-7 15,0 0-34-15,0 0-93 0,0 0-195 0,0 0-360 0,-1-17 160 16</inkml:trace>
  <inkml:trace contextRef="#ctx0" brushRef="#br0" timeOffset="10574.97">12519 12942 69 0,'0'-3'180'16,"0"3"-21"-16,-2-2-13 0,2 2-13 0,0 0-11 15,0 0-21-15,10-3-6 0,-10 3-11 0,9 0-11 16,-1 3-5-16,2 1-11 0,3-2-4 0,1 4-9 16,4 3-1-16,-3-3 4 0,2 6-7 0,-2 0-5 15,7 5-1-15,-3 1-1 0,0 0 0 0,-3 2 0 0,0 2-1 0,-3 1-4 16,-7-4-5-16,3-2 1 0,-4 2-9 15,-1-4 2-15,-4 2 1 0,3-2 0 0,-6 2-1 0,-1-5 2 16,-1 5 5-16,-1-5-3 0,-3 0 4 0,-3 0 2 16,1-2-5-16,-2 1-3 0,-3-3 3 0,0 2-1 15,1-1 2-15,0-3-7 0,-3 1 2 0,1 0-6 16,3-2-4 0,1 2-21-16,-1-2-27 0,5 0-37 0,0-1-21 0,4-1-30 15,0 2-25-15,0-1-121 0,5 0-296 16,0-4 130-16</inkml:trace>
  <inkml:trace contextRef="#ctx0" brushRef="#br0" timeOffset="11176.65">11749 13675 19 0,'0'0'140'0,"-5"2"-18"16,5-2-3-16,0 0-18 0,0 0-8 0,0 0-8 15,0 0 1-15,-5 1-4 0,5-1-3 0,0 0 3 16,0 0 1-16,0 0-6 0,0 0-2 0,0 0-4 16,0 0-4-16,0 0 2 0,0 0-8 0,0 0-6 15,0 0-3-15,0 0-1 0,0 0-9 0,0 0-1 0,0 0-5 16,0 0-6-16,0 0 2 0,0 0-7 0,0 0 3 15,0 0 2-15,0 0 3 0,0 0 1 0,0 0 0 0,0 0 1 16,0 0 1-16,23-5-2 0,-4 4-4 0,3-1 0 16,8-3-4-16,10 1-1 0,18 0-3 15,6-5 3-15,34 1 9 0,4 0 3 0,0 2 0 16,7-3-3-16,-2 3 4 16,3-3-9-16,-8 7-4 0,1-4 16 0,-6 4-5 15,-8-6-1-15,-26 4-4 0,-1 1-3 0,-2-1-5 16,-3-1-1-16,-7 0-2 0,-17 4-3 0,-4-5-3 15,-6 4 1-15,-5-1 4 0,-4 2 15 0,-1 0 20 16,-7-1 21-16,6 0 10 0,-7 1-1 0,1-1-7 0,-2-1-12 16,-4 3-19-16,3-2-21 0,-3 2-34 15,0 0-33-15,0 0-35 0,0 0-39 0,-21 0-38 0,11 2-42 0,-4 0-53 16,-3 2-174-16,3-2-458 0,-2 1 204 0</inkml:trace>
  <inkml:trace contextRef="#ctx0" brushRef="#br0" timeOffset="11978.22">11813 14035 101 0,'0'0'226'15,"0"0"-10"-15,0 0-9 0,0 0-14 0,0-5-12 16,0 5-14-16,0 0-22 0,0 0-10 0,0 0-14 16,0 0-11-16,0 0-17 0,0 0-8 0,0 0-13 15,0 0-10-15,0 0-9 0,0 0-13 0,0 0-12 16,0 0-6-16,0 0-8 0,0 0-6 0,0 21-3 15,1-8 4-15,-1-4 14 0,0 8-6 0,-1 1-2 0,-1 1-1 16,2 0 0-16,-2 5-2 0,0-7 3 0,-1 1-3 0,2-2-2 16,-1-2-2-16,2-2 4 15,-1-4-6-15,1 4 2 0,0-4 1 0,-1 1-3 16,2-4 0-16,0 0 5 0,-2 0-4 0,1-2 3 16,0 2-1-16,0-5 3 0,-1 4 2 15,1-4-4-15,0 5-2 0,0-5 1 0,0 0-12 0,0 0-9 0,-4 2-25 0,4-2-78 0,0 0-61 16,-7-9-196-16,4 4-402 0,0-2 179 0</inkml:trace>
  <inkml:trace contextRef="#ctx0" brushRef="#br0" timeOffset="12341.22">11717 13970 125 0,'0'0'188'0,"-2"-4"-18"15,2 4-23-15,0 0-14 0,0 0-15 0,0 0-15 16,0 0-8-16,0 0-10 0,14 9-9 0,-4-5-7 16,-1 4-8-16,5 2-8 0,0 2-3 0,6 5-9 15,0 2 0-15,-1 0-4 0,1-2-2 0,-4 4-9 0,1-3-1 16,-4-2 0-16,0-1-5 0,-3 4-1 0,3-2 1 0,-6 2 7 16,0-3-6-16,-2 2 2 0,-2-1-3 0,-2-1 2 15,-2 1 5-15,-3-5 6 0,-4 2 3 0,-2 0 3 16,0-2 1-16,-4-2 2 0,-2 0 1 0,1-1 1 15,-2-1 0-15,7-1 7 0,-9-3-2 16,9 2 1-16,-3-2-2 16,3-1 0-16,2-1-7 0,1 0-3 0,1-1-2 15,1 2-2-15,0 0-5 0,5-3-2 0,-8 1 8 16,8-1 1-16,-6 3 3 0,6-3-4 0,-5 1-2 16,5-1-5-16,0 0-7 0,0 0-14 0,0 0-22 15,0 0-29-15,0 0-41 0,14-8-37 0,-5 4-71 0,-3 1-216 16,3-3-441-16,3-1 195 0</inkml:trace>
  <inkml:trace contextRef="#ctx0" brushRef="#br0" timeOffset="12949.19">12096 13857 46 0,'0'0'235'16,"3"-3"-22"-16,-3 3-23 0,0 0-18 0,4-3-18 15,-4 3-19-15,0 0-12 0,0 0-16 0,0 0-13 16,17 4-9-16,-12 0-9 0,1 0-9 0,-1-1-7 15,3 4-5-15,1 3-5 0,-3-4-1 0,-2 5-5 16,3 1-6-16,-5-1-4 16,2 1-1-16,-4-1 0 0,0 6-3 0,-4 0-4 15,0 0 0-15,-2-1-2 0,-3-1-5 0,0-5 7 16,0 3-4-16,0-2 0 0,0-4 4 0,0 1 2 16,4 1 1-16,-4-4-3 0,5 2 6 0,-1-3 2 15,1-1 14-15,1 2 12 0,1-3 10 0,0 1 11 0,2-3 9 0,-3 4 10 16,3-4-7-16,0 0-8 0,0 0-13 15,12 1-5-15,-1-3-4 0,3-1-9 0,8-2-9 16,-3 3-6-16,8-3-3 0,-4 2-3 0,5-3-4 16,-7 2-2-16,-1 0-4 0,0 3-1 0,-2 0 0 0,-4 0-3 15,-1-2-1-15,1 2-3 0,-6-1-2 0,-3 0-22 16,3 2-16-16,-8 0-27 0,10-1-28 0,-6 0-41 16,-4 1-45-16,5-1-39 0,-5 1-9 15,0 0-24-15,0 0-192 16,0 0-466-16,0 0 207 0</inkml:trace>
  <inkml:trace contextRef="#ctx0" brushRef="#br0" timeOffset="13381.45">12614 14183 160 0,'0'0'157'0,"0"0"-15"0,0 0-12 0,0 0-9 15,0 0-16-15,0 0-8 0,-6 0-8 0,6 0-2 16,0 0-1-16,0 0 8 0,0 0-2 0,0 0-3 15,0 0 1-15,0 0 1 0,0 0-1 0,0 0 3 0,0 0-1 16,0 0-1 0,0 0-1-16,0 0-8 0,15 2-4 0,-6-2-8 15,5-2-8-15,5 2-5 0,3-3-7 0,6 1-4 16,2-2-6-16,0 1-4 0,2 0-2 0,-1 1-2 16,-2-1-6-16,-1 1 0 0,-5-1-3 0,-6 1-1 15,2 0-1-15,-6 2-5 0,-4-3 1 0,1 3-4 16,-2 0 0-16,-3-1 2 0,0 1-8 0,-5 0-8 15,9-3-13-15,-9 3-12 0,1-2-22 0,-1 2-32 0,0 0-38 0,0 0-25 16,-18-4-36-16,8 3-40 0,0 1-122 0,-2-1-370 16,2-1 165-16</inkml:trace>
  <inkml:trace contextRef="#ctx0" brushRef="#br0" timeOffset="13682.24">12834 14040 118 0,'0'0'302'0,"-1"-5"-19"0,1 5-20 16,0 0-23-16,-3-2-19 0,3 2-27 0,0 0-22 0,0 0-20 0,0 0-17 15,0 0-21-15,0 0-9 0,0 0-18 0,0 0-11 16,0 0-2-16,0 0-17 0,0 14-7 0,3-10-3 15,-6 9-10-15,3-4-4 0,-1 4-1 0,0 6-6 16,-3-2 0-16,0 2-3 0,4 1-2 0,0-2-4 16,-3-2 0-16,2 5-3 0,-1-4 3 0,3-2 1 15,-2-3-4-15,2 0 4 16,-1 0 0-16,0-4-35 0,1 2-34 0,-1-3-30 16,1 0-32-16,1 0-45 0,-1-2-38 0,3 0-206 15,0-4-434-15,-2 0 193 0</inkml:trace>
  <inkml:trace contextRef="#ctx0" brushRef="#br0" timeOffset="14098.69">13175 13953 180 0,'0'0'264'15,"4"-3"-23"-15,-4 3-25 0,0 0-22 0,-2-6-22 16,2 6-23-16,0 0-16 0,0 0-18 0,0 0-14 16,0 0-6-16,0 0-14 0,-2 18-9 0,0-10-5 15,-1 2-7-15,-1 1-4 16,-1 4-6-16,-2-3-9 0,0 4 0 0,1 1-7 15,-1-1-3-15,0 2-2 0,2-2-6 0,-2-2 1 16,3-4-4-16,2 2-5 0,-1-2-1 0,2 1 0 16,-2-3-1-16,3-3 0 0,-1 2 1 0,1-2-2 15,-1-1 2-15,2 1 1 0,-1-2 1 0,3 2 15 16,0-3 4-16,3 2 5 0,1-3-8 0,3 1 1 16,3 1-4-16,0-3 1 0,6 0-15 0,-1-3-31 0,0 0-32 15,1-1-40-15,3 2-46 0,-5-3-28 0,0-2-51 16,-4 2-157-16,0 0-399 0,-2-3 177 0</inkml:trace>
  <inkml:trace contextRef="#ctx0" brushRef="#br0" timeOffset="14299.17">13322 14054 56 0,'0'0'257'0,"-2"-3"-10"0,2 3-23 16,0 0-21-16,0 0-25 0,0 0-21 0,0 0-22 15,0 0-16-15,0 0-11 0,-3 11-13 0,3-6-12 16,-1 2-11-16,1 5-5 0,-3 4-2 0,0 2-6 16,1 2-1-16,1 6-6 0,1 1-5 0,1 2-1 0,-1-1-1 0,4-3 3 15,-3-5-48-15,2 5-56 0,-1-8-80 0,0 1-236 16,0-5-402-16,1-5 177 0</inkml:trace>
  <inkml:trace contextRef="#ctx0" brushRef="#br0" timeOffset="16890.34">13794 12642 69 0,'-1'-5'143'0,"1"5"-14"0,0 0-3 0,0 0-13 16,0 0-11-16,0 0-7 0,0 0-15 0,0 0-9 15,0 0-9-15,0 0-3 0,0 0-10 0,0 0-12 16,0 0-11-16,0 0-3 0,0 0 4 0,0 0-6 0,0 0-3 0,-2 14 3 15,0-7-11-15,0 0-8 0,1 3 7 0,0 3-6 16,1 2 3-16,0 3 2 0,1-1-11 0,2 3 19 16,2-3-10-16,2 2-6 0,2 10 6 0,0-10-4 15,4-2 5-15,1 5-7 0,4-2 0 0,-5-4-3 16,1 0 12-16,0-3 1 0,0 2-2 0,-1-3-6 16,0-1-2-16,-2-3 9 15,-2-2-13-15,0 2 10 0,1-3 2 0,-2 0 0 16,-3-1 9-16,0-1 8 0,0 0 20 0,1 0 17 15,-2-3-5-15,-4 0-4 0,0 0-1 0,0 0-10 16,9-6-3-16,-9 2-6 0,0 4-4 0,-2-5-4 16,0 0-1-16,1 0-5 0,-3-1 1 0,0 3-4 15,-1 0-1-15,2-2 0 0,-3 0-11 0,3 3 1 16,-1 0-2-16,-1 1-2 0,5 1 1 0,-12 0-2 0,7 3-6 0,-1-3 3 16,-1 5-2-16,-2 3 1 0,2-1-7 0,-1 2 0 15,0 8-4-15,-2 0 6 0,1 8-1 0,0 3 10 16,-1 4-8-16,0 4 0 0,-2 10 4 15,1 5 2-15,1 2-6 0,0-1 7 0,0 3 0 0,4-2-1 16,0-2 0-16,2 4 0 0,1-1 4 0,1 1-2 16,0 0 5-16,2-3-5 0,0-3-2 0,0 6 2 0,-5-9 11 15,4 2-3-15,0-2 4 0,0-11-7 0,1 0 1 0,-2-1-2 16,2-4-2-16,-4 0 3 0,2-3 1 0,-2-1-2 16,1-6 0-16,-4 3 5 0,-1-5-4 0,2-1 1 15,-3-1-1-15,0 1 10 0,-3-1-3 16,-1 0 3-16,-1-3 0 0,-1-1-1 0,-8 4 0 15,1 1 1-15,-1-1-30 16,-7-3-55-16,-1-3-80 0,-5 0-159 0,-2-3-333 16,-2-3 147-16</inkml:trace>
  <inkml:trace contextRef="#ctx0" brushRef="#br0" timeOffset="18277.93">9870 12709 29 0,'-2'-4'131'0,"2"4"-2"0,-1-3-7 16,1 3-9-16,0 0-8 0,0 0-2 0,0 0-5 15,-1-5-11-15,1 5-1 0,0 0-4 0,0 0-5 16,-2-3 5-16,2 3-4 0,0 0-1 0,0 0-3 16,0 0-6-16,0 0-4 0,0 0-5 0,0 0-6 15,0 0-8-15,0 0-4 0,0 0-2 0,0 0-12 16,0 0-8-16,0 0-29 0,0 0 6 0,0 0 1 0,0 0-6 0,2 20 7 15,-6-8-5-15,0 5 2 0,-3 12-2 0,-1 3-4 16,-5 12 0-16,-1 4 8 0,-4 7-4 0,-9 26 14 16,4-24-12-16,-10 26 3 0,9-27-2 0,-7 22 8 15,8-26 0-15,4-1-8 0,-4-1 2 0,0-1-1 16,2-3 4-16,-2-3-2 0,8-11 1 0,1-3-2 16,-3 0 4-1,4-3-7-15,4-9 8 0,-1 0-2 0,5-5-10 0,-1-2 6 16,1 0-8-16,1-3 14 0,1 0 6 0,0-2 22 15,1-2 4-15,2-3-4 0,0 0-3 16,0 0-1-16,12 0-2 0,-12 0-5 0,16-7-4 16,-7 4 0-16,0 2-4 0,0-3-3 0,-1 4-2 0,2 0-4 15,0 0-1-15,3 5 0 0,-4 2-1 0,4 5-6 16,-2 3 1-16,0 2-2 0,-2 9 2 0,-2 6-1 0,-3 2 7 16,-4 2 9-16,-1 10-2 0,-2 4-1 0,-1-3-3 15,1-10-1-15,0 8 5 0,2-11-2 0,1-2-4 0,0 2 0 16,1-3 0-1,2-1 5-15,2-1-1 0,3 0-1 16,5-4-1-16,5-1 2 0,1 1-3 0,10-1-15 0,5-3-38 0,13 3-59 0,3-6-220 16,4-2-355-16,2-10 157 15</inkml:trace>
  <inkml:trace contextRef="#ctx0" brushRef="#br0" timeOffset="24809.26">15234 12833 118 0,'0'0'125'0,"0"-5"3"0,0 5-7 0,1-3 0 15,-1 3-9-15,3-4-6 0,-3 4-1 0,3-6-8 16,-1 2-4-16,0 3-2 0,2-3-13 0,-1 2-2 15,2-2-10-15,0 1-7 0,0 0-6 0,0 1-5 16,2 1-4-16,0-1-11 0,0 0 0 0,0 4-6 16,4-2-7-16,-4 2 2 0,2-1-6 0,0 1 2 0,1 4-8 0,0 0-3 15,-2 2-4-15,0 3 2 0,-2-1-3 0,3 5 5 16,-5-1-9-16,-3 3 7 0,-1 2-6 0,0 6 2 16,-5-4 1-16,0 4 0 0,-8-1-1 0,4 4-3 15,-1-5 5-15,-4 3-4 0,-3-2 7 0,2-2-6 16,4-2 3-16,-6-1-4 0,5-5 1 0,0 1-2 15,1-3-2-15,2-2 7 0,-1-2-2 0,3-2-4 0,-1 2 7 0,3-1-2 16,0-5 0-16,0 1 17 0,2 0 24 16,-1-1 15-16,3 2 22 0,-3-1 20 0,4-3 17 15,-4 1 13-15,4-1-14 0,0 0-11 0,0 0-12 0,12-13-7 16,-3 4-11-16,-3-2-7 0,7-3-9 0,0-1-3 16,-3-2-5-16,8-2-8 0,0-1-2 0,0-1 10 15,-2-2-20 1,1 5-2-16,-4 1-1 0,7-4-4 0,-10 7-6 0,4 0-3 15,-1 2 6-15,-4-3 5 0,5 5 3 0,-6-1 11 16,0 4-7-16,-1-3 9 0,1 5 0 16,-4-1 0-16,-1-1-8 0,0 3 4 0,1 2-7 15,0-2 2-15,-2 0-6 0,-2 4-6 0,4-4 12 16,-4 4-21-16,1-3-7 0,-1 3-19 0,0 0-15 16,0 0-9-16,0 0 2 0,0 0 2 0,0 0 13 15,-6 20-9-15,0-11 3 0,-1 4 5 0,1 3 0 0,-2 1 0 0,1 1 6 16,0 1-1-16,2 1 1 0,0 3 2 0,0-4-2 15,2-1 0-15,2 1 12 0,-3-3-5 0,8 0 2 16,0-3 2-16,-2 2-3 0,5-5 7 0,-1 0 1 16,8-1 1-16,0 2 2 0,4-2-2 0,1-1 1 15,7-2-8-15,1-2-28 16,2 0-35-16,-10-2-56 0,2 0-52 0,-1-3-57 16,2 0-241-16,-4-3-514 0,-2-2 228 0</inkml:trace>
  <inkml:trace contextRef="#ctx0" brushRef="#br0" timeOffset="25526.83">14924 13600 19 0,'0'0'137'0,"0"0"-10"15,0 0-8-15,0 0 3 0,0 0-19 0,0 0 2 0,0 0-10 16,0 0-7-16,0 0 3 0,0 0-5 16,0 0 4-16,0 0 0 0,0 0 2 0,0 0 2 0,0 0-7 0,0 0-5 15,0 0-6-15,0 0-8 0,0 0-5 0,0 0-6 16,0 0-8-16,0 0 0 0,0 0-7 0,0 0-7 15,0 0 2-15,0 0-6 0,0 0-3 0,0 0-1 16,0 0-6-16,0 0-1 0,0 0-2 0,0 0 0 16,0 0 12-16,0 0 2 0,0 0-8 0,0 0-3 15,0 0-3-15,0 0-2 16,0 0-2-16,0 0 5 0,0 0-7 0,0 0-3 16,0 0 1-16,0 0-2 0,0 0 0 0,0 0-1 15,0 0 2-15,0 0-4 0,0 0 2 0,0 0 0 16,0 0-4-16,0 0 6 0,0 0 3 0,0 0 3 15,0 0 2-15,22-3 2 0,-1 1-5 0,7 1-1 16,6 0 0-16,6-3-2 0,18-1 1 0,9 4 8 16,25-5 5-16,0 0-1 0,0 1 0 0,-25 1-2 0,27-2-1 15,-31 4-1-15,1-1 5 0,-3 2-1 0,-2-3 2 16,-3 2 3-16,-5-3 1 0,-13 3 0 0,-3-1-3 16,-2 2-2-16,-10 0 0 0,-2-2 4 0,-7 2 3 0,-3 0 9 15,1-1 13-15,-5 2 13 0,1-2 13 0,-3 2 9 16,3-1-5-16,-8 1-3 0,10-2-7 0,-10 2-15 15,5-2-15 1,-5 2-34-16,0 0-36 0,0 0-38 0,0 0-43 16,0 0-43-16,0 0-45 0,-18 5-36 0,8-3-58 15,-3 1-168-15,1 1-495 0,0-2 220 0</inkml:trace>
  <inkml:trace contextRef="#ctx0" brushRef="#br0" timeOffset="26344.36">15093 13825 53 0,'0'0'183'0,"0"-5"-5"0,0 5-2 0,0 0-5 0,0 0-12 15,0 0-11-15,2-4-16 0,-2 4-12 0,3-3-15 16,-3 3-14-16,9-3-6 0,-5 0-11 0,3 1-7 16,2 2-8-16,3-2-7 0,-3 1-3 0,0 0-9 15,5 1-3-15,-2 1-3 0,-1 0-8 0,2 1-2 16,0 1-4-16,-1 2-3 0,-1 2-3 0,3 2 3 15,-4-1-11-15,-1 1-3 16,0 0-4-16,-3 4-1 0,-1 3 1 0,-1-3-1 16,-4 4 0-16,-5 4 1 0,-3 2 4 0,-7-1-5 15,0 2 0-15,-6 1 4 0,0-3-3 0,-5 0 9 16,4 1-8-16,-2-2-4 0,1-5 4 0,0 5 0 16,5-9 1-16,3 0 0 0,-1-3-4 0,5-1 0 15,0-3 4-15,3 1 1 0,-1 0 11 0,5-2 22 16,-1-2 25-16,1 1 26 0,0 0 22 0,4-3 21 0,-5 2-2 15,5-2-9-15,0 0-14 0,0 0-9 0,7-9-16 16,-1 1-5-16,2 1-12 0,0 0-1 0,2-1-8 0,-3 1-9 16,3 2-2-16,1 0-8 0,-2 1-2 0,3 0-13 15,-3 1 3-15,-1 1-6 0,0 1 2 0,3 1 1 16,-2 1-8-16,0 0-8 0,1 4 1 16,0 0-1-16,2 2-2 0,-2-2 0 0,2 4 0 0,-3-1-1 0,2 0 1 15,2 4-1-15,-3-6 2 0,0 4 3 0,1-3-3 16,-3 0 0-16,3-1 5 0,-4-2 1 0,2 1 7 15,3-2-8-15,-3-1 6 0,1-1-2 0,1-4-1 16,1 0-2-16,-1-2-1 0,2 0 2 0,-1-1 0 16,2-4-4-16,-1-2 0 0,-2 2 1 0,2-2-2 15,-4 3 1-15,0 0-1 16,-2 1 2-16,1 0 3 0,-1 2-10 0,-1 0 6 16,-2 0-17-16,0 1-19 0,-1 1-27 0,3 0-17 15,-4 0-47-15,1 1-44 0,-1 0-42 0,3 1-26 16,0 0-244-16,-5 2-517 0,5-4 228 0</inkml:trace>
  <inkml:trace contextRef="#ctx0" brushRef="#br0" timeOffset="26845.67">15749 13900 11 0,'0'-4'208'0,"0"4"-7"0,0 0-9 0,0-6-8 16,0 6-16-16,0 0-11 0,0 0-13 0,0 0-16 16,0 0-10-16,0 0-10 0,1-5-13 15,-1 5-11-15,0 0-9 0,0 0-11 0,0 0-14 0,0 0-8 16,0 0-14-16,0 0-3 0,0 0 0 0,1 15-7 16,-1-11-5-1,0 6-3-15,2-2 1 0,-4 5-4 0,1 3 4 16,1 2-4-16,-1-3-1 0,1 2 3 0,-3 3-2 15,2-4 1-15,-2 2-4 0,1-1 0 0,-1-3 1 16,1-2 1-16,1 0 2 0,-2-2-7 0,2-1 6 0,-1 1-15 16,2-4-2-16,0 0 3 0,-1-1 3 15,1-3-2-15,-1 2 2 0,1-4 17 0,0 6 14 16,0-6 16-16,-2 5 4 0,2-5 3 0,0 3-3 0,0-3-1 0,0 0-3 16,-1 4-4-16,1-4-3 0,0 0-2 0,0 0-1 15,0 0-8-15,0 0-20 0,0 0-48 0,0 0-24 16,0 0-35-16,4-12-34 0,-3 6-44 0,1 0-182 15,-2 0-392-15,2-2 173 0</inkml:trace>
  <inkml:trace contextRef="#ctx0" brushRef="#br0" timeOffset="27331.33">15658 13796 195 0,'0'0'185'15,"0"0"-16"-15,0 0-17 0,0 0-14 0,0 0-15 16,-1-5-17-16,1 5-17 0,0 0 1 0,0 0-20 0,0 0 1 0,23 8-8 15,-14-2-14-15,6 0 6 0,0 5 3 0,2-1 1 16,2 0-8-16,4 5 2 0,1 1-2 0,-2 3-5 16,4 3-2-16,-6-2-5 0,3-1-2 0,-6 3-2 15,-1-2-8-15,0 3 4 0,-4-1-2 0,-4-3-6 16,-1 1 1-16,-4-3-4 0,0 4-5 0,-3-5 2 16,-3 1 1-16,-2-1 2 15,-4 1 2-15,-5-5 1 0,3 2 4 0,-6-4 0 16,2 0 1-16,-3-1 3 0,0-1 2 0,0-1 2 15,-1-3 2-15,9 0 7 0,-3 0 0 16,2-1 6-16,2-1 0 0,2-2-8 0,1 3 3 16,-1-1-6-16,4 0 0 0,3-2 10 0,-7 2 3 0,7-2-5 15,0 0 0-15,-8 0-7 0,8 0 2 0,0 0-5 16,0 0-4-16,0 0-7 0,0 0-19 0,17 3-29 0,-17-3-42 16,14 2-49-16,-7-2-63 0,4-2-84 0,-1 0-176 15,-1-1-472-15,0-1 209 0</inkml:trace>
  <inkml:trace contextRef="#ctx0" brushRef="#br0" timeOffset="32142.49">16896 12891 38 0,'0'0'131'0,"0"0"-7"0,0 0-12 0,-1-4-2 15,1 4-11-15,0 0-12 0,0 0-12 0,0 0 2 16,0 0-9 0,0 0-14-16,0 0 1 0,0 0-7 0,0 0-1 15,0 0-1-15,0 0-12 0,0 0-1 0,0 0-2 0,0 0-2 16,0 0-10-16,0 0 2 0,0 0-1 0,-5-3-1 16,5 3 5-16,0 0-14 0,0 0 3 0,0 0 2 15,0 0-6-15,0 0 7 0,0 0-8 16,0 0 6-16,11-3 0 0,-7 1-6 0,-4 2 1 0,8-3-12 15,-4 1 16-15,0-1-5 0,2 1-3 0,-1-1 7 0,0 1-5 16,2-3 10-16,-5 2 13 0,2-1 2 0,2 2 5 16,-5-1 4-16,2 0 5 0,1-1 1 0,-1 1-1 0,-3 3 0 15,2-5 3-15,-1 1 0 0,-1 4-10 0,2-5 3 16,-2 5-9-16,-3-5-9 0,3 5-5 0,-6-3-7 16,-1 2-3-16,-3 1-5 0,1 1 2 15,-4 2 1-15,-2 0-5 0,-3 3 1 0,0-1-2 0,-7 5-4 0,-1 0 3 16,1 3-3-16,-1 1 0 0,2 3 1 0,-2 0-2 15,-1 4 0-15,3 4 2 0,1 3-7 0,1-1 4 16,-2 2-2-16,4-1 8 0,3 1-5 0,4-1-3 16,4-1 4-16,2-3 0 0,4 1 4 0,3-7-3 0,4 2-1 15,5-2 4-15,1 0 2 0,7-3 4 16,8-1 3-16,5 2-2 16,4-7 1-16,3 0 1 0,17-2 0 0,-14-4-1 15,13-1 1-15,-2-5-1 0,-12-1 3 0,9-6-3 16,-10 3 1-16,2-5-4 0,-3 1 2 0,-5-1-9 15,3-5 7-15,-5 0-6 0,-4 2 3 0,-2-2-4 16,-5 0 2-16,-6 2-3 0,-3 1 3 0,0-1 4 16,-6 5 3-16,0-2 0 0,-4 0-4 0,0 4 2 15,-4-1 1-15,-1 1-3 0,-4 1-3 0,-1 2-1 0,-2 1 1 0,-5 1-1 0,-3 5-3 16,-1-1 0-16,-6 4 0 0,0 4 2 0,0 1 2 16,3 2-4-16,6-3-1 0,0 1 2 0,4 2-3 15,-1 1 0-15,1-1-1 0,6 0 0 0,-1-3 3 16,5 3 1-16,3-1 3 0,1 0-1 0,1 0-1 15,5-2 4-15,4-2-1 0,5 2 2 0,4-4-2 16,0-1 4 0,10 0 0-16,0-4-2 0,-9-3 0 15,10 1 4-15,-10-1-3 0,-2-2 0 0,0-4-1 0,-3-2 1 16,-1 6-1-16,-5-3-2 0,4-5 4 0,-7 4-4 16,-1-3-1-16,-1 3-1 0,0 0-3 0,-4-2-4 15,-2 5-8-15,-4-3-6 0,1 1-1 0,-5 0-6 16,1 2-4-16,0 2-13 0,-5-1-11 0,5 2-7 15,-4 3-8-15,3-2-20 0,0 4-7 0,2-2-16 0,1 0-28 0,0 3-115 16,2-1-279-16,0 1 124 0</inkml:trace>
  <inkml:trace contextRef="#ctx0" brushRef="#br0" timeOffset="32580.62">17645 12951 75 0,'-1'-5'185'0,"1"5"-11"16,0 0-20-16,0 0-19 0,0 0-9 0,0 0-14 15,0 0-8-15,-1-4-21 0,1 4-4 0,0 0-11 16,0 0-2-16,0 0-10 0,-16 5-10 0,6 2-2 16,1-2-6-16,4 0-1 0,-5 3-7 0,-2 0-7 15,3 2-3-15,0 2-4 0,-1-2 2 0,1 0-8 0,0 4 8 0,3-2-6 16,-2-2 1-16,3 0-4 0,1 1-1 0,0-1-2 16,4 1-4-16,-2 0 4 0,4 1 0 0,0-2 3 15,4 1 5-15,-1 0-11 0,3-2 3 16,-1 0 1-16,2-1-1 0,4 4 0 0,1-1-4 0,-5 0-1 15,3-4-1-15,-3 1 9 0,-3-1-9 0,-1-2-1 16,-1 2 3 0,0-2 2-16,1 1-6 0,-4 0 9 0,0 0-4 15,1 0-3-15,-5-1 14 0,1 1-4 0,-6-1 3 16,2 1-4-16,-3 3-1 0,-3-4 3 0,2 3-4 0,-2-4-1 16,1 2 0-16,-2 0-16 0,4-1-20 15,-5-2-12-15,5 0-21 0,0 1-22 0,0-2-35 0,4 1-36 0,0-3-84 16,5 0-258-16,0 0 115 0</inkml:trace>
  <inkml:trace contextRef="#ctx0" brushRef="#br0" timeOffset="33260.83">17828 12980 13 0,'0'0'168'0,"0"0"-14"0,0 0-17 15,0 0-13-15,11-2-5 0,-4 2-18 0,-7 0-16 16,10 0-6-16,-4 2-13 16,3-2-5-16,0 0-8 0,2 4-5 0,0 0-2 15,-1 0-5-15,-1 1-8 0,1-2-1 0,-1 6 2 16,0-3-3-16,0 5-1 0,-3-3-4 0,2 2 2 16,-4 1-3-16,-3 2-5 0,2 3-2 0,-3-4 2 15,-4 5-8-15,-1 0 9 0,-3 0-2 0,3-2-4 16,-5-1 1-16,-2 1 0 0,0-2-5 0,0 0 4 15,3-5-1-15,-5 4 2 0,5-6 6 0,3 2-4 0,-1-4-5 0,1 2 2 16,2-1-3-16,0-3-5 0,1 3 6 0,0-2-2 16,0-1 9-16,3-2 14 0,0 0 11 15,6 5 4-15,0-4-1 0,3 0-5 0,2-2-5 0,4 1 0 16,2-1-4-16,4 1 0 0,-1-3-8 0,2 3-1 16,-2 0-4-16,1-2 0 0,-2 1-4 0,0 1-3 15,-3-1 0 1,-4 1 0-16,-4-1-3 0,-2 1-2 0,1 0-5 15,-2-2-6-15,-5 2-13 0,9 0-14 0,-9 0-11 0,0 0-14 16,0 0-21-16,0 0-31 0,0 0-32 16,0 0-32-16,0 0-128 0,-26 0-324 0,20 0 144 15</inkml:trace>
  <inkml:trace contextRef="#ctx0" brushRef="#br0" timeOffset="33799.82">18239 12989 51 0,'9'-5'159'0,"-1"1"-3"0,5 4-25 0,-3-3-13 15,3 2-13-15,-3 0-7 0,0 1-15 0,1 1-11 16,0 0-9-16,-1 2-2 16,0-3 0-16,-1 7-6 0,0-1 0 15,-2-1-5-15,0 4 2 0,-2 0-12 0,0 1 0 0,-2 2-2 16,-2 4-7-16,-2 0 1 0,1-3 1 0,-6 3-8 16,-1 1-1-16,-3-1-2 0,0 2 0 0,-2-2-2 15,0 0 0-15,-1-2 0 0,0 1-6 0,0-1-2 16,0-2 2-16,4-4-6 0,2 1 0 15,-1-3-2-15,3-2 1 0,-1 0 0 0,3 1 7 0,-1-1 28 0,2-1 29 16,-1-3 27-16,3 0 24 0,0 0 5 0,0 0-7 16,0 0-16-16,12-9-9 0,-1 1-9 0,3-4-11 15,3-2-6-15,7-2-8 0,0-4-4 0,1-2-7 16,0 2-6-16,-2-1-4 0,1-1-6 0,-2 2 3 0,-8 8-7 16,-1-1-1-16,-3 4-5 0,-1 1 2 15,-2 2 6-15,-2 1-2 16,-3-1-5-16,2 2-8 0,1 2-19 0,-2 0-12 15,-3 2-8-15,0 0 2 0,0 0 1 0,-5 15 1 16,0-4 2-16,-1 6 0 0,0 2 1 0,-2 6 0 16,2 1 1-16,1-1 3 0,5 1 2 0,2 3 1 15,7-1 6-15,4 0-6 0,5-4-32 0,9-2-56 16,7-5-96-16,-1-1-281 0,7-6-512 0,10-2 227 16</inkml:trace>
  <inkml:trace contextRef="#ctx0" brushRef="#br0" timeOffset="52138.31">9206 16395 78 0,'0'0'121'0,"0"-5"-10"0,0 5-9 16,0 0-2-16,0 0-11 0,0 0-3 0,0 0 5 15,0 0-16-15,0 0-5 0,0 0-5 0,0 0-7 16,0 0-2-16,0 0-1 0,0 0-13 0,0 0-2 16,-2-3-8-16,2 3 2 0,0 0-10 0,0 0 1 15,0 0-3-15,0 0 2 0,0 0-5 0,0 0 3 0,0 0-2 0,0 0 9 16,0 0-5-16,0 0-1 0,0 0 1 0,0 0-9 15,0 0 10-15,0 0-13 0,0 0 5 0,0 0-6 16,0 0 11-16,0 0-10 0,0 0-3 0,15 0-1 16,-3-3 0-16,1 1-2 0,8-4 3 0,7 3-4 15,3-2 1-15,3 2 2 0,1-3-8 0,16 1 6 16,-13 0-4 0,3 1-2-16,-4 0 2 0,2 2 2 0,-4-1-2 15,1 0 3-15,-4 2-11 0,-4 0 4 0,-10-1 0 16,1 2-23-16,-6 0-13 0,1 0-9 0,-6 0-17 15,-1 0-14-15,1-2 1 0,-8 2-8 0,9 2 1 16,-9-2-10-16,0 0-13 0,0 0-68 0,0 0-189 16,-19 3 84-16</inkml:trace>
  <inkml:trace contextRef="#ctx0" brushRef="#br0" timeOffset="52508.02">9307 16579 56 0,'0'0'84'0,"0"0"-2"0,0 0 10 16,3 7 7-16,-3-7 3 0,10 0-7 0,3 0-4 15,6 0-2-15,1-5-9 0,7 2-10 0,6-1-1 16,3-2 0-16,0 0-3 0,19-2 4 0,-1-2-3 16,-6 3 0-16,-7 2-4 0,-5-2-3 0,1 4-9 15,-9 1-8-15,-5-1-6 0,-2 2 2 0,-4 0-8 0,-4-1 2 0,1 1-12 16,-5 2-20-16,-2-2-9 0,-7 1-15 0,12-1-3 15,-12 1-6-15,8 1-4 0,-8-1-9 0,0 0-22 16,6 0-21-16,-6 0-27 0,0 0-100 0,0 0-232 16,0 0 103-16</inkml:trace>
  <inkml:trace contextRef="#ctx0" brushRef="#br0" timeOffset="53109.68">10912 15932 167 0,'3'-4'185'0,"-3"1"-12"0,0 3-20 0,0 0-12 0,1-5-20 16,-1 5-11-16,0 0-16 0,0 0-19 0,0 0-3 15,0 0-12-15,0 0-1 0,0 0-11 0,1 14 0 16,-1-4-1-16,0 6-12 0,1-4-1 0,-1 6-6 16,2 2-5-16,-1 3-1 0,0 2-3 0,-1-6-2 15,2 8 0-15,0-10-2 0,0 2 1 0,-2 1-5 16,3-5 6-16,-3-3-6 16,3 0 12-16,-3-3-17 0,1 1 4 0,-2-3 5 15,2 1-4-15,-2-3-1 0,2 0 3 0,-1 2-5 16,2-3-11-16,-4-1-20 0,1 0-21 0,1 1-26 15,0-4-35-15,0 0-51 0,-4 5-97 0,4-5-272 16,0 0 120-16</inkml:trace>
  <inkml:trace contextRef="#ctx0" brushRef="#br0" timeOffset="53526.37">10622 16411 2 0,'0'0'147'0,"0"0"-11"15,-5 3-14-15,2-2-14 0,3-1-12 0,0 0-6 16,0 0-8-16,0 0-10 0,0 0 4 0,0 0 3 15,0 0 14-15,0 0-14 0,0 0 3 0,0 0-3 0,0 0-1 16,0 0-4-16,0 0-6 0,0 0-1 0,0 0-5 16,21-8-3-16,-2 5-1 0,1 0-7 0,8-5-4 15,8 2 1-15,0-5-1 0,18 1 9 0,-4-1 0 16,-2 0-4-16,3 1 0 0,-1 3-1 0,-14-1-9 16,0 4-2-16,-2-4-8 0,-2 3 0 0,-4 1-2 15,-1-1-3-15,-8 1-4 16,-6 1-2-16,0 0-3 0,-3 1 1 0,-1 2 1 15,-4-2-3-15,-5 2 0 0,9-3-5 0,-9 3-6 16,8-2-18-16,-8 2-17 0,0 0-24 0,0 0-27 16,0 0-34-16,0 0-38 0,0 0-45 15,-26 14-135-15,12-12-358 0,1 3 158 0</inkml:trace>
  <inkml:trace contextRef="#ctx0" brushRef="#br0" timeOffset="54196.85">10834 16552 45 0,'-5'0'209'0,"5"0"-13"0,0 0-14 16,0 0-20-16,0 0-17 0,0 0-14 15,0 0-13-15,0 0-15 0,0 0-9 0,18 2-10 0,-8-2-9 0,3-2-9 0,-1 4 0 16,2-2-14-16,5 0-2 0,-3 0-2 16,2 2-8-16,0 2-5 0,0 2-6 0,-6-3 2 15,4 2-5-15,-3 0-3 0,-2 2-3 0,1 0-6 16,-3 0-5-16,0 3 1 0,-3 0 0 0,-2 2-1 16,-1 0-1-16,-6 0-1 0,2 2 1 0,-7 1-4 15,-2-1 4-15,-4 1-5 16,0-1 6-16,-7 2-7 0,3-3 5 0,-1-1-3 15,-1 3 8-15,2-5-1 0,0 0 8 0,1-3-2 16,0 0 0-16,5-1-2 0,3 2 1 0,-1-3-4 16,2-2-1-16,3 1 0 0,0-2-1 0,1 1-3 15,0-1 6-15,-2 1-3 0,6-2 6 0,0-1 4 16,0 0 5-16,10 5 6 0,-1-5 1 0,10-1 1 16,9-2-5-16,3 1 0 0,2-1-5 0,3 1-1 0,2-2 0 15,2 1-4-15,1 1-1 0,10 2-5 0,-15 0 1 16,-2 0-2-16,-2 0-1 0,-1 0-1 0,-12 2-2 15,0-2-3-15,-8 2 5 0,1-2-5 0,-4 1-1 16,0-1 2-16,-2 2 1 0,-6-2 4 0,10-1 11 16,-10 1-3-16,7 0 5 0,-7 0-2 0,5 1-4 15,-5-1 0-15,0 0-7 0,7 2-14 0,-7-2-14 0,0 0-22 0,0 0-26 16,0 0-31-16,0 0-38 0,5 0-52 0,-5 0-40 16,0 0-122-16,0 0-379 0,7-9 168 15</inkml:trace>
  <inkml:trace contextRef="#ctx0" brushRef="#br0" timeOffset="55130.18">12204 16019 148 0,'8'-2'146'0,"2"0"-17"0,1 2-9 15,2-3-10-15,6 3-8 0,-6 0-12 0,6 3-1 16,-3-3-13-16,-1 4-7 0,4 1-3 0,-2 0-6 16,1 3-4-16,-4 1-2 0,2 1-7 0,-4 4 0 15,1 0-9-15,-4 2-5 0,0 8-2 16,-4 2-1-16,0 1-6 0,-10 2-1 0,0-2 0 15,-4-3 0-15,0 0-2 0,-4 1-2 0,-1-2-4 0,-4-1-1 0,4-1 1 0,0-6-1 16,-4 3-4-16,4-7 8 0,1 2 8 16,0-4 3-16,4-2 5 0,-1-2 0 0,6 1 3 15,-5-2 5-15,4 1 9 0,1-4 11 0,1 2 22 0,-1-2 17 16,4-1 15-16,-5 1 8 0,5-1-20 0,0 0-7 16,9-13-13-16,2 4-7 0,2-4-8 0,7-5-9 15,3-6-10 1,4 0-14-16,5-12-16 0,7 2-15 0,-3-5-14 15,0 5-10-15,-9 10 1 0,1-2 0 0,-5 3 1 16,0 2 3-16,-1 3 4 0,-9 3-3 0,1 3 7 16,-7 4 8-16,0 0 5 0,-2 3 1 0,-1 0-2 15,1 1-6-15,-3 1-11 0,-2 3-3 0,0 0 0 16,0 0-2-16,0 0 3 0,-12 21 0 0,4-6-2 16,-9 7 4-16,2 4 2 0,3 1-2 0,-3 1 4 0,1 3-3 0,3-2 5 15,3 0-3-15,4 3 5 0,0-3 0 0,8-3 2 16,5-3-1-16,5-2 3 0,8-2 4 15,3-2 2-15,11-2-5 0,23-1-62 0,5-6-88 16,28-1-116-16,-26-13-133 0,-3 1-429 0,-3-8 190 16</inkml:trace>
  <inkml:trace contextRef="#ctx0" brushRef="#br0" timeOffset="55754.01">13427 16234 163 0,'0'0'159'0,"-9"-1"-2"16,9 1-20-16,0 0-14 0,0 0-5 0,-4-1-8 15,4 1-7-15,0 0-7 0,0 0 3 0,0 0-2 16,0 0-7-16,31 0-6 0,-12-4-9 0,8 2-8 16,2 1-5-16,7-1-4 0,1 1-7 0,18-4-5 15,-4 0-7-15,3-1-2 16,3 3 8-16,1-2-3 0,-6 1 3 0,-15 1-7 16,-2 0 4-16,-5 2-5 0,-2-2-2 0,-7 2-4 15,-8-1 12-15,-3 0 3 0,-1 0 6 16,-3 2-1-16,1-2 3 0,-2 1-4 0,-1-1-9 0,0 0-22 15,-4 2-36-15,0 0-29 0,0 0-36 0,0 0-47 16,-12-4-48-16,4 4-189 0,8 0-395 0,-11-1 175 16</inkml:trace>
  <inkml:trace contextRef="#ctx0" brushRef="#br0" timeOffset="57104.21">14729 15738 26 0,'0'0'134'16,"-4"-4"-8"-16,4 4-7 0,0 0-9 0,0 0-10 15,0 0-3-15,0-3-8 0,0 3-3 0,0 0-11 16,0 0-7-16,0 0-5 0,0 0 0 0,0 0-13 16,0 0-8-16,0 0-4 0,0 0-2 0,0 0-6 0,5-2-3 0,-5 2-1 15,12 0-10-15,-12 0 5 0,15 0-4 0,-1 2 4 16,-1 0-18-16,0 2 12 0,5-3-4 0,-1 7 0 16,0 0 2-16,1-1-7 0,-1 0 4 0,-1 3 0 15,-2 2-2-15,0 0-5 0,-1-1 5 0,-3 7 1 16,-2-5-7-16,-3 4-8 0,-2-1 7 0,-6 1 0 15,-1 0 4-15,-2-1 9 16,-7 1-11-16,-4 2-3 0,-2 1 3 0,-2-3 11 16,-1-5-19-16,-1 3 9 0,-1-4-4 0,5 0 2 15,-6 1 2-15,6-3 5 0,0-1 2 0,4-1-4 16,3-2 1-16,-1 0 0 0,4 0-4 0,4-1-3 16,-4-2 3-16,4 1-2 0,1-2 2 0,0 1 13 0,4-2 1 15,0 0 9-15,6 4 3 0,5-4 7 0,7 0-4 16,5-1-4-16,6-2-1 0,7 0 0 0,3-1-1 15,15-4 2-15,0 3 7 0,-14 0-4 0,-1 3-1 16,-2-2-3-16,0 0-3 0,-1 2-2 0,-8-3-3 16,2 2-1-16,-12 2 1 0,0-3-3 0,-8 3 0 15,1-1-2-15,-3 1 0 0,-3 1 0 0,2 0 7 16,-7 0-7-16,8 0-2 0,-8 0-7 0,4-4-12 16,-4 4-19-16,0 0-22 15,0 0-22-15,0 0-13 0,0 0-28 0,0 0-16 16,-16-6-26-16,12 4-139 0,4 2-315 0,-9-3 141 15</inkml:trace>
  <inkml:trace contextRef="#ctx0" brushRef="#br0" timeOffset="57420.56">15579 15715 82 0,'-3'-6'202'0,"3"6"-19"0,0-4-18 15,0 4-25-15,0 0-9 0,0-5-17 0,0 5-14 16,0 0-11-16,0 0-14 0,0 0-8 0,0 0-5 16,0 0-11-16,8 16-3 0,-8-10-1 0,5 1-7 15,-4 7-3-15,0-3-6 0,2 5 1 0,-3-5-8 16,4 6 2-16,-3-2-4 0,-1 3-1 0,4-4 0 15,-4 3-4 1,0-4 2-16,1-2-5 0,-1-1 0 0,0 0-4 16,0 0 15-16,3-1-15 0,-3-3 3 0,-3 1 0 0,3-1-3 15,-1-1-20-15,1 0-11 0,-1-2-17 16,-3 2-17-16,0-4-30 0,-1 2-32 0,5-3-155 16,-17-3-294-16,12 2 130 0</inkml:trace>
  <inkml:trace contextRef="#ctx0" brushRef="#br0" timeOffset="57737">15566 15633 166 0,'0'0'167'0,"0"0"-16"0,0 0-19 0,0 0-15 16,1-3-6-16,-1 3-16 0,0 0-10 0,13 10-4 15,-4-5-8-15,0 4-7 0,5 0 3 0,3 5-10 16,-2-1-4-16,8 5 7 0,-1-1-8 0,2 1 0 0,-3 1-6 16,0-1-5-16,-2 2-3 0,-1-1-2 15,-4-2-3-15,-5-3-4 0,0 3-2 0,-1-2-6 16,-6 2 2-16,1-5-1 0,-6 3-3 0,1-4-1 0,-7 4 5 0,-3-4-10 16,-3 5 4-16,1-4 3 0,-12 0-1 0,1 1 1 15,-1 0-9-15,2-1-32 0,-4-2-20 0,1 1-39 16,5-5-44-16,-2 3-188 0,6-5-334 0,0 0 148 15</inkml:trace>
  <inkml:trace contextRef="#ctx0" brushRef="#br0" timeOffset="58761.56">14725 16452 39 0,'0'0'129'0,"0"0"-10"0,0 0-24 0,0 0 4 0,0 0-14 15,0 0-7-15,0 0-8 0,0 0-4 0,0 0-1 0,0 0-7 16,-7-2-1-16,7 2-5 0,0 0-4 0,0 0-6 16,0 0 2-16,0 0-10 0,0 0-2 0,0 0-4 15,0 0-3-15,0 0-4 0,0 0-4 16,0 0-2-16,0 0 0 0,0 0-2 0,0 0 1 16,0 0-4-16,0 0 1 15,0 0-2-15,0 0 0 0,0 0-4 0,0 0 1 16,0 0 3-16,0 0-6 0,0 0 8 0,0 0 3 15,0 0 0-15,34-1-1 0,-15-3 2 0,13 0 2 16,3-1-3-16,15-3 3 0,11-1 7 0,6 1 5 16,24-9 9-16,9 2 0 0,2 1 4 0,8 0-3 15,1 0 5-15,-3-2-2 0,-2 7-2 0,-5-3-4 16,-8 1-5-16,-28 3-6 0,-1 0 0 0,-3-3-1 0,-1 4 0 16,2 3-1-16,-10-4-10 0,-16 5 1 0,-5-2-5 15,-1 2 8-15,-15-3-2 0,-3 5 1 0,-2-1 13 16,-1 2 2-16,0-3 5 0,-5 0-5 0,-4 3-5 15,5-5-13-15,-5 5-16 0,0 0-22 0,0 0-26 0,-17-3-30 16,17 3-35-16,-20 4-45 0,3 1-152 16,0-1-338-16,-3-1 150 15</inkml:trace>
  <inkml:trace contextRef="#ctx0" brushRef="#br0" timeOffset="59325.49">14866 16795 49 0,'-2'-4'200'0,"2"4"-15"0,0 0-10 0,2-4-13 16,-2 4-16-16,0 0-10 0,1-4-26 0,-1 4-5 0,0 0-11 16,0 0-16-16,0 0-8 0,0 0-9 0,0 0-11 15,0 0-2-15,0 0-10 0,5 8-6 0,-4 1-1 16,2 2 2-16,0 0-12 0,0 4-1 0,0 2-2 0,0-2-1 15,0 4-3-15,-3-1 4 0,1 0 3 16,-1 2-9-16,-1 1 2 0,1-4 2 0,0 0-4 16,0-4-2-16,0-3 4 15,0 2-3-15,0-3-2 0,0-1 1 0,0-2 1 16,0-1-14-16,1 2-7 0,-1-4 2 0,0-3 0 16,-1 5 0-16,1-5-29 0,0 0-63 0,0 0-29 15,0 0-28-15,-10-12-109 0,4 7-287 0,2-7 128 16</inkml:trace>
  <inkml:trace contextRef="#ctx0" brushRef="#br0" timeOffset="59679.66">14797 16777 83 0,'-4'-3'145'0,"4"3"-22"0,0 0-9 16,0 0-9-16,0 0-14 15,0 0-12-15,0 0-4 0,24 8-9 0,-7-3-2 16,0 2 4-16,3 0 0 0,7 3-9 0,-1 1-1 16,4 0-7-16,-2-2 1 0,-2 8-6 0,-1-4-5 15,-2 4 1-15,-6-4-16 0,1 7 8 0,-6-5-10 16,1 1-1-16,-4-1-1 0,0 1-7 0,-6-3 10 16,3 2-1-16,-6-4-5 0,-3 2 3 0,0-1 0 15,-5 2 3-15,-1-2-2 0,-4 1 0 0,-1-4-1 0,1 3 2 16,-3-4 0-16,0 0 2 0,4-2-3 0,-1 1-3 15,-1-4-3-15,4 2-1 0,-2-1 2 0,2-1-5 16,4 0 5-16,-1 0-6 0,2 1 7 0,5-4-8 16,-8 4 8-16,8-4-5 0,-6 0 2 0,6 0-20 15,0 0-17-15,0 0-33 0,0 0-17 0,0 0-49 16,10-14-32-16,-5 9-123 0,3-4-297 0,0 0 132 0</inkml:trace>
  <inkml:trace contextRef="#ctx0" brushRef="#br0" timeOffset="60111.74">15161 16595 2 0,'0'0'131'0,"10"0"-8"15,-10 0-16-15,9 0-8 0,-9 0-6 0,18 4-1 16,-8-1-5-1,-1 2-13-15,4 0 4 0,-2 2-12 0,0 1-9 16,-1 1 3-16,0-1-12 0,-1 4 7 0,-1-2-9 16,-2 2 1-16,-1-2-9 0,-5 4-4 0,0 2 0 0,0-1-5 15,-5 2 1-15,-1-2-2 0,-2-6-3 0,3 4 4 16,0-2 4-16,-3-3-2 0,6-2-3 0,-4-1 1 16,2 0-1-16,1-2 8 0,-1 2 16 0,4-5-2 15,-4 5 12-15,4-5 1 0,0 0-9 0,0 0-1 0,15 2-10 16,-2-5 0-16,9 1-20 0,6-3-40 0,5-2-51 15,-1 0-67-15,3 0-185 0,1-1-347 0,-2-3 153 16</inkml:trace>
  <inkml:trace contextRef="#ctx0" brushRef="#br0" timeOffset="60782.31">15713 16901 24 0,'0'0'156'15,"0"0"-15"-15,0 0-5 0,0 0-6 0,0 0-11 16,0 0 0-16,0 0-7 0,-9 2 3 0,9-2-5 16,0 0-3-16,0 0 0 0,0 0-1 0,0 0-6 15,0 0-7-15,0 0-4 0,0 0-12 0,0 0-2 16,22-5-10 0,-11 2-5-16,8-1-7 0,3 1-8 0,6-4-2 0,3 3-7 15,2-2 0-15,-1 1 0 0,0 2 0 0,3-1-6 16,-7-1-3-16,-7 3-2 0,0-1-1 0,-2 3-3 15,-7-2-2-15,-1 0-1 0,-3 1-10 16,-2-1-12-16,-6 2-13 0,13-2-15 0,-13 2-18 16,0 0-34-16,0 0-32 0,0 0-20 0,0 0-26 0,0 0-19 0,0 0-105 15,-41 2-311-15,28 0 138 0</inkml:trace>
  <inkml:trace contextRef="#ctx0" brushRef="#br0" timeOffset="61029.86">15937 16762 168 0,'0'0'240'0,"-3"-4"-12"15,3 4-7-15,0 0-11 0,-1-6-16 0,1 6-21 16,0 0-20-16,0 0-14 0,-2-4-16 0,2 4-17 16,0 0-16-16,0 0-9 0,0 0-11 0,0 0-9 15,0 0-8-15,-5 19-5 0,4-9-9 0,-3 0 2 16,2 9-4-16,-2-3-7 15,3 2 0-15,-2 8 0 0,2-6-3 0,1 0 0 16,-1 6-15-16,1-9-32 0,2 1-22 16,2-2-40-16,-1-3-43 0,0-4-61 0,4 2-177 15,-1-4-393-15,0-1 174 0</inkml:trace>
  <inkml:trace contextRef="#ctx0" brushRef="#br0" timeOffset="61568.95">16343 16656 88 0,'0'0'176'0,"0"0"-21"0,0 0-15 0,0 0-18 0,0 0-12 16,0 0-13-16,0 0-9 0,0 0-10 0,0 0-4 15,0 0-5-15,0 19-7 0,0-12-1 0,-1 1-8 16,-2 3-1-16,1-1-5 0,-2 6-2 0,0 0-9 16,-1-1 1-16,0 4-6 0,0-1-5 0,0-2 5 15,1 0-12-15,0-3 2 0,1-1 1 0,2 0-5 16,-3-2-2-1,3-1 0-15,-2-3-5 0,2 0 1 0,0-1-2 16,1 0 5-16,0-2 15 0,1 1 7 0,0 1 5 16,3-3 4-16,0 1-4 0,4-2 1 0,2 0-7 15,4-1 1-15,3 0-22 0,0-1-30 0,1 1-31 16,0-4-44-16,3 3-36 0,-1-6-51 0,-5 3-105 16,3-1-304-16,-5 1 135 0</inkml:trace>
  <inkml:trace contextRef="#ctx0" brushRef="#br0" timeOffset="61747.35">16491 16808 202 0,'0'0'228'0,"0"0"-28"16,0 0-25-16,0 0-19 0,0 0-23 0,-5 8-11 15,4-4-14-15,-2 6-11 0,2 0-12 0,-3 6-9 16,0 2-3-16,3 8-5 0,-4 1-6 0,5 2-6 15,0 0-12-15,0 2-46 0,0-4-75 0,0 0-96 16,0-8-100-16,-4-5-294 0,3-5 130 0</inkml:trace>
  <inkml:trace contextRef="#ctx0" brushRef="#br0" timeOffset="67082.62">16820 15373 73 0,'-3'-4'67'0,"3"4"-2"16,-3-3-7-16,3 3-6 0,0 0-4 0,0 0 3 15,0 0-6-15,0 0 2 0,-2-4-1 0,2 4-2 16,0 0-5-16,0 0-1 0,0 0-5 0,0 0 9 16,-4-1-3-16,4 1-4 0,0 0-2 0,0 0-9 0,0 0 0 0,0 0-4 15,0 0-6-15,0 0 3 0,0 0-4 0,0 0-2 16,0 0-1-16,0 0-2 0,0 0 2 0,15 1-1 15,-3-1-4-15,-1 0 9 0,2 0-7 0,10 0-8 16,0 0-4-16,7 0-6 0,-2 0 2 0,-2-1-7 16,4 2-3-16,-10 0-2 0,7-2 1 0,-4 1-1 15,0 0 4 1,-5 0 3-16,5 0-1 0,-4-2 3 0,-1 1-1 0,-4-1 4 16,-2-1 7-16,-2 3 15 0,-2 0 10 0,-1-4 11 15,0 3 6-15,-2 0-6 0,1-2 8 0,-3 1 6 16,0 0-6-16,0-3 3 0,-3 5-3 15,5-4 1-15,-3 2 2 0,0-2-3 0,-2 4 1 0,1-6-7 16,-1 6 5-16,4-4-5 0,-4 4-2 0,0-2-6 16,0 2-4-16,0 0-1 0,0 0 0 0,0 0 6 0,2-5-12 15,-2 5-9-15,0 0-2 0,0 0-3 0,0 0-13 16,0 0-10-16,0 0-3 0,0 0 3 0,0 0-2 0,0 0-2 16,0 0 11-16,0 16-10 0,2-8 8 0,-4 3 2 15,0 6 4-15,2 0-1 0,-2 3-2 16,0 8 5-16,1 1-16 0,-3 0 3 0,2 3 22 15,-2 5-19-15,1 8 6 16,-1-9-3-16,2 10 0 0,-2 3 9 0,2-3-1 16,0-11 0-16,4 0 3 0,-4 1 3 0,4 9-4 15,-4-9-2-15,4 10 7 0,-2-10 0 0,3 10-6 16,0-12 7-16,-6 2-7 0,6 9 5 0,-3-10-3 16,1-1 23-16,-2-1-1 0,1 1 1 0,-4 1-6 15,4-1 3-15,-1 1-26 0,0-1 0 0,-1-1 2 16,-2-1 4-16,2 0 0 0,1 0 3 0,-5 1-1 0,1-2 0 15,1-4-4-15,-1 5 5 0,2-5 7 0,-1 2 1 0,-1 1-4 16,1-5 4-16,-1 4-3 0,1-2 4 0,-1-2-6 16,4-7 4-16,-2 11 1 0,2-9-4 0,-2 4-4 15,3 1 6-15,-1-4-1 0,-1 5 4 0,1-6-5 16,-1 3 2-16,-1-3 30 0,6-3 5 16,-6 1-11-16,6 1 0 0,-3-2-3 0,1 2-9 0,0-2 2 0,0 1-5 15,-1-2 1-15,2-5-2 0,-1 2 2 0,-1-1-3 16,1 0-1-16,-2 1-3 0,1-3 1 0,0 2-2 15,-1-3-5-15,-1 3 7 0,2 0-6 0,-1-7 0 16,1 7 4-16,0-2-5 0,-1-3 6 0,0 2-9 16,-2-2 9-16,2 3-35 0,-1-2-1 0,1-2 1 15,0 0 2-15,1 3 4 16,-1-4 4-16,1 1-3 0,-3 0 5 0,3-1 1 16,-2 0-4-16,2-5 4 0,-3 8 5 0,3-3 0 15,0-5 0-15,0 6 5 0,0-6-6 0,-2 7 1 0,2-7 4 0,0 5 1 16,0-5-4-16,-2 5 4 0,2-5 0 15,0 0 5-15,0 0-2 0,-1 4-2 0,1-4 7 16,0 0-9-16,0 0 3 0,0 0 11 0,0 0-15 16,0 0 13-16,0 8-12 0,0-8 4 0,0 0-1 15,0 0 0-15,0 0-1 0,-1 5-1 0,1-5-2 16,0 0 8-16,0 0-6 0,0 0 3 0,0 0 3 16,0 0 1-16,-3 4-5 0,3-4 5 0,0 0-1 15,0 0 4-15,0 0-9 0,0 0 7 0,0 0-3 16,0 0 4-16,0 0 0 0,0 0-9 0,0 0-3 15,0 0 9 1,0 0-5-16,0 0 1 0,0 0 4 0,0 0-6 16,0 0 1-16,0 0 0 0,-4 4 2 0,4-4 1 15,0 0-4-15,0 0 1 0,0 0 4 0,-6 3 10 16,6-3 5-16,-19 4 2 0,2 0-3 0,-10-2-1 16,-5 3-12-16,-10 0-25 0,-14-2-43 0,-3 1-88 15,-7-6-84-15,-26-3-255 0,29-5 114 0</inkml:trace>
  <inkml:trace contextRef="#ctx0" brushRef="#br0" timeOffset="69450.78">12342 15519 121 0,'1'-3'142'0,"-1"3"-10"0,0-6-15 0,0 6-16 15,-6-8-8-15,2 6-15 0,-4 0-8 0,-2 1-8 16,-8-1-7-16,-5 2-1 0,-7 3-4 0,-3 1-13 16,-2-2 0-16,-1 3-4 15,3-2-1-15,-3 1-13 0,-2 1-1 0,5 1-2 16,-2-3-8-16,2 0 10 0,2 1-9 0,3-1 1 16,0 2-3-16,10-5 1 0,0 3-1 0,5-3 1 15,2 0-2-15,1 2 5 0,3-2-8 0,-2 0 8 16,3 0 0-16,6 0 7 0,-9 0-2 0,9 0-1 15,-6 0-1-15,6 0-4 0,-3-2 2 0,3 2-8 16,-1-6 6-16,1 6-7 0,0 0 6 0,1-5-2 0,-1 5 1 0,0-5 9 16,0 5-11-16,0 0 16 0,0 0 8 0,3-4-7 15,-3 4 1-15,0 0 2 0,0 0-3 16,0 0 1-16,3-4-6 0,-3 4-2 0,0 0-3 16,0 0 4-16,0 0-14 0,0 0 7 0,0 0-4 15,0 0 1-15,0 0 0 0,0 0 1 0,0 0-4 16,0 0-1-16,0 0 3 0,0 0-2 0,0 0-5 0,0 0-7 0,0 0-8 15,0 0 1-15,0 0-2 0,0 0 4 0,0 0-5 16,0 13 8-16,3-5-3 0,-3 5 3 0,-1 3 1 16,2 1 6-16,-1 10-5 0,-1 2 6 0,-1 4 5 15,-4 14-15-15,1-1 3 0,-1 0 4 0,-1 2-5 16,2 2 5-16,1-1-1 0,-3 9 3 0,4-5-2 16,-2 3 7-16,0 0-3 15,-3-1-11-15,4 1 9 0,-2 0 3 0,2 0 21 16,0-2 0-16,0 0-1 0,3-3-2 0,1-2-2 15,-2-2 3-15,0-1 2 0,1-11 1 0,1 0-2 16,0 16 0-16,-3-4 1 0,2-10 0 16,1-2-4-16,-4 0 2 0,4 0-31 0,0-1 12 15,-2-1-5-15,-1 0 9 0,3-4-7 0,-1 0-7 0,-1-2 10 16,0-3-2-16,0-2-1 0,2-3 4 0,0-2 3 0,-2-5-6 16,2 0 0-16,0 0 0 0,0-2 5 0,-1 1-4 15,2-5 3-15,-1 3-1 0,-1-2-1 0,1-2-1 16,0 2 4-16,0-1-3 0,0-2 3 0,0 0 1 15,-1 2-5-15,2-1 4 0,-2 0-2 0,2-3 0 16,0 5 0-16,-2-4 7 0,1 1-7 0,-1-1-4 16,-1 2 6-16,1 0-4 15,1 0 2-15,-2 1 1 0,2-3-2 0,-2 2 2 16,2-1 1-16,0-4-2 0,0 8-1 0,0-4-1 16,-1 0 5-16,1-4-11 0,1 7 10 0,-1-4-8 15,2 1 4-15,-2-4 4 0,-2 5-2 0,2 0 1 16,0-5-5-16,0 7 6 0,0-4-2 0,-1 1 0 15,0 1-3-15,1-3 5 0,0 4-9 16,1-1 9-16,-2 1-3 0,1-1 1 0,0 0-2 0,0 0 1 0,-2 0 3 16,2 0-6-16,0-1 6 0,-1 0-2 0,1-4 1 15,0 5 1-15,0-1-1 0,-1 0 2 0,1-4 0 16,0 4-8-16,0-4 6 0,-1 5 0 0,1-5-4 16,-2 6-3-16,2-2 5 0,0-4-4 0,-2 5 5 15,2-5-2-15,-1 2 0 0,2 2 4 0,-1-4-3 16,0 6 0-16,0-6-1 0,-1 3 0 0,1-3-7 0,0 0 11 0,0 5 0 15,0-5 3-15,0 0-4 0,0 0-4 16,0 5 4-16,0-5 1 0,0 0 0 0,0 6-3 0,0-6 5 16,-2 3-7-16,2-3 2 0,-1 5 3 0,1-5-1 15,0 0 4-15,-1 7-8 0,-2-4 0 0,3-3 3 16,-1 3-5-16,1-3 7 0,-1 4-2 0,1-4-12 16,0 0 0-1,0 6-2-15,1-5 7 0,-1-1 2 0,0 6-1 16,0-2-8-16,0-4 4 0,0 6-5 0,-1-2 6 15,1 0 1-15,0 1 2 0,0-2-6 0,0-3 5 16,-2 6-9-16,2-6 12 0,2 4-8 0,-2-4 5 16,0 0-5-16,-3 7 9 0,3-7-5 0,0 0 10 15,-1 2-10-15,1-2 9 0,0 0-12 0,0 3 1 16,0-3 11-16,0 0-3 0,0 0 1 0,1 4 1 0,-1-4 2 0,0 0-1 16,0 0-1-16,0 0 0 0,0 0-12 0,0 0 4 15,0 0 8-15,0 0-8 0,0 0 12 16,0 0-9-16,0 0 4 0,0 0-2 0,0 0 8 15,0 0-11-15,0 0 8 0,0 0-4 0,0 0 5 0,0 0-6 16,0 0 8-16,0 0-6 0,0 0 3 0,0 0 0 16,0 0 9-1,0 0-9-15,0 0 9 0,0 0-7 0,0 0 7 16,0 0-2-16,0 0-2 0,0 0-5 0,0 0 4 16,0 0-4-16,0 0-9 0,0 0-9 0,0 0-21 15,0 0-43-15,0 0-35 0,0 0-146 0,0 0-281 16,0 0 125-16</inkml:trace>
  <inkml:trace contextRef="#ctx0" brushRef="#br0" timeOffset="69989.88">11572 17720 82 0,'0'0'119'0,"-4"3"-18"0,4-3-12 0,0 0 1 15,0 0-17-15,0 0 0 0,0 0-5 0,0 0-11 16,-3 2 10-16,3-2 1 0,0 0-2 0,0 0-3 16,0 0-1-16,0 0-4 0,0 0-6 0,0 0-1 15,0 0-10-15,0 0 3 0,0 0-9 0,0 0-1 16,0 0-3-16,0 0-13 0,0 0 7 0,0 0-4 0,0 0-7 0,0 0 2 16,0 0-1-16,0 0-8 0,0 0 13 0,0 0-12 15,0 0 1-15,0 0 3 0,0 0-8 0,0 0-2 16,0 0 7-16,0 0-6 0,0 0 6 0,0 0 8 15,0 0 0-15,0 0 8 0,0 0 6 0,0 0 5 16,0 0 5-16,14-1 1 0,-1 0 1 0,4-7-2 16,4 4-5-1,10-3-4-15,5 0-3 0,2 0 14 0,13-4 1 0,4 2 1 16,-4 0-7-16,-15 4 4 0,0 1-10 16,-2 0 4-16,-4 1-7 0,-1 1-2 0,-10-2-7 15,-1 4 4-15,-4-3-4 0,-5 3-2 0,4 0-2 16,-8-2 4-16,4 1-4 0,-5-1-15 0,-4 2-30 15,8 0-44-15,-8 0-76 0,0 0-222 0,0 0-403 16,-20-3 179-16</inkml:trace>
  <inkml:trace contextRef="#ctx0" brushRef="#br0" timeOffset="88712.98">18313 15553 3 0,'0'0'130'0,"-1"-5"-2"0,1 5-4 0,1-7-5 16,-1 2-6-16,0 5-4 0,0-6-8 0,0 6-2 16,3-4-8-16,-2 1-7 0,1-1-7 0,1 1-11 15,-3 3-6-15,5-4-7 0,-1 3-6 0,3-1-10 16,-1 2 0-16,4-1-2 0,0 1-8 0,3 1-6 0,1 0 0 0,3 1 0 15,2 5-5-15,0 0-4 0,-2 0 3 0,-1 3-7 16,0 4 4-16,4 1-5 0,-6 1 3 0,-2 1-8 16,-1 7 3-16,1-1-3 0,-6 4-1 15,-6-1 3-15,1 1-5 0,-3-1 4 0,-3 0-3 16,-3 1 7-16,-3-2-6 0,-3 1 1 0,-2-2 2 16,0-2-3-16,-1-2 5 15,-2-1-6-15,2-4 4 0,3 0-2 0,-1-2 0 16,-3-3-1-16,6-2 1 0,1-1 1 0,-1-1 3 15,2 2 0-15,0-5 2 0,6 2 10 0,-3-4 17 16,1 2 22-16,2 0 24 0,0-2 18 0,4-1-4 16,0 0 16-16,0 0-7 0,2-9-12 0,7-1-7 15,1-4-11-15,7 2-9 0,2-7-9 0,4-1-4 16,-4-3-3-16,5 2-7 0,1-1-3 0,-1 1-11 0,-1-3 3 0,-1 5-4 16,0-1-3-16,-1-1 0 0,-8 6-3 0,6-5 3 15,-4 6-6-15,-7 4 13 0,1 0 4 0,0 1 2 16,0 2 1-16,-5 2 0 0,0 0-8 15,-2 1-2-15,1 0-11 0,-2 0-9 0,2 2-14 16,-3 2-4-16,0 0-4 0,0 0 4 0,-12 19-1 16,3-4-5-16,-5 1 7 0,1 4-1 0,-2 2-4 0,2 3 6 0,3 0-3 15,1 0 3-15,5-1 0 0,2-5 2 0,0 6 1 16,6-7 1-16,5 9 2 0,1-10 5 0,12 3-3 16,1-3-17-16,13-3-42 0,15 0-60 0,10-7-91 15,-5-4-260-15,10-5-507 0,0-3 225 0</inkml:trace>
  <inkml:trace contextRef="#ctx0" brushRef="#br0" timeOffset="89637.4">19584 15348 178 0,'0'0'188'0,"0"0"-10"15,0 0-8-15,0 0-12 0,1-4-16 0,-1 4-10 16,0 0-14-16,0 0-14 0,0 0-10 0,0 0-14 0,0 0-13 15,0 0-10-15,0 0 3 0,0 0-15 0,-14 5-6 0,6 3-3 16,-1-3-4-16,-5 4-4 0,-4 0 0 0,1 4-5 16,2 1-6-16,-6 1 1 0,1 4-3 0,-1-2-6 15,-1 1-8-15,1 0-1 0,0 0-4 16,-1 0 2-16,5 2-11 0,-2 0 9 0,9-6 0 16,-3 2-3-16,3-1 6 15,2 0-1-15,2 0 4 0,2-2-6 0,0-2 1 16,6 0-1-16,0 0 5 0,3 3-3 0,4 0 3 15,0-4-2-15,3 4 7 0,2-2-2 0,1-2-2 16,11 5 0-16,-1-2 2 0,-6-2-6 0,7 1 0 16,-8-1 0-16,0-2 2 0,-3 3-3 0,-1-2 5 15,-5-3-4-15,0 3-4 0,-4-3 0 0,0 2 1 16,-4 0-3-16,-2-1 5 0,-2 2 0 0,-7-2 4 0,0 0-2 0,-6 3 1 16,0-2 3-16,-12-1-5 0,1 2 4 0,-2-3-3 15,2-3 5-15,-2 4-2 0,8-5 4 0,-7-2-12 16,4 2 9-16,2-3-2 0,3 0 0 0,2 0-22 15,6-3-9-15,-2 3-23 0,7-2-26 0,2-4-28 16,1 5-30-16,3 1-119 0,7-9-277 0,2 1 123 16</inkml:trace>
  <inkml:trace contextRef="#ctx0" brushRef="#br0" timeOffset="89969.38">19752 15777 213 0,'0'0'246'0,"3"-2"-24"0,-3 2-20 16,0 0-19-16,2-3-20 0,-2 3-16 0,0 0-20 15,0 0-16-15,0 0-14 0,0 0-12 0,0 0-11 16,0 0-4-16,4 9-10 0,-4-3-8 0,0 0-4 0,0 1-3 0,0 4-5 15,0-2-7-15,0 2 1 0,0 2-3 0,0-3-3 16,0 1-3-16,3 0-2 0,-3-1-2 16,0-3-5-16,0 3-1 0,-3-5 3 0,3 1-2 15,0 0-3-15,0-1 5 0,0-2-5 0,0 1-13 16,0-4-4-16,-1 6-4 0,1-6-2 0,0 5 4 0,0-5-3 16,0 0-28-1,0 0-30-15,0 0-21 0,-15-9-27 0,8 1-30 16,2-1-21-16,1 0-140 0,-5-8-331 0,4 0 146 15</inkml:trace>
  <inkml:trace contextRef="#ctx0" brushRef="#br0" timeOffset="90132.24">19721 15631 61 0,'4'-6'191'0,"-1"1"0"0,-2-1-12 0,3 1-11 0,0 1-14 0,0-1-11 16,0 0-16-16,-1 1-16 0,1 1-12 0,1 1-8 15,-1-1-10-15,3 2-19 0,-4-2-28 0,5 3-29 16,-8 0-24-16,10 0-40 0,-5 3-34 15,-1-1-30-15,0 1-112 0,-1-2-252 0,0 5 112 16</inkml:trace>
  <inkml:trace contextRef="#ctx0" brushRef="#br0" timeOffset="90570.96">20016 15716 167 0,'2'-1'196'0,"-2"1"-19"0,0 0-22 0,0 0-20 15,0 0-14-15,0 0-14 0,0 0-14 16,0 0-8-16,6 5-12 15,-6 0-9-15,2 1-1 0,-1 4-11 0,-1-1 0 16,-3 3-10-16,2 1-9 0,0 2 7 0,-4 0-13 16,4 3 2-16,-5-1-3 0,4 0-4 0,-2-5-3 15,0 0 0-15,3 0-2 0,-2-1-1 0,1-2-1 16,2 0-3-16,-3-4 4 0,3 2-3 0,0-3 2 16,-1 0 12-16,-3-1 38 0,4-3 31 0,0 4 19 15,0-4-8-15,0 0-13 0,0 0 22 0,14-11-14 0,-6 4-10 0,0-1-6 16,4-4-20-16,-2 0 5 0,3-1-9 0,-4-1-5 15,3 3-8-15,-2 0-5 0,-3 5-4 0,1-2-4 16,-1 3-8-16,-3 0-3 0,0-1-4 0,0 2-8 16,0 3-8-16,-3-2-9 0,-1 3-4 0,0 0 2 15,12 4-8-15,-8-1 1 0,-1 5-5 16,0-4-16-16,2 6-12 0,-1-1-24 0,-4 2-25 0,5-1-29 0,-5 1-48 0,4-2-32 16,0 1-215-16,-3-3-453 0,-1-2 200 15</inkml:trace>
  <inkml:trace contextRef="#ctx0" brushRef="#br0" timeOffset="91172.04">20400 15545 13 0,'0'0'196'15,"3"-3"-14"-15,-3 3-24 0,2-4-11 0,-2 4-17 16,10-1-8-16,-6 0-17 0,-4 1-13 0,10 1-10 16,-4 0-6-16,1 1-8 0,1-2-12 0,1 3-1 15,0 2-6-15,0 0-6 0,-2 1-4 16,1 2-8-16,-1 1 0 0,1-1-11 0,-3 3 5 0,1 3-3 16,-4 2-3-16,1 2-3 0,-5 1 2 0,1-1-4 15,-3 2-1-15,-5 2-2 0,-2-3 0 0,2-2-2 0,-5 3-2 16,2-1-1-16,0-4 0 0,-5 0 2 0,4-1-5 15,-1-2-2-15,1 0 5 0,2-5-1 0,3 2-1 16,-1-2-2-16,0 0 8 0,3-2-4 0,0 1-3 16,0-3 0-16,5 1-2 0,-3 0 5 0,0-1 1 15,3-1 1-15,1-2 15 0,0 4 13 0,0-4 18 16,0 0 15-16,9 2 0 0,-9-2 1 0,23-1-8 0,-6 0-5 0,3 0-4 16,7-2-7-16,-8 1-2 0,11-1 1 0,-2 0-8 15,-8 2-3-15,3 0-4 0,-5-2-4 0,1 2-1 16,-6 1 1-16,2 0-4 0,-7-2-2 0,1 2-1 15,-1-1 1-15,-3 1-4 0,-5 0 2 0,10-1-2 16,-10 1-4-16,6 0-3 0,-6 0-4 0,7-1-22 31,-7 1-24-31,0 0-13 0,0 0-22 0,0 0-15 0,0 0-34 16,0 0-20-16,0 0-72 0,0 0-140 0,0 0-387 16,-19 5 171-16</inkml:trace>
  <inkml:trace contextRef="#ctx0" brushRef="#br0" timeOffset="91889.48">20855 15595 47 0,'5'-2'172'0,"3"0"-13"0,1 2-17 0,-3-3-12 15,2 3-15-15,-2 3-9 0,4-3-16 0,-2 3-10 16,1 0-9 0,-1 1-5-16,-2 3-10 0,-1-1-5 0,0 3-6 15,-1 1 4-15,1 4-8 0,-5 2-7 0,0 1 0 16,-4 3-7-16,-1-4 10 0,-1 2-16 0,-1 1 3 15,-3-2-6-15,0 0-3 0,0-2-7 0,-2-1 7 16,3 1 0-16,2-6-2 0,-2 1-8 0,1-2 6 16,3 0-3-16,0-3 2 0,0 0-1 0,1 0 1 15,0-2 26-15,2 0 14 0,-1 1 22 0,3-4 28 0,-4 3 20 0,4-3 20 16,0 0 0-16,0 0-12 0,0 0-18 0,0 0-4 16,14-10-15-16,-5 3-7 0,0 0-12 15,5-4-13-15,2 2-1 0,-1-5-4 0,0 4-5 16,0-4-1-16,1 2-11 0,0 0-2 0,-1 1 1 0,-2-2-8 15,3 2 5-15,-5 2-13 0,-2 1 6 0,0-1-8 16,0 2-1-16,0-1-4 0,-5 4 10 0,1 0-3 0,-2 0 9 16,-1-1-9-16,1 4-8 0,1-2 1 0,-4 3-2 15,5-4-10-15,-5 4-17 0,2-4-10 0,-2 4 6 16,0 0-3-16,0 0-1 0,-10 15 1 0,6-8 6 16,-2 3 1-16,-2 1-2 0,1 1-1 0,-1 6 4 15,0-4 1-15,4 3-2 0,-1-6 1 0,4 3 2 16,-2 0 4-16,6-2 0 15,2 3 4-15,3-1 5 0,5-2-3 0,3 0 6 16,8 1-14-16,7-4-46 0,1 1-73 0,5-5-101 16,-4-2-255-16,3 0-527 0,1-7 233 0</inkml:trace>
  <inkml:trace contextRef="#ctx0" brushRef="#br0" timeOffset="93060.9">18596 16612 46 0,'-4'-2'99'0,"4"2"-5"16,0 0-15-16,0 0-3 0,0 0 2 0,0 0-18 15,0 0 0-15,0 0 5 0,0 0-18 0,0 0-8 16,0 0 10-16,-6-2-14 0,6 2-2 0,0 0-9 0,0 0-1 0,0 0-2 31,0 0-1-31,0 0 0 0,0 0 10 0,0 0-4 16,0 0 3-16,0 0-3 0,0 0 3 0,0 0-6 16,0 0 3-16,0 0-7 0,0 0-7 0,0 0 2 0,0 0 2 0,0 0-1 0,0 0-4 0,0 0-2 15,0 0 5-15,0 0-4 0,0 0-1 0,16 7-5 16,-9-7 9-1,4 0-2-15,7 0-5 0,2 0 11 0,10 0 3 16,5-3 9-16,24-2-1 0,5 1 14 0,39-4 10 0,-3 4 0 16,10-6 8-16,5 3-2 0,5-1-3 0,8-2 1 15,8 3-6-15,4 0-7 0,2-2-5 0,1 4-5 16,-18-6-1-16,-5 7-2 0,1-1-4 16,-13 2 2-16,2-2-2 0,-20-1-7 0,-24 1-1 15,-2 3-5-15,0-1 1 0,1-2-1 0,-10 0 0 0,-18 2-2 0,-4 1 1 16,0-2 4-16,-13 1 4 0,-3 1 20 0,-4-1 23 15,0 2 13-15,-7 0 18 0,1-1 2 0,-2 1-1 16,0-1-5-16,1 1-8 0,-2 1-12 0,-4 0-3 16,0 0-8-16,8-1-21 0,-8 1-24 0,0 0-30 15,0 0-26-15,0 0-28 0,0 0-33 0,0 0-37 16,0 0-41-16,0 0-47 16,-13 10-164-16,2-6-423 0,-1-1 187 15</inkml:trace>
  <inkml:trace contextRef="#ctx0" brushRef="#br0" timeOffset="94364.53">19885 16758 12 0,'0'0'161'0,"0"0"-6"16,0 0-18-16,0 0 1 0,0-3-9 0,0 3-12 16,0 0-1-16,0 0-14 0,0 0-8 0,0 0-16 15,0 0-8-15,0 0-11 0,0 0-7 0,0 0-8 16,0 0-5-16,0 0-8 0,0 0-1 0,0 0-4 15,-4 12-9-15,4-5 3 0,-5 3-8 0,-1 1 1 0,-1 5-2 0,0 1 1 16,-5 6-4-16,-2 3 4 0,3-2-1 16,-2 2 0-16,0 3-2 0,-1-5-1 0,-1 1-3 0,-1 1 1 15,6-9-3-15,-3 7 2 0,3-6-2 0,0-2 7 16,2-2-8-16,3 1 4 0,-2-4-5 0,4-2 4 16,-5 0-6-16,6-2 7 0,-1 0-8 0,-1-2 4 15,2-2 3 1,0 1-5-16,1-1-5 0,-1 1 10 0,2-1 2 15,0-3-2-15,-2 5 0 0,2-5-3 0,0 3 5 16,0-3-10-16,0 0 7 0,-5 4-1 0,5-4 1 16,-2 3-6-16,2-3 3 0,0 0-6 0,0 0 9 15,0 0-9-15,0 0 11 0,0 0-4 0,-2 3-1 0,2-3 1 16,0 0-3-16,0 0 1 0,0 0-2 0,0 0 2 16,-2 2-2-16,2-2 5 0,0 0-8 0,0 0 7 0,0 0-4 15,0 0 6-15,0 0-5 0,0 0 2 0,0 0 0 16,0 0 2-16,0 0-7 0,0 0 7 15,0 0-7-15,0 0 6 0,0 0-3 0,0 0 0 16,0 0 2-16,0 0 3 0,0 4-4 0,0-4-5 0,0 0 8 16,-1 5-9-16,1-5 7 0,0 0 3 0,0 0-2 15,0 0 3-15,0 0-3 0,0 0-5 0,0 0 3 0,0 0-5 16,0 0 9-16,0 0-6 0,-4 2 2 0,4-2 1 16,0 0 2-16,0 0 1 0,0 0 0 0,0 0-7 15,0 0 8-15,0 0-1 0,0 0 1 0,6 3 1 16,-6-3 8-16,12 0 5 0,0-2 7 0,1 1 6 15,10-1-4-15,9 0 7 0,1-1-2 0,4 1-2 16,13-5-1-16,-13 4 0 16,-1-2-6-16,0 4 7 0,-6-2-16 0,0 3 3 15,-11-1-2-15,-4 1 2 0,2 0-1 0,-4-1-6 16,-3-2 3-16,-1 3-6 0,-9 0 5 0,11 0-4 16,-11 0-6-16,12-1-3 0,-12 1-3 0,0 0-10 15,10-2-11-15,-10 2-8 0,0 0-11 16,0 0-16-16,0 0-23 0,0 0-13 0,0 0-21 15,0 0-26-15,-29-2-25 0,29 2-93 0,-19-3-281 0,12 2 125 0</inkml:trace>
  <inkml:trace contextRef="#ctx0" brushRef="#br0" timeOffset="94843.66">20124 17052 94 0,'0'0'207'0,"0"0"-19"0,0 0-22 15,0-4-20-15,0 4-8 0,0 0-17 0,0 0-20 16,0 0-7-16,0 0-14 0,0 0-10 0,0 0-13 15,0 0-5-15,0 0-7 0,-4 25-5 0,4-9-8 16,-4 1-2-16,-4 10-9 0,1 1 0 0,-3 2 2 16,7 2-4-16,-8 1-3 0,2 1 1 0,1-3 21 15,2 3 6-15,0-4-10 0,2 4 3 0,0-9-5 0,0 5-2 16,1-6-9-16,1 1 3 0,0-4-4 0,0-7-4 16,1 3 2-16,-1-2-4 0,2-4 3 0,-1-1-3 15,1-2-3-15,-1 2 2 0,2-5-8 0,-2 3 11 16,-2-5-8-16,3 3 3 0,-1-2 1 0,1-4 19 15,0 5 14-15,0-5 3 0,-2 3 13 0,2-3 2 16,0 4 6-16,0-4 0 16,0 0-1-16,0 0 0 0,0 0-6 0,0 0 1 15,-3 5-9-15,3-5-7 0,0 0 1 0,0 0-8 16,0 0-6-16,0 5 2 0,0-5-7 16,0 0-1-16,0 0-12 0,0 0-18 0,0 0-26 15,0 0-32-15,0 0-46 0,0 0-63 0,0 0-85 16,0 0-176-16,0 0-464 0,0 0 206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4-26T03:50:51.389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2128 3410 36 0,'0'0'116'15,"0"0"-3"-15,0 0-7 0,0 0-12 0,0 0-3 0,0 0-16 16,0 0-3-16,0 0-1 0,0 0-11 0,-5 0 7 0,5 0-6 15,0 0 1-15,0 0-4 0,0 0-7 0,0 0-10 16,0 0 6-16,0 0-3 0,0 0 0 0,0 0-1 16,-5 3-2-16,5-3-7 0,0 0 0 15,0 0 2-15,0 0 1 0,-10 0-3 0,10 0 6 16,0 0 2-16,0 0-3 0,0 0 4 0,0 0 2 0,0 0-1 0,0 0-7 16,-9 0-5-16,9 0 5 0,0 0-5 0,0 0 0 15,0 0-15-15,0 0 7 0,-6 0 0 0,6 0 0 16,0 0 0-16,0 0 0 0,0 0-1 0,0 0 0 15,0 0-3-15,0 0 6 0,0 0 1 0,0 0 3 16,0 0 3-16,0 0 8 0,0 0 5 0,0 0-4 16,0 0-4-16,0 0-4 15,0 0-3-15,0 0-6 0,23-4 1 16,-4 0-4-16,9-2-2 0,4 2 0 0,20-7 2 16,-13 7-2-16,14-4 1 0,1-1-7 0,-4 5 0 15,-13-2-2-15,1 2-2 0,-2-1-3 0,0 2 2 16,-3-3-2-16,-4 3 2 0,-10 2-7 0,1 0 6 15,-8-1-6-15,-1 0-13 0,-3 2-10 0,0-1-15 16,-3 1-12-16,-5 0-19 0,9 0-6 0,-9 0-15 0,0 0-6 0,0 0-27 16,0 0-43-16,-14 8-185 0,4-4-376 0,-1-4 166 15</inkml:trace>
  <inkml:trace contextRef="#ctx0" brushRef="#br0" timeOffset="599.15">2135 3589 112 0,'0'0'181'0,"0"0"-7"0,0 0-11 0,-4 3-10 16,4-3-11-16,0 0-5 0,0 0-16 0,0 0-12 15,0 0-2-15,0 0-10 0,0 0-13 0,0 0-4 16,0 0-5-16,0 0-1 0,0 0-8 0,24 0 0 15,-3 0-3-15,-2-3-6 0,13 2-4 0,7-2-3 16,11 0-1-16,4 1-5 0,2-3-1 0,-5 2-2 0,0 1-7 16,2-2-2-16,-17 4-1 0,-2-3-2 0,2 3-6 15,-4 0 1-15,-7 0 2 0,-3-1-7 0,-3-1-1 16,-6 2-4-16,-4-1-1 0,1 1 1 0,-2 0-3 0,-3 0-2 16,-5 0-1-16,10-1 9 0,-10 1 1 15,8 0-2-15,-8 0 0 0,0 0-2 0,0 0-5 16,0 0-12-16,0 0-6 15,-22 4-13-15,17-3-20 0,5-1-24 0,-14 0-40 16,6 3-39-16,8-3-63 0,-14-3-149 0,14 3-385 16,-13 0 172-16</inkml:trace>
  <inkml:trace contextRef="#ctx0" brushRef="#br0" timeOffset="1432.6">2573 3226 133 0,'-4'-4'280'0,"4"4"-10"16,0 0-13-16,0 0-21 0,0 0-15 0,-5-2-19 15,5 2-22-15,0 0-17 0,0 0-18 0,0 0-21 16,0 0-10-16,0 0-15 0,0 0-17 0,0 0-9 0,0 0-9 16,0 0-3-16,0 0-7 0,10 9-8 0,-6-1 3 15,4-2-13-15,2 2 0 0,2 1-6 0,0 2 1 16,4 2-3-16,-1 0-2 0,2-1-4 0,4 2-5 16,-7-3-8-16,4 0 0 0,-1 1-6 0,-2-3-5 15,2 0 2-15,-6-3-5 0,2 2 3 0,-4-2-4 16,1-1 2-16,-2-1 5 15,0 0-1-15,-2-2 4 0,-1 1 8 0,0 0 20 16,-2-2 14-16,-3-1 21 0,0 0 12 0,9 4 15 16,-9-4 19-16,0 0-10 0,0 0-6 15,5 1-18-15,-5-1 10 0,0 0 7 0,0 0-13 16,0 0-9-16,0 0-2 0,0 0-4 0,0 0-12 16,0 0-4-16,0 0-10 0,0 0 0 0,0 0-5 15,0 0-9-15,0 0-3 0,0 0-8 0,0 0-6 0,11 0-18 0,-11 0-14 16,0 0-17-16,-1 3-11 0,1-3 5 0,-4 12 1 15,1-3 9-15,-3 7 4 0,-1 2 10 0,-10 9-4 16,3 3 1-16,-13 10 5 0,0 1 3 0,-3 4-2 16,0 1 11-16,1-4-3 0,1 2 8 0,0-2-5 15,7-12-2-15,-2 0 3 0,4-3 4 0,5-3-5 16,-3-2 9 0,7-8-11-16,0 1 9 0,2-2-7 0,1-7 3 15,1 1 11-15,4 0 17 0,-2-5 45 0,0 2 19 16,3 0 28-16,1-4 20 0,-5 7 9 0,5-7 6 15,-5 2-1-15,5-2-2 0,0 0-3 0,0 0-8 0,0 0-8 16,0 0-14-16,0 0-15 0,0 0-7 16,0 0-10-16,0 0-6 0,0 0-11 0,0 0-8 15,0 0-5-15,0 0-9 0,0 0-4 0,0 0-2 0,16-14-26 0,-13 11-20 16,-3 3-28-16,5-4-28 0,0 2-34 0,-5 2-30 16,8-8-47-16,-1 4-52 0,1 1-49 0,-1-5-71 15,5 2-99-15,-4-2-325 0,2-2-833 0,-1-4 368 16</inkml:trace>
  <inkml:trace contextRef="#ctx0" brushRef="#br0" timeOffset="4424.84">4610 3021 106 0,'0'0'108'15,"0"0"-2"-15,0 0 7 0,0 0-8 0,0 0 7 0,0 0-1 16,0 0-2-16,-1-3 6 0,1 3 0 0,0 0-4 15,0 0 4-15,0 0-1 0,0 0 0 0,0 0-7 0,0 0 25 16,0 0-7-16,0 0-6 0,0 0-3 0,0 0-6 16,0 0-4-16,0 0-4 0,0 0-3 15,0 0-1-15,0 0-5 0,0 0-2 0,0 0 0 16,0 0-1-16,0 0-1 0,0 0-2 0,0 0 3 0,0 0-8 16,0 0-7-16,0 0 2 0,0 0 0 0,0 0-7 15,0-5-6 1,0 5 11-16,0-4-4 0,0 4 2 0,0 0-9 15,1-6 0-15,-1 6-4 0,1-5-1 0,-1 5-1 16,-1-4-2-16,1-1-8 0,0 5 8 0,-1-4-8 16,1 4-6-16,0 0-7 0,0 0-1 0,0-5-11 15,0 5 0-15,0 0-11 0,0 0-21 0,0 0-18 16,0 0-23-16,0 0-19 0,-2 14 13 0,4-4 4 16,-2 4 6-16,2 6-11 0,-2 5 16 0,0 4 8 0,1 1 3 0,1 0 2 15,-1 1 10-15,0-1-4 0,2 1 8 0,-1-3 1 16,1-1 1-16,1-1 2 0,0-7 7 0,-1-2-5 15,1 0-16-15,0 0 18 0,0-6-2 16,-1-1 1-16,-2-1 2 0,1-1 6 0,0-2-4 16,-1 0 8-16,0-3-4 0,1 3-7 0,0-4 13 0,-2 2 0 15,2-1 0 1,-2-3 5-16,0 0-1 0,2 5-4 0,-2-5 13 16,0 0-18-16,0 0-14 0,1 5-18 0,-1-5-37 15,0 0-52-15,0 0-71 0,0 0-79 0,0 0-295 16,0 0-610-16,-9-17 269 0</inkml:trace>
  <inkml:trace contextRef="#ctx0" brushRef="#br0" timeOffset="5395.7">3852 3692 78 0,'0'0'160'15,"0"0"-1"-15,0 0-7 0,0 0-6 0,0 0-5 0,0 0-2 16,0 0-13-16,0 0-3 0,0 0-14 0,0 0-4 16,0 0-12-16,0 0-3 0,0 0-8 0,0 0-12 15,0 0-4-15,-8 1-2 0,8-1-10 0,0 0-2 0,0 0-11 16,0 0 3-16,0 0-10 0,0 0-5 0,0 0-4 16,0 0 0-16,0 0-5 0,0 0 0 15,0 0-1-15,0 0-1 0,0 0-7 0,0 0 4 16,0 0-1-16,0 0-6 0,0 0 3 0,0 0-4 15,0 0-1-15,0 0 0 0,0 0 0 0,0 0-2 0,0 0-1 0,0 0 1 16,0 0-1-16,0 0-1 0,0 0 1 0,0 0 0 16,0 0-3-16,0 0 2 0,0 0 2 0,0 0-4 15,0 0-5-15,0 0 7 0,0 0-4 0,0 0-4 16,0 0 5-16,0 0 4 0,0 0-6 0,0 0 1 16,0 0 3-16,0 0-2 0,0 0 3 0,0 0-3 15,0 0 1 1,0 0 3-16,0 0-4 0,17 6 7 0,-17-6-4 15,14 0 0-15,-5 0 4 0,10 0 0 0,-2-3 0 16,16 3 2-16,3-5 2 0,21-4-1 0,9 1 0 16,31-3 2-16,5-3-4 0,5-1 4 0,7-1-1 15,2 3 2-15,3-3 2 0,4 4-3 0,2-2 0 16,-1 1 2-16,-8 0-6 0,-9 2-1 0,-4-1-1 16,-12 0 1-16,1 1-1 0,-29 4 3 0,3-1-2 0,23-4-2 0,-26 4 1 15,-6 3-2-15,-2-1 1 0,-4 0 0 0,-14 1-1 16,-4 1 5-16,-4-1 12 0,-10 1 9 0,-4 0 24 15,-6 0 15-15,1 4 17 0,2 0 17 0,-7-3 17 16,4 3-4-16,-4 0-5 0,-5 0-8 0,6-1-12 16,-6 1-13-16,8-3-10 0,-8 3-21 0,0 0-22 15,5-1-40 1,-5 1-16-16,0 0-24 0,0 0-27 0,0 0-35 16,0 0-30-16,0 0-57 0,0 0-60 0,-13 8-204 15,8-4-506-15,5-4 224 0</inkml:trace>
  <inkml:trace contextRef="#ctx0" brushRef="#br0" timeOffset="10577.34">4289 4074 14 0,'-1'-6'208'0,"-2"2"0"16,3 4-6-16,-1-4-7 0,1 4-7 0,-2-3-14 16,2 3-15-16,0 0-14 0,-3-6-17 0,3 6-13 15,0 0-17-15,0 0-10 0,0 0-13 0,0 0-9 16,0 0-9-16,0 0-6 0,1 15-7 0,-2-6-4 0,1 4-6 16,-3 4 1-16,2 1-7 0,1 1-7 0,0 6 3 15,0-5-3-15,-3 2-4 0,3-4 0 0,0 3 3 16,-1-3-6-16,1 0 0 0,-1-1-5 0,1 0-1 15,0-1 3-15,-1-4-2 0,1-3 0 0,0 2-3 16,0-2 0-16,0-3-1 0,1 1 1 0,-2-4 0 16,1 0 2-16,0-3-1 15,-2 6 0-15,2-1 0 0,0-5 4 0,0 3-2 16,0-3-2-16,2 5 0 0,-2-5 4 0,0 0 1 16,0 0 1-16,0 0 3 0,0 0-5 0,0 0 2 15,0 0 1-15,0 0-8 0,0 0-34 0,0 0-46 0,0 0-27 16,-3-11-36-16,-1 7-41 0,3-2-192 0,-1-1-400 15,2 0 178-15</inkml:trace>
  <inkml:trace contextRef="#ctx0" brushRef="#br0" timeOffset="11040.97">4232 4008 40 0,'0'0'196'0,"0"0"-13"16,-4-3-20-16,4 3-19 0,0 0-14 0,0 0-15 15,0 0-8-15,18 0-20 0,-8 2-2 0,3 1-9 0,2 0-10 16,4 0-2-16,2 3-4 0,6 4-7 0,-1 3-2 15,0-1-5-15,-1 4-7 0,0 0 1 0,-3 4-3 0,-2-1 2 16,-4 2-8-16,1 0-3 0,-3 1 2 16,-6-3-2-16,-3 5-1 0,-2-4 0 0,-6 4 2 15,-1 0 2-15,-2 3 3 0,-11-3 3 0,-1 1-3 16,-1 1-8-16,-6-3 10 16,-1-2 0-16,-2-2 3 0,1 2 1 0,0-1 7 15,-1 0-6-15,1-4 0 0,3-3 3 0,-2-1-4 16,10-4 3-16,-2 0-9 0,6-1-2 0,1-1-1 15,2-2 1-15,1 1-1 0,2-2 6 0,1-1-5 16,0 1 4-16,1-2 7 0,0 2 11 0,4-3 14 16,-4 3-2-16,4-3 1 0,-5 2-2 0,5-2-5 15,0 0-1-15,-5 3-8 0,5-3-2 0,0 0-6 0,0 0-4 16,0 0-4-16,0 0-19 0,0 0-21 0,0 0-30 0,0 0-32 16,8-12-38-16,-6 7-36 0,2 0-47 0,5-2-55 15,-4 0-222-15,3-1-503 0,-2-3 223 0</inkml:trace>
  <inkml:trace contextRef="#ctx0" brushRef="#br0" timeOffset="11820.72">4533 3883 49 0,'0'0'239'16,"-1"-3"-10"-16,1 3-14 0,0 0-21 0,0 0-14 15,0 0-19-15,0 0-18 0,0 0-13 0,0 0-15 16,0 0-11-16,0 0-11 0,0 0-10 0,0 0-11 15,18 3-5-15,-13-3-9 0,3 1-7 0,0 3-4 16,3 0-8-16,-1-1-5 0,0-2 0 0,0 4-9 0,-1 3 0 0,3 0-2 16,-3 0-1-16,-1 1-2 0,1 1-1 0,2 3-8 15,-6 0 2-15,0-3-2 0,-1 2 5 0,0 3-5 16,-3 0 1-16,-2 1 1 0,0-3-1 16,-6 3 2-16,1 0 0 0,-2-3 1 0,3 2 0 0,-3-3-7 15,2-3-1-15,0 1 7 0,0-2-4 0,3-1 3 16,-4-1-4-1,5-2 3-15,-2 0-5 0,1 0 2 0,1 1 5 16,0-3 25-16,2-2 13 0,-2 2 6 0,2-2 9 16,0 0-4-16,0 0 0 0,0 0-3 0,11 0 0 15,1-1-4-15,-1 0-4 0,2-1 5 0,5-3-16 16,-5 4-7-16,2-1 1 0,-2 2-6 0,1-2 1 16,-1 0-8-16,-3 1-1 0,0 1-1 0,-2 0-9 15,0-1 3-15,-1 1-15 0,-7 0-18 16,12 0-28-16,-12 0-25 0,5 0-27 0,-5 0-28 0,6 1-9 15,-6-1-22-15,4 3-30 0,-4-3-41 0,0 0-195 16,0 5-458-16,0-5 203 0</inkml:trace>
  <inkml:trace contextRef="#ctx0" brushRef="#br0" timeOffset="12629.13">5203 4299 88 0,'0'0'196'16,"-5"0"9"-16,5 0 1 0,0 0-4 0,0 0-12 16,-5 1-13-16,5-1-13 0,0 0-13 0,0 0-16 15,0 0-9-15,0 0-16 0,0 0-10 0,0 0-9 0,0 0-8 0,0 0-7 16,0 0-9-16,0 0-6 0,0 0-3 0,0 0-1 15,0 0-5-15,0 0-6 0,0 0-1 16,0 0-5-16,0 0-5 0,0 0-4 0,0 0-2 16,0 0-4-16,0 0-6 0,0 0 3 0,0 0-1 15,0 0-4-15,0 0 0 0,0 0-4 0,0 0-1 0,0 0-3 16,0 0 0 0,0 0 1-16,0 0-4 0,0 0 1 0,0 0 0 15,0 0 0-15,0 0 1 0,0 0-1 0,0 0 2 16,0 0-1-16,0 0 0 0,0 0 8 0,0 0-7 15,0 0 4-15,0 0-4 0,0 0 0 0,0 0 1 16,0 0-3-16,0 0-2 0,0 0 3 0,0 0 0 16,0 0-3-16,0 0-1 0,0 0 1 0,0 0-2 15,0 0 2-15,0 0 6 0,0 0-3 0,0 0 3 0,0 0 7 0,20 0 7 16,-11-1 1-16,4-2-2 0,6 0-4 0,10-2 2 16,-1-1 1-16,4 2 0 0,3-2 0 0,-2 0 3 15,2 1-5-15,0-1-3 0,-4 1 0 16,-2 0-2-16,-2 3 0 0,-5-2-6 0,-3 3 0 0,-1-2-4 15,-4 2 2-15,-5 0-19 0,0-1-16 0,-1 1-28 16,-2-1-17 0,0 1-25-16,-6 1-10 0,6-1-5 0,-6 1-6 15,0 0-16-15,0 0-35 0,0 0-10 0,-25 8-21 16,14-7-22-16,-1 2-121 0,-3-2-373 0,3 1 165 16</inkml:trace>
  <inkml:trace contextRef="#ctx0" brushRef="#br0" timeOffset="12882.94">5411 4201 182 0,'-1'-2'279'0,"1"2"-19"0,-3-4-15 0,3 4-24 16,0 0-26-16,0 0-21 0,-1-6-25 0,1 6-17 15,0 0-16-15,0 0-14 0,0 0-9 0,-4 16-12 0,3-7-7 16,-4 1-4-16,2 8-11 0,-3 0-8 0,2 1-5 15,-1 5-3-15,1 3-3 0,0-7-5 0,3 4 0 16,1-5-3-16,0 0-1 0,0 1-3 0,0-2 0 16,1 0 0-16,0-1-24 0,3-1-27 0,-1-5-41 0,1-2-35 15,-2-2-72-15,7 0-242 0,-4-6-448 0,3 1 199 16</inkml:trace>
  <inkml:trace contextRef="#ctx0" brushRef="#br0" timeOffset="13531.34">5967 4020 204 0,'0'0'201'15,"0"0"-1"-15,0 0-12 0,0 0-6 0,0 0-6 0,0 0-10 0,0 0-9 16,0 0-10-16,0 0-9 0,0 0-14 0,2-3-8 15,-2 3-15-15,0 0-10 0,0 0-10 0,0 0-16 16,0 0-5-16,0 0-8 0,0 0-7 0,3 8-5 16,-3-8-2-16,-3 9-5 0,1 2-3 0,-2 0-1 15,0 4-1-15,-1-1 3 0,0 4-7 0,-1 1-4 16,-3 4-1-16,2-5-2 16,4 1-5-16,-3-1 2 0,1-1-1 0,0-1-1 15,3-6-4-15,-3 2 2 0,2-3-1 0,0 1 1 16,3-4-5-16,-1 2 2 0,1-3 0 0,0 1 0 15,0-4 18-15,0 4 13 0,3-2 20 0,-1-2 11 16,1 1 5-16,6-2-6 0,2 0-1 16,3-2-7-16,3 1-4 0,2-4-9 0,2 4-4 0,8-5-4 15,-10 1-10-15,9-1-20 0,-7 1-26 0,-1-2-32 0,-1-1-35 16,-2 2-38-16,-1-1-38 0,-3 1-41 0,0 0-32 16,-3-1-223-16,-1-1-493 0,-4 3 218 0</inkml:trace>
  <inkml:trace contextRef="#ctx0" brushRef="#br0" timeOffset="13778.69">6178 4166 41 0,'-3'-3'271'16,"3"3"9"-16,0 0-11 0,-2-4-7 0,2 4-13 16,0 0-21-16,0 0-24 0,0 0-23 0,0 0-25 15,0 0-17-15,0 0-19 0,0 0-12 0,0 0-15 16,0 19-5-16,0-10-7 0,1 6-7 0,-1 4-9 15,1 1-2-15,-2 7-1 0,2 0 1 0,3 1-12 0,-4-2-2 0,1-1-6 16,3 1-2-16,-3-6-9 0,1-3 0 16,-1-2 1-16,2 3-3 0,-1-3 0 0,1-1 0 15,-2-4-2-15,2-1-20 0,-1-1-25 0,-1 0-28 16,2-4-24-16,-3-1-36 0,0-3-38 0,0 4-93 16,0-4-246-16,0 0-522 0,5-14 231 0</inkml:trace>
  <inkml:trace contextRef="#ctx0" brushRef="#br0" timeOffset="16237.44">7356 2859 95 0,'0'0'184'0,"0"-8"-5"0,1 5-6 15,2-1-17-15,-1 2-11 0,1-3-12 0,1 3-15 0,1-2-12 16,0 0-11-16,0 2-11 0,-1-2-8 0,6 1-4 16,-2 2-13-16,2 1-8 0,1 0-6 0,1 3-2 0,0 2-6 15,0 0-5-15,2 4-2 0,0 4-4 0,1 1 4 16,-3 8-7-16,1 2-4 0,-4 2 3 0,0-1-3 15,-7 4 1-15,1 0-5 0,-3 3 4 0,-3-4-7 16,1 1 4-16,-6-1-2 0,2-1 0 0,-4-1-3 16,3-7 2-16,-3-1-4 0,1-2 4 0,0 0-4 0,0-5 3 15,4-2 0 1,-3 0 0-16,3-2 10 0,0-2 12 0,1 0 19 16,-1-1 18-16,1 0 30 0,1-1 23 0,-1 0 27 15,4-3 24-15,0 0-6 0,0 0-19 0,-5-7 6 16,6 0-29-16,0-1-18 0,3-2-11 0,4-6-9 15,1-2-17-15,5-7-6 0,2-1-12 0,1 3-5 16,-1-2 4-16,1-3-20 0,1 4-8 0,-1-2-5 16,-3 4 0-16,-1-1 1 0,-2 7 6 0,-1 1-14 0,2 2-3 15,-6 2 0-15,2 2-2 0,-3 1 1 0,-1 3 0 16,0-1-3-16,-2 1-3 0,2 3-6 0,0-1-9 16,-4 3-15-16,4-2-19 0,-4 2-15 0,0 0 1 0,0 0 2 15,0 0 3-15,0 16 2 0,-3-5 13 16,2 2 4-16,-3 4 6 0,1 3-3 0,2 4 6 15,0 2 4-15,1 1 1 16,2-8 5-16,6 6 4 0,2-1-2 0,3-3 43 16,5 1-4-16,2 0-5 0,3-5-35 0,4-2-59 15,4-1-75-15,-3-4-90 0,5-1-319 0,-2-6-604 16,-2 1 267-16</inkml:trace>
  <inkml:trace contextRef="#ctx0" brushRef="#br0" timeOffset="16769.91">7215 3532 185 0,'0'0'199'0,"0"0"-3"0,-8 0-11 16,8 0-9-16,0 0-13 0,-7 2-10 0,7-2-14 15,0 0-9 1,0 0-15-16,0 0-12 0,0 0-7 0,0 0-8 0,0 0-5 16,0 0-3-16,-5 0-3 0,5 0-7 0,0 0-2 15,0 0-5-15,0 0-2 0,0 0 0 16,0 0-10-16,0 0-4 0,0 0-5 0,0 0-2 15,0 0-6-15,0 0-6 0,0 0-3 0,0 0 0 16,0 0-1-16,0 0-7 0,0 0 4 0,0 0 5 16,0 0 4-16,0 0 3 0,0 0 6 0,0 0 0 0,0 0-2 0,0 0-8 15,0 0 7-15,0 0-5 0,25-4 3 0,-6 1-6 16,14-3-1-16,6 2-6 0,16-2 1 0,8-2-2 16,26-3 3-16,-22 3-1 0,25-3-11 0,-28 6 11 15,2 0-3-15,-2-2-5 0,-4 2 1 0,-1-1 4 16,-7 3-3-16,-15 0-6 0,0 3-1 0,-6-2 1 15,1-1-2 1,-12 2 2-16,1 1-3 0,-11-1 2 0,4 1-12 0,-6 0-5 16,-3-2-9-16,0 2-12 0,-5 0-7 0,0 0-19 15,0 0-16-15,0 0-21 0,0 0-14 0,-18 4-19 16,4 0-30-16,1-3-38 0,-6 2-48 16,-3 1-158-16,3-2-432 0,-3 1 193 0</inkml:trace>
  <inkml:trace contextRef="#ctx0" brushRef="#br0" timeOffset="17509.62">7514 3670 44 0,'0'0'246'0,"0"0"-8"0,0 0-12 0,0 0-21 16,0 0-21-16,0 0-19 0,0 0-17 0,17-6-16 0,-12 3-14 0,4 2-14 0,0 0-8 15,1-1-13-15,-2 1-8 0,6 0-8 16,5-1-5-16,-1 1 0 0,0 2-16 0,-5 1-3 16,1 0-5-16,-1 0-7 0,-3 1 1 0,2 1-10 15,-1-3-1-15,-1 9-1 0,-4-5-1 0,2 5-5 16,-3-2 2-16,-1 8-6 0,-4 1 2 0,0 4 5 15,-8-2-6-15,3 0-3 16,-9 5 4-16,-3 1-1 0,0 0 0 0,-5-2-2 16,3 4 1-16,-3-5-2 0,-1 0 2 0,-4-1-6 15,4-2 4-15,0-2-1 0,7-4 2 0,0-4-2 16,5-1 3-16,1-3-1 0,1 2 1 0,2-3 16 16,2 1 19-16,-1-2 25 0,2-1 40 0,4-2 33 15,0 0 6-15,0 0-21 0,0 0-11 0,-3-14-11 16,7 5-14-16,5-6-10 0,1 2-15 0,3 1-5 0,-2-3 1 15,2 1-10-15,1-1-6 0,-1 4-2 0,0 1-11 16,-2 3-5-16,1 0-1 0,-2 1-11 0,3 2 1 16,1 1-2-16,0 3-7 0,5 0-3 0,0 3 4 15,1 3-9-15,-1 2 0 0,6 1 0 0,0 3 0 16,0 3 4-16,-1-2 1 0,2 3-23 0,-3 0 27 16,3 0-2-16,0-2 2 15,-8-3-5-15,4 3 5 0,-3-7 0 0,-3 0-3 16,1-3 1-16,4-1 1 0,-7-2 6 0,1-3-12 15,3-1 15-15,-1-2-2 0,-2-4-10 0,-1 1-2 16,0-4-4-16,-1 0 8 0,-3 0 7 0,-3 0-4 16,2-1-4-16,-1 4-4 0,-2 0-1 0,-4 0-5 15,3 1 12-15,-1 1-10 0,0 0-13 0,-4 3-31 16,4-2-42-16,-4 6-62 0,2-7-67 0,-2 7-84 0,4-4-317 16,-4 4-668-16,0 0 296 0</inkml:trace>
  <inkml:trace contextRef="#ctx0" brushRef="#br0" timeOffset="19862.3">9020 2919 140 0,'0'0'161'16,"0"0"-20"-16,0 0-10 0,0 0-16 0,0 0-9 0,0 0-12 16,0 0-8-16,0 0-9 0,0 0-11 0,0 0-3 15,0 0-10-15,0 0-4 0,0 0-8 0,0 0 4 16,0 0-15-16,0 0 4 0,0 0-5 0,0 0 10 16,-3-5 12-16,3 5 7 0,0 0-5 0,0 0-1 0,0 0-3 15,7-2-2-15,-7 2-8 0,8-4 4 16,-2 3-10-16,-3-1-2 0,5-3-5 0,-4 2-1 0,2-2-5 0,3 1 3 15,-5 3-4-15,4-5 9 0,-3 2 9 0,0-2 4 16,1 4 5-16,1-3 3 0,-3 1 8 0,-2 3-2 16,1-4 44-16,-2 0-7 0,2 3-3 0,-3 2-6 15,2-5-9-15,1 2 3 0,-3 3-9 0,2-4-8 16,-2 4-7-16,0 0-13 0,-6-4-7 0,6 4-10 16,-13 0-3-1,4 3 0-15,-4-1-4 0,-2 4 0 0,-3 0-6 0,1 5-2 16,-6 1-5-16,-2 4 1 15,-2 0 2-15,2 5-12 0,-1-1 10 0,3 7-3 0,-3 1-1 16,-3 13-1-16,0-2 2 0,4 4 1 0,6-11 4 16,6-1-4-16,2 4 0 0,1-4-2 0,7 0 1 0,1-3-1 15,3 1 9-15,3-4-2 0,5 2 7 0,2-5 4 16,7 0-4-16,3-2 2 0,5-4-3 0,5-3 6 0,2-2-2 16,3-1 1-16,4-5-5 0,11 1-7 0,1-5-5 15,-15-2-7-15,4-4-12 0,-1 0-5 0,-3-2-9 16,-1-1-6-16,3-5-9 0,-3-1-3 0,-3-4-2 15,0-1 0-15,-2 1 4 0,-4-4 13 0,-4 1-8 16,-4 0 11-16,-5 4 17 0,-5 1 13 0,0 0 10 16,-3 0 11-16,-1 4 1 15,-2 2 1-15,-6-2 2 0,2 3-2 0,-3 1-3 16,-2 0-6-16,-3 1-3 0,-3 3 2 16,1 1-5-16,-4 1-1 0,-7 4-2 0,4 1-5 15,-9 4 4-15,2 4-2 0,-1 4 4 0,3-2-5 16,-1 4 4-16,6 2-2 0,-4-1-2 0,8 2-1 15,1-5 1-15,3 1 1 0,2 1-2 0,4-2 2 16,0 1 5-16,4-4-3 0,-2 0 7 0,6-2 2 0,1 2 3 0,4-3 3 16,1 0-2-16,8-4 4 0,-1 0-5 0,6-3 2 15,-3-3-4-15,11 0 2 0,-3-4-2 0,-1 0 0 16,-8-2 0-16,5-3 5 0,1-3-8 0,-6 4 1 16,-4-4-2-16,-2 0-3 0,1-3-14 0,-5 1-4 15,0-3-4-15,-3 2-12 0,-2 1 1 0,-1 2-4 16,-3 3-6-1,-3-3-10-15,-2 3-1 0,-4 3-3 0,0-2-2 16,-5 2-7-16,0 3 0 0,1 0-11 0,-5-1-13 16,5 3-15-16,-2 2-18 0,4 0-40 0,-2 0-41 0,1 0-160 15,3 0-386-15,-1 0 170 0</inkml:trace>
  <inkml:trace contextRef="#ctx0" brushRef="#br0" timeOffset="20278.7">9826 3055 163 0,'0'0'227'16,"0"-6"-19"-16,0 6-21 0,0 0-22 0,0 0-17 0,0 0-17 0,0 0-12 15,-9-1-16-15,9 1-11 0,0 0-11 0,-17 11-10 16,10-3-4-16,-2 1-6 0,1 2-9 0,-1-2-7 16,-2 8-5-1,-1-5 5-15,3 5-12 0,0 0-8 0,3-3 1 16,-2 1-2-16,4 4 0 0,3-2 0 0,-1-2-6 0,5 4 3 16,1-2-2-16,4-3 6 0,2 3 8 0,-1-2-7 15,4-2-2-15,2 2 0 0,1-4-2 0,0 3-2 16,-2-4 0-16,0 1-3 0,-3-6-1 15,-2 5-6-15,1-3 2 0,-4-1-2 0,-1 1-2 16,-2-3-3-16,1 1 4 0,-3 1 5 0,-1-2 8 0,-3 3-5 0,0 0 4 16,-5-2 0-16,-1 4-2 0,-4-3 0 0,-5 3-3 15,-1-2-8-15,0-1-19 0,0 0-23 0,-3-1-27 16,5-1-36-16,3-3-54 0,0 4-53 0,1-4-147 16,3-4-378-16,-1-1 167 0</inkml:trace>
  <inkml:trace contextRef="#ctx0" brushRef="#br0" timeOffset="21080.98">10046 3084 169 0,'4'-4'208'0,"-4"4"-28"0,10-3-14 0,-10 3-18 16,15 0-14-16,-7 0-17 0,3 3-11 0,0-2-8 0,-5 5-11 16,6-2-11-16,0 1-6 0,-4 2-2 0,2 4-6 15,-1 0-6-15,-1 1-2 0,-6-1-5 0,5 5 2 16,-6 0-5-16,-1 3-2 0,-4-1-4 0,0 7-2 15,-1-7-2-15,-3 2-2 0,1-2-4 0,-2 0-1 16,1-1-1-16,-4 0 0 0,5-3-2 0,-2 0 4 16,1-3 1-16,-2-2-2 15,4 2 4-15,-2-4-5 0,2-1 0 0,2-1 3 16,-1 1-8-16,1-2-1 0,4-4 1 0,-5 5-6 16,1-1-1-16,4-4-4 0,-4 3 2 15,4-3-2-15,-4 5 2 0,4-5-4 0,0 0-2 0,0 0-1 16,-4 5 1-16,4-5-2 0,0 0 4 0,0 0-1 15,0 0 3-15,0 0 4 0,0 0 0 0,-3 3 0 16,3-3 1-16,0 0-3 0,0 0-3 0,0 0 4 0,0 0-3 16,0 0-1-16,0 0 0 0,0 0 6 0,0 0 1 15,0 0 8-15,0 0-2 0,0 0 8 0,0 0 2 16,0 0 8-16,0 0 9 0,0 0 15 0,0 0 13 16,0 0 13-16,0 0 14 0,0 0 0 0,0 0 7 15,0 0 10-15,0 0-6 0,0 0 0 0,0 0-4 16,0 0-5-16,0 0-1 15,0 0-5-15,0 0-6 0,0 0-10 0,0 0-13 16,0 0-6-16,0 0-9 0,0 0-4 0,7-16-12 16,-7 16 4-16,0 0-7 0,5-4-6 0,-5 4-7 15,7-4-4-15,-3 1 0 0,-4 3-3 0,9-3-12 16,-9 3 8-16,7-2-3 0,0-1-2 0,-7 3-5 16,16 3-5-16,-16-3 1 0,16 2 1 0,-6 0-2 15,-3 1-3-15,1 2 5 0,1-1-7 0,0 4 5 0,1-2-1 16,-1 2-7-16,2 0 6 0,-4 0 2 0,1 2 1 15,0-1-8-15,-2 0 1 0,3 0 3 0,-5-1-4 16,1-3 9-16,-1 2-5 0,-3-3 0 0,2-3 5 16,-3-1 1-16,5 8 3 0,-5-8 1 0,3 2 10 15,-3-2-1-15,0 0-1 0,0 0-7 0,17-10 1 16,-10 3-6-16,-1-1 5 0,1 3-4 0,0-5 4 0,-1 1-10 0,1 1 0 16,0 0 6-16,-2 0-1 0,-1 2-3 0,1 2-7 15,-2-1-4-15,2 2-13 0,-5 3-20 0,5-6-17 16,-2 3-39-16,-3 3-31 0,3-2-45 0,-3 2-49 15,0 0-48-15,0 0-52 0,0 0-320 0,8-3-698 16,-8 3 308-16</inkml:trace>
  <inkml:trace contextRef="#ctx0" brushRef="#br0" timeOffset="21651.36">10514 3072 3 0,'8'-2'219'0,"-8"2"-24"0,9 0-17 0,-9 0-21 16,13 4-9-16,-3-2-12 0,-1 2-14 0,3 3-5 15,-5 0-15-15,1 2-7 0,0 1-7 0,-3 2-7 16,5 1-5-16,-5 4-10 0,-1-1 0 0,-4 1-8 16,0 2-1-16,0 0-5 0,-4 5-2 0,0-4-5 15,-2-2-1-15,1 0 1 0,-3-1-4 0,-1-1-4 0,4 0-4 0,-5-4-3 16,4 1-1-16,0-4-2 0,1-2-4 0,1 0 1 15,2-1 5-15,2-2 14 0,-4-1 18 0,0 2 29 16,3-3 29-16,1-2 26 0,0 0 12 16,0 0 13-16,0 0-16 0,0 0-16 0,0 0-14 15,14-15-14-15,-2 2-6 0,-1-2-17 0,3-2-9 0,0-4-7 16,4-5 0 0,1 4-17-16,-2-1-8 0,1-2-2 0,-5 10 0 15,-3-2-12-15,-1 3 0 0,-2 5-6 0,0-1 6 16,-2 4-9-16,-2 0 4 0,3 0 2 0,-5 2-13 15,2 0-3-15,-3 4-15 0,2-6-19 0,-2 6-5 16,0 0 0-16,0 0 3 0,0 17 1 0,-2-5 11 16,0 1-30-16,0 4 31 0,-1 1 2 0,2 7 0 15,3-4 2-15,2 4-1 0,-1 1 2 0,7-2 3 0,2-1-35 0,3-1-19 16,8-4-43-16,1-3-41 0,-2-1-84 0,7-4-114 16,0-5-246-16,1-4-632 0,-3-4 280 0</inkml:trace>
  <inkml:trace contextRef="#ctx0" brushRef="#br0" timeOffset="22484.5">10972 2514 180 0,'0'0'202'0,"3"-4"-16"0,-3 4-12 16,0 0-23 0,0 0-11-16,0 0-17 0,0 0-17 0,0 0-8 15,0 0-6-15,0 0-19 0,0 0-8 0,0 0-14 16,2 15 2-16,0-8-7 0,0 7-4 15,-1 1-6-15,3 11-2 0,0-3-7 0,-3 5 5 16,2 1-2-16,2 5-3 0,-1-3-1 0,2 6 0 0,-2-2-5 16,3 0 1-16,0 0-4 0,3 0 1 0,3 11 2 15,-4-13-3-15,0-3 2 0,4-3-2 0,-3-2-2 0,0-7 1 16,-1-2-3-16,0-2 3 0,1-1-3 0,-2-2-1 16,-3-5 2-16,4 1 8 0,0-3 13 0,-3-1 15 15,1-2 11-15,-1-1-1 0,3-3-3 0,-4-1 6 16,2 2-6-16,-3-4-2 0,2 0-6 0,-1-5-6 15,1 5-4-15,2-5-6 0,-4 6 10 0,-3-1 4 16,3-3 6-16,0 2 2 0,-4 1-7 0,4 4-5 0,-4 2-6 0,2-7-3 16,-2 7-7-16,0-6-2 0,0 6-8 0,-6-4-2 15,6 4-6-15,-9-1-1 0,9 1-3 0,0 0-3 16,-18 3-9-16,10-1 10 0,-1 3 0 16,0 1-6-16,-1 1 1 0,1 3 2 0,0 0-1 15,-3 3 0-15,-1 1-2 0,1 2-4 0,3 1 5 16,0 1-4-16,-1 7 2 15,0-2 0-15,1 2 3 0,5 0 1 0,-1 0 2 16,0 0-1-16,5-2-2 0,0 4 2 0,4-1-5 16,-2 0 4-16,2-2 4 0,3 2-2 0,-2-1-1 15,1 2-4-15,4-1 5 0,-1-3-2 0,2 3 6 16,0-4-2-16,-2 4-1 0,5-1 1 0,1 5 1 16,-2-3-1-16,1 0-1 0,-5-1-1 0,0 2 1 15,1 1-3-15,-6 0 10 0,-4-2-9 0,0 2-2 0,-3-1 9 0,-3 0-5 16,-3-1-3-16,-2 2 3 0,-6-2-3 0,0-4 1 15,-3 2 5-15,-4-1-5 0,-4-6 5 0,2 2-1 16,-6-2 0-16,-1-1-3 0,-18 6-31 0,-2-7-60 16,0-3-92-16,-9-5-357 0,4-4-580 15,4-1 258-15</inkml:trace>
  <inkml:trace contextRef="#ctx0" brushRef="#br0" timeOffset="24057.2">7192 2621 122 0,'0'0'135'0,"-2"-4"-9"16,2 4 2-16,0 0-10 0,0 0 4 0,0 0 4 15,0 0-12-15,0 0-5 0,0-4-9 0,0 4-6 0,0 0-3 16,0 0-10-16,0 0-4 0,0 0-11 0,0 0-7 0,0 0-6 16,0 0-17-16,0 0 6 0,0 0-9 15,0 0-4-15,0 0-15 0,0 0-14 0,0 0-18 16,0 0 13-16,-4 11-2 0,3-4 0 0,-2 4 3 15,3 6-9-15,0 1 5 0,-5 8-1 0,3 6 3 16,-1 0-2-16,-6 15 4 16,0 7-3-16,-1 0 18 0,-2 5-15 0,-3 21 11 15,1-24-4-15,-3-2 1 0,7 1 6 0,-1-4-2 16,-2-3 4-16,3-3-7 0,3-12 12 0,1-3 5 16,-3-1-3-16,3-4 0 0,-2-2-1 0,1-4 2 15,0-3-4-15,2-5 3 0,1-1 2 0,0-1-2 16,0-4 3-16,3 2 9 0,-3-2 13 0,4-2 19 15,0-3 24-15,-5 5 6 0,5-5-9 0,0 0-13 0,0 0-6 16,5-13-14-16,0 3-10 0,-1 3-6 0,4-3-4 16,-2 0-6-16,3 3-4 0,-1-4-3 0,1 6 0 15,-2-2-5-15,2 0 0 0,-4 4-9 0,2 2-4 16,1-1-4-16,0 4-3 0,0 1 0 0,2 2 0 16,4 8 2-16,-1 3 2 0,1 8-3 0,-5 5 0 15,0 4 7-15,-1 17 0 16,-3 6-1-16,-5 23 0 0,-8-18 2 0,2 24 2 15,-3-23 1-15,-8 18-3 0,10-26 3 0,-4 1 0 16,2-5 1-16,3-1 2 0,-2 1 2 0,4-13 0 16,1-3 4-16,0-2 5 0,3-3-4 0,0-1 4 15,5-1-2-15,-4-10 9 0,3 0 1 0,1-2 2 16,4-1 3-16,0-6-1 0,4 4 0 0,6-3-3 16,-1-2 0-16,12-2-3 0,0-2-6 0,6-1 1 0,-2-2-2 15,3-2-18-15,3 0-33 0,-4-3-53 0,15-5-76 16,-13 3-121-16,1-3-168 0,-6-4-488 0,-9-5 216 15</inkml:trace>
  <inkml:trace contextRef="#ctx0" brushRef="#br0" timeOffset="40828.61">11983 3379 87 0,'0'0'143'0,"0"0"-13"0,0 0-7 16,0 0-15-16,0 0-1 0,0 0-20 0,0 0-8 15,0 0-7-15,0 0-5 0,0 0-7 0,0 0-6 16,0 0-3-16,0 0-3 0,0 0-10 0,0 0 0 16,0 0-4-16,0 0-4 0,0 0-1 0,0 0-4 0,0 0 3 15,0 0-11-15,0 0 9 0,0 0 0 0,0 0-4 0,0 0-7 16,0 0 9-16,0 0 6 0,0 0 10 0,0 0 4 15,0 0 1-15,0 0-1 0,0 0-5 0,0 0 1 16,19 2 2-16,-5-2 21 0,4-1-8 0,1 0-4 16,11-1-4-16,0 2-3 0,1-2-5 15,1 1-6-15,0-1-2 0,-4 0 1 0,0-1-8 0,-6 2 0 0,-3-1 0 16,0 2-7-16,-6-2 1 0,-3 2-2 0,-1-1-6 16,-9 1-9-16,13 0-21 0,-13 0-19 0,9-1-21 15,-9 1-10-15,0 0-26 0,0 0-30 0,0 0-45 16,0 0-136-16,-31 6-332 0,17-5 147 0</inkml:trace>
  <inkml:trace contextRef="#ctx0" brushRef="#br0" timeOffset="41167.11">11972 3549 199 0,'0'0'206'0,"0"0"-16"15,0 0-10 1,0 0-11-16,19 5-17 0,0-5-12 0,8 0-14 0,4 1-9 15,8-1-16-15,11-1-7 0,4 1-5 0,-3 0-8 16,-14 1-8-16,15-1-3 0,-15-1-6 16,-2 2-7-16,-2-2-7 0,-2 1-1 0,-10 0-7 15,-3-3-3-15,-8 3-6 0,-2 0-3 0,2 0 1 16,-10 0 1-16,9-1 2 0,-9 1-2 0,9 0-1 16,-9 0-9-16,0 0-9 0,0 0-6 0,9 1-8 0,-9-1-24 0,0 0-36 15,0 0-55-15,-19 7-61 0,19-7-186 0,-17 0-392 16,17 0 174-16</inkml:trace>
  <inkml:trace contextRef="#ctx0" brushRef="#br0" timeOffset="42100.45">13459 2942 186 0,'0'-5'261'0,"0"0"-8"16,0-1-11-16,0 6-8 0,0-7-3 0,3 5-17 15,-3 2-14-15,-3-9-9 0,3 9-24 0,0-3-15 16,0 3-20-16,0-6-12 0,0 6-12 0,0 0-19 15,5-4-13-15,-5 4-24 0,0 0-7 0,0 0-6 0,0 0-7 0,-2 19 0 16,2-7 0-16,2 6-11 0,-1 10 3 0,2 1 0 16,-2-3-10-16,3 4 1 0,-2-3-5 0,0-2 6 15,-1 0-7-15,3 3 1 0,-3-8 0 0,1-2-1 16,0-1 1-16,2 3 0 0,1-4 12 0,-4-3-5 16,2-2-12-16,-2-1-1 0,2-3 2 0,-2 1 0 15,0-4-5 1,0 2 8-16,1-3 1 0,-2 1 1 0,1 0-4 15,0-1 3-15,-1-3-6 0,2 4-6 0,-2-4-19 16,0 0-22-16,1 3-31 0,-1-3-40 0,0 0-74 16,0 0-60-16,0 0-201 0,0 0-487 0,-13-7 216 15</inkml:trace>
  <inkml:trace contextRef="#ctx0" brushRef="#br0" timeOffset="42786.55">13147 3517 33 0,'-8'0'138'16,"8"0"-11"-16,0 0-4 0,0 0-13 0,0 0-5 0,-5 3-12 0,5-3 0 15,0 0-9-15,0 0-7 0,0 0 10 0,0 0-1 16,0 0 6-16,0 0-6 0,0 0-3 0,0 0-1 16,0 0-3-16,0 0 0 0,0 0-3 0,0 0-4 15,0 0-2-15,0 0-11 0,0 0 0 0,0 0 19 16,0 0-1-16,0 0-4 0,0 0-2 0,0 0-4 15,0 0 3-15,0 0-3 0,0 0-1 0,0 0-7 0,0 4-1 0,0-4-7 16,0 0-1-16,0 0-6 0,0 0-4 16,0 0-1-16,0 0-5 0,0 0-1 0,0 0-6 0,0 0 0 15,0 0-8-15,0 0 3 0,0 0-4 0,0 0-2 16,0 0-2-16,0 0 1 0,0 0-4 0,0 0-2 16,0 0 2-16,0 0-2 0,0 0-1 0,0 0 0 15,0 0 1 1,0 0-2-16,0 0 2 0,0 0 4 0,0 0-3 15,0 0-10-15,0 0 17 0,0 0-6 0,0 0 3 16,0 0-3-16,0 0-3 0,0 0-1 0,0 0 2 16,0 0-11-16,0 0 12 0,0 0-6 0,0 0 3 15,0 0-3-15,0 0 1 0,0 0 0 0,16-4 2 16,4 1-2-16,8 0-2 0,4 0 4 0,8-1-7 16,21-1 3-16,3-2 5 0,33-1 6 0,-4 1 4 0,3 0 7 0,1 1 2 15,-5 2 0-15,-24 0 3 0,-7 1-7 0,2 3 0 16,-3-1 1-16,-8-2-5 0,-14 2 0 0,-6-1-5 15,-2 1 2-15,-12 1-4 0,-4-1-4 0,-1 0 6 16,-3 0-3-16,-2 1 3 0,-3 0-4 0,2 0 1 16,-7 0-3-16,11 0 0 0,-11 0-5 0,6-2-6 15,-6 2-14 1,0 0-20-16,0 0-27 0,0 0-35 0,0 0-27 16,-28 4-39-16,19-3-52 0,0 2-67 0,-2-2-174 0,-1 1-494 15,3-2 219-15</inkml:trace>
  <inkml:trace contextRef="#ctx0" brushRef="#br0" timeOffset="43889.61">13526 3771 147 0,'0'0'187'16,"0"0"-22"-16,2-3-14 0,0 1-16 0,-2 2-13 15,4-6-13-15,0 5-10 0,-4 1-10 0,9-3-6 16,-4 3-10-16,3-1-11 0,-2 1-7 0,5 1-3 16,1-1-7-16,1 3-6 0,2 1-4 0,-2-1-3 15,5 2-6-15,-4 2-15 0,3 3 0 0,-7-3-5 16,4 4 5-16,-3 3 0 0,0 0-4 0,-4 1 4 0,0 2-6 0,-5 0 5 15,-1 4-3-15,-1 3-2 0,-5 3-2 0,-2-2 1 16,-2 0 3-16,-3 3 2 0,-6-2-4 0,-2 0 2 16,2 0 3-16,-4-3-3 0,8 2 6 0,-5-1-5 15,3-3-2-15,0-1 6 0,-4-1-3 0,6-4 4 16,2-1 0-16,1 0-5 0,2-1 0 0,0-1 2 16,1 1-2-16,2-3-3 0,2 1 2 0,0-2-3 0,3 1 9 0,1 0 10 15,0 0 6-15,1-1 6 0,2-2 5 0,3 1 5 16,4 1 0-16,2-4 0 0,4 3-3 0,2-2-6 15,5-2 0-15,5 2-5 0,3-2-1 16,-4 0-2-16,1 0-3 0,1-3 0 0,-2 1-8 16,-6-2 1-16,-2 0-1 0,-3 0-1 0,-3-2-1 0,-3 0 8 15,-1-1-9 1,-3-1-1-16,1 0-7 0,-7-2-12 0,-5-2-11 16,-4-3-7-16,-4 0 2 0,-11-6-2 0,-3-2 2 15,-2-4 6-15,-11-8 1 0,8 10 3 0,-12-12-2 16,0 0 11-16,6 0 14 0,0 0 23 0,8 9 28 0,3 2 28 15,4 0 29-15,4 1 23 0,6 5 8 16,1 1 1-16,3-2-6 0,3 4-21 0,5 3-17 16,4-2-23-16,3 1-29 0,8-2-19 0,13 1-23 0,5-3-32 0,6 6-29 15,13-2-41-15,0 4-40 0,3-1-70 0,-1 3-93 16,-14 2-211-16,-2 1-545 0,-1-8 242 0</inkml:trace>
  <inkml:trace contextRef="#ctx0" brushRef="#br0" timeOffset="44980.24">15038 3166 64 0,'4'-2'168'0,"0"0"-9"16,2-1-27-16,-1 0-9 0,3 3-7 0,2-1-11 15,1-2-7-15,1 2-11 0,2 2-12 0,3 1-5 16,-3 0-12-16,-1 1 1 0,1 2 1 0,0 4-24 16,1 0 6-16,-2 2-8 15,1 3-9-15,-4 1 3 0,-1 2-2 0,-1 2 2 16,0 5-2-16,-6 3 1 0,-4-2 1 15,0 1 4-15,-4 1-7 0,-3-4 3 0,0 2-1 16,-7-1 2-16,3-1-4 0,-4 0 1 0,3-1 0 16,0-7 5-16,1-2-6 0,-1-1 6 0,3 1 2 0,-1-4-1 15,1 2 9-15,3-5-3 0,3-2 7 0,-2 1 12 16,4-2 7-16,-4 0 18 0,5 0 23 0,-2-2 28 0,-1 2 29 16,5-3 39-16,0 0-7 0,0 0-25 0,0 0-15 15,-2-10-23-15,6 2-5 16,0-2-12-16,5-5-15 0,6-7-15 0,3-2-11 15,-2-2-9-15,5 1-15 0,1-1 0 0,0-1-5 0,-3 2-11 16,0 2-7-16,-2-1-6 0,-2 3-1 16,-2 5-4-16,-3 3 1 0,0-1-5 0,-1 7 0 0,-6-1-6 0,2 1-2 0,-2 3 4 0,0-1-2 15,1 0-2-15,-1 2-20 0,-1 2-24 16,-2 1-19-16,0 0 4 0,4 7 4 0,-5 0 17 16,-2 4-6-16,1 4 3 0,-2 2 3 0,0 2 1 0,-2 7 6 15,1 0 2-15,3-3 7 0,-3 4 7 0,4-8-5 16,3 1 7-16,2-2 10 0,3 0-4 0,4-1-6 15,5 2-8 1,5-1-21-16,3-4-50 0,2-5-61 0,7-1-80 0,-2-4-103 16,1-3-184-16,0-4-561 0,-3-3 248 0</inkml:trace>
  <inkml:trace contextRef="#ctx0" brushRef="#br0" timeOffset="45662.48">15491 2789 174 0,'7'-1'204'0,"0"1"-13"0,4-1-12 0,-4 0-20 15,3 1-12-15,3 1-15 0,-4 0-15 16,3 2-10-16,-3 0-10 0,4 1-13 0,-7 1-4 15,3 2-6-15,-1 3-5 16,-4 0-3-16,2 2-10 0,-6 0-3 0,0 4-1 16,-1 2-7-16,-4-1 1 0,-3 0-2 0,-5 7-2 15,3-6 2-15,0 5-8 0,-3-7 2 0,3 0-3 16,-3-2-5-16,3 2 6 0,1-7-10 0,1 2-3 16,2-4-4-16,2-3-1 0,-2 3 2 0,3-5-2 15,1 3 25-15,-2-3 16 0,4-2 16 0,-3 7 17 16,3-7 9-16,0 0-3 0,0 0-3 0,24-3-2 0,-4-1-12 15,-2 1-8-15,11-1-11 0,-1-1 0 0,0-3-6 16,2 4-12-16,-2-1 1 0,-7 1-3 0,0 0-7 0,-2 2-7 16,0 0-3-16,-5 2-3 0,-3-2-2 0,0-1 4 15,-1 3-13-15,-5 0-18 0,-5 0-18 0,12-1-24 16,-12 1-34-16,0 0-20 0,0 0-11 16,0 0-32-16,0 0-57 15,0 0-73-15,0 0-198 0,-22 8-513 0,22-8 228 16</inkml:trace>
  <inkml:trace contextRef="#ctx0" brushRef="#br0" timeOffset="46364.32">16374 2914 53 0,'1'-2'271'0,"-1"2"-16"0,0 0-16 15,0 0-19-15,5-3-14 0,-5 3-18 0,0 0-10 16,0 0-20-16,0 0-12 0,0 0-21 0,0 0-13 16,0 0-14-16,0 0-8 0,-18 5-11 0,9-2-4 15,-4 4-14-15,-3-4-6 0,-2 7-6 0,0-3-6 16,0 4-1-16,-2-1-6 0,-1 5-3 0,2-3-3 16,1-1-6-1,3 0-4-15,-2 0-4 0,3 2-1 0,5-4 1 16,-2 2-6-16,3 0 0 0,-1 1 0 0,3 1-4 15,2-2 4-15,1 0-3 0,3 0 1 0,3 1 2 0,4 0 12 16,4 1-1-16,3 0 3 0,9 4-6 0,0-1-1 16,6 0 7-16,-1 0-9 0,3 0 2 15,0-1-6-15,-2 1 0 0,2-1 0 0,-2-2 1 16,-5 1-4-16,-6-3 0 0,-2-3-2 0,-1 4-2 0,-7-2 0 0,-1-3 2 16,-3 1-6-16,-3 0 0 0,-2-3 3 0,-7 4 1 15,-3-2 3-15,-6 2 0 0,-10 1 0 0,-1-3-3 16,-2-1 4-16,0 1-6 0,0 0 4 0,0-3-3 15,-2 1 0-15,4-3 2 0,-2 0-2 0,1 0-3 16,9-1-3-16,3-1-24 0,2 0-20 0,5-2-21 16,1 3-22-1,9-1-48-15,-10-4-75 0,10 4-241 0,0 0-490 16,0 0 217-16</inkml:trace>
  <inkml:trace contextRef="#ctx0" brushRef="#br0" timeOffset="46680.73">16743 3250 259 0,'-4'-6'390'0,"4"6"-20"16,0 0-15-16,-1-6-23 0,1 6-31 0,0 0-29 15,0 0-35-15,-1-6-34 0,1 6-14 0,0 0-25 16,0 0-19-16,0 0-25 0,0 0-14 0,0 0-7 0,0 0-15 0,0 0-13 15,0 0-17-15,2 24 13 0,-1-17-6 16,2 3-11-16,-2 1-6 0,-1-1-3 0,3 2-5 16,-2 1-1-16,0 2-2 0,1-2-8 0,0-3 2 15,-1 3 1-15,1-2-9 0,-1 1 7 0,-1-5-2 16,1 2-23-16,-1-5-18 0,0 5-21 0,2-4-20 16,-2 0-7-16,0-5-5 15,0 5-2-15,0-5-7 0,0 0-31 0,0 0-48 16,0 0-51-16,0 0-47 0,-13-14-44 15,4 4-173-15,2-4-513 0,0-1 228 0</inkml:trace>
  <inkml:trace contextRef="#ctx0" brushRef="#br0" timeOffset="46843.53">16653 3057 242 0,'0'-4'304'16,"3"-2"-23"-16,-3 6-6 0,0-9-18 0,0 9-33 15,1-5-18-15,3 3-25 0,-4 2-18 0,5-6-18 16,-5 6-15-16,5-2-24 0,-5 2-36 0,0 0-32 15,0 0-37-15,17 8-37 0,-12-4-45 0,0 2-56 16,2 2-62-16,-5-2-163 0,-2 0-392 0,5 3 173 16</inkml:trace>
  <inkml:trace contextRef="#ctx0" brushRef="#br0" timeOffset="47266.66">16944 3208 135 0,'2'5'269'0,"-2"-5"-29"0,0 0-29 0,0 0-23 16,4 4-21-16,-4-4-15 0,5 7-16 0,-3-3-14 15,0 0-9-15,-1 5-13 0,3-2-8 0,-3 4-5 16,1 0-12-16,-1 0 1 15,-2 2-12-15,2 3-3 0,-2 1-5 16,-2 0-7-16,2-2-7 0,-2 1-1 0,2-7-6 16,-2 3-4-16,0-3-2 0,0-1 1 0,3-3-5 15,-1 0 1-15,1-5 11 0,-3 9 36 0,3-6 39 0,0-3 52 16,0 0 19-16,0 0 11 0,0 0-21 0,0 0-11 16,0 0-19-16,17-12-16 0,-10 2-12 15,1 2-12-15,2-1-9 0,2-3-14 0,-1 2-10 0,-2 0-8 0,1 3-6 16,-2 0-4-16,-3 2-6 0,1 2-6 0,0-1-3 15,-2 0-12-15,-4 4-13 0,7-3 8 0,-7 3-4 16,8-3-4-16,-8 3-6 0,10 5 5 0,-5-1-12 16,4 2-6-16,1 0-4 0,-5 0-20 0,3 2-38 15,1-1-37-15,0 2-48 0,-4 0-49 0,0-1-55 16,-1-4-80-16,1 4-279 0,-1-6-668 0,-4-2 296 0</inkml:trace>
  <inkml:trace contextRef="#ctx0" brushRef="#br0" timeOffset="47868.25">17369 3044 200 0,'0'0'247'0,"0"0"-19"0,0 0-19 15,0 0-18-15,0 0-21 0,0 0-12 0,0 0-18 16,0 0-14-16,0 0-10 15,0 0-14-15,0 0-8 0,0 0-7 0,0 0-8 16,27 6-8-16,-18-1-5 0,2-1-10 0,1 3-4 16,6 1-2-16,-3-1-5 0,4 3-4 0,-7-2-5 15,4 3-4-15,-5-4-6 0,2 6 1 16,-1-1-7-16,-2 2 0 0,-1 1-4 0,-1 1-1 16,-7 2 2-16,3 1 0 0,-5-2-4 0,-6 2 1 0,2-2 0 15,-5 2-5-15,-3 2 5 0,-2-4-1 0,-2 2 4 0,2-5 0 16,0 0 0-16,-1 0 1 0,0-3 0 0,-1-1 0 15,3-1-1-15,1-2-5 0,3-1 1 0,1-1-4 16,2-1-1-16,0 0-2 0,3-1 5 0,2-1 3 16,-1 1 27-16,-1-2 17 0,0 2 7 0,4-3 11 15,0 0 0-15,0 0 2 0,0 0 1 0,21 2-6 16,-3-3-10-16,2 0-8 0,1 1-16 0,7-1 7 0,1 1-3 0,-2-2-7 16,1 2 0-16,-6 0-2 0,-3 0 0 0,1 0-10 15,0 0-8-15,-4 0-10 0,-4 2 13 0,-5-2 2 16,1 0-5-16,-8 0-3 0,12 0-4 0,-12 0-20 15,10 0 2-15,-10 0-22 0,0 0-27 16,10 0-29-16,-10 0-20 0,0 0-20 0,0 0-37 16,0 0-52-16,0 0-54 15,0 0-231-15,0 0-542 0,0 0 240 0</inkml:trace>
  <inkml:trace contextRef="#ctx0" brushRef="#br0" timeOffset="48469.75">17862 3096 86 0,'5'-2'224'0,"-5"2"-19"16,11 0-19-16,-11 0-19 0,9 2-18 0,-3-2-18 15,2 3-7-15,1 2-15 0,-4-1-13 0,1-2-14 0,2 6-3 0,-2-1-6 16,-1 0-6-16,-1 5-4 0,1-1-3 0,-3 4-3 15,0-2 0-15,-4 4-5 0,0 3-3 16,-5-2-6-16,0 0-1 0,-2 1-1 0,-1-2-2 16,-5 1-1-16,3-2-4 0,2-1 1 0,0-3-2 15,1-1-7-15,2-1 3 0,1-4 0 0,1 3 4 16,0-5-2-16,0-1 16 16,1 0 13-16,0 1 21 0,4-4 39 0,-1 5 27 15,1-5 29-15,0 0 25 0,0 0-20 0,0 0-20 16,0 0-19-16,0 0-7 0,17-19-20 0,-6 10-9 15,3-4-8-15,0-1-9 0,6-5-13 0,0-2-5 16,1 0-11-16,-3 0-6 0,0 0-6 0,1 2-4 16,-6 5-5-16,0-1-3 0,-7 6-2 0,3-1-5 15,-1 2-7-15,-3 2 12 0,-1 0-6 0,-1 2-2 0,1 0-5 16,-4 4-9-16,6-7-15 0,-6 7-22 0,0 0-6 0,0 0 7 16,0 0 0-16,-11 16-4 0,6-5 8 0,-6 5-2 15,-2 5-1-15,-2 1 9 0,4 3 0 16,6-2 0-16,1-3 0 0,0 1 18 0,7-2-8 15,2 0 2-15,4 0-2 0,5 4-11 0,9-3-50 16,5-4-89-16,4-1-135 0,4-9-425 0,2-1-772 0,1-5 343 0</inkml:trace>
  <inkml:trace contextRef="#ctx0" brushRef="#br0" timeOffset="57376.4">19001 3408 166 0,'0'0'234'0,"0"0"-12"0,0 0-12 0,-7-2-12 16,7 2-14-16,0 0-11 15,0 0-17-15,0 0-13 0,0 0-13 0,0 0-12 16,-7-2-8-16,7 2-12 0,0 0-8 0,0 0-6 15,0 0-4-15,0 0-8 0,0 0-1 0,0 0-7 16,0 0-4-16,0 0-5 0,0 0 6 0,0 0-7 16,0 0-1-16,0 0 0 0,0 0-5 0,0 0 3 15,0 0 6-15,0 0-2 0,0 0 1 0,0 0-8 16,0 0 3-16,0 0 1 0,0 0-6 0,0 0-3 0,0 0 2 0,0 0 3 16,0 0-25-16,0 0 19 0,0 0-3 15,0 0-19-15,0 0 21 0,0 0-6 0,0 0 5 16,0 0-10-16,0 0-2 0,0 0-2 0,0 0-4 15,0 0-3-15,0 0 7 0,0 0-4 0,0 0-5 16,0 0 3-16,0 0-10 0,0 0 2 0,0 0-3 0,0 0 3 16,0 0-7-1,0 0 4-15,0 0-6 0,0 0 5 0,0 0 0 16,0 0-8-16,0 0 12 0,0 0-8 0,0 0 4 16,0 0 11-16,0 0-8 0,0 0-1 0,0 0 3 15,0 0 4-15,0 0-1 0,0 0-8 0,0 0 6 16,0 0-5-16,16-1 2 0,-12-3-3 0,-4 4-1 15,9-1-4-15,-4-1 0 0,-5 2 5 0,9 0-1 16,-5 0-1-16,-4 0-2 0,9-1-5 0,-1-1-4 0,-5 1 9 0,-3 1-7 16,12 0 6-16,-8-1-3 0,-4 1 6 0,0 0-5 15,6 0 1-15,-6 0-4 0,9-2 0 0,-9 2-1 16,0 0 2-16,0 0-3 0,0 0 7 16,0 0-1-16,9 0-4 0,-9 0-1 0,0 0-1 15,0 0 8-15,0 0 3 0,0 0-7 0,0 0 3 16,0 0-2-16,0 0-2 15,0 0 3-15,0 0-5 0,0 0 0 0,0 0 3 16,0 0 1-16,0 0-2 0,5 2-4 0,-5-2 5 16,0 0-2-16,0 0 2 0,0 0 10 0,0 0-13 15,7 0-4-15,-1 1 6 0,3-1-1 0,3 0 3 16,8 0-1-16,9 0 2 0,1-1-2 0,2 1 1 16,3 0-4-16,5-2 1 0,11 1 2 0,-11-3-5 15,12 4 6-15,-15 0 1 0,3 0-5 0,-6-2 6 0,-3 2-6 16,-2-1 1-16,-6 1-1 0,-5 1 2 0,-4-1 10 15,-5 0-11-15,0 2 2 0,0-2 2 0,-4-2-3 16,0 4 5-16,-5-2-7 0,12 0-2 0,-12 0-18 0,5 0-3 16,-5 0-23-16,0 0-29 0,0 0-36 15,0 0-42-15,0 0-36 0,10 3-32 0,-10-3-63 16,0 0-230-16,0 0-558 0,0 0 247 0</inkml:trace>
  <inkml:trace contextRef="#ctx0" brushRef="#br0" timeOffset="123770.06">20679 2934 1 0,'0'0'117'16,"0"0"-10"-16,2-4 3 0,-2 4-5 0,0 0-37 0,0 0 19 15,0 0 4-15,0 0 8 0,0 0 2 0,0-4-5 16,0 4 3-16,0 0-8 0,0 0 1 0,0 0 4 15,0 0-3-15,0 0-3 0,0 0-3 0,2-2-3 16,-2 2-8-16,0 0 0 0,0 0-1 0,1-7 8 16,-1 4 0-16,0 3-4 0,1-5-11 0,-1 5 2 15,4-2 23-15,-4 2 12 16,1-4-18-16,-1 4-7 0,1-5-9 0,1 1-15 16,-2 4 14-16,0 0 0 0,1-6-8 0,-1 6-3 15,0 0-11-15,1-4 0 0,-1 4-5 0,0 0-5 16,0 0-3-16,0 0-2 0,0-3-8 0,0 3 4 15,0 0-15-15,0 0-3 0,0 0-7 16,0 0-17-16,0 0-12 0,0 0-2 0,0 0 0 0,0 0 2 16,-2 22 1-16,-1-6 4 0,-2 2 5 0,3 1-2 0,-1 7 5 15,2 1-1-15,-3-1 7 0,1 1-1 0,1-1 0 16,0-5 1-16,2-3-1 0,0 2 3 0,0-2-3 16,2-2 3-16,-2 0 4 0,0-6-3 0,0 0-1 15,1-2 0-15,-1-2 1 0,-1 0 0 0,2-1 4 16,-2-1-2-16,1 0 5 0,0-4 11 0,1 5 20 15,-1-5 8-15,-1 5 9 0,1-5 7 0,0 0 6 0,0 3-2 0,0-3-4 16,0 0-5-16,0 0-4 0,0 0-5 0,0 0-2 16,-2 5-6-16,2-5-1 0,0 0-15 0,0 0-26 15,0 0-27-15,0 0-27 0,0 0-36 0,0 0-40 16,0 0-59-16,0 0-83 0,0 0-224 0,0 0-543 16,0 0 240-16</inkml:trace>
  <inkml:trace contextRef="#ctx0" brushRef="#br0" timeOffset="124694.42">20377 3601 157 0,'0'0'167'0,"0"0"-10"0,0 0-12 16,0 0-14-16,0 0-9 0,0 0-4 0,0 0-9 15,0 0-3-15,0 0-6 0,0 0-6 0,0 0 0 16,0 0-2-16,0 0-1 0,0 0-4 0,0 0-2 16,0 0-5-16,0 0-4 0,0 0-4 0,0 0-9 15,0 0-7 1,0 0-2-16,0 0-6 0,0 0-4 0,0 0-1 15,0 0-3-15,0 0-8 0,0 0 5 0,0 0-6 16,0 0 0-16,0 0-6 0,0 0 2 0,0 0-3 16,0 0-2-16,0 0-2 0,0 0 1 0,0 0-1 0,0 0 1 15,0 0-4-15,0 0 5 0,0 0-6 16,0 0 2-16,0 0-1 0,0 0-3 0,0 0 0 16,0 0 0-16,0 0 0 0,0 0 6 0,0 0-2 0,0 0 6 0,0 0 1 15,0 0-5-15,0 0 8 0,0 0 0 0,0 0 4 16,0 0 2-16,0 0-6 0,0 0-4 0,22-2-2 15,-22 2 3-15,6-3-2 0,4 3-3 0,-3-1-3 16,-1 1-2-16,4-2 1 0,1 1-9 0,0 1 10 16,-1 0-9-16,4-3 6 0,1 3-6 0,2 0 1 15,0 0-3-15,2-1-1 16,0 1 4-16,-1-1-7 0,1-1 5 16,2 2-1-16,-1 0-1 0,2-1 2 0,0 1-1 15,6 0-1-15,-8 0-1 0,3 0-2 0,5-1 0 16,-1 2-2-16,-4-1-8 0,-1-2 13 0,6 2-1 15,0 0-3-15,0 0-7 0,-5 1 8 0,7-2-3 0,-1-1 4 16,-1-1-5-16,-6 3 5 0,0 0-2 16,6-2 2-16,-9 2-1 0,-2 0 2 0,-5-2-5 0,-2 2 3 0,2-1 0 15,-6 1 16-15,3 0-3 0,-9 0 4 0,9 0-14 16,-4 0 13-16,-5 0 3 0,9-1-6 0,-9 1-1 16,0 0 1-16,9-1-14 0,-9 1-9 0,0 0-25 15,0 0-18-15,7 0-38 0,-7 0-38 0,0 0-34 16,0 0-19-16,0 0-26 0,0 0-41 0,0 0-169 15,0 0-448-15,0 0 198 16</inkml:trace>
  <inkml:trace contextRef="#ctx0" brushRef="#br0" timeOffset="126746.32">20446 3625 122 0,'0'0'154'0,"0"0"-7"0,0 0-4 0,0 0-6 16,0 0-10-16,0 0-12 15,0 0-9-15,0 0-13 0,0 0 11 0,0 0-27 16,0 0-8-16,0 0-7 0,0 0-6 0,0 0-9 15,0 0-4-15,0 0-5 0,0 0-1 0,0 0-5 16,0 0-5-16,0 0-2 0,0 0-1 16,-4 1-3-16,4-1-4 0,0 0-2 0,0 0-2 15,0 0 2-15,0 0-6 0,0 0 5 0,0 0-3 0,0 0 0 16,0 0-11-16,0 0 13 0,0 0 4 0,0 0-2 0,0 0 2 16,0 0-3-16,0 0 1 0,0 0-1 0,0 0 0 15,0 0 0-15,0 0-6 0,0 0 11 0,0 0-12 16,0 0 2-16,0 0-4 0,28-3 15 0,-15 1-16 15,6-1 0-15,12 1 0 0,3-1 0 0,5-1 0 16,13-1-6-16,6 0 0 0,-1 1 3 0,2 1 1 16,4-2 1-16,-6 1 0 0,-2 1-1 0,1-4 1 0,-16 5 3 0,12-3 2 15,-16 2-5-15,-3 0 18 0,-1-1-5 0,-5 2-3 16,2-2 5-16,-9 0 0 0,-2 3 1 0,-6-1 9 16,0 0 9-16,-3 2 6 0,0-2 3 15,-2 2 3-15,-3-2-6 0,1 2 0 0,-5 0-4 16,9-3-3-16,-9 3-7 0,5 0-3 0,-5 0-4 15,0 0-10-15,0 0-15 16,8-2-9-16,-8 2-15 0,0 0-10 0,0 0-16 16,0 0-26-16,0 0-38 0,-13 10-38 0,8-9-48 15,5-1-136-15,-13 2-366 0,13-2 161 0</inkml:trace>
  <inkml:trace contextRef="#ctx0" brushRef="#br0" timeOffset="127501.62">20818 3750 2 0,'0'0'202'0,"0"0"-22"16,0 0-18-16,0 0-17 0,1-4-19 0,-1 4-16 0,0 0-11 0,0 0-10 15,0 0-12-15,-1 13-6 0,-2-4-8 0,2 3-4 16,-3 2-7-16,-2 2-5 0,2 1-3 0,-1 1-6 16,-2 0-2-16,1 2 0 0,-3-2-2 0,4 2-4 15,1 0 1-15,-1-2-10 0,-1-3 4 0,2 0-16 16,0 0 6-16,0-3-2 0,4 0 4 0,-4-5-2 16,3 4-4-16,1-6 6 15,-1 3-5-15,0-4 3 0,1 1 4 0,-2-2 10 16,2 1 13-16,0-4 7 0,0 6 16 0,0-6 17 15,4 7 6-15,1-6 1 0,0 2-8 0,8-1-3 16,0 0-12-16,6 1-4 0,0 0-8 16,3-3-2-16,2 0-5 0,4-2-21 0,0 0-26 0,1-1-32 15,-8 1-38-15,1 0-31 0,6-4-51 0,-9 4-38 16,1-3-192-16,-4 0-412 0,-2 0 182 0</inkml:trace>
  <inkml:trace contextRef="#ctx0" brushRef="#br0" timeOffset="127717.82">21063 3933 66 0,'0'0'265'0,"0"0"-27"0,0 0-23 16,-2-3-27-16,2 3-26 0,0 0-17 0,0 0-16 15,-3 12-11-15,3-1-14 0,0 0-9 0,0 7-4 16,0 3-7-16,0 6-6 0,0 2-11 0,3 1-1 15,-1 2-5-15,1 1 0 0,-2 14-5 16,2-13-30-16,-2 3-56 0,0 8-85 0,-3-10-247 0,3-1-392 0,-2-6 173 0</inkml:trace>
  <inkml:trace contextRef="#ctx0" brushRef="#br0" timeOffset="159206.2">22677 2793 123 0,'0'0'167'15,"0"0"-23"-15,0 0-10 0,0 0-15 0,0 0-12 16,0 0-14-16,0 0-6 0,0 0-10 0,0 0-7 16,0 0-9-16,0 0-5 0,0 0-3 0,0 0-16 15,0 0 3-15,0 0-7 0,0 0-8 0,0 0-4 0,0 0 7 16,0 0-8-16,0 0-3 0,0 0-3 0,0 17 0 16,-1-10-3-16,-2 3-4 0,3 2 8 0,-2 0-6 15,-2 3-2-15,0 3 0 0,0 3 0 0,1-2 0 0,3 0 2 16,-3 1-2-16,-1-1 1 0,3 1 2 0,-1-1 3 15,2-2-4-15,0 0 8 0,-2-5 0 16,3 1 1-16,-1-1-1 16,0-1 3-16,1-1-2 0,-1-2 2 0,0-2-4 15,0-1-1-15,0 2 6 0,2-2 4 0,-2-5 9 16,-2 7 4-16,2-7 4 0,2 5 10 0,-2-2 8 16,0-3 7-16,0 0 5 0,1 3 2 0,-1-3 1 15,0 0-2-15,0 0-6 0,0 0 3 0,0 0-4 16,1 4-4-16,-1-4-10 0,0 0-5 0,0 0-12 15,0 0-43-15,0 0-64 0,0 0-69 0,0 0-79 0,16-7-183 0,-16 7-436 16,7-4 193-16</inkml:trace>
  <inkml:trace contextRef="#ctx0" brushRef="#br0" timeOffset="159839.2">22071 3405 30 0,'0'0'132'0,"0"0"-11"0,-6-1-7 0,6 1-14 15,0 0-1-15,0 0-13 0,0 0-4 0,0 0-8 16,0 0-13-16,0 0 3 0,0 0 5 0,0 0-12 16,0 0 0-16,0 0-4 0,0 0-3 0,0 0-2 0,0 0-11 15,0 0-1-15,0 0-1 0,0 0-4 0,0 0 5 0,0 0 7 16,0 0 4-16,0 0-2 0,0 0 4 0,0 0-5 16,0 0-2-16,0 0-3 0,0 0-3 0,18-4-2 15,-4 3-6-15,6 0 1 0,16-1-2 0,3 1-6 16,18-1-1-16,8 1-3 0,35-4 0 15,-4 2-1-15,1 1 1 0,-1 4 0 0,-4-2-2 0,-30-2 1 0,6 0-4 16,-3 2 6-16,29-3-2 0,-37 3-3 0,3 0 2 16,-5-2 0-16,-4 1 4 0,-13-3 5 0,-2 1-11 15,-1 3 4-15,-6 0-2 0,-6-1 4 0,-5-2 3 16,-1 2 3-16,-6 0 1 0,-3 1 2 0,-3-1-4 16,1 1-3-16,-6 0 0 0,10 0-6 0,-10 0-2 15,7 0-9-15,-7 0-11 16,0 0-13-16,0 0-1 0,0 0-10 0,0 0-17 15,0 0-35-15,0 0-43 0,-19 4-53 16,7-1-150-16,1-3-356 0,-2 0 158 0</inkml:trace>
  <inkml:trace contextRef="#ctx0" brushRef="#br0" timeOffset="160425.13">22157 3788 32 0,'0'0'227'16,"0"0"-20"-16,-4-5-15 0,4 5-25 0,0 0-19 16,0 0-15-16,0 0-17 0,0 0-14 0,0 0-10 15,0 0-12-15,-5 11-10 0,4-5-6 0,1 4-6 16,-4 3-6-16,4 2-1 0,-1 5-4 0,-2 5-6 16,2-4 0-16,0 5-10 0,-3 1-6 0,1-2 3 15,2 3-2 1,0-3-1-16,-2 2-5 0,3-8 2 0,-1 0-2 15,-2 2-11-15,3-3 8 0,-1-3-6 0,1-1 0 16,-3 0 2-16,2-7-4 0,2 3 3 0,-1-5 2 0,3 3 2 16,-3-3-7-16,0-1 1 0,0-1 8 0,-3 0 6 15,3-3 11-15,0 6 8 0,0-6 3 16,0 0-5-16,0 0-36 0,0 0-37 0,0 0-32 16,0 0-28-16,0-17-43 0,0 5-44 0,3 3-148 0,-2-3-354 0,-1-5 158 15</inkml:trace>
  <inkml:trace contextRef="#ctx0" brushRef="#br0" timeOffset="160794.75">22075 3812 95 0,'0'0'197'0,"0"0"-19"0,-1-2-22 0,1 2-15 16,0 0-10-16,0 0-7 0,19 10-5 16,-6-5-5-16,6 4-6 0,8 3-5 0,1 2-6 0,1 1-5 0,3 2-7 15,-5 0-9-15,0 0-9 0,-3 5-2 0,3-3-10 16,-6 1-3-16,-2 3-7 0,-4-3-7 0,-2 1 4 16,-4-4-8-16,-3 0-5 0,-2 1-1 0,-4-3-2 15,-4 1-2-15,-4 0 0 0,-4 0-1 0,-4 0-1 16,-8 2 1-16,1-4-7 0,-1-1 4 0,0-1-1 15,-3-1-3-15,8-4 3 16,-2 0-2-16,3 0-2 0,-2 0 1 0,1-1 6 16,2 0-10-16,3-3 1 0,5 0-4 0,0 0 2 15,4-2-6-15,0 3 0 0,-3-2 3 0,3-1-4 16,5-1 2-16,-5 1-6 0,1 2 3 0,4-3-2 16,-5 0 1-16,5 0-3 0,0 0-6 0,0 0-11 15,0 0-21-15,0 0-37 0,0 0-56 0,0 0-50 16,19-8-185-16,-9 4-396 0,1-3 175 0</inkml:trace>
  <inkml:trace contextRef="#ctx0" brushRef="#br0" timeOffset="161490.1">22376 3633 156 0,'0'-3'229'0,"0"3"-29"16,0 0-16-16,0 0-19 0,0 0-17 0,0 0-19 15,10 0-14-15,-10 0-8 16,11 2-12-16,-3 0-8 0,-2 2-12 16,2-3-5-16,0 1-7 0,2 2-3 0,-2 1-5 0,-1 2-11 15,1 2 0-15,-3 2-7 0,2-4-1 0,-4 4-2 16,2 2 1-16,-5 1-7 0,0-3-2 0,0 3-3 16,-5-2-2-16,2 4 0 0,-3-6-2 0,-1 0-2 15,0 1-1-15,1-1 4 0,0-3 0 16,-1 1-2-16,2-2-3 0,1 0-3 0,0-3 1 0,-2 2-1 0,3-1-3 15,1-1 3-15,-1 1 5 0,1-3 25 0,2-1 24 16,-3 3 13-16,3-3 17 0,0 0 10 0,0 0-8 16,0 0-7-16,13 0-12 0,0-3-7 0,5 2-8 15,2-7-6-15,8 4-8 0,0-1-5 0,0 1-4 16,2 0-1-16,-1 1-6 0,0 0 4 0,0 1 2 16,-1 1-15-16,-12 0 0 0,-2-1-2 0,-1 1-1 0,0 0-4 15,-3 1-3-15,-2 1-3 0,-3 0 0 0,-5-1-15 0,10-1-5 16,-5 2-30-16,-5-1-21 0,8-1-33 0,-8 1-3 15,3 3-12-15,-3-3-21 0,-3 5-31 0,3-5-30 16,-8 5-47-16,6-2-208 0,2-3-481 0,-9 6 212 16</inkml:trace>
  <inkml:trace contextRef="#ctx0" brushRef="#br0" timeOffset="161991.37">22923 4134 113 0,'0'0'122'0,"0"0"-11"0,0 0-2 15,0 0-6-15,0 0 7 0,-8 0-10 0,8 0-8 16,0 0-3-16,0 0-6 0,0 0-6 0,0 0 2 16,0 0-9-16,0 0-2 0,0 0-1 0,0 0 0 15,0 0-8-15,0 0 2 0,0 0 1 0,0 0 0 16,0 0-5-16,0 0 0 0,0 0 4 0,0 0 2 0,0 0 2 0,0 0 1 15,0 0 4-15,0 0 2 0,0 0 2 0,0 0 1 16,0 0 2-16,0 0-10 0,0 0-3 0,0 0-9 16,25-2-1-16,-8 2-9 0,2-3-3 0,12 2-8 15,2 0 0-15,0-2-4 0,4 0-2 0,0-2-3 16,0 1-1-16,-1 2-6 0,-1 1-1 0,-6-3 3 16,1 2-5-1,-11 1 0-15,-1-2-3 0,-6 2 3 0,1 1-4 16,-4-3-1-16,0 3 8 0,-4-1-18 0,0 0-17 15,-1-1-19-15,-4 2-27 0,0 0-23 0,0 0-21 16,-13-6-3-16,4 4-37 0,-1 0 1 0,-3 0-19 0,-1 0-22 16,1 1-152-16,0-1-367 0,0-1 164 15</inkml:trace>
  <inkml:trace contextRef="#ctx0" brushRef="#br0" timeOffset="162361.2">23141 3913 51 0,'0'0'312'0,"-4"-4"-29"16,4 4-27-16,0 0-23 0,-2-3-26 0,2 3-26 15,0 0-19-15,0 0-23 0,0 0-18 0,0 0-8 0,0 0-15 16,-4 10-11-16,4 0-8 0,0 2-6 0,-3 3-10 15,3 2-6 1,-4 2-6-16,2 0-3 0,0 6-7 0,0-7-2 16,2 7-1-16,-1-6-5 0,1 0-5 0,-3-1-2 15,3 0-3-15,0-1-4 0,0-4 3 0,-2-1-4 16,4-2 1-16,-2 1-3 0,0-3-1 0,0-2-1 16,0 1 0-16,3-2-1 0,-3 0-1 0,1 1-1 15,-1-3-1-15,1 0 2 0,-1-3 1 0,0 6-1 16,0-6-1-16,0 4 1 0,0-4 2 0,0 0 0 0,0 4-2 0,0-4 2 15,0 0-4-15,0 0-1 0,0 0-2 0,0 0-17 16,0 0-22-16,0 0-31 0,0 0-30 16,13-7-37-16,-8 5-54 0,0-2-56 0,4 2-163 15,-4-7-435-15,4 5 193 0</inkml:trace>
  <inkml:trace contextRef="#ctx0" brushRef="#br0" timeOffset="162946.93">23730 3866 256 0,'0'0'248'0,"0"0"-23"0,0 0-26 15,0 0-20-15,0 0-20 0,0 0-18 0,0 0-13 16,0 0-13-16,0 0-17 0,0 5-13 0,-1 2-9 16,-1-2-5-16,0 4-8 0,-3 0-6 15,2 4-5-15,-2 1-6 0,0 3-6 0,0 0-3 16,-2 0-1-16,0 0-5 0,2 0-5 0,-3 2-1 0,3-4-4 0,-4 2-6 15,4-2 3-15,1-2-2 0,3-2-2 0,-2-1-1 16,1-1 5-16,-1-2-9 0,-1-2-1 0,4 2 3 16,-1-2 4-16,1-2 1 0,0 1 10 0,-3 0 5 15,3-4 6-15,-1 5 5 0,1-5 5 0,0 4 4 16,0-4 9-16,5 2 0 0,2 1-1 0,-1-3-1 16,8 1-6-16,4-1-9 15,1 2-3-15,-2-4-10 0,3 1-21 16,-1 0-28-16,-1-1-28 0,4 0-39 0,-3 2-40 0,-1-3-38 15,1-2-49-15,-2 0-214 0,-3 1-461 0,0-3 204 16</inkml:trace>
  <inkml:trace contextRef="#ctx0" brushRef="#br0" timeOffset="163131.84">23950 4037 89 0,'-4'-2'232'0,"4"2"-17"0,0 0-23 0,0 0-22 16,0 0-21-16,0 0-20 0,0 0-13 0,-5 10-12 15,2-3-9-15,0 4-10 0,-1 4-9 0,0 1-7 16,0 8-6-16,0 1-3 0,2 2-4 0,-1-1-1 16,2 2-3-16,2-2-5 15,0-1-36-15,2-1-45 0,1-6-80 0,0-1-206 16,1-1-346-16,-3-7 153 0</inkml:trace>
  <inkml:trace contextRef="#ctx0" brushRef="#br0" timeOffset="164882.69">24741 2574 92 0,'0'0'152'16,"0"0"-13"-16,0 0-7 0,0 0-6 0,0 0-2 15,0 0-7-15,0-4-7 0,0 4-4 0,0 0-5 16,0 0-2-16,0 0-7 0,-3-2-4 0,3 2-4 0,0 0-2 0,0 0-8 16,0 0-8-16,0 0-6 0,0 0-4 0,0-7-2 15,0 7-4-15,0 0-3 0,3-4-4 0,-3 4-3 16,0 0-4-16,0 0 0 0,1-4-7 0,-1 4 2 16,0 0-6-16,0 0-1 0,0-5-2 0,0 5-3 15,0 0 4-15,0 0-2 16,0 0-3-16,0 0-1 0,0 0 0 15,0 0 3-15,0 0 2 0,0-4-2 0,0 4 5 16,0 0-2-16,0 0 4 0,0 0-6 0,0 0 5 0,0 0-4 16,0 0 3-16,0-5-2 0,0 5 1 0,0 0-7 15,0 0 1-15,0 0-4 0,0 0 0 0,0 0-7 16,0 0-1-16,0 0-5 0,0 0-2 16,0 0-5-16,0 0-11 0,0 0 0 0,0 0 1 15,-4 15 2-15,4-9-1 0,-1 5 4 0,0 3 0 0,-6 2 1 0,2 8 1 16,3 2 5-16,-5 0-3 0,1 4 4 0,-2 1-1 15,-1 15-1-15,3-16 3 0,-10 15 2 0,11-12 0 16,-5 4-2-16,1-3 4 0,-1 0-2 0,-3-1 5 16,4-1-3-16,-3-1 0 0,-1-4-2 0,2-3 2 15,-1 0 1-15,-1-4 1 0,2-6-7 0,2 1 7 16,-2-6-1-16,2 4 0 0,-1-4 1 0,1 1-2 0,0-5 3 16,4 0-2-16,0 0 0 0,1-1 4 0,-1-1 7 15,5-3 5-15,-4 4 3 0,4-4-2 0,0 0 3 16,-9 0-1-16,9 0 0 0,0 0-2 0,-10-4-1 15,10 4-4-15,-2-5-1 0,2 5 0 0,0 0-6 16,0 0-4-16,0 0-5 0,12-12 2 0,-3 12-7 16,0 0 2-16,5 4-2 15,3 0 1-15,1 0-2 0,-3 3 3 0,4 3-1 16,-2 4-2-16,-3-1 1 0,5 7 1 0,-6 2 0 16,-3 4 0-16,0 0 0 0,-5 0 1 0,-3 3 0 15,-2 1 0-15,-3 1 3 0,1 3 1 0,-7-1-1 16,-2 1 0-16,1-3-2 0,-2 1 3 0,0-2 3 15,-2 3-4-15,-1 0 0 0,4-5 2 0,-4 0 0 16,5-5-1-16,3-2 2 0,2-4 6 0,0-2-1 0,4-5 1 0,-3 2 6 16,4-2-3-16,0-1 9 0,4 1-4 15,0-4 6-15,3 0 5 0,6 1-7 0,3 1-2 16,5-3 1-16,1 1 0 0,0-3-4 0,7 1 1 16,2 0 0-16,-6 0-5 0,5 1-2 0,-10-5 3 15,3 2-2-15,-6-2-4 0,-3 0 1 0,-1 1-2 16,-1-1-2-16,-4 0 5 15,0 0-2-15,-8 0-2 0,14 0 3 0,-14 0-1 16,9 1 1-16,-9-1-2 0,7 0 3 0,-7 0 0 16,0 0 0-16,0 0-11 0,12-1-55 0,-12 1-55 15,0 0-75-15,2-11-72 0,0 5-178 0,0-3-473 16,-1-2 211-16</inkml:trace>
  <inkml:trace contextRef="#ctx0" brushRef="#br0" timeOffset="166139.4">25576 2814 36 0,'4'-1'170'0,"-4"1"-18"16,3-3 3-16,-3 3-1 0,0 0-8 0,1-2-10 16,-1 2-8-16,0 0-15 0,0 0-5 0,0 0-16 15,0 0-4-15,0 0-12 0,0 0-12 0,0 0-2 16,0 0-4-1,0 0-12-15,0 0 22 0,0 0-14 0,0 0-5 16,0 0-3-16,0 0-4 0,-10 9-7 0,5-4-2 0,-4 0-2 16,-3 2-3-16,0-2-7 0,-4 5 10 0,4-4-10 15,-4 7-3-15,0-5-4 0,0 3 0 0,0-1-3 16,0 0 6-16,1 2-9 0,2 1 1 16,-2-1-2-16,2 0 1 0,4-3-1 0,0-1-2 15,0 1 1-15,4 1-1 0,1-1-2 0,-1 2 1 0,1-2 0 0,4 2 0 16,3 0 1-16,-2 1 2 0,6-3 2 0,0 3-1 15,6 3 0-15,2-2-1 0,7 0 1 0,1 1-4 16,1 1 5-16,1-2-3 0,-6-3 1 0,-1-2 0 16,0 3 0-16,-2 0-1 0,-2 0 0 0,-1-1-2 15,-2-2-4-15,-3 1-1 0,0-2 2 0,-2 3-2 16,-2-4-3 0,0 2-6-16,-3-1 5 0,-1 0 0 0,-5 3 4 15,-1-4 1-15,-2 2 3 0,-7 2-3 0,-2-1 0 16,3-3 2-16,-4 0 2 0,-2 0-1 0,-2 0 1 15,4 0 0-15,-2-2-2 0,2-1 1 0,-1-1 0 0,1 0-2 0,5-1 4 16,1-1-2-16,1 0 6 0,3 0-1 0,1 0 0 16,0 0-6-16,7 0-27 0,-7-1-34 0,7 1-22 15,0 0-21-15,7-9-16 0,6 2-40 0,-4 5-174 16,2-4-360-16,1 2 160 0</inkml:trace>
  <inkml:trace contextRef="#ctx0" brushRef="#br0" timeOffset="166455.81">25876 3130 216 0,'-3'-3'316'0,"3"3"-26"0,0 0-25 0,0-4-30 16,0 4-25-16,0 0-27 15,0 0-20-15,0 0-20 0,0 0-20 0,0 0-11 16,0 0-14-16,0 0-7 0,0 12-14 0,1-5-7 16,1-2-4-16,-1 3-8 0,-1 1-5 0,4 2-6 15,-4 1-2-15,1 0-5 0,1-1-2 0,-2 0-7 16,3 0 2-16,-3 1-4 0,1-1 0 0,1-3-4 16,-2 1-3-16,1-1-12 0,-1-3-15 0,0 2-8 15,0-2-7-15,0 0-5 0,-1-1-3 0,1-4 3 0,0 4 2 16,0-4-7-16,0 0-28 0,0 0-52 0,0 0-61 15,0 0-74-15,-16-18-150 0,15 6-427 0,0-5 190 16</inkml:trace>
  <inkml:trace contextRef="#ctx0" brushRef="#br0" timeOffset="166640.71">25932 2925 315 0,'0'-6'307'15,"0"6"-25"-15,0 0-29 0,1-5-28 0,-1 5-35 16,0 0-11-16,0 0-35 0,0 0-32 0,0 0-42 16,0 0-26-16,0 0-19 0,0 0-27 0,0 0-34 15,0 0-44-15,11 11-46 0,-5-9-51 0,-4 5-111 0,-2-7-311 0,4 7 137 16</inkml:trace>
  <inkml:trace contextRef="#ctx0" brushRef="#br0" timeOffset="167088.64">26164 3116 156 0,'4'4'215'0,"-4"-4"-22"0,0 0-20 0,0 0-24 16,0 0-16-16,0 0-13 0,0 0-16 0,1 5-11 16,-1-5-8-16,0 7-8 0,0-1-8 0,-1 0-9 15,1 5-4-15,-2-1-9 0,0 2-4 0,-2 3-3 16,1-4-1-16,1 7-9 0,-4-2 2 0,4 0-4 16,-1-3-3-16,0-2-5 0,0 1 3 0,0-3-6 15,2-1 2-15,-2-4-2 0,2 2-4 0,1-1 5 0,-1 0 27 0,-1-1 31 16,2-4 36-16,0 0 40 0,-2 5 38 15,2-5 18-15,0 0-26 0,0 0-20 0,0 0-26 16,15-16-13-16,-8 6-8 0,1 0-13 0,1 0-11 16,2-2-5-16,1-2-14 0,-1 1-5 0,0 5-6 15,-2-3-15-15,0 5 2 0,-3-2-10 0,1 4-5 16,-1-1-9 0,-1 4-22-16,0-4 15 0,2 3-2 0,-7 2-4 0,15 0-6 15,-6 2 2-15,3 3-14 0,-1 1-1 16,1 1-18-16,3 1-17 0,-4 1-27 0,4 0-31 0,2 5-32 15,-6-3-44-15,3 0-50 0,-2 1-65 0,-2-5-248 16,0-2-584-16,-3-2 259 0</inkml:trace>
  <inkml:trace contextRef="#ctx0" brushRef="#br0" timeOffset="167690.1">26600 2956 12 0,'0'0'254'0,"0"0"-16"0,0 0-21 0,0 0-17 16,0 0-15-16,0 0-13 0,0 0-17 0,0 0-14 15,0 0-18-15,-4-3-13 0,4 3-11 0,0 0-10 16,0 0-8-16,0 0-12 0,0 0-7 0,0 0 0 16,21 7-13-16,-15-3-5 0,-1 2-4 0,7-1-4 15,-2 2-6-15,0 0-4 0,4 3-4 0,-1 1-2 0,1 0 2 16,0 3-8-16,0 1 2 0,-2-1-1 0,-3 1-3 15,2 0 0-15,-3 4-1 0,-2-2 0 0,-2 0-2 16,-1 2-3-16,-2-1 2 0,-4 3-1 0,1-4-1 16,-5 3 0-16,0-4 1 0,-3-1-2 0,-1 0-1 15,0-4 0-15,-2 2 2 0,0-2-2 0,-1-3 3 16,5-1-1-16,-4 0 0 16,3 0 1-16,2-2 0 0,3-2 3 0,-2-1-3 15,3 2 0-15,0-3 1 0,0 2 7 0,0 1 16 16,4-4 23-16,-5 1 19 0,5-1 7 0,-4 2 11 15,4-2-4-15,0 0-13 0,0 0-1 0,0 0-8 16,15 0-22-16,-3 0 17 0,-2-2-10 0,8 1-6 16,3-3-3-16,-2 4-6 0,3 0-4 15,-3 0 0-15,1-3-3 0,1 3 1 0,-3 0-10 0,-4 0-3 0,-3-1-1 16,0 1 2-16,-1 1-1 0,-3-1-10 0,2 0-15 16,-5 0-5-16,2 3-19 0,-6-3-13 0,8 0-15 15,-8 0-20-15,0 0-21 0,0 0-22 0,0 0-25 16,0 0-3-16,0 0-25 0,0 0-43 0,0 0-237 15,0 0-496-15,0 0 220 0</inkml:trace>
  <inkml:trace contextRef="#ctx0" brushRef="#br0" timeOffset="168291.76">27106 3032 197 0,'4'-2'197'15,"-4"2"-22"-15,9-3-15 0,-3 3-18 0,-1-1-11 16,-5 1-20-16,16 4-11 0,-10-2-3 16,4 4-17-16,-1-1-9 0,0 1-6 0,0 2-11 15,-2 1-1-15,-2 0-6 0,0 3-1 0,0-3-9 16,0 5 2-16,-5-2-11 0,2 5 3 0,-3 0-3 16,-5 0-2-16,2-2 5 0,-2 4-9 0,-2-2-3 0,-2 0-4 0,1-2 3 15,-3 1 3-15,1-3-4 0,1-1 0 0,1 0 0 16,1-5 4-16,-1 2 0 0,4-3 0 0,1-2 1 15,-1 2 4-15,-2-3 9 0,5 0 22 0,-2-1 27 16,0-1 27-16,4-1 48 0,-5 5 30 0,5-5 19 16,0 0-26-16,0 0-20 0,5-12-16 0,3 3-11 15,1-2-18-15,1-3-14 0,12-6-20 0,-4-1-11 0,2-3-23 16,2 4-8-16,0-1-2 0,-3 2-2 0,-4 6-21 0,-1-2 16 16,4 1-11-16,-9 2 0 0,0 3 5 0,1 1-7 15,-5 3 0-15,-1-2-8 0,1 2-2 16,-1 3-9-16,0 0-11 0,1-1-34 0,-5 3-25 15,0 0-6-15,0 0 22 0,0 0 1 0,-2 14 1 16,-1-4 7-16,-2 4 4 16,0 1 6-16,-2 2 4 0,3 1 1 0,-2 2 3 15,5-1 7-15,-2 7-1 0,6-5 10 0,3-4 5 16,3 5 1-16,0-5 0 0,13 3 6 0,2-2-31 16,8-1-62-16,3-7-89 0,18 2-394 0,-3-5-622 15,4-6 275-15</inkml:trace>
  <inkml:trace contextRef="#ctx0" brushRef="#br0" timeOffset="169548.03">27944 3226 38 0,'0'0'114'0,"-5"0"-7"15,5 0-3-15,0 0-8 0,0 0 0 0,0 0 1 16,0 0 4-16,-7 0 3 0,7 0 3 0,0 0-2 16,0 0 2-16,0 0 6 0,0 0 4 0,0 0 1 0,0 0-4 0,0 0-2 15,0 0 1-15,0 0-6 0,0 0-2 0,0 0-6 16,0 0-7-16,0 0-7 0,0 0-2 0,0 0-14 15,0 0-2-15,0 0-7 0,0 0-5 0,0 0-6 16,0 0-2-16,0 0-5 0,0 0-3 16,0 0-2-16,0 0-5 0,0 0-5 0,0 0-1 15,0 0-3-15,0 0-4 0,0 0 1 16,0 0-1-16,0 0-3 0,0 0-6 16,0 0 8-16,0 0-1 0,0 0-3 0,0 0 2 15,0 0-3-15,0 0-2 0,0 0-3 0,0 0 2 16,0 0-3-16,0 0-1 0,0 0 1 0,0 0-1 15,0 0 1-15,0 0 0 0,0 0-3 0,0 0-3 16,0 0 2-16,0 0 0 0,0 0-3 0,0 0 0 16,0 0 6-16,0 0-2 0,0 0-1 0,0 0-4 0,0 0 5 0,0 0-3 15,0 0 0-15,0 0 3 0,0 0-4 0,0 0 2 16,0 0 5-16,0 0-8 0,0 0 1 0,0 0 2 16,-3 3-2-16,3-3-1 0,0 0 1 0,0 0 0 15,0 0-2-15,0 0-2 0,0 0 7 0,0 0 8 16,0 0-12-16,0 0-2 0,0 0 1 0,0 0-2 15,0 0 4-15,0 0 5 0,0 0-7 0,0 0-1 0,0 0 4 0,0 0-5 16,0 0 2-16,0 0 2 0,0 0-2 16,0 0 0-16,0 0 1 0,0 0 1 0,0 0-1 15,0 0 0-15,0 0 1 0,0 0 0 0,0 0-5 16,0 0 4-16,0 0 31 0,0 0-4 0,0 0-3 16,0 0-9-16,0 0 9 0,0 0-1 0,0 0-3 0,0 0-4 15,0 0 2 1,0 0-3-16,0 0-3 0,24-3 0 0,-11 3 1 15,6-1-2-15,3 0 2 0,6-1-3 0,3 0-5 16,1-1-1-16,2 0-1 0,5 0 8 0,0 2-4 16,16-2 0-16,-16 1-4 0,1 0 2 0,-3-1-8 15,-2 2-1-15,-4 0-6 0,-3-3-2 0,-9 3-11 16,-2-1-7-16,-5 2-12 0,-3-3-16 0,-1 3-13 16,-2-1-21-16,-6 1-12 0,8-3-39 0,-8 3-34 0,0 0-15 0,0 0-10 15,0 0-18-15,-17-4-140 0,7 1-392 0,-1 1 174 16</inkml:trace>
  <inkml:trace contextRef="#ctx0" brushRef="#br0" timeOffset="169795.48">28263 3033 191 0,'-4'-3'352'0,"1"0"-14"0,3 3-27 16,-4-6-31-16,3 5-36 0,1 1-26 0,-3-2-29 16,3 2-26-16,0 0-22 0,0 0-14 0,-7 12-15 0,6-2-13 15,-1 8-12-15,1 8-5 0,2 3-11 0,3 5 0 16,1 0-6-16,4 14-4 0,1-2-4 0,2-12-29 16,-2 0-46-16,3-2-50 0,1-2-76 0,1-1-125 0,-5-11-196 15,1-3-504-15,-5-6 223 0</inkml:trace>
  <inkml:trace contextRef="#ctx0" brushRef="#br0" timeOffset="191903.48">28885 2827 50 0,'0'0'69'0,"0"0"-3"15,0 0-2-15,0 0 5 0,0 0-16 0,0 0 2 16,0 0 5-16,0 0 4 0,0 0-5 0,2-2-1 16,-2 2 2-16,0 0-9 0,0 0-1 0,0 0 1 15,0 0-3-15,0 0-3 0,0 0 0 0,0 0-6 16,0 0-8-16,0 0 10 0,0 0-11 0,0 0 1 15,0 0 4-15,0 0-3 0,0 0-2 0,0 0-2 0,0 0-2 16,0 0 1-16,0 0-18 0,0 0 12 0,0 0 3 16,0 0-3-16,0 0-10 0,0 0 7 0,0 0-3 15,0 0-3-15,0 0 4 0,0 0-2 0,0 0 1 16,0 0-1-16,0 0 1 0,0 0-6 0,0 0 6 16,0 0-1-16,0 0 5 0,0 0-5 0,0 0 4 15,0 0-3-15,0 0-4 16,0 0-2-16,0 0 4 0,0 0-1 0,16 5-2 15,-6-5 1-15,1 2-2 0,1 1-3 0,2 1 2 16,3-1 0-16,-1 4-2 0,2-1-2 0,1 1 3 16,-1 2-10-16,-1 0 6 0,-2-1 0 0,-1 3 1 15,0-1 1-15,0 6 0 0,-3-4 2 0,-3 4-8 16,-1 1 6-16,-3 0-9 0,-2-2 4 0,0 2-3 16,-8-3 5-16,-1 3-5 0,-5 0-1 0,-4 3 6 0,-5-1-3 15,7-4 2-15,-9 3-1 0,1-2 9 0,4-6 4 16,-5 5-5-16,6-7 6 0,1 2-2 0,0-1-4 15,4-3-1-15,-2-2 0 0,5 3 0 0,0-3 1 16,4-1-8-16,-2 3 7 0,0-5-1 0,3 2-8 0,3-1 7 16,1-2 7-16,-5 3 4 0,2-3 4 0,3 0 9 15,-1 5 9 1,1-5 9-16,0 0 7 0,14-1-2 0,5-1-2 16,-2 0-1-16,11 0-1 0,1-3-5 0,3 3-3 15,0-1 26-15,4-1-6 0,-3 2-8 0,0 0-2 16,-1 1-7-16,0-2-4 0,0-2-5 0,-12 5-4 15,1-1-1-15,1 1-4 0,-9 0-2 0,-2 0-3 16,-2 0-2-16,-1-2-10 0,-2 2 1 0,-6 0-11 16,10-1-9-16,-10 1-6 0,6-1-5 0,-6 1-1 0,0 0-8 0,0 0-11 15,0 0-20-15,0 0-17 0,-26 1-30 0,16-1-23 16,1 0-38-16,1-1-201 0,-1-3-401 16,0 3 178-16</inkml:trace>
  <inkml:trace contextRef="#ctx0" brushRef="#br0" timeOffset="192490.77">29445 2907 77 0,'7'0'201'0,"-2"-2"-23"0,4 2-18 0,0 0-16 15,0 2-12-15,1-2-14 0,3 2-12 0,-4 3-13 0,1 0-9 16,1 0-10-16,-1 0-8 0,1 4-4 0,-3 1-7 0,-2 1-5 0,0 0-1 16,1 4-8-1,-4 1-6-15,-5 1 0 0,1-1-2 0,-3 5-2 0,2-5-1 16,-5 1-1-16,1 0-5 0,-3-1 3 16,-1-2-5-16,1 0 9 0,-3-1 2 0,2 0 5 15,1-5-2-15,1 1 5 0,2-3 0 0,-3-1 1 16,5-1 5-16,0 0 14 0,2-2 17 0,-1 2 14 0,-1-1 40 15,3-1 25-15,1-2 11 0,0 0-16 0,0 0-16 16,0-11-18-16,9 0-31 0,0-1 8 0,5-3-14 16,7-6-12-16,-1-1-32 0,3 1 5 0,0 1-9 0,0-2-3 15,-1 2-5-15,-2 1 2 0,-4 6-7 0,0 0 0 16,-2 0-3-16,-5 5-4 0,0 2-2 0,-1-1-4 16,-4 3 3-16,1 0-11 0,0 2-9 0,-1 0-12 15,-4 2-1-15,0 0 0 0,5 9-9 0,-8 1 10 16,2 0 5-16,-3 7-1 0,-1 1 8 0,0 6-3 15,-3 1-1-15,3-1 0 0,1-4 9 0,0-1 7 0,4-2-8 0,0 2 2 16,4-4-6-16,0-3-26 0,5 3-30 16,6-3-58-1,2-4-91-15,12-1-335 0,3-6-597 0,4-2 264 16</inkml:trace>
  <inkml:trace contextRef="#ctx0" brushRef="#br0" timeOffset="193422.77">30307 2839 106 0,'0'0'172'0,"0"0"-20"0,0 0-18 0,0 0-16 15,0 0-10-15,0 0-15 0,0 0-3 0,0 0-13 16,0 0-6-16,0 0-9 0,0 0-7 0,0 0-7 16,0 0-2-16,0 0 2 0,0 0 5 0,0 0-2 15,0 0-1-15,0 0 8 0,0 0-4 0,0 0-2 16,6-4 1-16,-6 4-9 0,13-1-4 0,-4-3-3 15,4 1-3-15,-3 1-6 0,4-2-3 0,-1 0 0 0,-1 0 0 0,0 0-5 16,4-2 3-16,-5-1-9 0,-1 4 1 0,-1-2-2 16,3 1 13-16,-7-3 2 0,0 6 17 0,-1-1 6 15,2-1 2-15,-3 1-5 0,-2 0-9 16,-1 2-2-16,0 0-10 0,-8-5-1 0,-1 3-3 16,-2 4-5-16,-7-2-2 0,-1 4-1 0,-2-1-8 15,-4 4 5-15,-2 1-4 16,-2 2-3-16,-3 1-1 0,1 4 3 0,-1 1-6 15,4 2 0-15,0 2-1 0,2 0 2 0,2 5 1 16,6-1 1-16,2-2 4 0,3 2-6 0,6 2 4 16,4-7 2-16,6 2 0 0,2 1 2 0,6-3 4 15,9-1-1-15,4-1 6 0,12-1-4 0,14 0 2 16,4-1-4-16,5-6-4 0,-1-2 2 0,4-2-5 16,-2-4-8-16,-3-2-10 0,1 0-13 0,-2-5-12 0,-7-1-6 15,-14 0-2-15,1-2 1 0,-4-1-4 0,-4-2 6 16,-5 2 2-16,-5 0 9 0,-4-1 3 0,-1-1 15 15,-7 2 23-15,-1 3 11 0,-1-4 5 0,-4 4 4 16,-4-3-2-16,-1 1-3 0,-3 0 9 0,-2 3-9 0,-2 3-3 16,-1 2-4-16,-6 0 3 0,-3 2-3 15,-6 3-4-15,1-1-4 16,6 4-1-16,2 3 0 0,-2-4 2 0,3 5-6 16,2-2 1-16,2 3 3 0,2 1-9 0,3 1-3 15,2-4 3-15,1 2 0 0,3-3 2 0,6 0 2 16,3 0-1-16,2-1 3 0,8-1 3 0,-1 0-2 15,8-4-4-15,-2 1-1 0,7-4-10 0,-1 0-3 16,-5-3 2-16,0-1-8 0,3-4 2 0,-4 1-3 16,-5-1 0-16,2-4-4 0,-4-2-2 0,0 2-6 0,-2-2-11 0,-1-1-3 15,-7 5 0-15,2-5-4 0,-4 0-11 16,-2-1-7-16,-3 6-2 0,-6 0-9 0,4 0 1 16,-4 1-8-16,-5 2-9 0,1 0-14 0,-6 0-16 15,4 2-13-15,2 0-114 0,-4 1-269 0,5 0 119 16</inkml:trace>
  <inkml:trace contextRef="#ctx0" brushRef="#br0" timeOffset="193823.81">31245 2842 11 0,'-8'2'167'0,"-2"-2"-17"16,-3 4-15-16,4 1-16 0,0 1-12 0,-3 0-5 0,3 0-12 0,-2 1-10 15,3 3-7-15,-1-1-7 0,3 1-7 0,1 0-6 16,0-1 3-16,2 4 1 0,3-2-6 0,1-1-7 15,2 5 1-15,4 2-7 0,-1-3 4 0,3 0-5 16,-1-4-3-16,3 3 1 0,0-1-5 16,1-4-2-16,-3 3-5 0,0-5-3 0,0 3-2 15,0 1-1-15,-1-3-6 16,-4 0 1-16,1-3-3 0,-4 2 0 0,5 1 1 16,-6-3 7-16,-1 1-2 0,-4 0 7 0,-1 0 0 15,-3 1 6-15,-3-2-13 0,-2 0 4 0,1-1-2 16,-6 1-1-16,3-1-7 0,-2 2-14 0,0-5-31 15,5 3-37-15,-1-3-36 0,1 0-59 0,3-1-104 16,1-1-294-16,3-1 131 0</inkml:trace>
  <inkml:trace contextRef="#ctx0" brushRef="#br0" timeOffset="194378.27">31421 2899 23 0,'0'0'249'0,"0"0"-20"0,3-4-25 0,-3 4-20 16,0 0-21-16,0 0-19 0,15 3-14 0,-10-2-12 16,-5-1-16-16,16 3-7 15,-6 2-4-15,0-3-14 0,-1 3-12 0,1 0-6 16,-1 1-6-16,2-1-4 0,-1 4-8 0,-4-2-6 15,2 7 1-15,-4-2-8 0,-3-3 0 16,0 4-5-16,-1-1-5 0,-2 3-2 0,-2 2-1 0,0-5 2 16,-4 7-3-16,-4-4-3 0,0-3 4 0,0 2-1 15,-3-1 1-15,2-1-2 0,-3-1 3 0,0-1 0 16,2-1-5-16,1-1 3 0,2-3 3 0,2-1-3 0,3 1-1 16,1-1-5-16,0-2 6 0,1 0 14 0,1 1 12 15,3-3 3-15,-4 2 12 0,4-2 4 0,0 0 9 0,14 3-5 0,-3-3-5 16,1 2-5-16,8 0-3 0,0-4-7 0,-1 2-5 0,3-2-10 15,6 4 5-15,-8-2-10 0,1-2-9 16,1 1-26-16,-3 1-25 0,1-2-28 0,-8 4-36 16,-1-2-45-16,-2-2-68 0,-3 1-223 0,-2-3-472 15,0 0 209-15</inkml:trace>
  <inkml:trace contextRef="#ctx0" brushRef="#br0" timeOffset="195064.08">31774 2926 77 0,'6'0'180'0,"-6"0"-19"0,11-2-19 0,-6 4-18 16,4-2-4-16,2 1-15 0,-2 6-8 0,1-4-11 16,-1 1-10-16,-1-1-13 0,2 3-1 0,-3 2-13 15,0-2 1-15,-2 3-7 0,4 0 3 0,-5 1-12 16,-3 1 8-16,2-1-6 0,-6 2-7 0,3 4 2 0,-1-2-4 16,-8 0-1-16,0 1-1 0,0-3 4 0,-5 2-1 0,4 1 0 15,-2-2-4-15,2-2 6 0,-3 0 2 0,2-2 0 16,2-2-1-16,1 0 5 0,2-3-7 0,-2 1-6 15,3-2 0-15,1 0 2 0,1-1 5 16,-1 1 16-16,0-1 23 0,1 0 24 0,3-2 23 16,-7 1 15-16,7-1 12 0,0 0 13 0,0 0-33 0,0 0-3 0,0 0-11 15,7-10-16-15,-2 5-7 0,3-4-14 0,0 2-7 16,5-5-3-16,-2 3-4 0,4-3-11 0,-2-2 4 16,2 0-13-16,6-6-9 0,-1 4 1 0,-7 3-4 15,4-1 2-15,-2 1-8 0,-1 1-1 0,-4 3-5 16,1-1 0-16,-2 3-2 0,-2-1-1 0,0 3 0 15,-1 1 2-15,-2-1-6 16,0 2 5-16,-2-2-11 0,1 3 2 0,1 0-5 16,-4 2-16-16,5-1-19 0,-5 1 3 0,0 0 8 15,0 0 0-15,-9 17 4 0,4-7-3 0,-2 0 7 16,0 4 1-16,-1 1-2 0,4 0 2 0,-2 0 5 16,2-1 1-16,3 3 3 0,2-3 2 0,4 1 6 15,1 1 6-15,11-1-9 0,7 0-15 16,6 0-60-16,4-1-92 0,16-4-140 0,1-5-222 0,-12-4-575 0,0-3 254 0</inkml:trace>
  <inkml:trace contextRef="#ctx0" brushRef="#br0" timeOffset="196282.92">32321 2372 9 0,'0'0'171'0,"0"0"-9"15,0 0-19-15,-3-4-16 0,3 4-16 0,0 0-13 16,0 0-11-16,0 0-8 0,0 0-12 0,0 0-14 16,0 0 2-1,-5 14-12-15,5-7 6 0,-1 5-17 0,1 0 1 16,0 3-1-16,-1 3-4 0,-2 8 1 0,7 0-2 0,-3 1-2 16,8-1-7-16,-1-1 4 0,2 4-2 15,4 0-1-15,0-3-4 0,0 1 5 0,2-3-6 16,0 0 0-16,1-2 3 0,-1-3-1 0,-3-3-1 15,-1-3-6-15,1 2 4 0,-1-4-1 0,-2 0 10 16,-1-5-1-16,4 1 4 0,-4 0-12 0,-1-3 11 0,1 0 11 0,-3-1 14 16,-1 0 21-16,-1-1 8 0,0 0 1 0,-4-2-3 15,6 0 0-15,-6 0 1 0,0 0 12 0,0 0-4 16,10-3-2-16,-10 3-9 0,0 0-6 0,-1-6-11 16,1 6-4-16,0 0-11 0,-3-5-6 0,3 5-8 15,-6-3-5-15,3 0-3 0,3 3-6 0,-11-1 6 16,9-2-11-16,-6 2-4 0,8 1 3 0,-10 0-5 0,3 1-2 15,2 2-4-15,-1-2 3 0,-2 4-3 0,3-2 8 0,-4 2-12 16,1 2 5-16,-2 1-3 0,5 7 2 0,-2-4-1 16,1 4 0-16,-2 2 4 0,1 2 0 15,3 1-3-15,2 10-3 0,-3-1 4 0,5 2 0 16,0-1 2-16,1 3 3 0,1-2-4 0,2 2 7 16,0 2-8-16,3 0 3 15,-1-2 0-15,0 3 7 0,-1-3-8 0,3-1 2 16,-5 0 1-16,4-3 0 0,-2 0-2 0,0 2 3 15,2-7-3-15,-6 7 4 0,-1-4-2 0,-1-3 0 16,-2-5-1-16,2 0-1 0,-2 2 1 0,-2-3 1 16,0-1 2-16,-4 2 0 0,2-3 2 0,-4-1 5 15,-4 1-1-15,-2 2 4 0,-8-2-3 0,1 0 1 16,-3 0 0-16,-4-5 4 0,-1 2-20 0,2 0-34 0,-4-3-61 16,-2-3-113-16,-16 1-259 0,16-8-509 0,-3-5 225 15</inkml:trace>
  <inkml:trace contextRef="#ctx0" brushRef="#br0" timeOffset="205183.52">8911 6987 3 0,'0'0'174'0,"0"0"-7"0,0 0-5 0,0 0-12 0,-7 0-7 16,7 0-5-16,0 0-12 0,0 0-7 0,0 0-6 0,0 0-9 15,0 0-8-15,0 0-9 0,0 0-1 0,0 0 0 16,0 0-5-16,0 0-9 0,0 0-3 0,0 0-4 16,0 0-6-16,0 0-8 0,0 0 2 0,0 0-13 15,0 0 4-15,0 0-6 0,0 0 4 0,0 0-6 16,0 0 4-16,0 0-1 0,0 0-2 0,0 0 0 0,0 0 0 15,0 0-1-15,21-5 5 0,-8 2-7 0,9 1 0 0,6-4-4 16,4 2-1-16,2 0-3 0,7 1 0 0,-4-1-2 16,3 1-1-16,-2 0-2 0,0-1-2 0,-2 2-6 15,-4 2 2-15,0-3-3 0,-5 5 1 0,-8-2-7 16,2 0-12-16,-8 0-15 0,0 1-23 0,-4 0-30 16,0-1-32-16,-2 0-26 15,-1 1-1-15,-6-1-8 0,1 4-31 0,-1-4-190 16,-5 6-391-16,-4-5 174 0</inkml:trace>
  <inkml:trace contextRef="#ctx0" brushRef="#br0" timeOffset="205515.63">9050 7178 19 0,'-5'3'208'0,"1"0"-10"0,3-3-12 0,1 0-10 16,-5 4-6-16,5-4-7 0,0 0 1 0,0 0-4 16,12 2-5-16,-1-2-9 0,12-2-8 0,5-1-16 15,8 2-13-15,-1-2-7 0,3-1-10 0,13 0-8 16,-13 1-8-16,2-1-7 0,-4 1-8 0,-3 1-4 15,-2-2-6-15,-3 3-7 0,-8 0-4 0,-7 1-1 16,-2-1-9-16,-2 0-1 0,-1 1-1 0,-3-1 0 0,4 1-7 0,-9 0-7 16,8-2-9-16,-8 2-16 0,6 0-16 0,-6 0-16 15,0 0-28-15,0 0-41 0,0 0-55 0,-19 5-76 16,14-4-142-16,-3-1-418 0,8 0 185 0</inkml:trace>
  <inkml:trace contextRef="#ctx0" brushRef="#br0" timeOffset="207536.27">10635 6452 8 0,'0'-4'273'0,"0"-1"-10"16,0 2-3-16,0-4-18 0,0 4-2 0,0-2-23 16,0 5-11-16,0-7-17 0,0 7-20 15,0-4-19-15,0 4-19 0,0 0-13 0,0-4-22 0,0 4-16 0,0 0-12 16,0 0-8-16,0 15-12 0,-1-5-4 0,-2 7-3 16,3 2 15-16,-4 8-6 0,3-4-2 0,0 5-4 15,1-3-6-15,1 0-2 0,-1-4-7 0,0-3 3 16,1 1-8-16,2-1-3 0,-3-2-2 0,0-4-2 15,1 0-3-15,-1-4 3 0,0 1-1 0,3-2-3 16,-2-1 2-16,-1-1-4 0,0-1 4 0,3 1-1 0,-6-2 0 0,6 1 3 16,-3-4 2-16,0 0-4 0,0 5 2 0,0-5-3 15,0 0 0-15,-3 3 0 0,3-3-3 0,0 0-6 16,0 0-35-16,3 4-27 0,-3-4-40 0,0 0-42 16,0 0-45-16,0 0-47 0,-3 5-242 0,3-5-511 15,0 0 226-15</inkml:trace>
  <inkml:trace contextRef="#ctx0" brushRef="#br0" timeOffset="207990.64">10323 6970 153 0,'0'0'203'16,"-4"1"-5"-16,4-1-8 16,-4 1-7-16,4-1-13 0,0 0-10 0,0 0-18 15,0 0-13-15,0 0-14 0,-5 3-9 0,5-3-9 16,0 0-8-16,0 0-3 0,0 0-3 0,0 0-1 15,0 0-2-15,0 0-1 0,0 0 0 0,0 0 6 16,0 0 2-16,0 0-6 0,-2 4 0 0,2-4-8 16,0 0-6-16,0 0-4 0,0 0-9 0,19-7-2 15,0 2-8-15,9-1-9 0,4-1-1 0,7 1-4 0,15-2-1 0,3 0-3 16,0-3 2-16,-4 1 0 0,2 1-1 0,-1-3 2 16,-1 9-1-16,-17-1 1 0,-1-5 0 0,-3 3-6 15,-1 3-1-15,-9-1-4 0,-3 2-1 0,0-1 1 16,-9 2-2-16,2 0-3 0,-6 1 1 0,3-1-3 15,-5 0 0-15,2-1-6 0,-6 2-16 0,11 0-22 16,-11 0-26 0,0 0-24-16,5 2-8 0,-5-2-21 0,0 0-39 0,-13 9-70 15,0-4-258-15,3 1-518 0,-3-1 229 0</inkml:trace>
  <inkml:trace contextRef="#ctx0" brushRef="#br0" timeOffset="208792.56">10562 7190 4 0,'6'0'142'0,"2"0"-7"0,-8 0-8 0,18-1-12 15,-9 2-5-15,1-1-15 0,3 0-8 0,-4 0-7 16,4 3-1-16,-2-1-23 0,-2 4 1 0,0-4-4 15,1 2-7-15,-2 4-1 0,1-2-7 0,-1 2-1 16,-3 2 1-16,0 0 1 16,-4 2 2-16,-2 0-8 0,0 6 4 0,-3-1-13 15,-3 3 15-15,-2 3-11 0,-2 0 1 0,-3 1 0 16,-3 0-6-16,-1-2 1 0,3 2 1 0,1-2-5 16,-4 1 4-16,0 0-6 0,4-1 2 0,0-3-6 0,5-1 3 15,0 0-3-15,1-3-2 0,2 0-2 0,0-1 3 16,2-1-6-16,1-2 3 0,1-1 3 15,2 2 13-15,1-4 19 0,3 1 5 0,-2-1 9 0,5 0 6 0,2 0 3 16,0-3 4-16,2 2-6 0,7-2-6 0,1-2-1 16,-1 1-8-16,5-1-3 0,0 0-3 0,5-3-6 15,-7 0-4-15,0 0 0 0,0-3-6 0,-2 3 2 16,0-2-6-16,-6 1-2 0,1 0-4 0,-1-1 3 16,-2-2-1-16,-2 1 4 0,0-3-1 0,-6 3-10 15,-2-5-10-15,-2-1-9 0,-3-3-5 0,-5-1-6 0,-10-8 0 0,-2-1 0 16,-6-2 0-16,-3 2 5 0,-11-7-3 0,-1-2 3 15,-3 6 2-15,4-4 20 0,13 8 20 0,1 2 18 16,0 0 12-16,3 1 7 0,5 2-6 16,5 3 3-16,-3 1 15 0,11 3 17 0,-3 2 2 0,8-3-31 15,2 3-17-15,8-4-30 0,5 2-19 0,13-4-25 16,6 1-35 0,17 3-48-16,2-2-69 0,5 5-70 0,-6-2-256 15,1 1-541-15,0 1 239 0</inkml:trace>
  <inkml:trace contextRef="#ctx0" brushRef="#br0" timeOffset="209910.94">11584 6735 11 0,'0'0'194'15,"0"0"-12"-15,0 0-18 0,0 0-18 0,7-4-14 16,-1 3-13-16,-1-1-17 0,3 2-6 0,3 2-9 15,0 0-9-15,3 0-7 0,1 1-9 0,2 5-6 0,2-1-11 0,-1 3-5 16,-3 2 1-16,4 0-9 0,-4 2 0 0,3 7-1 16,-2 1 0-16,-5 0 0 0,-2 3-6 0,-1 0 0 15,-6-6 1-15,-2 8 1 0,0-2-1 0,-6 2-1 0,-2-1-1 16,-3-1 9-16,-6-3-3 0,2 0 1 0,0-1 3 16,0-5 5-16,2-2 3 0,0-1 6 15,-4-1 4 1,4-4 2-16,4 2 1 0,-2-2 1 0,1-3 2 0,3 0 9 15,3-3 13-15,-1 3 19 0,2-3 28 0,1 1 27 16,2-3 8-16,0 0-12 0,-8-8-18 0,8 8-15 16,6-10-10-16,0-2-14 0,4-3-7 0,7-7-11 15,-2 1-7-15,3-6-13 0,5 4-6 0,0-1-1 16,-1-1-7-16,-2 2 10 0,2 0-27 0,-2 3 1 16,-2 2-1-16,-4 3-1 0,-1 5-1 0,-4 2-4 0,1 1 1 15,-2 0-15-15,-3 0 7 0,-1 3-3 0,1 2-12 0,0-1 6 16,-4 0-12-16,3 0-20 0,-4 3-8 0,0 0 2 15,8 9-1-15,-7-3 20 0,-1 6-15 0,0 3 4 16,-1 1 9-16,1 4-5 0,0 1 9 16,1-2-1-16,-2 6 3 0,5-1 0 0,1 3 0 15,1-10 1-15,3 1 9 0,1 0-3 0,4-3-7 0,2-3-22 0,8 1-39 16,-2-5-64-16,8-5-64 0,2-3-101 0,0-1-248 16,2-4-596-16,-4-5 264 0</inkml:trace>
  <inkml:trace contextRef="#ctx0" brushRef="#br0" timeOffset="210529.42">12090 6427 1 0,'3'-2'257'0,"0"-2"-8"0,0 1 7 0,-3 3-15 16,9-4-16-16,-5 3-24 0,-4 1-15 0,10-2-12 0,-2 2-21 0,-2-1-16 15,2 2-13-15,1-1-14 0,0 0-9 0,-3 3-8 16,2-1-8-16,1 7-7 0,4-4-7 0,-6 3-6 15,1 1-3-15,0 1-9 0,-2 0 1 16,-2 2-12-16,0 4 1 0,-2 0-5 0,-4-1-6 16,2 2 1-16,-4-1-4 0,-3-2-2 0,2 1-2 0,-1-3-7 15,1-1-1-15,0-1-1 0,0-3 0 0,3-1 0 0,-2 0-2 16,2-1-3-16,-3 0 1 0,5-2 0 0,0-3 1 16,-1 5 6-16,1-5 9 0,0 5 27 0,0-5 13 15,8 2 27-15,3-2-3 0,0 0-4 0,10-3-11 16,-1 3-16-16,1-1-12 0,6-3-5 0,2 1 17 15,-9 2-21-15,10 1 8 0,-10-3-31 0,2 3 15 16,0-1-2-16,-3 1-5 16,-3-1-7-16,-3-1-3 0,1 2-17 0,-10 0-15 15,3-1-21-15,0 0-22 0,-7 1-28 0,6 1-33 16,-6-1-41-16,0 0-44 0,0 0-33 0,0 0-63 16,0 0-218-16,0 0-563 0,0 0 249 0</inkml:trace>
  <inkml:trace contextRef="#ctx0" brushRef="#br0" timeOffset="211267.49">12954 6469 155 0,'5'-3'250'16,"-1"1"-5"-16,-4 2-5 0,0 0-13 0,0 0-13 16,4-4-10-16,-4 4-19 0,0 0-19 0,0 0-14 0,0 0-14 0,0 0-17 15,0 0-13-15,0 0-14 0,0 0-16 0,0 0-3 16,0 0-12-16,0 0-7 0,-13 10-4 0,3-3-8 16,-2-1-6-16,-2 5-1 0,-5-1-6 0,4 3-6 15,0-1 2-15,-2 0-3 0,2 0-3 0,-2 0 1 16,2 3-9-16,1-3 0 0,1 0-3 0,1 1 2 15,2-2-2-15,2-1-1 0,3 0 0 0,1-1 2 0,3 1-6 0,-1-1 4 16,2 1 0-16,3 0 5 0,5 0-3 0,1 4-4 16,5 0 2-16,0-3 3 0,9 4-4 15,0 2 0-15,2-3 1 0,0 0-2 0,-1 1 1 16,3-3-3-16,-10 0 1 0,2 0 0 0,-5-1-2 0,-1 2-1 16,-7-4-1-16,4 0-3 0,-2 0 4 0,-5 1-2 15,-1 0 0 1,-3-1-1-16,-3 0 1 0,-4-1 3 0,-3 0 2 15,-5 1-1-15,-3-2 0 0,0 0 0 0,-6 1-1 16,3-4 3-16,-4 3-2 0,0-1-2 0,-1-4 3 16,6 0-6-16,-2 0-9 0,9-1-14 0,-2-2-17 15,4 1-18-15,4-2-30 0,8 2-42 0,-9-3-49 16,9 3-47-16,0-7-212 0,0 7-473 0,17-9 209 16</inkml:trace>
  <inkml:trace contextRef="#ctx0" brushRef="#br0" timeOffset="211568.24">13303 6804 76 0,'0'0'366'0,"-1"-5"-12"16,1 5 0-16,0 0-14 0,0-6-21 0,0 6-31 0,0 0-26 15,0 0-29-15,0 0-27 0,0 0-17 0,0 0-28 16,0 0-24-16,0 0-18 0,0 0-10 0,0 0-15 15,0 0-6-15,0 0-11 0,0 0-6 0,-2 18 5 16,2-9-37-16,0 0 9 0,2 3-13 16,-4 0 0-16,2 0 0 0,0 1 4 0,-1 4-3 0,0-5 12 0,2 1-17 15,-2 3-2-15,1-7-29 0,0-1-13 0,0-1-13 16,-1 0-17-16,1-3-23 0,0 3-21 0,-2-3-14 16,1 0-5-16,1-1-1 0,0-3-6 0,0 0-45 15,0 0-65-15,0 0-32 0,0 0-41 0,-8-19-154 16,6 7-488-16,-3 0 216 0</inkml:trace>
  <inkml:trace contextRef="#ctx0" brushRef="#br0" timeOffset="211699.78">13256 6715 182 0,'0'-12'271'0,"-3"2"2"0,3 1 3 15,0 4 3-15,-1-2-1 0,2 2-1 0,-1 1-16 16,0-1-16-16,0 5-39 0,-1-8 0 0,2 7-41 16,-1 1-4-16,-1-5-32 0,1 5-22 0,0 0-43 15,0 0-37-15,4-3-26 16,-4 3-36-16,0 0-27 0,0 0-42 0,0 0-46 15,14 9-62-15,-10-5-263 0,-4-4-513 0,6 7 227 16</inkml:trace>
  <inkml:trace contextRef="#ctx0" brushRef="#br0" timeOffset="212132.06">13458 6754 237 0,'0'0'236'0,"-7"2"-18"0,7-2-27 0,0 0-20 16,0 0-17-16,0 5-19 0,3-1-15 0,-3-4-11 15,1 6-13-15,-2 0-7 0,-2-2-12 0,6 3-2 16,-3-1-8-16,0 4-4 0,-3 1-4 0,3 2-2 15,-2-2-6-15,-1 2-7 0,2 0-3 0,-3 0-3 16,0-1-5-16,3 0-3 0,-2-3 2 0,1 1-7 16,-1-4-1-16,2 0-3 0,1-1 1 0,0 0 8 0,0-2 34 0,1 1 34 15,-1-4 36-15,0 0 45 0,0 4 22 0,0-4-3 16,0 0-19-16,10-8-16 0,-3 5-17 0,-1-4-15 16,2-2-8-16,2 2-10 0,-1 1-15 0,0-2-23 15,1 1 8-15,-1 0-10 0,-1 2-9 0,0 0-8 16,0 1-1-16,-4 0-27 0,3 1 9 0,-2 0-3 15,1 2-11 1,0-1 0-16,2 2-9 0,-1 1-10 0,-1 0-14 16,4 3-16-16,-1 0-42 0,0 3-24 0,1-2-37 0,-1 0-47 15,-1 5-49-15,1-2-70 0,0-1-359 0,-4-3-708 16,0 2 314-16</inkml:trace>
  <inkml:trace contextRef="#ctx0" brushRef="#br0" timeOffset="212601.96">13824 6682 100 0,'0'0'297'15,"0"0"-16"-15,4-7-12 0,-4 7-13 0,0 0-21 16,0 0-15-16,0 0-27 0,0 0-23 0,1-4-20 15,-1 4-11-15,0 0-17 0,13 4-13 0,-5-4-11 16,2 3-8-16,0-2-12 0,1 4-8 0,0 0-10 16,-2 0-5-16,0 3-4 0,4-2-9 0,-4 2-5 15,0 0 1-15,-2 3-4 16,2 3-4-16,-4-2-2 0,2 4-5 0,-5 0-1 16,0 3 3-16,-5 5-4 0,1 0-1 0,-8 0-6 15,0-1 3-15,-4-1-6 0,0-1 7 0,-2-1-3 16,3-4-1-16,-8 1-3 0,6-4 3 0,2-1 0 15,3-5 0-15,-3 1 0 0,6 0 5 0,0-5-4 16,3 2-1-16,-2 0 2 0,2-1 3 0,0-1 18 16,0-2 8-16,3 1 12 0,1-2 8 0,-4 5 14 0,4-5 2 0,0 0 6 15,13 4 7-15,1-5-18 0,-1 1-7 0,6 0-7 16,0-1-5-16,11-1-8 0,-3 0-3 0,1-1-4 16,-8 1-4-16,8 1 0 0,-9 0-6 0,1 0-6 15,-3-2 1-15,-4 3-6 0,1-1 0 0,-5 1-7 16,-1-3-12-16,-3 3-24 0,4-3-25 0,-5 3-34 15,1-2-41 1,-1-1-47-16,1 1-45 0,-4 0-58 0,-1 2-56 0,-1-10-258 16,-3 5-634-16,3 2 281 0</inkml:trace>
  <inkml:trace contextRef="#ctx0" brushRef="#br0" timeOffset="213103.25">14292 6684 301 0,'0'0'296'0,"5"-2"-18"0,-1-1-19 15,-4 3-24-15,8 0-24 0,-8 0-20 0,11 0-17 16,-3 0-23-16,2 3-15 0,1 1-13 0,-2 2-16 15,1 1-9-15,0-1-5 0,0 6-9 0,0 1-8 16,-2-3-5-16,-1 6-5 0,-1 2-5 0,-3-1-8 16,0 9-1-16,-4-6-4 0,-3 4-3 0,-1 3-9 15,-2-8 2-15,-3 5-6 16,2-6-3-16,-2 0-3 0,0-3 2 0,0-1-3 16,-1 0-3-16,4-6 5 0,1 1 1 0,2-2 5 15,0-2 2-15,0-2 9 0,0 3 17 0,0-2 48 16,4-3 34-16,0-1 42 0,-6 4 36 0,6-4 17 15,0 0-23-15,0 0-22 0,0 0-20 0,13-19-19 16,-7 9-16-16,6-5-15 0,7-4-18 0,-1-5-21 16,0-1-24-16,5-3-14 0,-2 0-14 0,1 0-11 0,-3 4 0 15,0 2-3-15,-6 7-3 0,1 1 1 0,-6 5-1 0,-2-1-3 16,-2 4-3-16,1 1-8 0,-1 1-10 0,0 1-20 16,-3-1-30-16,-1 4-30 0,5 0 4 0,-5 0 13 15,0 0 6-15,-5 17 2 0,0-5 11 16,3 5 4-16,-5 9 7 0,2 3 11 0,0-2 3 0,2 2 3 15,3 1-1 1,7-4 5-16,2 2 5 0,5-1 4 0,4-5-26 16,8-1-51-16,10-3-93 0,14-2-119 0,1-10-472 15,6-2-836-15,-5-5 370 0</inkml:trace>
  <inkml:trace contextRef="#ctx0" brushRef="#br0" timeOffset="-210817.47">15405 6915 97 0,'-5'0'115'0,"1"2"-3"0,4-2 1 16,0 0-2-16,-8 0-2 16,8 0 0-16,0 0-1 0,-5 2-5 0,5-2-11 15,0 0-3-15,0 0-5 0,0 0 1 0,0 0-8 16,0 0 0-16,0 0-2 0,-6 1-4 0,6-1 1 16,0 0 4-16,0 0 1 0,0 0-3 0,0 0 1 15,0 0 3-15,0 0-9 0,0 0-3 0,0 0-6 16,0 0-1-16,0 0-8 0,0 0-7 0,0 0-3 15,0 0-7-15,0 0-3 0,0 0 0 0,0 0-2 0,0 0-5 0,0 0 0 16,0 0-4-16,0 0-2 0,0 0-1 0,0 0-6 16,0 0 1-16,0 0 2 0,0 0-6 0,0 0-2 15,0 0 2-15,0 0-2 0,0 0-1 0,0 0 2 16,0 0 0-16,0 0-4 0,0 0 2 0,0 0-2 16,0 0 3-16,0 0-4 0,0 0-3 0,0 0 3 15,0 0 1-15,0 0 0 16,0 0-2-16,0 0-1 0,0 0 4 0,0 0-4 0,0 0-5 0,0 0 8 15,0 0 0-15,0 0 1 0,0 0 0 0,0 0 8 16,0 0 3-16,0 0-1 0,0 0 12 0,0 0-5 16,0 0-2-16,0 0-2 0,0 0 2 0,0 0-4 15,0 0 1-15,0 0-2 0,0 0-2 0,0 0 1 16,19-3-6-16,-19 3 4 0,0 0-1 16,0 0-5-16,0 0 1 0,4-2 0 0,-4 2-2 15,0 0 1-15,0 0-2 0,0 0-2 0,0 0 2 16,0 0-1-16,0 0 0 0,0 0-1 0,0 0 1 0,0 0 1 15,0 0 0-15,0 0-3 0,0 0 1 16,0 0 1-16,0 0-3 0,0 0 2 0,0 0-5 16,0 0 4-16,0 0 1 0,0 0-4 0,0 0 3 15,0 0-3-15,0 0-1 0,0 0 0 0,0 0 1 0,0 0-2 0,0 0 2 16,0 0-1-16,0 0 2 0,0 0-4 0,0 0 4 16,0 0-1-16,0 0 5 0,0 0-4 0,0 0 5 15,10 1-2-15,-2-1-1 0,6-1 3 0,8 1-1 16,8-3 0-16,5-2-2 0,17 5 1 0,-1-3-2 15,2 0 2-15,-14 1-2 0,15 2 2 0,-3-1 1 16,-13 1-5-16,2 1 0 16,-4-1 3-16,-2 2 0 0,-4-2 1 0,-9 0 1 15,0 1 0-15,-6-1-4 0,-3-1 2 0,-1 2 1 16,-2-1 1-16,-2 0 0 0,-1 0-2 0,-6 0 1 16,10 0-1-16,-10 0-2 0,8 0-13 0,-8 0-23 15,5 0-17-15,-5 0-30 0,0 0-48 0,0 0-51 16,0 0-245-16,0 0-464 0,0 0 205 0</inkml:trace>
  <inkml:trace contextRef="#ctx0" brushRef="#br0" timeOffset="-209993.25">17111 6363 36 0,'1'-5'203'0,"-1"1"5"0,0 4-8 0,0-4-2 16,0 4-10-16,0-5-2 0,0 5-5 0,0 0-16 15,0-4-11-15,0 4-15 0,0 0-8 0,0 0-13 16,0 0-13-16,0 0-13 0,1-3-14 0,-1 3-10 16,0 0-12-16,0 0-11 0,0 0-3 0,-1 15-7 15,-3-6-4-15,3 6 0 0,-4 3-9 0,1 1 3 16,0 0-4 0,0 7-2-16,4-1-3 0,-1-6 0 0,1-1-1 15,0-1-3-15,0 0-2 0,0-2 0 0,1-2-1 0,-1-1 1 16,3-3 1-16,-3 2-1 0,1-2-2 0,2-4 1 15,-6 2-2-15,6-5 1 0,-3 4 0 0,0-2-2 16,0-2 4-16,0-2 4 0,1 5-3 16,-1-5-1-16,0 0 4 0,0 5-12 0,0-5-12 15,0 0-28-15,0 0-49 0,0 0-53 0,0 0-52 0,0 0-231 0,0 0-458 16,0 0 203-16</inkml:trace>
  <inkml:trace contextRef="#ctx0" brushRef="#br0" timeOffset="-209244.52">16719 6882 106 0,'0'0'144'0,"-3"2"-6"0,3-2-3 0,0 0 2 16,0 0-2-16,0 0-1 0,0 0-4 0,0 0 4 16,-6 0-8-16,6 0-4 0,0 0-6 0,0 0-1 15,0 0-3-15,-3 3-6 16,3-3-2-16,0 0-6 0,0 0-6 0,0 0-4 15,0 0-4-15,0 0-5 0,0 0-8 0,0 0-4 16,0 0-11-16,0 0-2 0,0 0-9 16,0 0 0-16,0 0-6 0,0 0-5 0,0 0-2 0,0 0-4 15,0 0-4-15,0 0-3 0,0 0-2 0,0 0-2 16,0 0 0-16,0 0-1 0,0 0-3 0,0 0 3 16,0 0 0-16,0 0-3 0,0 0 5 0,0 0-3 0,0 0 2 0,0 0 0 15,0 0-4-15,0 0-1 0,0 0-1 0,0 0 0 16,0 0 1-16,0 0-6 0,0 0 2 15,0 0-3-15,0 0 0 0,0 0 3 0,0 0-4 16,0 0 0-16,0 0 1 0,0 0 8 0,0 0 2 0,0 5-1 16,0-5 2-16,0 0-2 0,0 0 1 0,0 0-4 15,0 0 1-15,0 0 4 0,0 0-1 0,0 0 1 0,0 0-4 16,0 0 2-16,0 0-5 0,0 0 0 0,0 0 1 16,0 0-2-16,0 0-2 0,0 0 1 0,0 0 2 0,0 0-9 15,0 0 5-15,0 0-2 0,0 0 2 16,0 0-3-16,0 0-1 0,0 0 9 0,0 0-9 15,0 0 1-15,0 0 0 0,18-2 2 0,-5 1 1 16,6-3-2-16,4 4-1 16,9-3-2-16,6-5 1 0,17-1 0 0,3 2 2 15,2 1-1-15,6-3 0 0,26 0 9 0,-28 3 2 16,4 0 0-16,-3 1 3 0,-3 0 8 0,-4-2-5 16,-3 5 6-16,0-1-8 0,-17 1 6 0,-1-1-4 15,-8 1 0-15,1-2-3 0,-8 3 3 0,-3 1 8 16,-2-2 13-16,-6 0 6 0,-2 1 14 0,-2-1 7 15,-1 2 7-15,-1-2-1 0,-5 2-6 0,9-2-5 0,-9 2-8 0,5 0-3 16,-5 0-18-16,5 0-26 0,-5 0-37 0,0 0-39 16,0 0-37-16,5-3-39 0,-5 3-42 0,0 0-33 15,0 0-41-15,0 0-75 0,-18 12-179 0,7-10-557 16,-2 1 247-16</inkml:trace>
  <inkml:trace contextRef="#ctx0" brushRef="#br0" timeOffset="-208674.67">17029 7057 40 0,'0'0'252'16,"0"0"-14"-16,0 0-19 16,0 0-22-16,0 0-17 0,0 0-20 0,0 0-17 15,0 0-16-15,0 0-18 0,0 0-12 16,0 0-8-16,0 0-12 0,-8 9-7 0,6-4-12 0,-1 3-1 16,-2 2-8-16,0 1-4 0,-3 2 0 0,1 3-10 15,-2-3-2-15,3 2-5 0,-2 2-3 0,0-1-3 0,1 0-2 0,-2-1 2 16,2 2-1-16,1-2-5 0,-1-3-3 15,4-2 3-15,-1 2-2 0,0-3-2 0,0 1 1 0,3 0-2 16,-2-4 6-16,2 1 12 0,-2-2 13 16,2 0 11-16,5 1 13 0,-3-2 15 0,2 0-4 15,3 0 0-15,4-1-2 0,2-2-6 0,5 4 8 16,0-3-20-16,5-1-7 0,-1 0-4 0,0-1-3 0,2 0-7 16,4-1-13-16,-4 0-19 0,-1-1-15 0,-3-2-27 15,0 2-21 1,-1-1-25-16,0 0-29 0,-5 1-23 0,-1 1-41 15,0-4 1-15,-4 2-28 0,-2 0-23 0,2-1-148 16,-3 2-407-16,-1-3 180 0</inkml:trace>
  <inkml:trace contextRef="#ctx0" brushRef="#br0" timeOffset="-208458.57">17267 7282 137 0,'-3'-4'175'0,"3"4"8"16,-2-5 12-16,2 2 7 0,0 3 0 0,-4-5-4 0,4 5-7 0,-3-3-5 15,3 3-11-15,0 0-12 0,0 0-10 0,-1-4-13 16,1 4-19-16,0 0-17 0,0 0-14 0,0 0-11 15,0 0-12-15,0 0-7 0,-4 12-7 0,0-3-5 16,3 3-6-16,-3 2 7 0,0 4-13 0,1 1-5 16,-1 7-1-16,-4-4-4 0,6 5-2 0,0-2 2 15,0-6 2-15,0 5-16 16,0-6-43-16,1 0-45 0,-1 1-73 0,2-1-99 16,0-6-206-16,2-7-491 0,0-1 216 0</inkml:trace>
  <inkml:trace contextRef="#ctx0" brushRef="#br0" timeOffset="-207656.48">18909 6277 95 0,'1'-6'260'16,"-1"6"-17"-16,4-5-6 0,-4 5-27 0,0 0-17 16,0-2-20-16,0 2-21 0,0 0-16 0,0 0-19 15,0 0-14-15,0 0-18 0,0 0-4 16,-4 19-12-16,4-5-8 0,0 3-4 0,0 2-7 0,0 6-4 16,-1 1-2-16,2 1-6 0,-1 2-5 0,0-5 1 15,3 0 0 1,-1-5-5-16,0-1 1 0,-1 0-3 0,0 0-1 15,0-6 2-15,1-2-31 0,-2 2-25 0,1 0-36 16,0 0-55-16,1-4-42 0,-2 1-225 0,2-4-419 0,-2-1 186 16</inkml:trace>
  <inkml:trace contextRef="#ctx0" brushRef="#br0" timeOffset="-207270.93">18529 6882 165 0,'-5'2'215'15,"1"-2"-26"-15,-1 1-15 0,1 2-21 0,4-3-10 16,0 0-16-16,0 0-14 0,-6 1-2 0,6-1-6 15,0 0-1-15,0 0-11 0,0 0-12 0,32-2-4 16,-11-1-6-16,9 2-10 0,3-7-5 0,7 3-4 16,15-4-6-16,3 4 0 0,5-2 6 0,4-3 11 0,23 0 5 0,-26 3 11 15,2 2-1-15,-4-1 1 0,-4 0-3 0,-5 1-8 16,-13 3-9-16,-3-2-5 0,-4 0 7 0,-1 2-16 16,-5 0-5-16,-7 0-4 0,-7 2-6 0,1-2 0 15,-5 1-1-15,0-1-3 0,-1 2-4 0,-3 0-4 16,-5 0-10-16,8 0-21 0,-8 0-33 0,0 0-10 15,0 0-19-15,0 0-20 16,0 0-39-16,-17 9-43 0,-1-4-54 0,-1 0-165 16,-2 0-429-16,2 0 189 0</inkml:trace>
  <inkml:trace contextRef="#ctx0" brushRef="#br0" timeOffset="-206901.58">18657 7184 148 0,'-5'-3'249'0,"5"-1"-7"15,-1 0-13-15,1 4-9 0,-3-5-20 0,2 3-19 0,1 2-14 16,0 0-19-16,0 0-21 0,-4-3-11 15,4 3-18-15,0 0-8 0,0 0-16 0,0 0-4 16,-1 10-9-16,-2-4-6 0,3 4-8 0,-5 8-4 0,1-3-4 16,0 2-2-16,-1 2-4 0,3 0-4 0,-6 4 2 15,4-2-7 1,0 3-2-16,1-3-2 0,-1-4 1 0,2 0-6 16,0 0 0-16,-1-5 2 0,2 0 2 0,1-1-5 15,0-2-4-15,-2 0 2 0,2 0 0 0,-2-2-2 16,4-3 0-16,-2 1-8 0,0-5-3 0,-2 7 1 15,2-7-8-15,-1 1-32 0,1-1-47 0,0 0-37 16,0 0-24-16,-3-15-35 0,5 8-51 0,-4-2-122 16,4-2-384-16,-4-5 170 0</inkml:trace>
  <inkml:trace contextRef="#ctx0" brushRef="#br0" timeOffset="-206569.55">18559 7161 70 0,'0'0'211'15,"-1"-6"-8"-15,1 6-23 16,0 0-17-16,0-5-16 0,0 5-18 0,0 0-14 16,0 0-9-16,0 0-13 0,0 0-7 0,13 7-4 15,-4-1-3-15,3-2 2 0,2 7-11 0,-1 0-4 16,-1 1-4-16,4 2-3 0,3 3-3 0,-5-1-6 16,4 3-4-16,-6-3-10 0,-1 1 5 0,-2 1-4 15,-1 0-2-15,0-2-6 0,-2 3 1 0,-3-1 3 16,-1-4 1-16,-1 3 3 0,-5-2-3 0,-1 0 2 0,-2-2 5 0,-5-1-8 15,0 2 0-15,-4-1 0 0,2-4-5 0,-4 2 2 16,-1 2-5-16,-1-7-1 0,5 2-3 0,-3-1-1 16,0-3-6-16,6 1 2 0,0 0 0 0,1-2-6 15,3-1 7-15,0 1-6 0,3-2 3 0,-1-1-12 16,6 0-12-16,-8 0-32 0,8 0-38 0,-2-4-34 16,2 4-22-16,6-5-35 0,3-4-41 0,-3 4-149 0,4-3-389 0,-2 0 173 15</inkml:trace>
  <inkml:trace contextRef="#ctx0" brushRef="#br0" timeOffset="-206168.41">18823 7023 149 0,'2'-3'244'16,"-2"3"-23"-16,3-4-20 0,-3 4-19 0,6-1-20 15,-6 1-18-15,8-2-15 0,-8 2-10 0,12 4-18 16,-7-3-8-16,5 4-11 0,-5 0-7 0,3 1-9 0,0 2 4 15,-2 2-5 1,2 0-3-16,-3 0-6 0,-1 7-1 0,-2 0-6 16,-2 1 1-16,0 0-5 0,-2 1-2 0,-3-1-4 15,-2-2-2-15,0 3-3 0,0-5-3 0,2-3-1 16,-3 0-2-16,3-1-2 0,0-3-3 0,4-1-3 16,-3-1 2-16,4-1-3 0,-1 0 5 0,-2 1 18 15,3-2 23-15,0-3-2 0,0 0-5 0,0 0-4 16,13 1-7-16,0-2-9 0,7-3-31 0,8-1-36 0,2-1-45 0,0 1-61 15,2-2-63-15,0 3-258 0,0-2-494 0,0 2 219 16</inkml:trace>
  <inkml:trace contextRef="#ctx0" brushRef="#br0" timeOffset="-205682.72">19219 7456 181 0,'0'0'219'0,"0"0"-18"0,-5 2-20 15,5-2-11-15,0 0-16 0,0 0-19 0,-4 3-11 0,4-3-8 16,0 0-13-16,0 0-7 0,0 0-6 0,0 0-10 15,-2 2-2-15,2-2-8 0,0 0 1 16,0 0-4-16,0 0 1 0,0 0 6 0,0 0-4 16,0 0-1-16,0 0 0 0,0 0-3 0,0 0-3 0,0 0-4 0,0 0-6 15,0 0-4-15,0 0-2 0,0 0-10 0,0 0-3 16,0 0-3-16,0 0-3 0,0 0-2 0,0 0-4 16,0 0 0-16,0 0-2 0,0 0 0 0,0 0-4 15,0 0 0-15,0 0 3 0,0 0 12 0,0 0-3 0,0 0 6 16,0 0-1-16,0 0 7 0,0 0 2 15,0 0 14-15,0 0-11 16,0 0-1-16,0 0-4 0,0 0-2 0,20-2-5 16,-8-1-8-16,5 0 0 0,4 1-3 0,7-1-1 15,2-1-2-15,2 3-5 0,1-3-1 0,1 2 2 16,-2-2-4-16,-1 1 0 0,-3 0-2 0,-6 2-3 16,-2-2 3-16,-3 2 8 0,-8 0-20 0,2 0-17 15,-3 1-21-15,-3-2-20 0,0 2-19 0,-5 0-38 16,8-3-44-16,-8 3-46 0,0 0-31 0,0 0-239 0,-21-6-516 0,10 3 228 15</inkml:trace>
  <inkml:trace contextRef="#ctx0" brushRef="#br0" timeOffset="-205466.47">19409 7351 205 0,'0'-4'298'0,"0"4"-7"15,0 0-16-15,-3-4-18 0,3 4-25 16,0 0-25-16,0 0-22 0,0 0-23 0,0 0-21 0,0 0-14 16,0 0-16-16,0 0-13 0,-6 10-10 0,4-3-6 15,2 4-10-15,-1 4-6 0,-3 1-6 0,2 2-5 16,2 6 0-16,0-5-12 0,-2-1-31 0,4 0-30 0,-1 3-43 16,3-2-44-16,1-2-71 0,-1-8-285 0,2 1-498 0,2-3 220 15</inkml:trace>
  <inkml:trace contextRef="#ctx0" brushRef="#br0" timeOffset="-204818.33">19945 7179 134 0,'0'0'280'16,"0"0"-13"-16,0-4-15 0,0 4-14 0,0 0-13 0,0 0-20 16,0 0-21-16,0 0-16 0,0 0-20 0,0 0-16 15,0 0-15-15,0 0-15 0,0 0-13 0,0 0-12 16,0 0-8-16,-4 14-6 0,0-8-12 16,3 3-5-16,-3 5 1 15,-1 3-6-15,0-2-5 0,0 5 1 0,-4 2-6 16,1-3 4-16,-2 5-7 0,5-5-1 0,-3-2-7 15,1 2 7-15,0-1-8 0,4-2-3 0,-4-1 3 16,5-5-3-16,-1-1-2 0,2-1 1 0,-2-1-3 16,3-1 1-16,-1-1-1 0,1 0-1 0,2 1 7 0,0-1 8 15,2-2 7-15,2 0-7 0,4 1 2 0,4-4-9 16,4 1-1-16,0-1-31 0,0 0-23 0,0-1-30 0,1-2-33 16,0-1-15-16,-2-2-26 0,1 1-15 0,-3-1-16 15,0-2-2-15,-3 2-2 0,-2-1 15 0,0 0 10 16,-3 1 27-16,-1-2 24 0,-1 1 31 0,-3 2 28 15,0-2 28-15,2 2 25 0,-2 0 7 0,0 1 23 16,-2 0 9-16,2 3 0 0,-2 1-2 0,0-6-3 16,0 6-6-16,0 0 6 15,0 0-4-15,0 0 7 0,-14 15 5 0,9-3 7 16,-4 1-3-16,1 3 2 0,-2 7 4 0,1 0-4 16,2 3 0-16,0 3-5 0,0 1-3 0,0-1-5 15,5 0-5-15,0 0-31 0,1-1-71 0,1-5-101 16,1-6-269-16,-1-5-465 0,3-5 206 0</inkml:trace>
  <inkml:trace contextRef="#ctx0" brushRef="#br0" timeOffset="-200723.52">20823 6181 11 0,'1'-3'197'15,"-1"3"-3"-15,0 0 4 0,4-7-13 0,-4 7-16 16,0 0-3-16,3-1-11 0,-3 1-3 0,1-4-11 16,-1 4-9-16,0 0-11 0,0 0-11 0,0 0-9 0,0 0-15 15,0 0-14-15,0 0-17 0,0 0-9 0,0 0-6 16,0 0-3-16,-18 12-4 0,2-4-5 0,-4 4-2 15,-3 2-4-15,-4 3 1 0,1 0-5 0,1-2-3 16,0 4-2-16,3-2 3 0,-1 1-6 0,0 1 0 16,6-4-2-16,-2 3-3 0,8-3 9 0,-2 0-10 15,5 2 1-15,-1-3-2 0,2 1 3 0,6-1-4 0,-1-2 4 0,4 1-1 16,6 1-2-16,1-1 7 0,5 0 2 0,9 2-6 16,4-1-3-16,1-1-1 0,-1-3 3 0,5 3-2 15,-1-3-3-15,-2-3 4 0,-1 4-3 0,-5-2 3 16,-3-1-3-16,-3 0-4 0,-1 0 1 0,-5-3 1 15,-2 0-1-15,-2 2 1 0,-2-1-6 0,-3 1 3 16,-3-1 2-16,-3 2 1 16,-5 0-1-16,-5 2 1 0,-4 0 1 0,-10 0 3 15,-1 0-6-15,-1 0-14 0,0-1-10 0,0-2-17 16,2-2-18-16,-1 1-24 0,7-6-29 0,1 2-32 16,1 0-33-16,2-1-152 0,7-2-360 0,4-1 160 15</inkml:trace>
  <inkml:trace contextRef="#ctx0" brushRef="#br0" timeOffset="-200391.46">21126 6580 234 0,'0'0'337'16,"-1"-6"-12"-16,1 6-16 0,-3-3-33 0,3 3-16 15,0 0-39-15,0 0-20 0,0-6-22 0,0 6-26 0,0 0-6 16,0 0-31-16,0 0-14 0,0 0-11 16,0 0-13-16,0 0-6 0,0 0-6 0,1 17-7 15,1-10-5-15,-1 2-7 0,-1 0-4 0,1 3-2 16,-2 0-7-16,0 0-2 16,1-2-1-16,0 2-7 0,-3-2-3 0,2 1-13 15,1-2-10-15,-2 0-18 0,1 2-12 0,-1-3-12 16,0-3-21-16,-1 1-11 0,0-1-14 0,-1 1-17 15,2-6-19-15,2 0-28 0,-9 0-23 0,9 0-14 16,-12-8-3-16,7 1 1 0,0-3-1 0,0-2 5 16,1-4-96-16,0-1-308 0,3-3 136 0</inkml:trace>
  <inkml:trace contextRef="#ctx0" brushRef="#br0" timeOffset="-200269.06">21051 6567 618 0,'3'-25'50'0,"-3"7"26"0,3-1 24 16,-2 2 16-16,3 0 7 0,-3 7 13 0,2-1 11 16,-2 3-7-16,-1-2-8 0,4 5-8 0,-1-2-10 15,-3 1-8-15,1 3-16 0,-1-2-8 0,1 2-8 16,-1-1-10-16,0 4-20 0,5-3-15 0,-5 3-21 15,9 0-22-15,-9 0-23 0,10 5-30 0,-4-1-30 16,-1 2-37-16,2-1-55 16,-3 0-118-16,0 2-330 0,2-2 146 0</inkml:trace>
  <inkml:trace contextRef="#ctx0" brushRef="#br0" timeOffset="-199921.4">21347 6589 164 0,'0'4'214'0,"0"-4"-24"15,0 6-18-15,-1-2-22 0,-1 0-14 0,2 3-14 0,-2 1-15 16,-1 1-14-16,1 0 1 0,-1 4-16 0,-1-1-6 16,-2 2-7-16,2-1-5 0,0 3-6 0,0-4-8 15,1-1-3 1,3-2 0-16,-3-2-8 0,2-2 1 0,-2-1-4 15,2 1 17-15,1-1 24 0,-1 0 29 0,1-4 26 0,0 0 9 16,0 0-11-16,0 0-17 0,0 0-8 16,14-10-12-16,-7 3-10 0,4-2-9 0,-1-3-8 15,0 3-3-15,1 2-9 0,0-2 7 0,-1 2-16 16,1 0-7-16,0 1-5 0,0 2-3 0,-2-2-6 0,0 1-3 16,0 1 0-16,4 4-15 0,-3-2-9 0,-1 2-13 0,4 2-4 15,-3-2-19-15,0 3-19 0,0 1-23 0,-3 0-26 16,1 0-32-16,0 1-32 0,1-1-37 0,-3 0-222 15,-1 0-470-15,-1-1 208 0</inkml:trace>
  <inkml:trace contextRef="#ctx0" brushRef="#br0" timeOffset="-199567.2">21638 6479 216 0,'0'0'227'0,"4"-5"-23"0,-3 2-18 0,-1 3-22 15,9-4-17-15,0 4-12 0,-4-1-14 0,-5 1-15 16,17 4-10-16,-7 0-10 0,2-1-1 0,-3 2-9 16,1 1-8-16,-1 1-4 0,1 1-6 0,-2 2-6 15,2 3-8-15,-6-2-5 0,1 1 1 0,-2 3-5 16,-3 1-10-16,-2 1 3 0,-2 0-1 0,-1 0-3 15,0 0-2-15,-4-2-1 0,0 0-4 0,-1-1 1 0,-4 0 3 16,5-2 2-16,0-2-9 0,-1 0 3 0,2-3-2 16,3 0 1-16,-3-3-5 0,4 1 0 0,3 0-3 0,-4-2 4 15,1-1-1-15,3 1 2 0,1-3-2 0,0 5 2 16,0-5 10-16,10 3-1 0,-1-3-5 16,4 1 3-16,2-2-10 0,6 1-30 0,-1-3-39 15,1 2-42-15,-2 0-57 0,3-2-240 16,-1-1-429-16,-3-1 191 0</inkml:trace>
  <inkml:trace contextRef="#ctx0" brushRef="#br0" timeOffset="-199103.77">22017 6508 12 0,'1'-4'268'0,"0"0"-28"16,4 0-25-16,-2 1-21 0,1 0-17 0,3 1-22 16,-3 0-18-16,-4 2-15 0,13 2-9 0,-6 0-19 15,1 1-5-15,1 3-13 0,3-1-6 0,-5 3-8 0,1 1-6 0,-3 2-6 16,4 1-1-16,-8 0-5 0,3 4-4 0,-4 1-12 16,-4 1 7-16,4-1-2 0,-5 2-7 0,-5-2-4 15,-2 1 3-15,1-3-2 0,-1 1-6 0,0-2 5 16,0-2 2-16,3-2-2 0,2-3 6 0,-2 0 1 15,4-1 1-15,-1-1 13 0,3-1 5 0,-1-1 20 16,2-2 20-16,2-1 25 16,-5 4 39-16,5-4-15 0,0 0-14 0,0 0-11 15,11-12-9-15,-4 3-12 0,3 0-11 0,5-4-5 16,0-1-13-16,4-3-6 0,1-3-5 0,2 3-7 16,-1 0-7-16,-5 4-1 0,-3 1-2 0,-3 4-9 15,-1 1 2-15,-1 0-1 0,-3 2-13 0,0 1 1 0,1 1-13 0,-2 3-22 16,-4 0-24-16,7-3-10 0,-7 3 5 15,0 0 3-15,5 10 1 0,-5-1 5 0,1 1 2 0,0 1 5 16,-1 6 3-16,0 1-1 0,3 1-1 0,1-2-4 16,1 2-9-16,1-2-12 0,3-2-19 15,0 0-26-15,5-2-46 0,-1-2-57 0,4-4-74 16,2-2-196-16,-3 0-516 0,2-10 228 0</inkml:trace>
  <inkml:trace contextRef="#ctx0" brushRef="#br0" timeOffset="-198364.43">22472 6113 148 0,'-4'-2'175'0,"4"2"-16"15,0 0-14-15,0 0-21 0,0 0-5 0,0 0-21 16,0 0-10 0,0 0-11-16,0 0-22 0,0 0 10 0,0 0-9 15,-8 12-10-15,5-7-3 0,1 4-6 0,-2 3-8 0,0 4 8 16,0 1-8-16,2 1-2 0,2-1-8 0,0 9 5 16,1-3-8-16,2 3 3 0,3-2 0 0,0 1 2 15,3 0 10-15,2-3-6 0,-1-4-2 0,1-2 0 16,1 2 8-16,-1-4 3 0,2-1-4 0,-2-1 1 15,2-1-1-15,0-3-4 0,-5-3-1 0,1 0 4 0,-2 0 2 16,1-1 6-16,-2-1 12 0,1-1 13 0,-1 0 7 16,-1-2-6-16,-5 0 9 0,12-4-5 0,-8 4 1 15,-1-5-3-15,1 2-2 0,-1-2-2 0,0 1 3 0,-2 1 1 16,1-1-7-16,-2 1-5 0,3-2 5 0,-3 5-19 16,-5-6-6-16,4 3-4 0,1 3-6 15,-4-3-8-15,4 3-2 16,-7-2-3-16,7 2-8 0,-8-3-5 0,8 3-2 15,-12 3-2-15,7 0 18 0,-2 1-3 0,1-1 1 16,-3 4-2-16,1 2-3 0,-1-1 0 0,3 1-2 16,-3 6 1-16,4-1-2 0,-3 4 0 0,4-4-2 15,0 3 0-15,3 2 5 0,0-1-5 0,-2 0 2 16,6 7 1-16,-3-6-2 0,1 7 3 0,7-1 0 0,-3 1-1 16,4-1 0-16,0 3 1 0,0 1 3 0,0 0-4 0,4-4 1 15,-3 4-1-15,-1 0 2 0,0 0 0 0,-3-3 2 16,0 1-2-16,1-3 0 0,-3 1 2 0,-2-1-3 15,-2-5-2-15,-1-1-5 0,-4-1-6 0,0-1 0 16,-4 1-7-16,-6-2-7 0,-1-1-15 0,-9 0-34 16,-2-4-39-16,-4-3-64 0,-1-1-93 0,1-5-156 15,2-5-459-15,0-1 204 16</inkml:trace>
  <inkml:trace contextRef="#ctx0" brushRef="#br0" timeOffset="-197045.34">20429 6059 122 0,'0'0'134'16,"0"0"-5"-16,0 0-8 0,0 0-5 0,0 0-4 16,0 0 0-16,0-4-1 0,0 4-8 0,0 0-12 15,0 0-4 1,0 0-3-16,0 0-7 0,0 0-8 0,0 0-7 15,0 0 1-15,0 0-15 0,0 0 4 0,0 0-5 0,0 0-8 16,0 0-5-16,0 0-6 0,0 0-3 16,0 0 1-16,0 0-5 0,0 0-2 0,0 0-5 15,0 0 4-15,0 0-9 0,0 0 3 0,0 0-5 0,0 0 0 16,0 0-1-16,0 0 1 0,0 0 0 0,0 0-6 16,0 0-8-16,0 0-2 0,0 0 0 0,0 0-4 0,0 0-4 15,0 0 1-15,0 0 1 0,0 0 4 0,-5 12-3 16,3-4 5-16,-1-4-2 0,3 1 2 0,-2 4 12 0,-3-1-13 15,2 2 1-15,-2 2 3 0,1-2-1 16,0 2 2-16,-1 0 0 0,1 0 3 0,-6 3-3 16,2 1 4-16,2 0 3 0,-2 0-5 0,-2 1 1 0,1 7 3 15,0-2-5 1,-3 3 3-16,4-1-2 0,0-1 2 0,1-3 3 16,-1 4-5-16,0-5 3 0,2 0-1 0,-2-1 5 15,3 1 0-15,0-2-6 0,-2 0 8 0,4-5-7 16,-3-2 5-16,4 1-4 0,-4 0 0 0,2-3 1 15,0 1 3-15,0-2 0 0,0-2 1 0,2 1-3 16,-2-2 2-16,-1 2-1 0,2-3-2 0,1 2 9 16,-2-1-8-16,0-1 3 0,0-1 8 0,4-2 10 0,-4 3 13 0,4-3 12 15,0 0 9-15,0 0 1 0,0 0-1 0,0 0-14 16,0 0-5-16,0 0-7 0,0 0-6 0,9-10 0 16,-5 6-5-16,1 1-3 0,0 0-3 0,3 1-3 15,0-1-2-15,1 1-9 0,3 2 4 0,-1 2-3 16,6 5 0-16,0 2-4 0,2 0 1 0,-1 8 1 15,1 2 0-15,-3 3-1 16,0 4-1-16,-2 4 3 0,-1 4 2 0,2 10-2 16,-4 1 7-16,-5 5-2 0,0-4-4 0,-3 0 1 15,-2-2 3-15,1 3-2 0,-2-14-3 0,2-2 3 16,-4-1 1-16,4-2 1 0,-2-1-2 0,-2-3 0 16,2-6-2-16,2-3 2 0,-1 1 1 0,1-5-3 15,0-1 4-15,1 0-2 0,2-5 17 0,3 4-1 16,3-5 2-16,6 0-7 0,4-1 1 0,7-3-11 0,7 0-31 0,1-3-53 15,3 0-75-15,0-6-226 0,-2 1-413 0,-3-1 182 16</inkml:trace>
  <inkml:trace contextRef="#ctx0" brushRef="#br0" timeOffset="-195240.75">23475 6538 69 0,'0'0'154'0,"-7"-1"-2"0,7 1-11 0,-6-1-1 16,6 1-15-16,-7-2-9 0,7 2-7 0,0 0-16 0,-7 0-4 0,7 0-6 15,0 0-11-15,0 0-12 0,-9 0 4 0,9 0-14 16,0 0-8-16,-12 0 2 0,12 0-4 0,-5 2-5 16,5-2-4-16,-9 1-3 0,9-1 3 0,-9 1 3 15,9-1-5-15,-5 1-2 0,5-1 4 0,0 0-4 16,-8 2 2-16,8-2 2 0,0 0 3 0,-6 1-2 16,6-1-2-16,0 0 0 15,0 0-4-15,0 0 5 0,-5 1-7 0,5-1 0 16,0 0-3-16,0 0 1 0,0 0-1 0,0 0 0 15,0 0 3-15,0 0 2 0,0 0-1 0,0 0-1 16,0 0 3-16,0 0 4 0,-6 1 0 0,6-1 1 16,0 0-2-16,0 0 4 0,0 0-5 0,0 0-1 15,0 0-2-15,0 0 1 0,0 0-8 0,0 0 5 16,0 0 5-16,0 0 2 0,0 0-1 0,0 0 5 0,25-1-4 0,-7-1 0 16,13-2-4-16,4-1 1 0,15 0-2 15,-10 2 0-15,16-4-4 0,2 2 2 0,-6-2-6 0,-1 5 1 16,-14-1-3-16,-2 1-2 0,-1-1-1 0,-3 2-4 15,-8 0 0-15,-3-1 0 0,-6 2-1 0,0-1 1 16,-3 1-2-16,-4-2-3 0,1 2-10 0,0 0-11 16,-8 0-16-16,11 0-21 0,-7 0-22 0,-4 0-26 0,0 0-24 0,1 3-31 15,-1-3-47-15,0 0-202 0,0 0-438 0,-14 3 194 16</inkml:trace>
  <inkml:trace contextRef="#ctx0" brushRef="#br0" timeOffset="-193215.7">24954 5988 144 0,'0'-6'209'0,"3"2"-6"0,-2-1 2 0,-1-2-6 16,4 2 2-16,-4 0 0 0,3 0-6 15,-3 1-14-15,0 4-18 0,1-4-12 0,-1 4-16 16,1-4-11-16,-1 4-17 0,0-7-12 0,0 7-18 0,0 0-19 0,0 0-15 16,0 0-5-16,0 0-2 0,0 14-9 0,0-2-2 15,0 0-4-15,0 5-3 0,0 8-1 0,0-1-1 16,0 3 0-16,4 1-2 0,-2-5 1 0,1 5-1 15,-2-10-6-15,3 1 7 0,-3 0-7 0,2-8 3 16,-2 2-1-16,3-1 0 0,-4 0-1 0,4 0-2 16,-1-4 5-16,1 1 0 15,-1-3-17-15,-2 0-21 0,2 0-21 0,-1-1-34 16,-2 0-26-16,2-1-36 0,-1 0-21 0,0 0-31 16,-1-4-186-16,0 0-412 0,-2 4 183 0</inkml:trace>
  <inkml:trace contextRef="#ctx0" brushRef="#br0" timeOffset="-192819.43">24769 6549 64 0,'-4'0'202'0,"0"1"-15"0,4-1-15 0,-7 3-15 15,7-3-11-15,-4 1-13 0,4-1-12 0,0 0-11 0,0 0-9 16,-8 2-9-16,8-2-5 0,0 0-6 0,0 0-1 16,0 0-3-16,0 0-3 0,-1 3-2 0,1-3 2 15,0 0 4-15,0 0 1 0,0 0-2 0,0 0-10 0,0 0-3 16,19-9-8-16,-9 5-6 0,11-1-6 0,3-2-3 15,10-3-3-15,2 3-9 0,18-6 7 0,0 4-1 16,3-2 0-16,-1 3-2 0,2-2-6 0,-18 5-3 16,0 1 0-16,-3 1 0 0,-3-1-6 0,-4 2 1 15,-8-1-3-15,-7 3-2 0,-1-2-2 0,-1 1-15 16,-5 1-18-16,-1 0-15 0,1 0-11 0,-8 0-19 0,7 1-11 0,-7-1 0 16,0 0-21-16,0 0-23 0,0 0-42 0,-15 6-54 15,3-5-124-15,0 1-370 0,2-2 165 0</inkml:trace>
  <inkml:trace contextRef="#ctx0" brushRef="#br0" timeOffset="-192086.47">24931 6692 94 0,'0'0'241'0,"-1"-3"-13"0,1 3-20 15,0 0-19-15,0 0-16 0,4-7-19 0,-4 7-19 16,6-3-10-16,2 2-15 0,-2-2-11 0,7 0-11 16,5 1-7-16,-2 2-11 0,2-3-7 0,2 3-6 15,-2 3-6-15,-1-3-2 0,1 4-9 0,-5 0-6 0,-3 0-6 0,4 1-3 16,-5 2-2-16,0 1-3 0,4 5-6 0,-8-4 0 15,-1 4-3-15,0 2 0 0,-4-1-3 0,-4 6-2 16,-1 4 5-16,-3-6-4 0,-10 4 2 0,0 2-1 16,-3 3 1-16,-4-4-3 0,0-1-6 0,-2-1 5 15,2 0 0-15,-1-3 0 0,0-2 1 0,2 0-4 16,1-2 2 0,1-7 1-16,8 3 3 0,-4-5-2 0,7 0 7 0,2-1 11 15,-1-1 18-15,5 0 19 0,-2-1 24 0,2 0 22 16,0-2 3-16,5 0-8 0,-5-5-15 0,5 5-6 15,0-9-5-15,2 1-9 0,1-1-11 0,2 0 2 16,1 1-15-16,1-2 1 0,-2 3-8 0,3-1-5 16,-1 1-1-16,1 2 3 0,1-1-12 0,-3 3-7 15,3 0-1-15,0 3-2 0,1-4 3 0,-1 1-9 0,3 5-1 16,-1-1 1-16,1 3 0 0,-2 0 0 0,4 2-7 16,3 1 3-16,-2 4 0 0,-1-1 2 0,3-2-5 0,-4 3 2 15,3 0 12-15,-2-3-2 0,3 2-7 0,-2-3 3 16,-1 2-3-16,-1-4-4 0,6-2 6 0,-9-1 0 15,7 0 4-15,-4-2 1 0,2-3-3 16,-2 2-1-16,5-6-2 0,-7 1 1 0,1-1-2 0,3-2 1 0,-5 2-2 16,4-6 4-16,-7 3 9 0,1 0-9 0,2 1-5 15,-5-1 2-15,1 2 1 0,-1 0-3 0,3 1-6 16,-7 1-28-16,4 1-27 0,-1 0-43 0,-3 1-58 16,3 0-74-16,-4 3-77 0,4-2-197 0,-4 3-550 0,0 0 244 15</inkml:trace>
  <inkml:trace contextRef="#ctx0" brushRef="#br0" timeOffset="-186905.67">25377 5932 68 0,'0'0'175'0,"0"-3"-19"16,0 3-12-16,3-2-15 0,-3 2-2 0,0 0-17 0,0 0-11 0,0 0-12 15,0 0-8-15,0 0-15 0,0 0-4 0,0 0-10 16,0 0-4-16,-7 19-18 0,2-4 11 0,-9 14 3 16,-4 19-2-16,-5 8-3 0,-14 24-1 0,-4 7-2 0,4-3 2 15,-4 2-6-15,-5-6 2 0,3 1 2 16,-4-1 4-16,6-4 18 0,0 1 10 0,15-24 7 15,-2 0-3-15,0 0 0 16,5-2-1-16,3-2 0 0,0-5 0 0,5-11-4 16,1-6-1-16,0 3-2 0,4-7-5 0,-2 1-7 15,2-7 1-15,6-4-3 0,-1-4-4 0,1 0-1 0,-1 0 2 16,4-3 9-16,-2-2 20 0,2-1-2 0,-3 1 16 16,4-1 14-16,0-3 0 0,-3 5 13 0,3-5-6 15,-2 5-8-15,2-5-1 0,-1 1-16 0,1-1-4 16,0 0-5-16,0 0-34 0,0 0-35 0,0 0-39 0,0 0-45 15,0 0-52-15,-4-11-61 0,5 7-70 0,-1-1-307 16,3 0-613-16,-2-3 272 0</inkml:trace>
  <inkml:trace contextRef="#ctx0" brushRef="#br0" timeOffset="-182009.62">26775 5970 137 0,'0'0'177'0,"1"-6"7"0,-1 6-4 0,3-4-10 0,-2-1-4 16,1-1-9-16,-2 6 1 0,1-3-4 0,1 1 1 15,-2 2-3-15,5-6-8 0,-5 0-12 0,0 6-2 0,0-3-3 16,0 3-11-16,0 0 4 0,3-2-22 0,-3 2-7 15,0 0-10-15,0 0-13 0,0-6-14 16,0 6-16-16,0 0-19 0,0 0 2 0,0 0-10 16,-1 13-5-16,1-1-1 15,-2 0 1-15,2 5-2 0,-5 1 1 0,5 9 3 16,0-1-4-16,-1-1-2 0,2 0 3 0,-1 2 1 16,0-8-3-16,5 0 0 0,-3-1 3 0,-1-2-4 15,0-1 4-15,1-3-4 0,-1 0-2 0,1-2 6 16,0-5 0-16,0 4 6 0,0-4-5 0,-2 0-9 15,2 2-18-15,-2-4-4 0,1 0-6 0,-1-3-16 16,2 6-13-16,-2-2-21 0,0-4-24 0,0 0-23 0,0 0-62 0,0 0-222 16,0 0-444-16,-8 0 196 0</inkml:trace>
  <inkml:trace contextRef="#ctx0" brushRef="#br0" timeOffset="-181523.86">26393 6549 50 0,'-9'0'139'0,"9"0"-8"0,0 0-13 16,-6 0-5-16,6 0-10 0,0 0-6 0,0 0-4 15,-7 1-7-15,7-1-10 0,0 0-9 0,0 0-9 16,0 0 1 0,0 0-2-16,-6 0 8 0,6 0-10 0,0 0-3 15,0 0 3-15,0 0 3 0,0 0-2 0,0 0-3 0,0 0 5 16,0 0 0-16,0 0-3 0,0 0 3 15,0 0-1-15,0 0-5 0,0 0 3 0,0 0 0 16,24-5-2-16,-1 2 1 0,12-2 1 0,20-3 1 16,5 0 0-16,33-1 3 0,-2-3 5 0,2 5 1 0,2-2-3 15,-1 1 0-15,-3 2 2 0,-30 2-11 0,4 2-6 0,-6-1-2 16,4 2-1-16,-7 1-2 0,-4 0-9 0,-14-1-7 16,-2 1-1-16,-1 0 1 0,-6 1-6 0,-9-1-3 15,-3 0-12-15,-4 0-6 0,-1 1-11 0,-5-1-4 16,0-1-7-16,-1 2-16 0,-6-1-10 0,0 0-24 15,0 0-25-15,0 0-24 0,0 0-36 0,-22 3-17 16,5-2-50-16,-4 0-131 0,2 0-385 0,-4 1 171 0</inkml:trace>
  <inkml:trace contextRef="#ctx0" brushRef="#br0" timeOffset="-181091.64">26504 6861 182 0,'0'-3'243'0,"0"3"-15"0,0 0-21 0,-2-5-23 15,2 5-16-15,0 0-21 0,0 0-21 16,0 0-15-16,0 0-11 16,0 0-11-16,0 0-7 0,-7 17-9 0,7-5-11 15,0 1-1-15,0 3-5 0,-1 9-5 0,1 1-4 16,-4 1-4-16,3 0-3 0,-2-1-6 0,3 2-3 15,0-3-1-15,0 0-6 0,0-6 1 0,-2 1-3 16,1-2-5-16,1 0-1 0,-2 1 4 0,0-4-3 0,3-4-5 16,-1 2 1-16,1-4-2 0,-2-1 5 15,1-1-1-15,1-2-6 0,-1 1-7 0,0-2-2 0,0-1-1 0,0-3-22 16,0 0-47-16,0 0-43 0,0 0-45 0,0 0-41 16,-5-13-143-16,4 1-370 0,-2 0 164 0</inkml:trace>
  <inkml:trace contextRef="#ctx0" brushRef="#br0" timeOffset="-180775.51">26431 6871 196 0,'0'-4'204'0,"0"4"-19"0,0 0-21 15,0 0-18-15,0 0-10 0,0 0-8 0,17 5-9 16,-7 0-7-16,4 2-9 0,4 4-8 0,-1-2-9 15,1 4-9-15,5 4-6 0,-4 2-4 0,3 0-11 0,-6 3-2 0,2-1-8 16,-5 2 6-16,1 1-10 0,-8 0 2 0,0 2-2 16,-3-2-1-16,-3-5-5 0,-1 5-3 15,-3-3-2-15,0-2 3 0,-5-2 2 0,0 3 1 0,-6-6 1 16,-3 4 0-16,3-4 0 0,-2-3 1 0,4-1 4 16,-3-1-6-16,4-2 3 0,1-1-5 0,-2 1-3 15,3-6-2-15,-2 3-4 0,2 0-1 0,5 1 0 0,1-4-2 16,-1 1-1-16,0-2 0 0,5 0-15 0,-8 2-12 0,8-2-39 15,0 0-59-15,0 0-57 0,-1-11-42 16,6 5-212-16,0-2-447 0,4-2 198 0</inkml:trace>
  <inkml:trace contextRef="#ctx0" brushRef="#br0" timeOffset="-180389.96">26675 6731 217 0,'0'0'244'0,"4"-3"-29"0,0 3-14 15,-4 0-23-15,9-4-24 0,-1 2-9 0,2 2-16 16,-1 0-14-16,2 2-13 16,1 2-10-16,0-2-10 0,0 3-5 0,0 0-14 15,0 4 1-15,-1 2-6 0,-5-2-4 0,3 4-3 16,-1-4-3-16,-5 8-3 0,1 0 3 0,-4-1-9 16,-2 3 0-16,-1-4-10 0,-3 2 2 0,0-2-4 15,-1 0-1-15,2-3-3 0,-1-2-5 0,0-1 0 16,0-1 2-16,2-2-3 0,2-3-1 0,-1 2-1 15,2-1-1-15,0-1 1 0,1-3-2 0,0 0 3 0,2 4-3 16,-2-4-15-16,15-2-20 0,-3 0-26 0,8 2-38 0,-3-3-40 16,6-4-64-16,-7 6-194 0,5-3-414 0,-2-1 184 15</inkml:trace>
  <inkml:trace contextRef="#ctx0" brushRef="#br0" timeOffset="-180073.58">27021 7146 116 0,'0'0'202'0,"0"0"-16"0,0 0-18 15,-3 3-8-15,3-3-14 0,0 0-9 0,0 0-12 16,-1 4-3-16,1-4-6 0,0 0-4 0,0 0 1 16,0 0 1-16,0 0 0 0,0 0-5 0,19-1-8 0,-12 1-12 15,6-3-8-15,1 0-8 0,4-1-1 0,4 1-11 0,6-4-10 16,4 4-3-16,0-3-4 0,1 0-6 0,-5 4-14 16,-5-2-24-16,-1 0-26 0,-3 3-26 0,-5 1-24 15,-1-3-40-15,-3-1-42 0,-2 3-225 0,-3-2-414 16,-5 3 183-16</inkml:trace>
  <inkml:trace contextRef="#ctx0" brushRef="#br0" timeOffset="-179819.72">27220 7023 153 0,'-3'-2'305'0,"3"2"-23"0,-2-4-23 0,2 4-22 0,-3-4-27 0,3 4-24 16,0 0-21-16,0 0-17 0,0 0-18 0,0 0-14 16,0 0-13-16,-1 12-9 0,1-4-12 0,-1 1-10 15,-1 3-7-15,4 5-4 0,-2 1-7 0,-2 1-3 16,2 5-6-16,0 1-3 0,-2 2-2 0,1-9-6 16,1 2-3-16,-2-2-17 0,1 0-26 0,1-1-36 15,-1 0-42-15,1-4-47 0,2-3-66 0,-2-3-213 0,2-1-448 0,0-3 198 16</inkml:trace>
  <inkml:trace contextRef="#ctx0" brushRef="#br0" timeOffset="-179302.9">27574 6957 198 0,'0'0'267'16,"0"0"-11"-16,0-4-14 0,0 4-17 0,0 0-17 15,0 0-21-15,0 0-17 0,0 0-17 0,0 0-18 16,0 0-17-16,0 0-12 0,0 0-12 0,0 0-13 0,0 0-4 15,0 0-10-15,1 14-1 0,-1-2-2 16,-1-2-6-16,-2 7-6 16,2 1-4-16,-3 0-3 0,0 8-4 0,3-6-4 15,-3-1-1-15,3 6-1 0,-2-8-7 0,-1 1-3 16,2-1 8-16,2-1-12 0,0-6-1 0,2 1-3 16,-2 1 4-16,3-5 0 0,-3 3-2 0,1-4 0 15,3-2 1-15,0 1 1 0,1 0 2 0,3-3-2 16,5-2-4-16,3 0 8 0,2-2-10 0,-1-1-1 15,2 1-1-15,-3-3-4 0,1-2 4 0,0-1-6 0,-2-1 1 0,3 0-1 16,-8 3 1-16,-1 0-5 0,1 1 2 0,-2 1 3 16,-4 1-6-16,1 2 1 0,-1-1-2 0,1-3-5 15,-5 5-3-15,0 0 15 0,9 8-12 0,-8-1 3 16,-1 4-1-16,1 0 2 0,1 3-1 0,-2 3 4 16,-2 2-2-16,1-1 5 0,2 7 2 0,-1 2-4 15,-1-8 5-15,2 0-29 16,1 3-42-16,-2-5-54 0,1 0-86 0,-1 0-324 15,4-7-570-15,-3-4 253 0</inkml:trace>
  <inkml:trace contextRef="#ctx0" brushRef="#br0" timeOffset="-177815.19">28646 6063 90 0,'2'-5'211'16,"0"2"-16"-16,-2 3-10 0,6-5-17 0,-2 3-15 16,1 0-13-16,3-1-18 0,-3 1-10 0,3 2-16 15,-1 0-6-15,2 0-14 0,1 0-5 0,3 2-11 0,1 3-6 0,-4-3-4 0,1 6-9 16,-1-1 4-16,3 5-5 0,-1 2-4 0,-3 3-5 16,0-3 0-16,-1 5-2 0,-2 5-1 0,-6 2-3 15,0-1-5-15,-5 3 3 0,0-1-7 0,-4 0 7 0,-2 1-2 16,-1-1-5-16,-1-4-1 0,4-5-1 15,-5-1-2-15,3-1 0 0,-2-1 5 0,3-3 2 16,1-2 7-16,1-3 1 16,3 1 5-16,0-1 13 0,1-5 25 0,-1 3 5 15,1-2 29-15,-1 0 27 0,3-2 24 0,2-1-1 16,0 0-20-16,-3-9-22 0,7 4-8 0,2-5 6 16,2-4-26-16,2 0-6 0,2-3-13 0,4-8-9 15,1 1 2-15,2 0-6 0,0 0-14 0,-5-1-5 16,8-1-7-16,-3 3-4 0,-2 0-2 0,-1 2-3 15,-4 4-4-15,1 2 5 0,-4 5-1 0,-3 2-6 0,1-1 0 0,0 2-5 16,-3 2 1-16,-2 1-10 0,2 0-8 0,-2-1-23 16,0 4-18-16,-2 1 1 0,0 0 8 0,4 9 1 15,-1 1 9-15,-2 2-4 0,0 5 4 0,-1 4 2 16,4 6 5-16,0-3 2 0,-2 6 0 0,6-1 9 16,2-1 2-16,3 0-1 0,-1-2-10 0,3-2-20 15,5 0-38 1,-2-4-47-16,5-3-71 0,0-4-88 0,-1-4-220 15,-2-5-550-15,-2-3 243 0</inkml:trace>
  <inkml:trace contextRef="#ctx0" brushRef="#br0" timeOffset="-177313.96">28679 6632 88 0,'-9'1'165'0,"4"2"-10"0,-1-3-14 16,2 2-15-16,4-2-10 0,-8 2-19 0,8-2-2 15,-5 3-2-15,5-3-2 0,-6 1-1 0,6-1 4 16,0 0-4-16,0 0 3 0,-3 2 0 0,3-2-6 15,0 0 1-15,0 0-4 0,0 0-4 0,0 0-3 16,-8 2-8-16,8-2 2 0,0 0-7 0,0 0-5 16,0 0-2-16,0 0-5 0,0 0-4 0,0 0-3 0,0 0-8 0,0 0 10 15,0 0-11-15,0 0-6 0,0 0 2 0,0 0-5 16,0 0 0-16,0 0-2 0,0 0-1 0,0 0 1 16,-5 1 5-16,5-1 1 0,0 0 7 0,0 0 4 15,0 0 9-15,0 0 1 0,0 0 4 0,0 0 5 16,27-5-3-16,-10 1-7 0,11-2-3 0,6 0-8 15,21-1 3-15,0 0 5 0,5 0 7 0,0-2 6 0,31-4 4 0,-28 6 4 16,-1 2-9-16,0 2-8 0,-5-3-6 0,-5 3-4 16,-14 0-10-16,-4-1 1 0,-2 3-7 0,-9-1 1 15,-5 1-2-15,-3 0-8 0,-2 1-21 0,-4 0-9 16,-3 0 0-16,0-3-6 0,-6 3-17 0,9-1 8 16,-9 1-28-16,0 0-28 0,0 0-21 0,0 0-32 15,-21 4-16 1,8-4-27-16,0 2-32 0,-2-2-18 0,2 4-239 0,-4-4-506 15,2 1 224-15</inkml:trace>
  <inkml:trace contextRef="#ctx0" brushRef="#br0" timeOffset="-176797.11">28997 6735 160 0,'0'0'222'0,"0"0"-16"15,0 0-10-15,0 0-14 0,0 0-15 0,0 0-6 16,0 0-21-16,0 0-5 0,0 0-12 0,25 2-13 15,-18-2-9-15,6 0-11 0,-3 1-5 0,2-1-12 16,-1 1-8-16,1 0-8 0,-1 4-4 0,-2-1-6 16,1 1-9-16,-3-2 0 0,2 2-7 0,-3 3-2 0,-2 0-1 15,0 2 0-15,-3 2-3 0,-2 3-3 0,-2 4 3 0,-4-1-4 16,-5 3 1-16,-2 1-1 0,-5 0-6 0,2 1 0 16,-1-2 0-16,-5 0 6 0,2-3 8 0,0 0 9 15,2-3 4-15,2-5 2 0,2 0 4 0,5-1-3 16,0-1 0-16,0-4 4 0,2 3 6 0,3-4 18 15,1-1 19-15,0 1 14 0,0-1 14 0,4-2-13 0,0 0-2 16,0 0-20-16,0 0-22 0,37-10 5 0,-10 1-5 16,2 2-2-16,-2-2-12 0,6 3-8 0,3-4 1 15,3 3 3-15,-1-1-17 0,14 0 5 0,-18 4-12 16,0 1 10-16,-2 2-12 0,-3-2-7 0,-8 3 0 0,-2 2 6 16,-6-4-7-16,-2 2-7 0,1 2-9 15,-5-4-24-15,1 2-26 16,-8 0-27-16,10-1-19 0,-5 1-24 0,-5 0-28 15,0 0-39-15,0 0-65 0,0 0-322 0,0 0-627 16,0 0 277-16</inkml:trace>
  <inkml:trace contextRef="#ctx0" brushRef="#br0" timeOffset="-175647.29">30182 6177 35 0,'0'0'212'0,"-5"-2"-9"0,5 2-13 15,0 0-23-15,-7 0-12 0,7 0-19 0,0 0-15 16,0 0-9-16,-6-1-18 0,6 1-2 0,0 0-13 15,0 0-9-15,0 0-5 0,0 0-8 0,0 0-2 0,0 0-4 16,0 0-10-16,0 0 2 0,0 0-5 0,0 0-4 16,19 0-1-16,-7-3-3 0,-2 2-4 15,1-2 0-15,3 2-6 16,-1-3 0-16,1 2-7 0,3 1 0 0,1-4 2 0,-3 1-3 16,-3 1-1-16,-1-1 0 0,-2 1 5 15,2-1-6-15,-3 1 8 0,0 1 4 0,-2-1 2 16,-2 0 9-16,0 3 1 0,1-2 6 0,-5 2-6 15,4-3-3-15,-4 3-4 0,0 0 0 0,0 0-10 16,-19 0 0-16,7 5-1 0,-7-2-5 0,-7 2 1 16,-2 5 1-16,1 0-3 0,1 3-2 0,-4-1-3 0,-2 3-4 0,4 1-1 15,0 2 4-15,1 1 18 0,1 4-5 0,0 0-3 16,2 1 0-16,1 1-1 0,6-1-3 0,3 2 0 16,1-3 2-16,8-5-1 0,5 0 1 0,3-1 1 15,4 0 3-15,5-2 1 0,8-1-1 0,10 0 1 16,3-3-2-16,19 0-1 0,3-4 0 0,5 0-4 15,2-6 1-15,0-1-2 16,-4-3-3-16,2 0-7 0,-5-4-6 0,-2-1-6 16,-17 2-2-16,0-2 0 0,-5-4-2 0,-3 2 7 15,-3-1-1-15,-6 3 2 0,-5 2 11 0,-4-2 8 16,0 0 15-16,-3 1 5 0,-5 0-2 0,0 3-2 16,-2-1-4-16,-4 0-3 0,-1 0-2 0,-5 3-4 15,-3 1-2-15,0 1 2 0,-10 2-3 0,-3 2-5 16,-4 3-2-16,10-1 5 0,-1 4-5 0,-3 2-2 0,5-1 4 0,0-2-5 15,3 3 1-15,3 0 4 0,2-2-3 0,5-1 1 16,-1 1 0-16,3-1 1 0,4-1 3 0,2-2 3 16,2-1 3-16,5 1 1 0,3-1-1 15,6-1 2-15,1-3-4 0,4-1 3 0,-2-1-2 0,1-1-1 16,-3-1-5-16,0-2 4 0,-3-2-2 0,0 1-1 16,-2-3-1-16,1-1-1 0,-5 1-5 0,-1 0-3 0,-1-1-14 15,-3-2-8-15,0 2-9 0,0-2-13 0,-5 3-10 16,2-1-13-16,-4 0-18 0,-3 1-19 0,0 2-16 0,-3 1-15 15,3 1-20-15,-4-2-18 0,-3 1-14 16,3 3-161-16,-3-3-379 0,3 2 167 0</inkml:trace>
  <inkml:trace contextRef="#ctx0" brushRef="#br0" timeOffset="-175246.32">31042 6231 171 0,'-8'-4'228'0,"7"1"-23"0,1 3-19 15,0 0-23-15,-9 0-15 0,9 0-18 0,-12 1-12 16,6 1-10-16,-2 0-16 0,2 3-7 15,-6 3-3-15,2-4-11 0,1 3-10 16,0 1-5-16,-5 2-6 0,3 0-3 16,2-1-7-16,-3 4-2 0,6-4-6 0,-2 5-4 15,2-4 2-15,2 4-5 0,2-1-2 0,2 6-5 16,2-9 6-16,1 6-3 0,3-6-2 0,0 3 0 16,5-1 3-16,3 2 0 0,-3-4-2 0,2 1-1 0,2-1-2 15,-4-3-17-15,1 1 0 0,-3-3-3 16,0 2 2-16,-4-2 2 0,3-1 0 0,-4 1-2 0,-2 0 0 0,1-2 0 15,-3 2 3-15,-3-1-2 0,-2 1 2 0,0-1-2 16,-8 2 1-16,3-2-12 0,-8 2-9 0,2 1-19 16,-2-3-29-16,1 2-22 0,2-5-42 0,2 2-54 15,-1-2-126-15,2-1-338 0,1 0 149 0</inkml:trace>
  <inkml:trace contextRef="#ctx0" brushRef="#br0" timeOffset="-174760.69">31202 6266 196 0,'0'0'194'0,"3"0"-24"0,-3 0-18 16,0 0-16-16,9 0-13 0,-9 0-10 0,10 5-13 16,-3-1-11-16,-1-1-11 0,2 1-6 0,-3 1-9 15,8 0-6-15,-5 2-7 0,-1 1-7 0,3 1 10 16,-2-1-11-16,-1 2 1 0,-2 1 1 0,0 1 2 15,-2 3-4 1,0-3-7-16,-3 1-8 0,0 4 7 0,-3-1-2 0,-4 1 0 16,2-2-3-16,-5 1-2 0,-3-3 5 0,1 1-4 15,-1 1 2-15,-2-3 3 0,-2-3-2 0,2 0 7 16,1 0 1-16,-4-3 4 0,7 0 2 16,-1 0-3-16,3-1 3 0,0-2-5 0,1 0 2 15,2-1 0-15,3 1 6 0,-1-1 14 0,4-2 2 0,-7 3 4 16,5-2 2-16,2-1 4 0,0 0-9 0,0 0-5 0,18-1-6 15,-2 0-7-15,6-1-5 0,6-1-20 0,5-2-28 16,3 1-33-16,-3-1-57 0,-1-1-76 0,5-2-77 16,-5 2-212-16,-4-2-500 0,4-1 221 0</inkml:trace>
  <inkml:trace contextRef="#ctx0" brushRef="#br0" timeOffset="-174174.78">31596 6229 109 0,'4'-2'248'16,"-1"-3"-25"-16,3 3-18 0,-1 2-18 0,4-3-25 16,0 2-11-16,0-2-16 0,5 5-15 0,-5-2-11 0,5 2-14 0,-4 1-9 15,-1-1-13-15,3 5-5 0,-3-2-4 16,-1 3-7-16,-1-3-4 0,1 6-4 0,-4-1-5 16,-3 0-4-16,1 3-5 0,-2-2-6 0,-1 2 2 0,0 3-2 15,-3 1 1-15,-7-2-4 0,3 1-2 0,-1 0-1 16,-4 0 2-16,2-2-4 0,-2-1-4 0,0-3 8 15,5-1 0 1,-1 1 0-16,-1-3 2 0,1 0 1 0,4-2 0 16,-1-1-4-16,2 0 1 0,0-2 12 0,0 1 24 15,2 1 16-15,-1-3 19 0,3-1 16 0,0 0 18 16,0 0 5-16,0 0-18 0,0 0-13 0,0 0-9 16,9-11-5-16,-4 2-14 0,4 1 0 0,4-4-11 15,1-3-11-15,0-1-5 0,5-3-7 0,-7 2-9 0,8-3 3 16,-9 5-11-16,1 1 6 0,0-1-5 0,-2 3-7 0,-4 2-2 15,2 1 1-15,-4 2 2 0,0 2-5 0,0-2-9 16,-2 4-6-16,1 0-6 0,-1 1-13 0,-2 2-22 16,3-7-20-16,-3 7 0 0,0 0 3 0,0 0 4 15,0 0 8-15,-7 15 5 0,2-3 3 0,1 0 1 16,-1 5 6-16,1 0 4 0,2-1 3 0,-2 1-1 16,5 1 6-16,4 1 5 15,-1-2-2-15,5 0 1 0,3-1 6 0,8 1-30 16,7-1-49-16,-1-5-75 0,11-1-106 0,-4-8-271 15,3-2-584-15,1-2 259 0</inkml:trace>
  <inkml:trace contextRef="#ctx0" brushRef="#br0" timeOffset="-173372.81">32228 5797 98 0,'0'0'174'0,"0"0"-30"0,-2-3-9 0,2 3-16 0,0 0-13 15,0 0-13-15,-1-3-11 0,1 3-11 0,0 0-5 16,0 0-11-16,0 0 4 0,-9 8-15 0,8-3-4 16,-2 4-3-16,0 1 1 0,-1 0 3 0,0 5-5 15,-1 3-2-15,2 0-3 0,-1 1-3 0,3 7 6 0,2 3-2 16,1-2-6-16,3 2 1 0,1-2-1 0,3-1 1 16,4 1 1-1,1-3 6-15,2 0-2 0,-1-5 2 0,4-1 1 16,1-1-4-16,-3-4-3 0,-2-2-2 0,4-4 2 15,0 0-2-15,-6-2-2 0,5 2-1 0,-6-7 8 16,-2 3 11-16,3-3 10 0,-6 0 7 0,-2-3 3 16,3 0 2-16,-4-3 0 0,2-2-4 0,-3 0 1 15,-1-1-1-15,0 0 5 0,0-3 6 0,-4 3 1 16,2-2-14-16,-2 2-3 0,-1 4-10 0,1-2 0 0,-7 0-11 0,4 1-1 16,0 1-7-16,-3 0-1 0,-1 0-5 0,-3 1-2 15,1 0-8-15,0 4-4 0,-3 0-3 0,-4 2-1 16,7 2 1-16,-2 1-3 0,-1 0 2 0,2 5-5 15,-6 2 1-15,4 1 2 0,2 3 5 0,1 1-7 16,-8 5 4-16,6 2-3 0,2 3 0 0,-2 1-1 16,4 1-1-16,1 1 0 15,-2 1 1-15,6-2 0 0,2 5 0 0,1-3 3 16,2-1-1-16,-1 1-3 0,2 2 4 0,4 0-3 16,-3 0 3-16,5-1 1 0,-3-2 4 15,2 2 1-15,-2-3 0 0,2 5 7 0,-2-2-5 0,2 1-4 16,-5-3 6-16,-4 2-2 0,-2-1 1 0,-1-1-3 15,-5-2 1-15,-2 1 0 0,-4-3-6 0,-2 2 9 16,-3-2-16-16,-8-2-10 0,-14 4-17 0,0-2-24 0,-2-5-45 16,-4-4-66-16,10-2-84 0,-20-6-195 0,2-4-482 15,1-3 214-15</inkml:trace>
  <inkml:trace contextRef="#ctx0" brushRef="#br0" timeOffset="-171799.97">28467 5806 67 0,'0'0'127'0,"0"0"-4"16,0 0-13-16,0 0 1 0,0 0-9 0,3-3-11 15,-3 3-6-15,0 0-1 0,0 0-12 0,0 0 1 16,0 0-1-16,0 0-8 0,0 0-4 0,0 0-2 15,0 0-9-15,0 0-1 0,0 0-14 0,0 0 8 16,0 0-2-16,0 0 2 0,0 0-3 0,0 0-2 0,0 0 3 16,0 0 1-16,0 0 3 0,0 0-5 0,0 0 0 0,0 0-2 15,0 0 0-15,0 0 3 0,0 0 6 0,0 0-3 16,0 0-1-16,0 0-4 0,0 0-3 0,0 0-2 16,0 0-2-16,0 0 3 0,0 0-6 15,0 0-1-15,0 0 0 0,0 0 2 0,0 0-6 16,0 0 1-16,0 0 0 0,0 0 1 15,0 0 2-15,0 0 1 0,0 0-1 16,0 0-3-16,0 0-2 0,0 0-2 0,0 0 2 16,0 0-3-16,0 0-1 0,0 0 0 0,0 0-2 15,0 0 0-15,0 0-1 0,0 0-1 0,0 0 3 16,0 0 5-16,0 0-3 0,0 0 3 0,0 0 2 0,0 0 2 16,0 0 2-16,0 0 3 0,0 0-3 15,0 0 4-15,0 0-5 0,0 0-2 0,0 0-2 0,0 0-3 0,0 0-3 16,0 0 1-16,0 0-6 0,0 0 0 0,0 0-3 15,0 0-3-15,0 0-3 0,0 0-14 0,0 0-20 16,0 0-8-16,0 0 2 0,0 10 2 0,-2-4 2 16,1 5 5-16,0 4 1 0,-3 5 5 0,-2 6 2 15,-1 4 0-15,1 5 2 0,-2 11 6 0,-5 2 0 16,-1-1 4-16,-1 4 3 0,0-1 1 0,-1-2-1 0,2-1 2 0,0-2-2 16,1-11 10-16,2 2-6 0,-3-3-1 0,2-4 4 15,2 0-1-15,-1-6-5 0,3 0 3 0,-3-5 2 16,3-3 0-16,-1-1 0 0,1-4 1 0,-1-1-2 15,4-1 3-15,0-3-1 0,1 0 1 0,0-1 6 16,0 1 1-16,4-2-1 0,-6 0 6 0,6-3-11 16,0 0-2-16,0 0-5 15,0 0-1-15,0-11 2 0,5 5-1 0,-4 0-6 16,7-1 1-16,0 0-3 0,-2 2 0 16,7-2-1-16,-4 2-2 0,1 0 5 0,4 1 0 15,0 1 1-15,3-2-3 0,0 5 0 0,2 0 3 0,-6 5 0 16,6 0-5-16,-3 2 3 0,0 5 4 0,5 6-5 15,-4 3 5-15,-2 5-2 0,-2 0 0 0,-2 6 2 16,-2 14 1-16,-7 4 4 0,-5 1-2 0,-5 4-2 0,-2 0 5 16,-1 1 1-16,-1 0 1 0,-2-1 8 0,0-5 3 0,0-4 6 15,1-1 4-15,-1-12 5 0,5-3 5 16,0 0-2-16,-1-2 1 0,6-3 5 0,-1-7-1 16,4-1 2-16,3 0 3 0,4-5 5 0,8 1-1 15,4-2-7-15,11 0-2 0,8-6-16 0,15 0-35 16,7-5-47-16,1 0-71 15,34-9-82-15,-31 2-241 0,27-3-493 0,-27-3 219 16</inkml:trace>
  <inkml:trace contextRef="#ctx0" brushRef="#br0" timeOffset="-163254.9">2141 9772 162 0,'0'0'170'0,"0"0"-4"15,0 0-3-15,-5-3-7 0,5 3-6 16,0 0-7-16,0 0-6 16,0 0-4-16,0 0-4 0,0 0-5 0,0 0-3 15,0 0-7-15,0 0-5 0,0 0-6 0,0 0-4 16,0 0-3-16,0 0-5 0,0 0-2 0,0 0 1 16,0 0-3-16,0 0-4 0,0 0-5 0,0 0-2 15,0 0-3-15,0 0-9 0,0 0-7 0,0 0-5 16,9-7-3-16,0 6-7 0,4-3-5 0,5 1-3 15,10-1-2-15,1-2-8 0,2 2-15 16,5-1-29-16,-2-2-25 0,2 5-31 0,-4-1-40 0,-3 1-47 16,1-3-45-16,-9 3-245 0,0-1-490 0,-6 1 217 15</inkml:trace>
  <inkml:trace contextRef="#ctx0" brushRef="#br0" timeOffset="-162945.84">2219 9914 54 0,'-4'5'241'0,"4"-5"-16"0,0 0-11 16,-4 2-14-16,4-2-14 0,0 0-13 0,-1 1-14 15,1-1-14-15,0 0-14 0,0 0-12 0,0 0-12 0,14 0-11 0,-2 0-9 16,2-3-9-16,5 1-7 0,1-1-6 0,10-1-26 16,-2 1-30-16,0 0-40 0,-5 2-54 0,0-4-59 15,-5 2-213-15,2 1-386 0,-1-3 170 0</inkml:trace>
  <inkml:trace contextRef="#ctx0" brushRef="#br0" timeOffset="-162290.78">2430 9578 214 0,'-4'-4'262'0,"4"4"-10"0,-1-2-26 15,1 2-20-15,0 0-23 16,0 0-19-16,0 0-18 0,0 0-20 0,0 0-13 15,0 0-9-15,0 0-14 0,0 0-8 0,0 0-11 16,11 13-7-16,-2-8-6 0,-1 4-4 0,1-3-8 16,4 4 1-16,-1-1-8 0,3 4-5 0,1-2 0 15,3-1-3-15,-5 0-4 0,4 2 0 0,-1-3-7 16,2-1 2-16,-2 2-5 0,0-2 3 0,-5-2-5 16,2-1 1-16,-4 0 1 0,3-1-3 0,-4-2 0 0,-3 1-4 15,1 0 1-15,-3-3 1 0,2 1-1 0,-1 2 1 0,-2 0 8 16,-3-3 9-16,6 2 11 0,-6-2 4 0,3 2 6 15,-3-2 2-15,0 0-3 0,0 0 1 0,6 0-5 16,-6 0-4-16,0 0-8 0,5 1 0 16,-5-1-12-16,0 0-11 0,0 0-11 0,0 0-4 15,-4 7 4-15,3 0-5 0,-7 1 0 0,1 6 1 0,-5 1-2 0,1 2 2 16,-6 9 2-16,-5 3 2 0,-2 14 0 0,-4-2-2 16,4-2 3-16,2 3-3 0,1-13 3 0,2 3 0 15,4-1-3-15,-3-2-2 0,5-4 5 0,1 0-1 16,1-3-1-16,4-7-4 0,-3 1 3 0,4-5 3 0,0-1-4 15,5-4 3-15,-2 0 7 0,-2-1 13 16,5-3 15-16,-1 2 16 16,-1-1 20-16,2-3 21 0,-2 5 20 0,2-5 9 15,-2 3 7-15,2-3 14 0,0 0-13 0,0 0 3 16,0 0-7-16,-3 4-7 0,3-4-10 0,0 0-9 16,0 0-9-16,0 0-10 0,0 0-9 0,0 0-9 15,0 0-6-15,0 0-25 0,0 0-49 0,0 0-12 16,5-12-44-16,-5 12-49 0,1-7-55 0,0 4-48 15,1-1-56-15,2-3-55 0,-3 3-319 0,1 0-711 0,1-2 315 0</inkml:trace>
  <inkml:trace contextRef="#ctx0" brushRef="#br0" timeOffset="-159706.1">4352 9354 25 0,'0'0'112'0,"0"0"-12"0,0 0 0 0,0 0-12 15,-4-1-1-15,4 1 6 0,0 0-3 0,0 0-2 16,0 0 1-16,0 0-1 0,0 0 2 0,-1-6-2 0,1 6-2 16,0 0 7-16,0 0-9 0,0 0-3 0,1-5-7 15,-1 5-3-15,3-4-12 0,-3 4 0 16,6-4-6-16,-5 2-6 0,3-3-6 0,0 3-5 15,1-1-5-15,1 0-1 0,4-1-3 0,1-1 0 0,-1 0-6 16,3 3-2-16,0-2 2 0,3 2-8 0,2-1-2 16,-3-1-2-16,2 2 2 0,2 1-6 15,-6 2-1-15,1-1 1 0,-2 2-14 0,0 2-4 16,-2 0-1-16,1 0-5 0,-2 1-5 0,-2 2-4 0,0 1 5 16,-2 4-2-16,-3 2 2 0,0 2 4 0,-6 2 4 0,-3 1 3 0,-3 6 3 0,-5 1 3 15,-1-2-5-15,-4 3-1 0,1-3 5 0,-3 1 1 16,-5-1 4-16,2-1-4 0,-1-3 5 0,1-2 1 15,-2 1-1-15,4 0 11 0,-4-6 1 0,8-2-2 16,2-1 4-16,2-3 1 0,3 0-1 0,2-2-1 16,1-1 11-16,4 1 7 0,-1-2 16 0,1-3 24 15,1 3 25-15,0-2 22 16,4-1-2-16,0 0-16 0,-6-4-5 0,6-1-11 16,1 1-7-16,0-4-10 0,3-1-9 0,1-1-2 15,0 0-5-15,2-1-6 0,-2 3-2 0,1 0-7 16,-2-1-3-16,1 4-1 0,0-2 2 0,-4 2-11 15,3 1-4-15,0 1-1 0,-4 3-6 0,4-3-5 16,1 1 24-16,-5 2-4 0,9 0-9 0,-4 4 2 16,3-1-8-16,-2 2 2 0,2 4-5 0,2-1 4 0,-1 1-2 0,3 2-2 15,-1 0-2-15,-2-1 0 0,3 2 0 0,-1 3 0 16,2-4 4-16,-4-1-2 0,1-2-2 0,-2 3 3 16,1-5-1-16,1 0-2 0,-3 2 0 0,1-3-1 15,-1-1 1-15,4-3 3 0,-1 1 1 0,3-4-2 16,-3-2 3-16,3 1-2 0,5-2 0 0,-4-3 1 15,4 1-3 1,-4-5 9-16,2 2-1 0,0-1 2 0,-2-1-3 16,-3 2 5-16,1 1 2 0,-3 1-2 0,-1 1 3 0,-1 4-9 15,-1-2 1-15,0 0 0 0,0 3-9 16,-2-1-5-16,-3 1-6 0,3 0-34 0,-4 2-27 16,5-1-7-16,-5 1-21 0,5 5-29 0,-4 3-61 15,2-3-78-15,-3 2-232 0,-3 0-537 0,2-2 237 16</inkml:trace>
  <inkml:trace contextRef="#ctx0" brushRef="#br0" timeOffset="-157293.25">5926 9236 88 0,'0'0'157'0,"1"-4"-3"0,-1 4 1 0,0-4 0 15,0 4 7-15,3-5-5 0,-3 5 0 0,0-5-1 16,0 5-5-16,1-3-3 0,-1 3-1 0,0-5-5 0,0 5-7 0,0 0-9 16,0-6-7-16,0 6-9 0,0 0-9 0,0 0-9 15,0 0-12-15,0-3-3 0,0 3-17 16,0 0-8-16,0 0-18 0,0 0-13 0,0 0-4 15,0 0-5-15,-1 17 4 0,1-4-6 0,0-1-2 0,0 6-3 16,0 7-2-16,0-1 0 0,0 2 0 0,0-6 2 16,1 4-2-1,-1-5-2-15,0 0 0 0,0-2 2 0,0 1 0 16,2 0-4-16,-1-5 6 0,1-1-7 0,-1-2 6 16,1-1-1-16,-2 1 0 0,1-3-2 0,0-1 3 0,-1 0 1 15,2-1-2-15,-1-2 5 0,-1 1-4 16,0 0-7-16,0-4-11 0,1 4-17 0,-1-2-23 15,0-2-24-15,0 0-38 0,-1 6-32 0,1-6-32 16,0 0-227-16,-4 4-442 0,4-4 196 0</inkml:trace>
  <inkml:trace contextRef="#ctx0" brushRef="#br0" timeOffset="-156761.1">5525 9783 83 0,'0'0'123'0,"0"0"-4"16,-7 1-10-16,7-1-5 0,0 0-15 0,0 0-3 16,0 0-10-16,0 0-4 0,-7-1-10 0,7 1-14 15,0 0-1-15,0 0 6 0,0 0-19 0,0 0-5 16,0 0 5-16,-8 1-9 0,8-1 6 0,0 0-5 0,0 0 1 16,-4 2-6-16,4-2 1 0,0 0-3 0,-2 3 0 15,2-3 8-15,0 0-9 0,0 0-1 0,0 0-3 16,0 0 0-16,-3 2 3 0,3-2 2 0,0 0 8 15,0 0 10-15,0 0 11 0,0 0 5 0,12 5 6 0,-1-6 1 16,6 1-2-16,11-3-1 0,4 2-3 16,22-4-1-16,3 0 6 15,8-4-2-15,30-3 0 0,-2 0 13 0,2 4-1 16,-6-4 1-16,-21 5 0 0,25-3 2 0,-34 4-10 16,2 0-1-16,-1-1-6 0,-6 0-2 0,-13 3-2 15,-3 0-4-15,-5-1-4 0,-2 3-7 0,-3-1-2 16,-9 1-6-16,-2-2-1 0,-3 4 0 0,-4-2-8 15,-3 1 3-15,-1 1-5 0,0 0-4 0,-1-2-16 16,-5 2-15-16,0 0-29 0,8 2-11 0,-8-2-25 0,0 0-39 0,-14 7-46 16,3-4-72-16,-1 1-155 0,-7 0-429 0,2 2 190 15</inkml:trace>
  <inkml:trace contextRef="#ctx0" brushRef="#br0" timeOffset="-156244.18">5654 10228 179 0,'-4'-2'241'0,"4"2"-8"0,-1-4-6 0,1 4-18 15,-4-3-15-15,4 3-20 0,0 0-17 0,-4-3-23 16,4 3-11-16,0 0-15 0,0 0-17 0,0 0-6 16,0 0-11-16,0 0-9 15,0 15-6-15,3-5-11 0,-6 3-4 0,6 4-6 16,-3 2-2-16,0 9-4 0,-3-3-4 0,3 4-1 16,0-3-6-16,-4 3-1 0,4-2-1 0,-1-3-2 15,0 3 3-15,2-8-6 0,-1 1 2 0,0-2-1 16,0-1-4-16,1 1 1 0,2-3 1 0,-3-4-2 15,-3 0 1-15,2-5-1 0,1 2-4 0,0-1 3 16,0-2-11-16,0-1-12 0,0 0-11 0,0 0-6 0,0-4-12 0,-1 4-29 16,1-4-49-16,0 0-44 0,0 0-55 0,-13-7-140 15,9 3-388-15,-1-1 172 0</inkml:trace>
  <inkml:trace contextRef="#ctx0" brushRef="#br0" timeOffset="-155890.01">5568 10287 113 0,'0'0'178'0,"0"0"-12"0,0 0-22 16,0 0-22-16,0 0 2 0,18 5-3 15,-10 0-11-15,3 0-3 0,6 4-2 0,1 3-7 0,5 4-5 0,-1 0-3 0,1 1 0 16,-2 2 0-16,-3 0-9 0,0 1-7 15,-2 0-5-15,0 2-4 0,-7-4-5 0,1 6-6 16,-5-6 0-16,-1 0-4 0,-3 2-5 0,-1-5 0 16,-1 4 2-16,-3 0 0 0,-5-2 2 0,0 0 2 0,0 2 0 15,-6 1 4-15,1-5-2 0,2-2-3 16,-3-2-2-16,2 1 6 16,-2 0-15-16,5-4-2 0,-4 1-3 0,4-1-4 15,-2-2-2-15,2 0 6 0,4-1-17 0,-1-1 2 16,2-2 2-16,1 2-10 0,-1-3-8 0,0 2-6 15,5-3-1-15,-4 3-15 0,4-3-32 0,0 0-34 16,0 0-41-16,0-11-36 0,3 5-40 0,-2-1-211 16,0-3-446-16,3-1 197 0</inkml:trace>
  <inkml:trace contextRef="#ctx0" brushRef="#br0" timeOffset="-155357.38">5812 10048 270 0,'0'0'261'16,"0"0"-13"-16,0 0-21 0,0 0-20 0,0 0-21 15,4-5-17-15,-4 5-17 0,0 0-17 0,1-3-15 0,-1 3-12 16,0 0-13-16,12 3-12 0,-12-3-7 0,10 1-13 0,-1 2-5 15,0 2-6-15,0-1-6 0,1 1-6 0,-1 3-1 16,0-3 0-16,-1 3-6 0,1 1-1 0,-3 1-3 16,-1 1-5-16,-1 0-4 0,0 5 2 15,-3-4-3-15,-2 6 0 0,-2-2-3 0,-2 1-1 16,0 0-1-16,-1-3 0 16,1-2-6-16,-2-1 4 0,2 1-1 0,0-3-3 15,1-1 1-15,-1-3-4 0,4 1 4 0,-2-2-1 16,0 1 0-16,0-1 3 0,2-2 16 0,-2 1 24 15,3-3 4-15,-1 4 7 0,1-4-3 0,0 0-2 0,11 1-1 16,-11-1-7-16,19-3-2 0,-1-2-14 0,2 0 4 16,0 0-4-16,2 1-1 0,-1 0-20 15,5-2-27-15,-3 2-39 0,4-1-48 0,-7 2-50 0,1-1-58 0,-1 1-65 16,-2-2-196-16,-7 3-510 0,2 1 227 0</inkml:trace>
  <inkml:trace contextRef="#ctx0" brushRef="#br0" timeOffset="-154956.62">6257 10481 101 0,'0'0'177'0,"-5"2"-13"0,5-2-6 0,0 0-15 16,0 0-18-16,-4 2-5 0,4-2-12 0,0 0-5 16,0 0-5-16,0 0 0 0,0 0-8 0,0 4 4 15,0-4 10-15,0 0 6 0,0 0-1 0,9 4 5 0,-1-4-7 0,-1 0-4 16,6 0-9-16,0 0-8 0,10-3-9 0,5 2-4 15,3-2-9-15,-2 1-5 0,4-4-6 16,-2 2 2-16,1-1-13 0,-1 3-5 0,-11-1-5 0,-1 0 1 16,0-1-4-16,-6 3-3 0,-1-1-6 0,-2 0-19 15,-3 1-21-15,-1 0-19 0,-6 1-29 0,6-1-47 16,-6 1-40 0,0 0-29-16,0 0-55 0,-18-2-126 0,7 1-395 15,-4 1 175-15</inkml:trace>
  <inkml:trace contextRef="#ctx0" brushRef="#br0" timeOffset="-154687.04">6442 10381 266 0,'0'-7'323'16,"0"7"-12"-16,0 0-18 0,3-5-17 0,-3 5-33 15,1-4-20-15,-1 4-23 0,0 0-22 0,0 0-25 16,0 0-19-16,0 0-20 16,0 0-10-16,0 0-10 0,0 0-13 0,2 16-8 15,0-6-7-15,-4 3-10 0,2 3 0 0,0 1-11 16,0 2 1-16,-2 1-10 0,1-3 9 0,-2 4-14 16,2-2 1-16,1-1-6 0,-2 5 2 0,0-7 8 15,1 4-10-15,1-4-20 0,0-6-24 0,0 2-32 16,-1 0-34-16,-1-5-43 0,1-2-56 0,2 2-59 15,-2-4-242-15,1-3-522 0,3 3 231 0</inkml:trace>
  <inkml:trace contextRef="#ctx0" brushRef="#br0" timeOffset="-154092">6832 10270 124 0,'0'0'250'0,"0"0"-15"0,0 0-6 0,0 0-24 15,0 0-21-15,0 0-20 0,0 0-21 0,0 0-17 0,3-2-16 16,-3 2-10-16,0 0-7 0,0 0-13 0,-2 11-9 16,2-5-4-16,-1 3-4 0,0 3-2 0,0 0-6 15,-2 4-6-15,-1 1-2 0,1 1 2 0,0 2-6 0,-2-4-9 16,0 2-3-16,1 1-3 0,0 0-1 0,1-2-6 16,1-2 0-16,-1-3 0 0,2 1-5 0,0-2-1 15,-1 2 2-15,2-5-3 0,-1 0-1 0,1-2-1 16,0 2 5-16,1-1-1 0,1-4-2 0,-1 3-2 15,1 0 5-15,2-3-1 0,1 1 2 0,1-1-4 0,0-1-2 16,5-1-10 0,0-2-18-16,0 0-19 0,-1-3-15 0,3 0-19 15,1 1-5-15,-4-3-16 0,2-2-10 0,-1 3 5 16,1-3-1-16,-2 1 10 0,-1-2 4 0,-1 2 7 16,-3-1 17-16,0 1 11 0,0 2 15 0,0 0 19 15,-2 0 20-15,-2-2 18 0,3 5 15 0,-3-2 9 16,0 0 9-16,2 0 7 0,-3 4 4 0,1-4 0 15,-1 4-4-15,2-4-4 0,-2 4-9 0,0 0-11 0,0 0-1 0,0 0-8 16,0 0-7-16,0 0 0 0,-6 13 0 0,4-4-1 16,-2 6 2-16,0-1 6 0,-1 6 1 0,0 4 1 15,0 5-4-15,1 2 1 0,0 1-1 0,3 2 10 16,-3-1-32-16,0 0-71 0,2-2-107 0,-2-6-288 16,-4-8-494-16,3-6 219 0</inkml:trace>
  <inkml:trace contextRef="#ctx0" brushRef="#br0" timeOffset="-151062.63">7816 9290 50 0,'0'0'182'0,"4"-5"1"0,-4 5-16 16,1-4-10-16,-1-1 2 0,4 3-14 0,-2-2-9 0,1 2-11 0,1-1-7 15,-4 3-12-15,5-5-9 0,2 2-12 0,-1 2-8 16,-1-2-19-16,1 2-6 0,-1 0-5 0,-5 1-2 15,16 1-2-15,-9 1-9 0,2 3-2 0,1 1-2 16,-1 0-6-16,-1 5-3 0,-1-1-2 0,3 6-4 16,-3 0 1-16,-3 1-1 0,0 1-4 0,0 1 3 15,-4 5-4-15,0 0 0 16,-3 2 2-16,0-7-5 0,-3 4-1 0,1-4 1 16,-2-1 0-16,-1 0-1 0,0-2 0 0,1 1-1 15,0-4-4-15,0-1 8 0,0-2-3 0,2-3 0 16,0 2 3-16,1-5 4 0,-1 2 5 0,4-1 8 15,-2-3 11-15,1 1 17 0,2-3 20 0,-3 3 15 16,2 0 17-16,1-3 15 0,0 0-11 0,0 0-16 16,0 0-5-16,4-11-9 0,0 4-7 0,2-2-12 0,-1-2-4 0,3-6-4 15,-2 1-9-15,2 1-4 0,3-3-2 0,1-5-6 16,0 1-4-16,-3 5-2 0,0-2 2 0,1 2-7 16,2 0 13-16,-3 1-21 0,0 1 3 0,0 0 0 15,-1 1-4-15,-2 4 0 16,-2-1 5-16,2 2-13 0,-2 0 3 0,1 4-3 15,-2-2 1-15,-2 3-2 0,3 1-3 0,-2 2 0 0,1-4-3 0,-3 5 0 0,3-6-31 0,-3 6-19 16,0 0-6-16,0 0-1 0,0 0 8 16,2 12 13-16,-2 0-8 0,0 4 7 0,-2-1 3 15,-1 5 2-15,3 5 2 0,3 0 6 0,-1 1 2 0,0-1 2 16,2-5 4-16,4 5 9 0,1-2-2 0,1-7 3 16,3 7-16-16,2-9-38 0,-1 0-57 15,6-2-74-15,-4-4-291 16,7-3-523-16,-1-1 232 0</inkml:trace>
  <inkml:trace contextRef="#ctx0" brushRef="#br0" timeOffset="-150530.08">7656 9895 171 0,'0'0'200'0,"-6"0"-4"0,6 0-3 16,0 0-6-16,0 0-13 0,-8 2-9 0,8-2-13 15,0 0-14-15,0 0-12 0,-5 1-10 0,5-1-9 16,0 0-9-16,-4 4-7 0,4-4-7 0,0 0-5 16,0 0-6-16,0 0-6 0,0 0-2 0,0 0-3 0,0 0-7 0,0 0-2 15,0 0-6-15,0 0-5 0,0 0-3 0,0 0-2 16,0 0-5-16,0 0-3 0,0 0-5 0,0 0-2 16,0 0-3-16,0 0-1 0,0 0-3 0,0 0-4 15,0 0-2-15,0 0 3 0,0 0-2 0,0 0-2 16,0 0 0-16,0 0-2 0,0 0-1 0,-3 2 1 15,3-2 6-15,0 0 6 16,0 0 6-16,17-5 0 0,-6 4-14 0,8-2-1 16,1 2 1-16,8-3 2 0,8-3-1 0,4 2 2 15,12-2 6-15,4-4-3 0,-5 3 4 0,3 0 1 16,0 1-5-16,-16 2 2 0,-3 0-3 0,0 1-4 16,-4 1-2-16,1-2-1 0,-1 1 4 0,-10 2-7 15,-2-1 4-15,-3 3 0 0,-2-2 0 0,-4 2-4 16,-1-1-7-16,-3 1-14 0,-1-2-15 0,-5 2-16 0,10 2-24 0,-10-2-8 15,2 3-17-15,-2-3-22 0,0 0-29 0,-13 9-27 16,3-6-45-16,-3 0-181 0,2-1-432 0,-2 2 191 16</inkml:trace>
  <inkml:trace contextRef="#ctx0" brushRef="#br0" timeOffset="-149897.26">7916 10072 92 0,'0'0'196'0,"-3"-3"-5"0,3 3-19 0,0 0-4 16,4-7-19-16,-2 5-11 0,2-1-11 0,0 1-13 16,3-4-4-16,0 2-12 0,3 2-10 0,-1-2-9 0,4 1-4 0,-3-1-8 15,2 0-8-15,2 2-7 0,-5 2-3 0,5 0-4 16,-4 0-10-16,2 2-11 0,-1-2 2 16,-1 3-2-16,-1 1-1 0,0 0-3 0,-1 0-3 0,-2 8 4 15,1-6-5-15,-2 5 3 0,-1 1-5 0,-2 4 0 16,-3 1 2-16,0 1-2 0,-6 1 1 0,-2 8-4 15,-1-1-2 1,-3 2-1-16,-2-3-2 0,-2 2 2 0,2-3-1 16,-4 1-2-16,2-1 2 0,-2-6-6 0,6-3 5 0,-1-3 1 15,4 1 2-15,1-4 5 0,3-4 8 16,1 0 11-16,-1-2 14 0,3 3 23 0,0-3 21 16,-1-1 31-16,4-2-17 0,0 0-9 0,-7-5-8 15,7-1-9-15,1 1-6 0,3-5-5 0,1-2-9 0,2-3-8 16,1-1-2-16,0 1-7 0,2 1-2 0,-1 1-3 0,-3 1-11 15,4 5 3-15,-3-3-4 0,2 4-8 0,0 0 11 16,1 1-15-16,-1 1 1 0,0 2-5 0,4 1-6 16,0-1 11-16,0 6-7 0,7 0-7 0,0 0 4 15,-1 3 2-15,1 0-5 0,0 1-3 0,-1-1 8 16,3 1-3-16,5 1-2 0,-8-3 4 0,-1 0-5 16,0-1 7-16,-2-1-5 0,3-3 3 0,-2 1 1 0,-3-2-5 0,0-2-19 15,2-3-14-15,-4 0-20 0,2-6-15 0,-1 1-21 16,1-2-20-16,-5 1-21 0,4-1-23 0,-3 0-23 15,-3 0-28-15,-1 0-32 0,-1 2-200 0,0-2-471 16,0 0 208-16</inkml:trace>
  <inkml:trace contextRef="#ctx0" brushRef="#br0" timeOffset="-148224.6">9131 9455 85 0,'0'0'204'0,"-4"-2"-9"16,4 2-4-16,-4-1-16 0,4 1-7 0,0 0-12 15,0 0-12-15,0 0-14 0,0 0-12 0,0 0-7 16,0 0-12-16,0 0-9 0,0 0-12 0,0 0-9 15,0 0-5-15,0 0-7 0,0 0-2 0,0 0-9 16,0 0-6-16,0 0-1 0,0 0-8 0,0 0-2 0,0 0-4 16,0 0 1-16,0 0-4 0,0 0 1 0,0 0-3 0,9-4-4 15,-9 4 3-15,4-5-4 0,2 2-2 0,0 1-1 16,1-1 5-16,1-1-7 0,0-3-1 0,1 1 2 16,-1 2 6-16,1-4 2 0,-1 3 6 0,2-2 9 15,-5 3 0-15,2-1 1 0,-3 0 7 0,1 0 2 16,-1 0 2-16,-2 0 6 0,3 1 0 0,0 2-1 15,-5 2-3-15,4-5-5 16,-4 5-2-16,0-3-5 0,0 3-7 0,0 0-9 16,1-4-8-16,-1 4-10 0,0 0-2 0,0 0-2 15,-21 6-2-15,9-1 1 0,-3 2-2 0,-1 4 2 16,-1 1 0-16,-3 3-4 0,-1 3 3 0,-1 4 0 16,-1 2-3-16,2 0 1 0,2 2 0 0,-1 0 1 15,3 0 3-15,2 4-2 0,2-1 4 0,3-3-2 16,1 1 0-16,5-2 1 0,2-5-4 0,3-1 1 0,3 3-1 0,2-5 3 15,8 5-1-15,-2-10 2 0,8 0-1 0,7 1 1 16,1-6-2-16,7-2 0 0,3-3-5 0,1-3-5 16,11-5-5-16,-9 0-4 0,8-1-3 0,-12-3-9 15,4 1-2-15,6-6 1 0,-11 3 1 0,-2-2-2 16,-3-2 6-16,-3 0 3 0,-4 2 9 0,-7 1-6 16,-3 0 12-1,-1 2 19-15,-4 4 18 0,-4-3 0 0,0 3 4 0,-4 2-7 16,-1-1-4-16,-1 1 3 0,-4 2-8 0,0 0-2 15,-3-1-3-15,-6 3-2 0,1 2 4 0,-5 5-7 16,0-2-2-16,-2 3-1 0,-7 3-1 16,9 1 6-16,-1-1-7 0,1 2-1 0,4-2 5 0,-2 2-4 15,4-1-1-15,3 0 2 0,0-2 2 0,4 1 1 16,0-3-1-16,2 2 2 0,5-3 0 0,0 1 2 0,1-2 5 16,7 0-3-16,-2-2 0 0,3-3 4 0,7 0-2 0,0-1 1 15,2-3-5-15,2 0-1 0,-4-5 3 0,1 4 1 16,-3-4-2-16,0 1-1 0,-2-4 1 15,0 3-2-15,-5 1 1 0,-1-1 2 0,1 1-2 16,-3-1-3-16,-3 1-2 0,-2-1-11 0,0 1-11 0,-1 1-16 0,-3 1-14 31,-1 0-15-31,-2 1-6 0,-4-1-17 0,0 1-14 16,-1 4-13-16,-1-2-12 0,1 1-24 0,-1-2-19 16,-2 3-182-16,5-1-383 0,-1 0 169 0</inkml:trace>
  <inkml:trace contextRef="#ctx0" brushRef="#br0" timeOffset="-147823.54">9981 9453 122 0,'0'0'266'0,"1"-4"-15"15,-1 4-26-15,1-4-25 0,-1 4-22 0,0 0-21 16,0 0-13-16,0 0-20 0,0 0-12 0,0 0-11 16,0 0-6-16,-16 12-16 0,8-3-5 0,0-3-9 15,-6 8-6-15,1 0-10 0,3 0-1 0,-4 0-6 16,0 2-3-16,3 1-7 0,0 0-6 0,1-2-3 16,3 2-3-16,0-5 2 15,2 5-2-15,1-2-3 0,3-1 0 16,1-2-1-16,0 0-1 0,2 0 2 0,4-2 3 0,0 2-1 15,1-2 0-15,5 2 0 0,-2-5 2 0,2 3-3 16,-2-3-3-16,-1-1-1 0,1 0-2 0,-1-1 0 16,-4 1-7-16,3 0 3 0,-3-4-2 0,0 1-3 15,-1 0 3-15,-3 3-3 0,-1-4-2 16,3 1 2-16,-6 2 1 0,-1 0-2 0,0-2-7 0,-3 1-20 0,-2 2-23 16,0-2-24-16,-5 1-38 0,1 0-40 0,-1-1-54 15,-1-1-172-15,1-2-406 0,2-2 180 0</inkml:trace>
  <inkml:trace contextRef="#ctx0" brushRef="#br0" timeOffset="-147322.25">10158 9552 141 0,'0'0'208'0,"0"0"-17"0,0 0-17 0,8-1-19 15,-8 1-9-15,6 0-17 0,-6 0-18 0,0 0-8 16,14 4-13-16,-6-2-7 0,0 2-9 0,-2-1-4 16,5 2-14-16,-3 2 11 0,0 0-4 0,0 0-6 15,-1 3-2-15,0 0-1 0,-2 1-6 0,0 1-9 16,-1-1 3-16,-3 1-3 0,0 4-6 0,-3 1-3 16,-1 0 1-16,-2 0-3 15,-1 0-6-15,-3 0 1 0,-1-2-1 0,-2 0-2 16,-2 1 3-16,1-4-1 0,0-1 6 0,-1 1-1 15,5-3 0-15,3-4 1 0,-3 3-2 0,4-4 2 16,-3 0 0-16,4 0 7 0,0-2 11 0,0 0 8 16,1 3 13-16,3-5 13 0,-3 4-8 0,3-4-5 15,0 0-8-15,0 0-4 0,22-7-9 0,-3 5-1 16,-1-2-4-16,12-4-33 0,-4 4-34 0,6-6-36 0,-2 3-55 0,-1-1-60 16,3-2-84-16,-4 0-185 0,-2-2-483 0,-7 4 214 15</inkml:trace>
  <inkml:trace contextRef="#ctx0" brushRef="#br0" timeOffset="-146821.22">10510 9540 44 0,'6'-3'212'15,"2"1"-14"-15,-1-2-14 0,2 0-14 0,-1 3-15 16,3 0-12-16,1 1-17 0,-2 0-11 0,-1 2-15 16,1 1-8-16,3 2-1 0,-1 0-4 0,-3 2-2 0,1 2-10 15,-3 1-4-15,0 2-4 0,-2-2-6 0,-2 5 0 16,-2-1-6-1,-2 3-2-15,-2 0-8 0,-2-1 1 0,-2 0-6 16,-3 0-5-16,0 0-3 0,-3 0 0 0,2 0-3 16,-2-3-3-16,0-1 2 0,-1-1 4 0,6-3-1 15,-1 0 3-15,1-1 0 0,1-2 5 0,1-1 8 0,3-1 24 16,-2-1 14-16,1 0 25 0,4-2 26 0,-5 3 6 16,5-3-18-16,0 0-11 0,2-12-17 0,5 0-3 15,-2 2-18-15,6 0 7 0,0-6-19 0,3 1-4 0,5-7-6 16,-1 4-6-16,-3 2-5 0,-2 3-9 0,1 0-2 15,-2 1-2-15,-3 4-2 0,0-1-3 0,-3 4-3 16,0 0 6-16,0 0-15 0,-3 3-9 0,1 1-6 16,-1-3-16-16,-3 4-14 0,7 0-3 0,-7 0-6 15,6 5-6-15,-4-2 6 0,2 4 3 0,0 2 5 16,-2 3 3-16,4 3 2 0,0-1 4 0,-1 1-2 0,3-1 4 0,1 1-14 16,2 2-18-16,-2-6-25 0,0 0-41 0,2-4-53 15,2-2-75-15,0 1-289 0,-3-3-582 0,6-5 257 16</inkml:trace>
  <inkml:trace contextRef="#ctx0" brushRef="#br0" timeOffset="-145849.93">11030 9082 166 0,'0'0'174'16,"6"-1"-17"-16,-6 1-22 0,0 0-14 0,9 4-15 15,-4 3-11-15,3 0-3 0,2 8-6 0,4 8-3 0,4 9-9 0,-3 0 5 16,4 14-4-16,0 9-5 0,-3 1-2 0,-2 2-3 15,3 26-6-15,-8-29 1 0,2 4-7 0,-6-2-2 16,-1 0-8-16,-7 1-7 0,-2-1 3 0,-5 3-2 16,-3-4 1-16,-2-1-5 0,-7-5 1 0,-2-2-1 15,-4-1-8-15,0-4-28 0,-8-4-45 0,1-2-53 16,-3-6-239-16,6-12-367 0,-1 1 163 0</inkml:trace>
  <inkml:trace contextRef="#ctx0" brushRef="#br0" timeOffset="-144098.9">7697 9196 181 0,'0'0'185'0,"0"0"-5"15,-1-7-11-15,1 7-11 0,0 0-13 0,0 0-8 0,0 0-8 0,-3-3-8 16,3 3-9-16,0 0-9 0,0 0-10 0,0 0-8 16,0 0-17-16,0 0-13 0,0 0-5 0,0 0-7 15,-12 17-7-15,5-2-10 0,-6 10 0 0,1 6-9 16,-7 16-4-16,0 8 2 0,-10 24-6 0,7 3 3 15,2-2-1-15,7-21 1 0,-6 25-2 0,5 0 0 16,9-4 2-16,2-21 0 16,4 1-2-16,3 23 1 0,4-25 24 0,5-1 6 15,0-1-2-15,2-4-4 0,8 0 0 0,0-2-1 16,4-1-16-16,0-6-28 0,-1 3-41 0,-1-2-62 16,2-5-66-16,-7-12-178 0,-1-2-387 0,3-6 171 15</inkml:trace>
  <inkml:trace contextRef="#ctx0" brushRef="#br0" timeOffset="-141623.81">11937 10039 19 0,'-9'1'148'15,"9"-1"-10"-15,-5-2-10 0,5 2-3 0,0 0-2 16,-9 0-7-16,9 0-4 0,0 0-5 0,0 0-3 16,-8 1-6-16,8-1 6 0,0 0-10 0,0 0 2 15,0 0-6-15,-5-3-3 16,5 3 1-16,0 0-5 0,0 0 6 0,0 0-7 16,0 0 1-16,0 0-3 0,0 0-1 0,0 0-4 15,0 0-6-15,18-5-5 0,-6 2-6 0,-1 1-7 16,10-1-6-16,0-1-3 0,7-1-5 0,4 2-6 15,0-2-2-15,1 1-4 0,1 2-20 0,-5-1-25 16,0 0-24-16,-7 3-23 0,-3 3-25 0,1-3-29 16,-1-3-39-16,-6 6-59 0,-6-3-129 0,2 0-375 0,-4 0 167 0</inkml:trace>
  <inkml:trace contextRef="#ctx0" brushRef="#br0" timeOffset="-141392.06">12126 10210 95 0,'-5'2'211'0,"5"-2"-9"16,0 0-14-16,-1 3-6 0,1-3-7 0,0 0-6 15,0 0-16-15,15 1-9 0,-3-3-15 16,9 0-12-16,10-3-15 0,1 4-16 0,6-6-40 0,13 2-49 16,-12 1-52-16,14-2-73 0,-17 0-175 0,4 1-327 15,-1-1 146-15</inkml:trace>
  <inkml:trace contextRef="#ctx0" brushRef="#br0" timeOffset="-139634.5">13359 9685 162 0,'0'-7'226'0,"2"1"-1"0,-4 1-7 0,2-3 0 16,0 2-17-16,0 1-9 0,0-2-12 0,0 5-15 15,0 2-15 1,2-7-17-16,-2 7-14 0,0-4-18 0,0 4-12 16,0-6-18-16,0 6-18 0,0 0-13 0,0 0-10 15,0 0-7-15,-2 21-4 0,2-8 4 0,-2 2-9 16,0 4 0-16,1 0 1 0,2 7 0 0,-1-1-3 15,-1 2 0-15,1 1 4 0,1-1-3 0,-1-1-1 16,-1 0 1-16,2 2-7 0,-2-9-36 0,0-1-29 16,0 1-51-16,-1 0-28 0,2-2-70 0,-4-7-165 0,2 1-404 0,0-6 180 15</inkml:trace>
  <inkml:trace contextRef="#ctx0" brushRef="#br0" timeOffset="-139302.5">13143 10279 137 0,'-5'2'276'0,"3"0"-28"0,-2 0-24 0,4-2-24 16,-7 4-16-16,7-4-18 0,-2 3-16 0,2-3-12 0,0 0-14 0,0 0-15 15,24-3-7-15,-4-3-12 0,12 1-10 0,3-3-8 16,2 3-8-16,19-6-5 0,-1 0-7 0,5 3-5 16,-2-3-9-16,4-2 0 0,-3 4-3 0,0 1-5 15,-7 2-3-15,-13 0-3 0,-5 5-2 0,-2-4 1 16,-13 3-6-16,3 1-2 0,-7-1-3 0,-3 2-19 16,-2-2-25-1,-1 1-26-15,-3 1-7 0,-6 0-5 0,3 4-3 0,-3-4-11 16,-8 6-27-16,-1-2-37 0,-2 0-44 0,-7 3-136 15,1-2-354-15,3 0 157 0</inkml:trace>
  <inkml:trace contextRef="#ctx0" brushRef="#br0" timeOffset="-138632.4">13451 10433 191 0,'0'0'222'16,"0"0"-27"-16,0 0-15 0,0 0-24 0,0 0-13 16,0 0-16-16,24-3-15 0,-14 5-12 0,-4-1-12 15,4 1-6-15,0 2-9 0,-1 1-11 0,1 1-6 16,-2 1-4-16,0 3-6 0,-2-1 0 0,0 8-12 0,0 0 2 15,-4 2-3-15,-6 9-5 0,2 2 2 0,-6 0-3 0,-1 0-4 16,-2 4-1-16,-5-1-1 0,4 0-2 0,-4 1-1 16,3-3 1-16,-3 2-4 0,3 0 9 0,0-5 3 15,3 0-3-15,1-1-1 0,4-2 1 16,-4-1-2-16,5-5-1 0,0-1-1 0,3-1-4 0,-1-5 5 16,2 0-2-16,2 0 1 15,-1-2 16-15,6-1 9 0,-1-2 6 16,3 1 3-16,4-3-1 0,1-1-2 0,3-2-4 15,3 0-4-15,0-3-4 0,0-1-4 0,0 0-4 0,0-1-6 16,-1-2 3-16,0-2-3 0,-3 2 0 0,-2-3-3 16,-5-1-4-16,5 0 1 0,-5-2-2 0,-2 1-3 15,-1-6-10-15,-3 0-3 0,-6 0-11 16,-1-4-4-16,-5-3-2 0,-6-1-8 0,-2 0 2 0,-4 0-1 0,-4-3 3 0,-3 3 6 16,2 2-2-16,-10-12 5 0,10 10 11 15,0 2 13-15,1-2 7 0,3 4 11 0,4 0 12 16,4 8 4-16,1-2 4 0,5 5 1 0,2-1-9 15,3-1-14-15,4 0-16 0,4 0-9 0,5 1-12 0,8-3-21 16,6-2-27-16,7-2-36 0,5 3-45 0,0 1-56 16,16-3-63-16,-5-1-179 0,-10 5-470 0,-5-2 209 0</inkml:trace>
  <inkml:trace contextRef="#ctx0" brushRef="#br0" timeOffset="-138015.22">14324 9874 143 0,'12'0'152'16,"-6"2"-17"-16,4-2 2 0,-1 5-11 0,1-1-6 15,0 1-8-15,3 9-4 0,0-1-10 0,-3 2-4 16,-2 3-11-16,2 0-7 0,-4 6-5 0,-3 1-8 16,2 1-7-16,-5 2-3 0,-5 0-6 0,1 0-4 15,-3 1 0-15,-2 0-10 0,-2-2-3 0,0-2-3 16,1-1-3-16,-2 0-1 0,3-8-3 0,0-1 0 0,-1-3 2 16,6-2 0-16,-2-3 11 0,2-1 7 0,2-2 9 0,-1 1 21 15,-1 0 15-15,4-3 23 0,-4 0 20 0,4-2 13 16,0 0-8-16,0 0-13 0,0 0-10 0,12-17-8 15,-3 3-18-15,1-2-7 0,0-1-8 0,5-6-4 16,0 1-6-16,1-3 3 0,2 0-18 0,1 0-3 16,-2 1-7-16,-1 6-5 15,-4 2-2-15,2 4-2 0,-9 3-3 16,4-1-4-16,-4 5-1 0,0 0-2 0,-1 1-16 16,1 1-8-16,-5 1-15 0,4-1-10 0,-4 3-1 0,0 0 3 15,5 12-1-15,-3-7 6 0,-1 5-2 0,0 1 1 16,3 6 3-16,-3-2 8 0,2 5-2 0,0-3 5 15,0 2 1-15,5 3 3 0,-3-7-12 16,4 1-14-16,0-1-25 0,0-1-38 0,-2-4-45 0,5-2-53 0,-2-3-63 0,1-1-177 16,0-3-473-16,0-2 210 0</inkml:trace>
  <inkml:trace contextRef="#ctx0" brushRef="#br0" timeOffset="-137629.8">14651 9639 33 0,'0'0'252'0,"4"-3"-20"0,-4 3-22 0,5-4-20 16,-5 4-15-16,6-1-12 0,-6 1-16 0,10 0-16 16,-4 2-17-16,0-1-1 0,-1 1-2 0,3 3-20 15,-3 0-4-15,4 2-6 0,-4 0-7 0,0 1-10 16,-1 2-4-16,0 1-8 0,2-1-5 0,-6 2-2 0,4 0-3 0,-4 0-5 16,0-2 0-16,0 0-7 0,0 2-4 0,1-3-7 15,-1-1 1-15,0-3-2 0,3 1 3 0,-2-1-4 16,-1-2 6-16,3 2 9 0,1 0 13 0,1-1 4 15,5-3 6-15,3 1-10 0,8-1 1 0,11-2-16 16,0-1-42-16,2-3-61 0,0-2-85 0,1 1-112 16,0-7-156-16,-5-2-460 15,0 3 203-15</inkml:trace>
  <inkml:trace contextRef="#ctx0" brushRef="#br0" timeOffset="-137028.29">15562 9555 170 0,'0'0'159'16,"0"0"-18"-16,0 0-19 0,0 0-11 0,0 0-10 16,0 0 4-16,-16 10-18 0,9-5-9 0,-2 3-10 15,-1 1-5-15,-4 3 7 0,-1-1-13 0,-1 1-4 16,-5 5-3-16,5-3 1 0,1-2-16 0,1 1 3 0,0 1-6 0,1-1-3 16,-1-2-3-16,2 1-4 0,6 0-1 0,-3 0-4 15,4-4 0-15,1 4-3 0,0-2-4 0,2-1 2 16,-1 1-6-16,4 0 10 0,1 0 13 0,2 1 8 15,2-1 5-15,4-2-1 0,-1 6 2 0,4-2-2 16,1-2-6-16,0 1-4 0,3 2-1 0,-3-1-6 16,1 2 1-16,-1-1-2 15,0 0-3-15,-4-2 2 0,-2 1 0 0,0-3-7 16,-2 3-1-16,-2-1 3 0,-2 3-4 16,-2-5 5-16,-2 3-2 0,-2 0-2 0,-5-2-1 15,-2 2 3-15,-3 1-1 0,0-2-5 0,-2-3 1 0,0 0-2 16,-1-1 4-16,-1-1-15 0,-1-1-12 0,6 0-11 15,-1-2-18-15,1-3-24 0,3 0-32 0,1-1-30 16,0-3-41-16,3 1-146 0,2-2-341 0,4-1 151 0</inkml:trace>
  <inkml:trace contextRef="#ctx0" brushRef="#br0" timeOffset="-136781.07">15657 9941 146 0,'2'-4'304'0,"-2"4"-11"0,2-3-16 16,-2 3-15-16,2-2-24 0,-1-2-23 0,-1 4-25 16,0 0-23-16,0 0-18 0,0 0-17 0,0 0-16 15,0 0-15-15,0 0-11 0,0 0-10 0,0 0-12 16,0 0-8-16,3 15-3 0,-3-7-8 0,-1-1-5 16,1 3-4-16,-2 3-2 15,1-1-6-15,0-1 1 0,0-1-5 0,-1 4-1 16,1-2 1-16,0 3-2 0,1-6-16 0,-2-1-26 15,0 1-11-15,1 1-24 0,-2-5-21 0,1 2-20 16,-1-2-31-16,-1-2-28 0,-1 1-43 0,1-4-235 16,4 0-465-16,-10-5 205 0</inkml:trace>
  <inkml:trace contextRef="#ctx0" brushRef="#br0" timeOffset="-136596.22">15671 9760 46 0,'2'-7'328'0,"0"-2"-19"15,3 4-21-15,-4 1-20 0,1-3-23 0,0 2-26 16,-1 3-24-16,0-3-18 0,1 3-22 0,-2 2-38 16,4-4-35-1,-4 4-28-15,6 0-34 0,-6 0-36 0,9 4-44 16,-5 1-41-16,1-1-41 0,-1 1-63 0,-2 2-126 0,-1-3-356 16,1 2 158-16</inkml:trace>
  <inkml:trace contextRef="#ctx0" brushRef="#br0" timeOffset="-136242.05">15905 9888 48 0,'0'0'275'0,"4"1"-31"0,-4-1-27 0,0 0-23 15,0 0-20-15,2 4-20 0,-2 0-19 16,0 1-12-16,0 0-15 15,-1 3-9-15,-2 3-9 0,2 2-11 0,-2 1-8 16,-2 3-3-16,0-2-8 0,-1 1-5 0,2-3-8 16,0-1-2-16,2-2-4 0,-1-3-7 0,2-1 1 15,-2 1-2-15,2-2-5 0,0 0 3 0,1 0 13 16,-2-2 31-16,2-3 32 0,2 4 14 0,-2-4-6 16,0 0-13-16,0 0-12 0,14-12-7 0,-3 3-8 0,-3 2-8 15,1-3-11-15,5 1-2 0,-1 0-3 0,-3 1-12 0,1 1-7 16,-2 1-2-16,2-1-2 0,1 2-7 0,-3 3 0 15,0 0-5-15,1-3-1 0,2 2-11 0,-2 4-4 16,0 3-8-16,1-1-15 0,-1 2-17 0,1-1-13 16,-2 2-28-16,0-2-35 0,1 3-40 0,-1 0-63 15,0-1-55-15,-1-2-187 0,-3 0-500 0,0-1 222 16</inkml:trace>
  <inkml:trace contextRef="#ctx0" brushRef="#br0" timeOffset="-135863.12">16238 9786 157 0,'0'0'228'0,"4"-2"-17"0,-4 2-12 0,0 0-19 15,8-2-13-15,-8 2-12 0,10 0-23 0,-5 2-14 16,0 0-13-16,3-1-9 0,-3 3-8 0,4 1 1 0,-2 2-9 16,1 0-5-16,-1 3-4 0,0-2-9 0,0 3-3 0,-1 4-6 15,-3-1-1-15,-2 3-6 0,-1 8-2 0,-3-6-3 16,-1 2-3-16,-6 5-7 0,-1-2-2 0,-2 0-4 16,-1-1-1-16,0-1 2 0,-4-2-2 15,6-3-7-15,2-3 0 0,0-3-2 0,2-2-2 0,3 0-4 16,0-1 3-1,1-4 0-15,-1 2-2 0,3-2 4 0,-1-1 3 16,3 1 8-16,0-4 2 0,10 6-1 0,-1-6-4 16,4 1-1-16,6-2-3 0,4-1-32 0,5-2-40 15,4 2-51-15,-1-3-61 0,1-5-88 0,-2 1-145 0,1 0-430 16,-3-1 190-16</inkml:trace>
  <inkml:trace contextRef="#ctx0" brushRef="#br0" timeOffset="-135361.72">16647 9804 157 0,'6'-3'266'0,"3"0"-14"0,-1-3-18 0,2 3-22 15,3 0-19-15,0 3-15 0,5-2-25 0,-5 4-13 16,4-1-19-16,-5 3-13 0,2 0-11 0,-1 2-7 16,2 1-4-16,-2 3-11 15,-3 4-7-15,0-2-8 0,-5 0-1 0,3 3-11 16,-8 3-1-16,0 0-5 0,-4 2-5 0,-3 4 1 16,-1 2-4-16,-5-1-6 0,-1 1 3 0,-4-2-6 15,1-2-5-15,-2 3-2 0,-1-7-2 0,6-4-1 16,-1-2 0-16,2 0 6 0,0-3 3 0,8-2 7 15,-3-2 7-15,3 0 10 0,1-1 20 0,-1 0 39 16,1-3 42-16,1 2 37 0,3-3-13 0,0 0-23 0,7-12-12 0,0 2-16 16,5-4-3-16,10-5-21 0,1-7-13 0,0 5-11 15,3-4-26-15,1-1-25 0,10-9-16 0,-8 10-12 16,-5 1-6-16,2 2 3 0,-6 0 0 0,-6 12-1 16,-6 1 7-16,2-1-1 0,-3 5 0 0,0 0-5 15,-3 1-8-15,1-1-23 0,0 2-22 0,-5 3-5 16,0 0 8-16,0 0 5 15,0 15 3-15,-5-1 8 0,1 6 3 0,-1 6 5 16,-2 3 2-16,0-2 4 0,7 4 5 0,4 1 0 16,0-3 3-16,5 2 9 0,9-2-21 15,6-2-26-15,5-5-73 0,3-4-92 0,18-3-373 0,6-1-646 16,3-10 285-16</inkml:trace>
  <inkml:trace contextRef="#ctx0" brushRef="#br0" timeOffset="-124697.69">18003 10048 29 0,'-12'0'165'0,"12"0"-11"0,-6 0-9 0,6 0-2 16,0 0-13-16,-5 1 1 0,5-1-6 0,0 0-9 16,0 0-10-16,-7 1-2 0,7-1-11 0,0 0-8 15,0 0-7-15,0 0-4 0,0 0-10 0,0 0-3 16,0 0-3-16,0 0-2 0,0 0-1 0,0 0-1 15,-6-3-2-15,6 3-1 0,0 0-4 0,0 0 3 16,0 0-7-16,0 0 5 0,0 0-9 0,0 0-4 0,0 0 1 0,0 0-5 16,0 0-4-16,0 0 2 0,0 0-6 0,-9 2 1 15,9-2-2-15,0 0-3 0,0 0 0 0,0 0-3 16,0 0 0-16,0 0-3 0,0 0 1 0,0 0 1 16,0 0-2-16,0 0 1 0,0 0 10 0,0 0 3 15,0 0 1-15,0 0 3 0,0 0-2 0,26-4-2 16,-10 2-2-16,11-3-4 15,8-5 1-15,-1 5-8 0,3-3 1 0,0 2 1 16,-1-1-2-16,-3 2-1 0,-2 0-1 0,-3 0-3 16,-7 1 0-16,-4 3-1 0,2-3 3 0,-7 3-4 15,-2-1 0-15,-1-1-4 0,-2 3-9 0,-1-2-15 16,-1 2-13-16,-5 0-12 0,0 0-15 0,9 2 0 16,-9-2-8-16,0 0-13 0,0 0-29 0,-10 6-29 15,3-3-21-15,2-1-53 0,-2 0-134 0,-1 1-377 0,2-1 166 0</inkml:trace>
  <inkml:trace contextRef="#ctx0" brushRef="#br0" timeOffset="-124296.69">19152 9668 118 0,'1'-3'266'0,"-1"3"-12"0,2-6-16 0,0 3-16 15,-2 3-23-15,0 0-21 0,2-2-18 0,-2 2-19 0,0 0-14 16,2-3-17-16,-2 3-15 0,0 0-13 0,0 0-9 15,0 0-14-15,3 12-5 0,-3-3-7 16,2 4-7-16,-1 1-5 0,-2 2-2 0,1 0-5 0,0 0-3 0,0 3 0 16,1-1-6-16,-1-2 1 0,0 1-2 0,-1-2-7 15,-1 0 7-15,1-2-4 0,1-2 3 0,-1-1 0 16,-2 2-4-16,2-1 1 0,0-3 0 0,-3 2-11 16,1 1-14-16,1-5-23 0,-2-1-17 0,0 2-24 15,-2-2-20-15,-2 4-30 0,4-6-28 0,-1 0-69 16,-1-1-116-16,-3-2-364 15,1 0 162-15</inkml:trace>
  <inkml:trace contextRef="#ctx0" brushRef="#br0" timeOffset="-123933.24">18776 10176 59 0,'-5'2'227'0,"2"1"-26"0,-1-2-22 16,4-1-16-16,-3 4-7 0,3-4-12 0,-4 3-11 16,4-3 6-16,-2 4-9 0,2-4 3 0,0 0-11 15,0 0-13-15,0 0-8 0,17 0-8 0,-3-3-15 16,4 1-4-16,15-4-11 0,3 0-1 0,1-1-7 15,19-1-7-15,3 1-6 0,0-3 3 0,-3 3 3 16,-1-1-3-16,0 0-5 0,-18 2 3 0,3 2-8 16,-7 3-4-16,-1-3-5 0,-3 1-1 0,-9 3-4 15,-3-2 0-15,1 1 2 0,-8 0-6 0,-2 1-7 0,1-3-6 16,-4 2-8-16,0 0-6 0,-5 1-12 0,9 0-7 0,-9 0-3 16,0 0-6-16,0 0-9 0,-1 6-23 0,1-6-19 15,-8 4-22-15,-2 0-18 0,1-1-19 16,5 1-34-16,-5-4-157 0,-1 3-368 0,1-1 163 15</inkml:trace>
  <inkml:trace contextRef="#ctx0" brushRef="#br0" timeOffset="-123416.39">19148 10281 41 0,'0'0'237'0,"0"0"-17"0,0 0-19 15,0 0-18-15,0 0-19 0,0 0-17 0,0 0-17 16,0 0-15-16,0 0-13 16,0 0-16-16,0 0-7 0,1 4-8 0,-1-4-3 15,-8 12-6-15,2-2-7 0,-3 4-5 0,0 3-7 16,-1-2-5-16,1 1-6 0,0 4 2 0,-4-4-5 15,3 2-3-15,2-1-3 0,-1 2-1 0,-1-4-3 16,1 1-3-16,4-1-6 0,-1-4 3 0,1 1-4 16,3 0 6-16,1-4 18 0,-1 1 6 0,0-3 10 15,2-1 12-15,0 2 6 0,4-2 2 0,-1 0 6 0,4-1-6 0,2-1 1 16,4-1-10-16,6 0-6 0,0-4-5 16,2 2-2-16,1-4-8 0,-1 2 3 0,0-1-13 15,-1-2-20-15,-1 3-24 0,-1-4-25 0,-1 1-26 0,0 0-27 16,0 1-31-16,-5-3-29 0,-1 4-37 0,1-2-52 15,-6-3-138-15,4 1-412 0,-6-2 183 0</inkml:trace>
  <inkml:trace contextRef="#ctx0" brushRef="#br0" timeOffset="-123231.53">19377 10440 143 0,'0'0'259'0,"0"0"-21"15,0 0-21-15,0 0-24 0,0 0-27 0,0 0-17 0,0 0-18 16,-7 10-8-16,5-1-9 0,-1 3-11 0,-3 5-14 16,-3 5-3-16,1 4-7 0,3 1-8 0,-3 4-10 15,2 1-1-15,-2 2 0 0,7 2-6 0,-3-2-14 16,0 0-35-16,4-1-45 0,-2-4-68 0,-1-9-275 16,3 1-414-16,0-9 184 0</inkml:trace>
  <inkml:trace contextRef="#ctx0" brushRef="#br0" timeOffset="-121072.88">20589 9482 74 0,'5'-3'139'16,"4"3"-9"-16,-4-2-9 0,7 2-16 0,-1 2-2 16,0 1-9-16,1-1-10 0,1 3-5 0,1 2-9 0,0 3-8 0,-1 1 8 15,-4-2-10-15,1 5-10 0,-1 1 6 0,-2 0-9 16,-4 3-6-16,1 1-5 0,-4 2-2 0,-5 4 6 16,1-7-9-16,-3 5-3 0,-4 4 1 0,1-9 1 15,-1 0-2-15,-2 2-2 0,0-2 4 0,1-3 3 16,0 0 5-16,0-1 3 0,5-4 5 0,-5 0-5 15,6-3 6-15,-1 1-8 0,1-4 5 0,-2 0-2 0,6 0 4 0,-2 0 12 16,0-1 13-16,3-2 14 0,1-1 18 0,-4 4 15 16,4-4 5-16,0 0-9 0,0 0-3 0,0 0-21 15,5-17-11-15,0 7-6 0,5-1 8 0,-1-5-24 16,4 4-3-16,-1-5-7 0,2-7-4 0,3 5-3 16,-2 0-7-16,-3 1-3 0,-1 2-1 0,0 1-7 15,3-1 4-15,-5 1-5 16,0 5-3-16,-1 0-1 0,-2 0-6 0,-1 3 1 15,0 3 1-15,-1-4-4 0,0 5-7 0,-3-1 1 16,4 1-1-16,-2-1-3 0,-1 1-13 0,-2 3-16 16,0 0-1-16,0 0-2 0,0 0-2 0,7 12 3 15,-10-2 3-15,2 2 5 0,-2 3-1 0,3 2 5 16,-1 2-2-16,0 0 4 0,2 1 7 0,0-1 0 16,3 0 0-16,2 1 2 0,4-3 3 0,1 0 5 0,7 2-8 0,5-4-37 15,4-3-61-15,5-3-98 0,1-5-292 16,4-4-538-16,1-1 238 0</inkml:trace>
  <inkml:trace contextRef="#ctx0" brushRef="#br0" timeOffset="-120101.86">20341 10154 88 0,'-5'1'151'0,"-3"0"7"0,2 0-4 0,0-1-7 15,3 3-4-15,3-3-7 0,-6 0-7 0,6 0-5 16,0 0-4-16,-8 1-1 0,8-1-6 0,0 0-5 15,0 0-2-15,0 0-5 0,-7 0-6 0,7 0 0 16,0 0-3-16,0 0-4 0,0 0-3 0,0 0-7 16,0 0-4-16,0 0-9 0,0 0-2 0,-7 0-11 0,7 0-4 0,0 0-6 15,0 0-2-15,0 0-8 0,0 0-1 0,0 0-3 16,0 0-4-16,0 0-3 0,0 0-12 0,0 0-1 16,0 0 5-16,0 0-6 0,0 0 1 0,0 0-3 15,0 0-1-15,0 0 1 0,0 0-2 0,0 0 1 16,0 0-3-16,0 0 2 0,0 0-1 0,0 0-2 15,-2 5 2-15,2-5-1 16,0 0 1-16,0 0-3 0,0 0 1 0,0 0 2 16,0 0-1-16,0 0 1 0,0 0 0 15,0 0 3-15,17-5 4 0,-4 5-3 0,6-5 2 0,9 1 2 16,7-1 2-16,14-3 5 0,11-1-5 0,6-3 0 16,34-5 6-16,-6 2 2 0,0 1 8 0,-4-1 6 15,2 3-6-15,-26 2-6 0,22-3 6 0,-28 6-5 16,0 2-1-16,-4-1-6 0,-4-1 2 0,-15 4 3 0,-1 2-10 0,-4-3 2 15,-4 2-4-15,-10 0-1 0,-5 2 3 16,0 0-4-16,-6-2 0 0,2 1 2 0,-4 1-17 16,1-1-4-16,-6 1-10 0,8-1-14 0,-8 1-18 0,0 0-28 15,0 0-25-15,0 0-30 0,-17 7-33 0,6-2-24 16,-1-3-38-16,-6 5-173 0,0-3-437 0,1 2 195 16</inkml:trace>
  <inkml:trace contextRef="#ctx0" brushRef="#br0" timeOffset="-119399.92">20532 10401 125 0,'0'0'140'16,"0"0"-6"-16,0 0-15 0,0 0-8 0,0 0-5 15,0 0-8-15,0 0-5 0,24-1-5 0,-13 1-7 16,2-1-8-16,0 1-2 0,6-1-6 0,3 1-8 0,-4 1-5 15,4 0-7-15,-2 0-5 0,-2 3-2 0,2 1 2 0,-6-3-3 16,-1 4-14-16,-4 3 0 0,0-1-1 0,-3 3-1 16,-1 0-6-16,-2 5-4 0,-6 0 1 0,1 0 1 15,-9 1-6-15,-5 4-2 0,-2 0 6 0,-4 0-4 16,-2 1-1-16,1-3 0 0,-2-2 1 0,-2 1 1 16,1 0-3-16,3-1 3 0,-2-3 0 0,0 0 8 0,8-6-5 0,3 3 2 15,-2-3 1-15,6 0 0 0,0-3-4 16,3-2-5-16,1-1 3 0,1 2-2 0,1-1 17 0,1-3 2 15,3 0 20-15,0 0 5 0,0 0 3 0,0 0-2 16,21 0-6-16,-8-2-4 0,7-5-4 0,7 1 0 16,2-1 1-16,3-4-1 0,0 3 5 15,3 2-6-15,-1 0-3 0,-2 0-3 16,-2 1-1-16,-2 3-2 0,-7-1-5 0,-4 2-1 16,-2-2-2-16,-2 1-3 0,0 2-1 15,-5 0-12-15,-1-1-13 0,0 1-7 0,-2-1-15 16,-5 1-5-16,0 0-5 0,11 1-15 0,-11-1-19 0,0 0-15 15,0 0-30-15,0 0-20 0,0 0-49 0,0 0-126 16,0 0-340-16,-12-11 151 0</inkml:trace>
  <inkml:trace contextRef="#ctx0" brushRef="#br0" timeOffset="-119136.88">21136 10433 98 0,'-1'-4'290'0,"1"4"-17"15,0-6-23-15,0 6-27 0,1-3-21 0,-1 3-23 16,0-5-20-16,0 5-20 0,0 0-17 0,0 0-13 16,0 0-5-16,0 0-20 0,0 0-7 0,3 14-7 15,-3-8-8-15,1 3-8 0,-1 1-4 0,-3 3-7 16,2-2-3-16,0 5-1 0,0-3-4 0,-2-1-1 0,2 2-4 0,-2 2-6 15,1-4-16-15,0-1-17 0,0-3-15 0,-1 4-16 16,1-2-27-16,-2-2-14 0,0-1-27 0,0 0-27 16,2-2-32-16,-4-1-195 0,3-3-391 0,-3 0 174 15</inkml:trace>
  <inkml:trace contextRef="#ctx0" brushRef="#br0" timeOffset="-118820.66">21031 10396 153 0,'0'0'256'0,"0"-5"-22"0,0 5-22 15,-4-1-26-15,4 1-16 0,0 0-16 0,0 0-18 16,0 0-12-16,0 0-15 0,0 0-7 0,26 6-10 0,-16 1-10 0,6 1-9 16,1 2-10-16,1 1-5 0,5 4-6 0,2 2-5 15,0 0-1-15,-1 2 4 0,-3 0-3 0,2 1-7 16,-4 1-1-16,-5 1-4 0,0 1 0 0,-7-5-6 15,-2-1 2-15,-4 10-3 0,-1-2-2 0,-6-6-1 16,-2-1 0-16,-5 2-3 0,2-2 1 0,-6-5-5 16,-2 4 3-16,-5-3 1 0,5-3 1 0,2-1 0 0,-2-2-3 15,2 1-3-15,3-5-1 0,4-1 1 0,0 2-1 0,1-3-3 16,2 0 1-16,2 0-6 0,1-1-10 0,4-1-41 16,0 0-54-16,0 0-66 0,0 0-73 0,13-13-180 15,-3 7-450-15,12-8 200 0</inkml:trace>
  <inkml:trace contextRef="#ctx0" brushRef="#br0" timeOffset="-116915.82">22618 9397 41 0,'2'-3'202'0,"-2"3"-10"0,2-2-11 0,-2 2-10 16,2-5-8-16,-2 5-7 0,0 0-10 0,0 0-10 15,3-2-4-15,-3 2-13 0,0 0-15 0,0 0-12 0,0 0-12 16,0 0-10-16,0 0-16 0,0 0-1 0,0 0-8 0,-16 7-8 15,3 0 1-15,-1 3-1 0,-4-3-8 0,-4 9-1 16,-1-1-4-16,-2 0-3 0,1 2-4 0,-1 0-5 16,1 1 0-16,0-1 0 0,1-1-1 0,0-2-2 15,7-1 1-15,-2 1 2 0,4 0-1 0,-1-1-8 16,5-3 3-16,1 1-6 0,1-3 2 0,2 2 2 16,1-1 0-16,2 0-1 15,2-3-3-15,2 4 4 0,2-1 0 0,3-2 3 16,1 3-4-16,8-1 8 0,0-1-2 0,0 0-1 15,6 0 3-15,-2 0-8 0,0-1 1 0,3 3 2 16,-4-4 0-16,1 3-10 0,-5 0 10 0,1-1-4 16,-7-2-1-16,1 2 2 0,0-1-3 0,-3 1 0 15,-2-2-1-15,-3 2 1 0,-1-1-6 0,-1 0 8 0,-7 4-1 16,-2-2 2-16,-1 3 0 0,-6-1 2 0,2-1-5 0,-4-2 0 16,2 2-4-16,-3-3-7 0,-1 2-10 0,3-6-14 15,-1 4-7-15,2-3-19 0,3-1-11 0,4-3-13 16,-2 3-16-16,4-4-4 0,3-1-20 0,-1-1-45 15,5-3-120-15,2 1-314 0,2-1 139 0</inkml:trace>
  <inkml:trace contextRef="#ctx0" brushRef="#br0" timeOffset="-116630.63">22709 9766 170 0,'0'0'277'0,"1"-6"-12"0,-1 6-17 0,2-3-10 0,-2 3-17 16,2-3-23-16,-2 3-20 0,0 0-19 0,0 0-17 15,0 0-17-15,0 0-13 0,0 0-15 0,0 0-15 0,0 0-4 16,0 0-10-16,0 0-6 0,0 0-9 0,2 12-6 16,-4-6-7-16,2-1-1 0,0 4-2 15,0 0-7-15,0 0-3 0,-2 2 1 0,0-3 0 16,1 2-4-16,-1 0-3 15,0 1-2-15,2-1-6 0,-2-3-11 0,0 0-11 16,0 0-10-16,1 1-15 0,-1-4-17 0,-2 1-12 16,-1-1-9-16,2 0-18 0,-1 1-23 0,-1-1-21 15,-1-4-30-15,6 0-19 0,-11-2-183 0,5-4-397 16,-1-1 175-16</inkml:trace>
  <inkml:trace contextRef="#ctx0" brushRef="#br0" timeOffset="-116445.72">22696 9604 19 0,'0'-4'272'0,"3"-2"-14"0,-2 2-22 16,0 1-28-16,-1 3-19 0,4-4-20 0,-4 2-20 15,0 2-19-15,0 0-26 0,4-5-24 0,-4 5-17 16,0 0-25-16,5 0-33 0,-5 0-37 0,9 6-29 0,-6-3-32 0,0 0-49 16,0 2-124-16,2 0-287 0,-1-1 127 0</inkml:trace>
  <inkml:trace contextRef="#ctx0" brushRef="#br0" timeOffset="-116098.11">22967 9744 129 0,'0'4'136'0,"-5"2"-7"15,5 0-13-15,-4 6-15 0,3-3-9 0,-2 1 0 16,0 2-15-16,1 3-12 0,1 2-1 0,-3-2-2 0,0-1 6 0,-1 3-10 16,0-8-9-16,1 3 5 0,3-7 11 15,-1 2 0-15,0-2 13 0,2-2 12 0,0-3 17 16,0 4 18-16,0-4 1 0,5 1-4 0,-5-1-13 16,10-5-3-16,-4 2-9 0,1-6 0 0,1 3-6 0,0-1-8 15,-1-1-6-15,2-3-10 0,0 4-6 0,4-3-8 16,-4 4-2-1,-1-2-12-15,2 1-2 0,-1 2-6 0,-1 2-4 16,-1-1-5-16,2 3-7 0,-3-1 0 0,2 0-10 16,4 4 1-16,-2-1-10 0,0 1-12 0,0 2-12 15,0-1-23-15,2 2-19 0,-2-1-29 0,-1 4-32 16,1-1-34-16,1-5-50 0,-4 3-182 0,1-2-430 16,-3 0 191-16</inkml:trace>
  <inkml:trace contextRef="#ctx0" brushRef="#br0" timeOffset="-115612.44">23334 9572 177 0,'0'0'214'0,"1"-4"-8"16,-1 4-12-16,0 0-16 0,0 0-15 0,0 0-17 16,0 0-12-16,7-2-19 0,-7 2-15 0,5-1-7 15,-5 1-8-15,11 1-15 0,-2 1-1 0,-9-2-7 16,13 2-10-16,-3 0-6 0,-1 0-5 0,0 2-4 15,5 1-4-15,-4-1 5 0,2 2-6 0,-1 3 0 16,-2-1 0-16,0 1-5 0,3 5-2 0,-6 1-2 0,2-2-3 16,-4 4-4-16,-3-1 2 0,-2 4-4 0,-3 1 2 15,-1-3-2-15,-6 3 0 0,1-3-3 0,0 0-4 0,-4-2 3 16,0-2 2-16,0-2-4 0,0 1-1 0,2-4 2 16,-2 2-4-16,3-3 0 0,2-3 0 0,3 1 1 15,-1-4 0-15,3 2 3 0,0-3 4 16,2 2 14-16,-2 0 17 15,4-3 12-15,-3 2 5 0,3-2-8 0,0 0-2 16,0 0-5-16,14-5-8 0,-2 2-6 0,3-1-6 16,4 1 4-16,2-3-14 0,3-2-22 0,6 1-38 15,-9 5-30-15,7-6-43 0,-1-1-50 0,-6 4-63 16,0-2-186-16,-4-1-450 0,1 3 200 0</inkml:trace>
  <inkml:trace contextRef="#ctx0" brushRef="#br0" timeOffset="-115089.05">23734 9570 41 0,'1'-5'232'0,"3"1"-23"0,-1-1-21 16,4 1-16-16,5-1-13 0,-3 2-17 0,2 2-12 0,1-2-18 0,-1 2-9 0,3 1-10 16,-5 1-13-16,4 3-10 0,-3-1-2 15,3 2 1-15,-3 2-6 0,2-1-4 0,-6 5-3 16,6 1-4-16,-4 0-10 0,-2 3 2 0,-1 1-4 16,-4-3-6-16,-2 8 0 0,-3-4-6 0,-6 6 0 15,-3 0 0-15,-1 2-3 0,-3-6-3 0,7 0-1 16,-9 0-3-16,3-6 0 0,1 1-1 0,2-4-1 15,3-1-3-15,1-1 3 16,-1-3 6-16,5-1 5 0,-3 1 11 0,4-2 19 0,-1-1 22 0,3 1 31 0,-2-1 28 0,4-2-9 16,0 0-9-16,0 0-9 0,6-12-21 0,-1 2-2 15,8-1-10-15,1-4-7 0,0 0-18 16,4-4 0-16,4-3-5 0,1-2 0 0,-4 1-8 0,4 1-4 16,1 0-5-16,-4 2 3 0,-5 6 1 0,-2-1-13 15,-1 5 0-15,-4 0-2 0,-1 3 3 0,-4 1-4 16,4 2 2-1,-4 1-14-15,1 1-6 0,-2-1-18 0,-2 3-17 16,0 0-1-16,0 0 2 0,0 0 2 0,-2 16 3 0,-2-7-2 16,1 6 6-16,-4 2 1 0,4 2 1 0,1-1 6 15,-3 7 3-15,6-8 0 0,3 2 4 16,6 5 4-16,3-1 2 0,10-4 2 0,8-4-33 16,16 2-66-16,9-5-106 0,4-7-384 0,31-2-638 0,-28-7 282 15</inkml:trace>
  <inkml:trace contextRef="#ctx0" brushRef="#br0" timeOffset="-111934.22">12214 12922 42 0,'-6'3'143'0,"6"-3"-5"0,0 0-15 0,0 0-12 15,0 0-12-15,0 0-7 0,0 0-6 0,0 0-17 16,0 0 14-16,0 0-13 0,-8 0 0 0,8 0 0 15,0 0 3 1,0 0-6-16,0 0 7 0,0 0-2 0,0 0-2 0,0 0 2 16,0 0-1-16,0 0-1 0,0 0 3 0,0 0-7 15,0 0 1-15,0 0-6 0,0 0 0 16,0 0-6-16,0 0-8 0,16-4-1 0,-4 3-6 16,5-2-4-16,5 1-7 0,8-1-1 0,1 0-8 0,0-1-20 15,-2 2-29-15,4-3-36 0,-1 3-45 0,-1 0-28 16,-9 1-43-16,-2 1-132 0,-2-2-337 0,-4 0 150 0</inkml:trace>
  <inkml:trace contextRef="#ctx0" brushRef="#br0" timeOffset="-111755.83">12277 13126 44 0,'-4'4'175'0,"0"-4"-6"0,2 5-1 0,0-2 3 15,2-3 3-15,0 0 1 0,18 4-14 0,-2-8-12 16,13-4-17-16,7 3-9 0,2-4-16 0,17-1-15 16,0 0-31-16,-3-3-53 0,2 5-64 0,-7-5-73 15,-12 5-159-15,3-3-311 0,-1 0 138 0</inkml:trace>
  <inkml:trace contextRef="#ctx0" brushRef="#br0" timeOffset="-111132.06">13975 12489 92 0,'-1'-12'290'0,"1"7"-9"0,-1-5-11 0,-1 3-18 16,1 2-15-16,0 1-26 0,0 1-21 0,1 3-26 16,0-7-9-16,0 7-27 0,0-4-19 0,0 4-33 15,0 0-22-15,0 0-11 0,0 0 0 0,0 0-12 16,1 21-9-16,0-12-4 0,2 6-3 0,-2 2-4 0,2 5-2 0,0-3-1 16,1 7 1-16,-3-6-6 0,2-2 1 0,-1 0 2 15,1-1 17-15,-2 0-1 0,1-7 0 0,-2 1-4 16,1-1-1-16,0 0 2 0,-1-4-2 0,0 1-2 15,0 2-13-15,1-4-17 0,-2 0-23 0,1-1-12 16,0 0-16-16,-2 0-18 0,-1 1-21 0,-2-2-42 16,0 1-45-16,-3-2-174 0,1 1-395 0,0-2 176 0</inkml:trace>
  <inkml:trace contextRef="#ctx0" brushRef="#br0" timeOffset="-110746.61">13621 12960 161 0,'0'0'174'0,"-4"1"-10"16,4-1-15-16,-6 3-12 0,6-3-9 0,0 0-16 0,-4 2-10 15,4-2-12-15,0 0-8 0,0 0-7 0,0 0-2 16,0 0 1-16,0 0-5 0,0 0 0 0,-5 2-5 16,5-2 1-16,0 0-4 0,0 0-1 0,0 0 2 15,0 0-4-15,19-2 1 0,-2-1 1 0,3 0-1 16,13-3 0-16,6-6-3 0,18 2-3 0,6 3 0 16,0-2 1-16,2-2-2 15,1 5-2-15,-6-2-5 0,1 1-3 0,-2 2-2 16,-7-2-6-16,-12 2-3 0,-1 3-4 0,-5 1-3 15,-4-2-2-15,-2 1-2 0,-7 0-1 0,-8 2-7 16,-3-1-22-16,2 1-14 0,-6 0-15 0,2 0-23 16,-3 1-12-16,-5-1-8 0,-4 7-33 0,4-7-33 15,-14 6-47-15,-4 0-164 0,5-3-388 0,-6 1 172 16</inkml:trace>
  <inkml:trace contextRef="#ctx0" brushRef="#br0" timeOffset="-110144.29">14030 13147 118 0,'14'-2'162'0,"-4"1"-13"15,3 0-4-15,5 0-10 0,1 1-16 0,-2 1-14 16,-3 1-15-16,-1 1-1 0,2 5-13 0,-4 0-7 15,0 0-14-15,-1 1-3 0,-1 4-9 0,-5-2-5 16,-2 9 1-16,0 4-3 0,-6 3-8 0,-5-3 1 16,-1 5-4-16,-2 0-7 0,-3-3-3 0,-2 3 2 15,1 0 3-15,0-4-9 0,2-2-1 0,0 0-3 16,5-4 0-16,4-2 0 0,-4-3 1 0,5 0-5 16,0 1 3-16,3-5 3 0,-2 2 8 0,6-2 11 15,1 0 15-15,1-1 12 0,0-1 2 0,4-1 5 16,1-2-1-16,8 0-1 0,-1-1-6 0,2-4-4 15,4 1-5-15,-3-2-1 0,9-4-4 0,-8 4-3 16,2-3-1-16,-5 0-5 0,-3 1-5 0,2-4-1 16,-4 2 3-16,-4 0 3 0,-1-4-3 0,-3 2-11 15,-4-4-19-15,-5 0-17 0,-2-4-13 0,-11-4-4 16,-2-2 0-16,-8-1 1 0,-5 0 7 0,-10-6-3 16,-4-1 5-16,1 1 9 0,-2 1 19 0,3 3 30 15,12 8 50-15,2-1 19 0,3 0 15 0,3 4 17 16,7 4 24-16,7 0-2 0,1 3-3 0,-1-4-32 15,6 3-43-15,8-3-35 0,7-2-29 0,16-2-20 16,8 0-31-16,12-3-60 0,5 1-65 0,7-1-72 16,-3 3-264-16,3-3-542 0,-2 1 240 0</inkml:trace>
  <inkml:trace contextRef="#ctx0" brushRef="#br0" timeOffset="-109308.01">15194 12668 138 0,'5'-3'159'0,"6"-1"-22"0,0 1-5 0,3 0-16 16,3 2-13-16,1 1-9 0,2 0-11 0,1 2-7 16,0 1-14-16,7 4 3 0,-6-1-8 0,1 5-10 15,-2-1-2-15,0 4 3 0,-5-1-3 0,-2 3-14 16,-3 2 0-16,0 4 0 0,-5-4-5 0,-4 2-4 15,-2 6-1-15,-4-1-3 0,-3 3 1 0,-3-3-2 16,-1 0-5-16,-5 0 3 0,-1-3-1 0,2 2-3 0,1-4 2 0,1-5 5 0,0-1 11 16,-1-2-1-16,6-5 8 0,-1 0 9 0,3 0 3 15,-1-2 8-15,1 0 14 0,3-1 18 0,-1-3 22 16,1 4 17-16,3-5 14 0,0 0-4 0,0 0-5 16,-1-10-28-16,7 0-8 0,3-4-8 0,5 0-11 15,3-8-6-15,-1 0-5 0,6-2-7 0,0-3-12 16,1 0-13-16,0 2-7 15,-2 0 7-15,0 1-12 0,-1 5-2 0,-8 4-4 16,2 3 26-16,-5 4 2 0,-4-1-7 0,0 4-8 16,1-2-10-16,-2 3-10 0,0 2-6 0,-1-2-19 15,-2 1-19-15,-1 3-16 0,0 0 3 0,0 0 1 16,5 7 1-16,-2-2 5 0,-2 3 1 0,-1 1 3 16,0 3 5-16,3 0-1 0,-1 1 4 0,3 3 5 15,2 1 4-15,-1-2 1 0,8 0 11 0,-2-1-17 0,0 1-28 0,2-3-34 16,2-3-48-16,4 0-62 0,-1-3-249 0,-1-4-483 15,0-2 213-15</inkml:trace>
  <inkml:trace contextRef="#ctx0" brushRef="#br0" timeOffset="-108907.19">15762 12342 196 0,'0'0'262'0,"6"-1"-22"0,-2-1-25 0,-2 0-22 16,2-3-22-16,-4 5-19 0,9 2-17 0,-9-2-14 0,9 3-13 0,-3-1-16 31,2 6-11-31,-3-1-10 0,-1 4-8 0,1 0-7 16,-1 5-8-16,0 2-1 0,-8 5-6 0,4-2-1 0,-4-3-8 16,0 2-2-16,2-1-6 0,-2-2 0 0,0-2-4 15,1-4-3-15,1 0 4 0,-1-1-7 16,3-4-3-16,0 1 4 0,3-2 2 0,-1 2 7 15,6-2 11-15,5-2-1 0,16 2-3 0,3-3-7 0,7-5-46 16,18-1-78-16,3-4-105 0,0-3-192 0,-1 0-429 0,-3-3 190 16</inkml:trace>
  <inkml:trace contextRef="#ctx0" brushRef="#br0" timeOffset="-108305.68">16692 12318 61 0,'0'0'208'15,"0"0"-11"-15,0 0-19 0,2-3-17 0,-2 3-10 16,3-3-19-16,-3 3-15 0,0 0-19 0,0 0-19 15,0 0-5-15,0 0-11 0,-8 10-3 0,-1-3-8 16,-1 6-5-16,-4 1-7 16,-4 5-3-16,-5 0-5 0,1-2-1 0,2 2-7 15,-2-1 6-15,3 2-10 0,-1-1-5 0,7-5-2 16,-1 3-2-16,1-2 0 0,0-1-7 0,4 3 3 16,4-6-5-16,1 1 4 0,-2 0-3 0,3-2 1 15,3 3 6-15,3-4 0 0,3 1 0 0,3 0-5 0,4 0 6 0,5 1-1 0,1-1 1 0,6 1-4 16,1-2 6-1,2 1-2-15,-7-5-2 0,4 6-3 0,-7-5-1 0,1 1 3 16,-2 1-4-16,-4-3-2 0,-3 0-10 0,0 1-9 16,-3-1 1-16,-5 0 1 0,2-1 1 0,-4 4 6 15,-4-3 2-15,-5 4 0 0,-5 1 6 0,-5 0-2 16,-1-4 1-16,-7 5-6 0,0-2 9 16,0 0-3-16,-1-1 2 0,1-1-1 0,-1 1-3 0,9-5-21 15,-3 2-18-15,3-3-14 0,6 0-25 0,0 0-4 0,3-2-22 16,4 0-36-16,1-2-101 0,5 2-264 0,4-8 117 15</inkml:trace>
  <inkml:trace contextRef="#ctx0" brushRef="#br0" timeOffset="-108036.16">16913 12661 253 0,'0'-2'329'0,"0"2"-13"15,0-5-15-15,0 5-14 0,4-5-25 0,-4 5-28 16,0-3-20-16,0 3-35 0,0 0-5 0,0 0-29 16,0 0-16-16,4-3-16 0,-4 3-19 0,0 0-8 15,0 0-15-15,0 0-6 0,0 0-15 0,0 0 1 0,1 15-9 0,-1-10-8 16,-4 3 2-16,4-1-4 0,0 3-2 0,-1 0-12 16,-2 1-15-16,-2-1-4 0,5 0-21 0,-4-1-10 15,0 1-13-15,0-3-12 0,3 3-9 0,0-3-22 16,-3-2-4-16,0 2-16 0,3-2-8 0,-3-2-5 15,3 1 6-15,-3 0-21 0,4-4-19 0,0 0-35 16,-12-7-178-16,8 3-397 16,1-5 175-16</inkml:trace>
  <inkml:trace contextRef="#ctx0" brushRef="#br0" timeOffset="-107889.02">16873 12489 154 0,'4'-10'219'0,"-3"1"-8"0,3-1-11 0,0 5-19 16,-3-2-16-16,-1 2-17 0,4 1-19 0,-4 4-17 15,4-3-11-15,-4 3-17 0,5-3-28 0,-5 3-21 0,8 1-21 0,-6 3-21 16,5 1-22-16,-3 0-30 0,-1 2-25 0,1 0-39 16,0 3-129-16,-1 0-272 0,-1 0 121 15</inkml:trace>
  <inkml:trace contextRef="#ctx0" brushRef="#br0" timeOffset="-107556.92">17202 12644 115 0,'1'5'165'0,"-1"-5"-22"16,-1 7-12-16,1-2-6 16,-2 2-19-16,0 1-13 0,-2 1-11 0,2 3-6 15,-2 0-7-15,0 1-9 0,0-1-6 0,0 0-4 16,1 0-13-16,0-2 5 0,0-3-4 0,-2 1-4 15,4-2 0-15,0-2-5 0,-1 0 11 0,1-1 38 16,1-3 32-16,-4 5 32 0,4-1 15 0,0-4 26 16,0 0-3-16,0 0-19 0,0 0-14 0,0 0-10 15,9-12-19-15,0 7-15 0,-4 2-15 0,4-4 3 0,-1 1-19 0,-2 2-9 16,2-2-5-16,-1 0-8 0,1 4-12 0,2-1 15 16,1-1-21-16,-2 2-4 0,3-1-27 0,-3 3-16 15,4 0-10-15,-2 0-30 0,1 2-37 0,2 0-46 16,-1 2-58-16,1-3-64 0,-4 3-212 0,2-1-512 15,-1 0 227-15</inkml:trace>
  <inkml:trace contextRef="#ctx0" brushRef="#br0" timeOffset="-107187.18">17552 12532 34 0,'1'-2'238'0,"-1"2"-21"0,9-3-21 15,-4 2-19-15,0 1-15 0,-5 0-16 0,18 4-19 0,-8-1-12 16,1 0-15-16,1 4-2 0,2 2-17 0,-3 0-5 16,0 2-9-16,-2 4-7 0,-1-1-6 0,-1 2-5 15,-4 1-8-15,-2 0-3 0,-2 3-3 0,-2 1-3 0,-7 1-2 31,1 2-4-31,-1-7-4 0,-1 0-3 0,-1 0-1 0,-2-2 6 0,4-4-8 0,1 0 1 0,-1-2 2 16,3-1-2-16,2-3 0 0,1 0-3 0,-1-1 2 16,1 0-3-16,4-1 18 0,-5-1 12 0,5-2 16 15,-1 4 9-15,1-4 7 0,6 4 2 0,-6-4 0 0,21-2-10 16,-3 1-8 0,0-1-5-16,3-1-11 0,10 1-29 0,-3-3-52 15,0 1-57-15,-5-1-69 0,8-1-72 0,-12 0-189 16,3 0-459-16,-3-3 204 0</inkml:trace>
  <inkml:trace contextRef="#ctx0" brushRef="#br0" timeOffset="-106733.02">17961 12559 109 0,'6'-4'259'16,"3"-1"-22"-16,2 3-15 0,1 1-19 0,1 1-22 0,-2 0-21 15,2 0-14-15,1 1-15 0,3 4-17 0,-2 3-12 16,-3-3-7-16,-2 4-11 0,1 3-12 0,0 1-8 16,-4 3-6-16,-5-1-6 0,0 5-6 0,-6-3-5 15,0 1-4-15,-5 5-4 0,-5 0 1 0,2 0-8 16,-3-3-1-16,-2 1-2 0,4-6-3 0,-1-3-4 15,1 0 7-15,3-3 1 0,2-3 5 0,2 3 2 0,-1-6 8 16,1 1 13-16,2 0 34 0,3-2 28 0,-3 2 29 16,1-2 37-16,3-2 23 0,0 0-16 0,0 0-16 0,0 0-17 15,14-17-19-15,3 6-16 0,2-5-12 16,4-3-9-16,2-2-13 0,1 2-17 0,3-6-17 16,-3 3-10-16,1 1-2 0,-5 0 0 0,-3 6-10 15,-5 3 11-15,-6 4-1 16,1 1-1-16,-4 4-13 0,0-1-22 0,-1 0-22 15,0 1-17-15,-4 3-52 0,0 0 1 0,6 9 9 16,-5-4 2-16,-2 7 9 0,1 5 10 0,-1 0 4 16,2 8 7-16,0-1 2 0,4 2 5 0,2 0 10 15,6-2-16-15,2 3-27 0,9-5-59 0,2-3-97 16,4-3-404-16,6-6-684 0,18-2 303 0</inkml:trace>
  <inkml:trace contextRef="#ctx0" brushRef="#br0" timeOffset="-89442.06">19014 12726 69 0,'0'0'161'0,"-7"0"-10"0,7 0-13 0,-7 0-8 16,7 0-11-16,0 0-12 0,0 0-8 15,0 0-1-15,-8 0-6 0,8 0-8 0,0 0-1 0,0 0-7 0,0 0-7 16,-6 0-5-16,6 0-5 0,0 0-6 0,0 0-3 15,0 0-4-15,0 0-2 0,0 0-3 0,0 0-4 16,0 0 5-16,0 0-4 0,0 0 5 0,0 0-4 16,0 0-6-16,0 0-1 0,0 0-5 0,0 0-1 15,0 0 0-15,0 0-5 0,0 0-3 0,0 0-1 16,0 0 0-16,0 0-2 16,0 0-2-16,0 0-2 0,0 0 1 0,0 0-1 15,0 0-2-15,0 0 5 0,0 0 6 0,0 0 1 16,0 0 2-16,0 0 2 0,0 0-2 0,0 0 2 15,0 0-2-15,0 0-3 0,0 0 0 0,0 0-5 16,0 0 2-16,0 0-4 0,0 0 1 0,0 0-4 16,0 0 1-16,0 0-2 0,0 0-2 0,0 0 1 15,0 0 2-15,0 0-4 0,0 0 2 0,0 0-3 0,0 0 1 0,0 0 0 16,0 0 2-16,0 0-2 0,0 0 3 0,0 0 0 16,0 0-3-16,0 0 1 0,0 0 0 0,0 0-2 15,0 0 3-15,0 0-3 0,0 0-1 0,0 0-1 16,0 0 3-16,0 0-3 0,0 0 0 0,0 0 2 15,0 0-3-15,16-5-1 0,-16 5 3 0,0 0-3 16,9-1 2-16,-9 1 0 0,0 0-3 0,5-1 0 0,-5 1 0 0,0 0 0 16,6-2 1-16,-6 2-1 0,0 0 2 0,8 0-1 15,-8 0-1-15,0 0 2 0,0 0-1 0,4-1 1 16,-4 1-2-16,0 0 1 0,0 0 0 16,0 0-3-16,0 0 2 0,0 0 2 0,0 0-1 15,0 0 0-15,0 0-4 0,0 0 1 0,0 0 0 0,0 0 1 16,0 0 0-1,0 0-2-15,0 0 1 0,0 0 0 0,0 0 2 16,9 0 0-16,-9 0-1 0,0 0 0 0,0 0-2 16,0 0 2-16,0 0 4 0,0 0-9 0,0 0-2 0,0 0 2 15,0 0-4-15,0 0 4 0,0 0-1 16,0 0-3-16,0 0 5 0,0 0 5 0,0 0-9 16,0 0 0-16,0 0 2 0,0 0-2 0,0 0 1 15,0 0 2-15,0 0-2 0,0 0 3 0,0 0-1 0,0 0 5 0,4 3-1 16,-4-3 0-16,7 0 0 0,2-2 3 0,3 2-1 15,10-2 2-15,-2 1-1 0,13-4 1 0,2 0 2 16,3 1 4-16,-1-2 5 0,21 2 0 0,-2-2-1 16,-2 0 0-16,-1-1-1 0,-3-1 4 0,-12 5-5 15,-1-2-4-15,-1 1 3 0,-2 0-2 0,-4 0 1 16,-7 3-13-16,-4-2-6 16,-1 1-8-16,-6 2-12 0,-2-3-14 0,-4 2-17 15,0-1-14-15,-6 2-23 0,0 0-19 0,0 0-24 16,0 0-17-16,0 0-15 0,-27 0-133 0,13 0-334 15,-4 0 148-15</inkml:trace>
  <inkml:trace contextRef="#ctx0" brushRef="#br0" timeOffset="-89188.13">19392 12515 143 0,'-1'-7'274'16,"-1"0"-9"-16,1 0-17 0,0 4-25 0,-1-1-21 0,1 1-23 0,1 3-23 0,-1-8-19 16,1 8-15-16,0 0-35 0,0 0-11 15,0 0-2-15,-4 16-18 0,0 2-3 0,4 7-7 16,-1 4-5-16,1 0-5 0,1 4-3 0,2 4 5 16,2-2-11-16,0 13 0 0,-2-14-17 0,-1-1-42 15,2 1-61-15,4-2-86 0,-7-3-197 0,3-5-405 0,-3-7 180 16</inkml:trace>
  <inkml:trace contextRef="#ctx0" brushRef="#br0" timeOffset="-87220.92">20675 12141 70 0,'5'-2'148'0,"1"-1"-11"16,6-3-7-16,1 5-21 0,6-5-10 0,0 5-13 15,1 0-1-15,9 1-6 0,-3 1-14 16,4 3 2-16,-5 2 1 0,-3 0-8 0,4 7-10 16,-9-6-5-16,5 10-6 0,-6-3-2 0,1 6-12 0,-3 3 3 15,-5-1-9-15,-1 3 13 0,-7 1-8 0,-1 1-6 16,-5 0-1-16,-4 0 0 0,-1 1 8 0,-3-4-8 16,-6 0-6-16,1 1 0 0,-1-4-1 0,0-2-3 0,-1-2-4 0,4-4 10 15,0 0-6-15,0-2 4 0,1-1 3 0,3-2 2 16,3-2-6-16,-1-2 1 0,5 0 11 15,0 0 15-15,-2 0 23 0,5-3 27 0,-1-1 38 16,3 0 20-16,-6 3-14 0,6-3-13 0,0 0-10 16,14-20-13-16,-1 6-9 0,6-5-10 0,3-3-12 0,1-2-8 15,4-4-14-15,10-8-10 0,-4-1 1 0,-6 12-9 0,7-12-2 16,-11 13-4-16,-1 0 0 0,-4 0-4 0,0 2 1 16,-4 7 1-16,-3 4 8 0,-6 0 5 0,3 4 2 15,-3 1-5-15,-2 2-9 0,1-1-8 0,-2 1-18 16,1 3-19-16,-3 1-3 0,0 0 1 0,0 0 1 15,-11 13 2-15,1 2 3 0,-1 3 2 0,-2 4 2 16,-1 4 1-16,2-3 2 16,5 3-1-16,-2 1 2 0,1-4-1 0,8-2 3 15,3-2 4-15,3 1 2 0,7 1 2 0,6 1 3 16,12-7-4-16,21-1-47 0,3-4-95 0,9-8-308 16,27-7-496-16,-25-2 220 0</inkml:trace>
  <inkml:trace contextRef="#ctx0" brushRef="#br0" timeOffset="-86002.63">21925 12160 158 0,'0'0'175'0,"0"0"-13"0,0 0-17 0,0 0-11 16,0 0-10-16,0 0-15 0,0 0-3 0,0 0-16 15,0 0-12 1,-2-5 1-16,2 5-15 0,0 0-2 0,0 0-11 15,0 0-3-15,0 0-6 0,0 0-4 0,0 0 0 0,0 0-11 16,0 0 5-16,0 0-9 0,0 0 1 16,0 0-8-16,0 0 4 0,0 0 1 0,0 0 5 15,0 0 1-15,14 0-1 0,-7-2-3 0,-2-1 0 0,3-1-3 16,2 1-5-16,-3-1-2 0,2 1 4 0,3-3-1 16,-2 2-6-16,-2 0 3 0,3-1 0 0,-4 2-1 0,0-1-11 15,-3-1 15-15,1 1 3 0,-1 0 1 0,2 0-3 16,-4 1 9-16,1 0 7 0,1 1-2 0,-2 0-2 15,-2 2 3-15,0 0-8 0,2-5-14 0,-2 5-8 16,0 0-5-16,-13 0 2 0,1 2 1 0,1 1-1 16,1 1-3-16,-6 2 0 0,-3 1 0 0,2 1 1 15,-7 4-3-15,-1 4 3 0,2 2-6 0,0 0-3 0,-2-1 8 0,2 5-2 16,0 3 5-16,1 1-6 0,4 0 3 0,-1 3-2 16,5-4 3-16,4 2-4 0,2-2 4 0,4-5-3 15,4-2-1-15,4-1 3 0,6 0 5 0,8 4 3 16,4-7 4-16,6 0-1 0,5-3 4 0,6-5-5 15,19-2 5-15,2-5 0 0,6-2 0 0,27-7-3 16,-27 3 1-16,21-10-1 16,-27 4 0-16,2-1 0 0,-4-2 2 0,-3 0-10 15,-6-3-5-15,-13 3-7 0,-3 0-2 0,-3-3 3 16,-3 3 6-16,-4 0-2 0,-10 4 13 0,-6 0 17 16,1 4 3-16,-4-4 1 0,-3 5-5 0,-2-3-3 15,-3 5-5-15,-2-2-5 0,-3 2 0 0,-4 1-4 16,-3 0-1-16,-2 3 0 0,-3 1-7 0,-2 2 5 15,-5 8 2-15,3 0-6 0,-1 1 2 0,-1 2-1 0,4 1-4 0,2 1 3 16,5-1-1-16,4 0 1 0,0-1-1 0,4 3 2 16,2-4-6-16,3-3 0 0,3 3-4 0,3-1 5 15,4-1 4-15,2-3-1 0,2 0 2 0,9-2 1 16,3-2 6-16,5-3-3 0,0 0-2 0,-2-4 3 16,3-4-3-16,-2 0 6 0,-6 1-3 0,-2-2-8 15,-3 1-3-15,2-4-8 16,-4 2-10-16,-5 1-5 0,0-3-13 15,3 0 7-15,-10 1 2 0,1 2-6 0,-2-4-14 16,-2 7-14-16,-3-4-2 0,-1 3-2 0,-3 0 2 0,-6 2-8 16,5 0-6-16,-2 1-8 0,-1 2 4 0,1 1-22 15,-2-2-134-15,3 2-263 0,-1 1 116 0</inkml:trace>
  <inkml:trace contextRef="#ctx0" brushRef="#br0" timeOffset="-85585.83">23183 12102 105 0,'0'0'162'16,"0"0"-19"-16,0 0-13 0,0 0-16 0,0 0-14 16,0 0-7-16,-16 10-14 0,9-5-13 0,-2 1-5 0,-1 0-5 0,0 3-1 15,-2-1-3-15,0 4-10 0,0 1-6 0,-2-2-10 16,4 1 3-16,1 2-4 0,-1 0 1 0,1 0-6 16,2-3 0-16,3 2-7 0,2-1 1 0,-1 2 0 15,3-4-3-15,4 2 1 0,0 2 0 0,0-4-1 16,2 0-2-16,6 3 3 0,-2-5 5 0,4 0-3 15,1 1 10-15,-1-2-15 0,0 0-3 0,-1-3 1 0,-3 1-1 0,-1 0 1 16,-4-1-1-16,3-1-5 0,-4-1-7 0,1 2 2 16,-4-1 0-16,1-1 2 0,-2-2 4 0,-7 10 6 15,0-5-6-15,-4 0 2 0,-1 2-2 0,-4-2-17 16,-3 1-4-16,1 2-21 0,0-5-20 0,-1 2-34 16,1 2-143-16,-1-5-256 0,6-2 113 0</inkml:trace>
  <inkml:trace contextRef="#ctx0" brushRef="#br0" timeOffset="-85062.35">23427 12076 75 0,'0'0'188'0,"0"0"-24"16,0 0-20-16,0 0-14 0,22-3-17 0,-12 3-4 16,4-1-9-16,-1 2-14 0,5-1-10 0,2 4-3 0,1-1-8 0,-1 2-5 15,-2-2-11-15,2 3 0 0,-4 2-8 0,-1 2-1 16,-3-3-4-16,-3 0 1 0,-3 5-8 0,-1 0-7 16,2 5 3-16,-7 0-6 0,-3 2-1 0,-6 5-4 15,-4 1 0-15,-1-1 2 0,-8 1-3 0,-2-1 0 16,1-2-3-16,-6-1 0 0,2-3-5 0,1-2 4 15,2-1-3-15,5-6 5 0,1 3-2 0,0-1-6 0,5-2 2 0,3-3 0 16,1 2-2-16,4-5-1 0,-1 1 5 0,1-1-1 16,2 2 16-16,3-3 8 0,0-2 13 0,5 3 5 15,4-2 1-15,4-2-8 0,4 1-2 0,3-3-4 16,11 1 0-16,-2-3-5 0,3 0-5 0,-1 3-3 16,-4-1-13-16,2-1-25 0,-1-1-40 0,-9 0-42 15,9-4-42-15,-11 6-199 16,1-2-365-16,0 0 162 0</inkml:trace>
  <inkml:trace contextRef="#ctx0" brushRef="#br0" timeOffset="-84545.56">24015 12114 73 0,'3'-4'222'16,"1"2"-30"-16,3-1-14 0,-2 1-18 0,4 1-15 16,-1 0-21-16,3 1-11 0,1 0-11 0,-2 3-12 15,4 0-14-15,-2 2-7 0,-1-1-11 0,1 2-10 16,-3 2-12-16,1 3-5 0,-4 1-2 0,-2 0-9 15,-1-1 3-15,-2 7-4 0,-4 1-3 0,-1-2 6 16,-3 6-10-16,-2-4-4 0,-4 2 4 0,3-4-4 16,-3 0 5-16,0-1-6 0,2 0 2 0,-1-4 2 0,3-3-1 0,-1-1 13 15,5 1-6-15,-3-3 4 0,3-1 5 0,1-1 6 16,-1-2 18-16,2 0 19 0,1 2 25 0,0-2 22 16,2-2 20-16,0 0 17 0,0 0-16 0,0 0-13 15,0 0-1-15,16-15-22 0,-6 3-12 0,7-3-11 16,1-4-11-16,4-1-9 0,2-6-30 0,-2 2-12 15,1-1-13-15,-3 0-8 16,0 3 2-16,-7 8 2 0,0 0-2 0,-3 2 3 16,-1 3 3-16,-5-1-2 0,1 5-1 0,1 1 1 15,-2-1-11-15,-1 0-15 0,-2 5-12 0,-1 0-2 16,0 0 7-16,0 0-7 0,-5 14 8 0,-1-2 1 16,-1-3 1-16,-2 16 2 0,4-7 5 0,0 10 1 15,-2-3-3-15,4 7 3 0,4-7 2 0,3 2 1 16,4-3 3-16,3-1 4 0,8-1 3 0,3-1-3 0,5-4-45 0,8-3-73 15,4-4-134-15,-1-6-167 0,16-4-464 0,-17-2 206 16</inkml:trace>
  <inkml:trace contextRef="#ctx0" brushRef="#br0" timeOffset="-81669.72">21031 13072 59 0,'-4'-1'132'0,"4"1"3"16,0 0-5-16,-2-4-12 0,2 4-4 0,0 0-9 16,0 0-1-16,0 0-16 0,0 0-9 0,0 0-9 15,0 0-8-15,-3-4-3 0,3 4-8 0,0 0-6 16,0 0-5-16,0 0-1 0,0 0-2 0,0 0-9 0,0 0 6 0,0 0-10 15,0 0-5-15,0 0 1 0,0 0-6 0,0 0-4 16,0 0-1-16,0 0-1 0,0 0-2 0,0 0 2 16,0 0 2-16,18 7-5 0,-14-6 0 0,1 0 0 15,3 2-5-15,-2-3 6 0,5 1-2 0,1 2 10 16,1-2-8-16,7 2-4 0,1-2-1 0,7-1 0 16,2 3 4-16,4-3 2 15,-1 0-2-15,0 0 0 0,2 0-8 16,1-4 6-16,1 0 0 0,1 1 0 0,4 2 9 15,-2-2-7-15,15-2-2 0,-3 0 0 0,-2-2-1 0,-9 5-2 16,11-5 3-16,3 2 5 0,0-5-2 0,4 2 4 16,5-1 8-16,25-1 2 0,-22 3 3 0,29-3 2 15,2-4 7-15,-6 5-4 0,1 0 2 0,0 3-4 16,-2 0 5-16,5 0-6 0,1 2 0 0,-1 1-3 0,-1-2-5 0,4 5-1 16,-3-3 0-16,-3 3 2 0,-1 5-3 15,-1-3-3-15,-26-1 2 0,35 2 3 0,-2-3-6 16,-7 1-2-16,-25 2-1 0,29-6-3 0,-30 3 6 15,0 0-4-15,2-1-2 0,-3-3 3 0,-3 4-5 0,-1-4 4 16,0 0 0-16,-2 0-2 0,-5-1 3 0,-13 1 6 16,-2 1 7-1,1-2 2-15,-5 1 3 0,-4 1 5 0,-4-3 7 16,-5 2 6-16,-6 2 8 0,-1 0 7 0,-4 1 8 0,-2-1-4 16,0 2 0-16,-2-2 1 0,-1 0-17 15,-1 1-2-15,-4 1-3 0,9-1-16 0,-9 1-15 16,5-1-14-16,-5 1-22 0,3-3-25 0,-3 3-35 15,0 0-39-15,0 0-41 0,0 0-20 0,0 0-39 16,0 0-141-16,0 0-394 0,0 0 175 0</inkml:trace>
  <inkml:trace contextRef="#ctx0" brushRef="#br0" timeOffset="-77744.4">22530 13298 7 0,'0'0'176'0,"-1"-4"16"16,-2 2-10-16,3 2-13 0,-1-9-2 0,1 9-14 16,0-5-8-16,0 5-7 0,0-5-6 0,0 5-5 15,0-5-4-15,0 5-7 0,0 0-15 0,-2-5-11 0,2 5-9 0,0 0-10 16,0 0-13-16,0 0-17 0,0 0-19 0,0 0-11 15,0 0-7-15,0 0-2 0,-6 17 1 0,5-5-5 16,-3 2 1-16,-1 9 14 0,0 2-3 0,1 1-2 16,0 0 0-16,-1 1 0 0,1 1 1 0,1-1 3 15,1-4-6-15,2-4-1 0,-5 6-2 0,5-7-1 16,-1 1 2-16,1-2 1 16,1-2 0-16,-1-4-4 0,-1-2 5 0,1-2-1 15,0 0 5-15,0-2-4 0,0 0-3 16,-1 0 5-16,1-1 8 0,1-1 14 0,-1-3 7 15,0 0 9-15,0 4 7 0,0-4 5 0,1 5-3 0,-1-5 1 16,0 0 0-16,0 0-3 0,0 0-5 0,2 3-10 16,-2-3-28-16,0 0-26 0,0 0-35 0,0 0-39 15,0-14-36-15,3 8-38 0,-3-1-46 0,3 0-181 0,-2 0-423 16,0-3 186-16</inkml:trace>
  <inkml:trace contextRef="#ctx0" brushRef="#br0" timeOffset="-77111.54">23315 13171 70 0,'0'0'165'0,"0"0"-15"15,-3-5-3-15,3 5-23 0,0 0-2 16,0 0-16-16,0 0-10 0,0 0-14 0,-2-2-4 16,2 2-11-16,0 0-7 0,0 0-10 0,0 0-2 0,-17 5-9 0,11-2 0 15,-1 1-7-15,-3 1-2 0,-1 1-4 0,0 3-8 16,-4 3-2-16,0 0-3 0,-2 2-1 0,-1 3-3 15,0 7-3-15,0-2-1 0,0 0-2 0,3 2 0 16,1 0 0-16,-1 0-5 0,1 1 4 0,2 1-2 16,0-3 2-16,5-4 7 0,3 0-9 0,0-2-3 15,-1 0 12-15,5 1 2 0,0-5 12 0,3 3 11 0,1 0 10 0,1-7 20 16,5 6 9-16,3-3 10 0,1-2 4 0,4-1 0 16,2-4-2-16,8 0-6 0,4-2-6 0,-1-1-4 15,-3-2 0-15,0-3 4 0,-5 1 7 0,-5-2 9 16,-5 1 18-16,1 0 17 0,-3-2 27 0,-3-1-7 15,1 1-16-15,-3-5-12 0,-2 3-26 0,-4-4-24 16,-2 0-19-16,-6 3-22 16,-4-7-18-16,-7 4-24 0,-8-1-32 0,-7-1-44 15,-4 6-49-15,-11 2-58 0,8 3-67 0,-12 0-233 16,16 2-540-16,2 0 239 0</inkml:trace>
  <inkml:trace contextRef="#ctx0" brushRef="#br0" timeOffset="-70423.77">3916 15633 61 0,'-5'-3'211'0,"5"3"-16"0,0 0-1 15,0 0-12-15,0 0-20 0,0 0-9 0,0 0-15 0,0 0-13 16,0 0-6-16,0 0-4 0,0 0 23 0,0 0-8 16,0 0-9-16,0 0-4 0,0 0-12 0,0 0-3 15,0 0-13-15,0 0-7 0,0 0-9 0,14-4-5 16,0 1-7-16,7-2-6 0,12-2-7 0,1 0 0 16,5-1-12-16,13 0-19 0,-15 2-34 0,1 0-28 15,1 0-36-15,-1 1-33 16,-2 2-48-16,-3-2-45 0,-4 3-180 0,-7-1-418 15,-4 1 184-15</inkml:trace>
  <inkml:trace contextRef="#ctx0" brushRef="#br0" timeOffset="-70176.43">4028 15850 106 0,'-3'0'229'0,"3"0"-14"0,0 0-17 16,0 0-12-16,0 0-18 0,0 0-16 15,0 0-16-15,0 0-10 0,21-2-13 0,-8-1-14 0,5-1-9 16,1 1-25-16,8-2-27 0,4 3-36 0,-2-3-43 15,3-2-70-15,-3 0-185 0,2 0-320 0,-3 0 142 16</inkml:trace>
  <inkml:trace contextRef="#ctx0" brushRef="#br0" timeOffset="-69606.14">4294 15419 45 0,'0'0'261'0,"0"0"-25"15,-1-3-25-15,1 3-27 0,0 0-18 0,0 0-20 16,0 0-16-16,0 0-15 0,0 0-11 0,0 0-17 16,9 13-5-16,-5-9-9 0,2 1-4 0,3 3-6 15,5 4-7-15,2-4-3 0,0 5-6 0,2-1-2 16,6-1-6-16,-5-1-2 0,6 4-3 0,-6-8 0 16,7 5-3-16,-6-4-9 0,-5-2-2 0,3-1-3 0,-1-1-1 15,-3 0-5-15,-3-1-3 0,-1 0 2 0,1-1 1 0,-5 0 1 16,-1-1 1-16,2 1 15 0,-2 1-4 0,0-1 3 15,-5-1-5-15,6 1-1 0,-2 0-10 16,-4-1-7-16,0 0-2 0,-1 9-2 0,-3 0-3 16,-6 7-1-16,-7 6 1 0,-3 7 3 0,-10 11-1 15,-3 1-2-15,1-2 1 16,0 5-1-16,3-5 2 0,7-11 4 0,-6 11 8 16,5-11 0-16,9-2 5 0,-4 7-2 0,4-9 6 15,0 0-2-15,6-6-1 0,-1-1 0 0,3-3-1 16,2 1 4-16,-1-6 0 0,2 1 5 0,-1-5 5 15,4 2 2-15,-2-3 11 0,1 0 7 0,-1 3 6 16,1-5 4-16,-3 1 1 0,4-3-6 0,0 0-3 16,0 0-6-16,0 0-6 0,0 0-35 0,0 0-31 0,0 0-47 15,0 0-62-15,18-13-86 0,-14 9-261 0,5-3-522 16,0-1 231-16</inkml:trace>
  <inkml:trace contextRef="#ctx0" brushRef="#br0" timeOffset="-68215.11">6050 15276 191 0,'0'-7'198'16,"0"1"-13"-16,-1 2-8 15,-2 0-20-15,3 4-18 0,-1-5-15 0,1 5-13 16,0-5-25-16,0 5-11 0,0 0-10 0,0 0-9 15,-3 14-7-15,2-3-7 0,1 1-5 0,0 6-3 16,0 7-5-16,0 2-1 0,0-1-4 0,0-6-4 16,0 4 1-16,1 1-5 0,2 0 0 0,-2-4 1 15,2-3-3-15,-2 0 1 0,-1-2 3 0,3 1-4 0,-3-4 2 0,0-1-4 16,0-1-28-16,0-1-36 0,-3 2-25 0,2-6-39 16,-3 1-172-16,1-2-311 0,1 0 137 0</inkml:trace>
  <inkml:trace contextRef="#ctx0" brushRef="#br0" timeOffset="-67832.97">5548 15884 140 0,'0'0'145'15,"-5"3"-16"-15,5-3-12 0,-5 1-9 0,5-1-11 16,0 0-10-16,0 0-4 0,11 5-7 0,1-7-4 16,8 2-3-16,8-5-14 0,12-2-9 15,15-2 3-15,6-2-5 0,38-5-4 0,-1-3-2 0,8 1 1 16,-1 0 7-16,-2 0 3 0,2 3 6 0,2-3 1 0,-8 2 5 15,-6 0-2-15,-2 3-1 0,-32 2-9 0,-1 6-2 16,-4-6-2-16,-17 7-5 0,-1-3-7 0,-6 3-2 16,-8 1 1-16,-6 1-4 0,-5 1 1 0,-1 0 9 15,-2 0 8-15,-1-1-5 0,0 0-5 0,-7 2-17 16,0 0-29-16,0 0-23 0,0 0-35 0,-33 5-28 16,10-1-45-16,-5 1-41 15,-3 5-119-15,2-6-325 0,-1 8 144 0</inkml:trace>
  <inkml:trace contextRef="#ctx0" brushRef="#br0" timeOffset="-67400.64">5807 16161 141 0,'0'-6'243'16,"3"3"-29"-16,-3 1-20 0,0 2-21 0,0 0-21 16,0 0-22-16,0 0-26 0,0 0-11 0,0 0-13 15,0 0-7-15,6 19-11 0,-6-6-7 0,0 4-5 16,0 2-4-16,0 7-7 0,-5 3-5 0,4-2-1 16,-2 2 23-16,2-3-7 0,-3 1-4 0,-1-4-2 15,5 3-6-15,0-8-1 0,0 2-3 0,0-3-4 16,0 0-1-16,0-5-3 0,0-2-4 0,-3-2-9 0,3-1-10 0,3-1-6 15,-3-1-4-15,-4-2-10 0,4-3-48 0,-4 2-76 16,4-2-207-16,0 0-379 0,-21-10 168 0</inkml:trace>
  <inkml:trace contextRef="#ctx0" brushRef="#br0" timeOffset="-67100.47">5636 16179 146 0,'0'0'198'0,"0"0"-23"0,0 0-13 0,0 0-13 15,0 0-7-15,24 4-11 0,-11-1-7 0,7 4-6 16,6 4-11-16,2 2-10 0,0-3-8 0,0 6-10 0,2 0-6 0,-3 2-12 16,-3 0-1-16,-1 3-6 0,-5 0 0 0,1 1-6 15,-4 1-4-15,-3 0-5 16,-6-4-4-16,-1 6-5 0,-6-1-4 0,-3-3 2 15,-5 2-28-15,-3 0-2 0,-7-3 4 0,6-4 1 16,-10-1-3-16,-2 2 9 0,2-3-4 0,-4-3-2 16,7 0 7-16,2-4 4 0,-1-2-9 0,3 4 0 0,4-4 6 0,0 0-9 0,2-2 4 15,0-1-3-15,2 0-11 0,4 0-19 0,0-1-10 16,4-1-38-16,0 0-65 0,0 0-48 0,2-10-124 16,4 3-338-16,2 0 150 0</inkml:trace>
  <inkml:trace contextRef="#ctx0" brushRef="#br0" timeOffset="-66716.33">6072 16002 193 0,'10'-2'205'16,"3"0"-14"-16,-3-1-16 0,4 3-22 0,3 0-12 16,-5 3-8-16,0-1-10 15,1 1-14-15,3 6-9 0,-5-2-12 0,5 6-5 16,-6 0-10-16,-2 5-7 0,2-3-6 0,-6 5-7 15,-3-2-6-15,-2 11-1 0,-3-5-6 0,0-5-5 16,-6 5-4-16,3-6-3 0,0-3-3 0,-3-1 0 16,2-3 1-16,3 0-4 0,1-6-3 0,2 2-1 15,-2 0 2-15,3-5 0 0,-1 2 4 0,1 0 8 16,1-4-4-16,5 2-4 0,4-2-1 0,4-6-9 16,6 2-23-16,12 0-39 0,-2-3-41 15,3-1-58-15,-1 1-220 0,-1-3-397 0,-1 0 175 0</inkml:trace>
  <inkml:trace contextRef="#ctx0" brushRef="#br0" timeOffset="-66414.53">6543 16421 45 0,'0'0'202'0,"0"0"-12"15,-6 3-11-15,6-3-7 0,0 0-9 0,0 0-12 16,0 0-8-16,0 0-9 0,0 0-4 0,0 0-10 16,16 2-10-16,-5-5-8 0,3 0-14 0,5-1-5 15,9-1-11-15,4-1-4 0,1 1-7 0,4-3-8 16,2 1-17-16,-2 1-40 0,-3 0-43 0,-2 0-51 0,-1-3-56 0,-12 5-180 15,0-1-360-15,-5 0 159 0</inkml:trace>
  <inkml:trace contextRef="#ctx0" brushRef="#br0" timeOffset="-66182.78">6766 16251 149 0,'-3'-6'307'0,"3"6"-34"0,-5-3-26 0,5 3-31 15,0 0-26-15,0 0-26 0,0 0-14 0,0 0-20 16,0 0-16-16,-5 18-8 0,5-6-10 0,-1 7-10 0,-2 7-9 16,2 2-8-16,1 0-8 0,1 3-4 0,-2 1-5 15,1 1-7-15,0-4-43 0,1-1-35 0,-1 0-48 16,3-4-59-16,-6-3-250 0,3-4-422 0,0-6 187 15</inkml:trace>
  <inkml:trace contextRef="#ctx0" brushRef="#br0" timeOffset="-65712.72">7144 16175 119 0,'1'-3'317'16,"-1"3"-19"-16,0 0-24 0,3-3-29 0,-3 3-28 0,0 0-23 0,0 0-24 15,0 0-19-15,0 0-18 0,0 0-13 0,0 0-13 16,-3 17-11-16,3-8-15 0,-1 4-1 0,0 4-5 16,-2 1-10-16,-2 5-6 0,1 6-6 0,0-5-6 15,-1 2-3-15,2 1-2 0,1-4-5 0,1 3 1 16,-2-6-5-16,6 5 0 0,-2-8-4 0,4-1 2 16,0-4-8-1,-1-1 6-15,1-1-3 0,7-2 0 0,-1-2-4 16,2-3-3-16,4 2 3 0,-1-5-6 0,3 0 1 15,-1-2-8-15,0 1-2 0,-5-1-3 0,-2 2-1 16,1-2-1-16,-2 1 1 0,-1 1-5 0,-2 0 0 16,-1 0-5-16,0 5-3 0,-1-1 2 0,3 3-5 15,-8 3 6-15,1 4 3 0,-1 3 0 0,-1 3 1 16,0 7 4-16,-3-2-8 0,0 4-43 0,-1-2-46 0,-4 0-53 0,4 1-103 16,-3-1-216-16,0-8-506 0,-2-5 225 0</inkml:trace>
  <inkml:trace contextRef="#ctx0" brushRef="#br0" timeOffset="-64008.38">8249 15314 30 0,'0'-5'139'0,"0"5"-2"16,4-4-12-16,0 3 6 0,-3-3-15 0,3 1-6 15,0 0-5-15,0 0-4 0,2 0-9 0,-1 1-7 16,-1 2-1-16,5-4-3 0,0 2-18 0,1 1-7 16,-1 1-5-16,1 0-4 0,2 3 2 0,-2-1 0 15,3 2-4-15,-3 3-3 0,0 0-4 0,4 5 1 0,-4 1-1 0,1 5-2 16,-5 0-5-16,-1 9-3 0,-1-2-5 15,-4 1 9-15,0 3-23 0,-5-2-4 0,-2 3 1 16,-4-3-1-16,2 1 2 0,-5-2-7 0,0-1 6 0,4 1 1 16,-4-9-1-16,2-1 1 0,-2-1-5 0,3-2 3 15,-1 0-1-15,1-5 2 0,3 0-1 0,3-3 2 16,1 0 16 0,-1-1 19-16,1 0 23 0,2-1 18 0,2-3 10 15,-4 0-11-15,4 0-3 0,0 0-11 0,9-15-10 16,-2 5-5-16,1-6 6 0,11-4-15 0,-1-1-4 15,1-4-8-15,4 5-4 0,0-8-8 0,0 4-2 16,0-2-6-16,4 1 0 0,-6 0-3 0,-2 4 1 16,-5 7-1-16,1-1 0 0,-5 3-1 0,-1 2 6 15,-2 3-10-15,-2 3 2 0,-1-2-5 0,-1 2-3 0,1 1-13 0,-2 0-8 16,-2 3 1-16,0 0-1 0,0 0 1 0,-2 20-1 16,-2-9 9-16,-1 6-5 0,-1 2 2 0,-1 8 4 15,0-1 2-15,2 0 0 0,0 0 4 0,2 0 1 16,4 3 1-16,3-6 3 0,3 5 2 0,3-6 1 15,0-4 3-15,6 1-1 0,6-4-6 0,5-2-37 16,5-3-43-16,0-3-84 0,4-3-76 0,3-2-142 0,-2-4-417 16,-1-3 185-16</inkml:trace>
  <inkml:trace contextRef="#ctx0" brushRef="#br0" timeOffset="-63538.37">8094 15954 57 0,'0'0'181'0,"0"0"-6"0,-7 0-14 0,7 0-6 16,0 0-13-16,0 0-14 0,-8 0-8 15,8 0-15-15,-2 1-12 0,2-1-10 0,0 0-11 16,0 0-4-16,0 0-6 16,0 0-10-16,0 0-3 0,0 0-8 0,0 0-2 15,0 0-1-15,0 0-6 0,-8 0-5 0,8 0-4 16,0 0 1-16,0 0-3 0,0 0 7 0,0 0 12 15,0 0 2-15,19 1 7 0,-5-2-7 0,8 1-9 16,9-3 4-16,8-1-4 0,19-3-4 0,6 0 10 16,30-2-3-16,0 0 8 0,3-2 0 0,0-1 2 15,-31 7 0-15,27-2-6 0,-30 2-2 0,-6 3-5 0,0-1-1 16,-18 2-4-16,1-3-4 0,-8 3-12 0,-4-2-13 16,-6 2-11-16,-9-1-10 0,-1 1-6 0,1 0-7 15,-9-1-18-15,-4 2-11 0,0 0-15 0,0 0-26 0,0 0-15 16,-31 3-18-16,15 0-17 0,-7-2-12 0,-5 2-127 15,-2 1-319-15,1-2 141 0</inkml:trace>
  <inkml:trace contextRef="#ctx0" brushRef="#br0" timeOffset="-63020.23">8645 16056 83 0,'0'0'180'0,"0"0"0"0,12-7-16 0,-6 6-9 15,7 1-14-15,-4-2-12 0,6 5-8 0,-2-2-16 16,5 2-4-16,-5-2-16 0,0 1-9 0,1 3-8 16,-4 0-5-16,2 2-9 0,-4 0-11 0,1 3-1 15,-4 4-2-15,-1 3-1 0,-4 2-6 0,-5 2-2 16,-5 4-5-16,-4 0-1 16,-7 2-3-16,2 0 25 0,-5-3 3 0,5 2-8 15,-7-4-8-15,3-1 8 0,0-4 3 0,3 1 6 0,3-7-1 0,0-1 0 16,6-3-1-16,1 0-1 0,3-2-2 0,1 0 16 15,0-3 13-15,2 2 4 0,2 0 2 0,2-4 1 16,0 0-10-16,18-3-9 0,2-1-7 0,12-1-8 16,4-3-3-16,4 1-5 0,10-4-6 15,1 2 5-15,4-2-6 0,-1 1-5 0,1 3 10 16,-18 1-2-16,14 4-16 0,-16-4 17 0,0 5-8 16,-4-2-1-16,-5-1-4 0,-9 3-17 0,-3 2 17 15,-2-2-9-15,-2 0 9 0,-4 2-9 0,-6-1-4 16,11 0-1-16,-11 0-20 0,0 0-20 0,7-4-36 15,-7 4-56-15,0 0-60 0,0 0-72 0,0 0-255 16,-19-9-551 0,12 5 244-16</inkml:trace>
  <inkml:trace contextRef="#ctx0" brushRef="#br0" timeOffset="-61539.69">10047 15454 200 0,'0'0'217'15,"-4"-3"-11"-15,4 3-13 0,0 0-17 0,0 0-11 0,0 0-16 0,0 0-16 16,-2-4-15-16,2 4-9 0,0 0-16 0,0 0-5 16,0 0-10-16,0 0-11 0,0 0-8 0,0 0-5 15,0 0-8-15,0 0-6 0,0 0-1 0,0 0-6 16,0 0-2-16,0 0-5 0,0 0-4 0,0 0 2 15,0 0-1-15,0 0-3 0,0 0-3 0,18-1 1 16,-8 0 1-16,0-3-7 16,0 4 0-16,2-3-2 0,-1-1 0 0,3 0-3 15,-1 0 3-15,-3-1-2 0,4 1-2 0,-1-1 2 16,1 0-1-16,-5-2 2 0,0 2 1 0,-1 1 0 16,-3 0 8-16,0 3 6 0,-1-5 7 0,-2 5-2 15,1-2 4-15,1 1-7 0,-4 2-4 0,0-5-12 16,0 5-4-16,-10 0 0 0,10 0-3 0,-21 2-1 15,11 1 1-15,-8 3-4 0,0 2 2 0,-9 4-1 0,0 0-2 16,-1 2 2-16,-1 1 0 0,0 3-4 0,-1 2-18 16,2 3 0-16,0-1 3 0,1 2 2 0,3-1 2 15,2 3 1-15,3 0 6 0,5-1 1 0,1 3-6 16,5-4 4-16,5-5 7 0,3-1-8 0,3-1 3 0,6-1 2 16,12 1 2-16,6-2 2 0,1-4 2 0,11-4 1 15,15 4 0 1,1-9 0-16,1-2 3 0,4-2-1 0,0 0-1 15,-1-3-4-15,-4-3-3 0,-1-2-2 0,-17 4 0 16,1-1-3-16,-3-5 2 0,-5 1 4 0,-4-4 0 16,-2 1-2-16,-10 4 0 0,-1-1 9 0,-3 3-3 15,-5-1 7-15,-2 1 1 0,-2 1-1 0,-5 0 0 16,-1 2-6-16,-5-2 2 0,-3 4-2 0,-5 2 1 16,0-1-5-16,-10 8 2 0,0-1-5 0,0 1 5 0,0 5-3 0,1-2 0 15,3 3-3-15,6-2 5 0,-3 1-4 0,7 0 3 16,3 3 2-16,3-5-1 0,2 1-6 15,1 0 2-15,0 0-1 0,7-2 2 0,3 0 3 16,2-1 2-16,3 1-1 0,9-5 4 0,-1-1-2 0,5 1 0 16,5-6-4-16,0 1 9 0,0 0-2 0,-7-3-3 15,-1 0 4-15,-3-3-1 0,2-1-3 0,-5 0-3 0,0-2-3 16,-5 2-11-16,-3-1-1 0,1 1-14 0,-5-1-6 16,1-2-3-16,-3 2-2 0,-4 3-10 0,0-3-10 15,-2 3-12-15,-2-1-2 0,-2 1-17 0,-3 3-12 16,-1-1-7-16,3 0-19 0,-1 2-16 0,-1-1-120 15,2 3-287-15,4-2 127 0</inkml:trace>
  <inkml:trace contextRef="#ctx0" brushRef="#br0" timeOffset="-61144.83">10940 15486 148 0,'0'0'230'0,"0"0"-23"0,0 0-23 16,0 0-18-16,5-4-20 0,-5 4-15 0,0 0-15 16,0 0-14-16,0 0-6 0,-14 12-14 0,8-6-6 15,-3 3-8-15,-2-3-6 16,-1 7-8-16,-3-3 2 0,1 5-17 0,-3-3-6 15,4 0 1-15,-1 4-7 0,4-4 1 0,1 3-5 16,0-1-3-16,0 2 0 0,4-4-3 0,1 4-1 16,2 0-8-16,2-6 2 0,2 6-1 0,-1-4 2 15,5 0 2-15,5 2-1 0,-2-2 3 0,0-1-3 16,6 1 1-16,-2-3 3 0,-1 0-5 0,4-1-1 16,-7 0 0-16,1-4-2 0,1 3-1 0,-6-1 1 0,1-2-5 15,-1-2-7-15,1 3-12 0,-3-1 0 16,-2 2 0-16,-1-4 1 0,-2 2 0 0,-6 1-13 15,-1-2-7-15,-2 2-26 0,-3-1-18 0,-3 1-28 16,-1-2-20-16,0 0-29 0,0-2-125 0,5-1-303 16,0-1 134-16</inkml:trace>
  <inkml:trace contextRef="#ctx0" brushRef="#br0" timeOffset="-59728.83">11344 15477 69 0,'0'0'167'0,"0"0"3"0,0-4-16 0,0 4-9 16,0 0-4-16,0 0-8 0,10-4-17 0,-5 3-5 15,2-2-12-15,2 1-7 0,0 2-8 0,2 0-6 0,1 1-12 0,-1 0 1 16,3 2-2-16,-1 1-5 0,5-1 0 0,-7 2-4 16,2-1-3-16,4 5-7 0,-3 0-1 0,0 1-8 15,-6-1-3-15,-1 2-3 0,0 2-3 0,-1 1-4 16,-3 4-4-16,-6 0 1 0,-2 7-4 0,-5 0 0 16,-2-1-4-16,-7 1 0 0,1-4-3 0,0 0 1 15,0-3-2 1,3-4-1-16,0-2-2 0,1-1 1 0,1 0-3 15,1-3-1-15,5-2 2 0,-1 2-1 0,3-3 1 0,0-1 25 16,1 1-4-16,3 1 1 0,1-2 3 0,0-2 4 16,5 1 0-16,5 1-1 0,4-3-1 0,6 0-3 15,11 1-4-15,1-4-24 0,-1 1-25 16,1-2-41-16,-2-2-45 0,2 0-65 0,0 1-214 16,-4-4-421-16,-1 2 187 0</inkml:trace>
  <inkml:trace contextRef="#ctx0" brushRef="#br0" timeOffset="-59227.48">11788 15529 5 0,'8'-2'194'0,"4"1"-15"0,-2 2-14 0,3 0-17 16,-2 1-13-16,2 4-16 0,0 0-7 0,-3 2-7 0,4 1-7 15,-5 1-13-15,-1 3-8 0,-3-1-14 0,-1 2 1 16,-3 3-9-16,-2 1-4 0,-3 1-4 0,-5-1-1 16,-4 5-9-16,3-6-3 0,-7 4-3 0,7-6 1 15,-4-1-2-15,-1-2 3 0,2-1 0 0,3-2 3 16,-2-1 2-16,2-2 4 0,2-2-2 0,-1 4 7 15,2-5 9-15,3-1 15 16,-1 1 22-16,0-1 28 0,2 0 9 0,3-2-15 16,0 0-12-16,0 0-9 0,12-16-12 0,3 4-9 15,-2-2-8-15,5 0-1 0,2-5-13 0,4 0-2 0,2 2-8 0,-2-4-2 0,3 1-6 32,-6 1-3-32,-5 8-6 0,0-3 0 0,-5 6-3 15,-2 1 9-15,-1 0-2 0,-1-1-1 0,-3 5-4 16,1 0-2-16,-2-1-12 0,-1 1-11 0,-2 3-17 0,4-1-3 0,-4 1 0 15,0 0 3-15,-2 11 3 0,-2-2 6 0,0-2-9 16,0 6 5-16,-2-1 0 0,1 2 1 0,1 1 5 16,-1 4 1-16,2-3 0 0,3 2-4 0,3-2 7 15,2-2 2-15,1 0-7 0,6-1-24 0,2-2-33 16,4-1-47-16,0-3-53 0,11 1-85 0,-1-4-225 16,3-7-515-16,-1 2 229 0</inkml:trace>
  <inkml:trace contextRef="#ctx0" brushRef="#br0" timeOffset="-57661.05">12365 15015 42 0,'0'0'135'0,"0"0"-12"16,0 0-13-16,0 0-13 0,0 0-13 0,0 0-11 15,0 0-5-15,0 0-12 0,0 0-1 0,0 0-10 16,0 0-8-16,-6 16 4 0,6-6-2 0,-3 3-8 16,3 2-3-16,0 3-3 0,-1 2-5 0,1 3 3 0,1 2 2 0,3 0-11 15,1 2 3-15,4-1 8 0,1-2 11 0,2-2 4 16,4 4 9-16,-1-5 13 0,2-2-6 0,-3-4 3 16,9 0 0-16,-5-4-1 0,0-2 0 0,1-1-2 15,3-3 0-15,-4-1-6 0,1-3-3 0,4-1 8 16,-5 0-1-16,-4-1 3 0,0-2 1 0,-1-2 6 15,0 1 2-15,-4-4-2 16,1-1-1-16,-3-1 5 0,1-1-7 0,-4 3-3 16,1-2-2-16,0 0-3 0,-5 2-5 15,0-2-5-15,0 5-8 0,-5-2-7 0,3 0-7 16,-1 1-6-16,-1 2-12 0,-4 0-3 0,1 1-4 16,-2 2 2-16,-1-2-5 0,-2 3-5 0,-2 3 3 15,3 2-2-15,-5 2 1 0,1 3-3 0,-3 3 5 0,0 9-2 16,0 2 3-16,3 2-2 0,-2 0 1 0,2 3 1 0,2 2-2 15,2 5 3-15,-3-3 0 0,5 14 0 0,5-10 1 16,0 11-1-16,1-12 1 0,6-1 4 0,1 12 0 16,0-12-1-16,1 0 0 0,3 0-1 0,4 11 2 15,-5-10 0-15,6 8 2 0,-3 4 3 0,1-5 1 16,-2-6-3-16,0-1 5 0,-4 10-2 0,0-12 3 16,-5 2-3-16,-1 1 5 15,-2 9-5-15,1-11 4 0,-7 0-6 0,-5-1 5 16,-4 0 1-16,-8 9-7 0,-6-10-7 0,-6 4-9 15,-5-7-16-15,-7-4-16 0,-9-2-47 0,2-4-74 16,-7-6-238-16,-26 1-438 0,25-11 194 16</inkml:trace>
  <inkml:trace contextRef="#ctx0" brushRef="#br0" timeOffset="-56373.24">8055 15003 119 0,'0'0'107'0,"0"-5"-10"0,0 5 0 16,0 0-11-16,0 0 2 0,0 0-10 0,0 0 4 16,0 0 12-16,0 0-16 0,0 0-4 0,0 0 0 15,0-3-4-15,0 3 0 0,0 0 0 0,0 0-1 16,0 0-6-16,0 0-7 0,0 0-5 0,0 0-4 16,0 0-3-16,0 0-6 15,3-4-2-15,-3 4-10 0,0 0-2 0,0 0-5 16,0 0-4-16,0 0-16 0,0 0-8 0,0 0-11 15,0 0 0-15,0 0-2 0,0 13 3 0,3-5-1 16,0 3 6-16,-3 8-3 0,0 10 2 0,-3 3 2 16,-4 16-2-16,-1 3 7 0,-2 6-2 0,-12 26 3 15,-1-5-1-15,5-22 2 0,-10 26-1 0,5-27 0 16,0 1 1-16,-1-4 4 0,5-3-4 0,-2-3 8 0,6-12-4 16,-2-2-1-16,4-2-2 0,-2-5 2 0,2 0 6 15,3-8-6-15,2-2 8 0,3-6-4 0,1 0 5 16,1-2 6-16,-1-1 14 0,1-2 20 0,2-1 16 0,1-3-8 15,0 0-3-15,0 0-9 0,19-7-9 0,-4-1 0 16,2 1-1-16,5-3-8 0,2 0 3 16,-3 1 0-16,4 0-11 15,-3 3-2-15,-2 2-1 0,-1 3 1 0,1 1-6 16,-4 1-5-16,2 3-11 0,1 3 10 0,-2 3-4 16,-2 7 1-16,1 5 1 0,-3 7 0 0,-2 17-5 15,-9 2 2-15,0 5 8 0,-1 1-11 0,-7 5 36 16,-1-2-8-16,2 2 1 0,-3-2-3 0,1-3-1 15,4-2 6-15,3-5-3 0,0-12 2 0,4-3 2 16,5 0 5-16,2-1-9 0,6-3-2 0,6-1-2 0,4-4-13 0,19 1-24 16,4-5-52-16,11-7-54 0,4-6-231 15,36-4-384-15,-4-12 170 0</inkml:trace>
  <inkml:trace contextRef="#ctx0" brushRef="#br0" timeOffset="-55539.86">13752 15643 14 0,'0'0'287'0,"-6"-3"-10"0,6 3-8 0,0 0-18 0,0 0-15 0,-7 0-16 16,7 0-20-16,0 0-20 0,-2-6-22 0,2 6-13 15,11-2-9-15,0 0-32 0,3-1-22 0,4-1-31 16,5 3-39-16,4-1-41 0,1 2-45 0,-6 0-48 15,-3 0-52-15,0 0-197 0,-6 2-401 0,1-1 178 16</inkml:trace>
  <inkml:trace contextRef="#ctx0" brushRef="#br0" timeOffset="-55401.79">13828 15793 9 0,'-5'4'172'0,"3"-1"-2"16,0-1 11-16,2-2 20 0,10 4-8 0,5-4-14 15,11-1-15-15,9-2-15 0,5 3-21 0,16-7-40 16,3 3-52-16,3-4-75 0,3 1-84 0,-5-1-129 0,2-1-272 0,-5-4 121 16</inkml:trace>
  <inkml:trace contextRef="#ctx0" brushRef="#br0" timeOffset="-54769.23">15498 15070 162 0,'1'-11'253'0,"1"4"-12"0,-2-1-21 15,0 4-18-15,1 0-22 0,0-2-20 0,1 2-21 16,-2 4-25-16,0 0-16 0,0 0-20 0,0 0-8 16,2 11-9-16,-1 1-5 0,2 4-7 0,0 1-4 15,-1 1-3-15,0 3-7 0,1 4-2 0,1 1 3 16,-1 1-3-16,-1-1 0 15,-1-6-8-15,1 4 2 0,-1-6-7 0,-1-1 5 16,0-2-24-16,-1 0-26 0,-2 3-27 0,-2-4-46 16,0-2-40-16,1-2-50 0,-4-3-136 0,2-2-349 15,-3 0 156-15</inkml:trace>
  <inkml:trace contextRef="#ctx0" brushRef="#br0" timeOffset="-54421.58">15023 15665 76 0,'-4'1'176'15,"-1"2"-12"-15,0-3-15 0,4 4-9 0,1-4 0 16,0 0-6-16,-5 3-9 0,5-3-5 0,0 0-2 15,13 2-2-15,4-2-11 0,4-2-16 0,13-1-7 16,18-7-9-16,7 7-5 0,6-7-7 0,35 2 2 16,4-3 6-16,-1 0 2 0,2 0-2 0,-5 7-5 15,-3-5-5-15,-39 6-3 0,6 1-8 0,-1-2-4 0,-6 3-3 0,-18 1 6 16,-1-2-17-16,-1 4-4 0,-5-5-1 0,-14 4-18 16,-4 1-14-16,0-2-14 0,-4 0-17 0,-3 0-9 15,-3 0-14-15,-4 0-24 0,0 0-25 16,0 0-28-16,-23 1-27 0,6-1-33 0,-5 0-100 15,2 0-323-15,-2 0 144 0</inkml:trace>
  <inkml:trace contextRef="#ctx0" brushRef="#br0" timeOffset="-54014.08">15510 15886 177 0,'1'-5'234'0,"0"0"-16"16,1-1 34-16,0 1-15 0,0 1-15 15,0-2-25-15,-1 1-22 0,-1 3-18 0,0 2-16 0,2-4-19 0,-2 4-18 0,2-3-12 16,-2 3-10-16,0 0-13 0,0 0-9 15,5 13-9-15,-4-5-8 0,1 5-2 0,-1 3-7 16,-1 9-3-16,-1 0-5 0,1 3-1 0,1 3-4 16,-1 0-1-16,0 0-6 0,1 1 4 0,-1 1-5 15,-2-6-1-15,4 2 5 0,0-9-6 0,-2-3-1 16,2 0 1-16,-1-7 0 16,-1 0-4-16,2-1 6 0,-2-2-4 0,1 1 4 15,-1-6 10-15,0 4 8 0,1-2 4 0,1-2 3 16,-2-2-1-16,0 5 4 0,0-5-3 0,0 0-2 15,0 0-20-15,0 0-24 0,0 0-29 0,0 0-25 16,0 0-30-16,0 0-35 0,0 0-45 0,6-17-48 16,-6 11-209-16,1-1-463 0,1-4 206 0</inkml:trace>
  <inkml:trace contextRef="#ctx0" brushRef="#br0" timeOffset="-53581.72">16155 15816 99 0,'0'0'243'0,"0"0"-21"0,-1-4-24 0,1 4-17 0,0 0-22 16,0 0-15-1,0 0-19-15,0 0-4 0,0 0-23 0,-16 11-4 16,9-3-13-16,-2-1-9 0,-4 5-5 0,0 4-3 16,2 1-12-16,-4 5-1 0,-1 0-6 0,2 1-2 15,5 0-6-15,-1 2 2 0,-3-2-5 0,4 2-3 16,4-1-4-16,1-6 8 0,2 0-12 0,2-1 3 16,2 0 21-16,2-2 15 0,1 2 12 0,4-2 9 15,5-4 5-15,3-3-1 0,2-1-5 0,0-3 6 0,3-1-15 0,-2-3-4 16,1-2-7-16,-3 0 12 0,-6-2 5 0,1-2-1 15,-4 1-2-15,0-3 0 0,-4-1-8 0,-1-1-11 16,-7-2-2-16,2 0-18 0,-8-2-10 16,-3 2-7-16,-5 1-6 0,-10 2 1 0,0-1-7 15,-5 3-3-15,0 1-16 0,-4 3-8 0,3 2-33 16,-1 0-27-16,5 2-32 16,0 2-42-16,10-2-52 0,6 1-70 0,2-1-227 15,7-1-543-15,4 0 239 0</inkml:trace>
  <inkml:trace contextRef="#ctx0" brushRef="#br0" timeOffset="-52379.23">16877 15187 95 0,'1'-4'189'0,"5"3"-13"0,0-1-14 15,1 1-15-15,5-2-10 0,0 2-16 16,7 1-21-16,0 0-14 0,0 1-4 0,1 3-7 16,1 3-2-16,-2 0-4 0,9 6-7 0,-10-4-5 0,6 8-3 15,-2 0-11-15,-3 3 0 0,-3 3-6 0,-2-1 1 0,-4 3-4 16,-1-3-4-16,-3 6-3 0,-2-2 1 0,-4 1-2 15,-3 2-7-15,0-3-4 0,-6-1 2 0,-2 0-4 16,1-3-2-16,-2-5 1 0,0-1-4 0,-2-3 8 16,4 1-5-16,-2-1 3 0,2-6 2 0,-2 3 1 15,3-4-3-15,2 2 2 0,1-4 4 0,0-2 5 16,3 1 6-16,-3 1 19 16,2-1 23-16,4-3 20 0,-3 1 3 0,3-1-5 15,0 0-10-15,0 0-7 0,7-18-10 0,1 7-8 16,1-4-5-16,2-2-5 0,8-5-5 0,2-4-2 15,1 1-7-15,-3-2-8 0,5-3-14 0,2 3-10 16,-2-2-3-16,-1 1-5 0,-2 0 4 0,-1 2-3 16,-1 4 1-16,-5 7 4 0,-5-2-1 0,4 4 2 15,-5 4-2-15,-2-1 4 0,-2 5-7 0,0 1 2 0,-3-1-5 16,5 2-4-16,-3 2-18 0,-3 1 3 0,0 0-1 16,0 0 3-16,-3 12 2 0,-3-2-1 0,1 3-1 15,0 5 8-15,-3 4 4 0,3 5-2 0,-4-4 10 16,8 3-4-16,-3-2 1 0,5 1 1 0,3-6 3 0,2 1 3 15,2-4 9-15,10 4-6 0,1-3 1 16,8-2 3-16,2-5-33 16,7-5-48-16,5-1-69 0,10-4-81 0,-16-2-171 15,16-5-431-15,-13-2 191 0</inkml:trace>
  <inkml:trace contextRef="#ctx0" brushRef="#br0" timeOffset="-51777.86">17598 14847 53 0,'6'-2'193'0,"2"0"-19"0,-3 0-7 0,6 0-17 16,0 0-16-16,-2 2-12 0,2 0-8 0,-1 2-5 0,4 2-8 15,-5-1-10-15,-1 4-10 0,1 1-5 16,1 1-13-16,-1 5-3 0,-4 2-8 0,-1 0-3 15,-3 4-5-15,-2-2-4 0,-3 7-6 0,-3 0-2 16,0-2 0-16,-6 1-6 16,4-9 1-16,0 2-2 0,-3-3-1 0,3 1-6 15,1-6-4-15,-1 0 1 0,4-1-4 0,1-2 3 16,0-2-5-16,1 0 2 0,0-1 20 0,0 1 13 16,3-4 17-16,0 0 6 0,9 3 0 0,3-3-3 15,7-3-10-15,3 2-5 0,7-2-3 0,-1-1-5 16,0 0-3-16,6 1-5 0,-4 0-3 0,1 0-5 15,0 0-17-15,-1 0-21 0,-10 3-29 0,-3 0-34 0,-1 1-42 0,-2-1-52 16,-4 1-49-16,-5-1-146 0,3 0-394 0,-8 0 175 16</inkml:trace>
  <inkml:trace contextRef="#ctx0" brushRef="#br0" timeOffset="-51176.2">18658 14873 24 0,'0'0'159'15,"0"0"-16"-15,0 0-20 0,0 0-9 0,0 0-13 16,0 0-10-16,-15 10-13 0,6-6 0 0,-4 3-16 15,-1 3-6-15,-1 2 4 0,-2 0-7 0,-8 5-10 0,2-3 2 16,-3 3-4 0,3 0 2-16,-2-1-6 0,0 1 0 0,2-1 2 15,9-1-10-15,-3-3 0 0,2 2-8 0,1-2 1 16,3 0-4-16,4-2 0 0,2-1-1 0,0 3 5 16,4-2-9-16,0 0 5 0,3 0 12 0,4-1 4 15,4 1 0-15,0-2 6 0,5 4-8 0,3-3-2 16,6 4 5-16,3-4-7 0,-1 1-1 0,0-1-3 15,-6-1-4-15,-1-2-1 0,-1 2-2 0,-6-4-1 0,0 1-6 0,-1 2-1 16,0-4-5-16,-5 3-3 0,-2-2 1 0,-2 1-1 16,-2 1 6-16,-2 0-3 0,-8-1 1 15,-2 2 3-15,-6 1-4 0,-1 1 2 0,-6 0-4 16,-2 1 4-16,-1-4 0 0,-2 1-1 0,2-5-5 0,1 2-9 16,1-1-13-16,5 0-9 0,1-3-38 0,3 0-8 15,5 2-21 1,5-4-20-16,-2-1-24 0,5 1-114 0,3-1-277 15,1 3 123-15</inkml:trace>
  <inkml:trace contextRef="#ctx0" brushRef="#br0" timeOffset="-50907.04">18739 15204 3 0,'1'-3'303'0,"-1"-1"-7"0,0 4-11 15,3-7-16-15,-3 7-27 0,0 0-24 0,-1-3-27 16,1 3-22-16,0 0-16 0,2-4-23 0,-2 4-16 16,0 0-10-16,0 0-12 0,0 0-12 0,0 0-10 15,0 0-4-15,0 0-11 0,5 15-5 0,-2-6-4 0,-3-5-10 16,0 5-3-16,1 1-4 0,0 2 0 0,-1-1 0 16,0-1-3-16,1 3 0 0,-1-1-8 0,-1-2-6 15,0 0-16-15,1 1-14 0,-1-3-19 0,1 2-18 0,-2-3-18 16,0-1-19-16,0 1-16 0,-1-3-29 15,-1-2-38-15,1 0-36 0,3-2-167 0,0 0-409 16,-15-8 181-16</inkml:trace>
  <inkml:trace contextRef="#ctx0" brushRef="#br0" timeOffset="-50759.93">18723 15052 158 0,'3'-6'216'16,"0"0"-14"-16,-1 0-18 0,1 1-20 0,-2-1-14 15,0 3-22-15,2-1-16 0,1 2-16 0,-4 2-25 0,10-1-25 16,-10 1-25-16,8 2-32 0,-2 2-37 0,-1 0-44 16,3-1-142-16,-4 2-252 0,3 1 113 0</inkml:trace>
  <inkml:trace contextRef="#ctx0" brushRef="#br0" timeOffset="-50443.49">19021 15209 110 0,'-2'7'145'0,"2"-2"-10"0,-3 0-12 0,1 2-13 16,-1-2-15-16,1 2 1 0,0 2-18 0,-3-1-1 0,3-1-10 0,0 0-5 15,-2-3-14-15,3 3 5 0,-1-3-10 0,2-1 1 16,-2 0 27-16,2-3 13 0,-2 5 20 15,2-5 15-15,2 3-2 0,-2-3-3 0,0 0-5 0,0 0-11 16,18-8-7-16,-9 4-9 0,0-1-6 0,0 3-12 16,1-2-4-16,3 1-11 0,-3 0-3 0,4 1 2 15,-2 0-10 1,-2 0-7-16,4 1-4 0,-1 1-3 0,0 0-15 16,-3 1-11-16,1 0-23 0,1 0-32 0,-1 3-24 15,1-1-56-15,-1-2-47 0,2 2-194 0,-8-2-408 16,4-1 182-16</inkml:trace>
  <inkml:trace contextRef="#ctx0" brushRef="#br0" timeOffset="-50058.11">19356 15100 85 0,'3'-5'272'15,"-3"5"-22"-15,2-4-21 0,-2 4-21 0,1-3-23 0,-1 3-18 16,7-2-18-16,-7 2-16 0,10 0-17 0,-10 0-10 16,14 2-15-16,-7 0-5 0,4 0-12 0,-1 3-7 0,1-2-8 15,-1 1-8-15,1 1-5 0,-2 2 1 0,0 1-12 16,-3 0-5-16,0 1-8 0,0 2 0 16,-1 1-1-16,-5 4 0 0,-1 2-7 0,-2 0 1 15,-6 2 4-15,-1-2-4 16,-3 4-6-16,-6 2 2 0,4 1-2 0,-2-3-1 15,2-7 0-15,1-2-6 0,0 2 4 0,3-7-5 16,0 1 1-16,5-3 1 0,-1 2 0 0,3-3-2 16,-2-2 3-16,2 1 2 0,3-1 6 0,-3-1 16 15,4-2-1-15,5 6 5 0,5-5 2 0,2 0-6 16,1 2 0-16,7-3-6 0,10-1 4 0,-2 1-3 16,2 0-4-16,2 0-2 0,3-1-4 0,-6 0-29 0,3 2-37 15,-4-2-25-15,-6 1-40 0,-2-1-47 0,0 0-71 16,-8 0-157-16,-3-1-424 0,0-1 189 0</inkml:trace>
  <inkml:trace contextRef="#ctx0" brushRef="#br0" timeOffset="-49556.84">19828 15172 107 0,'6'-3'217'0,"7"0"-13"16,-2 1-14-16,8 0-15 0,-6 3-24 0,8 0-13 16,-5 1-14-16,5 1-16 0,-5 3-7 0,2-1-14 15,-1 2-10-15,-2 1 2 0,-3 1-19 0,-2-1-6 0,-4 3-3 16,0-1-6-16,-3 2-6 0,-3 5-2 0,-2-4-4 15,-3 3-4-15,-6 7-4 0,-3-6 1 0,-1 6-4 0,-3-4 1 16,0-1-3-16,-2-1-3 0,-2 1-1 0,9-8-2 16,4-2-3-16,-1-3 4 0,1 0 5 0,1-1 3 15,3-1-1-15,-1 1 18 0,2-3 26 0,2 3 22 16,-2-2 21-16,4-2 7 0,0 0-12 0,0 0-13 16,11-14-9-16,1 5-5 0,3-2-6 0,8-3-4 15,0-5-11-15,1 0-6 16,3-4-6-16,-2 2-3 0,0-2-5 0,3 0-5 15,-4 3-4-15,-1-1 1 0,-9 8-6 0,0 1 7 16,-6 3 4-16,1 4 4 0,-4 0-9 0,3 1 0 16,-3-1-5-16,-1 0-15 0,0 3-17 0,-4 2-1 15,0 0 1-15,0 0-1 0,0 0-1 0,-12 17 1 16,6-5-4-16,-2 4 3 0,3-1 0 0,-3 2 5 16,3 2-3-16,-1 6 4 0,6 2-1 0,1-1 4 0,12-4 4 15,-3-5-16-15,9 1-39 0,8-1-68 0,2-5-100 16,6-5-323-16,3-3-589 0,16-1 261 0</inkml:trace>
  <inkml:trace contextRef="#ctx0" brushRef="#br0" timeOffset="-46395.7">21022 15325 76 0,'0'0'160'0,"-5"0"-16"0,5 0-18 0,0 0-7 16,0 0-4-16,0 0-8 0,0 0-11 0,14-6-9 16,-10 5-2-16,0-2-7 0,-4 3-1 0,8-3-9 15,-8 3-4-15,4-1-5 0,-4 1-1 0,7-2-6 16,-7 2-7-16,0 0-6 0,0 0-6 0,5-1-1 0,-5 1 2 0,0 0-4 15,0 0-2-15,4-3-2 0,-4 3 2 0,0 0-5 16,0 0 2-16,0 0-5 0,0 0 1 0,0 0 4 16,0 0-1-16,0 0-8 0,0 0-1 0,0 0 2 15,0 0-8-15,0 0 2 0,0 0 0 0,0 0-1 16,0 0-1-16,0 0-2 0,0 0-6 0,0 0 7 16,0 0-3-16,0 0-4 15,0 0 3-15,0 0-1 0,0 0 5 0,0 0 7 16,0 0-7-16,0 0 2 0,0 0 0 15,0 0-1-15,0 0 3 0,0 0-5 0,0 0 2 16,0 0-6-16,0 0 2 0,0 0 3 0,0 0-6 0,0 0 2 16,0 0 2-16,0 0-8 0,0 0-3 0,0 0 5 15,0 0 5-15,13 3-1 0,-4-3 10 0,2-3 2 16,10 3-2-16,9 0-3 0,2-4 2 0,4 3-1 0,4-2-6 16,12-3 3-16,0 3 0 0,2-2-2 0,-14 1 2 15,15 1-5-15,-17 1-1 0,-2-1 4 0,-3 1-3 16,-3-1-9-16,-9 0-14 0,-3 2-10 0,-4 1-14 15,-5-3-15-15,-1 3-21 0,-2-1-34 0,-6 1-39 16,0 0-19-16,0 0-116 0,0 0-310 0,-23-4 137 16</inkml:trace>
  <inkml:trace contextRef="#ctx0" brushRef="#br0" timeOffset="-46163.84">21410 15162 177 0,'-2'-4'296'0,"0"-3"-15"0,-1 3-17 0,3 0-31 16,-4 2-25-16,4 2-23 0,-4-4-22 0,4 4-29 16,0 0-15-16,0 0-17 0,-5 7-12 15,0 2-14-15,4 3-4 0,-3 6-11 16,4 3-5-16,0 8-1 0,0 0-6 0,0 17 2 0,5-11-22 0,4-2-40 0,-2 3-53 15,4-3-76-15,-1 1-103 0,-1-5-132 0,4-7-404 16,-7-7 179-16</inkml:trace>
  <inkml:trace contextRef="#ctx0" brushRef="#br0" timeOffset="-34487.97">22613 14680 38 0,'0'-4'151'0,"2"-3"-6"0,0 4-20 16,1-1-2-16,1 1-10 0,1-2-9 0,2 1-5 15,0 1-11-15,0-2-10 0,1 3-2 0,7-1-13 16,-6-1 0-16,5 4-6 0,-1-3-8 0,6 3-3 0,-1 0 0 0,1 4-4 16,-1 2-3-16,-1-1-2 0,-1 5 2 0,-1 1-2 15,0-1-12-15,-2 5-5 0,-3 1 6 0,0 0-11 16,-1 9 0-16,-4-7-2 0,-2 8-2 0,-3 1-4 15,-4 0 1-15,-1 0 1 0,-3 1 0 0,-2 0-8 16,-3-4-8-16,-2-1 0 0,-2-2 3 0,2 2-4 16,2-9 4-16,0 1 0 15,2-3 2-15,-1-2 8 0,2-1 0 16,1-2 1-16,1 1-5 0,3-3 12 0,0-1 0 16,-2-1 2-16,5-1 9 0,0 2 14 0,-1-1 24 15,3-3 6-15,-4 3 16 0,4-3 13 0,0 0 6 0,0 0-9 16,0 0-11-16,0 0-10 0,18-15-6 0,-4 6-7 15,-1-3-10-15,2-1-2 0,6-5-8 16,-1-3-5-16,6-2-2 0,-3-1-17 0,2 2-4 0,2-4-6 0,-4 2 1 16,4-1-1-16,-4 1-3 0,-5 2-3 0,1 0 2 15,0 0 1-15,-1 5 0 0,-4 1 1 0,-5 3 0 16,-1 3 4-16,1 1-2 0,-4 0 3 0,-1 4-1 16,0-2 4-16,-2 3-9 0,3 1-12 0,-5 0-10 15,4-1-12-15,-4 4 1 0,0 0-2 0,0 0 4 16,-13 8 2-16,6 4 2 15,-2 3-2-15,-3 2 4 0,-1 4 2 0,-1 2 0 16,4 2 2-16,5 0 2 0,-3 2 1 0,7-3 5 16,2 2-2-16,2-6 3 0,6 3 2 0,4 0 4 15,6-1 1-15,6-7-27 0,7-1-34 0,0-2-55 16,19-3-79-16,-12-5-187 0,-1-4-412 0,14 0 182 16</inkml:trace>
  <inkml:trace contextRef="#ctx0" brushRef="#br0" timeOffset="-33886.56">22427 15291 122 0,'0'0'182'0,"0"0"-13"0,0 0-16 16,-7 0-11-16,7 0-15 0,0 0-16 0,0 0-5 15,0 0-13-15,0 0-3 0,0 0-14 16,0 0-5-16,0 0-6 0,-9-3-9 0,9 3-9 16,0 0-8-16,0 0 2 0,0 0-7 0,0 0 0 15,0 0-10-15,-3 3 7 0,3-3-11 0,0 0-6 16,0 0 4-16,0 0-4 0,0 0-1 0,0 0-1 16,0 0 1-16,0 0-7 0,0 0 8 0,0 0-1 15,0 0-5-15,0 0-1 0,0 0-2 0,0 0 3 16,0 0 4-16,0 0 12 15,0 0 4-15,0 0 16 0,0 0 4 0,0 0 0 16,29 0 3-16,-7-4 0 0,12-1 0 0,22-2 4 16,4-2 1-16,30-3 1 0,6 1 3 0,2 1 2 15,8 1-2-15,9-3-1 0,3 4-5 0,-3-1 0 16,1 1-7-16,-6 2-4 0,-9 1-4 16,-9-3 1-16,-31 4-9 0,-1 1-6 0,-4 0-1 0,-7 0-14 15,-12 0-7-15,-10-1-9 0,-5 2-3 0,-6 1 2 0,-4 0 0 16,-3-2 4-16,-2 0-7 0,-2 2-7 0,-3-1-23 15,-2 2-6-15,0 0-10 0,-13-6-12 0,4 3-8 16,-4 3-11-16,2-1-22 0,-7 0-26 0,1 1-12 16,-1 0-44-16,3 2-159 0,-2-2-380 0,-2 3 169 0</inkml:trace>
  <inkml:trace contextRef="#ctx0" brushRef="#br0" timeOffset="-33062.39">22821 15473 128 0,'13'-7'141'0,"-6"5"-11"0,4 0-6 0,1 1-14 0,8-2-3 15,0-1-7-15,11-1-18 0,-1 3-2 0,-1 1 0 0,4 1-8 16,-2 1-11-16,-2 3-1 0,-2-1-8 0,-6 1-7 15,-2 1-2-15,0 1-6 0,-4 1-3 0,-2-2-12 16,-3 4-9-16,-2-4-8 0,-3 4 2 0,-2-1-7 16,-3 0-4-16,-3 2 6 0,-3 1-5 0,-6 2 1 15,-2 2 0-15,1-2 2 0,-10 1 1 0,6-2 2 16,2-2-5-16,-2-1-4 16,1 0 8-16,1-1 1 0,3-2-3 0,1 0 0 15,2-1 9-15,1-3-6 0,3 1-4 0,0 0 0 16,-1-1 9-16,3 1 3 0,3-3 3 0,-1 4 8 15,1-4 0-15,10 2 0 0,-1 1 2 0,3-3-4 16,5 3 1-16,1-1-6 0,1 0 2 0,4 0 0 16,-5 1-6-16,5 0 9 0,4 1-4 0,-4-1-3 15,0 1-4-15,-4 3 1 0,0-1 1 0,-3 1-3 0,-4-2-7 16,-1 2-2-16,-2 2 2 0,0-1-3 0,-4 1 1 16,-3-1 0-16,-2 0 2 0,-4 2-7 0,-1 1 9 15,-9 0 3-15,0 2-5 0,-5-3 3 0,-5 2 3 0,-3-3 0 16,-1 1 12-16,-4-4-3 0,3-2 11 0,-1 0 8 15,0 0 8-15,0-3 9 0,8-1 5 16,1 0 3-16,-6-1 6 0,5 1-4 0,5-3 7 0,4 2 3 0,2-1 9 16,2 0 1-16,1 2 11 0,2 0-3 0,0-3-1 15,6 3-6-15,-9-2 0 0,9 2-18 0,-7-2-14 16,7 2-19-16,-1-3-24 0,1 3-16 0,0 0-33 16,8-4-34-16,-8 4-37 0,6-4-38 0,1 1-42 15,-2 0-51-15,2-2-154 0,0 3-430 0,3-2 191 16</inkml:trace>
  <inkml:trace contextRef="#ctx0" brushRef="#br0" timeOffset="-32514.45">23660 15493 152 0,'18'-2'195'15,"-1"1"-16"-15,2-2-26 0,0 7-9 0,0-1-13 16,1-2-18-16,-2 4-11 0,0 2-10 0,-3-1-10 0,-2 4-6 16,0-3-8-16,0 6-7 0,-7-2-5 0,2 1-7 15,-6 2-1-15,1 3-12 0,-7 2-2 0,-5-1-1 0,0 8-3 16,-6-5-2-16,-1 3-2 0,-4-2-5 0,-2-3-1 16,-1-1-1-16,3-1-5 0,-2-1 0 0,7-3 1 15,-2 1 0-15,1-7 0 0,-1 5 10 0,7-5 20 16,-2-2-2-16,6-1-4 0,-2-1-2 0,3 1-5 15,0 0 3-15,1-3 16 0,-1 2 6 0,3-1 10 16,2-2 6-16,-6 3 10 16,6-3-2-16,0 0-1 0,0 0-8 0,19 0-4 15,-2-3-11-15,6 1 0 0,10-5-7 0,3 2-6 16,15-3 2-16,4-1 6 0,-4 7-4 0,1-5-4 16,-13 7-7-16,-3-3 0 0,0 1-2 15,-2 2-9-15,-6 0-2 0,-5 2-2 0,-2-2-2 0,-7 0-5 16,-3 3-20-16,1-3-11 0,-6 0-3 0,1 2-4 15,-2-2 3-15,-5 0-8 0,8 0 6 0,-8 0 3 0,0 0-21 16,0 0-33-16,0 0-32 0,0 0-50 0,-24 2-66 16,24-2-243-16,-15-7-500 0,10 5 221 0</inkml:trace>
  <inkml:trace contextRef="#ctx0" brushRef="#br0" timeOffset="-30778.67">25105 14658 44 0,'0'0'180'15,"-3"-4"-14"-15,3 4-14 16,-1-4-12-16,1 4-23 0,0 0-12 0,0 0-13 15,-4-3-5-15,4 3-12 0,0 0-9 0,0 0-9 16,0 0-4-16,0 0-6 0,-7 0 2 0,7 0-5 16,0 0-3-16,-8 4-7 0,6-1-1 0,2-3 1 15,-7 5-9-15,3-5 0 0,0 5-5 0,0-3-1 16,0 1 1-16,0 0 5 0,0 0-4 0,1 1-10 16,1-1 4-16,-1 0-5 0,1-1-5 0,2-2 2 0,-4 3 4 0,4-3-4 15,-2 3 5-15,2-3-3 0,0 0 8 0,9 7-1 16,-3-7-3-16,4 0 1 0,1-3 2 15,1 2-1-15,4 0-2 0,-2-4-6 0,4 1 0 0,-1 1 0 16,-2-4 3-16,2 2-3 0,-4 1 3 0,-2 1-3 16,-1-3 7-16,-1 2 8 0,-2 0 8 0,-1-1 7 15,-1 3 3-15,1-1 4 0,0-1 10 0,-4 1-7 0,2 3-1 16,-4 0-8-16,1-4-4 0,-1 4-11 0,0 0-7 0,-5-6-2 16,5 6-4-16,-16 0-2 0,5 2-3 0,-6 2 1 15,-3 1-1-15,-1 3-4 0,-6 2 1 16,-4 2 6-16,1 0-4 0,0 2-7 0,2 4 0 15,-1 1-15-15,2 4 1 0,0 1-1 0,1-1 5 16,2 6-7-16,-1 0 5 16,-4 8 1-16,13-6 0 0,-2-2 5 0,6-1-4 15,0 0 4-15,4-4 6 0,4-2 4 0,4-5-3 16,7 2 10-16,2-2 4 0,4-3 0 0,12 0 7 16,5-2 1-16,10-4 1 0,19 0-7 0,2-5 2 15,31 1-2-15,-32-8-2 0,32-1 0 0,-30-1-6 16,0-3 11-16,3 0-6 0,-5-3-1 0,-1-4-1 15,-4 2-2-15,-6 2 1 0,-14-2-4 0,-1-1 5 0,-4 2-2 0,-3-1-1 16,-10 3 0-16,-3 0 1 0,-4 0-3 0,-3 2 6 16,-2 0 6-16,-5 3-2 0,0-2-3 0,-3 1-5 15,-6 2 1-15,-1 0-3 0,-8 0-1 0,-5 3 2 16,-4 1-6-16,-2 2 2 0,2 6-3 0,-1-2 3 16,0 4-2-16,-2 3-2 0,2 0 0 0,-3 2 0 15,5 0 0 1,5 0-2-16,6-2 5 0,1 1-3 0,8-4-4 15,0 1-2-15,1 0 1 0,4-3-1 0,1 0 5 16,6 0-1-16,2 0 6 0,5-2 3 0,7-1 1 16,8-3-2-16,3-1 1 0,1-4-1 0,0 0-2 15,1-1 3-15,2-2-1 0,-4 0 3 0,-3-1-3 16,-3-4-2-16,-5 3-5 0,-2 2 1 0,-5-5 0 16,-4 2-5-16,0 1-7 0,-1 0-1 0,-6 0-12 0,-2-1-16 0,-1 0-3 15,-3 1-20-15,-5 3-7 0,0-1-2 0,-2 2-9 16,-3 0-12-16,-2 2-7 0,1 0-5 0,-2 3-21 15,-2 0-6-15,6 0-19 0,-2 0-92 0,1 0-265 16,4-2 118-16</inkml:trace>
  <inkml:trace contextRef="#ctx0" brushRef="#br0" timeOffset="-30355.49">26316 14733 80 0,'0'0'173'15,"0"0"-20"-15,0 0-7 0,0 0-18 0,0 0-22 0,0 0-6 0,-25 7-7 16,15-2-17-16,-2 0-5 0,-1 2-4 16,2 2-9-16,-6 1-9 0,4 0-4 0,-1 1-1 15,5-3-14-15,2 2 2 0,-5-1-8 0,5 1 2 16,1-1-5-16,1 5-5 0,3-2 5 0,-1-1-8 0,6 1 5 16,-1 0-2-16,5 3 10 0,-1-4-8 0,5 1 9 15,1 1-4 1,2-2 4-16,0 2-3 0,3-6 1 0,-2 3-2 15,1-1-5-15,-2 0-2 0,-4-1 0 0,-2-3-1 16,0 5-4-16,-1-6-3 0,-3 1-4 0,1 0 0 16,-3 1 1-16,0-2 2 0,-5 1-1 0,-1 0-4 15,-1 2 7-15,-4-2-5 0,-2 2-16 0,-5 0-12 16,0 0-22-16,-2 1-26 0,0-4-26 0,-2 0-37 16,2 0-122-16,-3-3-277 0,2 0 123 0</inkml:trace>
  <inkml:trace contextRef="#ctx0" brushRef="#br0" timeOffset="-29753.83">26617 14691 149 0,'0'0'154'0,"0"0"-14"16,0 0-17-16,15-1-12 0,-5 2-9 0,-1-1-13 15,2 2-11-15,2 1-8 0,0 1-11 0,5 0-3 16,-1 3-5-16,2 1-5 0,-4-2-9 0,1 6-4 0,-2-1-1 16,0-1-8-16,-3 3 10 0,-1 2-6 0,-3 0-2 15,-1 2-5 1,-4 1-8-16,-4 1 8 0,0-1-7 0,-5 8 5 15,-5-5-6-15,-1 2-2 0,-6-3-3 0,-1-3 7 16,1 1 0-16,-2-2 1 0,0 0 5 0,2-4 3 16,1-2-2-16,1 0 7 0,0-2 2 0,2 1-10 15,5-5 1-15,4 1-5 0,-1-1 0 0,2-1 6 16,1-1 3-16,1 1 6 0,-1 0 15 0,4-3 12 16,0 0 7-16,11 2-1 0,1-2-5 0,8-1-5 0,1 1-6 0,9-2-7 15,2-3-2-15,5 3-6 0,-1-1-2 16,-1 1-1-16,-3-2-4 0,1 1-3 0,-4 0-2 15,-2 5-1-15,-5-2-5 0,-3 0-9 0,-5 0-18 0,-2 0-24 16,-4-2-18-16,-1 1-24 0,-2 1-22 0,-5 0-23 16,0 0-22-16,0 0-36 0,0 0-132 0,0 0-337 15,0 0 149 1</inkml:trace>
  <inkml:trace contextRef="#ctx0" brushRef="#br0" timeOffset="-29105.27">27256 14691 49 0,'9'-1'145'16,"3"0"-15"-16,1 2 0 0,-3 2-24 0,4-1-16 16,-1 3-11-16,0-1 5 0,1 3-22 0,-4 1-6 15,6 0-6-15,-7 2 3 16,1 2-6-16,-5-2-7 0,0 2-4 0,-1 0 0 15,-2 6-1-15,-3-1-8 0,-1 1-1 0,-4 1-4 16,0-1 0-16,-4 1 1 0,-3 2-11 0,0-4 13 16,-1-2-7-16,-2 5 6 0,0-6 6 0,1-2 4 15,0 1 9-15,-5-3-3 0,8-1 8 0,1-2-4 16,-1 0-1-16,3-2-3 0,0 0-1 0,1-1 12 16,2-1 6-16,1 0 18 0,1-1 17 0,1 1 13 0,3-3 16 15,-6 3 13-15,6-3 2 0,0 0-20 0,0 0-9 16,0 0-2-16,13-19-21 0,-6 13-12 0,8-8-4 0,-2 1-8 15,10-5-5-15,-3-1-11 0,5 0-8 0,-1-2-9 16,2 0-7-16,-2-2-14 0,-2 3-6 0,2 1-2 16,-1 0-2-16,-2 2 1 0,-7 5 0 15,2 0-1-15,-7 5 0 16,0-3 0-16,1 4 3 0,-5 2 2 0,3-1 0 16,-4 1-4-16,-3-1-4 0,3 3-14 0,-1 0-10 15,-3 2-8-15,0 0 2 0,0 0 5 0,0 0 2 16,-13 11 3-16,1-2 0 0,-3 3 0 0,2 3 3 15,-6 4 0-15,1 1 6 0,4 1-3 0,1-1 6 16,2-1-2-16,5-1 1 0,-1 0 2 0,3-3 2 16,3 2 5-16,5-5 11 0,1-2 8 0,8 2 4 0,6 0 1 0,12-4 2 15,4 1-4-15,20 2-20 0,3-7-37 0,2-2-34 16,1 0-46-16,3-4-94 0,-8-3-203 0,-3-1-453 16,-1 0 201-16</inkml:trace>
  <inkml:trace contextRef="#ctx0" brushRef="#br0" timeOffset="-28573.02">28295 14994 110 0,'0'0'355'0,"0"0"-22"16,0 0-28-16,0 0-26 0,2 2-31 0,-2-2-28 16,0 0-39-16,0 0-59 0,0 0-72 0,0 0-108 15,0 0-143-15,0 0-123 0,11-3-351 16,-11 3 155-16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4-26T04:05:23.432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3097 3070 50 0,'0'0'193'16,"0"0"5"-16,0 0 5 0,0 0 0 0,0-4-5 16,0 4-2-16,0 0-3 0,0 0 0 0,-1-7-13 15,1 7 9-15,0 0-7 0,0 0-18 0,1-6 4 16,-1 6-10-16,0 0-16 0,0-5 5 0,0 5-23 15,0 0-15-15,0 0-15 0,1-5-11 0,-1 5-10 16,0 0-21-16,0 0-30 0,0 0-27 0,0 0-27 0,0 0 3 0,2 14 2 16,-4-4-2-16,2 7 10 0,-1 8 2 0,-3 3-4 15,2 1 8-15,-2 3 2 0,-3-2 2 0,5 2-2 16,2 0 5-16,-3-5 1 0,2 2 4 0,-2-3 0 16,3-7-4-16,-1 1 4 0,2-3 3 0,-2-1-1 15,0-3-4-15,1-1 3 0,-1-3 1 16,1 0 0-16,0-3-1 15,0 1-1-15,0-2-3 0,-3-1 6 0,3 1 6 16,0-1-2-16,0-4 10 0,-1 7 4 0,1-7-5 16,1 1 11-16,-1-1 4 0,0 0-4 0,-1 4 0 15,1-4 1-15,0 0-4 0,0 0-4 0,0 0-4 0,0 0-10 16,0 0-13-16,0 0-18 0,1 5-30 16,-1-5-36-16,0 0-42 0,0 0-48 0,0 0-45 15,10-11-53-15,-7 5-142 0,-1 2-456 0,-2 4 202 0</inkml:trace>
  <inkml:trace contextRef="#ctx0" brushRef="#br0" timeOffset="786.31">3381 3364 193 0,'0'0'235'0,"0"0"-22"15,0 0-20-15,0 0-17 0,0 0-17 0,-3 13-14 16,-3-8-12-16,-5 5-16 0,-3 3-10 0,0 0-7 16,-7 4-14-1,-4 2-5-15,4-2-9 0,-1-1-6 0,4-4-4 0,-3 5-10 16,5-5-1-16,4-1-7 0,-2-1-6 0,7 1-2 16,-1-5-5-16,3 1 1 0,-1-3-8 0,2 2 5 15,-1-2-9-15,2-2 2 0,3-2 5 16,-6 3 11-16,6-3-7 0,0 0-3 0,0 0-3 15,2-12-1-15,5 5-4 0,-3-3-3 0,1 2 1 16,1-2-4-16,-1-1 7 0,-2 3 6 0,4-4 5 0,-2 3 15 0,2 0 9 16,-1 1 6-16,-2 3 7 0,1 0 1 0,-1 0-4 15,-3 3-10-15,3-2-16 0,0 2 1 0,0 0-6 16,-4 2-3-16,7 0-3 0,-7 0-8 0,12 3 6 16,-7 2-4-16,5 0 1 0,-1 0-2 0,-1 2 3 15,7 0-5-15,2 3 3 0,-2-1-5 0,4 3 0 16,0-4 3-1,7 4-3-15,-8-3-1 0,10-1 3 0,-10 0-5 16,2-2-16-16,1 0-12 0,-2-1-16 0,1-4-19 16,-8 2-16-16,2-3-18 0,-1 0-6 0,-2-3-13 0,1 1 10 15,-5-3-27-15,-1-2-4 0,-3 2-3 0,1-3-2 16,-2-4 6-16,-5 3 0 0,0-8 5 16,1-1 6-16,-2 1 3 0,-1-1 12 0,1-1 13 15,-2 1 14-15,2-3 9 0,-1 4 31 0,1-1 20 0,-1 1 25 0,2 0 22 16,-2 1 21-16,0 1 20 0,3-1 20 0,-1 4 18 15,-1 2 12-15,-1-2 21 0,5 2 8 0,-3-2 16 16,2 0 2-16,-2 0-1 0,2 3 10 0,1 0-3 16,-1 2-4-16,0 0-20 0,1 0-6 0,-2 2-11 15,2 1-9-15,-1-1-13 0,1 1-15 0,0 4-14 16,-4-4-9 0,4 4-17-16,2-5-21 0,-2 5-27 0,0 0-30 15,0 0-5-15,0 0-2 0,-2 18 8 0,1-4-4 16,-1 5 2-16,3 7 2 0,-1 2 0 0,0 1-2 15,4-1 7-15,-4 1 4 0,0-4-22 0,0 3 20 0,2-2 9 16,1-2-3-16,-2-5-4 0,0-2-3 0,-2 0 3 16,3-2 2-16,0-1-1 0,0-4 7 15,0-1-1-15,-2-1-4 0,1-2 6 0,1 0 4 0,-2-2 1 0,0-4-7 16,3 7 7-16,-3-7-1 0,1 6 1 0,-1-6-1 16,0 0 2-16,2 5 0 0,-2-5 4 0,0 0-3 15,0 0-2-15,0 4-7 16,0-4 4-16,0 0-11 0,0 0-9 0,0 0-23 0,0 0-56 15,0 0-61-15,0 0-39 0,0 0-48 16,0 0-54-16,-3-15-61 0,0 9-226 0,3 6-628 0,-2-8 278 0</inkml:trace>
  <inkml:trace contextRef="#ctx0" brushRef="#br0" timeOffset="1334.56">3611 3420 36 0,'4'-4'280'0,"-1"1"-14"16,5 0-15-16,-3 1-15 0,4-1-24 0,0 1-12 16,1-1-12-16,-1 2-12 0,3 2-16 0,2 2-9 15,2 2-7-15,-3-3-12 0,4 6-25 0,-1-1 4 16,-2 3-12-16,0 1-8 0,-1 2-8 0,-2-1-6 16,-1 0-11-16,-3 3-3 0,1-1-4 0,-4 0-7 15,-4-3-5-15,4 3-6 0,-4-2-6 0,-3 2-11 0,2-3 12 16,-3 0-4-16,-1-1-7 0,2-5 6 0,-1 2-11 0,1-2-12 15,-1-1 17-15,2 0 12 0,2-4 14 0,-6 8 22 16,6-8 20-16,0 0-21 0,0 0 12 16,0 0-17-16,0 0 4 0,-6-18-1 0,8 9-12 15,2-2-13-15,4-4-17 0,-1-1 4 0,1-1-13 16,6 0-10-16,-4-1 3 16,2 3-3-16,2-2-1 0,-4 3-24 0,4 1 21 15,-6 3 4-15,4 1-6 0,-1 1 0 0,-2 0 1 16,-1 1 4-16,-3 0 12 0,-1 4-6 0,0-2-3 15,2 0 8-15,-6 5-13 0,7-4 4 0,-7 4-5 16,6-1 5-16,-6 1-13 0,0 0-2 0,0 0-2 16,10-2 0-16,-10 2 6 0,2 10-3 0,1-4 1 15,-2 3 2-15,2 0 0 0,-2 3-1 0,0 1 1 0,2 3-3 16,-3 0 7-16,0 0-10 0,2 0 9 0,1-1-1 16,-3-1-20-16,1-1 17 0,2 0 10 0,-4-2-8 15,3-1-8-15,-2 0 13 0,0-2 3 0,1 3-20 0,-1-6 21 16,0 1-1-16,0 0 7 0,0-6 0 15,0 6-4-15,0-6 14 0,0 0-11 0,0 0 5 16,3 6 1-16,-3-6 6 0,0 0-21 0,0 0-60 0,0 0-43 0,0 0-39 16,-8-20-52-16,3 11-51 0,1-3-66 0,-1-5-294 15,0-3-649-15,-1-7 288 0</inkml:trace>
  <inkml:trace contextRef="#ctx0" brushRef="#br0" timeOffset="1488.25">3936 3271 134 0,'-1'-5'326'0,"1"-1"-1"16,0 4 1-16,0 2-7 0,-1-8-20 0,1 8-21 16,-1-6-12-16,1 6-39 0,0-3-15 0,0 3-21 15,0 0-28-15,0 0-18 0,0 0-40 0,2-4 2 16,-2 4-31-16,0 0-30 0,12 1-47 0,-12-1-51 16,11 3-53-16,-11-3-46 0,10 3-60 0,-3 1-74 15,-2-1-172-15,-5-3-495 0,8 4 219 0</inkml:trace>
  <inkml:trace contextRef="#ctx0" brushRef="#br0" timeOffset="1820.39">4218 3109 183 0,'1'-5'388'16,"0"0"-14"-16,-1-1-18 0,0 6-16 0,3-6-19 15,-3 6-28-15,1-3-34 0,-1 3-28 0,0 0-28 16,1-7-32-16,-1 7-21 0,0 0-26 0,0 0-13 16,6 14-10-16,-5-4-9 0,5 7-15 0,-3 0-13 15,0 12 0-15,0 0-6 0,2 3-6 0,-2 1-4 0,1-2-9 0,-2 3-1 16,3-7-3-16,-2 4 1 0,-1-2-4 0,-1-4-7 16,2-5-2-16,-3-2 3 0,1-3-9 15,-1-3-14-15,0-2 18 0,0 0-4 0,0-3 1 16,3-3 0-16,-3 2 0 0,0-6 4 0,0 8-2 0,0-8 0 15,0 4 10-15,0-4-6 0,0 6-5 0,0-6-14 16,0 0-29 0,0 0-72-16,0 0-68 0,0 0-53 0,0 0-59 15,-10-16-78-15,7 6-219 0,-2 1-620 0,0 1 274 16</inkml:trace>
  <inkml:trace contextRef="#ctx0" brushRef="#br0" timeOffset="2121.08">4108 3392 98 0,'-4'3'290'0,"4"-3"-14"0,0 0-11 0,-5 1-8 16,5-1-17-16,0 0-6 0,0 0-19 0,0 0-18 15,0 0-20-15,18-1-13 0,-3-2-16 0,16-1-18 0,1 0-10 16,6 0-12-16,14-1-15 0,2 0-11 0,-13 1-4 15,-2 0-12-15,-3 1-5 0,-3 1-8 0,-2 0 0 16,-9 0-10-16,-5-1-5 0,-4 3 1 0,-1-1-5 16,-4 0-8-16,-3 0-8 0,1 1-10 0,-6 0-12 15,8-2-6-15,-8 2-1 0,0 0-8 0,0 0-9 16,0 0-5-16,0 0-12 16,-24 4-11-16,12-3-24 0,2 1-29 15,1-1-37-15,0 3-38 0,0-1-47 0,0-1-212 16,0-1-479-16,9-1 212 0</inkml:trace>
  <inkml:trace contextRef="#ctx0" brushRef="#br0" timeOffset="2606.75">4679 3493 41 0,'5'7'194'0,"-5"-7"1"0,5 0-1 0,1 0-5 16,2 0-12-16,0 0-13 0,-8 0-17 0,24-2-14 16,-11 0-10-16,2 0-11 0,2-1-5 0,2-1-8 15,1-2-6-15,0 0 0 0,-2-2 0 0,-1 1-4 16,-1-2-4-16,-1-3 2 0,-1 3 4 0,-1-3 0 15,-3 4 4-15,-2-3-5 0,-3 4 7 0,0-4 5 0,0 2-5 0,-5 1 1 16,0 3-11-16,-1-2-8 0,-8 0-10 0,1 3-5 16,-2 0-11-16,-4 2-11 0,-3 1-1 15,-2 2-1-15,-2 3-11 0,0 2-7 0,1 1 2 16,-2 2-12-16,6 0-10 0,-1 2 12 0,1 3-5 16,2-1 3-16,5 1-5 0,0 2 0 0,4 1 5 0,4-1 3 15,1 1 4-15,5-2 0 0,1 2-2 0,6-5-2 0,2 2 6 16,3-2 2-16,3-4-3 0,6 3 10 0,-7-5 0 15,9 3 6-15,0-4-17 0,0 0 15 0,-5-1 5 16,-5-4-5-16,0 3 7 0,-4-3 13 0,-1 0-2 16,-6 0-1-16,0 0-2 0,-7 0-2 0,13 0-7 15,-13 0-5-15,0 0 3 0,10 1-17 0,-10-1-55 16,6 0-16 0,-6 0-53-16,0 0-64 0,0 0-112 0,0 0-383 0,0 0-716 15,0 0 317-15</inkml:trace>
  <inkml:trace contextRef="#ctx0" brushRef="#br0" timeOffset="5144.52">6546 3207 166 0,'-5'-5'174'0,"1"2"-15"16,-1 1-19-16,-3-1-14 0,-2 1-10 0,-3 1-12 15,0 1-12-15,2 1-10 0,-7 1-8 0,0 4-7 16,0-1-4-16,2 1-7 0,-2 0-8 0,1 5 25 16,1-1-11-16,3 2-4 0,-4 1-12 0,6 1 1 0,-1 1-8 0,2-1 0 15,2-1-7-15,3 2-1 0,1-2-1 0,7 0-2 16,-2-3 2-16,4 1-6 0,2 1-3 0,4-5-1 15,3 2-4-15,4-1-5 0,-1-5-8 0,3-1 0 16,3-1-1-16,-4-3-4 0,8-2-1 0,-4-3 0 16,-4 1-2-16,-1-3 1 0,0-2 2 0,-3-3 1 15,-2 3 4 1,0-3 7-16,1 0 12 0,-6-1 5 0,-1 0 10 16,0 1 10-16,-3 2 12 0,-1 3 13 0,0-1 13 15,1 0 9-15,-3 6 4 0,-1-1-3 0,1-2-7 16,-1 7-10-16,0-6-9 0,0 6-22 0,0-7-13 15,0 7-4-15,0 0-3 0,0 0-2 0,-9 21-2 16,3-9-5-16,0 6 0 0,-5 8 4 0,5 3-9 16,0 1-2-16,0 4-1 0,1 0 4 0,3 0-4 0,3 11-1 0,-1-11-2 15,3 14 4-15,0-17-3 0,4 4 3 0,-1-2-3 16,2-1 2-16,0-2-4 0,-1 2 4 0,3-5-2 16,-2 2 1-16,1 0 1 0,-4-5-3 0,0-2 0 15,-4-3-2-15,-1 0 0 0,0-1 3 0,-6 0-3 16,2-2-5-16,-3 1 6 0,-2-5 1 0,-3-2 1 15,2 0 4-15,-2-4-3 0,-5 0 3 0,-5 0 0 0,3-3-1 16,-3-1 6-16,-5-3-1 0,-1-2 4 0,-1-2 3 16,1-3 1-16,1 2-2 0,6-1-10 0,2-1 16 15,0-4 7-15,-3-3 4 0,7 2 4 0,2-4 4 16,-1-6-12-16,5-1 2 0,5-2-12 0,6-4-9 16,4 0 1-16,4 0-14 0,7-2 0 0,7-8-7 15,7 1-1-15,5 7 2 16,3-3-1-16,7 5 0 0,0 3-2 0,3-2 3 15,0 9-1-15,-15 0-2 0,0 5 5 0,-1-1-1 16,1 1 1-16,-6 1-5 0,-4 3 1 0,-6 3-1 16,-5 2 12-16,-3 1 6 0,-1-1-1 0,0 2-6 15,-3 2 3-15,-2-3 0 0,1 4-2 16,-1-1-8-16,-1 1-4 0,-3 1-8 0,0 0-2 0,0 0 1 16,0 0-9-16,0 0-18 0,0 0-14 0,-14 5-25 0,6 3-25 15,-1-3-29-15,1 2-29 0,-1-2-39 0,0 0-42 16,2 3-225-16,0-4-509 0,3-1 225 0</inkml:trace>
  <inkml:trace contextRef="#ctx0" brushRef="#br0" timeOffset="5932.33">7099 3473 106 0,'0'0'200'0,"0"0"-12"0,-4 2-9 0,4-2-1 0,0 0-9 15,0 0-5-15,0 0-8 0,0 0-11 0,0 0-18 16,0 0-2-16,17-7-20 0,-10 6-7 0,5-3-8 16,0 0-10-16,4-1-7 0,1-2-4 0,-1-1-9 15,1 1-5-15,0-3-6 0,0-2-3 0,-1 1 1 16,0 1 0-16,-1-2-5 0,-2-2-2 0,3 1 3 15,-7 0-3-15,-2 3 9 16,0 2 2-16,-3-1 10 0,-2 0 6 0,1 0 1 16,-2 2-5-16,-1 2-7 0,-4-3-10 15,-1 3-2-15,0 1-6 0,-5-1-8 0,-2 3 0 16,-2-1-9-16,-4 4-3 0,-2-1 0 0,1 5-4 16,0-1-1-16,-3 5-6 0,3-1 2 0,0 4-1 0,-7 2-2 15,8 3 4-15,0-5-1 0,7 3-4 0,-1 1 2 16,5 0-19-16,1 1-6 0,5 0-2 0,4-1 3 0,1-1-3 15,7-2 2-15,4 2-1 0,11-3 1 0,2-1-11 16,3-6-26-16,3 2-16 0,3-5-19 0,-1 0-19 16,1-4-7-16,0 0-5 0,-1-3 7 0,-3-1 12 15,2-4 13-15,-7-1 8 0,-3-2 14 0,2 2 19 16,-4-4 14-16,-5 3 28 0,-1-2 28 0,-6-1 25 16,0 1 26-16,-4 0 18 0,1 3 17 0,-4-1 25 0,-1 0 13 0,-1 0 12 15,2 2 10-15,-3 2 10 0,-1 0-7 0,1 3 20 16,0-3-15-16,-1 4-15 0,2-1-17 0,-2 5-15 15,1-5-11-15,-1 5-20 0,0 0-19 16,0-7-14-16,0 7-29 0,0 0-37 0,0 0-6 16,0 0 5-16,0 0-7 0,-5 18 7 0,2-5 0 15,1 3 3-15,-2 2-2 16,0 6 4-16,-2 1 1 0,-1 1-7 0,1-2 7 16,1 3 2-16,1-10-2 0,-1 7 2 0,1-8-7 15,0 0-9-15,2-4 3 0,-1-3-7 0,3-1-3 16,0-1-2-16,-2-3 14 0,2-4 16 0,-3 10 3 15,3-7 48-15,0-3 31 0,0 0 8 0,0 0-14 16,0 0-9-16,18-9-6 0,-9 1-10 0,0 0-6 16,5-5-6-16,-3-2-8 0,5 0-5 0,0-4-11 0,-2 3-1 15,0 2-4-15,2 0 0 0,-5 4-4 0,-2 1-3 0,0 1-2 16,-4 3-7-16,-1 1 1 0,1-1-9 0,-1 1-19 16,-4 4-1-16,10-4-13 0,-10 4 2 0,0 0-9 15,18 10-2-15,-9-4-8 0,2 1-4 16,-2 2-21-16,5 2-21 0,-2 2-29 0,1-3-34 15,2 4-24-15,-1-2-29 16,3-4-21-16,-4 3-38 0,3-5-40 0,-6 3-273 16,0-7-635-16,2 0 281 0</inkml:trace>
  <inkml:trace contextRef="#ctx0" brushRef="#br0" timeOffset="6262.8">8027 3480 101 0,'0'0'262'16,"0"-4"-12"-16,0 4-18 0,0 0-12 0,-1-5-8 0,1 5-11 15,-3-4-11-15,3 4-16 0,0 0-16 0,0 0-15 16,4-4-15-16,1 0-18 0,0 4-10 0,4-3-11 16,0 1-8-16,5-3-8 0,-1 2-7 0,6-4-14 15,-1 3 6-15,1-1-12 0,0-3-3 0,0-1-3 16,-1 2-1-16,1-4-7 0,1 3-2 0,-5-2-6 16,-1-1 1-16,0 2-6 0,-5 0 5 0,0-1 10 0,-3 2 9 0,2-1 8 15,-3 0 0-15,-1 3 12 0,0-1-1 0,-2 2-12 16,0 0-3-16,-2 5-4 0,-4-9-17 0,4 9-5 15,-9-3-4-15,-4 3 0 0,3 0-5 0,-4 3-2 16,-4 4-5-16,0 0-12 0,-1 1 15 0,1 3-5 16,-5 4-3-16,2 2-1 0,6-3 5 0,1 1-6 15,0 0 9 1,1 0-5-16,4 1-1 0,4-4-16 0,0-2-7 0,4 7-15 16,0-5-14-16,3-2-21 0,3 1-33 15,4-3-44-15,1 1-63 0,4-4-79 0,-5-2-182 16,4-3-512-16,1 0 227 0</inkml:trace>
  <inkml:trace contextRef="#ctx0" brushRef="#br0" timeOffset="7202.73">8382 3288 98 0,'4'-6'315'0,"-1"4"-18"0,-1-3-17 0,3 1-15 15,-5 4-22-15,5-8-24 0,-1 8-23 0,-4 0-26 0,0 0-12 16,14 0-25-16,-8 3-7 0,2 2-16 0,0 1-6 15,-2 2-8 1,3 3-10-16,3-1-9 0,-3 4-9 0,-1 0-1 16,-1 1-11-16,-1 2 3 0,0-2-9 0,-1 0-5 15,-4-1-2-15,5 1-3 0,-3-2-6 0,-1-3-3 16,-3 1-1-16,2-2-7 0,-1 0 5 0,0-3-2 16,-1-1-4-16,1 0-4 0,0-5 3 0,0 7 8 15,0-7 12-15,-1 5 13 0,1-5 34 0,0 0 2 16,0 0-3-16,0 0-16 0,0 0-4 0,0 0-5 0,0 0-3 0,-5-24-5 15,7 14-4-15,-1-1-16 0,3-1-16 0,3-3-22 16,0-1-23-16,6-2-13 0,3-1-16 0,0 6-14 16,5-4-2-16,4 6-7 0,2 2-16 15,1-1-5-15,4 2-3 0,0 2-5 0,-1-2 8 16,3 4 4-16,-2 2 10 0,3-2 1 0,-1 3 9 16,-2-2 5-16,-6 0 10 15,-5 3 7-15,-5 0 2 0,-4-1 9 0,0 1 6 16,-4-3 14-16,-1 3 14 0,-7 0 9 0,9 0 2 15,-9 0 3-15,0 0 1 0,-14 7 4 0,0-3 2 16,-3 2 1-16,-4 2 6 0,-6 2-6 0,-1 1 2 16,-1 1-3-16,-1 1 5 0,2 0-5 0,1 3-3 15,0-1-4-15,2-1 3 0,3 1-4 0,7-6 3 16,3 0 1-16,3-1-3 0,1 0 5 0,1-4-4 0,3 0 10 16,-1 0 14-16,1 0 28 0,4-4 32 0,-4 2 24 15,4-2 3-15,0 0-2 16,0 0-8-16,36-13-8 0,-17 5-7 0,-2-2-12 0,1 0 0 15,0-2-19-15,-1 1-3 0,9-6-6 0,-11 5-2 16,2 2-7-16,0 2-6 0,-6 1-6 0,1 2-2 16,-2-1-6-16,-4 3 0 0,1 0-9 0,-2 0-26 0,1 1 21 0,-6 2-11 0,13 0-2 15,-13 0-7-15,11 5 9 0,-4 0-10 0,2 1-4 16,0 2 4-16,-2-2-3 0,1 3 2 0,2-1-2 16,-1 3 15-16,0-3-17 0,3 2-8 0,-3-3-6 15,0 0-3-15,2-3-7 0,-1 3 6 0,-2-2-3 16,2-2 4-16,2-2 4 0,-6-1-1 0,-6 0 6 15,19-5-3-15,-10 0 9 16,-1-1-1-16,1-4 6 0,2-2 0 16,-3-2 6-16,2 0 6 0,-2-4 3 0,2-6 9 15,-3 6-2-15,3-7-2 0,-1-4 7 0,-2 0 3 16,5 2 1-16,-6-5 15 0,-1 3 0 0,4 3 20 16,0-1 12-16,-3 3 22 0,1 5 23 0,-3 3 8 15,-3 5 2-15,3 2 1 0,-4 1-7 0,1 3-13 0,3-2-11 16,-3 2-9-16,-1 5-21 0,0-5-14 0,0 5-29 0,0 0-36 15,0 0-26-15,0 0 5 0,0 0 2 0,0 0-13 16,0 28 26-16,-6-12 1 0,1 11-11 0,-2-2 24 16,1 5-7-16,-1 2 6 0,0-4-5 0,1 1 11 15,0 0-1-15,5 1-2 0,-3-3 5 0,4-2-1 16,0-5-4-16,-4-3-7 0,3-4 22 0,1-3-14 16,-3 0 1-16,3 1-7 15,-2-6 27-15,4 2-1 0,-2-4 29 0,0-3 17 16,-2 7 26-16,4-3 23 0,1-1 25 15,-3-3 19-15,0 0 17 0,0 0 10 0,0 5 12 16,0-5-3-16,0 0-23 0,0 0-17 0,23-4-16 16,4-4-29-16,5 1-62 0,6-3-83 0,-1 2-91 15,18-6-121-15,-6-1-156 0,-13 0-566 0,11-4-1059 16,-13 4 469-16</inkml:trace>
  <inkml:trace contextRef="#ctx0" brushRef="#br0" timeOffset="8183.04">10480 3058 125 0,'0'0'202'0,"0"0"-9"0,0 0-10 0,0 0-14 16,0 0-11-16,0 0-17 0,0 0-14 0,0 0-15 15,0 0-15-15,-19 4-4 0,9 0-12 0,-6 2-5 16,-4 1-10-16,1 1-9 0,-7 1-4 0,2 3-8 16,5-3-4-16,2 1 1 0,-8 5-7 0,7-2-4 15,-3 2-8-15,5-2 2 0,2-1-3 0,4-2-3 16,-2 2-2-16,7 0-6 0,-4 3 6 0,5-4-4 0,4 0 1 0,0 0-1 15,4 0 0-15,6-1 4 0,3 2 27 0,6-2-4 16,7 2-3-16,-1-2-3 0,7-2-1 16,1 2-4-16,-2-3-2 0,-4 3-3 0,-5-6-3 15,-2 2-1-15,-1-1-2 0,-5-1-2 0,-3-1-12 16,0 2-7-16,-3-3-5 0,-3 1 1 0,-4 1-1 16,-1-1 4-16,0-3-1 15,-14 9 3-15,-4-4 2 0,-3-1-1 0,-9 1-2 16,-2-1-1-16,2 0-2 0,-4-2-12 0,4 3-15 15,0-3-23-15,2-2-26 0,6 0-36 0,-1 0-40 16,4-1-203-16,9-3-390 0,-3-1 173 0</inkml:trace>
  <inkml:trace contextRef="#ctx0" brushRef="#br0" timeOffset="8568.42">10878 3208 129 0,'0'0'220'16,"-18"3"-30"-16,5-1-18 0,4 2-20 0,-1 0-13 15,-3 3-13-15,4 2-14 0,-4 0-12 0,-1 4-7 16,3 0-12-16,1-1-8 0,3 2-9 15,2-3-6-15,0 0 6 0,1 1-2 0,4 0-5 0,0 1 7 16,6-4 1-16,0 2 0 0,0-1 4 0,5-2 0 0,1-4-1 16,7 3-9-16,0-3-1 0,3-1-4 0,-3-3-4 15,3-3-1-15,-2 3 4 0,1-5 8 0,-3 0 3 16,-2 0 11-16,-3-2 6 0,-3 0-1 0,3 0-4 16,-8-5-8-16,3 0-5 0,-2-1-11 0,-2-3-8 15,-4 1-7-15,-4 1-4 0,-2-3-15 0,2 2-3 16,-5 1-8-16,-2 2-6 0,-1 0-9 0,-2 3-4 0,-2 1-8 0,0 1-8 15,2 3-5-15,0 1-16 0,5 0-25 0,-2 2-32 16,-1-2-36-16,1 2-48 0,11 1-32 0,-12 1-196 16,12-1-452-16,0 0 199 0</inkml:trace>
  <inkml:trace contextRef="#ctx0" brushRef="#br0" timeOffset="8922.39">11209 3014 198 0,'-2'-5'420'0,"2"-2"1"16,0 2-20-16,0 5-29 0,-1-9-33 0,1 9-32 0,0-8-42 0,0 8-27 16,0 0-37-16,0 0-46 0,0 0-33 15,0 0-5-15,0 0-14 0,-4 19-4 0,3-3-13 16,0 2-13-16,-2 7-29 0,3 1 16 0,-4 0 5 15,0 3-11-15,3 0-8 0,0-2-7 0,-2 0 1 0,6-3-13 16,-2-3 2-16,0-3-2 0,-1-2-3 0,2-1-1 16,-2-4-2-1,2-1-11-15,-2-3 13 0,0-2-1 0,2 1-2 0,0-1-1 0,-2-5 10 16,0 7-1-16,0-7 0 0,0 5 4 0,0-5 8 16,0 0 5-16,1 5-7 0,-1-5-1 0,0 0-3 15,0 0-2-15,0 5-11 0,0-5-8 0,0 0-16 16,0 0-36-16,0 0-70 0,0 0-47 0,0 0-38 15,0 0-45-15,0 0-61 0,6-16-82 0,-6 16-196 16,2-9-626-16,-2 2 277 0</inkml:trace>
  <inkml:trace contextRef="#ctx0" brushRef="#br0" timeOffset="9508.29">11445 3217 108 0,'4'-4'342'0,"-4"4"-25"0,0 0-33 16,2-2-31-16,-2 2-27 0,0 0-28 0,0 0-21 15,0 0-27-15,0 0-9 0,0 0-15 0,-1 14-21 16,-3-9-1-16,3 6-11 0,-3-1-6 0,0 2-11 16,-1 0-9-16,0 2-8 0,1-4-3 0,3 0-10 15,-1-4-8-15,0 2-4 0,2-4-7 0,0 1 1 0,0 0 2 16,0-1 4-16,0-1 4 0,0-3 19 0,0 0 9 15,5 1-1-15,-5-1 3 0,13-4-4 0,-7-2-3 16,2-1 1-16,2 0-4 0,2 0-10 0,-3-1-2 0,1-1-5 16,4-1-5-16,-1 0-6 0,-3 1 3 15,-1 1-8-15,-1 2-8 0,-1 2 2 0,-2-2-5 16,1 4-6-16,-3-2-11 0,3 3-10 0,-6 1 4 0,0 0-27 0,16 0 11 16,-16 0-1-16,12 6 2 0,-3-3-6 0,-1 6 5 15,1-1-3-15,7 2 0 0,-6-1-3 0,4 1-9 16,1 3-16-16,2-2-3 0,2-2-8 0,7 1-18 15,-11-3-14-15,7-1-10 0,-1-4-17 16,-1 0-5-16,-2-2 2 0,-1-2-1 0,1-1 17 0,-5-3 4 16,4-3 16-1,-2-2 7-15,-6-1 22 0,3-3 20 0,-1 1 21 16,-3-6 20-16,-2 3 30 0,1-9 5 0,-1 1 1 16,-1-3-1-16,-1-2-1 0,1-1 9 0,-1-2 12 15,-3 1 14-15,2 3 30 0,-1 0 23 0,-2 3 21 16,2 9-13-16,-2 4 22 0,1 1-6 0,-1 7-18 15,0-3-20-15,0 1-3 0,2 3-26 0,-4 0-51 16,2 4 0-16,0 0-2 0,0 0-5 0,-5 15 1 0,0 3-3 0,1-1-2 16,-1 12 0-16,-3-3 4 0,3 6-4 0,-2 2-2 15,1-2-11-15,2-1-7 0,-1-1-15 0,4-1-18 16,-2-4-13-16,3-5-15 0,-1-1-20 0,1-4-20 16,-2-3-19-16,2 0-23 0,0-3-19 0,0-4-42 15,0 0-24-15,0-5-207 0,0 6-478 16,0-6 211-16</inkml:trace>
  <inkml:trace contextRef="#ctx0" brushRef="#br0" timeOffset="9871.54">11841 3131 84 0,'0'0'164'0,"0"0"-7"0,0 0-2 0,0 0-3 0,0 0-3 16,0 0-8-16,0 0-13 0,41 4-9 0,-18-4-11 15,8-1-9-15,2-1-1 0,8 2-8 16,9 0-8-16,-11-1-4 0,-3 0-7 0,1 1-6 16,-1-3 2-16,-4 1-4 0,-3-1 2 0,-1 2 1 15,-9-2 8-15,-3 2 10 0,-5 0 19 0,2-2 19 0,-5 3 7 16,-3 0 14-16,4-3-1 0,-9 3-1 0,9 0-15 0,-9 0-13 16,9-1-6-16,-9 1-5 0,0 0-23 0,0 0-3 15,0 0-15-15,10 0-15 0,-10 0-10 0,0 0-6 16,2 7-6-16,-2-7 2 0,2 9-3 0,-1-3-5 15,-2 1 2-15,-1-1-7 0,2 5 4 0,-1-2-7 16,1 3 4-16,0-3 0 0,0 4-4 0,-1 0 2 16,2 0-1-1,-1-3 3-15,0 2-19 0,0-2-27 0,1 0-23 0,1-1-22 16,-4-2-27-16,2 0-24 0,0-2-14 0,-1 0-15 16,1-5-5-16,-1 6-6 0,1-6-73 0,0 0-238 15,0 0-518-15,-14-11 229 0</inkml:trace>
  <inkml:trace contextRef="#ctx0" brushRef="#br0" timeOffset="10009.43">12361 2949 204 0,'0'-5'302'16,"0"5"-25"-16,0-7-21 0,0 7-32 0,3-5-20 16,-3 5-30-16,1-6-26 0,-1 6-26 0,0 0-34 0,14 1-46 15,-14-1-36-15,13 11-77 0,-3-8-67 16,-2 0-169-1,1 3-332-15,-1 0 148 0</inkml:trace>
  <inkml:trace contextRef="#ctx0" brushRef="#br0" timeOffset="10388.33">12729 3058 73 0,'0'0'187'0,"-14"5"-22"0,5 2-7 0,-1-1-15 16,2-1-11-16,-1 5-15 0,1 0-11 0,1-1-12 15,-1 2-8-15,2-2-9 0,-3 3-6 16,5-3 4-16,2 0-5 0,-1 1-3 0,2-2 4 0,1 2-2 0,1 0-2 16,2-1 2-16,3-2 5 0,3 3-9 0,0-6 0 15,4-1-4-15,3 4-4 0,2-6-7 0,0 1-1 16,-4-4 1-16,4 0-9 0,0-4 1 0,-5 3 16 15,-2-1-2-15,2-3-9 0,-1 0 6 0,2-3-5 16,-4-3-7-16,-2 3-4 0,-1 1-2 0,-2-3-9 16,-3 2-1-16,0 1-11 15,-1-1 4-15,-2-1-2 0,0 3-6 16,-4-4-7-16,-3 7-1 0,-1-5-6 0,0 4-1 16,-1 1-2-16,-5 2-4 0,-2-1-5 0,3 3-11 15,1 0-20-15,-1 1-27 0,1 1-32 0,-1 1-43 16,3 1-36-16,2 2-201 0,0-2-416 0,9-3 185 15</inkml:trace>
  <inkml:trace contextRef="#ctx0" brushRef="#br0" timeOffset="10742.57">13036 3043 228 0,'0'0'328'16,"9"-3"-33"-16,-9 3-28 0,0 0-31 0,0 0-31 16,0 0-21-16,0 0-19 0,0 0-18 0,0 0-12 15,1 13-13-15,-1-7-13 0,-1 5-7 0,-3 0-13 16,-1 4-10-16,0 3-5 0,1-1-9 0,-1 0-5 16,0-2-4-16,2-5-7 0,2 0-1 0,-2-2-6 15,2-2-2-15,0-3-3 0,-3 4 4 0,4-6 17 0,-1 3 36 0,1-4 31 16,0 0 9-16,0 0-13 0,0 0-11 0,0 0-5 15,32-12 2-15,-21 7-11 0,2-2-2 0,1 2-1 16,-3-1-16-16,1 2-4 0,1-1-8 16,0 0-6-16,-1 1-10 0,-3 1-2 0,4 2-12 0,-3 1-3 15,1 0-12-15,0 1-7 0,3 2-11 0,-5 2-11 16,9 6-26 0,-4-2-30-16,-4 4-45 0,2 0-52 0,-2 2-61 15,3-2-92-15,-10-3-335 0,3 1-702 0,-3-3 311 16</inkml:trace>
  <inkml:trace contextRef="#ctx0" brushRef="#br0" timeOffset="12594.12">14403 2967 103 0,'0'-7'238'0,"0"1"-5"0,0 0-8 0,3 0-6 0,-2 2-10 15,-1 0-20-15,0-4-15 0,0 4-16 0,0 4-20 16,0-5-12-16,1 0-15 0,-1 5-16 15,0-5-10-15,0 5-12 0,0 0-7 0,0 0-11 0,0 0-10 0,8 10-10 16,-3-3 0-16,0 3-5 0,2 2-2 0,1 5-8 16,0 0-4-16,1 0-5 0,5 6-11 15,-5-5-5-15,1-3-9 0,3 1-5 0,-3-4-4 0,3 1-2 16,1 1-5-16,-3-5-3 0,-1-1 3 0,-4-3 3 16,6 2 2-16,-2-5 8 0,-3-2-2 0,1 0 4 15,1-4 3-15,1-1 8 0,-1-3 6 0,0-4 9 0,-1 3 14 16,-2-8 7-16,3 0 10 0,-4-2 3 0,4-6 10 15,-4 1-1-15,0 6 12 0,-1 0 3 0,0-1 11 16,0 5 13-16,-3 3 6 0,2-1-1 0,-2 5 2 16,1-3-3-16,-2 7-17 0,3-4-13 0,-3 3-16 15,0-1-30-15,1 3 6 0,-1 2-39 0,0 0-1 16,0 0-3-16,0 0 3 16,-1 21 1-16,-4-3 1 0,0 11 3 0,-1 1-2 15,-1 16 1-15,-5-2-1 0,5 5 3 0,-1 1-1 16,-1 1 2-16,1 0 1 0,4-3-1 0,0 1 3 15,0-1-1-15,1-12 4 0,2 0-2 0,0-1-9 16,3 0 11-16,0-3 0 0,-1 1 9 0,2-2-6 16,-2-2 1-16,0-3 4 0,-1 1-5 0,-1-8-1 15,0-1 2-15,1-1 1 0,-4-1 0 0,1-4 3 0,-1 0-8 16,-1-1 5-16,0-1-3 0,-1 1 4 0,-2-1 2 16,2-3 1-16,-4-2 0 0,-1 4 4 0,0-6-1 15,-2-2 4-15,-1 3-2 0,-4-3 1 0,1-1 1 16,-2 0 0-16,0-5 11 0,1 3 0 0,2-5 2 15,-1-1 6-15,-1 0 16 0,6-5 12 0,-3 1 7 16,7-5 14-16,-1 0-2 16,1-8 2-16,4 0 0 0,4-7-15 0,4 2-7 15,6-3-12-15,7-12-7 0,7 2-2 0,3 3-2 16,8-5-13-16,1 2-6 0,6 3 3 0,3 4-12 16,0 3-2-16,-4 4 7 0,-11 8-3 0,2 4 1 15,-5-2-2-15,-1 3-7 0,-11 5 1 0,4 1 1 16,-9 3 4-16,3 1-2 0,-4 0-7 0,-4 2 5 15,2 1-5-15,-1 0 4 0,-1 0-5 0,-2 1-23 0,0 0-34 16,0 0-28-16,-3 2-37 0,0 0-16 0,0 0 10 16,0 0-4-16,0 0-15 0,0 0-18 0,-10 13-28 15,5-8-34-15,-2 0-48 0,4-2-247 0,-1 1-562 16,1-3 249-16</inkml:trace>
  <inkml:trace contextRef="#ctx0" brushRef="#br0" timeOffset="13233.19">15457 3147 164 0,'0'0'289'0,"0"0"-16"0,-2-3-24 16,2 3-22-16,0 0-25 0,2-5-18 0,4 3-21 15,1-3-17-15,3 3-19 0,2-1-11 16,7-2-33-16,1 1-34 0,2 2-36 0,5-1-49 16,1 0-53-16,-1-1-64 0,-5 2-182 0,-4-2-362 0,-2 0 160 0</inkml:trace>
  <inkml:trace contextRef="#ctx0" brushRef="#br0" timeOffset="13380.3">15495 3205 95 0,'-6'2'180'0,"4"2"23"0,1-2 4 16,1-2 0-16,12 4-19 0,6 1-17 0,10-2-18 16,4-2-23-16,8 2-58 0,14-2-72 0,-1-2-128 0,-14-2-119 15,0-3-267-15,-3-3 119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4-26T07:04:55.713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3594 1126 35 0,'0'0'108'0,"6"-5"7"16,-6 5-2-16,4-4-6 0,-4 4-8 0,4-3 5 0,-4 3 1 15,3-3 0-15,-3 3-2 0,4-1-7 0,-4 1-5 16,2-4-1-16,-2 4 0 0,0 0-4 0,1-4-3 15,-1 4 0-15,0 0-8 0,0 0-7 0,0 0-5 16,0 0-4-16,0 0-13 0,0 0-6 0,3-1-2 16,-3 1-7-16,0 0-6 0,0 0-7 0,0 0-9 15,0 0-5-15,-17 6 7 16,3-1-6-16,-5 2 4 0,-4 5-4 16,-5 1-4-16,4-1 6 0,6-3 0 0,-8 3-10 15,2 0 5-15,1 3 3 0,6-5-3 0,-1 2-1 16,1-3 0-16,1 4-1 0,1-4-5 0,3 3 5 15,1 0-3-15,3 0 0 0,2-4 3 0,2 4 0 16,1-5-1-16,1 5-1 0,2 1-1 0,5-2-1 16,1 0 4-16,4 5 3 0,3-4-2 0,9 6 1 0,2-4-1 0,1 3-4 15,0-1 9-15,6-2-2 0,-4-2-2 0,1 2 0 16,-3 0-2-16,-2 0 0 0,0 0 3 0,-5-1-2 16,-5-1-5-16,1 2 8 0,-5-1-7 0,-2-2 0 15,0-1 0-15,-6 2 6 0,-2-3-6 0,-4 1 11 16,-8 3-5-16,-2-2-3 0,-6-2 0 15,-5 2 6-15,-5-1-4 16,2-3-1-16,-2-1 12 0,-1 0-1 0,1-3 2 16,3-2 8-16,-4-1 5 0,4 3 13 0,9-5 3 15,0 1 8-15,2 1 0 0,7 0 2 0,-4-1-5 16,6-2 6-16,8 3-4 0,-10 0 6 0,3-2-3 16,7 2 2-16,-7-3-6 0,7 3-11 0,0 0-8 15,-9-1-8-15,9 1-17 0,0 0-14 0,0 0-14 16,0 0-25-16,19-11-27 0,-19 11-35 0,18-4-43 0,-4 1-24 15,3-2-57-15,-3 3-119 0,-1-1-380 0,0-1 169 16</inkml:trace>
  <inkml:trace contextRef="#ctx0" brushRef="#br0" timeOffset="432.34">4011 1444 78 0,'-11'1'131'0,"-1"5"-13"0,0-1-12 0,2 1-15 0,-5 2-2 16,0 2-13-16,4-3-12 0,-1 5-5 15,2-3-13-15,0 0-10 0,4 2 9 0,-2-4-3 16,-2 8-8-16,3-1-2 0,6-4 6 0,-3 2-11 16,4 0-2-16,3 0-10 0,-1 0 12 0,7 1-2 0,-1-3-1 0,1-2 3 15,0 1 5-15,1-1-6 0,3-2 15 0,-4-3 7 16,6 1 9-16,3-3 15 0,-6-1 8 0,0 0 15 16,-12 0 12-16,21-6 14 0,-13 1 10 0,0-1 3 15,1 0-7-15,-4-2 0 0,1 1-2 16,0-3-5-16,-5 1-5 0,1-3-14 0,-4 2-8 15,1-2-10-15,-2 3-8 16,0-2-6-16,-3 2-11 0,1 0-8 0,0-1-5 16,-4 0-20-16,4 5-10 0,-1-1-22 0,1 3-20 15,1-2-30-15,4 5-30 0,-13-7-38 0,13 7-46 16,-8-3-34-16,8 3-33 0,0 0-181 0,-13 2-453 16,13-2 200-16</inkml:trace>
  <inkml:trace contextRef="#ctx0" brushRef="#br0" timeOffset="1018.32">4284 1460 202 0,'4'-8'332'0,"-4"8"-7"16,0 0-33-16,0 0-24 0,0 0-30 15,0 0-27-15,0 0-22 0,0 0-21 0,4-4-25 16,-4 4-12-16,0 0-23 0,0 0-13 0,0 0-13 16,0 0-9-16,0 0-13 0,0 0-8 0,2 15-5 15,-2-15-7-15,-1 11-5 0,2-3-7 0,-1 4-8 16,0-6-3-16,0 5 3 0,4-1-6 0,-4-1-3 0,0-4-1 0,0 3 5 16,1 0-8-16,-1-4 3 0,4 1 3 0,-4-1-3 15,0-4 1-15,0 5 3 0,0-5 0 16,0 0 2-16,0 10 10 0,0-10 25 0,0 0 26 15,0 0 33-15,0 0 18 0,0 0 19 0,0 0-9 0,0 0-14 16,0 0-9-16,0 0-13 0,17-15-10 0,-12 10 1 16,1 1-22-16,2-3-6 0,-3 1-12 0,2 2-6 0,-7 4-6 15,7-7-7-15,-3 4-3 0,-4 3-11 0,9-2-2 16,-9 2-8-16,0 0-19 0,9-3-8 0,-9 3-6 16,0 0-12-16,0 0-14 0,18 5-9 0,-13 0-5 15,0 0-9-15,-1-2-8 0,3 4-8 0,-1 1-7 16,0 0 4-16,-2-1 1 0,0-2 3 0,1 0 8 15,-3 0 9 1,3 0 8-16,-5-5 6 0,6 5 13 0,-4 0 6 16,-2-5 7-16,0 0 24 0,4 4 30 0,-4-4 35 15,0 0 24-15,0 0-2 0,0 0 2 0,0 0-12 16,16-11 1-16,-10 6-10 0,1-3-7 0,1-1-7 16,-3 1-3-16,4 0-9 0,-1 3-9 0,-2-5 1 15,-1 2-1-15,3 4 0 0,-3-2-9 0,0 2-2 16,-1-1-13-16,1 0-52 0,-5 5-32 0,14-3-36 0,-4 1-37 15,2 2-37-15,1 4-31 0,-1-3-51 0,5 2-46 16,-5-1-204-16,1-2-565 0,-1 5 250 0</inkml:trace>
  <inkml:trace contextRef="#ctx0" brushRef="#br0" timeOffset="1435.02">4821 1596 190 0,'0'0'267'0,"0"0"-6"0,0 0-12 16,0 0-16-16,0 0-13 0,0 0-28 0,0 0-11 16,0 0-11-16,0 0-19 0,0 0-13 0,0 0-17 0,0 0-10 15,23-8-13-15,-16 1 0 0,2 3-16 16,0-2 1-16,1-1-1 0,1-2 5 0,-1 1 2 0,4-4-4 0,-5 5 9 16,0-5 0-16,-1 2-9 0,-1 1 10 0,-2-2-5 15,2 2-6-15,-6 1 8 0,5 2 4 0,-2-2-2 16,-4 4-15-16,0 4-18 0,0-11 0 0,0 11-8 15,-4-6-8-15,4 6-21 0,-11-5 3 0,11 5-15 16,0 0-4-16,-21 2-1 0,21-2-16 16,-17 8-13-16,10-2-16 0,1 4-8 0,-3-1-10 0,5 4-4 0,-2 1 0 15,3-4-3-15,2 7 8 0,2-5 7 0,4 3 1 16,2 2 8-16,-1-3 4 0,4 0 6 0,3 1 8 16,1-5 3-16,-1 3-3 0,1-5 7 0,-4 0 0 15,7 0 5-15,-6-2-2 0,2-2-3 0,0 1 6 16,-6-4-1-16,0 4 1 0,-1-4 5 15,-2 1-6-15,2 1 7 16,-6-3 2-16,9 2-3 0,-9-2 5 0,6 3-1 0,-6-3 1 16,0 0 1-16,0 0 3 0,5 1-6 15,-5-1-23-15,0 0-53 0,0 0-71 0,0 0-77 16,0 0-303-16,0 0-572 0,0 0 254 0</inkml:trace>
  <inkml:trace contextRef="#ctx0" brushRef="#br0" timeOffset="2791.73">6316 1288 152 0,'0'0'251'0,"-1"-9"-18"15,1 9-11-15,-3-8-13 0,-1 4-18 0,4 4-13 16,-2-5-16-16,2 5-19 0,-8-6-15 0,4 2-14 16,4 4-11-16,-9-4-13 15,3 4-17-15,6 0 0 0,-18 0-12 0,6 3-15 16,2-2-5-16,0 3-12 0,-3 2-9 0,0 1-10 16,3 0-11-16,0 1-13 0,-4 2-11 0,5-2-12 15,1 3-9-15,-1 0-20 0,4-2-12 0,0 8-15 16,3-4 3-16,2 0 10 0,1-1-3 0,4 0-6 15,1-3 3-15,4-4-7 0,1 2-5 0,0-4-2 16,2 0 1-16,1-3 8 0,0-1 5 0,2-6 14 0,0 2 21 16,-2-4 28-16,0-1 31 0,-2 0 14 0,-2-2 26 15,0-2 17-15,-2 4 25 0,0 0 6 0,-2-2 10 16,-2 0 15-16,-1 5 6 0,-1-3 7 0,0 5-3 16,0-3-7-16,-2 8-7 0,1-7-16 0,-1 3-9 15,0 4-16-15,4-5-15 0,-4 5-34 0,0 0-28 16,0 0-13-16,0 0-1 0,0 0 0 0,6 17 1 0,-4-5 6 15,0 6-1-15,3 11-4 0,-1 2 11 0,-2 2-2 16,4 2 0-16,0 1 1 0,-2 0 2 0,2 11 2 16,1-2 0-16,-2-11 1 0,1-2 2 0,-1 4 0 15,3-5-1-15,-2-2 1 0,-2 2 0 0,-3-6 3 16,-1-5 4-16,0-2-5 0,-1 2-2 0,-3-6-1 16,-2 1-3-16,2-5 1 15,-2-1 8-15,1 1 5 0,-3-3 2 0,-2-3 20 16,-1 0 8-16,0-2 8 0,-3 0 7 0,-3-6 0 15,-1 1 14-15,2 0 18 0,2-3 11 0,1-4 3 16,-5 2-2-16,5-5-8 0,3 0-12 0,-1-3-6 16,0 0-10-16,5-8-10 0,2-1 0 15,4-1-15-15,1-5-20 0,6 6 12 0,0-1-7 16,5-1-7-16,3 1-5 0,2 2 2 0,1 2 0 0,1-2-23 0,3 4 18 16,2 3-1-16,-2 0-6 0,-1 3 1 0,-3 4 2 15,0-1-2-15,-4 2-6 0,-3 1 6 0,0 3 0 16,-1-3-16-16,-2 2 14 0,-2 5 6 0,-1-2-3 15,-5 3-1-15,9-7 5 0,-9 7-12 0,4-5 7 16,-4 5-4-16,7-3-26 0,-7 3-24 0,0 0-34 16,0 0-36-1,0 0-36-15,0 0-55 0,7-5-49 0,-7 5-262 16,0 0-562-16,0 0 249 0</inkml:trace>
  <inkml:trace contextRef="#ctx0" brushRef="#br0" timeOffset="3177.14">6767 1467 147 0,'0'0'261'16,"0"0"-1"-16,0 0-15 0,0 0-20 0,0 0-12 15,0 0-17-15,0 0-20 0,0 0-20 0,0 0-16 16,17-16-14-16,-11 11-10 15,4-1-15-15,0 0-8 0,2-2-6 0,2-4-10 16,-4 3-10-16,4-4-7 0,-1 2-5 16,-2-1-5-16,2 1-2 0,-3 0-4 0,-1 3 3 15,-1-3-2-15,-3 3 6 0,4 1 0 0,-5-1-4 16,-3 1 5-16,2 4-2 0,-2-2-7 0,-1 5-8 16,0-6-9-16,0 6-6 0,0 0-9 0,-10-5 0 15,10 5-5-15,-23 5-4 0,10 1 4 0,-5 2-9 0,4 1 3 0,-3 0-3 16,0 5-2-16,5 1 8 0,-3 6-12 0,3-4-6 15,3 0-1-15,2-3-9 0,0 6-2 16,3-2 2-16,6-2-9 0,3 1 16 0,0-2 4 16,3-3 0-16,6 2-2 0,2-2-5 0,2-4-30 15,12 1-32-15,0-5-51 0,6-6-88 0,-4 2-231 16,1-5-490-16,-2-1 217 0</inkml:trace>
  <inkml:trace contextRef="#ctx0" brushRef="#br0" timeOffset="3640.68">7218 1302 368 0,'0'0'364'0,"-1"-6"-14"16,1 6-30-16,0 0-33 0,0 0-25 0,0 0-31 15,0 0-27-15,0 0-23 0,0 0-28 0,0 0-13 16,0 0-17-16,0 0-26 0,0 0-23 0,0 0-7 0,0 0-14 16,0 0-3-16,1 22-20 0,0-10 13 0,-2-1-9 15,1 0 1-15,-1 6-7 0,-1 2-2 0,0 5-4 16,0-5 0-16,-1 1-3 0,0-3-4 0,1 0-5 16,0-5-2-16,1 0-4 0,-1-3 3 0,-1-3-3 15,3 1 3-15,0-7 4 0,0 7 5 0,0-7 13 16,0 0 33-1,0 8 33-15,0-8 24 0,0 0 7 0,0 0-6 16,0 0-16-16,0 0-12 0,16-16-8 0,-7 3-8 16,-1-3-8-16,1 2-6 0,3 1-8 0,-2-1-7 15,-1 0-4-15,1 7-6 0,-4-1-4 0,2-1-6 0,-3 4-2 16,0 1-15-16,-1 0 6 0,-4 4-4 0,6-4-9 16,-6 4-9-16,7-4-22 0,-7 4-22 15,0 0-23-15,0 0-16 0,24 4-21 0,-15 3-30 0,-1-2-24 0,7 7-18 16,-6-3-24-16,5 4-28 0,-2-1-29 0,-1 0-53 15,3-2-209-15,-4-1-569 0,2-7 252 0</inkml:trace>
  <inkml:trace contextRef="#ctx0" brushRef="#br0" timeOffset="3930.83">7535 1499 90 0,'0'0'263'0,"0"0"-16"0,0 0-12 0,0 0-12 15,0 0-14-15,0-7-15 0,0 7-13 0,0 0-10 16,0 0-21-16,0 0-16 0,6-5-17 0,2 1-12 15,-8 4-7-15,18-6-24 0,-3-4 0 0,2 3-9 16,-2 0-6-16,3-2-12 0,-1 1-5 0,0 1-8 16,0-5-5-1,0 2 0-15,-2 1-2 0,2-1-5 0,-5 0 1 16,1 1-6-16,-4 1 1 0,-1-1 2 0,-3 4 9 16,-1 0 0-16,1 0 3 0,-4-2-2 0,3 4-4 15,-3-1-9-15,-1 4-1 0,0 0-6 0,-10-7 0 16,10 7-11-16,-14-2 4 0,14 2-3 0,-23 5-6 15,14 1 4-15,-9-1-4 0,7 4 0 0,-1-3 0 16,1 1-1-16,0 2-2 0,4 1 0 16,-5 3-9-16,6-1-9 0,-2 1-6 0,6-1-22 15,-1-2-11-15,-1 7-22 0,8-3-19 0,2-2-48 16,2-4-64-16,1 4-178 0,3-6-430 0,0-2 191 16</inkml:trace>
  <inkml:trace contextRef="#ctx0" brushRef="#br0" timeOffset="4380.16">7903 1310 124 0,'0'0'201'0,"0"0"-22"0,0 0-26 0,0 0-11 0,0 0-24 0,0 0-6 16,0 0-10-16,0 0-13 0,0 0-11 0,28 13-7 15,-23-9-13-15,3 1 1 0,-2 2-12 0,-1 1 0 16,3 3-2-16,-2-1-6 0,-1 0-6 16,-1 0 4-16,0 2-6 0,-3 1-9 0,2 4 4 15,-2-2-6-15,2-3 0 0,-6 0-1 0,6 4 1 16,-6-5-3-16,3-1-4 16,-1-2 5-16,1 1-7 0,0-9 0 0,0 12-2 15,0-7-2-15,0-5 25 0,0 7 21 0,0-7 23 16,-4 5 31-16,4-5 27 0,0 0 25 0,0 0 19 15,0 0 24-15,0 0 17 0,0 0 17 0,0 0-4 16,0 0-32-16,0 0-11 0,0 0-23 0,9-18-14 16,-5 8-17-16,1-1-14 0,0-1-18 0,0 3-8 15,-1-3-8-15,1 1-11 0,3 4-13 0,-2-4 0 0,-3 5-15 16,-2 0 2-16,4 1-6 0,-2 1-3 0,-3 4-9 16,4-8-7-16,-2 3-17 0,-2 5-13 0,0 0-15 15,3-5-21-15,-3 5-17 0,0 0-43 0,0 0-31 16,0 0-37-16,0 0-41 0,1-7-51 0,-1 7-44 15,0 0-80-15,0 0-219 0,0 0-652 0,0 0 289 16</inkml:trace>
  <inkml:trace contextRef="#ctx0" brushRef="#br0" timeOffset="6015.5">7899 1303 171 0,'0'0'151'15,"0"0"-20"-15,8-1-13 0,-8 1-18 0,10 3-14 16,-4 0-9-16,-1 1-10 0,6-1 3 16,-2 6-26-16,0-3 5 0,4 10-7 0,-1 1-5 15,2-1 4-15,0 7 7 0,-1-8-14 0,1 9-4 0,-5-5-1 0,5 4 3 16,-5 2-5-16,-1-9-3 0,-1 8 4 0,0-8-6 16,-2 1 0-16,-3-5-3 0,0 0 2 0,-1-2-1 15,0-1-5-15,0-3 5 0,-1 3 4 0,2-4 12 16,-2 0 29-16,0-1 36 0,0-1 44 15,0-3 49-15,0 0 35 0,0 0-4 0,0 0-15 0,0 0-11 16,-7-15-10-16,7 4-4 16,0-2-13-16,2-3-13 0,1-5-16 15,1-4-13-15,0-1-18 0,1-2 4 0,3 4-12 16,-2-1-9-16,-1 7-1 0,3 1-14 0,-4 1-5 16,1 4-6-16,0 2-6 0,0 2-9 0,-1-2-5 15,-1 5-8-15,1-5-5 0,-2 6-2 0,2-1-8 16,-4 5-27-16,0-7-46 0,6 4-49 0,-6 1-50 15,0 2-50-15,0 0-10 0,13 0-15 0,-13 0-11 0,14 5-37 16,-4 4-33-16,3-1-251 0,5 1-597 0,-4-2 264 0</inkml:trace>
  <inkml:trace contextRef="#ctx0" brushRef="#br0" timeOffset="6686.16">8644 1347 287 0,'-4'-3'305'0,"3"0"-13"0,1 3-28 0,-5-7-28 16,5 7-27-16,-4-2-26 0,4 2-21 0,-9 0-18 15,9 0-20-15,-20 7-10 0,11-2-14 0,-2 1-9 16,-4 5-12 0,1 4-3-16,-1-2-11 0,-2 8-8 0,1 0-7 15,5-6-20-15,-1 2-18 0,4-3-18 0,3-4-19 16,1 0 1-16,-1-1-7 0,1-1-4 0,-1-3 1 15,2 2 4-15,3-3 7 0,-1-1 15 0,0-1 27 16,1-2 29-16,0 0 18 0,0 0 9 0,0 0 4 16,15-9 4-16,-6 1-1 0,0-1-8 0,1 0-4 15,4 0-9-15,-2-5-6 0,0 1 4 0,-3 5-9 0,-1 0-5 0,2 1-7 16,-2 1-2-16,-3 2-11 0,0 0-1 0,1 0-5 16,-2 0-7-16,1 2-6 0,2-1-10 15,-1 3 1-15,-6 0-8 0,18 3-6 0,-8 2-1 16,3 0-6-16,4 3-5 0,-2 2-6 0,2 1 0 15,-2 0-2-15,3-1-2 0,-1-1-1 0,-2 0-2 16,2-3 1-16,-2 2 7 16,-4-4 1-16,2 2 9 0,-4-2 3 0,0-3 5 15,-3 1 13-15,2-4 9 0,1-1 11 0,-3-4 20 16,1-1 16-16,-2-3 11 0,0-4 5 0,-1 0 5 16,1 1 9-16,-4-6 13 0,2 2 19 0,-2 0 0 15,-1-8 1-15,0 2-5 0,0-2 3 0,0 1 11 16,0-2 7-16,0 8-3 0,-1 0 10 0,1 0 1 15,0 3 2-15,1 2 8 0,-1 6 0 0,-1-2-12 0,1 1-13 16,-3 4-11-16,3 1-13 0,0 0-19 0,0-2-17 16,0 6-6-16,-1-5-33 0,1 5-32 0,1-3-45 15,-1 3-32-15,0 0-28 0,0 0 7 0,0 0 8 0,-1 19 18 16,1-6-2-16,0 6 10 0,-5 0 3 16,5 1 3-16,5 6 6 0,-8-1 16 0,1-8 0 15,4 2 5-15,2 6 7 16,-1-4-10-16,2-4 16 0,-1 1 8 0,0-1 0 15,0-6-1-15,-2-1 8 0,3-1 0 0,3-1 10 16,-4-1 3-16,-1 2 1 0,0-2 2 0,3-5-4 16,-6-2 11-16,12 6 0 0,-2-4 3 0,2 0-5 15,7-1-1-15,-5-2-25 0,5-4-51 16,0 1-84-16,0-1-140 0,8-4-460 0,0-4-812 16,2-3 360-16</inkml:trace>
  <inkml:trace contextRef="#ctx0" brushRef="#br0" timeOffset="7265.61">9809 1144 155 0,'-1'-4'322'16,"-1"-2"-24"-16,-1 1-11 0,2 2-23 0,1-1-21 16,0 4-23-16,-2-5-28 0,1 0-21 15,1 5-20-15,0 0-19 0,0 0-32 0,0 0-29 16,0 0-17-16,0 0-9 0,0 0-3 0,-5 15-5 16,5-2-3-16,0 0-1 0,0 4-7 0,-1 2 1 0,2-2 0 0,-2 1-3 15,1 3-2-15,-4-3-16 0,8 0-11 0,-8 6-12 16,4-6-13-16,0-2-7 0,0 1-14 0,-1-6-10 15,1 2-9-15,-1-5-19 0,-2 1-4 16,2-1-24-16,1-4-12 0,0-4-39 0,-8 8-185 0,8-8-383 16,0 0 170-16</inkml:trace>
  <inkml:trace contextRef="#ctx0" brushRef="#br0" timeOffset="7751.01">9771 976 68 0,'-1'-5'223'0,"1"1"-13"0,1 1-16 15,-1 3-10-15,0-7-22 0,0 5-18 0,0 2-18 16,4-5-10-16,-4 5-12 0,5-6-13 0,-1 4-8 16,1-2-11-16,3 4-5 0,-2-3-11 0,4 1-5 15,2-1-6-15,-1 2-6 0,2 0-8 0,0 1 4 0,0 0-13 0,1 0 3 16,6 3-3-16,-6 1-6 0,3 1-3 0,-1 2-1 15,2 1-8-15,-5 1 2 0,-1 4-3 16,-1 1-8-16,-2 1 4 0,-5 1-4 0,0 2 2 16,-2 1-5-16,-4 1-4 0,-3 6 7 0,-4-4 1 15,1 2-3-15,-7 0 2 0,-1-4 8 0,2-3-3 0,1-1 0 16,-2-4 1-16,2 0 14 0,3-2 0 0,1-3 12 16,1 0 9-16,-1-2 9 0,2 2 14 15,3-1 15-15,-1-5 16 16,5-1 23-16,-9 3 16 0,6 0 1 0,3-3 36 15,0 0 12-15,-7 2-2 0,7-2-1 0,0 0-14 16,0 0-12-16,0 0-20 0,0 0-15 0,0 0-14 16,0 0-14-16,0 0-11 0,0 0-19 0,0 0 0 15,0 0-11-15,18 7-10 0,-8-4-15 0,1-2-5 16,2 3 3-16,1 5-10 0,2-4-14 16,0 4-10-16,2 0-16 0,1 0-10 0,-2 0-19 0,1-1-8 0,-1-1-20 15,-1 2-8-15,0-1-20 0,-4-6-28 0,3 9-37 16,-2-7-46-16,-3-2-75 0,0 1-245 0,2-4-591 15,-12 1 261-15</inkml:trace>
  <inkml:trace contextRef="#ctx0" brushRef="#br0" timeOffset="8336.94">10310 1228 10 0,'0'0'365'0,"0"0"-35"15,0 0-39-15,0 0-27 0,0 0-33 0,0 0-30 16,0 0-22-16,0 0-21 16,0 0-22-16,0 0-16 0,0 0-9 0,0 0-16 15,0 20-2-15,-2-9-8 0,-2 1-14 0,4 3-1 16,-1 4-8-16,1-4-9 0,0 2-22 16,1-5-7-16,0-2-9 0,4 2-6 0,-5-3-3 15,2-1 2-15,-1-4 0 0,-1 0 2 0,2 1 20 16,-2-5 23-16,3 4 3 0,-3-4 19 0,0 0 1 15,15-8 10-15,-6 2-2 0,0-2-2 0,0-1 1 0,1-1-11 0,3-2-4 16,0-1-5-16,1-1-25 0,-2 2 7 0,-1 0-5 16,2-1-5-16,-4 4-7 0,1 2-3 0,-2 2-4 15,-2 0 2-15,2-1-9 0,2 2-13 0,-4 2-26 16,2 0 7-16,3 2 3 0,0-1-15 0,0 2-5 16,-1 2 2-16,3 1-7 0,-2 0-7 0,1 1-4 15,1 0-5 1,2 2 5-16,1-2-9 0,-5 2 8 0,3-1 2 15,-2-2 4-15,-2-4 6 0,0 3-1 0,-3-2 14 16,-7-1 4-16,15-4 6 0,-7 1 2 0,-1-4 1 16,-1-3 13-16,0 1 13 0,-5-1 9 0,1-2 12 15,1 0 6-15,0-4-1 0,-1-1 17 0,-2-3-1 16,0 2 1-16,0-1 12 0,-5-7-1 0,5 8 4 16,0-2 15-16,1 5 7 0,-2 4 18 0,0 1-4 0,1 2-9 15,0 2-17-15,0 0-11 0,-2 1-10 0,2 5-17 16,-1-7-19-16,0 6-42 0,1 1-39 0,0 0-8 0,0 0 6 15,0 0 6-15,1 19 4 0,-1-4 8 0,0 2 3 16,0 4-10-16,0 5 26 0,1-1 4 16,2 2 0-16,0 0-18 0,1-8-5 0,2-1-13 15,0 2-7-15,-1-4-19 16,0 0-10-16,-1 0-24 0,4 0-17 0,-1-3-28 16,1-4-25-16,0 1-40 0,1-3-56 0,1-2-162 15,-1-3-480-15,3 0 213 0</inkml:trace>
  <inkml:trace contextRef="#ctx0" brushRef="#br0" timeOffset="8770.6">10929 1344 15 0,'0'0'210'0,"0"0"7"0,0 0-16 0,0 0 5 16,0 0-6-16,0 0 2 0,0 0 6 0,0 0-17 16,0 0-15-16,0 0-20 0,0 0-22 0,4-2-2 15,2-1-7-15,4-3-17 0,2 1-9 0,4 1-10 16,1-5-9-16,-1 4 1 0,1-4 7 0,1-3-14 15,-1 2 4-15,1-2-12 0,4-4-3 0,-1 0 0 0,-6 2-7 0,0 1 4 16,-2-1 2-16,-2 0 9 0,-4 1 11 16,2 4 18-16,-2-1 1 0,-3 5-5 0,-2-4 1 15,1 4-13-15,-2 2-14 0,-1-2-13 0,0 5-4 16,-9-4-8-16,1 4-10 0,-7 2-8 0,-3 5-2 16,-1 1-5-16,1 2-10 0,-5 2-2 0,3 5-1 15,3-7-4-15,4 6-7 16,3-1 5-16,-3 1-10 0,8 1-4 0,1 0-8 15,4 0 10-15,4 0 7 0,5 0-4 0,10 1 1 16,4 1 14-16,6-4-12 0,5-1 12 16,3-3-2-16,13-2-2 0,2-4 4 0,1 3 4 15,-2-3-8-15,-14-3 13 0,-2-4 9 0,0 4-1 0,-4-1 16 16,-11 0 9-16,-6-1 7 0,-4-2 15 0,1 0 7 16,-5 2 13-16,1-2 1 0,-7 2 0 0,0 0 1 0,15 2-7 15,-15-2-10-15,9 0-10 0,-9 0-10 0,0 0-20 16,0 0-30-16,0 0-30 0,0 0-45 0,10 0-50 15,-10 0-81-15,0 0-67 0,0 0-92 0,0 0-376 16,-26 10-796-16,18-9 352 0</inkml:trace>
  <inkml:trace contextRef="#ctx0" brushRef="#br0" timeOffset="9887.62">12444 1005 163 0,'-1'-20'356'16,"2"4"-4"-16,-1 3-27 0,0 13 2 0,2-21-21 15,-2 21-15-15,1-16-26 0,-1 16-32 0,0 0-25 16,1-14-28-16,0 10-27 0,-1 2-27 0,0 2-47 16,0 0-25-16,0 0-13 0,0 0-5 0,8 19-17 0,0-2 7 0,-7 9 3 15,3 2-17-15,0 3 15 0,-2 1-13 0,0 1 8 16,-1-3 5-16,-1 3-5 0,2-6-5 16,0-1-4-16,-1-6 7 0,0-2-7 0,3-1 3 15,-3-4-15-15,-1-4-1 0,0 1 1 0,0-4 0 16,3-2 4-16,-3 3-10 0,0-7 17 0,0 8 21 15,0-8 20-15,0 3 7 16,0-3-9-16,0 0-9 0,0 0-8 0,-17-9-2 16,7 3-8-16,-1-1-5 0,-1-2-1 0,-6 0-13 15,1 0 0-15,0 2 2 0,1-1-1 16,0 1-2-16,0 0-16 0,2 3 5 0,4 0-7 0,2 2-15 16,2 0-1-16,0-1-15 0,1 1-18 0,5 2-23 15,-7 0-13-15,7 0 6 0,0 0 2 0,0 0 7 16,19-3-2-16,0 3-1 0,12 1-14 0,5 1-6 0,5-2-10 15,11-2 4-15,3-1 9 0,0 3 10 0,1-3-2 16,-2 0 5-16,-2 2 4 0,-12 0 7 0,-3-5 7 16,-2 3 12-16,-4 0 7 0,-9 1 9 0,-3-1 33 15,-6 1 29-15,0 0 29 0,-7 2 30 0,2 0 11 16,-3-4 0-16,-1 3-9 0,-4 1-13 0,0 0-2 16,0 0-10-16,0 0-8 0,-23 0-10 0,6 5-5 0,-2 2-3 15,0-1-5-15,0 3 0 0,0 0-4 0,4 2-8 16,-1-1 2-16,7-1-2 0,1 0-5 0,-1 1 5 0,3 1-3 15,5-3 0-15,1 0 5 0,0 0 0 0,1 0 15 16,7-2 12-16,3 2 7 0,8-5 2 16,3-2 5-16,6-1 4 0,-6-1 5 0,1-2 9 15,-4-6 6-15,0 4 2 16,-1-4 17-16,-4-2-13 0,-5-1-2 0,0-2-4 16,0 1-23-16,-6 0-11 0,-5-2-7 0,-4-2-16 15,-3 3-23-15,-1-1-22 0,-7 1-31 0,-1 2-24 16,-1 4-44-16,-8-1-33 0,-1 1-55 0,3 1-76 15,-6 2-226-15,12 2-555 0,0 2 246 16</inkml:trace>
  <inkml:trace contextRef="#ctx0" brushRef="#br0" timeOffset="10943.43">14021 727 101 0,'0'0'267'0,"0"0"-27"16,5-21-26-16,-5 21-28 0,0 0-25 0,0 0-24 16,0 0-17-16,0 0-12 0,0 0-11 0,0 0-5 15,0 0 17-15,8 65-12 0,-8-34-10 0,-4 16-10 16,0 4-2-16,0 1-8 0,-1 1-6 0,1-4-4 16,-1-1-9-16,4-15-3 0,1 2-2 15,0-6-1-15,1-2-9 0,3-1 1 0,-3-7-4 0,3-4-5 16,-2-3 2-16,0 0-5 0,-1-4 4 0,1 1 2 0,-2-6 12 15,2 4 39-15,-2-2 39 0,0-5 42 0,0 4 26 16,0-4-10-16,0 0-31 0,0 0-5 0,0 0-18 16,-2-16-24-16,-1 4-25 0,-1 1-21 0,-2-2-18 15,-6-2-15-15,2 0-8 0,-4 3-14 0,0-2-2 16,-6-3-8-16,4 5 4 0,-3 3-9 0,0 0 5 16,1-2-5-1,0 6 6-15,5 0-7 0,3 0 4 0,1 2-9 16,4 1-22-16,-3-1-3 0,3-1-22 0,0 3-5 15,3-2 0-15,2 3 0 0,0 0 20 0,15-1 5 0,4 1 4 16,8 0 6-16,4-4 2 0,6 4 7 0,1-3 1 16,0-3 6-16,0 5 3 0,1-5 0 0,-3 1 3 15,0 1 3-15,-3-1-1 0,-2 0 1 0,-1 1 5 16,-11 1-2-16,-2-1 15 0,-3 2 19 0,-5-1 21 0,0 2 14 16,-3-1 9-16,2 2 4 0,-8 0 2 0,9-2-11 15,-9 2-17-15,8-3 5 0,-8 3-16 0,0 0-5 16,0 0-4-16,8 0-9 0,-8 0-3 0,0 0-11 15,3 8-3-15,0-3 4 0,-2 2-2 0,0-1 3 16,-1 4-1-16,0 0 5 0,0 3-9 16,0-5 12-16,1 3 2 0,-1 0-17 0,3-2-17 0,-3 2-22 0,-1-3-26 15,3 1-20-15,-2-3-37 0,0 0-23 0,0-6-31 16,0 7-7-16,0-7-66 0,0 0-191 0,0 0-483 16,0 0 213-16</inkml:trace>
  <inkml:trace contextRef="#ctx0" brushRef="#br0" timeOffset="11097.04">14403 901 2570 0,'0'0'244'0,"3"-24"-101"0,-3 24-46 0,0 0-22 15,-3-15-26-15,3 15-16 0,0 0-11 16,0 0-9-16,0 0-1 0,0 0-22 0,0 0-42 16,0 0-15-16,0 0-2 0,-1-9-6 0,1 9-21 15,0 0-27-15,1 27-42 0,2-15-39 0,-2 2-196 16,0-1-433-16,2-2 192 0</inkml:trace>
  <inkml:trace contextRef="#ctx0" brushRef="#br0" timeOffset="11961.66">14576 1088 201 0,'4'4'243'0,"-4"-4"-32"0,2 1-16 16,-2-1-25-16,3 4-17 0,-3-4-16 0,2 4-21 15,-2-4-10-15,1 5-10 0,-1 0-11 0,0 1-4 16,0 3-8-16,0-4-9 0,2 7-3 16,-1-7-12-16,-1 0 2 0,1 2-7 0,1-3-3 15,-1-1-1-15,0 3-5 0,0-4 5 0,-1-2 7 0,2 5 27 16,-2-5 26-16,0 0 14 0,0 0-7 0,0 0-1 0,20-8-7 16,-12 0-9-16,1 2-2 0,0-3-12 0,1 1-5 15,1-5-6-15,2 0-16 0,-4 3 0 0,-2 2-5 16,0-1-7-16,2 2-6 0,-4 2 3 0,-1 0-7 15,1 3-6-15,-1-1-3 0,0 0-20 0,-3 2-20 16,-1 1-29-16,8-1 3 0,-8 1 8 0,6 5-1 16,-3 0 5-16,2 0 5 0,0 3-1 0,4-2 1 0,1 6 3 15,6-2-11-15,8 4-1 0,1-5-10 0,5 4-10 16,3-3-4-16,3-4-14 0,2 2-1 0,2-6-8 16,-2 2 4-16,16-2-1 0,-16-2 7 0,4 0 7 15,-2-2-1-15,-6-3 11 0,0-2 6 0,-6 3 3 16,-7-1 11-16,-3-4 13 0,0 5 15 0,-9-5 26 15,0 2 16-15,-4 0 0 16,-1 0 0-16,-5-2-1 0,-3 1-7 0,-4-1-1 16,-1 2 0-16,-10-3-5 0,1 3 1 0,-9-1 3 15,1 2-6-15,-3 2 6 0,1 2-3 0,-1 0-4 16,1 4 4-16,0-2-10 0,7 2 1 0,-2 2 0 16,4 0-5-16,0 1-3 0,2 2 6 0,6-2-3 15,-1 0-3-15,3 2 2 0,2 0-1 16,0 1-3-16,5-1 6 0,-3 2 2 0,2-2-5 0,3 0 4 0,3 1 0 15,2 0-2-15,1-3 3 0,2 4 2 0,3-4-2 16,2-1 2-16,0 2-2 0,2-5-6 0,4 0 8 16,-1-1-1-16,1-1 7 0,-2-6-1 0,2 2 9 15,-2-5 10-15,1 2 4 0,-4-5 6 0,0 1 6 16,-3-5-3-16,1 3 29 0,-2-5-3 0,-1-5 4 16,1-1-2-16,-3-1-2 15,0-3 10-15,-4 2 19 0,1 2 2 0,-2-1 9 16,2 1 24-16,0 7 0 0,-3 0 6 15,-1 2 3-15,3 0-3 0,-3 16-9 0,0-21-3 16,0 21-8-16,0 0-15 0,0-18-14 0,0 18-14 16,0 0-13-16,0 0-19 0,0 0-11 0,0 0-29 15,-2-17-30-15,2 17-29 0,0 0 4 0,0 0 2 16,0 0-11-16,0 0 20 0,0 0 4 0,-6 56-6 0,2-29 14 0,-1-4-13 16,1 6 19-16,-1-2 1 0,3 1 2 0,-1-1 6 15,0-3-4-15,2-4-2 0,2 6 12 16,-1-7-2-16,2-3 0 0,-1 0 3 0,0-4-2 15,2-2 2-15,-2-2 1 0,-1 0 4 0,1-1 3 0,1-2 1 16,0 0-2-16,-2-5 12 0,2 5 3 0,-2-5 15 16,0 8-5-1,0-8 12-15,1 4 3 0,-1-4-6 0,0 0 3 16,0 0 4-16,0 0-6 0,10 0 0 0,-10 0-3 16,21-3-3-16,-2 2-23 0,7-5-36 0,8-1-71 15,3-2-105-15,15-2-130 0,6-5-395 0,4-6-789 16,-2-2 350-16</inkml:trace>
  <inkml:trace contextRef="#ctx0" brushRef="#br0" timeOffset="12315.76">16545 756 113 0,'0'0'295'0,"4"-21"-2"0,-4 21-17 16,0 0-20-16,2-15-31 0,-2 15-26 0,0 0-23 16,0 0-29-1,0 0-26-15,0 0-37 0,0 0-10 0,0 0-5 16,0 0-13-16,0 0 27 0,0 0-4 0,-11 65-14 15,3-36-2-15,1 1-3 0,-1 1-7 0,0 0-4 16,2 3-2-16,-2-3-4 0,2 1-2 0,2-4-5 16,0-3-14-16,0-5-14 0,4-4-26 0,-1-3-15 15,-2-1-35-15,3-3-24 0,-1-1-19 0,-2-1-4 16,1-2 8-16,2-5-26 0,0 2-86 0,0-2-138 0,0 0-385 16,0 0 170-16</inkml:trace>
  <inkml:trace contextRef="#ctx0" brushRef="#br0" timeOffset="12578.77">16432 722 105 0,'0'0'300'0,"-5"-21"-19"0,5 21-27 0,0 0-29 16,0 0-28-16,0 0-16 0,8-17-24 0,-8 17-19 16,0 0-11-16,0 0-16 0,47 9-12 0,-47-9-8 15,36 11-13-15,-16-2-11 0,-2 2-1 0,2-2-10 16,-3 3-10-16,-3 2-8 0,2-2-9 0,-5 1-6 15,-2-2-1-15,-9-11-20 0,13 22 4 0,-10-12 0 16,-5 1-2-16,2-1 2 0,-9-1 6 0,3 0-3 0,-7 2 4 16,1-6-6-16,-4 5 5 0,0-3 1 0,-3 0-9 15,2-2 7-15,1 0-3 0,-2 0-1 0,6-3 0 16,-1 1-1-16,4 1-3 0,1-3-24 0,-2 2-43 16,5-2-57-16,1 2-87 0,4-3-195 0,0 0-435 15,0 0 193-15</inkml:trace>
  <inkml:trace contextRef="#ctx0" brushRef="#br0" timeOffset="12734.72">16721 1066 259 0,'0'0'335'16,"-1"5"-26"-16,1-5-32 15,0 0-23-15,0 0-39 0,0 0-65 0,0 0-63 16,0 0-73-16,0 0-88 0,29-9-75 0,-22 6-131 15,3-2-303-15,3-2 134 0</inkml:trace>
  <inkml:trace contextRef="#ctx0" brushRef="#br0" timeOffset="12979.6">17160 763 49 0,'0'0'366'15,"0"0"-44"-15,0 0-23 0,0 0-34 0,0 0-34 16,0 0-26-16,0 0-22 0,0 0-25 0,0 0-15 16,0 0-27-16,0 0 1 15,0 0-18-15,0 0-6 0,5 37-7 0,-3-18-8 16,-2 6-5-16,0-1-5 0,-2 2-9 0,2 1-4 16,2-3-12-16,-4-4-23 0,-1 0-16 0,2 1-25 15,-2-3-20-15,1 0-22 0,-2-5-31 0,1-1-18 16,-2-1-24-16,1-4-21 0,2 0-51 0,-6-3-176 15,3-2-415-15,5-2 184 0</inkml:trace>
  <inkml:trace contextRef="#ctx0" brushRef="#br0" timeOffset="13148.87">17016 738 305 0,'0'0'312'0,"7"-26"-32"16,-7 26-29-16,11-18-26 15,-11 18-24-15,21-9-20 0,-2 2-20 16,-19 7-27-16,42-5-36 0,-14 4-49 0,0 1-45 16,0 4-63-16,0 1-91 0,-10 2-182 0,1-1-360 15,-19-6 159-15</inkml:trace>
  <inkml:trace contextRef="#ctx0" brushRef="#br0" timeOffset="13302.52">17076 1196 240 0,'8'0'225'0,"6"-1"-28"0,5 1-26 15,12-1-55-15,0-1-64 0,3-1-112 0,1-3-98 16,-1 3-169-16,0-3 76 0</inkml:trace>
  <inkml:trace contextRef="#ctx0" brushRef="#br0" timeOffset="13459.12">17585 1096 366 0,'-5'0'337'16,"5"0"-30"-16,-4 2-36 0,4-2-35 0,0 0-39 16,0 0-60-16,0 0-78 0,0 0-100 0,-4 4-125 15,4-4-119-15,0 0-307 0,0 0 137 0</inkml:trace>
  <inkml:trace contextRef="#ctx0" brushRef="#br0" timeOffset="15207.43">4205 2295 41 0,'7'-2'87'16,"1"2"-2"-16,4-2 8 0,-1-1-5 0,2 3 1 16,3-1-4-16,5-1 0 0,6-1-12 0,1-3-3 15,3 1-8-15,1 4-1 0,2-1-12 0,3-2 5 16,0-1-3-16,15 0-6 16,-13 3-6-16,16-8-3 0,-4 7-5 0,3-1-3 15,-2 1-2-15,2-2 11 0,-1 5 0 0,5-2-5 16,-3-3-4-16,1 4-2 0,2 0 3 0,-1 1-7 15,2-4 4-15,1 4 0 0,-3-1-7 0,5-2 2 16,-5 2-4-16,3 1-1 0,4-3-2 0,0 5 0 16,-3-7 2-16,-1 5-3 0,2-5-2 0,-1 5-4 15,0 0 2-15,-2-4 2 0,2 6-6 0,-3-2 2 0,-2 0 3 0,1 0-6 16,-5 0 0-16,2-2 3 0,-2 2-2 0,-1 2 2 16,-9-4 0-16,8 4 6 0,2-4-4 0,1 0 0 15,-2 2-2-15,3 0 8 0,-1 0-3 16,1-1 9-16,0-6-7 0,-1 7 10 0,4 0-4 15,-5 0-3-15,-12-3 5 0,12 2-10 0,2 5 1 16,-15-4-1-16,15 1-1 0,0-5 0 0,2 7 2 0,0-6-8 0,-1 6 2 16,2-3-4-16,1 0 3 0,-1 1 1 0,1 0-1 15,2 2 1-15,-1-3-3 0,1 5 5 0,0-8-5 16,-1 5 4-16,-3-2-7 0,0 5 10 0,3-2-3 16,-2-3 0-16,0 1-1 0,3 5 3 0,-2-4-4 15,0 3 2-15,2-5-1 0,3 4-3 0,-6-4-2 16,2 3 2-1,-4-3 0-15,1 5 2 0,4-7 4 0,-1 2-7 16,-3 2 9-16,2-2-1 0,0 0 1 0,-2 3 1 0,4-6 0 16,0 3-5-16,1 3 9 0,0-6 0 0,3 3-2 15,-1 0-3-15,-2 0 1 0,-1 0-1 0,3 0-4 16,-3-2 6-16,2 1-3 0,4 0 4 16,-3-4 2-16,1 4 2 0,3-3-3 0,-1 4-1 15,1-3 2-15,25 2-3 0,-32 0-1 0,2-2 1 0,2 1 0 0,3 1 4 16,-5-3-5-16,2 4 4 0,1-2-5 0,1 2 2 15,-1-5-7-15,29 3 7 0,-30-2 1 0,0 3-1 0,31-3-2 16,-30 0-3-16,27 3 3 0,-29-3 0 0,27 3 3 16,-26-2-5-16,2 3 3 0,26 0-6 15,-25 2 2-15,-2-4-9 0,28 2 7 0,-27 0-1 16,0 3-1-16,26-3 1 16,-29 1 0-16,31 0 1 0,-30-1-1 15,0 2 0-15,1-1 0 0,27-1 7 0,-25 1-6 0,23 4 5 16,1-2-5-16,-30-2 7 0,2 2-4 0,2 1-3 15,3 0 1-15,-7-2 0 0,6 1 3 0,-1-2-3 16,-1 0-2-16,-1 4 0 0,32 1 3 0,-35-5-4 16,6-1 3-16,-2 3 2 0,1 1-3 0,-2-3-2 15,0-1-1-15,0 2 2 0,4 0-1 0,-4 1 5 0,1-3-3 16,-1 4-2-16,2-4-3 0,-2 2 3 0,4-2-5 16,-3 0 3-16,4-1-1 0,-4 1 0 0,0-1 0 15,1-1-1-15,-1 0 5 0,-1-1 0 0,3 1 4 16,-3 2-1-16,1-2 0 0,29 6 0 0,-33-6-1 15,2 2-4-15,27 0 6 0,-26-1-6 0,1 4 2 16,30-5-2-16,-4 4-2 0,-26 1 3 0,1-6-1 0,33 3-1 0,-10-4 0 16,3 5 4-16,-28-5-3 0,29 7 2 0,-2-8-4 15,-24 4 2-15,23-3-2 0,1 4 3 16,-30-3-1-16,3 2 2 0,31 1-6 0,-5 1 3 0,-26-1 2 16,31-1-4-16,-3 2 8 0,-31 2-9 0,31 2 4 15,-33-1 0-15,4 1 0 0,-5-2 2 0,2 2 8 16,-5-1-8-1,-19-1-3-15,4 2 2 0,-3-1 0 0,-1-3 9 16,-7-1 10-16,-9 2 7 0,-2 0 13 0,-5-1 9 16,-4-1 2-16,0-1 5 0,-4 1-1 0,3 0-9 15,-3 1-3-15,-5-1-3 0,10-1-3 0,-10 1-7 16,6 1-6-16,-6-1-18 0,0 0-26 0,0 0-41 16,7-1-43-16,-7 1-56 0,0 0-77 0,0 0-312 15,0 0-588-15,0 0 261 0</inkml:trace>
  <inkml:trace contextRef="#ctx0" brushRef="#br0" timeOffset="19718.24">4943 3883 201 0,'0'-5'234'0,"0"0"-19"0,0-1-16 15,0 6-26-15,0-4-21 0,3 1-19 0,-3 3-33 16,0 0-9-16,0 0-14 0,0 11-8 0,-3 3-7 16,2 7-9-16,1 8-5 0,-2 3-14 0,-1 14 3 15,-2 1-4-15,-1 0 0 0,3-1-1 0,-1-11-4 16,-1 12-2-16,5-12-1 0,-3-1 0 0,0-4-5 15,3 4 1-15,-2-5-3 16,0-2-3-16,2-1 1 0,1-8-2 0,-1-1-1 16,0-3 0-16,-1-1 1 0,1-7-2 0,-4 2 2 15,4-1 0-15,0-4 8 0,1 2 0 0,-1-5 4 16,0 5 1-16,0-5-3 0,0 0-25 0,0 0-42 16,0 0-28-16,-11-20-39 0,7 10-29 0,1-5-29 15,-3-3-142-15,-5-6-334 0,2-3 148 0</inkml:trace>
  <inkml:trace contextRef="#ctx0" brushRef="#br0" timeOffset="19981.29">4784 3904 152 0,'0'-20'214'15,"0"4"-7"-15,0 8-11 0,1-3-7 0,0 0-15 16,-1 3-18-16,1 1-20 0,6-2-15 0,-2 5-14 0,5-1-11 16,0-1-17-16,8 0-3 0,2 2-4 0,1 3-6 0,7 4-11 15,-2 1-4-15,-3 1-5 0,5 4-8 0,-1 2-8 16,-2 3 1-16,-7-3-1 0,4 6-7 0,-3 1-2 15,-6-5 0-15,-2 3-9 0,-2 0-5 0,-5 1-4 16,-2 0-2-16,-4 1 1 0,-2 0 1 0,-5-3-5 16,-3 3 3-16,-6-1-3 0,-3 1 3 0,0-3 1 15,0 0 1-15,-3-2-2 16,5-3 5-16,1-2-4 0,-4 2 3 0,6-3-5 16,4-2-10-16,-2-1-18 0,4 2-29 0,2-4-47 15,3 3-35-15,1-5-38 0,-1 0-143 16,5 0-346-16,0 0 153 0</inkml:trace>
  <inkml:trace contextRef="#ctx0" brushRef="#br0" timeOffset="20134.93">5186 4277 178 0,'0'3'211'15,"0"-1"-13"-15,0-2-18 0,3 4-16 0,-3-4-18 16,1 4-16-16,-1-4-20 0,3 2-22 0,-3-2-38 15,0 0-42 1,10 0-75-16,-10 0-166 0,18-4-253 0,-8-2 113 0</inkml:trace>
  <inkml:trace contextRef="#ctx0" brushRef="#br0" timeOffset="20413.59">5659 3846 252 0,'0'0'268'15,"1"-3"-28"-15,-1 3-28 0,0 0-24 0,0 0-26 16,0 0-18-16,0 0-16 0,7 10-13 0,-7 0-11 16,2-2-9-16,1 10-8 0,-5-1-9 0,2 8-6 0,2 0-7 15,-4 6-7-15,2-5-4 0,-1 6-8 0,-1-3 0 0,2-1-5 16,-3 0-2-16,-1 0-3 0,2-3-21 0,2-4-17 15,-4-1-21-15,4-3-15 0,-4-2-20 0,3-3-21 16,-3-1-25-16,3-1-23 0,-6-3-32 0,5-2-168 16,-6-3-352-16,3-2 156 0</inkml:trace>
  <inkml:trace contextRef="#ctx0" brushRef="#br0" timeOffset="20582.84">5483 3759 188 0,'2'-13'227'16,"2"4"-23"-16,1-1-16 0,2-1-24 0,0 5-15 0,6-3-20 0,1 3-14 15,5 3-19-15,2-1-21 0,-1 7-31 0,8-1-31 16,-1 4-36-16,0 7-37 0,-3 2-47 0,0 4-127 16,-7 3-253-16,2 2 112 0</inkml:trace>
  <inkml:trace contextRef="#ctx0" brushRef="#br0" timeOffset="20737.68">5552 4406 56 0,'-3'4'244'0,"2"-1"-10"0,-1 1-16 16,2-4-19-16,-3 3-20 0,3-3-15 0,0 0-14 15,11 2-15-15,2-2-17 0,7-1-39 0,10-3-73 16,3 0-99-16,-2-1-189 0,-1-1-305 0,0-1 136 0</inkml:trace>
  <inkml:trace contextRef="#ctx0" brushRef="#br0" timeOffset="24862.12">6690 4118 182 0,'0'0'187'15,"0"0"-3"-15,0 0-9 0,0 0-9 0,0 0-10 16,0 0-12-16,0 0-11 0,0 0-13 0,0 0-10 16,0 0-10-16,0 0-15 0,0 0-10 0,0 0-8 15,0 0-22-15,0 0-20 0,14-6-18 0,-2 3-28 0,-1-1-32 16,6-1-34-16,1 0-38 0,-2 2-155 0,-2-1-302 15,3-1 134-15</inkml:trace>
  <inkml:trace contextRef="#ctx0" brushRef="#br0" timeOffset="25031.38">6721 4266 62 0,'-1'2'93'15,"1"-2"3"-15,1 5-16 0,-1-5-3 0,13 1-10 16,2-1-2-16,8-3-3 0,10-1-23 0,4-1-33 16,17-4-43-16,-4-2-65 0,2-3-110 0,1 4 49 15</inkml:trace>
  <inkml:trace contextRef="#ctx0" brushRef="#br0" timeOffset="25532.5">8804 3580 67 0,'1'-5'204'15,"-2"1"-16"-15,1-4 4 0,-2 7-11 0,2 1-8 16,0-8-7-16,0 8-13 0,0-8-17 0,-1 7-12 16,1 1-16-16,0 0-15 0,0-4-12 0,0 4-13 15,0 0-9-15,0 0-8 0,0 0-6 16,0 13-5-16,0-4-6 16,0 5-6-16,-2 5 1 0,2 0-5 0,-2 7-2 15,1 0 1-15,2 3-3 0,-1 2-2 0,0-2 0 0,4 0 2 0,-4-4-1 0,3-1-2 16,-1 5-1-16,0-12 1 0,-2 2-10 0,2-4-24 15,0-1-24-15,-2-1-24 0,2-2-12 0,-2-2-28 16,0 2-26-16,1-4-34 0,-1 1-142 16,-1-3-332-16,2-2 146 0</inkml:trace>
  <inkml:trace contextRef="#ctx0" brushRef="#br0" timeOffset="25949.21">8316 4182 78 0,'0'0'145'15,"-4"1"-10"-15,4-1-6 0,-5 1-17 0,5-1-2 0,0 0-11 0,-7 3-9 16,7-3-6-16,0 0 0 0,-2 2-2 0,2-2-6 16,0 0-2-16,0 0-8 0,0 0-7 0,16 0-4 15,1-1-5-15,11-2-5 0,12-2-5 0,20-1 2 16,6-2-11-16,35-7 0 0,-2 5-6 0,0-2-2 16,1 0-9-16,-2 2 4 0,7 1-5 0,-4-4 1 15,0 2 1-15,-3 0-2 0,-3-1 6 0,-33 6 2 0,1-1 0 16,-3 2 11-16,-10 0 7 0,-14-1 2 0,-3 2 12 15,-4 2-1-15,-9 2 3 0,-3-3-2 0,-5 3-5 0,-2-3-3 16,-1 3-8-16,-4 0 8 0,-5 0-10 16,12-2 1-16,-12 2-7 0,7-1-6 0,-7 1-18 15,0 0-23-15,7 0-29 0,-7 0-27 0,0 0-36 16,0 0-47-16,-18 6-200 16,10-3-385-16,-2-2 172 0</inkml:trace>
  <inkml:trace contextRef="#ctx0" brushRef="#br0" timeOffset="26582.04">8598 4514 233 0,'0'-7'244'0,"0"1"-6"0,0 4-8 0,-4-2-14 15,4 4-16-15,0-7-26 0,0 7-16 0,-1-5-17 16,1 5-22-16,-1-3-18 16,1 3-22-16,0 0-8 0,0 0-8 0,1 15-10 15,-1-4-3-15,0 4-7 0,1 12-4 0,-1-8 6 16,-1 5-12-16,1 4-2 0,0 0-5 0,-1 3 1 15,1-4-23-15,-2 2 2 0,2-2-2 0,2-1 0 16,-4-8-3-16,2 1 6 0,0-2-2 0,-1-3 2 16,0-2-1-16,-1-1 0 0,2 0 3 0,-1-1-13 15,1-3-10-15,-2 0-8 0,-1-2-4 0,2 1-9 0,-1-2-1 0,-1-2-3 16,2 1-14-16,1-3-35 0,0 0-41 0,0 0-58 16,0 0-153-16,-17-8-369 0,12 4 163 0</inkml:trace>
  <inkml:trace contextRef="#ctx0" brushRef="#br0" timeOffset="26951.71">8465 4526 72 0,'-1'-5'234'0,"-2"2"-14"0,3 3-17 0,-1-4-21 16,1 4-21-16,0-3-20 0,0 3-14 0,0 0-17 15,0 0-12-15,0 0-9 0,0 0-6 0,17 6-17 0,-7-2-3 0,5 8-6 16,8 3-7-16,4 2-3 0,-2 3-8 0,1 1-3 16,1-2-5-16,1 7-1 0,-2-2-4 0,-2 1 1 15,-2 2-5-15,-4-1 0 0,-1-1-1 0,-4 2-1 16,-5 1-2-16,-2-9 3 0,-3 4-3 0,-5 3-2 16,-1-6-2-16,-5-3 2 0,-2 2-1 0,-2-2 0 15,-7 2 2-15,0 1 0 0,-3-4 1 0,-1-3 0 0,4-3 2 16,1 1-1-16,-4-3-6 0,3-1 5 0,5 1-1 0,-1-3-1 15,3-1-1-15,3-2 0 0,1 1-7 0,1 1 5 16,2-1 0-16,0-3-2 0,1 2 3 0,4-2-12 16,-7 2-18-16,7-2-7 0,-4 1-20 15,4-1-41-15,0 0-54 0,0 0-45 0,11-8-182 16,-2 6-395-16,3-5 175 16</inkml:trace>
  <inkml:trace contextRef="#ctx0" brushRef="#br0" timeOffset="27352.66">9085 4877 95 0,'0'0'172'16,"-8"0"-14"-16,8 0-16 0,0 0-17 0,0 0-15 0,0 0-9 15,0 0-10-15,-8 0-8 0,8 0-8 16,0 0-14-16,0 0-2 0,0 0-5 0,0 0-6 16,0 0-3-16,0 0 2 0,-2 3 4 0,2-3-6 15,0 0-1-15,0 0-3 0,0 0-4 0,0 0-1 0,0 0-6 16,0 0 0-16,0 0 3 0,0 0 1 0,23-5 3 15,-9 5-10-15,5-2-4 0,2 1 0 0,7-3-1 0,0 1-5 16,1 1-7-16,-1-1 7 0,0 0-6 0,-6 2-1 16,0 0 1-16,6-1 1 0,-8-1-6 0,-3 3 2 15,1-2-2-15,-6 2 5 0,0-1-6 0,-4 0 1 16,-2 1 0-16,3 0 2 0,-9 0-4 0,7-1-4 16,-7 1-10-16,6-3-19 0,-6 3-21 0,0 0-26 15,0 0-32-15,0 0-35 16,0 0-143-16,0 0-308 0,0 0 136 0</inkml:trace>
  <inkml:trace contextRef="#ctx0" brushRef="#br0" timeOffset="27831.79">10016 4633 45 0,'0'0'141'0,"0"0"-17"15,0 0-15-15,0 0 1 0,2 9-12 0,-5-2-2 16,-2 1-6-16,-1 2-2 0,-2 6-11 0,-5-2 2 15,-6 6-10-15,1 0-10 0,-4 4-3 0,-6 1-2 16,-6 8-5 0,3-11-5-16,-1 1-5 0,-1-2 1 0,2-2-4 0,1-3-13 15,1-1 2-15,7-4 2 0,4-3 8 0,4 1 6 16,3-5 28-16,2 0 31 0,3-4 43 0,1 3 35 16,1-3 2-16,4 0-8 0,-9-6-2 0,5 0 4 15,3-2-23-15,1-1-10 0,1-1-12 0,3-2-10 16,2-5-18-16,2 2-5 0,1 1-13 0,3 1-5 15,-5 4-13-15,4-5-10 0,-1 9-7 0,-3-3-4 0,5 4-10 16,1 1-3-16,-1 3-14 0,8 0-9 0,-1 4 9 16,5 6-3-16,7 5-14 0,-3-1-5 0,1 3-11 15,2 1-14-15,-2 1-26 0,5 1-38 0,-1 1-52 16,-1-1-64-16,1-2-95 0,-2-2-231 0,-7-6-578 0,-5-2 255 16</inkml:trace>
  <inkml:trace contextRef="#ctx0" brushRef="#br0" timeOffset="30090.79">10856 3725 64 0,'1'-9'223'0,"2"5"-4"0,-2-2-19 0,-1 1-10 0,3 0-15 15,-2 4-14-15,-1 1-20 0,1-8-15 0,-1 8-21 16,0 0-17-16,0 0-27 0,0 0-10 0,0 0-8 15,0 0 1-15,-11 17-7 0,3 0-3 0,-5 5-3 16,-2 3 0-16,-2 2-4 0,-1 1-2 0,2 0-2 16,-1 4-8-16,0-2 5 0,1 0 0 0,0-1 0 15,-1-2-2-15,-1 2 0 16,5-6-6-16,-2-3 1 0,2-3-29 16,1 0-29-16,1-4-19 0,3-3-49 0,3-1-36 15,-4-3-159-15,3 0-334 0,2-6 147 0</inkml:trace>
  <inkml:trace contextRef="#ctx0" brushRef="#br0" timeOffset="30322.48">10590 3739 21 0,'0'-9'294'0,"0"4"-19"0,1-3-27 0,-1 4-28 16,0-1-24-16,0 1-23 0,0 4-24 0,3-4-22 15,-3 4-11-15,0 0-16 0,9 13-10 0,0-1-10 16,0 5-8-16,5 4-9 0,4 5-6 0,0 2-4 15,1 1-5-15,9 10-6 16,-6-8 3-16,-2-4-3 0,13 10-5 0,-12-10-3 16,3-1-2-16,-1 0 0 0,-2-2-6 15,3-2-18-15,-4-2-24 0,1 1-19 0,-7-4-19 16,2-5-23-16,-5 2-37 0,-2-3-12 0,-1-2-30 16,0 0-29-16,-3 0-135 0,-3-3-346 0,0-1 153 15</inkml:trace>
  <inkml:trace contextRef="#ctx0" brushRef="#br0" timeOffset="30946.09">12181 3934 117 0,'0'0'146'0,"0"0"0"0,0 0-3 16,-5-1-3-16,5 1 2 0,0 0-11 0,0 0-15 15,0 0-9-15,0 0-13 0,0 0-10 0,0 0-6 16,23-3-3-16,-9 1-10 0,6 2-8 0,11-2-9 0,1 1-5 0,1 0-2 15,3-2-5-15,4-1-5 0,-5 1-2 0,1 1 0 16,-4 0-6-16,0 2-1 0,-1-1-3 0,-11 1-2 16,-2 0-1-16,-4 0-5 0,-2 0-13 0,-2 0-15 15,-4 0-30-15,1 0-29 0,-7 0 2 16,5 1-13-16,-5-1-12 0,0 0-30 0,0 0-118 0,-16 4-265 16,5-1 118-16</inkml:trace>
  <inkml:trace contextRef="#ctx0" brushRef="#br0" timeOffset="31246.89">12242 4159 84 0,'-1'4'211'0,"1"-4"-22"0,0 0-24 16,14 0-12-16,0-5-19 0,7 5-9 0,8-5-18 0,3 1-8 0,1-2-14 15,3 3-6-15,2 0-8 0,1-2-8 16,-1 1-4-16,-1 0-8 0,0 2-3 0,-1-2-9 16,-3 3-2-16,-5 0-2 0,-10-2-5 0,1 3 3 15,-6-1-6-15,-3 1-6 0,-2 0-2 0,-3-1-15 0,3 1-16 16,-8 0-19-16,5-1-12 0,-5 1-29 0,0 0-48 15,0 0-162 1,0 0-305-16,-22 0 135 0</inkml:trace>
  <inkml:trace contextRef="#ctx0" brushRef="#br0" timeOffset="33731.15">13625 4100 126 0,'0'0'116'0,"0"0"4"16,0 0-1-16,0 0-1 0,0 0-5 0,0 0 1 16,0 0-6-16,0 0 9 0,0 0-13 0,0 0 1 15,0 0-8-15,0 0-11 0,0 0-11 0,5-11-5 16,4 7-6-16,4-3-10 0,1-3-4 0,4 1-10 0,-2-3-3 16,9-2-3-16,-4-3-4 0,2 0-3 0,-1-1 0 15,-1-1-5-15,0 1-3 0,-3-1-1 0,1-5 2 0,-2 5-1 16,-3-3-4-16,-5 5 8 0,1-1 6 0,-1 0 8 15,-4 0 1-15,-1 3-2 0,-3 3 3 0,1 0 1 16,-5 0-4-16,-1 1 1 0,2 1-9 0,-5 5-1 16,-2-4-9-16,-1 5-1 0,-3 1-4 0,-6 2-4 15,-1 5 1-15,-6 1-5 0,-1 7 0 0,-3 4-2 16,1 3 2-16,1 5-6 0,3 1-1 0,-2 3 3 0,-4 10-1 0,12-8 0 16,3 2 0-16,5 1-1 0,1 1-4 15,5-1 4-15,5-2 5 0,5-2-1 0,5-3 5 16,3 0-5-16,5-3 11 0,1-1-3 0,8-5 1 0,5-1 1 15,0-4 0-15,4 0 10 0,3-6 4 0,-2-2 4 16,3-1-2-16,12-3-4 0,-17 0 0 0,-3 0 7 16,-3 0-7-1,-8-2 0-15,-2 1 3 0,-5 1 1 0,-4-2 2 16,-1 2 0-16,1 0-4 0,-3 0 2 0,-2-2-2 16,-5 2-5-16,11 0 10 0,-11 0-10 0,4-2-7 15,-4 2-2-15,0 0-16 0,6-1-19 0,-6 1-31 16,0 0-44-16,0 0-47 0,0 0-63 0,0 0-229 15,0 0-472-15,0 0 209 0</inkml:trace>
  <inkml:trace contextRef="#ctx0" brushRef="#br0" timeOffset="39213.81">14476 3217 157 0,'1'-4'164'0,"-1"4"-15"0,0 0-9 0,2-3-21 0,-2 3-10 16,0 0-19-16,0 0-22 0,0 0-20 15,0 0-6-15,0 0-4 16,-6 10 1-16,1-2-10 0,-7 6 1 0,1 0-2 15,-5 5-1-15,-2 4-9 0,-3 0 3 0,-1 0-4 16,-5 0 7-16,2 5-6 0,-3-5 0 0,1 1-3 16,1-2 3-16,-1-2-4 0,1-2 1 0,7-3-3 15,2-3 8-15,3-2-1 0,4-3 15 0,1 1 7 16,4-4 19-16,0 0 16 0,0-3 23 0,1-1 36 16,0 3 30-16,4-3 27 0,0 0-22 0,0 0-17 0,-9-8-18 0,9 0-12 15,4-1-12-15,0-4-12 0,1-3-15 0,5 2-4 16,-1-2-8-16,0 1-10 0,1 2-7 15,-2 1-7-15,-2 3 7 0,2 1-15 0,-3 1-11 16,1 2-5-16,1 0-6 0,-2 1-4 0,1 3-3 0,3 1-4 16,4 1-14-16,0 1-5 0,4 5-8 0,-1 0-7 15,2 3 4 1,1 2-25-16,3 2-12 0,0 3-28 0,1-1-27 16,0 5-49-16,-2-4-42 0,2 1-60 0,-5-4-178 15,-4-1-481-15,2-5 213 0</inkml:trace>
  <inkml:trace contextRef="#ctx0" brushRef="#br0" timeOffset="39884.44">14799 3306 94 0,'11'-1'171'0,"-1"-3"-18"0,1 2-12 15,-1 2-16-15,2 2-7 0,2 1-10 0,-4-1-8 16,4 5-10-16,-1 3-11 0,-3-2-8 16,3 6-4-16,-4 1-10 0,-4 2-2 0,-1 1 7 0,2 0-19 0,-6 2-1 15,-5-1-6-15,4 0-3 0,-4 1-2 0,-4 2-1 16,-1-4-2-16,2-1 0 0,-3 1-4 0,0-4 2 15,1-2-2-15,2-2 2 0,2-2 3 0,2-2 3 16,-1-1 4-16,1 1 10 0,1-2 12 0,-1-1 21 16,1 1 34-16,2-3 31 0,-3 2 38 0,4-3 18 15,0 0 52-15,0 0-24 16,0 0-24-16,0-11-23 0,2 3-21 0,5-3-13 16,2-4-15-16,2 0-17 0,5-8-11 15,0-2-20-15,1 2-12 0,-2 0-17 0,2 1 3 0,-2 2-11 16,-2 4 1-16,-3-1 0 0,-1 4-9 0,-1 4-13 15,-3-2 10-15,2 3-5 0,-3 2-5 0,-1 0-4 16,-2 3 0-16,3-2-22 0,-1 2 10 16,-1-1-5-16,-2 4-26 0,4-3-24 0,-4 3-33 0,0 0-26 0,0 0 9 15,0 0 12-15,-1 13 5 0,-2-1 7 0,-1 0 9 16,1 4 3-16,0 2 9 0,-1 2 10 0,3-2-2 16,-2-1 5-16,3 4 3 0,3-3 3 0,1 2 10 15,2-2-2-15,6 7 16 0,5-6-6 0,4 1 3 16,4-5 6-16,6 0-39 0,2-2-84 0,6-5-110 15,-2-4-350-15,18-6-635 16,-17 0 281-16</inkml:trace>
  <inkml:trace contextRef="#ctx0" brushRef="#br0" timeOffset="42923.21">15907 3096 75 0,'0'0'158'0,"0"0"-14"0,-1-3-9 16,1 3-17-16,-1-5-8 0,1 5-25 0,0 0-17 16,0 0-17-16,0 0-7 0,0 0-8 0,-6 13-5 15,3-1-11-15,-4 6 3 0,0 10 3 0,-5 16-4 16,-3 4-7-16,1 7 3 0,-3-1-6 0,3 4-4 0,-4 23 2 0,8-21 3 16,-4 22-3-16,4 2 8 0,7-26-2 0,-1 27 2 15,6-26-2-15,0 24-4 0,-1-26-1 0,2-3 2 16,2 0-1-16,-1-1 2 0,-3-1-3 0,4-2-5 15,-1-4 11-15,-4-12-3 0,0 1 2 0,0-2-1 16,-4 0-3-16,-2-6 0 0,0-4 6 0,-1-6-1 16,1 1 0-16,-1-3 2 15,-1-1 4-15,0-4 16 0,-1 0 13 16,0-5 8-16,0-3 8 0,-4 0 1 0,-1-1 1 16,-4-2-4-16,-2-2 7 0,1-3 7 0,-1-1 5 15,5-1-1-15,2 3-5 0,-1-1-3 0,4 0-5 16,0 2-4-16,0-1 1 0,3 3-5 0,2-1-5 0,0 0-7 15,5 3-10-15,-8-3-1 0,8 3-6 16,-7-3-3-16,7 3-8 0,-5-4-12 0,5 4-15 0,0 0-20 0,-6-2-24 16,6 2-20-16,0 0-25 0,0 0-30 0,0 0-59 15,0 0-231-15,3-11-448 0,-3 11 199 0</inkml:trace>
  <inkml:trace contextRef="#ctx0" brushRef="#br0" timeOffset="43393.24">16623 3548 59 0,'0'0'203'0,"0"-3"-20"16,0 3-23-16,0 0-15 15,0 0-22-15,0 0-16 0,0 0-15 0,0 0-10 16,0 0-5-16,-8 14-10 0,2-3-6 0,-2 3-8 16,-7 8 0-16,2 0-9 0,-4 2-6 0,1 3-3 15,-1-2-1-15,-1 4 0 0,-1 0-5 0,2 1 4 16,1-5-4-16,-5 4-3 0,5-2-3 0,-3-1-1 15,2-2-13-15,0-3-7 0,0-2-15 0,5-5-18 16,-1 0-21-16,2-2-14 0,3-2-30 0,-1-6-25 0,-1 4-120 0,2-5-261 16,2-6 116-16</inkml:trace>
  <inkml:trace contextRef="#ctx0" brushRef="#br0" timeOffset="43725.35">16275 3613 253 0,'3'-4'253'0,"-3"-1"-20"0,0 0-26 0,0 5-18 15,1-6-17-15,-1 6-29 0,0-4-17 0,0 4-14 16,0 0-20-16,0 0-7 0,0 0-12 0,18 11-8 16,-9-2-8-16,4 5-6 0,2 8-3 0,4 3-6 15,-2 4-5-15,3 4 3 0,4 8-7 0,5-3-6 0,-10-8 0 0,5 12-2 16,-2-12-2-16,-3 0-1 0,0-1-2 0,-1-2 2 15,-3-1 0-15,2-4 1 0,-6-6-6 0,0 0-4 16,0-2 0-16,-6-4 1 0,0-2 4 0,-1-1-6 16,0-2-2-16,1 1 5 0,-4-3-3 0,3 2 5 15,-2-3 6-15,0 0 11 0,-2-2 6 16,0 4 2-16,0-4-3 0,0 0-2 0,5 4-1 0,-5-4-6 0,0 0-4 0,3 1-7 16,-3-1-33-16,0 0-59 0,0 0-39 15,0 0-37-15,-3-13-42 0,2 8-218 0,-2-3-442 16,2 1 196-16</inkml:trace>
  <inkml:trace contextRef="#ctx0" brushRef="#br0" timeOffset="44480.27">17057 3880 140 0,'0'0'155'0,"0"0"-17"0,0 0-19 0,0 0-2 16,9-10-23-16,-1 7 2 0,2-1-15 0,-1-4-3 16,10 2-12-16,-5 0-5 0,4-3-10 0,3-1 2 15,-2 0-2-15,0 1 3 0,4-7-4 0,1 2 6 16,-7 3-3-16,0-2 4 0,-1 0 5 0,0 0-1 0,-3 1 10 0,-1-2-5 16,2-1 4-16,-6 5-2 0,-2-1 3 0,-1 0 2 15,-1 1 5-15,0 1 1 0,-2 1-5 0,0 1-5 16,-2-1-9-16,-3 2-8 0,-2-1-8 0,3 2-6 15,-5 2-8-15,-3-1-4 0,-3 3-5 0,-1 2-1 16,-8 2-6-16,4 1 2 0,-3 1-4 0,-5 7-5 16,1-3-1-1,7 3-2-15,1 1 0 0,-1 5-2 0,-1 1 5 16,1 1-8-16,5 5 3 0,8-7 1 0,1 7-2 16,4 1-2-16,5 0 3 0,6-1 0 0,3-4 5 15,1 2-2-15,8-3 0 0,3-3-1 0,2-2 2 0,4-1 2 16,2-5 0-16,2-1 0 0,1-1-3 15,-1-2 2-15,1 0 1 0,-5-3 1 0,-3 2-1 16,-7-4 4-16,-3 1-5 0,-5-1 0 0,-4 0-4 0,-2 3 2 0,0-3 5 16,-2 0 3-16,-1 0 3 0,-5 0 0 0,9 0 3 15,-9 0 2-15,7 0-2 0,-7 0 1 0,0 0 1 16,6 0-18-16,-6 0-11 0,0 0-12 0,0 0-47 16,0 0-51-16,0 0-71 0,0 0-58 0,0 0-156 15,0 0-436-15,-18-8 194 0</inkml:trace>
  <inkml:trace contextRef="#ctx0" brushRef="#br0" timeOffset="47904.12">17444 3339 101 0,'0'0'103'0,"0"0"4"16,0 0 6-16,0 0 0 0,0 0-1 0,0 0 0 15,0 0-2-15,0 0-1 0,0 0 0 0,0 0-5 16,0 0-2-16,0 0-7 0,0 0-2 0,0 0-11 16,0 0-6-16,0 0-6 0,0 0-4 0,0 0-8 15,0 0-4 1,0 0-3-16,0 0-6 0,0 0-9 0,0 0 1 15,0 0-2-15,0 0-3 0,0 0-5 0,0 0-4 16,0 0-5-16,0 0 1 0,0 0 0 0,0 0-4 16,0 0-1-16,0 0-2 0,0 0-3 0,0 0 2 15,0 0-3-15,0 0 0 0,0 0-1 0,0 0 1 16,-2 3-2-16,2-3-7 0,0 0 7 0,0 0-3 16,0 0 1-16,0 0 0 0,0 0 2 0,0 0-2 0,0 0-2 0,0 0 3 15,0 0 6-15,0 0-2 0,0 0 2 0,0 0 3 16,0 0-6-16,0 0-2 0,0 0 1 0,0 0 3 15,0 0-4-15,0 0 2 0,0 0-1 0,0 0-2 16,0 0 0-16,0 0 3 0,17-4-4 0,-5 3-2 16,2-2 1-16,7 2 0 0,-2 0-3 0,9-1 11 15,0-2-12-15,2 1 2 0,-2 1 0 0,-7 1 1 0,6-3-4 16,-6 4 3-16,-3-1-3 0,2 0 3 0,-8 0-2 16,0 0 2-16,-3-1 1 0,0 1-3 0,-5 1 1 15,5 0-1-15,-9 0 3 0,9 0-2 0,-9 0 1 16,5-3 2-16,-5 3-2 0,8 0-10 0,-8 0-4 15,0 0-9-15,4-1-10 0,-4 1-3 0,0 0-15 0,0 0-19 16,0 0-19 0,0 0-23-16,0 0-31 0,-12 5-28 0,8-2-125 15,4-3-319-15,0 0 141 0</inkml:trace>
  <inkml:trace contextRef="#ctx0" brushRef="#br0" timeOffset="48421.12">18413 3101 39 0,'0'0'101'0,"0"9"-13"0,-4 1 0 0,3-3 1 16,-3 5 2-16,-4 1-19 0,2 1 1 0,-5 3-12 0,-5 5 9 15,-7-1-9-15,2 1-5 0,-3 0-6 0,-2 0-3 16,-4-1-5-16,2 0-2 0,0-3-7 0,1 0 6 15,2-6-5-15,7 1-2 0,-1-5 5 0,3-1 9 16,2-4 8-16,4 4 11 0,-1-4 30 0,4-1 38 16,-2-2 34-16,5 0-14 0,-2-4-7 0,0-4 0 15,-1 1-7-15,6-4-1 16,-2-3-3-16,3-4-11 0,3-2-15 0,5-4-5 16,-1-3-12-16,2 5-7 0,3-2-4 0,-2 8 0 15,-1-2-7-15,-3 6 1 0,2 3-7 0,-2 0-6 16,-2 3-13-16,0 1-11 0,1 0-12 0,-1 3-3 15,1 2-2-15,-5 0-3 0,18 7-5 16,-5 4-1-16,1 1-8 0,1 4-2 0,2 3-12 16,-1 5-7-16,6 0-20 0,-3 1-15 0,-1 3-31 0,4-3-32 0,-2 1-44 15,-1-1-67-15,3-1-71 0,-3-6-175 0,-3-3-509 16,0-5 226-16</inkml:trace>
  <inkml:trace contextRef="#ctx0" brushRef="#br0" timeOffset="49006.77">18666 3200 131 0,'3'-2'253'16,"2"-2"-22"-16,0 1-19 0,1-1-28 0,1 0-20 16,0 2-18-16,2-3-15 0,0 4-13 0,1 1-14 0,1 0-13 0,-1 3-8 15,0 1-9-15,0 1-9 0,0 2-7 16,-2 1-11-16,1 3 0 0,-2 1-7 0,0 4-8 0,-4-1-6 15,-1 4 1-15,-2 0-8 0,-4-3 0 0,-2 1-4 16,-3 0 2-16,1 1-4 0,-1-2 2 0,-1 1-4 16,0-2 1-16,-2-3 0 0,2-1-4 0,3-5 2 15,-1 3 3 1,-1-2 0-16,4-3 6 0,1 0 11 0,0-2 19 16,2 0 27-16,2-2 32 0,-7 4 21 0,7-4 48 15,0 0-13-15,0 0-19 0,2-11-28 0,3 2-9 16,0-3-12-16,5-2-8 0,1-3-12 0,5-4-6 15,0-3-4-15,3 0-16 0,-2-1 2 0,4 0-10 16,-2-1-1-16,-3 6-4 0,1-2-4 0,-4 6-8 16,-3 2 0-16,-3 5 16 0,0 0-5 0,0 0 4 0,-5 4-13 0,2 1-4 15,0 0-8-15,-2 0-22 0,1 1-31 0,-3 3-24 16,0 0-7-16,0 0 2 0,0 0 4 0,-4 19 8 16,-1-4 14-16,-3 5 0 0,-3 6 0 0,3-2 6 15,2 5 2-15,2-1 5 0,1-1 6 0,6 0 7 16,3-2 0-16,6 1-1 0,3 1 5 0,8-5-29 15,5-1-50-15,14 4-68 0,6-4-134 0,0-10-243 0,3-3-579 16,-11-7 256-16</inkml:trace>
  <inkml:trace contextRef="#ctx0" brushRef="#br0" timeOffset="50341.28">20028 3798 122 0,'0'-5'206'16,"-2"0"-18"-16,0 2-13 0,0-4-22 0,-2 4-14 15,0-1-19-15,-1 0-10 16,0 0-14-16,-4 0-13 0,-2 1-6 0,-1 1-9 16,-6-1-7-16,0 1-3 0,-1 2-9 0,1 0-7 15,-4 3-5-15,3 0-4 0,1 2-2 0,-1 1-7 16,1 1-2-16,2 1-2 0,-2 0-4 0,1 3-2 15,3 1-4-15,5 1 1 0,0 2 1 0,0-1-1 16,4 2-2-16,0-2-2 0,5 3 4 0,4 0 1 16,1 0-5-16,5-3-2 0,2-1 8 0,2-1 3 0,4-2-4 0,1 1-5 15,-1-6 4-15,9 3-1 0,-7-3 0 0,2-2-3 16,-2-3 4-16,1-3-2 0,-1-3 7 0,-2-2 10 16,0-4 7-16,-3-1 10 0,6-5 8 15,-6-3 13-15,-1-2 3 0,-4-4 2 0,0 0 3 16,-2-7 2-16,-1 1-6 0,-4-2-3 0,1 0 0 0,-4 1-4 15,3-3-1 1,-3-9 7-16,1 12 6 0,-2-2 9 0,1 4 5 16,-1 3 12-16,-1 3-1 0,2 6 5 0,-2 2-8 15,-1 1-2-15,2 6 1 0,0 0-8 0,1 4-10 16,-2 1-9-16,2-1-7 0,-1 2-13 0,1 2-11 16,0-1-22-16,0 4-24 0,0 0-35 0,0-5-35 15,0 5 10-15,0 0 14 0,-4 11 3 0,3 2 5 16,0 4 5-16,-3 2 6 0,-1 8 4 0,4 0 2 0,-3 1 6 0,2-1 2 15,1 3 0-15,1 1 7 0,0-1-2 0,3 1 5 16,-2-2 3-16,5 2 1 0,-1-2 8 0,-1-3-5 16,1-1 1-16,-1-6 1 0,-1-2-1 0,2 0 5 15,-4-4-2-15,0-2-1 0,3-3 1 0,-3 3 1 16,3-5 1-16,-4 1-4 0,0-2 4 0,1-1 0 16,1-2-4-16,-1 3 4 0,0-2 0 0,-1-3-3 0,2 4 4 15,-2-4-14-15,-2 5 13 0,2-5 3 0,0 0 0 16,4 4-7-16,-4-4 0 0,0 1-1 0,0-1 7 15,0 6 0-15,0-6-1 0,0 6 7 0,-2-3-6 16,2 1 1-16,0-4-5 0,-3 5-6 0,3-5 12 16,-1 4 1-16,1-4-1 0,0 4-6 0,0-4 9 15,1 3 3-15,-1-3 0 16,5 2 5-16,4 0-4 0,3 1 1 0,10-3-15 16,12-5-34-16,4 1-61 0,14-5-86 0,6-3-140 15,2-6-175-15,2-4-540 0,-6-6 238 0</inkml:trace>
  <inkml:trace contextRef="#ctx0" brushRef="#br0" timeOffset="51190.07">20565 3597 40 0,'6'-2'154'0,"3"-1"-17"0,0 3-11 0,4-3-18 16,1 3-9-16,1 3-15 15,3-2-5-15,1 5-12 0,-1 1-7 0,1 1-8 16,-2 4-7-16,-2 0-7 0,3 0 3 0,-7 5-6 15,1 3-3-15,1 5-8 0,-6-3 6 0,-5-1-1 0,2 2-6 16,-8 4 6-16,0-9-2 0,-5 5 2 0,-3 2 1 16,1-4 18-16,-7 1-19 0,6-6 2 0,-1-3 6 15,-1-1-3-15,5-3 13 0,-3 0-3 16,3-2 4-16,2 0 1 0,0-3 4 0,2 0 11 0,0 0 13 0,1-2 15 16,0 1 23-16,2 0 26 0,-2 0 32 0,4-3 28 15,0 0 30-15,-5 2-1 0,5-2-29 0,1-12-25 16,2 7-25-16,2-8-14 0,3-2-22 0,-1-2-11 15,9-6-7-15,-1 0-17 0,1-3-1 16,2-3-10-16,0 0-5 0,0 2-8 0,0 2-8 16,0 4-7-16,-3-1-4 0,-3 7-3 0,-2 0 1 0,0 0-8 0,-2 5-2 15,-2 1 4-15,-2 1-10 0,1 4 4 0,-1 0-11 16,0 0 1-16,-3 1-3 0,2-1-6 0,-3 4-20 16,2-3-30-16,1-1-30 0,-3 4-34 0,0 0 12 15,0 0 9-15,0 0 9 0,-8 19 10 0,-1-3 7 16,-1 0 6-16,-3 5 8 0,-1 5 1 0,1-2 8 15,3 1 5-15,-3-1-2 16,4-5 6-16,3-2 5 0,-2 0 2 0,3 0 3 16,3 0-1-16,0-2 7 0,2-5 12 0,4 4-2 15,0 0 5-15,5-2 1 0,5 0 6 0,3-1 8 16,7 0 10-16,4 0-6 0,5-5 7 0,2 0-4 16,2-1 1-16,1-4 3 0,-2-1-2 0,-3 0 11 15,-1 0 1-15,-4-1 6 0,-9-1 18 0,-4 2 18 16,-3-2 9-16,-5 1 2 0,-1 1-8 0,3-2 1 0,-3 2-6 0,-6 0-1 15,8-2 1-15,-8 2-2 0,5 0-7 16,-5 0-7-16,0 0-8 0,0 0-3 0,9 0-17 16,-9 0-16-16,0 0-27 0,0 0-44 0,4-2-49 15,-4 2-71-15,0 0-68 0,0 0-53 0,1 6-29 0,-2 0-331 16,1-6-710-16,-4 5 314 0</inkml:trace>
  <inkml:trace contextRef="#ctx0" brushRef="#br0" timeOffset="66870.61">2613 6965 191 0,'-3'-3'255'0,"3"3"-22"16,0 0-24 0,0-5-25-16,0 5-22 0,0 0-21 0,0 0-19 15,0 0-21-15,0 0-12 0,0 0-8 0,0 0-11 0,0 18-5 16,0-9-9-16,0 3-5 0,0 1-9 16,0 2-4-16,3 3-5 0,-3-1-5 0,1 2 0 15,2-1-22-15,-2 1 1 0,0 2-2 0,0-4 0 16,2 1 2-16,-3 0 0 0,4-3-5 0,-3 0 1 15,-1-6-2-15,0 2-2 0,2-1 1 0,-2-3 2 0,0-1-2 0,3-1 1 16,-3 0-3-16,3 0 5 0,-3 0 1 0,1-4-2 16,-1-1 4-16,0 7 1 0,0-7-2 0,0 0 1 15,0 4 12-15,0-4 9 0,0 0 6 0,0 0 3 16,0 0 8-16,0 2 0 0,0-2 5 0,0 0-4 16,0 0-3-16,0 0 1 0,0 0-5 0,0 0-26 15,0 0-40-15,0 0-53 16,2-13-44-16,0 7-71 0,-1-4-180 0,-1-1-408 15,0-5 181-15</inkml:trace>
  <inkml:trace contextRef="#ctx0" brushRef="#br0" timeOffset="67086.67">2605 6825 39 0,'-5'3'360'0,"5"-3"-15"0,0 0-11 0,0 0-19 16,0 0-22-16,0 0-22 0,0 0-30 0,-4 1-29 15,4-1-23-15,0 0-22 16,0 0-24-16,0 0-31 0,0 0-33 0,0 0-43 16,0 0-43-16,0 0-62 0,0 0-72 0,0 0-77 15,0 0-233-15,14-9-487 0,-10 4 216 0</inkml:trace>
  <inkml:trace contextRef="#ctx0" brushRef="#br0" timeOffset="68142.55">2668 6769 135 0,'0'0'226'0,"-2"-5"-11"0,2 5-22 0,0 0-11 0,0 0-18 16,0 0-16-16,0 0-19 0,0 0-12 0,0 0-15 16,0 0-10-16,0 0-8 0,0 0-13 0,0 0-7 15,0 0-9-15,0 0-8 0,0 0-4 0,0 0-4 16,0 0-14-16,0 0-20 0,0 0-2 0,0 0 0 16,0 0-1-16,-4 13-5 0,4-11-7 0,-1 3-1 15,1 0 0 1,-1 0-3-16,2 1-4 0,-1-6-4 0,-2 4 5 15,3-1 5-15,-1-3-3 0,0 0 4 0,-3 5-1 16,3-5 3-16,0 0 0 0,0 0 1 0,0 0 1 0,0 0 20 16,-2 3 18-16,2-3 3 0,0 0 1 0,0 0-6 15,0 0 1-15,0 0-6 0,0 0-1 0,0 0 2 16,0 0-5-16,0 0-1 0,0 0-8 16,0 0 4-16,0 0 0 0,0 0-2 0,0 0-7 0,0 0 3 0,0 0-10 15,-12-2 0-15,12 2-1 0,0 0 0 0,0 0-2 16,-2 4 1-16,0-1-9 0,0 1-10 0,2-4-5 15,-1 5-2-15,1-5-2 0,-3 3-3 0,3-3 2 16,0 4 5-16,0-4 7 0,0 0 1 0,0 3 13 16,0-3 19-16,0 0 17 0,0 0 22 0,0 0 24 15,0 0-1-15,0 0-5 16,0 0-14-16,0-14-2 0,0 9-1 0,0 0 0 16,3 0 1-16,-6-2 2 0,3 2 2 0,0 0-4 15,0 0 7-15,0-1-7 0,0 2-1 0,0 4-5 16,0-7-10-16,0 7 0 0,0-4-11 0,0 4-20 15,0 0-11-15,-1-5-24 0,1 5-23 0,0 0-33 16,-4-2-37-16,4 2-40 0,0 0-25 0,0 0-11 16,0 0-184-16,0 0-412 0,0 0 182 0</inkml:trace>
  <inkml:trace contextRef="#ctx0" brushRef="#br0" timeOffset="68690.7">2581 6570 16 0,'-12'2'113'0,"2"0"-12"0,-3 2-16 0,1 1-6 15,-4 1 0-15,-2 2-9 0,3 2-14 0,-3 2-8 16,-4 3-9-16,2 4-2 0,-2 0-4 0,-2 3-10 16,2 1-1-16,3 5-3 0,-4 1-9 15,2 12 7-15,4-7 0 0,-4 9-3 0,10-8-6 0,0-1 1 16,3 1 0-16,1 1 2 0,3-2 11 0,0 0-17 16,4 0 1-16,-1-1 0 0,5-1 29 0,1-4 6 0,3-2 7 15,1 0 11-15,5-1 7 0,2-1-2 0,2-3 16 16,7 0-7-16,0-5 2 0,6 4-4 0,-2-6-2 15,4-1-3-15,1 0-2 0,0 2-5 0,-1-6-4 16,2-1 2-16,-1-2-5 0,1 0-2 0,-3 0 2 16,0-3 2-16,-2-3 8 0,-2-2 7 0,-1 0 12 15,3-3 8-15,-11 3 14 16,0-4 6-16,7-5 17 0,-7 3 17 0,0-3 11 16,-1-1 5-16,-4-1 3 0,8-7 2 0,-6-1-7 15,2-5-12-15,-4-5-9 0,0 1-13 0,2-16-11 16,-6 0-6-16,-4 2-11 0,-2-2-10 0,-4-3-13 15,0-1-7-15,-4 16-4 0,-5 0-3 0,-1 3-7 16,-4 0-8-16,-4 3-15 0,-9 2-30 0,-1 3-16 16,-14-2-23-16,-6 8-25 0,-5 5-21 0,-11 9-23 0,0 3-25 15,0 5-31-15,-1 5-39 0,9 3-45 0,2 3-57 0,2 1-280 16,17-4-633-16,6 0 280 0</inkml:trace>
  <inkml:trace contextRef="#ctx0" brushRef="#br0" timeOffset="69808.97">4630 6784 136 0,'-2'-3'269'0,"2"-1"-16"16,0 4-14-16,-1-7-18 0,1 7-27 0,0-5-20 0,0 5-16 15,0 0-17-15,0-4-22 0,0 4-16 0,0 0-18 16,0 0-23-16,0 0-10 0,0 0-7 0,-3 13-3 0,3-4-6 16,0 3-4-16,0 5-4 0,0 0-3 0,-1 3-2 15,1 5-2-15,0 0 1 0,0-2-4 0,-2-2 1 16,1-2-2-16,0-2-1 0,1 3-3 0,0-6 3 15,-1 0 0 1,-1-2 10-16,1 0-17 0,0-2-11 0,-1 0-14 16,1-3-20-16,1 3-15 0,-1 0-21 0,-2-2-22 15,1-3-24-15,-1 1-29 0,1 0-50 0,-5-1-120 16,4-1-342-16,-1-2 152 0</inkml:trace>
  <inkml:trace contextRef="#ctx0" brushRef="#br0" timeOffset="70140.89">4169 7287 10 0,'-4'1'193'16,"2"2"-14"-16,2-3-15 0,0 0-18 0,-8 3-10 15,8-3-11-15,-1 2-13 0,1-2-9 16,0 0-7-16,23 0-7 0,-4-1-11 0,14-4-7 0,20 0-10 16,7-3-5-16,5-2 0 0,28-4 0 0,-2-3-14 15,-26 9-4-15,32-6-2 0,-4 2 0 0,-29 3 4 16,4 1-7-16,-4 1-2 0,-3 1-3 0,-6 1-3 0,-18 3 3 16,-1 0-5-16,-5 0-4 0,-8-2-1 0,-6 4-4 0,-4-1 0 15,-2 0-3-15,-3 1 1 0,0 0-8 0,-8 0-11 16,9 0-1-16,-9 0-23 0,0 0-33 15,0 0-47-15,-25 8-64 0,5-3-124 0,-1 0-321 16,-1-1 142-16</inkml:trace>
  <inkml:trace contextRef="#ctx0" brushRef="#br0" timeOffset="70729.23">4403 7761 14 0,'-1'-3'301'0,"-2"1"-15"0,3 2-11 0,-1-6-8 16,1 6-19-16,-3-4-19 0,3 4-16 0,-2-4-21 15,2 4-16-15,-2-3-18 0,2 3-19 0,0 0-15 16,0 0-14-16,0 0-20 0,-2-4-9 0,2 4-21 16,0 0-8-1,0 0-15-15,0 0-3 0,0 18-3 0,-2-7-6 0,2 0-2 16,-2 7 19-16,2 0-3 0,-2 2-6 0,0 5-1 15,1-2-4-15,0 4 0 0,-2-8-11 0,3 1 7 16,0-3-4-16,0 0-4 0,0-2-1 0,0-2 0 16,-1-2 0-16,1-1-3 0,0-2 3 0,0-2-3 15,0 1 4-15,0-3 1 0,1 0 2 0,-2 0 19 16,1-4 50-16,0 3 42 0,0-3 32 0,0 0 18 0,0 0-19 16,0 0-16-16,0 0-13 0,-4-19-13 0,3 6-13 15,-1-5-9-15,1-2-15 0,-1-6-3 0,2-2-26 0,-3-1 3 16,3-3-8-16,0 1-5 0,3 1-4 0,-2-3-4 15,1 0-5-15,1 3-5 0,0-1 1 0,-1 8-5 16,2 4 0-16,-1 1-3 0,1 1-3 0,0 5 0 16,0 0-8-1,0 1 3-15,3 0-8 0,-1 0-4 0,4 2-5 0,-1 0-13 16,1-1-18-16,3 3-45 0,2 1-34 16,3 0-35-16,-1 0-31 0,3 2-19 0,2 4-25 15,0 2-34-15,5-1-44 0,-6 2-39 0,0-2-260 16,-3 5-654-16,0-1 290 0</inkml:trace>
  <inkml:trace contextRef="#ctx0" brushRef="#br0" timeOffset="70927.25">4434 7822 17 0,'-3'2'205'15,"3"-2"-6"-15,0 0-20 0,-3 5-12 0,3-5-11 16,0 0-10-16,17 1-16 0,1-1-12 0,2-3-11 16,11 0-10-16,1-2-15 0,2 1-36 0,1 0-46 15,2-3-59-15,0 3-64 0,-1-1-122 0,-3-2-265 16,2 0 118-16</inkml:trace>
  <inkml:trace contextRef="#ctx0" brushRef="#br0" timeOffset="71196.8">5110 7680 301 0,'-2'-6'335'0,"2"6"-23"0,0 0-30 0,0 0-24 15,0 0-31-15,0 0-26 0,0-3-22 0,0 3-22 16,0 0-19-16,0 0-20 0,0 0-16 0,0 0-13 15,0 0-10-15,0 0-7 0,2 18-8 0,-2-13-6 16,-2 4-8-16,2 0-3 0,-1 2-4 0,1 1-5 16,-1 2-7-16,-1-2-15 15,1 0-14-15,0 0-15 0,0-1-14 0,-2 0-12 16,2 0-20-16,-2-2-25 0,1 3-23 0,-1-7-30 16,0 4-24-16,0-4-32 0,-1-2-204 0,3-1-430 15,1-2 191-15</inkml:trace>
  <inkml:trace contextRef="#ctx0" brushRef="#br0" timeOffset="71481.97">5070 7557 91 0,'0'0'255'0,"-1"-4"-31"0,1 4-26 0,0-4-23 16,0 4-13-16,0 0-22 0,0 0-12 0,0 0-16 15,19 8-12-15,-9-2-12 0,0 1-5 16,6 5-15-16,-1-3-6 0,8 8-3 0,-3 0-8 0,-3-4-4 0,2 6-6 15,1-2 0-15,-4-1-5 0,-2 0-7 0,-1 0 3 16,-2-1-3-16,-1 2-6 0,-2-2-2 0,-1 1-7 16,-5 0-5-16,-1 1 1 0,-2-5-1 0,-3 3 0 15,-2 0-4-15,-3 2 4 0,-4-4-1 0,0 0 0 16,1-2 0-16,-2-1-2 0,-3-1 1 0,4-2 0 16,3-1 1-16,-4-1 1 15,2 0-7-15,1-3-1 0,2 2-11 0,0-3-25 16,0-1-31-16,1 0-57 0,2-3-57 0,-3-1-155 15,5-2-364-15,4 1 162 0</inkml:trace>
  <inkml:trace contextRef="#ctx0" brushRef="#br0" timeOffset="71751.52">5464 7561 118 0,'6'9'117'0,"2"3"-9"0,3 2 7 16,-1 1-13-16,4 7-4 0,-2 1-13 0,-1 1-8 16,-3 3-3-16,-2-1-6 0,2 2-2 0,-5 0-6 0,-5 0-2 15,-1-2-2-15,-5 3-3 0,-5-1 0 16,-2-3-6-16,-6 0-7 0,-4 2-17 0,-2-4-37 15,-5-3-47-15,0 0-164 0,-2-3-242 0,-1-7 108 16</inkml:trace>
  <inkml:trace contextRef="#ctx0" brushRef="#br0" timeOffset="72030.19">4863 7563 70 0,'-10'7'177'0,"-4"2"-22"0,2 4-14 0,-2 3-18 15,-1 7-17-15,2-1-10 0,2 5-10 0,0 3-6 0,2 0-7 16,3-1-6-16,2 2-10 0,8-1-2 0,-3-2-4 15,8 0 12-15,3 0 2 0,3-2-4 0,3-4 4 0,9-3-7 16,6-3-2-16,4-5-14 0,15 1-32 0,2-7-67 16,1-7-76-16,-2-6-129 0,-1-1-282 0,-1-7 125 15</inkml:trace>
  <inkml:trace contextRef="#ctx0" brushRef="#br0" timeOffset="72431.17">6188 7037 40 0,'0'0'297'16,"3"-3"-23"-16,-3 3-12 0,0 0-21 0,2-2-21 15,-2 2-29-15,0 0-25 0,0 0-16 0,0 0-31 16,0 0-22-16,0 0-9 15,0 0-13-15,-13 10-4 0,3 0-9 0,-1 2-12 16,-5 2-7-16,-2 4-12 0,-2 1-8 0,0 2-14 16,-2 0-17-16,0 1-18 0,-1 1-13 15,5-4-22-15,-4 4-26 0,1-6-13 0,5-5-8 0,0 0-23 16,2-1-17-16,1-4-153 0,3-3-324 0,-2 0 143 16</inkml:trace>
  <inkml:trace contextRef="#ctx0" brushRef="#br0" timeOffset="72616.03">5873 7081 115 0,'3'-16'256'0,"-3"4"8"0,0 1 2 16,4 3-7-16,-4 2-18 0,3-1-31 0,-2 2-22 15,0 2-8-15,2-1-37 0,-3 4-19 0,1-3-15 16,-1 3-10-16,8 7-12 0,-3 0-11 0,4 1-13 0,4 6-1 0,3 6-9 16,1 4-17-16,-1 0-4 0,2 2-11 0,4 1 9 15,1 0-13-15,0 3-29 0,0-2-38 0,0-2-44 16,3-4-66-16,-2-2-64 0,-1-1-175 0,-3-3-431 15,-1-7 190-15</inkml:trace>
  <inkml:trace contextRef="#ctx0" brushRef="#br0" timeOffset="72985.5">6743 7117 271 0,'0'0'301'0,"0"0"-15"0,0 0-15 0,0 0-23 0,0 0-21 16,0 0-27-16,0 0-14 0,0 0-24 0,0 0-21 15,0 0-33-15,26-6-26 0,-8 2-53 0,0 0-56 0,3 0-69 0,7-2-65 16,-9 1-211-16,4-1-402 0,-4-2 178 0</inkml:trace>
  <inkml:trace contextRef="#ctx0" brushRef="#br0" timeOffset="73117.06">6794 7263 33 0,'0'2'161'15,"0"-2"-1"-15,7 5-9 0,5-2-17 0,10-3-13 16,10-3-60-16,6 0-98 0,13-8-94 0,-13 1-142 15,1 0 64-15</inkml:trace>
  <inkml:trace contextRef="#ctx0" brushRef="#br0" timeOffset="74188.48">9149 6401 163 0,'-1'-2'270'0,"1"2"-6"0,0-5-8 15,0 5-16-15,-3-6-24 0,3 6-18 0,0-4-24 16,0 4-21-16,0 0-20 0,0 0-18 15,0 0-26-15,0 0-34 0,0 0-7 0,0 0-9 16,3 15-4-16,-3-3-4 0,1 5-2 0,0 2-3 16,-1 5 2-16,5 3-6 0,-4-1-22 0,1 0-17 0,-1 2-14 15,1 1-32-15,1 0-29 0,-3 0-25 0,4-1-25 0,0 0-48 16,-8-1-132-16,0-9-350 0,0-1 155 0</inkml:trace>
  <inkml:trace contextRef="#ctx0" brushRef="#br0" timeOffset="74890.34">8506 7086 69 0,'0'0'144'15,"0"0"-7"-15,0 0-8 0,0 0-9 0,0 0-17 16,0 0-11-16,-6 0-8 0,6 0-8 0,0 0-8 16,0 0 0-16,0 0-17 0,0 0-1 0,0 0-10 15,0 0 7-15,0 0-13 0,0 0-3 0,0 0-3 16,0 0 1-16,0 0-5 16,0 0-6-16,0 0-2 0,23 2-2 0,-16-2-5 15,2 1 4-15,3 1-1 0,2-2-5 0,4 3 6 16,-2-3-4-16,6 2-7 0,6-2-2 0,0 0 17 15,4 0-16-15,1 0 2 0,1 2-2 0,0-2 3 16,7 0 4-16,-4 0-4 0,19-2-5 0,-4 2 0 16,1 0 3-16,2-1 0 0,0 0 6 0,-5-3-9 15,4 3 2-15,-1-2 3 0,3 3-3 0,2-2-3 0,1-1 0 0,1-1 3 16,1-1 1-16,0 3-8 0,3-3 4 0,4-3 0 16,24 2-2-16,-24 2 4 0,-2-3 4 0,28 2-1 15,-27 3 0-15,28-8-1 0,-29 8-4 0,-2-2 4 16,3 0-1-16,-5 1 1 0,7-1 0 0,-9 1-11 15,3-1 10-15,-2 0 6 0,-2 0-5 0,0-3 1 0,-4 5-4 16,1-2 2 0,-1 4 2-16,-4-1-3 0,0 2 3 0,-13-2 0 15,-2-1 1-15,-4 4 0 0,-3-4-4 16,0 4 0-16,-10-2 1 0,0 0 1 0,-4-2 3 0,-5 2-5 16,2-1 7-16,-2 1-5 0,-3 0 12 0,-1 0 6 15,-6 0 5-15,9 0 12 0,-3-2 8 0,-6 2 4 16,8 2-3-16,-8-2 3 0,0 0-2 0,5-2-8 15,-5 2-2-15,0 0-5 0,0 0-5 0,8 2-16 0,-8-2-21 0,0 0-22 16,0 0-27-16,0 0-42 0,0 0-217 0,0 0-344 16,0 0 152-16</inkml:trace>
  <inkml:trace contextRef="#ctx0" brushRef="#br0" timeOffset="76209.42">8586 7592 191 0,'0'0'242'15,"0"-3"-10"-15,0 3-19 0,0 0-15 0,0 0-21 16,0-7-19-16,0 7-18 0,0 0-18 0,0 0-18 16,0 0-12-16,0 0-19 0,0 0-19 0,0 0-9 0,0 0-3 0,-1 14-10 15,1-2-1-15,-2 1-7 0,0 2 3 0,1 3-2 16,-4 0-5-16,3 1-1 0,-1 1-4 0,2 1 1 15,-3-1-4-15,1-3-2 0,-1 3-2 0,2-2 2 16,-2-1 3-16,4 0-6 0,-4 0 2 0,0-1 3 16,3-3 2-16,0-1-5 0,-2 0-20 0,2-2-12 15,-2 0-14-15,1-1-14 0,1-2-21 0,-2 0-13 0,0 0-5 0,1-3-10 16,-2 0-33-16,-2-1-166 0,-2-3-325 16,8 0 144-16</inkml:trace>
  <inkml:trace contextRef="#ctx0" brushRef="#br0" timeOffset="76557.06">8474 7570 211 0,'0'0'218'0,"0"0"-23"0,-1-5-23 15,1 5-18-15,0 0-20 0,1-5-18 0,-1 5-7 16,0 0-13-16,0 0-14 0,17 8-7 0,-10-3-4 0,2 1-14 15,8 2-7-15,-3 4-1 0,9 3-5 0,-1 0-7 0,-2 2-2 16,2 1-6-16,-3 3-3 0,0 0 2 0,-1 0-3 16,0 1-5-16,-4 0 0 0,-2 2-1 0,-4-2-7 15,-2 1-1-15,-4 2 2 0,-2-5-6 0,-2 6 2 16,-4-9-2-16,-2 7 5 0,0-6 4 0,-5-2-5 16,2 0 1-16,-1-3 2 0,2 0-4 0,-4 0 2 15,5-5-3-15,0 0 2 16,0-2 6-16,0 1-5 0,1-3-2 0,3 0 0 15,0-1 4-15,1-1 1 0,1 0-4 0,0 1 4 16,3-3-6-16,-5 4 6 0,5-4 1 0,0 0-4 16,-3 3-4-16,3-3-27 0,0 0-50 0,0 0-41 15,0 0-49-15,8-12-183 0,-3 7-369 0,2-2 165 16</inkml:trace>
  <inkml:trace contextRef="#ctx0" brushRef="#br0" timeOffset="76895.42">8939 7858 83 0,'0'0'180'0,"0"0"-11"16,-2 3-9-16,2-3-10 0,0 0-11 0,0 0-18 16,0 0-8-16,0 0-17 0,0 0-2 0,19 0-11 0,-8-1-10 15,7-1-4-15,1 0-6 0,3 2-12 0,5-4-4 16,1-1-4-16,0 1-4 0,-1 1-1 0,-4 2-7 16,-5-3-1-16,1 2-5 0,-7 0 0 0,2 1-5 15,-3 0 1-15,-2 1-9 0,-1-2 2 0,-2 2 1 0,-6 0-1 16,9 0-5-16,-9 0 3 0,7 0-4 15,-7 0-5-15,7-3-6 0,-7 3-9 0,0 0-10 0,0 0-25 0,0 0-16 16,0 0-28-16,0 0-28 0,0 0-164 0,0 0-305 16,0 0 135-16</inkml:trace>
  <inkml:trace contextRef="#ctx0" brushRef="#br0" timeOffset="77343.14">9693 7583 30 0,'0'0'205'0,"2"-1"-27"0,-2 1-25 15,0 0-10-15,0 0-19 0,0 0-17 16,2 7-11-16,-2-7-17 0,-4 10-1 0,0-1-7 0,-1 6-4 15,-4 0 4-15,-5 0-20 0,-1 6-7 0,-3 3-1 16,-4 1-2-16,-1-2 1 0,-2 2-7 0,-1-1-9 16,2-2-1-16,-2 0 2 0,4-4-2 0,6-5-4 15,2-1 1 1,0-2-1-16,4-3 4 0,-2 0 11 0,6-2 16 0,1-2 23 0,-1 0 37 16,1 1 34-16,1-2 6 0,4-2-2 0,0 0-3 15,-11-7-10-15,10 2-16 0,1-3-9 0,0-1-16 16,2-3-5-16,1 0-10 0,6-5 5 0,-5 4-28 15,1 3-1-15,1-1-10 0,-1-1-4 0,3 4-3 16,-3-1-7-16,-1 3-2 0,0 3-13 0,0-3-6 16,1 4 0-16,1 0-8 0,-1 2-2 0,3 0 3 15,2 4-2-15,1 0-7 0,5 5-4 0,-1-2-13 0,3 4-11 16,0-2-21-16,6 5-25 0,-2-2-33 16,-3 3-40-16,4-3-50 0,1 2-55 0,-9-2-227 15,-4-7-523-15,2 0 233 0</inkml:trace>
  <inkml:trace contextRef="#ctx0" brushRef="#br0" timeOffset="78399.12">9915 7804 144 0,'0'0'289'15,"0"0"-21"1,0 0-18-16,0 0-15 0,0 0-29 0,0 0-22 16,0 0-24-16,0 0-19 0,0 0-20 0,0 0-19 15,0 0-19-15,8 3-8 0,-8-3-9 0,-2 8-8 0,2-2-7 16,0 3-7-16,-2 1-7 0,1 2 0 15,-2-3-6-15,3 4-4 0,-1 3-1 0,-3-3-2 16,3-1-3-16,1 1-2 0,0-1-1 0,0-1-2 16,-2 0-2-16,2-3-1 0,0 1-2 0,2-2-1 0,-2-2-3 0,0 2 3 15,0-3-1-15,0 1 1 0,0-2 4 0,0-3-4 16,0 5 11-16,0-5 6 0,0 5 6 0,0-5 18 16,0 0-6-16,0 5 0 0,0-5 0 0,0 0-3 15,0 0-8-15,0 3-3 0,0-3 0 0,0 0-6 16,0 0-1-16,0 0-1 0,0 0-13 0,0 0-14 15,0 0-18-15,0 0-25 16,0 0-28-16,0 0-26 0,0 0-27 0,0 0-51 16,0 0-283-16,0 0-501 0,-4-13 221 0</inkml:trace>
  <inkml:trace contextRef="#ctx0" brushRef="#br0" timeOffset="78668.55">10073 7510 10 0,'0'0'179'0,"10"3"-22"16,-5 0-14-16,1 2-11 0,3 3-18 0,4 6-9 0,1 3-5 0,-1 5-14 15,2 4 1-15,-2 0 2 0,-1 4-9 16,-1 4-8-16,-2 0-5 0,-4-1-2 0,-1 13-4 0,-4-10-4 15,-4 9 0-15,2-12-6 0,-10-1-2 0,-2 1 1 16,-4-1-5-16,-5-2-9 0,-9 4-8 0,1-10-20 16,-7 6-35-16,-5-6-39 0,12-9-67 15,-18 3-151-15,10-8-308 16,-11-2 137-16</inkml:trace>
  <inkml:trace contextRef="#ctx0" brushRef="#br0" timeOffset="79069.57">8175 7592 131 0,'-2'-2'186'0,"2"2"-21"0,0 0-15 0,0 0-18 0,-3 14-20 15,-1-2-12-15,4 4-8 0,-4 12-15 0,0 1-5 0,1 2-8 16,3 3-11-16,-3 12 10 0,4-10-17 0,3 10 0 16,5-12-1-16,-2 1-7 0,9 0-2 15,7 7-3-15,0-14 3 0,13 6 0 0,9-7-3 16,4-4-20-16,0-5-46 0,10-4-76 0,-4-8-161 0,2-5-292 16,-2-3 130-16</inkml:trace>
  <inkml:trace contextRef="#ctx0" brushRef="#br0" timeOffset="79848.56">12315 6515 234 0,'1'-3'315'16,"-1"-1"-20"-16,0 4-27 0,0-5-26 0,0 5-26 16,3-3-26-16,-3 3-23 0,0 0-19 0,0 0-24 0,0 0-27 0,0 0-6 15,0 0-16-15,0 0-8 0,4 15-7 0,-3-6-4 16,0 1-9-16,2 1-3 0,2 5-9 0,-1 1-23 16,-3 2-19-16,4 0-27 0,-2 1-25 0,1 6-28 15,-2-1-36-15,2-1-35 0,-5 0-66 0,-3-5-125 16,3-3-378-16,-2 0 168 0</inkml:trace>
  <inkml:trace contextRef="#ctx0" brushRef="#br0" timeOffset="80171.55">12051 7035 202 0,'0'0'203'0,"-3"4"-20"0,3-4-16 0,0 0-16 15,23-1-16-15,-5 0-14 0,13-2-13 0,5-4-8 16,17 1-14-16,6 0-6 0,1 0-12 0,7-1-6 16,26-6-7-16,-1 1-1 15,-26 5-7-15,26-7-4 0,-28 8 0 0,1-3 5 16,-6 1-11-16,-2 3-2 0,-5-1-5 0,-17 1-2 15,-4 2-3-15,-4-1 1 0,-8 0-6 0,-5 1-4 16,-5 2 1-16,-2 0-2 0,0-1 1 0,-3 2-8 16,-4 0-4-16,0 0-17 0,0 0-25 0,0 0-20 15,0 0-31-15,-22 3-30 0,3 1-43 0,-3 0-131 16,3 0-316-16,-8 2 140 0</inkml:trace>
  <inkml:trace contextRef="#ctx0" brushRef="#br0" timeOffset="80534.86">12244 7361 30 0,'-4'-1'299'0,"4"1"-21"0,0 0-21 0,0 0-27 16,0 0-21-16,0 0-21 0,-4-3-27 0,4 3-18 15,0 0-18-15,0 0-18 0,0 0-15 0,0 0-15 16,-1 11-7-16,1-8-8 0,0 4-4 0,-2 5-11 0,2 1-2 16,-1 4-5-16,0 3-2 0,0-2-7 0,-1 2 0 15,0 5-3-15,-1 0-3 0,2 4 0 16,0-4-1-16,-3-5-2 0,4-1 0 0,-3 0 7 0,2-2-12 0,1-6-11 15,0-1-12-15,-1 1-16 0,-2-4-20 0,2 3-18 16,1-6-16-16,-3 1-12 0,2-2-30 0,1-3-51 16,0 0-204-16,0 0-404 0,-19-11 180 0</inkml:trace>
  <inkml:trace contextRef="#ctx0" brushRef="#br0" timeOffset="80835.63">12117 7315 129 0,'-4'-4'212'0,"4"4"-26"0,-1-5-20 15,1 5-18-15,0 0-14 0,0 0-14 0,19 7-13 16,-10 1-10-16,7 0-11 0,3 3-8 0,4 3-7 0,1 3-9 0,-2 1-9 16,1 1-4-16,0 2-7 0,-3-1-4 0,2 1 6 15,-4 1-12-15,-4 0-5 0,1 0-2 0,-6-5 1 16,-1 2 6-16,-2 0-7 0,-1-2 11 0,-5 3 6 15,-2-3 4-15,-2-1 2 0,-2 0 0 0,-2 0 4 16,-4-1 2-16,1-3-1 0,-2 0-5 0,-2 0-2 16,-2-4-2-16,3 1-4 0,1-3-3 0,-3 2-3 0,4-4-4 0,3 1-5 15,2-3 2-15,-1 1-6 0,1 0 1 0,4-2-2 16,-3 1-8-16,3-1-13 0,3-1-21 0,-7 3-20 16,7-3-68-16,0 0-66 0,0 0-229 15,9-10-437-15,-1 3 195 0</inkml:trace>
  <inkml:trace contextRef="#ctx0" brushRef="#br0" timeOffset="81105.14">12585 7579 8 0,'0'0'256'0,"0"0"-11"0,0 0-17 15,0 0-22-15,0 0-17 0,0 0-21 0,0 0-13 16,0 0-20-16,0 0-5 0,19 0-20 0,-5-2-8 16,8-1-11-16,6-1-11 15,4 2-34-15,-3-1-63 0,2 1-81 0,-3-3-86 16,0 3-125-16,-1-6-334 0,-8 0 148 0</inkml:trace>
  <inkml:trace contextRef="#ctx0" brushRef="#br0" timeOffset="81574.72">13322 7389 116 0,'0'0'148'0,"0"7"-14"0,-2 0-6 0,0-2-10 16,-3 7-4-16,-1-3-2 0,-1 6-18 0,-3-1-5 0,-2 3-2 15,-4-2-8-15,0 6-4 0,-6 4-9 16,-3-3-5-16,3 2-4 0,-5-4-4 0,0 0-3 0,1 1-7 0,3-4-5 16,2-3-3-16,3-2 2 0,1-4 2 0,7 0 5 15,-2-4 16-15,3 1 29 0,4-1 35 0,-1-1 18 16,0-3 2-16,6 0 1 0,-7-10 3 0,5 5-7 16,0-5-4-16,2-1-18 0,2-7-14 0,4 1-11 15,0 1-7-15,3-1-6 0,5-6-11 0,3 2-11 16,-4 7 6-16,1-2-15 0,-1 3-9 0,-2 0-6 0,-1 5-1 0,-2 2-9 15,1 1-3-15,0 0-12 0,0 5-3 0,1 0-5 16,-1 0 4-16,4 5-7 0,-2 2 0 0,7 2 1 16,-4 4 0-16,5 6 1 0,-6-4-23 0,6 9-30 15,-1-3-30-15,-5-1-34 0,-1-3-41 0,1 6-38 16,-1-6-62-16,-2-3-240 0,-3-2-537 0,-2-3 238 16</inkml:trace>
  <inkml:trace contextRef="#ctx0" brushRef="#br0" timeOffset="81891.17">13487 7556 207 0,'0'0'220'0,"10"-3"-19"0,-10 3-18 0,9 0-18 15,-4 3-17-15,2-3-14 0,-2 2-9 16,4 3-14-16,-3-1-11 0,-1 2-13 0,0-1 1 15,2 4-8-15,-2 3-4 0,-4 0-2 0,2 5-8 0,-3 0 0 16,-3 1-4-16,-3 0-5 0,-4 8-1 0,-2-1 0 16,2-8-5-1,0-2-6-15,2-1 3 0,0-3-3 0,1-1-3 16,0-3-5-16,2 0-2 0,4-1-6 0,-3-1-1 16,3 0 2-16,-2-2 21 0,2 0 16 0,-2 1 11 0,3-4 15 15,0 0-1-15,4 2-10 0,2-2-6 16,5-1-8-16,3 0-6 0,4-3-17 0,3 0-31 15,6-3-45-15,-8 2-49 0,7-4-60 0,-7 2-72 16,3 0-292-16,-7-3-544 0,3 2 242 0</inkml:trace>
  <inkml:trace contextRef="#ctx0" brushRef="#br0" timeOffset="82154.17">13850 7290 56 0,'0'0'245'16,"4"-4"-28"-16,-4 4-24 0,0 0-20 0,11 6-13 15,-2-2-19-15,0 4-12 0,5 4-13 0,-1 4-9 16,2 5-3-16,-1 3-4 0,0 5 0 0,-5 1 4 16,-1 2-9-16,-1 13-2 15,-6 5-3-15,-6-5-5 0,-6 1-9 16,-5 2-5-16,-6-5-2 0,-6-2-7 0,-4 0-5 0,-4-3-9 15,-5-3-19-15,2-4-31 0,-6-4-36 0,0-2-64 16,-2-5-64-16,-4-1-236 0,-3-9-436 0,-2-3 193 16</inkml:trace>
  <inkml:trace contextRef="#ctx0" brushRef="#br0" timeOffset="82523.97">11956 7299 90 0,'-1'4'149'0,"-3"4"-17"16,0 1-15-16,-2 6-11 0,-2 4-11 0,3 9-6 16,-4-2-6-16,-1 10-2 0,5-2-5 0,-3 15-8 15,4-3 0-15,4 2-5 0,0 1 6 0,4-4-4 16,5-11 12-16,5 0 1 15,0-2 1-15,13 9-1 0,0-12-4 0,11 0 2 16,9-7-18-16,6-4-46 0,6-8-91 0,-1-2-222 16,5-8-326-16,1-8 145 0</inkml:trace>
  <inkml:trace contextRef="#ctx0" brushRef="#br0" timeOffset="83078.39">14242 7016 275 0,'0'0'254'0,"0"0"-23"0,0 0-16 0,0 0-20 16,0 0-19-16,0 0-14 0,0 0-23 0,0 0-23 15,0 0-27-15,23-1-42 0,-10-1-54 0,10-1-78 16,5-1-92-16,-1 2-95 0,1-3-295 0,0 1 131 16</inkml:trace>
  <inkml:trace contextRef="#ctx0" brushRef="#br0" timeOffset="83194.33">14808 7009 205 0,'0'0'254'15,"0"0"-24"-15,14-4-24 0,-4-1-24 0,1 1-41 16,8-1-55-16,7-2-56 0,7 0-61 0,4-3-59 0,-1 3-113 16,1-3-219-16,14-2 98 0</inkml:trace>
  <inkml:trace contextRef="#ctx0" brushRef="#br0" timeOffset="83310.23">15450 6941 64 0,'-4'2'169'0,"4"-2"-21"0,0 0-16 0,-1 3-11 16,1-3-29-16,0 0-55 0,0 0-63 0,0 0-98 16,0 0-132-16,0 0 59 0</inkml:trace>
  <inkml:trace contextRef="#ctx0" brushRef="#br0" timeOffset="83896.06">17041 6349 159 0,'-3'-7'289'0,"2"3"-28"16,0 0-25-16,-1 1-29 0,2 3-17 0,-2-5-26 16,2 5-21-16,-3-5-35 0,3 5-20 0,0 0-14 15,0 0-8-15,0 0-6 0,1 21-5 0,1-5-7 0,-4 1-10 16,5 3 2-16,-2 5-1 0,-1 2-12 0,-1 0-16 15,0 2-26-15,1 0-21 0,-2-3-31 0,0 1-32 16,1-1-36-16,-1-1-191 0,-2-7-352 0,-1 0 156 0</inkml:trace>
  <inkml:trace contextRef="#ctx0" brushRef="#br0" timeOffset="84196.97">16630 6875 104 0,'0'0'152'0,"-1"5"-15"0,1-5-11 16,0 0-12-16,18 0-10 0,1-2-8 0,12-1-7 15,5 0-11-15,17-1-7 0,6-3-9 0,5 1 0 0,33-3-7 0,0 1-13 16,4-1 0-16,-2 2-6 0,-1 2-4 15,-1-2-7-15,-32 2-2 0,3 3 2 0,23-3 2 0,-31 1-3 16,-9 0-1-16,-10 2-1 0,-7 0-5 0,-4-1-2 16,-7 2 1-16,-7 2-5 0,-2 0-7 0,-2-2 3 15,-4 0-7-15,-1 0-9 0,-3-1-8 0,-4 2-13 16,0 0-21 0,0 0-26-16,0 0-36 0,-27-2-111 0,13 2-243 0,-4-3 107 15</inkml:trace>
  <inkml:trace contextRef="#ctx0" brushRef="#br0" timeOffset="84575.82">16837 7228 95 0,'-2'-4'192'0,"2"4"-12"0,-4-2-24 0,4 2-23 16,0 0-13-16,0 0-10 0,0 0-13 0,0 0-12 0,-6 11-12 15,6-5-6-15,0 4-10 0,0 2-3 16,-2 5-6-16,0 1-13 15,2 2-2-15,-1 4 0 0,-2-4 2 0,3 9-3 16,-3-6-5-16,0-3-3 0,0-2 1 0,0 2-8 16,2-1 1-16,-2-4 4 0,0 0-1 0,0-3-3 15,3 0 0-15,-2 1-10 0,2-4-20 0,-1-4-26 16,-1 2-9-16,1-2-12 0,0-2-30 0,1-3-63 16,0 0-88-16,0 0-259 0,-8-8 115 0</inkml:trace>
  <inkml:trace contextRef="#ctx0" brushRef="#br0" timeOffset="84876.42">16679 7181 140 0,'0'0'179'16,"0"-4"-27"-16,0 4-7 0,0 0-15 0,0 0-16 15,0 0-12-15,0 0-11 0,14 10-7 16,-5-5-12-16,4 5-6 0,1 2-7 0,9 3 6 0,0 4-15 15,-3 0-7-15,2 1-9 0,2-1-1 0,-1 3 4 16,-1 2-6-16,-3-2-6 0,0 2-1 0,-6 0-1 16,-4-6 4-16,0 6-8 0,-5-6-3 0,-3 2-1 15,2-1 10-15,-7-1 6 0,-2 1 0 0,-2-2 8 0,-2-1-2 0,-3-1 3 16,0-3-2-16,-1 1-4 0,-3-4-2 16,4 0 4-16,2-2-9 0,-2-1-5 0,3-1 0 15,1 0-2-15,-1 0 2 0,3-2-8 0,0 2-9 0,1-4-21 16,2-1-32-16,4 0-62 0,0 0-92 0,0 0-111 15,0 0-339-15,6-12 151 0</inkml:trace>
  <inkml:trace contextRef="#ctx0" brushRef="#br0" timeOffset="85183.76">17190 7510 177 0,'0'0'214'16,"-6"3"-15"-16,6-3-20 0,0 0-15 0,0 0-17 16,0 0-19-16,0 0-7 0,29-3-14 0,-10 0-12 15,2 3-10-15,8-3-4 0,3 1-10 0,-4 0-12 0,2-1-4 0,-7 1-8 16,-4 2 2-16,0-5-9 0,-5 5-6 0,-4-1 0 15,-1 1-3-15,-1 0-4 0,-1 0-6 0,1-1-16 16,-8 1-2-16,7 0-5 0,-7 0-4 0,0 0-6 16,0 0-18-16,0 0-14 0,0 0-13 0,-22 2-20 15,22-2-14-15,-13 0-29 0,8 0-52 0,5 0-89 16,-12-2-282 0,6-1 125-16</inkml:trace>
  <inkml:trace contextRef="#ctx0" brushRef="#br0" timeOffset="85600.21">18022 7249 109 0,'0'0'179'0,"0"0"-20"16,0 0-8-16,-4 11-15 16,-1-4-15-16,-1 1-12 0,-2 3-12 0,-6 2-7 0,0 3-10 15,-8 4-8-15,-1 1-2 0,-2 0-10 16,-1 1-6-16,-3-1-4 0,-2 0-2 0,-1 1-6 16,1-2-9-16,3-1 3 0,3-2-4 0,2-5-3 15,5-2 0-15,3 1-1 0,4-7 10 0,2 0 16 0,0 1 29 0,3-3 39 0,1-1 28 16,1-1 5-16,4 0 3 0,-6-5 2 15,6 0-6-15,0-1-25 0,1-6-13 0,3 0-13 16,2 0-6-16,2-4-15 0,5 1-6 0,-2 1-11 16,1 1-6-16,0 1-11 0,-3 3-1 0,2 4-10 15,-5 0-6-15,2-2-5 0,-1 4-5 0,0 1-5 16,0 2-3-16,4 0-4 0,-2 2-3 0,4 4-4 16,3 3 1-16,-1 3-17 0,3-3-20 0,0 3-28 15,4 5-30-15,-2 1-43 0,-1 1-57 0,3-2-51 0,-9-3-274 0,2-3-561 16,-1 2 248-16</inkml:trace>
  <inkml:trace contextRef="#ctx0" brushRef="#br0" timeOffset="85985.59">18128 7490 45 0,'0'0'267'16,"0"0"-30"-16,0 0-29 0,0 0-21 0,0 0-22 16,0 0-19-16,0 0-22 0,0 0-8 0,-4 12-10 15,2-7-10-15,-1 1-11 0,1 2-9 0,-1 2-4 0,-1-1-9 0,0 3-7 16,2-4-2-16,-2 2-12 0,1 2 3 0,0-2-5 16,1-3-4-16,0 0-2 0,2-2-6 15,-2 0 3-15,1 0-3 0,0-1 29 0,1-1 16 16,0-3 29-16,1 6 22 0,-1-6 36 0,0 0-7 0,0 0-24 15,9-9-10-15,-1 2-12 0,2 0-17 0,0-2-7 16,3-2-7 0,-2-1-9-16,1 6-8 0,2-2-6 0,-5 1-5 15,1 2-7-15,3-3-6 0,-5 3-8 0,1 4 0 16,-2-3 2-16,-3 2-15 0,1-2-3 0,3 3 0 16,-3 1-8-16,5 0-11 0,-3 3-4 0,-1 2-6 15,0-2-15-15,6 1-23 0,-4 2-22 0,-2 1-38 16,2-3-40-16,2 3-62 0,-2-4-58 0,-3 1-243 15,0-1-563-15,1-3 249 0</inkml:trace>
  <inkml:trace contextRef="#ctx0" brushRef="#br0" timeOffset="86217.42">18517 7171 142 0,'2'-4'243'0,"2"2"-27"0,1 0-24 0,1 2-24 0,-1 4-20 0,2 3-14 0,1 3-12 16,-1 6-17-16,3 2-9 0,-2 4-5 0,-1 5-3 31,-1 2-2-31,0 3-6 0,-6-3-1 0,-2 4-6 16,-2 2-1-16,-4 1-14 0,-3-2 1 0,-8 10-6 16,-2-1-1-16,2-12-1 0,-9 7-13 0,4-11-18 0,-12 6-28 0,3-12-23 15,-1 0-56-15,-13 1-59 0,-3-1-220 0,-5-10-396 16,2-4 175-16</inkml:trace>
  <inkml:trace contextRef="#ctx0" brushRef="#br0" timeOffset="86587.24">16358 7163 53 0,'-14'16'148'0,"-2"6"-8"0,0-1-12 0,0 7-14 16,-1 5-2-16,4 1-8 0,-3 9-8 0,4 4-4 16,3-2-4-16,3 0 6 0,2 1 9 0,9-10-2 15,5 10 1-15,2-11-12 0,11 8-1 0,-3-13-8 16,17 8 0-16,7-7-5 0,6-4-26 0,6-3-41 16,5-7-67-16,2-5-106 0,-2-8-125 0,3-5-311 15,-8-7 138 1</inkml:trace>
  <inkml:trace contextRef="#ctx0" brushRef="#br0" timeOffset="87536.48">19613 6333 219 0,'1'-2'231'0,"1"-1"-24"0,-2 3-21 16,0 0-20-16,1-4-21 0,-1 4-18 15,0 0-21-15,0 0-11 0,0 0-13 0,-7 12-6 16,2-2-7-16,-6 7-12 0,1-1-2 0,-5 6-4 0,-2 5-14 15,-6-3 5-15,-3 1-3 0,4 1-2 0,-1 3-5 0,-2-3 6 16,1-2-15-16,2 1-14 0,-1-4-21 0,0 1-26 16,1-2-26-16,3-3-34 0,2-5-39 0,1-2-160 0,-1-3-322 15,5-1 143-15</inkml:trace>
  <inkml:trace contextRef="#ctx0" brushRef="#br0" timeOffset="87721.37">19253 6421 186 0,'2'-10'312'16,"0"3"-23"-16,0 0-29 0,-1 2-27 0,3 2-28 15,-3-2-29-15,-1 5-19 0,8 2-14 0,-2 4-10 0,5 2-20 16,4 6-14-16,7 10-7 0,0 3-11 16,3-1-12-16,12 12-14 0,-3 0-25 0,2 2-46 0,0-3-70 0,-1-2-84 15,-9-8-224-15,9 7-427 0,-10-9 190 0</inkml:trace>
  <inkml:trace contextRef="#ctx0" brushRef="#br0" timeOffset="101054.23">2495 10391 126 0,'0'0'203'0,"0"0"-4"0,0 0-1 0,0 0-4 0,0 0 3 0,0 0-8 15,0 0-8-15,0-2-2 0,0 2-13 0,0 0-9 16,0 0-9-16,-2-6-13 0,2 6-6 0,0 0-4 16,0 0-4-16,2-6-9 0,-2 6-11 0,0 0-9 15,0 0-8-15,0 0-12 0,0 0-12 0,0 0-5 16,0 0-12-16,0 0-7 0,0 0-17 0,0 0-18 16,0 0-18-16,0 0-19 15,0 0-9-15,0 0 6 0,0 0 2 0,-2 17 3 16,2-7 4-16,0 0 2 0,-2 4 4 15,2-2 2-15,0 7 3 0,0-2-1 0,2 0 4 0,0 0 0 16,-2-3 1-16,0 4 2 0,3-3 2 0,-3-2 2 16,1-3 1-16,0 4 2 0,1-6-2 0,-1 4-1 15,1-2 9-15,-2-1-5 0,1 1 2 0,1-5 0 16,-1 2 0-16,-1-2 0 0,0 0 3 0,0-1 0 0,0 1-1 0,0-2 2 16,0-3-3-16,0 4 2 0,0-4 1 15,0 5 1-15,0-5-2 0,0 3 9 0,0-3-7 16,0 0 1-16,0 0 0 0,0 0-1 0,0 0 4 15,3 3-1-15,-3-3 3 0,0 0 0 0,0 0 5 16,0 0-5-16,0 0-5 0,0 0-6 0,0 0-12 0,0 0-14 16,0 0-14-16,0 0-20 0,0 0-24 0,0 0-76 0,0 0-256 15,0 0-453-15,-2-13 201 0</inkml:trace>
  <inkml:trace contextRef="#ctx0" brushRef="#br0" timeOffset="101470.9">2865 10256 79 0,'0'0'154'16,"0"0"-16"-16,0 0-14 0,0 0-20 0,0 0-11 15,0 0-8-15,0 0-16 0,1 11-2 16,-2-7-7-16,-2 4-9 0,2 1-11 0,-1 2-2 16,0 1-6-16,0 0 2 15,0 1-9-15,1 4 9 0,-2-4-9 0,3 3-9 16,0 1 3-16,0-2-4 0,-1 1-1 0,-1-2 1 15,2-2-5-15,0 0-2 0,0-2 1 0,-1 1 12 16,1-2-15-16,0-2 2 0,0-1-7 0,-1 1 6 16,1-3-3-16,0 1-3 0,0 0 0 0,0-5 8 15,1 3-3-15,-1-3 3 0,0 7 5 0,0-7 10 16,0 0 21-16,0 3 17 0,0-3 0 0,0 0 8 0,0 0-2 0,0 0-2 16,0 0-17-16,0 0-43 0,0 0-45 0,0 0-33 15,-2-14-39-15,-1 7-169 0,-2 1-302 0,4-5 134 16</inkml:trace>
  <inkml:trace contextRef="#ctx0" brushRef="#br0" timeOffset="101687.02">2706 10154 301 0,'0'0'302'0,"-3"-3"-21"0,3 3-26 16,0 0-24-16,0 0-24 0,-2-4-22 15,2 4-33-15,0 0-39 0,0 0-43 0,0 0-36 16,0 0-62-16,0 0-62 0,0 0-73 0,0 0-146 16,0 0-334-16,0 0 148 0</inkml:trace>
  <inkml:trace contextRef="#ctx0" brushRef="#br0" timeOffset="102025.52">2445 10178 72 0,'0'0'325'0,"0"0"-25"15,0 0-23-15,0 0-27 0,0 0-22 0,0 0-19 16,0 0-21-16,0 0-24 0,0 0-35 15,0 0-53-15,0 0-45 0,0 0-46 0,0 0-45 16,7-10-55-16,-2 9-55 0,-5 1-146 0,7-1-340 0,-3-1 151 16</inkml:trace>
  <inkml:trace contextRef="#ctx0" brushRef="#br0" timeOffset="102658.4">2287 10026 2 0,'-16'14'51'0,"-4"3"0"16,3 2-7-16,0 4-7 0,0-2-7 0,-1 6 2 15,3 0-3-15,1 4-6 0,-3 0 0 0,3 1-5 16,5 1-3-16,-2 2 2 0,2 1-4 16,0-1-3-16,2-2 1 15,2 1-4-15,1-3 5 0,3 6-4 0,1-4 2 16,1 2-2-16,5-2 1 0,1-2 0 0,-2 1-1 15,4-3 9-15,4 0-2 0,-2-3 12 0,5-1 2 16,2-1 14-16,-3-5 4 0,8 3-5 0,-1-2-1 16,2-1 12-16,0 0 4 0,8-2 2 0,-4-3 4 15,3 2-1-15,2-6 3 0,2 1-2 0,-2-3 7 0,4-3-9 16,0 1 2-16,0-2-4 0,0-3-3 0,-1-1-6 0,0 0-1 16,0 0 4-16,-4-1 9 0,2-5 3 0,-6 1 4 15,2-1 5-15,-1-3 8 0,2 0 12 0,-3-1 5 16,-4-2 6-16,1-3 8 0,-2-2 2 0,-2 0 3 15,2-2 0-15,-1-6-2 0,-3-5-11 0,1 0-13 16,2-1-9-16,1-14-5 0,-3 3-10 0,0-4-6 16,-5-2-9-16,0 1-7 15,-6-6-15-15,-1 2-12 0,-8-2-2 0,-4-2-4 16,-1 4 2-16,-8 0 2 0,-6 2-2 0,-3 4-2 16,-2 3 1-16,-6 1-5 0,-6 0-4 0,-3 12-3 15,6 8 3-15,-13-1-3 0,-5 7-4 0,-4 3-5 16,-4 7-7-16,-1 3-12 0,1 4-10 0,4 6-9 15,4-1-11-15,13 4-28 0,-11 6-40 0,3 4-40 16,14-3-41-16,3 4-43 0,5 5-186 0,-1-4-471 0,8 0 209 0</inkml:trace>
  <inkml:trace contextRef="#ctx0" brushRef="#br0" timeOffset="103206.4">4072 9860 141 0,'0'0'235'0,"0"-5"-11"0,0 5-25 15,-4-3-19-15,4 3-25 0,0 0-14 0,0 0-23 16,0 0-20-16,0 0-15 0,0 0-7 0,0 0-15 0,0 0-4 0,-2 20-8 16,4-7-3-16,-2 5-10 0,-2 1-1 0,2 7 2 15,-2-1-5-15,2 1-6 0,-1 1 0 0,-2-3-6 16,3 2-23-16,-1 1-13 0,-1-3-24 0,2 0-19 16,-2-3-18-16,-1-3-26 0,3-1-27 0,-6 0-145 15,4-4-297-15,1-2 132 0</inkml:trace>
  <inkml:trace contextRef="#ctx0" brushRef="#br0" timeOffset="103529.26">3611 10527 137 0,'0'0'135'0,"0"0"-14"0,20 2-8 0,-5-5-12 0,16-1-8 15,5-2-12-15,18-3 3 0,3 0-6 0,6-1-9 16,31-7-3-16,-3 2 2 0,0-1-6 0,-1 5 10 0,4-6-4 16,-29 8 5-1,27-5 3-15,-33 3-4 0,-4 2-1 0,-3 4-5 0,-19 1-10 16,-1-1-2-16,-9 2-9 0,-6 2-3 0,-2-1 0 0,-6 1-5 15,1 0-9-15,-2-1-8 0,-3 2-19 0,0-1-13 16,-5 1 0-16,0 0-11 0,-4 8-24 16,-2-3-41-16,-8-1-38 0,-4 4-162 0,-1 0-311 15,-8 4 139-15</inkml:trace>
  <inkml:trace contextRef="#ctx0" brushRef="#br0" timeOffset="104077.47">3889 10856 62 0,'-1'-3'213'0,"1"3"-20"0,0 0-28 0,0 0-17 16,-4-3-22-16,4 3-15 0,0 0-17 0,0 0-9 16,0 11-6-16,0-4-11 0,-1 4-10 0,-2 2-3 15,3 3-3-15,-1 2-8 0,1 2-6 0,-3 3-3 0,2 4-6 0,0-9 2 16,-2 0-8-16,1 1 4 0,-1 1-10 0,2-2 3 15,-2-2-6-15,2 1-1 0,0-5 0 0,-2-2 0 16,2 1-1-16,1-4 2 0,0 0-2 0,-3-2 1 16,3 0 21-16,0-1 14 0,-1 0 21 0,1 1 20 15,0-5 27-15,0 5 27 0,0-5 29 0,0 0 36 16,0 0 18-16,0 0-23 16,0 0-20-16,-4-15-18 0,3 5-16 0,-2-6-14 15,2-1-16-15,-4-9-4 0,4-3-16 16,1 1-6-16,-3-6-14 0,3 2-12 0,0-1-8 0,3-1-4 15,-2 0-13-15,4-2-5 0,-5 7 2 0,4 1-7 16,1 3-1-16,-1 6-12 0,1 2 1 0,-1 7-8 16,6-5-3-16,-5 3-1 0,7 0-2 0,-2 2-11 15,4-2-18-15,3 1-21 0,1 3-17 0,1 2-23 0,0-2-22 0,3 5-28 16,-1 1-22-16,-1-1-31 0,0 6-40 16,0-1-28-16,0 1-34 0,-4 4-243 0,2-2-575 15,-6 0 255-15</inkml:trace>
  <inkml:trace contextRef="#ctx0" brushRef="#br0" timeOffset="104293.58">3883 10974 14 0,'0'0'161'0,"0"0"-17"0,0 0-19 0,17-2-9 16,-4 2-6-16,3-3-13 0,8 3-12 0,6-2-5 16,2-1-30-16,2 2-30 0,3-5-47 0,-1 4-136 15,0 0-176-15,-7-3 78 0</inkml:trace>
  <inkml:trace contextRef="#ctx0" brushRef="#br0" timeOffset="104578.71">4524 10786 112 0,'0'0'267'0,"3"-6"-27"0,-3 6-25 16,1-4-25-16,-1 4-22 0,0 0-21 0,0 0-17 0,0 0-21 15,0 0-13-15,0 0-8 0,0 0-6 0,3 13-9 16,-2-4-14-16,-1 3-1 0,1 0-11 16,-1 5-8-16,0-1-1 0,0 3-9 0,-1-2-4 15,1 1-13-15,0-1-9 0,-4 0-16 0,0 0-11 0,4-2-10 0,-1 0-18 16,-3-2-3-16,3-3-2 0,-3 2-18 0,1-7-12 16,2 2-12-16,-4 0-23 0,1-4-147 0,1 0-290 15,3-3 129-15</inkml:trace>
  <inkml:trace contextRef="#ctx0" brushRef="#br0" timeOffset="104863.63">4478 10785 143 0,'0'0'201'0,"0"0"-20"0,0-4-19 16,0 4-19-16,0 0-17 0,4-2-17 0,-4 2-11 15,0 0-6-15,9 1-14 0,-2 3-11 0,0 1-6 31,6 0-4-31,-4 2-5 0,0 2-11 0,5 0-6 0,-1 4 0 16,-2-1-2-16,2 4-6 0,-4-4-1 0,2 5-1 0,-2-5-4 16,0 4-2-16,-2 0-2 0,-4-2-6 0,0 2 7 15,-2-3-9-15,1 3 1 0,-4-3 0 0,1 4 2 16,-4-7-3-16,-1 4 6 0,-3-2 3 0,-2-2-3 16,0 1-4-16,2-1 3 0,-4-3-5 15,3 2 0-15,1-2 2 0,-1-1-8 0,-3-2-5 0,4 0-16 0,0 0-24 16,0-3-46-16,4-2-44 0,5 1-161 0,-13-5-315 15,11 2 140-15</inkml:trace>
  <inkml:trace contextRef="#ctx0" brushRef="#br0" timeOffset="105148.72">4831 10674 29 0,'14'15'110'0,"0"-3"-3"0,6 12-9 16,1-2-3-16,-2 3-11 0,-1-1-14 0,-3 2-2 16,-1 1-9-16,-2 3 0 0,-3-3-4 0,0 3 2 15,-8 1-6-15,-1-2 1 0,-6 3 2 0,-2-2 0 16,-6-4-5-16,-5 0-7 0,-5-1 1 0,-4-3-6 15,-2 0-3-15,-1-4-7 0,-3-1-29 0,2-2-36 16,-4-4-69-16,-15 0-92 16,13-7-213-16,-1-4 95 0</inkml:trace>
  <inkml:trace contextRef="#ctx0" brushRef="#br0" timeOffset="105449.52">4371 10674 127 0,'-3'-2'209'0,"3"2"-27"0,-3-4-18 0,3 4-23 0,0 0-14 16,-13 11-16-16,8-1-7 0,-3 8-15 0,-1 5-12 15,-1 4-6-15,1 5-12 0,-4 1-2 0,3 1-8 16,1 11-4-16,0-7-8 0,0 8 0 0,5-13-6 0,6-1-5 16,0-1 0-16,3 0 2 0,4-4-2 15,0-2 1-15,5-2-3 0,4 0 1 0,8-4 0 16,0-2-21-16,6-8-56 16,7 0-77-16,0-5-163 0,-2-5-315 0,2-6 140 15</inkml:trace>
  <inkml:trace contextRef="#ctx0" brushRef="#br0" timeOffset="106483.32">5690 10186 109 0,'0'0'242'15,"0"-4"-13"-15,0 4-13 0,0 0-18 0,1-4-16 16,-1 4-21-16,0 0-22 0,0 0-16 0,0 0-17 16,0 0-18-16,0 0-15 0,0 0-15 0,0 0-5 0,-6 15-6 15,0-6-6-15,-3 5-3 0,-2 3-1 0,-3 6-7 16,-1 0 1-16,-2-1-2 0,2 3-11 16,-2-2 6-16,1 2-16 0,0-1-10 0,0-4-15 0,0 2-19 0,3-5-19 15,1-1-25-15,1 0-20 0,-3-2-26 0,4-3-58 16,-1-1-96-16,2-3-304 0,1-2 135 0</inkml:trace>
  <inkml:trace contextRef="#ctx0" brushRef="#br0" timeOffset="106668.14">5397 10310 34 0,'0'-6'301'16,"0"1"-11"-16,0-1-21 0,0 2-26 0,0 0-25 15,0 4-26-15,0-6-28 0,0 6-15 0,1-2-22 16,-1 2-14-16,0 0-13 0,8 8-14 0,1-3-8 15,1 5-7-15,3 4-6 0,3-2-12 0,3 9-4 16,3-1-13-16,3 3-17 16,-1-2-21-16,-1 0-30 0,0 1-35 0,0-2-35 15,5 1-46-15,0-1-73 0,-4-2-127 0,-3-1-376 16,-3-5 166-16</inkml:trace>
  <inkml:trace contextRef="#ctx0" brushRef="#br0" timeOffset="107138.03">6439 10338 114 0,'0'0'285'16,"0"0"-10"-16,0 0-12 0,0 0-15 0,0 0-23 15,0 0-16-15,0 0-21 0,0 0-22 0,0 0-17 16,0 0-19-16,6-5-16 0,-1 3-12 0,4 1-31 0,4-1-37 15,6 2-41-15,4-2-58 0,4 2-58 16,1 0-62-16,-6-3-181 16,6 1-396-16,-7-1 176 0</inkml:trace>
  <inkml:trace contextRef="#ctx0" brushRef="#br0" timeOffset="107300.74">6505 10533 155 0,'0'0'172'0,"0"0"-18"0,22 0-28 16,-3-2-35-16,8-3-63 0,4 1-90 0,0-2-49 15,1 0-120-15,0-3 53 0</inkml:trace>
  <inkml:trace contextRef="#ctx0" brushRef="#br0" timeOffset="109891.43">8019 10082 132 0,'0'0'169'15,"0"0"-25"-15,0 0-4 0,0 0-26 0,0 0-8 16,0 0-16-16,0 0-8 0,0 0-9 0,4 7-4 0,-4-7-9 15,0 4-8-15,0-4-8 0,-1 6 0 0,1-4-3 16,0-2-11-16,-3 5 1 0,3-5-7 16,-1 5 3-16,1-5-1 0,0 4-7 0,0-4 4 0,0 0 13 0,0 5 16 15,0-5 21-15,0 0 26 0,0 0 23 0,0 0 25 16,0 0 26-16,0 0-7 0,0 0-18 0,0 0-12 16,8-21-17-16,-7 9-12 0,8-6-9 0,-3-1-17 15,2-5-4-15,3-2 0 0,0-3-14 0,-1 3-8 0,1 2-1 16,-2-2-6-16,2 4 2 0,-5 5 1 15,0 3-2-15,-2 4-2 16,0-2 2-16,0 3-5 0,-2 4-1 0,2 0-11 16,-4 0-10-16,1 0-6 0,1 3-13 0,-2 2-20 15,2-3-20-15,-2 3 4 0,0 0-1 0,12 6 3 16,-10 3 6-16,3-1-4 0,3 1 5 0,-4 8-4 16,3-2 2-16,0 3-2 0,-2 0-1 0,0 6-2 15,4 2-5-15,-5-9-3 0,1 0-11 0,-1 0-14 0,1 0-8 16,-1-3-12-16,-3-1-16 0,3-4-14 0,0 3-13 0,-3-3-20 15,-1 2-8-15,0-6-3 0,0 2-16 0,0-2-35 16,-5-3-121-16,5-2-357 0,-4 2 158 0</inkml:trace>
  <inkml:trace contextRef="#ctx0" brushRef="#br0" timeOffset="110145.45">8013 10014 81 0,'0'0'113'16,"-8"1"-9"-16,8-1-3 0,-4 3-14 0,4-3-11 16,0 0-1-16,0 0-8 0,9 6 13 0,-1-4 3 15,6-2 2-15,4 2-10 16,1 1-1-16,10-3 6 0,2 1-10 0,-2 0-5 16,-1-1-7-16,-1 0-8 0,-5 0-1 0,-1-1-3 15,-2 1-10-15,-4 0-2 0,-2 1-2 0,-3-1-2 16,0-1-6-16,-3 1 0 0,-7 0-2 0,11-1-3 15,-6 1-4-15,-5 0-11 0,7-3-21 0,-7 3-7 16,0 0-9-16,0 0-25 0,0 0-19 0,0 0-38 16,0 0-125-16,0 0-259 0,0 0 116 0</inkml:trace>
  <inkml:trace contextRef="#ctx0" brushRef="#br0" timeOffset="110408.46">8556 9980 19 0,'0'-5'300'0,"0"5"-9"16,0 0-18-16,0 0-27 0,0 0-24 0,0 0-25 16,0 0-25-16,0 0-23 0,0 0-17 15,0 0-26-15,0 0-14 0,0 0-12 0,0 0-9 16,4 15-6-16,-6-6-7 0,2 2-10 0,0 1 5 0,0 1-11 0,-1-1-5 15,1 3-1-15,0 4-5 0,-2-1-17 0,2-2-12 16,0-1-21-16,-2-2-21 0,1 3-26 0,0-1-17 16,-2-3-23-16,-1 4-20 0,1-6-42 0,-4 2-187 0,2-3-384 15,-1-1 169-15</inkml:trace>
  <inkml:trace contextRef="#ctx0" brushRef="#br0" timeOffset="110909.55">7546 10483 22 0,'0'0'117'0,"0"0"-23"16,0 0-6-16,-8 1-24 0,8-1 7 0,0 0-6 0,0 0 0 0,0 0-4 15,0 0-21-15,0 0 19 0,-6 1 0 0,6-1 0 16,0 0-2-16,0 0 6 0,0 0-6 0,0 0-2 16,0 0 2-16,0 0-4 0,0 0 4 0,0 0-3 15,0 0-5-15,0 0 12 0,0 0 0 0,0 0-1 16,0 0-5-16,0 0-2 0,0 0-3 0,0 0-6 15,0 0-8 1,0 0-4-16,0 0 0 0,23-2-7 0,-1-1 3 0,10 1-1 16,6-2-3-16,22-1-3 0,4 0-4 15,35-2-4-15,0-1 4 0,-2 1 0 0,1-2 7 0,3 4 7 16,-6-5 5-16,4 2 4 0,-6-2 1 0,-30 4-3 16,-1 1-2-16,1-2-7 0,-11 1-4 0,-1 2 2 15,-16-1 3-15,-2 0-1 0,-2 3 6 0,-12-1 4 16,-5 1 7-16,-3 2-5 0,-1 0 1 0,-3-2 1 0,-1 2-4 0,0-1-2 15,-1 0-6-15,-5 1-8 0,7-2-8 0,-7 2-21 16,0 0-28-16,0 0-24 0,0 0-47 16,0 0-57-16,-10 8-247 0,0-5-443 0,-3-1 197 0</inkml:trace>
  <inkml:trace contextRef="#ctx0" brushRef="#br0" timeOffset="111310.56">7703 10794 234 0,'0'-5'282'0,"-1"0"-13"0,1 1-23 0,0 4-22 15,-1-4-24-15,1 4-22 0,-1-4-23 0,1 4-18 16,0 0-18-16,-2-4-24 0,2 4-23 0,0 0-8 0,0 0-11 16,0 0-5-16,0 18-7 0,0-8-6 0,2 5-15 15,-4 2 2-15,1 1-1 0,0 0-2 16,-2 3-4-16,1 5 0 0,-1-6 2 0,2 0 3 0,-2 1-11 15,2-4 5-15,1 1-3 16,-2 0-18-16,0-6-8 0,0-2-6 16,-1 3-10-16,2-5-9 0,0 0-22 0,1 0-9 15,-2-2-18-15,1 0-5 0,1-2-7 0,-3-2-43 16,-3-1-183-16,6-1-354 0,0 0 157 0</inkml:trace>
  <inkml:trace contextRef="#ctx0" brushRef="#br0" timeOffset="111627">7545 10718 137 0,'0'0'193'0,"-5"-3"-24"16,5 3-20-16,0 0-15 15,0 0-9-15,0 0-19 0,14 14-11 0,-5-4-10 16,5 0-5-16,0 5-10 0,6 0-9 0,2 3-8 15,0 2-2-15,0-1-8 0,1 1 2 0,-1 2-14 16,-1-3 0-16,-3 3-2 0,-3 2-4 0,2-4 2 16,-8-2-12-16,0-2-1 0,-4 2 0 0,0-1 4 15,-5 1 5-15,-5 0-2 0,0 2 1 0,-3-3 3 16,-2-3 0-16,-4 3-1 0,-7 0-2 0,4-6-2 0,0 0 2 0,-1 0-2 16,0 0-2-16,0-4-2 0,0 3-2 0,3-6-3 15,2 4 5-15,3-4-2 0,4-1-4 0,-2-1-19 16,3 3-21-16,1-2-20 0,-1-3-19 0,5 0-53 15,0 0-186-15,0 0-333 0,25-9 148 0</inkml:trace>
  <inkml:trace contextRef="#ctx0" brushRef="#br0" timeOffset="112081.36">8103 11097 59 0,'-5'3'181'16,"3"-2"-9"-16,2-1-14 0,0 0-6 0,0 0-22 15,-8 1-8-15,8-1-11 0,0 0-5 0,0 0 0 16,0 0-13-16,0 0-8 0,0 0-3 0,0 0-5 0,0 0-7 0,0 0-3 15,0 0-3-15,0 0-2 0,0 0-4 0,0 0-2 16,0 0-1-16,0 0-11 0,0 0-2 0,0 0-4 16,0 0-4-16,0 0-4 0,0 0-4 0,0 0-5 15,0 0 2-15,0 0-3 0,0 0-3 0,0 0-5 16,0 0-3-16,0 0 2 0,-5 1 0 0,5-1 0 16,0 0-4-16,0 0 0 15,0 0-4-15,0 0 2 0,0 0-4 0,0 0 6 16,0 0-3-16,27 0 5 0,-14 0-1 0,7 0 0 15,7-3-5-15,2 1 5 0,6 0-6 0,1-4 6 16,2 4 3-16,-2-2 0 0,-2 4-6 0,-2-1 1 16,-1-2-1-16,-3 1-1 0,-6 0 2 0,-9 2-1 15,0-3 0-15,-2 3 1 0,-5-1 2 0,1 1-5 16,0-1 6-16,-7 1-4 0,9-3 3 0,-5 3-2 0,-4 0-6 0,0 0-18 16,0 0-27-16,0 0-55 0,0 0-59 0,0 0-221 15,0 0-410-15,0 0 181 0</inkml:trace>
  <inkml:trace contextRef="#ctx0" brushRef="#br0" timeOffset="116978.15">9077 10790 79 0,'3'-1'178'0,"-3"1"-3"0,1-4-13 0,-1 4-3 16,0 0-18-16,0 0-11 0,4-4-12 0,-4 4-12 15,0-3-17-15,0 3-16 0,0 0-2 0,0 0-18 16,0 0-14-16,0 0-5 0,0 0-6 15,-3 12-2-15,1-1-5 0,-1-1-1 0,-5 6-2 0,2 2-1 16,-4 5 0-16,-2 5-6 16,-3-2 2-16,0 3-4 0,-3-3-1 15,0 0-3-15,-1 1 2 0,0 0-4 0,-2-6 1 16,2 1 4-16,0-3 0 0,6-4 1 0,0-3 3 0,3-3 0 16,1-2 6-16,0 0-4 0,-1-2 19 0,4 0 27 15,0-4 33-15,1 2 19 0,1-1 2 16,4-2-7-16,-12-5-3 0,8 0-4 0,0-1 4 15,0-5-7-15,2 1-5 0,0-4-3 0,2-3-15 0,2-2-1 0,0 2-11 16,2 0-4-16,0 0-3 0,-1 7-10 0,0 2 6 16,1-3-18-16,0 4-4 0,-2 2-6 0,2 0-7 15,0 1-7-15,1 1-3 0,3 3-4 0,3 1 1 0,1 3 1 16,3 2-2-16,2 4 1 0,2 2 0 0,8 2 0 16,-4 1-4-16,1 0-16 0,2 2-16 15,-1-2-30-15,2 0-36 16,-3 2-45-16,2-5-69 0,5 4-285 0,-7-5-539 15,-8 0 239-15</inkml:trace>
  <inkml:trace contextRef="#ctx0" brushRef="#br0" timeOffset="117325.81">9383 11155 154 0,'0'0'297'0,"-2"-8"-16"0,1 6-8 0,1 2-14 16,0 0-17-16,-1-3-22 0,1 3-26 0,0 0-19 15,0 0-22-15,0 0-18 0,-2-6-11 0,2 6-24 16,0 0-30-16,0 0-6 16,0 0-16-16,0 12-5 0,-1-4-7 0,0 1 1 15,-2 6-3-15,1-1-6 0,0 2-8 0,-2 0-22 16,1 4-19-16,2-6-30 0,1 3-35 0,-3 0-35 16,2-5-55-16,1 1-74 0,-4-3-130 0,4-3-412 15,-4-2 182-15</inkml:trace>
  <inkml:trace contextRef="#ctx0" brushRef="#br0" timeOffset="117942.9">9739 10398 37 0,'0'0'193'0,"-4"-3"-10"16,4 3-5-16,0 0-10 0,0 0-12 0,0 0-7 16,0 0-4-16,0 0-14 0,0 0-7 0,0 0-3 0,0 0-11 0,0 0-1 15,0 0-8-15,0 0-3 0,0 0-4 16,0 0-3-16,0 0-9 0,0 0-1 0,0 0-7 0,0 0-7 16,0 0-8-16,0 0-5 0,0 0-4 0,0 0-9 15,0 0-3-15,0 0-2 0,0 0-3 0,0 0-6 16,27-1-4-16,-9-2 4 0,4 1-6 0,7-4-5 15,2 2 4-15,2 2-6 0,4-3-3 0,-1 0-2 0,2-1-10 0,0 0-5 16,-3 2-10-16,-2-2-1 0,-2 1-3 16,-11 4-3-16,-3-3-10 0,-3 3-14 0,-2-2-17 15,-6 2-23-15,3-1-19 0,-5 0-27 0,-4 2-19 16,0 0-14-16,0 0-23 0,-17-3-130 0,3 3-345 0,3 0 153 16</inkml:trace>
  <inkml:trace contextRef="#ctx0" brushRef="#br0" timeOffset="118143.47">9996 10256 85 0,'0'-5'299'0,"0"0"-7"0,-1 0-8 0,1 5-15 16,1-5-19-16,-1 1-23 0,0 4-30 0,0 0-26 0,0 0-24 15,0-4-22-15,0 4-25 0,0 0-17 0,0 0-11 16,0 13-7-16,0-3-9 0,0 7-5 0,0 0-7 15,-4 9-19-15,4 1-18 0,-1 0-32 0,0-1-23 16,-2 5-46-16,-1-1-50 0,2 1-46 0,-6-4-202 16,-1-3-423-16,5-9 187 0</inkml:trace>
  <inkml:trace contextRef="#ctx0" brushRef="#br0" timeOffset="119014.1">11354 9677 100 0,'0'0'253'0,"-1"-6"-23"16,1 6-22-16,0-4-20 0,0 4-21 0,1-4-26 16,-1 4-15-16,0 0-26 0,0 0-14 0,0 0-11 15,0 0-12-15,-4 15-4 0,3-5-6 0,-3 1-5 16,2 6-6-16,-6-1-6 0,2 4-1 0,-3 2-4 15,0 4-3-15,-1-3-4 0,2-4 0 0,-2 5-1 16,-3 0-4-16,5-7 1 0,2 2-2 0,-2-2-2 16,-2-2-3-16,5-3 0 0,-2-2 2 0,4-2 0 0,0-2-5 0,-2 0 2 15,1-1 5-15,3 0 3 0,-2-4 14 0,2 3 41 16,1-4 13-16,0 0-10 0,0 0-18 16,0-11-7-16,3 0-10 0,3-1-3 0,0-2-1 15,2-4-4-15,2-7-1 0,3-1-6 0,0 0-4 16,2-2-2-16,-2 2-5 0,1-3 0 0,1 1 2 0,-3 4-1 15,2 1 9-15,-5 6 7 0,-1 3 6 0,-2 4 2 0,-1 2 3 16,0 1-7-16,-2 2-5 0,-1 0-10 0,1 0-6 16,-1 3-13-16,-2 2-12 0,0 0-3 0,0 0 3 15,13 10 0-15,-8-1 0 0,4 4 1 0,-2 3-2 16,0 2 1-16,0 1-6 0,3 9 4 0,-1-1-1 16,1-2-3-16,-4 4-1 0,5 0 0 0,-4-3-1 15,2-1-13-15,-5-1-17 16,0 2-25-16,0-8-23 0,-4 1-21 0,0-2-24 15,-1-1-9-15,-2-4-20 0,-1-2-32 0,-2 2-165 16,-1-5-393-16,-3-1 175 0</inkml:trace>
  <inkml:trace contextRef="#ctx0" brushRef="#br0" timeOffset="119230.29">11229 9929 75 0,'0'0'192'16,"0"0"-7"-16,0 0-13 0,-6 0-17 0,6 0-17 16,0 0-11-16,0 0-12 0,19 4-7 0,-1-3-7 15,2-2-13 1,12 4-6-16,3-3-7 0,0-2-5 0,3 1-6 16,-3-3-9-16,2 3-11 0,-4 0-15 0,-3 0-24 0,-10 1-30 15,0 0-20-15,-1-2-28 0,-3 0-28 0,-4 2-22 16,-6 0-130-16,-1 0-272 0,-5 0 120 0</inkml:trace>
  <inkml:trace contextRef="#ctx0" brushRef="#br0" timeOffset="119600">11799 9843 169 0,'6'-1'230'0,"2"-1"-14"16,0 1-18-16,3 0-20 0,-2 0-21 0,0 2-16 16,-1-1-15-16,-2 1-18 0,3 2-10 0,-4-1-11 15,0 3-13-15,3 1-12 0,-3 0-3 0,-1 5-4 16,-3-1-8-16,-1 1-1 0,-4 6-9 0,0 0-4 0,-2 1-2 0,-1 2 2 15,0-4-6-15,-2 0 2 0,0-2-5 0,2-2-1 16,1-3-5-16,0-1-2 0,2 1-3 0,0-2 2 16,2-2-5-16,-2-1 3 0,3 2 4 0,0-5 0 15,1-1 0-15,1 7 3 0,4-5 8 0,2-1-2 16,6 1 6-16,9-2-7 0,7-3-3 0,6 1-20 16,-1-1-39-16,2-1-54 0,5 1-57 0,-4-4-237 0,0 5-415 0,-2-3 184 15</inkml:trace>
  <inkml:trace contextRef="#ctx0" brushRef="#br0" timeOffset="120085.74">10982 10407 20 0,'0'0'141'15,"0"0"-10"-15,0 0-18 0,0 0 3 0,-5 1-15 16,5-1-12-16,0 0 0 0,0 0-4 0,0 0-11 0,0 0 1 15,-9-3-2 1,9 3 2-16,0 0-6 0,0 0 2 0,0 0 5 16,0 0-2-16,0 0-2 0,0 0 3 0,0 0 5 15,0 0-4-15,0 0-3 0,0 0-10 0,0 0-2 0,0 0-11 16,0 0-3-16,26-5-3 0,-3 3-2 0,6-3-6 16,11 1-5-16,17-6-2 0,7 0-2 15,35 1 2-15,-4-2-4 0,4 2 2 0,-3-3 7 16,1 5 7-16,-1-4 3 0,2 1 2 0,-6 0-1 0,-27 5 0 0,0-1 0 15,2-1-6-15,-10 0 2 0,-2 2-8 0,-19-2-1 16,-4 3-2-16,-2 0 8 0,-10 2 10 0,-7 0 17 16,-2 0 11-16,2 0 11 0,-7 1 5 0,2 0 0 15,-2-2-3-15,-2 3-5 0,-4 0-8 0,9-1-6 16,-9 1-27-16,5-2-30 0,-5 2-42 0,0 0-43 16,6-1-56-16,-6 1-72 0,0 0-83 0,0 0-217 0,0 0-541 0,-20 3 240 15</inkml:trace>
  <inkml:trace contextRef="#ctx0" brushRef="#br0" timeOffset="120735.43">11165 10696 216 0,'0'-4'239'0,"-1"-2"-6"0,1 2-3 0,0-1-7 16,-1 0-13-16,1 5-13 0,0-5-26 0,0 5-11 15,0-6-23-15,0 6-20 0,0-4-15 0,0 4-12 16,0 0-21-16,0 0-27 0,0 0-11 0,0 0-6 16,0 0-5-16,-2 15-3 0,2-6-1 0,0 4 0 15,0 5-2-15,-1 0 0 0,-2 1-4 0,1 8 4 16,1-2-5-16,0-2 4 0,-1-2-9 0,1-2-2 0,-2-1 6 0,2 1-4 16,-2 1-22-16,2-3-14 0,-3-2-9 0,2-3-18 15,-1 1-19-15,1-2-16 0,0-1-27 0,0-3-32 16,-3-1-191-16,4-3-370 0,-2-1 163 0</inkml:trace>
  <inkml:trace contextRef="#ctx0" brushRef="#br0" timeOffset="121050.35">11085 10643 76 0,'0'0'146'16,"0"0"-8"-16,0 0-20 0,0 0-8 0,0 0-16 16,11 10-13-16,-6-6-5 0,4 4-7 0,3 3-5 15,3 5-8-15,-1-2-2 0,9 7-4 0,-4-1-3 16,1 0 3-16,1 1-15 0,-3 1 0 0,-4-1-5 0,0 1-2 16,-5 2-2-16,0-7-10 0,-5 3 11 0,0-4-6 15,-4 1 1-15,0 1 3 0,-4-1 1 16,-2 0-2-16,-5-1 8 0,0-1-9 0,-3 2-1 0,-3-3 5 0,3-2-8 15,-6-1-7-15,2 1-2 0,0-5 10 0,0 0-1 16,3 0-4-16,3-2-3 0,1-1-3 0,0 1 0 16,5-2-10-16,-2-1-15 0,2 1-34 0,6-3-36 15,-5 0-184-15,5 0-293 0,0 0 129 0</inkml:trace>
  <inkml:trace contextRef="#ctx0" brushRef="#br0" timeOffset="121404.5">11492 10946 37 0,'-7'2'207'0,"7"-2"-11"0,-4 2-17 15,4-2-9-15,0 0-17 0,0 0-7 0,-4 2-7 16,4-2-8-16,0 0-8 0,0 0-13 0,0 0-10 16,0 0-4-16,0 0-14 0,0 0-8 0,0 0-5 0,0 0-9 0,24-2-7 15,-12-1-4-15,6 2-6 0,0-2-5 0,2-1-4 16,-1 0-1-16,0 3-7 0,3-3 1 0,-2 0-4 16,-2 4-4-16,3-3-2 0,-8 2 0 0,2 0-2 15,-5-1-5-15,2 1-1 0,-3 1 3 0,-3 0-1 16,-1-1-1-16,-5 1-4 0,10 0-1 0,-10 0-12 15,5 0-18-15,-5 0-19 16,7-3-19-16,-7 3-25 0,0 0-18 0,0 0-23 16,0 0-72-16,0 0-110 0,0-4-338 0,0 4 150 15</inkml:trace>
  <inkml:trace contextRef="#ctx0" brushRef="#br0" timeOffset="121868.11">12240 10682 64 0,'0'0'127'15,"0"0"-6"-15,0 0-20 0,0 10-6 0,0-10-4 16,-8 9-10-16,3 0 2 0,-3 3-11 0,0-4-6 0,-4 9-7 16,-5 4-6-16,-3-1 7 0,-3-1-7 0,0 2-11 15,-4 0 0-15,-1-2-5 0,0 4-6 16,3-5-8-16,1-1 10 0,-1-5-10 0,7-2 2 0,1-1 2 0,7-2 10 16,0-2 11-16,-1 0 12 0,5-2 27 0,1 1 29 15,-3-3 23-15,8-1-3 0,-6-1-6 0,2-3 4 16,4-1-6-16,-4 0-14 0,6-5-9 0,0-1-14 15,2-1-9-15,1-3-10 0,4 0-7 0,0 2-3 0,1 0-6 16,-2 2-11-16,1 2-3 0,-3 0-3 16,2 2-7-16,-3 0-6 15,4 1-8-15,-4 3-6 0,0 1 0 0,4 2-4 16,2 2-2-16,1 3 0 0,0 0-2 0,2 5 0 16,0 0-4-16,1 2 2 0,-1 0-10 0,0 5-15 15,5 0-24-15,-5-1-26 0,3 2-34 0,-4-1-46 16,0-1-46-16,-7 0-255 0,4-5-490 0,-5 0 217 15</inkml:trace>
  <inkml:trace contextRef="#ctx0" brushRef="#br0" timeOffset="122195.67">12417 10894 98 0,'0'0'158'0,"0"0"-21"0,10 3-15 0,-8-3-10 16,2 7-13-16,-3-2-5 0,2 3-5 0,-3 1-2 16,0 3-8-16,-2-2-6 0,1 7-5 0,-4 0-1 15,0 2 2-15,-2-3-2 0,-2 2-5 0,2-2-1 16,-3 0-12-16,3-4 1 0,2-1-7 0,0-1-2 16,0 0-7-16,1-5 3 15,-1 2-6-15,4-3 3 0,-2 0 20 0,3 0 18 16,0-4 9-16,-1 5 16 0,1-5-4 0,5 1-3 15,4-1-3-15,5 2-11 0,5-4-4 16,9 1-6-16,2-2 0 0,4 1-14 0,-2-4-4 16,1 3-4-16,-1 0-10 0,0 0-1 0,-5 1-9 0,-6-1-9 15,0 1-10-15,-3 0-22 0,-4-1-27 0,0 3-30 16,-5-2-52-16,0-3-56 0,-5 1-240 0,2-2-456 0,-2-3 202 16</inkml:trace>
  <inkml:trace contextRef="#ctx0" brushRef="#br0" timeOffset="122707.6">13114 10272 38 0,'-8'0'167'15,"8"0"-3"-15,0 0-13 0,0 0 4 0,0 0-13 16,0 0 1-16,0 0-7 0,-5 1-2 16,5-1-4-16,0 0-1 15,0 0-7-15,0 0-10 0,0 0-11 0,0 0-7 16,0 0-7-16,0 0-12 0,0 0-6 0,0 0-8 15,33-2-6-15,-16 1-3 0,5-1-8 0,2 1-1 16,8-3-7-16,1 2-2 0,0 1-5 0,2-1-4 16,-1-3-8-16,2 1-3 0,-3 0-6 0,-2 0-12 15,-12 3 1-15,-1-3-1 0,-3 3-4 0,-2-3-16 16,-3 2-15-16,-2 1-32 0,-3-1-23 0,0 0-44 0,-5 2-35 0,1-2-163 16,-1 2-362-16,-11-8 161 0</inkml:trace>
  <inkml:trace contextRef="#ctx0" brushRef="#br0" timeOffset="122939.11">13414 10115 185 0,'1'-5'283'15,"-1"5"-29"-15,0 0-28 0,0 0-28 0,0 0-21 16,0 0-21-16,0 0-20 0,0 0-16 0,0 0-20 15,0 0-7-15,0 0-14 0,0 0-7 0,-1 17-9 16,0-6-5-16,1 1-6 0,-4 4-9 0,1 0 1 0,2 2-4 0,-5 4-2 16,2-5-9-16,0 2-7 0,4 0-21 15,-5 0-18-15,1-1-24 0,2 2-18 0,-2-2-27 0,4-1-40 16,0-1-29-16,-2 0-177 0,4-5-357 0,0-2 158 16</inkml:trace>
  <inkml:trace contextRef="#ctx0" brushRef="#br0" timeOffset="123108.35">13968 10282 171 0,'5'-3'245'0,"0"2"-28"0,4-4-23 0,0 3-32 0,2-1-39 16,6 0-56-16,3-1-69 0,-1 3-96 0,3-5-83 15,0 1-194-15,-3-1 86 0</inkml:trace>
  <inkml:trace contextRef="#ctx0" brushRef="#br0" timeOffset="123271.07">14608 10206 41 0,'2'1'381'16,"-2"-1"-1"-16,4 3-29 0,-4-3-30 0,0 0-40 15,0 0-37-15,0 0-62 0,17-4-73 0,-12 0-86 16,3 1-119-16,-1-1-274 0,1-1-401 0,-2-1 179 16</inkml:trace>
  <inkml:trace contextRef="#ctx0" brushRef="#br0" timeOffset="123856.97">15251 10147 51 0,'0'0'205'0,"0"0"-6"15,0 0-10-15,0 0-12 0,0 0-3 0,0 0-9 16,0 0-14-16,0 0-18 0,0 0-11 0,0 0-13 0,0 0-8 16,0 0-12-1,28-4-6-15,-7 0-18 0,7 0-3 0,4 1-8 16,7-3-7-16,10 1-2 0,6-1-8 0,-3 1 2 16,1-4-9-16,0 4-1 0,-16 0-21 0,-4 1-18 15,0-1-21-15,-1-1-26 0,-10 2-45 0,-2 1-13 16,-7-1-47-16,-4 0-153 0,-1 0-340 0,-7 2 150 15</inkml:trace>
  <inkml:trace contextRef="#ctx0" brushRef="#br0" timeOffset="124057.45">15631 9919 2 0,'0'-5'294'0,"0"5"0"0,3-4-22 0,-3 4-30 16,0-4-27-16,0 4-28 15,0 0-24-15,0 0-23 0,0 0-17 0,0 0-17 16,0 0-10-16,-5 15-10 0,1 1-12 0,0 9-6 16,-5 0-7-16,5 2-7 0,-2 2-2 0,-2 2-13 15,3 3-23-15,-4 1-37 0,4 0-41 0,-7 11-55 16,7-14-65-16,-5-3-185 0,-4-7-399 0,5-7 177 16</inkml:trace>
  <inkml:trace contextRef="#ctx0" brushRef="#br0" timeOffset="124812.26">17005 9556 25 0,'1'-4'223'0,"-1"4"-27"16,0 0-22-16,0 0-20 0,0 0-22 0,0 0-12 15,-9 14-13-15,3-4-14 0,-2 2-6 0,-1 4-9 16,0 2-8-16,-6 6-12 0,1-2 1 16,-4 0-12-16,5 2-3 0,-1-3-2 0,-3 1-2 15,7-7-10-15,0 2 3 0,1-2-1 0,-1-1-7 0,2-5 0 0,4-1-4 0,-2 1 3 16,3-4-1-16,1-2-3 0,-2 1 11 0,1-1 36 15,1-1 36-15,2-2 1 0,0 0-20 0,0 0-16 16,0-12-1-16,4 2-11 0,-2-1-5 0,3-2 2 16,2-2-14-16,1-3-7 0,2-2-1 0,1-2 0 15,3-3-1-15,-5 2-3 0,2-1-3 0,1 0 4 16,-3 5 12-16,-4 1 18 16,3 9 13-16,-4-2 2 0,2 2-2 0,-2 1-7 15,-1 2-12-15,-1 2-7 0,-2-1-10 0,4 2-10 16,-1 0-10-16,-3 3-27 0,0 0 1 0,0 0 0 15,9 12-2-15,-6-3 3 0,0 4 0 0,-2-2-2 16,2 9 1-16,-1-2-3 0,2 3-4 0,0 3 1 16,-1 1-1-16,-1-1-13 0,1 3-8 0,-2-8-21 0,0 5-20 15,-1-5-24-15,0-1-16 0,-2 0-16 0,0 0-27 0,-3-4-17 16,-1 2-46-16,1-5-135 0,-3 0-389 0,2-6 172 16</inkml:trace>
  <inkml:trace contextRef="#ctx0" brushRef="#br0" timeOffset="125081.72">16766 9864 146 0,'-8'0'217'0,"8"0"-1"16,0 0-18-16,0 0-22 0,0 0-17 0,0 0-16 15,18-3-13-15,-1 1-12 0,4 0-13 0,10-1-7 0,6-1-15 16,2 1-6-1,16-5-4-15,-6 4-11 0,2-1-5 0,-14 1-5 16,-1 0-5-16,0 2-3 0,-5-1-8 0,-8-1-2 16,-7 2-7-16,-2 1-2 0,-3-1-10 0,-1 2-8 0,-4-2-19 15,1 2-16-15,-4-2-2 0,-3 2-15 0,0 0-12 16,0 0 7-16,0 0-24 0,0 0-5 16,-22 2-16-16,11-2-10 0,2 3-20 0,-2-2-150 15,3 0-297-15,-1 1 132 0</inkml:trace>
  <inkml:trace contextRef="#ctx0" brushRef="#br0" timeOffset="125460.66">17459 9743 234 0,'0'0'290'0,"3"-3"-29"0,-3 3-30 0,0 0-21 16,0 0-29-16,0 0-17 0,0 0-20 0,0 0-20 16,0 0-15-16,0 0-10 0,0 0-13 0,6 8-8 15,-6-2-10-15,-2-3-5 0,2 6-7 0,-2-1-2 0,-1 4-9 0,1 0-5 16,-1-2-7-16,-1 0-3 0,3 0-3 0,-2 0-4 16,-1-4-4-16,3 0 1 0,0 0 0 0,-1-1-3 15,0-2 2-15,1 1-1 0,1-4 7 0,-3 5 27 16,3-5 21-16,0 0 29 0,0 0-2 0,0 0-7 15,0 0-22-15,13-8 3 0,-5 3-7 0,1-1-13 16,2-1-3-16,-2 3-12 0,1-4-1 0,0 5-5 0,2-2-5 0,-3 1 0 16,1 2-27-16,-1-1-14 0,1 3-16 0,3 0-18 15,-4 2-23-15,3 1-20 0,-2 1-28 0,-1 4-30 16,-2-1-55-16,2 2-36 0,-6-1-218 0,-1 1-493 16,-3-1 219-16</inkml:trace>
  <inkml:trace contextRef="#ctx0" brushRef="#br0" timeOffset="125799.33">16596 10189 174 0,'-3'1'178'0,"3"-1"-4"0,-7 3-13 16,7-3-17-16,0 0-14 0,0 0-11 16,23-3-11-16,-3 3-20 0,10-5-2 0,8 1-12 15,14-1-6-15,7-2-3 0,1-1-6 0,4 1-7 0,25-3-8 16,-23 4-2 0,31-6-1-16,-8 1 4 0,-25 0 0 0,1 3 4 15,-3 3-1-15,-1-4-1 0,-7 1-2 0,-17 6 2 16,-4-4-2-16,-10 4-5 0,-3-1 2 0,-4-1 4 15,-5 4-1-15,-1-2-4 0,-1 2 3 0,0-3-9 16,-5 3-6-16,0-3-9 0,-4 3-11 0,0 0-18 16,0 0-17-16,-18 7-18 0,0-2-33 0,-9 5-38 15,-1 0-35-15,-1 0-60 0,-3 0-107 0,-3 4-342 0,6-4 151 0</inkml:trace>
  <inkml:trace contextRef="#ctx0" brushRef="#br0" timeOffset="126131.36">16756 10374 33 0,'-2'-2'288'0,"0"-1"-25"0,2 3-23 0,-4-4-26 16,4 4-24-16,0 0-23 0,-5-3-22 0,5 3-20 15,0 0-17-15,0 0-10 0,0 0-12 0,-4 12-11 0,2-4-6 16,2 3-8-16,-3 6-8 0,0 0-7 0,1 0-3 0,1 7-3 16,-6 1-3-16,3 1-5 0,-1-2-2 0,3 1-1 15,-1-5-6-15,-2 6 1 0,5-9-3 0,-1-5-2 16,-2 2 4-16,3 1-6 0,-1-4 0 0,-3-1-1 16,4-3-14-16,0 0-10 0,-1-3-8 0,-2 0 1 15,3-1 7-15,0 3-6 0,0-6-21 0,0 0-37 0,0 0-23 0,-11-10-24 16,7 6-13-16,0-5 2 0,0 0-22 15,0-4-19-15,3 2-108 0,-4-7-300 0,2-1 133 0</inkml:trace>
  <inkml:trace contextRef="#ctx0" brushRef="#br0" timeOffset="126400.96">16642 10335 132 0,'0'0'155'0,"0"0"-17"0,0 0-13 0,0 0-15 16,0 0-13-16,0 0-13 0,15 9-11 15,-6-1-2-15,4 2-3 0,1 2-16 0,0 3-1 16,7 1-5-16,2 2-3 0,-5 1-5 0,1-1 5 16,-2 0-9-16,-1 2-6 0,0 1 4 0,-5-5-7 0,-4 0-6 15,2 3 4-15,-4-1-4 0,-1 0 9 0,0-1 6 0,-4-5 6 16,-4 1 7-16,-1 1 5 0,-2 1-1 0,-2 0 2 16,-4-4-8-16,-1 1 3 0,1 2-8 0,-4-5-2 0,2 0-1 15,-2-1-4-15,3 1-3 0,-1-5-4 16,5 1 0-16,-2 0-2 0,2-2-3 0,2 1-8 15,3-1-13-15,-4-1-23 0,4 1-25 0,1-3-24 16,4 0-74-16,0 0-172 16,0 0-343-16,13-13 152 0</inkml:trace>
  <inkml:trace contextRef="#ctx0" brushRef="#br0" timeOffset="126717.37">17046 10626 53 0,'0'0'231'0,"-7"0"-5"0,7 0-9 0,0 0-14 16,0 0-15-16,-3 3-20 0,3-3-15 0,0 0-12 15,0 0-15 1,25-3-15-16,-12 0-17 0,10 2-4 0,5-2-11 0,0-2-4 15,0 2-8-15,0 2-6 0,-7-2-7 0,-5 2-7 16,-2 0-5-16,-1 0-2 0,-6-1-4 0,0 1-6 16,2 1 0-16,-5-1-3 0,1-2-4 0,-5 3 0 15,9 0-4-15,-9 0-4 0,5 0-1 0,-5 0 0 16,0 0-8-16,0 0-10 0,0 0-14 0,0 0-12 16,0 0-20-16,0 0-16 0,0 0-24 0,-23 0-17 0,23 0-32 15,-9 0-38-15,9 0-160 0,-5-1-366 0,5 1 162 16</inkml:trace>
  <inkml:trace contextRef="#ctx0" brushRef="#br0" timeOffset="127133.79">17823 10444 160 0,'6'3'158'0,"-6"-3"-19"0,-1 4-14 15,-2 2-18-15,-2 1 5 0,0 2-17 0,-9 3-8 16,1 1-8-16,-7 7 1 0,-2-3-17 0,-5 6-1 16,0-3 0-16,-3-1-12 0,2 1-8 0,-2-1 0 15,1 0-1-15,-2 0-7 0,3-1-6 0,1-3 2 16,9-8-2-16,2 2-2 0,3-4 16 0,3-3 28 15,2 5 31-15,2-5 37 0,0 1 26 0,2-2 2 0,4-1 0 0,0 0-11 16,-7-13-20-16,7 8-15 0,4-6-11 0,2-2-8 16,1 5-15-16,2-7-6 0,0 2-10 0,2 1-4 15,-3 2-12-15,1 3-8 0,1 0-1 0,-1 0-8 16,-3 3-17-16,3-3 5 0,-3 5-5 0,2 0-4 16,-3 1-2-16,3 2-7 0,3 2 2 0,-2 1-2 15,4 4 5-15,-3-1-15 16,7 4-18-16,-2 4-19 0,-1-2-29 0,4 5-26 15,-5-3-36-15,2-1-48 0,5 4-36 0,-6-4-282 16,-5-5-537-16,-2-1 237 0</inkml:trace>
  <inkml:trace contextRef="#ctx0" brushRef="#br0" timeOffset="127503.55">17904 10667 216 0,'0'0'260'0,"2"-5"-30"0,-2 5-27 15,0 0-25-15,0 0-21 0,0 0-16 0,0 0-17 0,0 0-6 16,-2 15-17-16,1-9-11 0,0 5-7 0,-2 1-8 0,1-1-8 16,-2 4-7-16,2-1-4 0,-2 1-5 0,0-2-3 15,1-1-5-15,1-2-6 0,-1-1-1 0,0-2-5 16,2 0-1-16,0-2 2 0,1 0 1 15,-1-2 29-15,1-3 37 0,-2 7 27 0,2-7 31 16,2 3-21-16,-2-3-14 16,0 0-13-16,9-8-8 0,-4 2-14 0,3 2-8 15,2-2-15-15,-3-1 9 0,1 1-18 0,-2-1-4 16,3 3-10-16,-4 0-4 0,-1 2-2 0,1-2-8 16,-1 3-4-16,5-1-7 0,-9 2-7 0,10 2 0 0,-5 1-15 15,6 1-19-15,-4 2-23 0,2 1-23 16,-1 0-37-16,2 1-59 0,-1 1-77 0,-4 0-315 15,3-2-604-15,-4-4 267 0</inkml:trace>
  <inkml:trace contextRef="#ctx0" brushRef="#br0" timeOffset="129624.82">17741 9298 60 0,'-3'-4'163'16,"2"0"-12"-16,1 4-14 0,0 0-21 0,0 0-14 15,0 0-12-15,0 0-7 0,0 0-11 0,0 0-4 0,0 0-10 0,19 9-1 16,0-5-1-16,1 1-6 0,8 1-8 0,2-4-4 16,1 1-5-16,1-1 0 0,1-2-3 0,-1 1-5 15,0-2-4-15,1-1-2 0,-1 0 3 0,-5 0-4 0,3-3-2 16,-9 3 2-16,0-3-2 0,-2 0 8 0,-1-1 13 16,-8 2 18-16,4 1 20 0,-5 0 19 15,0-1 17-15,-2 0 13 16,0 0 3-16,-2 2 2 0,-1-1-2 0,0-1-7 15,0 4-1-15,-4 0-15 0,6-2-10 0,-4-3-10 16,-2 5-8-16,0 0-8 0,4-2-11 0,-4 2-5 16,0 0-6-16,0 0-7 0,0 0-7 0,5-1-4 15,-5 1-10-15,0 0-10 0,0 0-10 0,0 0-2 0,0 0-11 16,6-2-8-16,-6 2-5 0,0 0-6 16,0 0-9-16,0 0-7 0,0 0-9 0,0 0-11 0,0 0 0 0,1 8 5 15,0-4 8-15,-1 1 4 0,3 10 5 0,-2 1 0 16,4 8 4-16,-3 3 1 0,1 7 6 0,-2 17 3 15,-1 0 6-15,2 2 6 0,-2 3-5 0,1 0 4 16,-1 1 2-16,0 26 2 0,0 0 0 0,0-22 7 16,1 23-4-16,-3-1 6 0,-1-2-1 0,2-21 0 0,-2 21 3 15,-2-22-1 1,3-1 3-16,-2 3-4 0,-1 21-2 0,2-21 10 16,1-4-2-16,-1 4 1 0,-2 0 3 0,-1-4-1 15,-1 2 1-15,2-3-10 0,0 0 12 0,-3-3-3 16,-2-3 3-16,5-3 6 0,0-12 0 0,0-1 1 15,-2 1 2-15,1-4-5 0,1 1 5 0,1-3-2 16,-1-3 2-16,1-8 0 0,0 3 2 0,-1-3-6 16,4-1 3-16,-2-2-3 0,2-5-1 0,1 0 2 0,-3 1 0 0,6-5-4 15,-6-1 4-15,3 2-1 0,-1-3-2 0,1 0 0 16,0 0-1-16,-1-1 1 0,1-3 0 0,0 6 0 16,0-6-1-16,-3 4-1 0,3-4 0 0,0 4 0 15,0-4 1-15,0 0 2 0,4 3-3 0,-4-3 1 16,0 0-3-16,0 0 5 0,0 0-3 0,0 0-1 15,0 4 8-15,0-4 6 16,0 0 10-16,0 0 2 0,0 0 4 0,0 0 4 16,0 0 0-16,0 2 6 0,0-2 4 0,0 0 3 15,0 0 5-15,0 0 2 0,0 0 2 16,0 0 3-16,0 0-9 0,0 0-2 0,0 0-4 0,0 0-6 16,0 0 0-16,0 0-3 0,0 0-4 0,0 0-6 15,0 0 8-15,0 0-4 0,0 0 2 0,0 0-6 16,0 0-6-16,0 0-15 0,-28-6-15 0,-22 3-33 0,-17-2-59 15,-41 0-68-15,-11-5-81 0,-10 6-254 0,-9-1-546 0,7-7 241 16</inkml:trace>
  <inkml:trace contextRef="#ctx0" brushRef="#br0" timeOffset="131429.53">7757 9766 28 0,'-19'0'114'0,"-1"1"-11"0,-10 1-8 0,0 0-14 0,-4 1-5 16,-3 4-7-16,4-2-14 0,-3-2-2 0,-1 0-7 0,1 4-15 16,1-5 9-16,0 0-6 0,6 1 8 15,7-1-8-15,4-2 15 0,-1-2 14 0,6 2 12 0,0 0 0 16,3-3-8-16,2 1 3 0,1 2 4 0,-1-2 10 15,2-2 6-15,2 0 5 0,0 0 2 0,-1 0-10 16,3-2-3-16,-2 1-4 0,2 2-8 0,0-4-7 16,-2 2-3-16,4 2-6 0,0-1-3 0,0 4-6 0,0-7 0 0,-1 3-3 15,-1 0-4-15,2 4 3 0,-2-4-3 0,2 4-3 16,-1-5-7-16,1 5-5 0,0 0-3 16,-3-3-6-16,3 3-6 0,0 0-17 0,0 0-22 15,0 0-17-15,0 0 0 0,0 0 6 0,0 20 4 0,0-3 6 16,0 12-2-16,-4 3 6 0,-1 16 3 0,4 10 2 15,-3 2 3 1,-1 25-3-16,1-1 7 0,0-3 3 0,3-22-1 16,-3 21-3-16,4-21 7 0,0 0-2 0,-1 26-1 0,2-26 7 15,-1 30-1-15,0-9 5 0,1 3 0 16,-2-25 0-16,1 2-4 0,4 29-2 0,-3-33 1 16,-1 1 3-16,-1-3-3 0,1-4 4 0,-3 5-3 15,2-1 2-15,1-1 3 0,0-3-1 0,0-4 1 0,0-12 3 16,-1 0-1-16,1-2-1 0,-3-1 0 0,1-2 1 0,-1-2 1 15,2-6-1-15,0 3 0 0,-3-6 4 0,1-2 4 16,2 1-3-16,-2 0-1 0,2-5-2 0,0-2 1 16,-2 1 1-16,2-2-1 0,-2 0-3 0,3-2 1 15,-1-2-1-15,1 0 2 0,0-1-1 0,0 0 0 16,0 0 2-16,0-4-2 0,-3 5 3 0,3-5 0 16,0 5 1-16,0-5 6 15,0 0 10-15,-2 3 1 0,2-3 2 0,0 0 2 16,-1 4-2-16,1-4 1 0,0 0 2 0,0 0-5 15,0 0 0-15,0 0-3 0,0 0-2 0,0 0 6 16,0 0 2-16,0 0 1 0,0 0 1 0,0 0-1 16,0 0 0-16,0 0 1 0,0 0-5 0,0 0 5 15,0 0-7-15,0 0 5 0,0 0 6 0,0 0 0 16,0 0 0-16,0 0 4 0,0 0-3 0,6 2-1 0,-6-2-4 0,26-6-5 16,1 0 1-16,5-3-8 0,19-4 3 0,0-1 0 15,6 1-4-15,-2 0-3 0,0 0-1 0,0 1-1 16,-18 5-1-16,0 0-3 0,-1 3 1 0,-7 0-3 15,-1 0-4-15,-7 1 8 0,-6 1-5 0,-5 1 1 16,-2 0-1-16,2 1 2 0,-5-1-10 0,3 0-4 16,-4 0-12-16,-4 1-19 0,10 0-24 0,-6-2-46 0,-4 2-86 15,-3-9-305-15,2 4-540 0,-4-5 239 0</inkml:trace>
  <inkml:trace contextRef="#ctx0" brushRef="#br0" timeOffset="132479">19548 9576 91 0,'-3'-3'163'0,"3"3"-23"15,0 0-15-15,0 0-17 0,-10 1-12 0,10-1-4 16,-13 11-18-16,3-3-3 0,-7 3-11 0,-2 6-5 16,-4 1-5-1,0 1-5-15,2 3-13 0,-1 0 4 0,0 2-7 0,-2 0 1 16,2-2-1-16,0 6-10 0,-1-2 6 0,2-2-3 16,3 2-1-16,-1 2 12 0,1-3-21 15,1-1-19-15,-1 0-12 0,4-4-11 0,1-3-30 16,3-8-35-16,1 0-114 0,-1-2-224 0,4-3 100 0</inkml:trace>
  <inkml:trace contextRef="#ctx0" brushRef="#br0" timeOffset="132679.51">19120 9625 105 0,'1'-9'297'0,"2"0"-12"15,-3 4-30-15,1-3-27 0,0 4-27 0,-1 0-27 16,0 1-22-16,0 3-17 0,0 0-16 0,0 0-19 0,17 17-12 0,-8-2-11 15,3 6-11-15,4 4-9 0,2 4-5 0,7 12-5 16,2 2-8-16,2 1-1 0,2-1-5 0,5 3-6 16,-4 0-24-16,2-2-39 0,1-1-48 0,-1-6-67 15,-12-6-234-15,-3-4-417 0,-2-2 186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AA06-32E3-41CB-9BFE-611D7ECFFC0B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0EDB2-37CB-45D5-85FA-41E5DE2BD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823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AA06-32E3-41CB-9BFE-611D7ECFFC0B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0EDB2-37CB-45D5-85FA-41E5DE2BD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569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AA06-32E3-41CB-9BFE-611D7ECFFC0B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0EDB2-37CB-45D5-85FA-41E5DE2BD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53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AA06-32E3-41CB-9BFE-611D7ECFFC0B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0EDB2-37CB-45D5-85FA-41E5DE2BD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975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AA06-32E3-41CB-9BFE-611D7ECFFC0B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0EDB2-37CB-45D5-85FA-41E5DE2BD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209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AA06-32E3-41CB-9BFE-611D7ECFFC0B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0EDB2-37CB-45D5-85FA-41E5DE2BD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136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AA06-32E3-41CB-9BFE-611D7ECFFC0B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0EDB2-37CB-45D5-85FA-41E5DE2BD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608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AA06-32E3-41CB-9BFE-611D7ECFFC0B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0EDB2-37CB-45D5-85FA-41E5DE2BD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991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AA06-32E3-41CB-9BFE-611D7ECFFC0B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0EDB2-37CB-45D5-85FA-41E5DE2BD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368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AA06-32E3-41CB-9BFE-611D7ECFFC0B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0EDB2-37CB-45D5-85FA-41E5DE2BD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394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AA06-32E3-41CB-9BFE-611D7ECFFC0B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0EDB2-37CB-45D5-85FA-41E5DE2BD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437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AA06-32E3-41CB-9BFE-611D7ECFFC0B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D0EDB2-37CB-45D5-85FA-41E5DE2BD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611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customXml" Target="../ink/ink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customXml" Target="../ink/ink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customXml" Target="../ink/ink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customXml" Target="../ink/ink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customXml" Target="../ink/ink2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customXml" Target="../ink/ink24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customXml" Target="../ink/ink25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customXml" Target="../ink/ink2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customXml" Target="../ink/ink2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customXml" Target="../ink/ink28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customXml" Target="../ink/ink29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customXml" Target="../ink/ink30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customXml" Target="../ink/ink31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customXml" Target="../ink/ink32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customXml" Target="../ink/ink33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customXml" Target="../ink/ink34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customXml" Target="../ink/ink35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customXml" Target="../ink/ink36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654480" y="396000"/>
              <a:ext cx="10524960" cy="53564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5120" y="386640"/>
                <a:ext cx="10543680" cy="537516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A60F89FC-3126-592A-4DE1-19BFCA05DF05}"/>
              </a:ext>
            </a:extLst>
          </p:cNvPr>
          <p:cNvSpPr txBox="1"/>
          <p:nvPr/>
        </p:nvSpPr>
        <p:spPr>
          <a:xfrm>
            <a:off x="4724400" y="320040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Click to add text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C9DDDD-0EC7-18D6-A5F7-6008FA325FA2}"/>
              </a:ext>
            </a:extLst>
          </p:cNvPr>
          <p:cNvSpPr txBox="1"/>
          <p:nvPr/>
        </p:nvSpPr>
        <p:spPr>
          <a:xfrm>
            <a:off x="4724400" y="3200400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Click to add text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173428-A3AF-7FCE-4E79-9CBB1782DD40}"/>
              </a:ext>
            </a:extLst>
          </p:cNvPr>
          <p:cNvSpPr txBox="1"/>
          <p:nvPr/>
        </p:nvSpPr>
        <p:spPr>
          <a:xfrm>
            <a:off x="4724400" y="320040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265679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416270" y="539075"/>
              <a:ext cx="10024200" cy="51832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06910" y="529715"/>
                <a:ext cx="10042920" cy="5202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A69067AF-05B1-B451-5596-D936D6DB6872}"/>
              </a:ext>
            </a:extLst>
          </p:cNvPr>
          <p:cNvSpPr txBox="1"/>
          <p:nvPr/>
        </p:nvSpPr>
        <p:spPr>
          <a:xfrm>
            <a:off x="4724400" y="320040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295654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712080" y="219600"/>
              <a:ext cx="11234880" cy="60256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2720" y="210240"/>
                <a:ext cx="11253600" cy="604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/>
              <p14:cNvContentPartPr/>
              <p14:nvPr/>
            </p14:nvContentPartPr>
            <p14:xfrm>
              <a:off x="9142560" y="1791360"/>
              <a:ext cx="1256760" cy="35676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133200" y="1782000"/>
                <a:ext cx="1275480" cy="37548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5B85F20E-B95E-0A57-DD7C-A3D6FC0EB6D4}"/>
              </a:ext>
            </a:extLst>
          </p:cNvPr>
          <p:cNvSpPr txBox="1"/>
          <p:nvPr/>
        </p:nvSpPr>
        <p:spPr>
          <a:xfrm>
            <a:off x="4724400" y="3200399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47601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513667" y="365013"/>
              <a:ext cx="11350080" cy="50518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4307" y="355653"/>
                <a:ext cx="11368800" cy="5070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57599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479160" y="267120"/>
              <a:ext cx="11515680" cy="20401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9800" y="257760"/>
                <a:ext cx="11534400" cy="20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/>
              <p14:cNvContentPartPr/>
              <p14:nvPr/>
            </p14:nvContentPartPr>
            <p14:xfrm>
              <a:off x="475560" y="2801160"/>
              <a:ext cx="11536560" cy="232056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6200" y="2791800"/>
                <a:ext cx="11555280" cy="2339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60495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0444" y="1789243"/>
            <a:ext cx="9331112" cy="447498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1949039" y="463679"/>
              <a:ext cx="9454835" cy="1325563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39679" y="454319"/>
                <a:ext cx="9473555" cy="134428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86200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CEA06-6A6D-494E-594B-DDF6CF70D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4F7C4-56FB-3760-0339-6B5DE0F2B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621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428480" y="444600"/>
              <a:ext cx="8955720" cy="37306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19120" y="435240"/>
                <a:ext cx="8974440" cy="3749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49815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926640" y="670320"/>
              <a:ext cx="837000" cy="3495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7280" y="660960"/>
                <a:ext cx="855720" cy="36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/>
              <p14:cNvContentPartPr/>
              <p14:nvPr/>
            </p14:nvContentPartPr>
            <p14:xfrm>
              <a:off x="1673867" y="1389920"/>
              <a:ext cx="9238680" cy="396468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64507" y="1380560"/>
                <a:ext cx="9257400" cy="3983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63533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198440" y="511920"/>
              <a:ext cx="9195480" cy="52542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89080" y="502560"/>
                <a:ext cx="9214200" cy="527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/>
              <p14:cNvContentPartPr/>
              <p14:nvPr/>
            </p14:nvContentPartPr>
            <p14:xfrm>
              <a:off x="1792080" y="2838960"/>
              <a:ext cx="8449920" cy="351288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82720" y="2829600"/>
                <a:ext cx="8468640" cy="3531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701804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889560" y="550440"/>
              <a:ext cx="10905480" cy="55418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80200" y="541080"/>
                <a:ext cx="10924200" cy="5560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929043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2452680" y="761760"/>
              <a:ext cx="6139800" cy="27835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43320" y="752400"/>
                <a:ext cx="6158520" cy="280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51127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906480" y="403560"/>
              <a:ext cx="11098080" cy="56412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97120" y="394200"/>
                <a:ext cx="11116800" cy="565992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8C823D5-82E0-7961-C7A2-106A1B6BCA75}"/>
              </a:ext>
            </a:extLst>
          </p:cNvPr>
          <p:cNvSpPr txBox="1"/>
          <p:nvPr/>
        </p:nvSpPr>
        <p:spPr>
          <a:xfrm>
            <a:off x="4724400" y="320040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3439753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023480" y="564840"/>
              <a:ext cx="10456560" cy="59306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14120" y="555480"/>
                <a:ext cx="10475280" cy="594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458738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123920" y="592200"/>
              <a:ext cx="10828800" cy="56653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14560" y="582840"/>
                <a:ext cx="10847520" cy="568404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092FDE2E-2CEC-1E75-D9F3-1A192C468DCC}"/>
              </a:ext>
            </a:extLst>
          </p:cNvPr>
          <p:cNvSpPr txBox="1"/>
          <p:nvPr/>
        </p:nvSpPr>
        <p:spPr>
          <a:xfrm>
            <a:off x="4724400" y="320040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076607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728720" y="722520"/>
              <a:ext cx="8128440" cy="14410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19360" y="713160"/>
                <a:ext cx="8147160" cy="145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/>
              <p14:cNvContentPartPr/>
              <p14:nvPr/>
            </p14:nvContentPartPr>
            <p14:xfrm>
              <a:off x="774000" y="2648520"/>
              <a:ext cx="9608400" cy="269028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4640" y="2639160"/>
                <a:ext cx="9627120" cy="270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481615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735840" y="444600"/>
              <a:ext cx="9569160" cy="50353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6480" y="435240"/>
                <a:ext cx="9587880" cy="5054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067875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063080" y="469800"/>
              <a:ext cx="10833120" cy="52981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53720" y="460440"/>
                <a:ext cx="10851840" cy="5316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408824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70086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673200" y="413280"/>
              <a:ext cx="10734840" cy="50965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3840" y="403920"/>
                <a:ext cx="10753560" cy="5115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151312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45755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68937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06623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7113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23808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04711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815760" y="616320"/>
              <a:ext cx="10621440" cy="57502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06400" y="606960"/>
                <a:ext cx="10640160" cy="576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708567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812880" y="837360"/>
              <a:ext cx="10947600" cy="57474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03520" y="828000"/>
                <a:ext cx="10966320" cy="5766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438340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274040" y="698040"/>
              <a:ext cx="8452440" cy="6840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64680" y="688680"/>
                <a:ext cx="8471160" cy="70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/>
              <p14:cNvContentPartPr/>
              <p14:nvPr/>
            </p14:nvContentPartPr>
            <p14:xfrm>
              <a:off x="1045440" y="1640160"/>
              <a:ext cx="9465120" cy="375264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36080" y="1630800"/>
                <a:ext cx="9483840" cy="377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474204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379880" y="635017"/>
              <a:ext cx="10286640" cy="57153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70520" y="625657"/>
                <a:ext cx="10305360" cy="573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605551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592200" y="516960"/>
              <a:ext cx="10539360" cy="50871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2840" y="507600"/>
                <a:ext cx="10558080" cy="5105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734903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866520" y="497160"/>
              <a:ext cx="10688400" cy="49651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7160" y="487800"/>
                <a:ext cx="10707120" cy="4983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015325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713880" y="512640"/>
              <a:ext cx="10611000" cy="43844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4520" y="503280"/>
                <a:ext cx="10629720" cy="440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50588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922680" y="570960"/>
              <a:ext cx="10909080" cy="54122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3320" y="561600"/>
                <a:ext cx="10927800" cy="543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481428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300240" y="471600"/>
              <a:ext cx="11781720" cy="59122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0880" y="462240"/>
                <a:ext cx="11800440" cy="5931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494089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753480" y="852480"/>
              <a:ext cx="10979280" cy="52347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4120" y="843120"/>
                <a:ext cx="10998000" cy="525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35521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103040" y="1032840"/>
              <a:ext cx="4598640" cy="4320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93680" y="1023480"/>
                <a:ext cx="4617360" cy="450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671978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744120" y="241920"/>
              <a:ext cx="6900120" cy="40680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4760" y="232560"/>
                <a:ext cx="6918840" cy="408672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23BC09AC-6CE2-E4A8-97A3-0D5E4EB7665F}"/>
              </a:ext>
            </a:extLst>
          </p:cNvPr>
          <p:cNvSpPr txBox="1"/>
          <p:nvPr/>
        </p:nvSpPr>
        <p:spPr>
          <a:xfrm>
            <a:off x="4724400" y="320040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1243140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1942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8592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7341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5964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631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4284549-3b77-42f0-9bd8-21963f31e472">
      <Terms xmlns="http://schemas.microsoft.com/office/infopath/2007/PartnerControls"/>
    </lcf76f155ced4ddcb4097134ff3c332f>
    <TaxCatchAll xmlns="96e9f518-c301-41c8-a9ae-26c5061bc2d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9560C3516471F44810DD24F0C42148E" ma:contentTypeVersion="11" ma:contentTypeDescription="Create a new document." ma:contentTypeScope="" ma:versionID="a8e7aab3381df189fe4e247d562d02a3">
  <xsd:schema xmlns:xsd="http://www.w3.org/2001/XMLSchema" xmlns:xs="http://www.w3.org/2001/XMLSchema" xmlns:p="http://schemas.microsoft.com/office/2006/metadata/properties" xmlns:ns2="b4284549-3b77-42f0-9bd8-21963f31e472" xmlns:ns3="96e9f518-c301-41c8-a9ae-26c5061bc2d5" targetNamespace="http://schemas.microsoft.com/office/2006/metadata/properties" ma:root="true" ma:fieldsID="893f4986d678e99243d564b991aab52b" ns2:_="" ns3:_="">
    <xsd:import namespace="b4284549-3b77-42f0-9bd8-21963f31e472"/>
    <xsd:import namespace="96e9f518-c301-41c8-a9ae-26c5061bc2d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284549-3b77-42f0-9bd8-21963f31e4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b1fbd3b0-4808-4b13-b9b2-3f13c0616f4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e9f518-c301-41c8-a9ae-26c5061bc2d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7b87279-130b-4b80-93b2-bcb79ced8e85}" ma:internalName="TaxCatchAll" ma:showField="CatchAllData" ma:web="96e9f518-c301-41c8-a9ae-26c5061bc2d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A6A6F82-A4DF-4734-803A-397AA3B8C81F}">
  <ds:schemaRefs>
    <ds:schemaRef ds:uri="96e9f518-c301-41c8-a9ae-26c5061bc2d5"/>
    <ds:schemaRef ds:uri="b4284549-3b77-42f0-9bd8-21963f31e472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B7654E7-C060-4235-8C41-B8B662D03157}"/>
</file>

<file path=customXml/itemProps3.xml><?xml version="1.0" encoding="utf-8"?>
<ds:datastoreItem xmlns:ds="http://schemas.openxmlformats.org/officeDocument/2006/customXml" ds:itemID="{80A1C408-279D-49B4-876B-567D0A1DF7C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pritha</dc:creator>
  <cp:revision>3</cp:revision>
  <dcterms:created xsi:type="dcterms:W3CDTF">2022-04-25T03:02:00Z</dcterms:created>
  <dcterms:modified xsi:type="dcterms:W3CDTF">2022-07-17T12:32:33Z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0x01010099560C3516471F44810DD24F0C42148E</vt:lpwstr>
  </property>
  <property fmtid="{D5CDD505-2E9C-101B-9397-08002B2CF9AE}" pid="3" name="MediaServiceImageTags">
    <vt:lpwstr/>
  </property>
</Properties>
</file>